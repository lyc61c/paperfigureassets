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3e55c7ad42463f" /><Relationship Type="http://schemas.openxmlformats.org/officeDocument/2006/relationships/extended-properties" Target="/docProps/app.xml" Id="R9d15c8b0ee114692" /><Relationship Type="http://schemas.openxmlformats.org/officeDocument/2006/relationships/officeDocument" Target="/ppt/presentation.xml" Id="R56f29a8d086d4b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25e9b7c8694170"/>
  </p:sldMasterIdLst>
  <p:notesMasterIdLst>
    <p:notesMasterId xmlns:r="http://schemas.openxmlformats.org/officeDocument/2006/relationships" r:id="R78280ff731014ba8"/>
  </p:notesMasterIdLst>
  <p:sldIdLst>
    <p:sldId xmlns:r="http://schemas.openxmlformats.org/officeDocument/2006/relationships" id="256" r:id="Re4019e0b9809445e"/>
    <p:sldId xmlns:r="http://schemas.openxmlformats.org/officeDocument/2006/relationships" id="257" r:id="Rf2fd70fcb65445e5"/>
    <p:sldId xmlns:r="http://schemas.openxmlformats.org/officeDocument/2006/relationships" id="258" r:id="R11e8c47a96074b5f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98014b4e144b3d" /><Relationship Type="http://schemas.openxmlformats.org/officeDocument/2006/relationships/slideMaster" Target="/ppt/slideMasters/slideMaster1.xml" Id="Rcd25e9b7c8694170" /><Relationship Type="http://schemas.openxmlformats.org/officeDocument/2006/relationships/notesMaster" Target="/ppt/notesMasters/notesMaster1.xml" Id="R78280ff731014ba8" /><Relationship Type="http://schemas.openxmlformats.org/officeDocument/2006/relationships/presProps" Target="/ppt/presProps.xml" Id="R877fb6308e3147f4" /><Relationship Type="http://schemas.openxmlformats.org/officeDocument/2006/relationships/tableStyles" Target="/ppt/tableStyles.xml" Id="R35956ee0109649b4" /><Relationship Type="http://schemas.openxmlformats.org/officeDocument/2006/relationships/slide" Target="/ppt/slides/slide1.xml" Id="Re4019e0b9809445e" /><Relationship Type="http://schemas.openxmlformats.org/officeDocument/2006/relationships/slide" Target="/ppt/slides/slide2.xml" Id="Rf2fd70fcb65445e5" /><Relationship Type="http://schemas.openxmlformats.org/officeDocument/2006/relationships/slide" Target="/ppt/slides/slide3.xml" Id="R11e8c47a96074b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5bbe39ce644d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f80bf677e34cfa" /><Relationship Type="http://schemas.openxmlformats.org/officeDocument/2006/relationships/notesMaster" Target="/ppt/notesMasters/notesMaster1.xml" Id="Rea31648fac5b40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7313c491a7461e" /><Relationship Type="http://schemas.openxmlformats.org/officeDocument/2006/relationships/notesMaster" Target="/ppt/notesMasters/notesMaster1.xml" Id="R12a312c3f71a47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5d9206c9254a08" /><Relationship Type="http://schemas.openxmlformats.org/officeDocument/2006/relationships/notesMaster" Target="/ppt/notesMasters/notesMaster1.xml" Id="R205adf1bc00349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Figure 1: fig1 task and model overview</a:t>
            </a:r>
          </a:p>
          <a:p xmlns:a="http://schemas.openxmlformats.org/drawingml/2006/main">
            <a:r>
              <a:t>Source: https://arxiv.org/abs/2605.19390v1</a:t>
            </a:r>
          </a:p>
          <a:p xmlns:a="http://schemas.openxmlformats.org/drawingml/2006/main">
            <a:r>
              <a:t>Approved image: fig1_task_and_model_overview.png; SHA-256: d63355c64046df6710ca282dfe1cb27a2fa706f334bcd226cc02878cc5cd1ffc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(24), whose internal pixels are not editable.</a:t>
            </a:r>
          </a:p>
          <a:p xmlns:a="http://schemas.openxmlformats.org/drawingml/2006/main">
            <a:r>
              <a:t>Font substitution: source PDF families mapped to Times New Roman,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Figure 2: fig2 track4d benchmark construction</a:t>
            </a:r>
          </a:p>
          <a:p xmlns:a="http://schemas.openxmlformats.org/drawingml/2006/main">
            <a:r>
              <a:t>Source: https://arxiv.org/abs/2605.19390v1</a:t>
            </a:r>
          </a:p>
          <a:p xmlns:a="http://schemas.openxmlformats.org/drawingml/2006/main">
            <a:r>
              <a:t>Approved image: fig2_track4d_benchmark_construction.png; SHA-256: ca7aac804626a9a0c8d0783ea40fb8395cf5b95918aae04154cf5657ace24897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(84), whose internal pixels are not editable.</a:t>
            </a:r>
          </a:p>
          <a:p xmlns:a="http://schemas.openxmlformats.org/drawingml/2006/main">
            <a:r>
              <a:t>Font substitution: source PDF families mapped to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Figure 3: fig3 lmm track4d method overview</a:t>
            </a:r>
          </a:p>
          <a:p xmlns:a="http://schemas.openxmlformats.org/drawingml/2006/main">
            <a:r>
              <a:t>Source: https://arxiv.org/abs/2605.19390v1</a:t>
            </a:r>
          </a:p>
          <a:p xmlns:a="http://schemas.openxmlformats.org/drawingml/2006/main">
            <a:r>
              <a:t>Approved image: fig3_lmm_track4d_method_overview.png; SHA-256: e8973f09714ce2216b93275b61f2a45eaf271ea22bbbcf3007c083403787c262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(23), whose internal pixels are not editable.</a:t>
            </a:r>
          </a:p>
          <a:p xmlns:a="http://schemas.openxmlformats.org/drawingml/2006/main">
            <a:r>
              <a:t>Font substitution: source PDF families mapped to Times New Roman,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f4562cab545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fefca33f142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ebcb052bb4c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74d7e3fff46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3bfec483a45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221bc3f884e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F9157A-05EF-437E-A3E6-C2AB87BD29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98333"/>
            <a:ext cx="12192000" cy="137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469E558-642D-4B0D-86CB-1AC0C39123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238750"/>
            <a:ext cx="10668000" cy="1058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D5F984-BC98-4673-93FC-0A47A6DE5D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968750"/>
            <a:ext cx="12192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C49C43-94B2-4C72-8DD1-BFD2862347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B87979-B864-4CAA-88B9-62D17A7174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13525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F1EE22-1456-478F-B3B4-80BD9AF76F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BE2AB9-E48C-40ED-B291-D22A3F09C1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592A59-3443-4E33-B658-BDF0D17C3D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DB9E55-6D0E-42DB-BB7D-3EC7C104B5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B57D28-2580-4D10-BAC5-80CB0C2413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bf22de6e9c4a56" /><Relationship Type="http://schemas.openxmlformats.org/officeDocument/2006/relationships/slideLayout" Target="/ppt/slideLayouts/slideLayout1.xml" Id="R33d5cc27bd4b4bc2" /><Relationship Type="http://schemas.openxmlformats.org/officeDocument/2006/relationships/slideLayout" Target="/ppt/slideLayouts/slideLayout2.xml" Id="R68a88e072e194cc0" /><Relationship Type="http://schemas.openxmlformats.org/officeDocument/2006/relationships/slideLayout" Target="/ppt/slideLayouts/slideLayout3.xml" Id="Rf4cbe65cdb5b4cdd" /><Relationship Type="http://schemas.openxmlformats.org/officeDocument/2006/relationships/slideLayout" Target="/ppt/slideLayouts/slideLayout4.xml" Id="R39b9b73438654ac1" /><Relationship Type="http://schemas.openxmlformats.org/officeDocument/2006/relationships/slideLayout" Target="/ppt/slideLayouts/slideLayout5.xml" Id="R44f78c854d314a57" /><Relationship Type="http://schemas.openxmlformats.org/officeDocument/2006/relationships/slideLayout" Target="/ppt/slideLayouts/slideLayout6.xml" Id="Rac3c1efc0afc49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d5cc27bd4b4bc2"/>
    <p:sldLayoutId xmlns:r="http://schemas.openxmlformats.org/officeDocument/2006/relationships" id="2147483650" r:id="R68a88e072e194cc0"/>
    <p:sldLayoutId xmlns:r="http://schemas.openxmlformats.org/officeDocument/2006/relationships" id="2147483651" r:id="Rf4cbe65cdb5b4cdd"/>
    <p:sldLayoutId xmlns:r="http://schemas.openxmlformats.org/officeDocument/2006/relationships" id="2147483652" r:id="R39b9b73438654ac1"/>
    <p:sldLayoutId xmlns:r="http://schemas.openxmlformats.org/officeDocument/2006/relationships" id="2147483653" r:id="R44f78c854d314a57"/>
    <p:sldLayoutId xmlns:r="http://schemas.openxmlformats.org/officeDocument/2006/relationships" id="2147483654" r:id="Rac3c1efc0afc49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e3e6ba5904acf" /><Relationship Type="http://schemas.openxmlformats.org/officeDocument/2006/relationships/image" Target="/ppt/media/image.png" Id="Rb2551cfc95874b40" /><Relationship Type="http://schemas.openxmlformats.org/officeDocument/2006/relationships/image" Target="/ppt/media/image2.png" Id="R34db0b1c91d64f79" /><Relationship Type="http://schemas.openxmlformats.org/officeDocument/2006/relationships/image" Target="/ppt/media/image3.png" Id="Rb6d8ed7a5a6b41bf" /><Relationship Type="http://schemas.openxmlformats.org/officeDocument/2006/relationships/image" Target="/ppt/media/image4.png" Id="R79bcab21b1fe49e2" /><Relationship Type="http://schemas.openxmlformats.org/officeDocument/2006/relationships/image" Target="/ppt/media/image5.png" Id="Rbf089972359545b8" /><Relationship Type="http://schemas.openxmlformats.org/officeDocument/2006/relationships/image" Target="/ppt/media/image6.png" Id="R79f4a2b837214912" /><Relationship Type="http://schemas.openxmlformats.org/officeDocument/2006/relationships/image" Target="/ppt/media/image7.png" Id="R289daa4eb2cd49a5" /><Relationship Type="http://schemas.openxmlformats.org/officeDocument/2006/relationships/image" Target="/ppt/media/image8.png" Id="R3259df0d3c6d4210" /><Relationship Type="http://schemas.openxmlformats.org/officeDocument/2006/relationships/image" Target="/ppt/media/image9.png" Id="Rf3d5c12f1b554ef1" /><Relationship Type="http://schemas.openxmlformats.org/officeDocument/2006/relationships/image" Target="/ppt/media/image10.png" Id="R50d4777d22994600" /><Relationship Type="http://schemas.openxmlformats.org/officeDocument/2006/relationships/image" Target="/ppt/media/image11.png" Id="R0f36d3c7b06e4f5e" /><Relationship Type="http://schemas.openxmlformats.org/officeDocument/2006/relationships/image" Target="/ppt/media/image12.png" Id="Rc81baeaf9e9b4428" /><Relationship Type="http://schemas.openxmlformats.org/officeDocument/2006/relationships/image" Target="/ppt/media/image13.png" Id="R77fc43c2d59f4b10" /><Relationship Type="http://schemas.openxmlformats.org/officeDocument/2006/relationships/image" Target="/ppt/media/image14.png" Id="Rb4078315fd9d457e" /><Relationship Type="http://schemas.openxmlformats.org/officeDocument/2006/relationships/image" Target="/ppt/media/image15.png" Id="R9d523d817fb24a2c" /><Relationship Type="http://schemas.openxmlformats.org/officeDocument/2006/relationships/image" Target="/ppt/media/image16.png" Id="R41f9e0976594464c" /><Relationship Type="http://schemas.openxmlformats.org/officeDocument/2006/relationships/image" Target="/ppt/media/image17.png" Id="Rd0f0b815b9c2438b" /><Relationship Type="http://schemas.openxmlformats.org/officeDocument/2006/relationships/image" Target="/ppt/media/image18.png" Id="R3a92db589bca4c85" /><Relationship Type="http://schemas.openxmlformats.org/officeDocument/2006/relationships/image" Target="/ppt/media/image19.png" Id="Rebdef8157e704bc2" /><Relationship Type="http://schemas.openxmlformats.org/officeDocument/2006/relationships/image" Target="/ppt/media/image20.png" Id="R9091c08b23794d1a" /><Relationship Type="http://schemas.openxmlformats.org/officeDocument/2006/relationships/image" Target="/ppt/media/image21.png" Id="Rf7a7de4969a94bd5" /><Relationship Type="http://schemas.openxmlformats.org/officeDocument/2006/relationships/image" Target="/ppt/media/image22.png" Id="R30b0032fdf7f4ad0" /><Relationship Type="http://schemas.openxmlformats.org/officeDocument/2006/relationships/image" Target="/ppt/media/image23.png" Id="R1d12cacd74474796" /><Relationship Type="http://schemas.openxmlformats.org/officeDocument/2006/relationships/image" Target="/ppt/media/image24.png" Id="R88a8daed19e9405b" /><Relationship Type="http://schemas.openxmlformats.org/officeDocument/2006/relationships/notesSlide" Target="/ppt/notesSlides/notesSlide1.xml" Id="R7979f4e625f548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e55d1a8b6248fd" /><Relationship Type="http://schemas.openxmlformats.org/officeDocument/2006/relationships/image" Target="/ppt/media/image25.png" Id="R731dc588aafd437e" /><Relationship Type="http://schemas.openxmlformats.org/officeDocument/2006/relationships/image" Target="/ppt/media/image26.png" Id="Rab1e8dbae13c40d0" /><Relationship Type="http://schemas.openxmlformats.org/officeDocument/2006/relationships/image" Target="/ppt/media/image27.png" Id="R09bc2c6a973b4b0b" /><Relationship Type="http://schemas.openxmlformats.org/officeDocument/2006/relationships/image" Target="/ppt/media/image28.png" Id="R8b8d2f77d164460e" /><Relationship Type="http://schemas.openxmlformats.org/officeDocument/2006/relationships/image" Target="/ppt/media/image29.png" Id="Rd459e3a7ecf74ae3" /><Relationship Type="http://schemas.openxmlformats.org/officeDocument/2006/relationships/image" Target="/ppt/media/image30.png" Id="R27a8cf8e22704e69" /><Relationship Type="http://schemas.openxmlformats.org/officeDocument/2006/relationships/image" Target="/ppt/media/image31.png" Id="Rf365db8508bc4672" /><Relationship Type="http://schemas.openxmlformats.org/officeDocument/2006/relationships/image" Target="/ppt/media/image32.png" Id="R044433866706467d" /><Relationship Type="http://schemas.openxmlformats.org/officeDocument/2006/relationships/image" Target="/ppt/media/image33.png" Id="R376dbeb60937415c" /><Relationship Type="http://schemas.openxmlformats.org/officeDocument/2006/relationships/image" Target="/ppt/media/image34.png" Id="R01b766b31c2c4be6" /><Relationship Type="http://schemas.openxmlformats.org/officeDocument/2006/relationships/image" Target="/ppt/media/image35.png" Id="Rce2ecc34668e4e2b" /><Relationship Type="http://schemas.openxmlformats.org/officeDocument/2006/relationships/image" Target="/ppt/media/image36.png" Id="R81c1e383a2ef491f" /><Relationship Type="http://schemas.openxmlformats.org/officeDocument/2006/relationships/image" Target="/ppt/media/image37.png" Id="R68c29e36304946f3" /><Relationship Type="http://schemas.openxmlformats.org/officeDocument/2006/relationships/image" Target="/ppt/media/image38.png" Id="R20434e4fdbf84d06" /><Relationship Type="http://schemas.openxmlformats.org/officeDocument/2006/relationships/image" Target="/ppt/media/image39.png" Id="R6964a13ed6b2480a" /><Relationship Type="http://schemas.openxmlformats.org/officeDocument/2006/relationships/image" Target="/ppt/media/image40.png" Id="Raca101dc6de04e95" /><Relationship Type="http://schemas.openxmlformats.org/officeDocument/2006/relationships/image" Target="/ppt/media/image41.png" Id="R42bd5b6492a34e9a" /><Relationship Type="http://schemas.openxmlformats.org/officeDocument/2006/relationships/image" Target="/ppt/media/image42.png" Id="R8a818595f78e4188" /><Relationship Type="http://schemas.openxmlformats.org/officeDocument/2006/relationships/image" Target="/ppt/media/image43.png" Id="R9abe63f170a942d9" /><Relationship Type="http://schemas.openxmlformats.org/officeDocument/2006/relationships/image" Target="/ppt/media/image44.png" Id="R13b28a930cbe40df" /><Relationship Type="http://schemas.openxmlformats.org/officeDocument/2006/relationships/image" Target="/ppt/media/image45.png" Id="Rac2c9561ed5b4b68" /><Relationship Type="http://schemas.openxmlformats.org/officeDocument/2006/relationships/image" Target="/ppt/media/image46.png" Id="R0b6ead639b6248f4" /><Relationship Type="http://schemas.openxmlformats.org/officeDocument/2006/relationships/image" Target="/ppt/media/image47.png" Id="R79cac9147e764a5a" /><Relationship Type="http://schemas.openxmlformats.org/officeDocument/2006/relationships/image" Target="/ppt/media/image48.png" Id="R03e8af4791644db0" /><Relationship Type="http://schemas.openxmlformats.org/officeDocument/2006/relationships/image" Target="/ppt/media/image49.png" Id="R877788fa063345ea" /><Relationship Type="http://schemas.openxmlformats.org/officeDocument/2006/relationships/image" Target="/ppt/media/image50.png" Id="R629b9c875c1b4710" /><Relationship Type="http://schemas.openxmlformats.org/officeDocument/2006/relationships/image" Target="/ppt/media/image51.png" Id="R5d82af7860f2485f" /><Relationship Type="http://schemas.openxmlformats.org/officeDocument/2006/relationships/image" Target="/ppt/media/image52.png" Id="R963ba8844c274e2f" /><Relationship Type="http://schemas.openxmlformats.org/officeDocument/2006/relationships/image" Target="/ppt/media/image53.png" Id="Rb6efee8c86d64c44" /><Relationship Type="http://schemas.openxmlformats.org/officeDocument/2006/relationships/image" Target="/ppt/media/image54.png" Id="Raebf3cb5296c44e3" /><Relationship Type="http://schemas.openxmlformats.org/officeDocument/2006/relationships/image" Target="/ppt/media/image55.png" Id="R3e9b10563c2e4b7b" /><Relationship Type="http://schemas.openxmlformats.org/officeDocument/2006/relationships/image" Target="/ppt/media/image56.png" Id="Rca98a9d299f64844" /><Relationship Type="http://schemas.openxmlformats.org/officeDocument/2006/relationships/image" Target="/ppt/media/image57.png" Id="R8682e1d9de734e10" /><Relationship Type="http://schemas.openxmlformats.org/officeDocument/2006/relationships/image" Target="/ppt/media/image58.png" Id="Rbc844db48f004e99" /><Relationship Type="http://schemas.openxmlformats.org/officeDocument/2006/relationships/image" Target="/ppt/media/image59.png" Id="Rf25b964c685d457d" /><Relationship Type="http://schemas.openxmlformats.org/officeDocument/2006/relationships/image" Target="/ppt/media/image60.png" Id="Re6285c57171e43de" /><Relationship Type="http://schemas.openxmlformats.org/officeDocument/2006/relationships/image" Target="/ppt/media/image61.png" Id="R0ff4c122b2d5439e" /><Relationship Type="http://schemas.openxmlformats.org/officeDocument/2006/relationships/image" Target="/ppt/media/image62.png" Id="R2ed97865d5884167" /><Relationship Type="http://schemas.openxmlformats.org/officeDocument/2006/relationships/image" Target="/ppt/media/image63.png" Id="Rce4e4a14bf9947ea" /><Relationship Type="http://schemas.openxmlformats.org/officeDocument/2006/relationships/image" Target="/ppt/media/image64.png" Id="R098449f836ea4a21" /><Relationship Type="http://schemas.openxmlformats.org/officeDocument/2006/relationships/image" Target="/ppt/media/image65.png" Id="R1d5bb51d552f4ed7" /><Relationship Type="http://schemas.openxmlformats.org/officeDocument/2006/relationships/image" Target="/ppt/media/image66.png" Id="R810bfc0c86ed413b" /><Relationship Type="http://schemas.openxmlformats.org/officeDocument/2006/relationships/image" Target="/ppt/media/image67.png" Id="R41452926378047aa" /><Relationship Type="http://schemas.openxmlformats.org/officeDocument/2006/relationships/image" Target="/ppt/media/image68.png" Id="R6d770eba7acc4305" /><Relationship Type="http://schemas.openxmlformats.org/officeDocument/2006/relationships/image" Target="/ppt/media/image69.png" Id="R896d77ee46aa4844" /><Relationship Type="http://schemas.openxmlformats.org/officeDocument/2006/relationships/image" Target="/ppt/media/image70.png" Id="R4fc90405d7b54b3f" /><Relationship Type="http://schemas.openxmlformats.org/officeDocument/2006/relationships/image" Target="/ppt/media/image71.png" Id="R71c06ee398094af4" /><Relationship Type="http://schemas.openxmlformats.org/officeDocument/2006/relationships/image" Target="/ppt/media/image72.png" Id="Ra152b97d594a4360" /><Relationship Type="http://schemas.openxmlformats.org/officeDocument/2006/relationships/image" Target="/ppt/media/image73.png" Id="R01d070f8b00f4ea3" /><Relationship Type="http://schemas.openxmlformats.org/officeDocument/2006/relationships/image" Target="/ppt/media/image74.png" Id="R8ee47f2a77a64bb8" /><Relationship Type="http://schemas.openxmlformats.org/officeDocument/2006/relationships/image" Target="/ppt/media/image75.png" Id="R4e37adcc3ed54028" /><Relationship Type="http://schemas.openxmlformats.org/officeDocument/2006/relationships/image" Target="/ppt/media/image76.png" Id="R65b5315710954027" /><Relationship Type="http://schemas.openxmlformats.org/officeDocument/2006/relationships/image" Target="/ppt/media/image77.png" Id="R43cd520ced264674" /><Relationship Type="http://schemas.openxmlformats.org/officeDocument/2006/relationships/image" Target="/ppt/media/image78.png" Id="Rf82cdaab8b4c413a" /><Relationship Type="http://schemas.openxmlformats.org/officeDocument/2006/relationships/image" Target="/ppt/media/image79.png" Id="R2fc08dc80c67437a" /><Relationship Type="http://schemas.openxmlformats.org/officeDocument/2006/relationships/image" Target="/ppt/media/image80.png" Id="R6592c6eec8bb43b8" /><Relationship Type="http://schemas.openxmlformats.org/officeDocument/2006/relationships/image" Target="/ppt/media/image81.png" Id="R81fef51990174eb0" /><Relationship Type="http://schemas.openxmlformats.org/officeDocument/2006/relationships/image" Target="/ppt/media/image82.png" Id="R3631368d610e4b70" /><Relationship Type="http://schemas.openxmlformats.org/officeDocument/2006/relationships/image" Target="/ppt/media/image83.png" Id="R4dc3eb49a3b3473a" /><Relationship Type="http://schemas.openxmlformats.org/officeDocument/2006/relationships/image" Target="/ppt/media/image84.png" Id="Rc05eede462e6476e" /><Relationship Type="http://schemas.openxmlformats.org/officeDocument/2006/relationships/image" Target="/ppt/media/image85.png" Id="Rbb951b1bede54ea3" /><Relationship Type="http://schemas.openxmlformats.org/officeDocument/2006/relationships/image" Target="/ppt/media/image86.png" Id="Rcc19b885a59a47c3" /><Relationship Type="http://schemas.openxmlformats.org/officeDocument/2006/relationships/image" Target="/ppt/media/image87.png" Id="R5912661dbd494763" /><Relationship Type="http://schemas.openxmlformats.org/officeDocument/2006/relationships/image" Target="/ppt/media/image88.png" Id="R47b20143365a4d2d" /><Relationship Type="http://schemas.openxmlformats.org/officeDocument/2006/relationships/image" Target="/ppt/media/image89.png" Id="R75eabf0a4021431c" /><Relationship Type="http://schemas.openxmlformats.org/officeDocument/2006/relationships/image" Target="/ppt/media/image90.png" Id="R3082c01d1ab84ace" /><Relationship Type="http://schemas.openxmlformats.org/officeDocument/2006/relationships/image" Target="/ppt/media/image91.png" Id="R5d29ecf14b434b0c" /><Relationship Type="http://schemas.openxmlformats.org/officeDocument/2006/relationships/image" Target="/ppt/media/image92.png" Id="R6ace30655e0941e0" /><Relationship Type="http://schemas.openxmlformats.org/officeDocument/2006/relationships/image" Target="/ppt/media/image93.png" Id="R73cd5a21caa8460c" /><Relationship Type="http://schemas.openxmlformats.org/officeDocument/2006/relationships/image" Target="/ppt/media/image94.png" Id="R1ca17b57c5c04078" /><Relationship Type="http://schemas.openxmlformats.org/officeDocument/2006/relationships/image" Target="/ppt/media/image95.png" Id="Rc8aaee079cfa4142" /><Relationship Type="http://schemas.openxmlformats.org/officeDocument/2006/relationships/image" Target="/ppt/media/image96.png" Id="R79ce9c056a8746d4" /><Relationship Type="http://schemas.openxmlformats.org/officeDocument/2006/relationships/image" Target="/ppt/media/image97.png" Id="R958fb838be7a4f7f" /><Relationship Type="http://schemas.openxmlformats.org/officeDocument/2006/relationships/image" Target="/ppt/media/image98.png" Id="Rec6a469f37ba476b" /><Relationship Type="http://schemas.openxmlformats.org/officeDocument/2006/relationships/image" Target="/ppt/media/image99.png" Id="R7bb5f580d16a470e" /><Relationship Type="http://schemas.openxmlformats.org/officeDocument/2006/relationships/image" Target="/ppt/media/image100.png" Id="R601a5d73faef4562" /><Relationship Type="http://schemas.openxmlformats.org/officeDocument/2006/relationships/image" Target="/ppt/media/image101.png" Id="Rbde30a65a62d49dd" /><Relationship Type="http://schemas.openxmlformats.org/officeDocument/2006/relationships/image" Target="/ppt/media/image102.png" Id="Rf5fdc5db0cd04b6f" /><Relationship Type="http://schemas.openxmlformats.org/officeDocument/2006/relationships/image" Target="/ppt/media/image103.png" Id="R889b0ca11e8b4119" /><Relationship Type="http://schemas.openxmlformats.org/officeDocument/2006/relationships/image" Target="/ppt/media/image104.png" Id="Re4a8967e5b354067" /><Relationship Type="http://schemas.openxmlformats.org/officeDocument/2006/relationships/image" Target="/ppt/media/image105.png" Id="Ra0323dcdac01479b" /><Relationship Type="http://schemas.openxmlformats.org/officeDocument/2006/relationships/image" Target="/ppt/media/image106.png" Id="Rc5552e7fb63f4ce1" /><Relationship Type="http://schemas.openxmlformats.org/officeDocument/2006/relationships/image" Target="/ppt/media/image107.png" Id="R2af12a4fd86b44d9" /><Relationship Type="http://schemas.openxmlformats.org/officeDocument/2006/relationships/image" Target="/ppt/media/image108.png" Id="R46618150f2a74464" /><Relationship Type="http://schemas.openxmlformats.org/officeDocument/2006/relationships/notesSlide" Target="/ppt/notesSlides/notesSlide2.xml" Id="R4fcc4ce458724d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dc7b5d1354948" /><Relationship Type="http://schemas.openxmlformats.org/officeDocument/2006/relationships/image" Target="/ppt/media/image109.png" Id="Rdb94fbee75a843f5" /><Relationship Type="http://schemas.openxmlformats.org/officeDocument/2006/relationships/image" Target="/ppt/media/image110.png" Id="R3f2d1681f24d43b5" /><Relationship Type="http://schemas.openxmlformats.org/officeDocument/2006/relationships/image" Target="/ppt/media/image111.png" Id="R7e4e4f293ebc4dcc" /><Relationship Type="http://schemas.openxmlformats.org/officeDocument/2006/relationships/image" Target="/ppt/media/image112.png" Id="Ra253d3010fc54bf4" /><Relationship Type="http://schemas.openxmlformats.org/officeDocument/2006/relationships/image" Target="/ppt/media/image113.png" Id="R053450bda7524b2d" /><Relationship Type="http://schemas.openxmlformats.org/officeDocument/2006/relationships/image" Target="/ppt/media/image114.png" Id="Rdd5ab6de22624afe" /><Relationship Type="http://schemas.openxmlformats.org/officeDocument/2006/relationships/image" Target="/ppt/media/image115.png" Id="R91fa25e52ebd43b7" /><Relationship Type="http://schemas.openxmlformats.org/officeDocument/2006/relationships/image" Target="/ppt/media/image116.png" Id="R3c7410a0a11c478a" /><Relationship Type="http://schemas.openxmlformats.org/officeDocument/2006/relationships/image" Target="/ppt/media/image117.png" Id="R4ab1d76c5e6f4476" /><Relationship Type="http://schemas.openxmlformats.org/officeDocument/2006/relationships/image" Target="/ppt/media/image118.png" Id="R6362541d1227469b" /><Relationship Type="http://schemas.openxmlformats.org/officeDocument/2006/relationships/image" Target="/ppt/media/image119.png" Id="R8b4429062a5647da" /><Relationship Type="http://schemas.openxmlformats.org/officeDocument/2006/relationships/image" Target="/ppt/media/image120.png" Id="R6a5ef5896d9543d0" /><Relationship Type="http://schemas.openxmlformats.org/officeDocument/2006/relationships/image" Target="/ppt/media/image121.png" Id="R32c568576ab04d57" /><Relationship Type="http://schemas.openxmlformats.org/officeDocument/2006/relationships/image" Target="/ppt/media/image122.png" Id="R9535230d3a294f54" /><Relationship Type="http://schemas.openxmlformats.org/officeDocument/2006/relationships/image" Target="/ppt/media/image123.png" Id="R803b5c578b874846" /><Relationship Type="http://schemas.openxmlformats.org/officeDocument/2006/relationships/image" Target="/ppt/media/image124.png" Id="Rb7ae020968c44b35" /><Relationship Type="http://schemas.openxmlformats.org/officeDocument/2006/relationships/image" Target="/ppt/media/image125.png" Id="R8ec95aaa76c84621" /><Relationship Type="http://schemas.openxmlformats.org/officeDocument/2006/relationships/image" Target="/ppt/media/image126.png" Id="Rfd941156957542c6" /><Relationship Type="http://schemas.openxmlformats.org/officeDocument/2006/relationships/image" Target="/ppt/media/image127.png" Id="R563db99a1443447f" /><Relationship Type="http://schemas.openxmlformats.org/officeDocument/2006/relationships/image" Target="/ppt/media/image128.png" Id="R285a178774614d86" /><Relationship Type="http://schemas.openxmlformats.org/officeDocument/2006/relationships/image" Target="/ppt/media/image129.png" Id="Rc1dcc53f64b043bc" /><Relationship Type="http://schemas.openxmlformats.org/officeDocument/2006/relationships/image" Target="/ppt/media/image130.png" Id="R99a08796deaf4092" /><Relationship Type="http://schemas.openxmlformats.org/officeDocument/2006/relationships/image" Target="/ppt/media/image131.png" Id="R5bc1335063d145eb" /><Relationship Type="http://schemas.openxmlformats.org/officeDocument/2006/relationships/notesSlide" Target="/ppt/notesSlides/notesSlide3.xml" Id="R99079121b4bb40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9" name="path-1">
            <a:extLst xmlns:a="http://schemas.openxmlformats.org/drawingml/2006/main">
              <a:ext uri="{FF2B5EF4-FFF2-40B4-BE49-F238E27FC236}">
                <a16:creationId xmlns:a16="http://schemas.microsoft.com/office/drawing/2014/main" id="{2612AD66-99E2-40A8-A153-B45EBAEC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52444"/>
            <a:ext cx="15087806" cy="8448679"/>
          </a:xfrm>
          <a:custGeom xmlns:a="http://schemas.openxmlformats.org/drawingml/2006/main">
            <a:pathLst>
              <a:path w="15087806" h="8448679">
                <a:moveTo>
                  <a:pt x="0" y="0"/>
                </a:moveTo>
                <a:lnTo>
                  <a:pt x="0" y="8448679"/>
                </a:lnTo>
                <a:lnTo>
                  <a:pt x="15087806" y="8448679"/>
                </a:lnTo>
                <a:lnTo>
                  <a:pt x="150878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73C99798-AF14-4C92-932D-DD4DBCE9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5" y="552444"/>
            <a:ext cx="10743656" cy="4847077"/>
          </a:xfrm>
          <a:custGeom xmlns:a="http://schemas.openxmlformats.org/drawingml/2006/main">
            <a:pathLst>
              <a:path w="10743656" h="4847077">
                <a:moveTo>
                  <a:pt x="116509" y="5661"/>
                </a:moveTo>
                <a:lnTo>
                  <a:pt x="101937" y="13966"/>
                </a:lnTo>
                <a:lnTo>
                  <a:pt x="88104" y="23322"/>
                </a:lnTo>
                <a:lnTo>
                  <a:pt x="75065" y="33674"/>
                </a:lnTo>
                <a:lnTo>
                  <a:pt x="62878" y="44967"/>
                </a:lnTo>
                <a:lnTo>
                  <a:pt x="51596" y="57144"/>
                </a:lnTo>
                <a:lnTo>
                  <a:pt x="41276" y="70150"/>
                </a:lnTo>
                <a:lnTo>
                  <a:pt x="31973" y="83930"/>
                </a:lnTo>
                <a:lnTo>
                  <a:pt x="23742" y="98427"/>
                </a:lnTo>
                <a:lnTo>
                  <a:pt x="16640" y="113587"/>
                </a:lnTo>
                <a:lnTo>
                  <a:pt x="10722" y="129354"/>
                </a:lnTo>
                <a:lnTo>
                  <a:pt x="6043" y="145671"/>
                </a:lnTo>
                <a:lnTo>
                  <a:pt x="2660" y="162484"/>
                </a:lnTo>
                <a:lnTo>
                  <a:pt x="627" y="179738"/>
                </a:lnTo>
                <a:lnTo>
                  <a:pt x="0" y="197375"/>
                </a:lnTo>
                <a:lnTo>
                  <a:pt x="0" y="4630723"/>
                </a:lnTo>
                <a:lnTo>
                  <a:pt x="627" y="4648405"/>
                </a:lnTo>
                <a:lnTo>
                  <a:pt x="2660" y="4665699"/>
                </a:lnTo>
                <a:lnTo>
                  <a:pt x="6043" y="4682548"/>
                </a:lnTo>
                <a:lnTo>
                  <a:pt x="10722" y="4698896"/>
                </a:lnTo>
                <a:lnTo>
                  <a:pt x="16640" y="4714689"/>
                </a:lnTo>
                <a:lnTo>
                  <a:pt x="23742" y="4729870"/>
                </a:lnTo>
                <a:lnTo>
                  <a:pt x="31973" y="4744384"/>
                </a:lnTo>
                <a:lnTo>
                  <a:pt x="41276" y="4758176"/>
                </a:lnTo>
                <a:lnTo>
                  <a:pt x="51596" y="4771189"/>
                </a:lnTo>
                <a:lnTo>
                  <a:pt x="62878" y="4783368"/>
                </a:lnTo>
                <a:lnTo>
                  <a:pt x="75065" y="4794659"/>
                </a:lnTo>
                <a:lnTo>
                  <a:pt x="88104" y="4805004"/>
                </a:lnTo>
                <a:lnTo>
                  <a:pt x="101937" y="4814349"/>
                </a:lnTo>
                <a:lnTo>
                  <a:pt x="116509" y="4822637"/>
                </a:lnTo>
                <a:lnTo>
                  <a:pt x="131765" y="4829814"/>
                </a:lnTo>
                <a:lnTo>
                  <a:pt x="147649" y="4835823"/>
                </a:lnTo>
                <a:lnTo>
                  <a:pt x="164105" y="4840610"/>
                </a:lnTo>
                <a:lnTo>
                  <a:pt x="181078" y="4844118"/>
                </a:lnTo>
                <a:lnTo>
                  <a:pt x="198513" y="4846292"/>
                </a:lnTo>
                <a:lnTo>
                  <a:pt x="216353" y="4847077"/>
                </a:lnTo>
                <a:lnTo>
                  <a:pt x="10527303" y="4847077"/>
                </a:lnTo>
                <a:lnTo>
                  <a:pt x="10544918" y="4846292"/>
                </a:lnTo>
                <a:lnTo>
                  <a:pt x="10562151" y="4844118"/>
                </a:lnTo>
                <a:lnTo>
                  <a:pt x="10578946" y="4840610"/>
                </a:lnTo>
                <a:lnTo>
                  <a:pt x="10595248" y="4835823"/>
                </a:lnTo>
                <a:lnTo>
                  <a:pt x="10611002" y="4829814"/>
                </a:lnTo>
                <a:lnTo>
                  <a:pt x="10626151" y="4822637"/>
                </a:lnTo>
                <a:lnTo>
                  <a:pt x="10640640" y="4814349"/>
                </a:lnTo>
                <a:lnTo>
                  <a:pt x="10654414" y="4805004"/>
                </a:lnTo>
                <a:lnTo>
                  <a:pt x="10667416" y="4794659"/>
                </a:lnTo>
                <a:lnTo>
                  <a:pt x="10679592" y="4783368"/>
                </a:lnTo>
                <a:lnTo>
                  <a:pt x="10690886" y="4771189"/>
                </a:lnTo>
                <a:lnTo>
                  <a:pt x="10701242" y="4758176"/>
                </a:lnTo>
                <a:lnTo>
                  <a:pt x="10710604" y="4744384"/>
                </a:lnTo>
                <a:lnTo>
                  <a:pt x="10718918" y="4729870"/>
                </a:lnTo>
                <a:lnTo>
                  <a:pt x="10726126" y="4714689"/>
                </a:lnTo>
                <a:lnTo>
                  <a:pt x="10732175" y="4698896"/>
                </a:lnTo>
                <a:lnTo>
                  <a:pt x="10737008" y="4682548"/>
                </a:lnTo>
                <a:lnTo>
                  <a:pt x="10740569" y="4665699"/>
                </a:lnTo>
                <a:lnTo>
                  <a:pt x="10742804" y="4648405"/>
                </a:lnTo>
                <a:lnTo>
                  <a:pt x="10743656" y="4630723"/>
                </a:lnTo>
                <a:lnTo>
                  <a:pt x="10743656" y="197375"/>
                </a:lnTo>
                <a:lnTo>
                  <a:pt x="10742804" y="179738"/>
                </a:lnTo>
                <a:lnTo>
                  <a:pt x="10740569" y="162484"/>
                </a:lnTo>
                <a:lnTo>
                  <a:pt x="10737008" y="145671"/>
                </a:lnTo>
                <a:lnTo>
                  <a:pt x="10732175" y="129354"/>
                </a:lnTo>
                <a:lnTo>
                  <a:pt x="10726126" y="113587"/>
                </a:lnTo>
                <a:lnTo>
                  <a:pt x="10718918" y="98427"/>
                </a:lnTo>
                <a:lnTo>
                  <a:pt x="10710604" y="83930"/>
                </a:lnTo>
                <a:lnTo>
                  <a:pt x="10701242" y="70150"/>
                </a:lnTo>
                <a:lnTo>
                  <a:pt x="10690886" y="57144"/>
                </a:lnTo>
                <a:lnTo>
                  <a:pt x="10679592" y="44967"/>
                </a:lnTo>
                <a:lnTo>
                  <a:pt x="10667416" y="33674"/>
                </a:lnTo>
                <a:lnTo>
                  <a:pt x="10654414" y="23322"/>
                </a:lnTo>
                <a:lnTo>
                  <a:pt x="10640640" y="13966"/>
                </a:lnTo>
                <a:lnTo>
                  <a:pt x="10626151" y="5661"/>
                </a:lnTo>
                <a:lnTo>
                  <a:pt x="10614238" y="0"/>
                </a:lnTo>
                <a:lnTo>
                  <a:pt x="128506" y="0"/>
                </a:lnTo>
                <a:lnTo>
                  <a:pt x="116509" y="5661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3D2BE22A-0718-4DBA-AAE5-2C1F26AB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958" y="552444"/>
            <a:ext cx="27819" cy="110723"/>
          </a:xfrm>
          <a:custGeom xmlns:a="http://schemas.openxmlformats.org/drawingml/2006/main">
            <a:pathLst>
              <a:path w="27819" h="110723">
                <a:moveTo>
                  <a:pt x="0" y="16"/>
                </a:moveTo>
                <a:lnTo>
                  <a:pt x="143" y="110723"/>
                </a:lnTo>
                <a:lnTo>
                  <a:pt x="27819" y="110691"/>
                </a:lnTo>
                <a:lnTo>
                  <a:pt x="27677" y="0"/>
                </a:lnTo>
                <a:lnTo>
                  <a:pt x="13839" y="0"/>
                </a:lnTo>
                <a:lnTo>
                  <a:pt x="0" y="16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C7BD377A-01AB-4343-A303-91385DBF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212" y="746165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30EE3292-FD5E-43C9-8F23-7F2D6A7F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464" y="939903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978B3265-7130-4BEA-A63C-B0A6A920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718" y="1133640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47C0853A-7FEC-4A70-8D37-C2951D38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971" y="1327378"/>
            <a:ext cx="27818" cy="110739"/>
          </a:xfrm>
          <a:custGeom xmlns:a="http://schemas.openxmlformats.org/drawingml/2006/main">
            <a:pathLst>
              <a:path w="27818" h="110739">
                <a:moveTo>
                  <a:pt x="0" y="32"/>
                </a:moveTo>
                <a:lnTo>
                  <a:pt x="142" y="110739"/>
                </a:lnTo>
                <a:lnTo>
                  <a:pt x="27818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104EE766-EA79-4078-8F84-A4B4D139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223" y="1521116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32CFD9C6-A4A1-41F0-A0E3-D4D2A167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477" y="1714853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9E83DFC7-C39E-4BEC-8EE0-0A9D6C5B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729" y="1908590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7D6F7C30-2CED-4DEE-B805-A5B0F20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983" y="2102328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6D544D20-7BE9-48E3-AAD3-66A4DD7A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236" y="2296066"/>
            <a:ext cx="27818" cy="110739"/>
          </a:xfrm>
          <a:custGeom xmlns:a="http://schemas.openxmlformats.org/drawingml/2006/main">
            <a:pathLst>
              <a:path w="27818" h="110739">
                <a:moveTo>
                  <a:pt x="0" y="32"/>
                </a:moveTo>
                <a:lnTo>
                  <a:pt x="142" y="110739"/>
                </a:lnTo>
                <a:lnTo>
                  <a:pt x="27818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F7E4DB1E-A370-4C75-90CB-4B8A79CE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488" y="2489803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2FBDA41E-E72E-4285-A1D5-1A70E6E2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42" y="2683541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2C6915B8-42F2-464E-A6B5-E3C14379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994" y="2877278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7AFAA254-E115-44C9-8D65-BB38FFCA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248" y="3071016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1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1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626E427F-13AC-449F-9C69-33DE8B48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501" y="3264753"/>
            <a:ext cx="27819" cy="110740"/>
          </a:xfrm>
          <a:custGeom xmlns:a="http://schemas.openxmlformats.org/drawingml/2006/main">
            <a:pathLst>
              <a:path w="27819" h="110740">
                <a:moveTo>
                  <a:pt x="0" y="33"/>
                </a:moveTo>
                <a:lnTo>
                  <a:pt x="142" y="110740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9FECE16C-E8C4-4D74-BE5B-5A177384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753" y="3458491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1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1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608816F3-BAEA-4D96-AC90-4A3D1786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007" y="3652228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042F0BA0-E701-4CFF-A81A-81107FF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259" y="3845966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1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1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071614E5-B97C-4833-833E-23B9900C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513" y="4039703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E99F6260-EB80-453E-9484-1B56F117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766" y="4233441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57665C36-82DC-48BA-BA3C-B958A7F7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018" y="4427179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EAC81A07-E0CD-4118-A3EA-FEC200F2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272" y="4620916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3B6CB8C2-7A31-41C6-91A3-A7AAEE30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525" y="4814654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3E787A1C-6CB2-4704-8076-EBB0CA93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778" y="5008391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2"/>
                </a:moveTo>
                <a:lnTo>
                  <a:pt x="143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B04A0AD7-EDCA-480E-8928-06E59DCB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031" y="5202129"/>
            <a:ext cx="27819" cy="110739"/>
          </a:xfrm>
          <a:custGeom xmlns:a="http://schemas.openxmlformats.org/drawingml/2006/main">
            <a:pathLst>
              <a:path w="27819" h="110739">
                <a:moveTo>
                  <a:pt x="0" y="31"/>
                </a:moveTo>
                <a:lnTo>
                  <a:pt x="142" y="110739"/>
                </a:lnTo>
                <a:lnTo>
                  <a:pt x="27819" y="110707"/>
                </a:lnTo>
                <a:lnTo>
                  <a:pt x="27677" y="0"/>
                </a:lnTo>
                <a:lnTo>
                  <a:pt x="0" y="31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0F848153-FA67-475C-9341-A0667F39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285" y="5395867"/>
            <a:ext cx="27676" cy="2404"/>
          </a:xfrm>
          <a:custGeom xmlns:a="http://schemas.openxmlformats.org/drawingml/2006/main">
            <a:pathLst>
              <a:path w="27676" h="2404">
                <a:moveTo>
                  <a:pt x="0" y="32"/>
                </a:moveTo>
                <a:lnTo>
                  <a:pt x="0" y="2404"/>
                </a:lnTo>
                <a:lnTo>
                  <a:pt x="27676" y="2372"/>
                </a:lnTo>
                <a:lnTo>
                  <a:pt x="27676" y="0"/>
                </a:lnTo>
                <a:lnTo>
                  <a:pt x="0" y="3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29 (a)">
            <a:extLst xmlns:a="http://schemas.openxmlformats.org/drawingml/2006/main">
              <a:ext uri="{FF2B5EF4-FFF2-40B4-BE49-F238E27FC236}">
                <a16:creationId xmlns:a16="http://schemas.microsoft.com/office/drawing/2014/main" id="{7399AA10-1589-45D8-99A7-86828076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4254" y="5458914"/>
            <a:ext cx="346993" cy="376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30" name="text-29 4D">
            <a:extLst xmlns:a="http://schemas.openxmlformats.org/drawingml/2006/main">
              <a:ext uri="{FF2B5EF4-FFF2-40B4-BE49-F238E27FC236}">
                <a16:creationId xmlns:a16="http://schemas.microsoft.com/office/drawing/2014/main" id="{7FCBE050-2A0A-4370-9B4D-EF1AE797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9587" y="5458525"/>
            <a:ext cx="377670" cy="377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</a:t>
            </a:r>
          </a:p>
        </p:txBody>
      </p:sp>
      <p:sp>
        <p:nvSpPr>
          <p:cNvPr id="31" name="text-29 LMM">
            <a:extLst xmlns:a="http://schemas.openxmlformats.org/drawingml/2006/main">
              <a:ext uri="{FF2B5EF4-FFF2-40B4-BE49-F238E27FC236}">
                <a16:creationId xmlns:a16="http://schemas.microsoft.com/office/drawing/2014/main" id="{AD7014E6-4DB8-41D7-B2E2-DE278BE7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5761" y="5458743"/>
            <a:ext cx="691520" cy="376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LMM</a:t>
            </a:r>
          </a:p>
        </p:txBody>
      </p:sp>
      <p:sp>
        <p:nvSpPr>
          <p:cNvPr id="32" name="text-30 (b)">
            <a:extLst xmlns:a="http://schemas.openxmlformats.org/drawingml/2006/main">
              <a:ext uri="{FF2B5EF4-FFF2-40B4-BE49-F238E27FC236}">
                <a16:creationId xmlns:a16="http://schemas.microsoft.com/office/drawing/2014/main" id="{8EBB71C5-2B22-481B-B4F3-7ADF5658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6803" y="5439929"/>
            <a:ext cx="362021" cy="37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33" name="text-30 LMM-Track4D">
            <a:extLst xmlns:a="http://schemas.openxmlformats.org/drawingml/2006/main">
              <a:ext uri="{FF2B5EF4-FFF2-40B4-BE49-F238E27FC236}">
                <a16:creationId xmlns:a16="http://schemas.microsoft.com/office/drawing/2014/main" id="{75476923-8ED9-48B5-9D5E-A5DD1536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7161" y="5439985"/>
            <a:ext cx="1726636" cy="3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LMM-Track4D</a:t>
            </a:r>
          </a:p>
        </p:txBody>
      </p:sp>
      <p:sp>
        <p:nvSpPr>
          <p:cNvPr id="34" name="text-30 (Ours)">
            <a:extLst xmlns:a="http://schemas.openxmlformats.org/drawingml/2006/main">
              <a:ext uri="{FF2B5EF4-FFF2-40B4-BE49-F238E27FC236}">
                <a16:creationId xmlns:a16="http://schemas.microsoft.com/office/drawing/2014/main" id="{A2233D03-88D6-4F55-9800-B459EF26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2380" y="5440013"/>
            <a:ext cx="750271" cy="37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(Ours)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1A466E-26AB-4C16-9A0B-A0119AA25A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51cfc95874b40"/>
          <a:stretch xmlns:a="http://schemas.openxmlformats.org/drawingml/2006/main"/>
        </p:blipFill>
        <p:spPr>
          <a:xfrm xmlns:a="http://schemas.openxmlformats.org/drawingml/2006/main">
            <a:off x="85725" y="4038600"/>
            <a:ext cx="3267075" cy="1047750"/>
          </a:xfrm>
          <a:prstGeom xmlns:a="http://schemas.openxmlformats.org/drawingml/2006/main" prst="rect">
            <a:avLst/>
          </a:prstGeom>
        </p:spPr>
      </p:pic>
      <p:sp>
        <p:nvSpPr>
          <p:cNvPr id="36" name="text-32 Multi-View">
            <a:extLst xmlns:a="http://schemas.openxmlformats.org/drawingml/2006/main">
              <a:ext uri="{FF2B5EF4-FFF2-40B4-BE49-F238E27FC236}">
                <a16:creationId xmlns:a16="http://schemas.microsoft.com/office/drawing/2014/main" id="{860A224C-411D-4300-9E50-AF0EA807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336" y="5020984"/>
            <a:ext cx="1224887" cy="354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Multi-View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DC6CFB-D3B7-475B-8C77-BB9029E811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b0b1c91d64f79"/>
          <a:stretch xmlns:a="http://schemas.openxmlformats.org/drawingml/2006/main"/>
        </p:blipFill>
        <p:spPr>
          <a:xfrm xmlns:a="http://schemas.openxmlformats.org/drawingml/2006/main">
            <a:off x="209550" y="4295775"/>
            <a:ext cx="971550" cy="542925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595B8F-3790-48B8-BD3B-47A30F2A4D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8ed7a5a6b41bf"/>
          <a:stretch xmlns:a="http://schemas.openxmlformats.org/drawingml/2006/main"/>
        </p:blipFill>
        <p:spPr>
          <a:xfrm xmlns:a="http://schemas.openxmlformats.org/drawingml/2006/main">
            <a:off x="2228850" y="4295775"/>
            <a:ext cx="981075" cy="542925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F11B6A-0F85-4761-9916-1A303E1DA9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cab21b1fe49e2"/>
          <a:stretch xmlns:a="http://schemas.openxmlformats.org/drawingml/2006/main"/>
        </p:blipFill>
        <p:spPr>
          <a:xfrm xmlns:a="http://schemas.openxmlformats.org/drawingml/2006/main">
            <a:off x="1219200" y="4295775"/>
            <a:ext cx="971550" cy="542925"/>
          </a:xfrm>
          <a:prstGeom xmlns:a="http://schemas.openxmlformats.org/drawingml/2006/main" prst="rect">
            <a:avLst/>
          </a:prstGeom>
        </p:spPr>
      </p:pic>
      <p:sp>
        <p:nvSpPr>
          <p:cNvPr id="40" name="path-36">
            <a:extLst xmlns:a="http://schemas.openxmlformats.org/drawingml/2006/main">
              <a:ext uri="{FF2B5EF4-FFF2-40B4-BE49-F238E27FC236}">
                <a16:creationId xmlns:a16="http://schemas.microsoft.com/office/drawing/2014/main" id="{CE947A61-4B1A-4AA9-927B-8C75DFF1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18" y="3789047"/>
            <a:ext cx="158153" cy="376515"/>
          </a:xfrm>
          <a:custGeom xmlns:a="http://schemas.openxmlformats.org/drawingml/2006/main">
            <a:pathLst>
              <a:path w="158153" h="376515">
                <a:moveTo>
                  <a:pt x="0" y="157315"/>
                </a:moveTo>
                <a:lnTo>
                  <a:pt x="79899" y="79077"/>
                </a:lnTo>
                <a:lnTo>
                  <a:pt x="158153" y="158976"/>
                </a:lnTo>
                <a:lnTo>
                  <a:pt x="80737" y="0"/>
                </a:lnTo>
                <a:lnTo>
                  <a:pt x="0" y="157315"/>
                </a:lnTo>
                <a:moveTo>
                  <a:pt x="86668" y="376515"/>
                </a:moveTo>
                <a:lnTo>
                  <a:pt x="90005" y="59403"/>
                </a:lnTo>
                <a:lnTo>
                  <a:pt x="70236" y="59197"/>
                </a:lnTo>
                <a:lnTo>
                  <a:pt x="66899" y="376294"/>
                </a:lnTo>
                <a:lnTo>
                  <a:pt x="86668" y="376515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37">
            <a:extLst xmlns:a="http://schemas.openxmlformats.org/drawingml/2006/main">
              <a:ext uri="{FF2B5EF4-FFF2-40B4-BE49-F238E27FC236}">
                <a16:creationId xmlns:a16="http://schemas.microsoft.com/office/drawing/2014/main" id="{41AEC691-F66A-4175-A00B-0AA5B8DC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90" y="3053635"/>
            <a:ext cx="1291320" cy="735412"/>
          </a:xfrm>
          <a:custGeom xmlns:a="http://schemas.openxmlformats.org/drawingml/2006/main">
            <a:pathLst>
              <a:path w="1291320" h="735412">
                <a:moveTo>
                  <a:pt x="791" y="123518"/>
                </a:moveTo>
                <a:cubicBezTo>
                  <a:pt x="0" y="54879"/>
                  <a:pt x="54879" y="0"/>
                  <a:pt x="122252" y="159"/>
                </a:cubicBezTo>
                <a:lnTo>
                  <a:pt x="1167961" y="159"/>
                </a:lnTo>
                <a:cubicBezTo>
                  <a:pt x="1235650" y="0"/>
                  <a:pt x="1290529" y="54879"/>
                  <a:pt x="1291320" y="123518"/>
                </a:cubicBezTo>
                <a:lnTo>
                  <a:pt x="1291320" y="613160"/>
                </a:lnTo>
                <a:cubicBezTo>
                  <a:pt x="1290529" y="680533"/>
                  <a:pt x="1235650" y="735412"/>
                  <a:pt x="1167961" y="734621"/>
                </a:cubicBezTo>
                <a:lnTo>
                  <a:pt x="122252" y="734621"/>
                </a:lnTo>
                <a:cubicBezTo>
                  <a:pt x="54879" y="735412"/>
                  <a:pt x="0" y="680533"/>
                  <a:pt x="791" y="613160"/>
                </a:cubicBezTo>
                <a:lnTo>
                  <a:pt x="791" y="123518"/>
                </a:lnTo>
              </a:path>
            </a:pathLst>
          </a:custGeom>
          <a:solidFill xmlns:a="http://schemas.openxmlformats.org/drawingml/2006/main">
            <a:srgbClr val="FFD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38">
            <a:extLst xmlns:a="http://schemas.openxmlformats.org/drawingml/2006/main">
              <a:ext uri="{FF2B5EF4-FFF2-40B4-BE49-F238E27FC236}">
                <a16:creationId xmlns:a16="http://schemas.microsoft.com/office/drawing/2014/main" id="{A988F4A3-FE8D-4E77-AC95-5B2B39DC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9" y="3041774"/>
            <a:ext cx="1314252" cy="759134"/>
          </a:xfrm>
          <a:custGeom xmlns:a="http://schemas.openxmlformats.org/drawingml/2006/main">
            <a:pathLst>
              <a:path w="1314252" h="759134">
                <a:moveTo>
                  <a:pt x="174" y="127519"/>
                </a:moveTo>
                <a:lnTo>
                  <a:pt x="696" y="120702"/>
                </a:lnTo>
                <a:lnTo>
                  <a:pt x="1550" y="113980"/>
                </a:lnTo>
                <a:lnTo>
                  <a:pt x="2720" y="107354"/>
                </a:lnTo>
                <a:lnTo>
                  <a:pt x="4223" y="100838"/>
                </a:lnTo>
                <a:lnTo>
                  <a:pt x="6041" y="94465"/>
                </a:lnTo>
                <a:lnTo>
                  <a:pt x="8161" y="88202"/>
                </a:lnTo>
                <a:lnTo>
                  <a:pt x="10565" y="82097"/>
                </a:lnTo>
                <a:lnTo>
                  <a:pt x="13253" y="76151"/>
                </a:lnTo>
                <a:lnTo>
                  <a:pt x="16227" y="70346"/>
                </a:lnTo>
                <a:lnTo>
                  <a:pt x="19469" y="64716"/>
                </a:lnTo>
                <a:lnTo>
                  <a:pt x="22964" y="59260"/>
                </a:lnTo>
                <a:lnTo>
                  <a:pt x="26712" y="53993"/>
                </a:lnTo>
                <a:lnTo>
                  <a:pt x="30698" y="48917"/>
                </a:lnTo>
                <a:lnTo>
                  <a:pt x="34920" y="44045"/>
                </a:lnTo>
                <a:lnTo>
                  <a:pt x="39364" y="39364"/>
                </a:lnTo>
                <a:lnTo>
                  <a:pt x="44046" y="34920"/>
                </a:lnTo>
                <a:lnTo>
                  <a:pt x="48917" y="30697"/>
                </a:lnTo>
                <a:lnTo>
                  <a:pt x="53994" y="26712"/>
                </a:lnTo>
                <a:lnTo>
                  <a:pt x="59260" y="22964"/>
                </a:lnTo>
                <a:lnTo>
                  <a:pt x="64716" y="19469"/>
                </a:lnTo>
                <a:lnTo>
                  <a:pt x="70347" y="16226"/>
                </a:lnTo>
                <a:lnTo>
                  <a:pt x="76151" y="13253"/>
                </a:lnTo>
                <a:lnTo>
                  <a:pt x="82097" y="10564"/>
                </a:lnTo>
                <a:lnTo>
                  <a:pt x="88202" y="8161"/>
                </a:lnTo>
                <a:lnTo>
                  <a:pt x="94465" y="6041"/>
                </a:lnTo>
                <a:lnTo>
                  <a:pt x="100839" y="4223"/>
                </a:lnTo>
                <a:lnTo>
                  <a:pt x="107354" y="2720"/>
                </a:lnTo>
                <a:lnTo>
                  <a:pt x="113981" y="1550"/>
                </a:lnTo>
                <a:lnTo>
                  <a:pt x="120703" y="695"/>
                </a:lnTo>
                <a:lnTo>
                  <a:pt x="127519" y="174"/>
                </a:lnTo>
                <a:lnTo>
                  <a:pt x="134288" y="0"/>
                </a:lnTo>
                <a:lnTo>
                  <a:pt x="1179965" y="0"/>
                </a:lnTo>
                <a:lnTo>
                  <a:pt x="1186733" y="174"/>
                </a:lnTo>
                <a:lnTo>
                  <a:pt x="1193550" y="695"/>
                </a:lnTo>
                <a:lnTo>
                  <a:pt x="1200272" y="1550"/>
                </a:lnTo>
                <a:lnTo>
                  <a:pt x="1206898" y="2720"/>
                </a:lnTo>
                <a:lnTo>
                  <a:pt x="1213414" y="4223"/>
                </a:lnTo>
                <a:lnTo>
                  <a:pt x="1219788" y="6041"/>
                </a:lnTo>
                <a:lnTo>
                  <a:pt x="1226050" y="8161"/>
                </a:lnTo>
                <a:lnTo>
                  <a:pt x="1232155" y="10564"/>
                </a:lnTo>
                <a:lnTo>
                  <a:pt x="1238102" y="13253"/>
                </a:lnTo>
                <a:lnTo>
                  <a:pt x="1243906" y="16226"/>
                </a:lnTo>
                <a:lnTo>
                  <a:pt x="1249536" y="19469"/>
                </a:lnTo>
                <a:lnTo>
                  <a:pt x="1254993" y="22964"/>
                </a:lnTo>
                <a:lnTo>
                  <a:pt x="1260259" y="26712"/>
                </a:lnTo>
                <a:lnTo>
                  <a:pt x="1265336" y="30697"/>
                </a:lnTo>
                <a:lnTo>
                  <a:pt x="1270207" y="34920"/>
                </a:lnTo>
                <a:lnTo>
                  <a:pt x="1274888" y="39364"/>
                </a:lnTo>
                <a:lnTo>
                  <a:pt x="1279332" y="44045"/>
                </a:lnTo>
                <a:lnTo>
                  <a:pt x="1283555" y="48917"/>
                </a:lnTo>
                <a:lnTo>
                  <a:pt x="1287541" y="53993"/>
                </a:lnTo>
                <a:lnTo>
                  <a:pt x="1291289" y="59260"/>
                </a:lnTo>
                <a:lnTo>
                  <a:pt x="1294784" y="64716"/>
                </a:lnTo>
                <a:lnTo>
                  <a:pt x="1298026" y="70346"/>
                </a:lnTo>
                <a:lnTo>
                  <a:pt x="1300999" y="76151"/>
                </a:lnTo>
                <a:lnTo>
                  <a:pt x="1303688" y="82097"/>
                </a:lnTo>
                <a:lnTo>
                  <a:pt x="1306092" y="88202"/>
                </a:lnTo>
                <a:lnTo>
                  <a:pt x="1308211" y="94465"/>
                </a:lnTo>
                <a:lnTo>
                  <a:pt x="1310030" y="100838"/>
                </a:lnTo>
                <a:lnTo>
                  <a:pt x="1311532" y="107354"/>
                </a:lnTo>
                <a:lnTo>
                  <a:pt x="1312702" y="113980"/>
                </a:lnTo>
                <a:lnTo>
                  <a:pt x="1313556" y="120702"/>
                </a:lnTo>
                <a:lnTo>
                  <a:pt x="1314079" y="127519"/>
                </a:lnTo>
                <a:lnTo>
                  <a:pt x="1314252" y="134288"/>
                </a:lnTo>
                <a:lnTo>
                  <a:pt x="1314252" y="624847"/>
                </a:lnTo>
                <a:lnTo>
                  <a:pt x="1314079" y="631616"/>
                </a:lnTo>
                <a:lnTo>
                  <a:pt x="1313556" y="638432"/>
                </a:lnTo>
                <a:lnTo>
                  <a:pt x="1312702" y="645154"/>
                </a:lnTo>
                <a:lnTo>
                  <a:pt x="1311532" y="651780"/>
                </a:lnTo>
                <a:lnTo>
                  <a:pt x="1310030" y="658296"/>
                </a:lnTo>
                <a:lnTo>
                  <a:pt x="1308211" y="664670"/>
                </a:lnTo>
                <a:lnTo>
                  <a:pt x="1306092" y="670917"/>
                </a:lnTo>
                <a:lnTo>
                  <a:pt x="1303688" y="677038"/>
                </a:lnTo>
                <a:lnTo>
                  <a:pt x="1300999" y="682984"/>
                </a:lnTo>
                <a:lnTo>
                  <a:pt x="1298026" y="688788"/>
                </a:lnTo>
                <a:lnTo>
                  <a:pt x="1294784" y="694418"/>
                </a:lnTo>
                <a:lnTo>
                  <a:pt x="1291289" y="699875"/>
                </a:lnTo>
                <a:lnTo>
                  <a:pt x="1287541" y="705141"/>
                </a:lnTo>
                <a:lnTo>
                  <a:pt x="1283555" y="710218"/>
                </a:lnTo>
                <a:lnTo>
                  <a:pt x="1279332" y="715089"/>
                </a:lnTo>
                <a:lnTo>
                  <a:pt x="1274888" y="719770"/>
                </a:lnTo>
                <a:lnTo>
                  <a:pt x="1270207" y="724215"/>
                </a:lnTo>
                <a:lnTo>
                  <a:pt x="1265336" y="728437"/>
                </a:lnTo>
                <a:lnTo>
                  <a:pt x="1260259" y="732423"/>
                </a:lnTo>
                <a:lnTo>
                  <a:pt x="1254993" y="736171"/>
                </a:lnTo>
                <a:lnTo>
                  <a:pt x="1249536" y="739666"/>
                </a:lnTo>
                <a:lnTo>
                  <a:pt x="1243906" y="742908"/>
                </a:lnTo>
                <a:lnTo>
                  <a:pt x="1238102" y="745881"/>
                </a:lnTo>
                <a:lnTo>
                  <a:pt x="1232155" y="748570"/>
                </a:lnTo>
                <a:lnTo>
                  <a:pt x="1226050" y="750974"/>
                </a:lnTo>
                <a:lnTo>
                  <a:pt x="1219788" y="753094"/>
                </a:lnTo>
                <a:lnTo>
                  <a:pt x="1213414" y="754912"/>
                </a:lnTo>
                <a:lnTo>
                  <a:pt x="1206898" y="756414"/>
                </a:lnTo>
                <a:lnTo>
                  <a:pt x="1200272" y="757585"/>
                </a:lnTo>
                <a:lnTo>
                  <a:pt x="1193550" y="758439"/>
                </a:lnTo>
                <a:lnTo>
                  <a:pt x="1186733" y="758961"/>
                </a:lnTo>
                <a:lnTo>
                  <a:pt x="1179965" y="759134"/>
                </a:lnTo>
                <a:lnTo>
                  <a:pt x="134288" y="759134"/>
                </a:lnTo>
                <a:lnTo>
                  <a:pt x="127519" y="758961"/>
                </a:lnTo>
                <a:lnTo>
                  <a:pt x="120703" y="758439"/>
                </a:lnTo>
                <a:lnTo>
                  <a:pt x="113981" y="757585"/>
                </a:lnTo>
                <a:lnTo>
                  <a:pt x="107354" y="756414"/>
                </a:lnTo>
                <a:lnTo>
                  <a:pt x="100839" y="754912"/>
                </a:lnTo>
                <a:lnTo>
                  <a:pt x="94465" y="753094"/>
                </a:lnTo>
                <a:lnTo>
                  <a:pt x="88202" y="750974"/>
                </a:lnTo>
                <a:lnTo>
                  <a:pt x="82097" y="748570"/>
                </a:lnTo>
                <a:lnTo>
                  <a:pt x="76151" y="745881"/>
                </a:lnTo>
                <a:lnTo>
                  <a:pt x="70347" y="742908"/>
                </a:lnTo>
                <a:lnTo>
                  <a:pt x="64716" y="739666"/>
                </a:lnTo>
                <a:lnTo>
                  <a:pt x="59260" y="736171"/>
                </a:lnTo>
                <a:lnTo>
                  <a:pt x="53994" y="732423"/>
                </a:lnTo>
                <a:lnTo>
                  <a:pt x="48917" y="728437"/>
                </a:lnTo>
                <a:lnTo>
                  <a:pt x="44046" y="724215"/>
                </a:lnTo>
                <a:lnTo>
                  <a:pt x="39364" y="719770"/>
                </a:lnTo>
                <a:lnTo>
                  <a:pt x="34920" y="715089"/>
                </a:lnTo>
                <a:lnTo>
                  <a:pt x="30698" y="710218"/>
                </a:lnTo>
                <a:lnTo>
                  <a:pt x="26712" y="705141"/>
                </a:lnTo>
                <a:lnTo>
                  <a:pt x="22964" y="699875"/>
                </a:lnTo>
                <a:lnTo>
                  <a:pt x="19469" y="694418"/>
                </a:lnTo>
                <a:lnTo>
                  <a:pt x="16227" y="688788"/>
                </a:lnTo>
                <a:lnTo>
                  <a:pt x="13253" y="682984"/>
                </a:lnTo>
                <a:lnTo>
                  <a:pt x="10565" y="677038"/>
                </a:lnTo>
                <a:lnTo>
                  <a:pt x="8161" y="670917"/>
                </a:lnTo>
                <a:lnTo>
                  <a:pt x="6041" y="664670"/>
                </a:lnTo>
                <a:lnTo>
                  <a:pt x="4223" y="658296"/>
                </a:lnTo>
                <a:lnTo>
                  <a:pt x="2720" y="651780"/>
                </a:lnTo>
                <a:lnTo>
                  <a:pt x="1550" y="645154"/>
                </a:lnTo>
                <a:lnTo>
                  <a:pt x="696" y="638432"/>
                </a:lnTo>
                <a:lnTo>
                  <a:pt x="174" y="631616"/>
                </a:lnTo>
                <a:lnTo>
                  <a:pt x="0" y="624847"/>
                </a:lnTo>
                <a:lnTo>
                  <a:pt x="0" y="134288"/>
                </a:lnTo>
                <a:lnTo>
                  <a:pt x="174" y="127519"/>
                </a:lnTo>
                <a:moveTo>
                  <a:pt x="23723" y="134730"/>
                </a:moveTo>
                <a:lnTo>
                  <a:pt x="23723" y="134430"/>
                </a:lnTo>
                <a:lnTo>
                  <a:pt x="23723" y="624705"/>
                </a:lnTo>
                <a:lnTo>
                  <a:pt x="23723" y="624404"/>
                </a:lnTo>
                <a:lnTo>
                  <a:pt x="23881" y="630714"/>
                </a:lnTo>
                <a:lnTo>
                  <a:pt x="23850" y="630114"/>
                </a:lnTo>
                <a:lnTo>
                  <a:pt x="24324" y="636329"/>
                </a:lnTo>
                <a:lnTo>
                  <a:pt x="24261" y="635744"/>
                </a:lnTo>
                <a:lnTo>
                  <a:pt x="25036" y="641880"/>
                </a:lnTo>
                <a:lnTo>
                  <a:pt x="24957" y="641279"/>
                </a:lnTo>
                <a:lnTo>
                  <a:pt x="26032" y="647320"/>
                </a:lnTo>
                <a:lnTo>
                  <a:pt x="25906" y="646735"/>
                </a:lnTo>
                <a:lnTo>
                  <a:pt x="27281" y="652666"/>
                </a:lnTo>
                <a:lnTo>
                  <a:pt x="27123" y="652097"/>
                </a:lnTo>
                <a:lnTo>
                  <a:pt x="28784" y="657917"/>
                </a:lnTo>
                <a:lnTo>
                  <a:pt x="28610" y="657347"/>
                </a:lnTo>
                <a:lnTo>
                  <a:pt x="30539" y="663041"/>
                </a:lnTo>
                <a:lnTo>
                  <a:pt x="30334" y="662487"/>
                </a:lnTo>
                <a:lnTo>
                  <a:pt x="32532" y="668055"/>
                </a:lnTo>
                <a:lnTo>
                  <a:pt x="32295" y="667533"/>
                </a:lnTo>
                <a:lnTo>
                  <a:pt x="34762" y="672957"/>
                </a:lnTo>
                <a:lnTo>
                  <a:pt x="34509" y="672435"/>
                </a:lnTo>
                <a:lnTo>
                  <a:pt x="37213" y="677717"/>
                </a:lnTo>
                <a:lnTo>
                  <a:pt x="36945" y="677211"/>
                </a:lnTo>
                <a:lnTo>
                  <a:pt x="39886" y="682351"/>
                </a:lnTo>
                <a:lnTo>
                  <a:pt x="39586" y="681861"/>
                </a:lnTo>
                <a:lnTo>
                  <a:pt x="42781" y="686827"/>
                </a:lnTo>
                <a:lnTo>
                  <a:pt x="42464" y="686352"/>
                </a:lnTo>
                <a:lnTo>
                  <a:pt x="45880" y="691161"/>
                </a:lnTo>
                <a:lnTo>
                  <a:pt x="45532" y="690702"/>
                </a:lnTo>
                <a:lnTo>
                  <a:pt x="49170" y="695335"/>
                </a:lnTo>
                <a:lnTo>
                  <a:pt x="48822" y="694909"/>
                </a:lnTo>
                <a:lnTo>
                  <a:pt x="52665" y="699353"/>
                </a:lnTo>
                <a:lnTo>
                  <a:pt x="52285" y="698926"/>
                </a:lnTo>
                <a:lnTo>
                  <a:pt x="56350" y="703180"/>
                </a:lnTo>
                <a:lnTo>
                  <a:pt x="55955" y="702785"/>
                </a:lnTo>
                <a:lnTo>
                  <a:pt x="60209" y="706849"/>
                </a:lnTo>
                <a:lnTo>
                  <a:pt x="59782" y="706470"/>
                </a:lnTo>
                <a:lnTo>
                  <a:pt x="64226" y="710313"/>
                </a:lnTo>
                <a:lnTo>
                  <a:pt x="63799" y="709965"/>
                </a:lnTo>
                <a:lnTo>
                  <a:pt x="68433" y="713602"/>
                </a:lnTo>
                <a:lnTo>
                  <a:pt x="67974" y="713254"/>
                </a:lnTo>
                <a:lnTo>
                  <a:pt x="72782" y="716670"/>
                </a:lnTo>
                <a:lnTo>
                  <a:pt x="72308" y="716355"/>
                </a:lnTo>
                <a:lnTo>
                  <a:pt x="77274" y="719549"/>
                </a:lnTo>
                <a:lnTo>
                  <a:pt x="76783" y="719249"/>
                </a:lnTo>
                <a:lnTo>
                  <a:pt x="81923" y="722190"/>
                </a:lnTo>
                <a:lnTo>
                  <a:pt x="81417" y="721921"/>
                </a:lnTo>
                <a:lnTo>
                  <a:pt x="86700" y="724626"/>
                </a:lnTo>
                <a:lnTo>
                  <a:pt x="86178" y="724373"/>
                </a:lnTo>
                <a:lnTo>
                  <a:pt x="91603" y="726840"/>
                </a:lnTo>
                <a:lnTo>
                  <a:pt x="91080" y="726603"/>
                </a:lnTo>
                <a:lnTo>
                  <a:pt x="96632" y="728801"/>
                </a:lnTo>
                <a:lnTo>
                  <a:pt x="96094" y="728595"/>
                </a:lnTo>
                <a:lnTo>
                  <a:pt x="101787" y="730525"/>
                </a:lnTo>
                <a:lnTo>
                  <a:pt x="101218" y="730351"/>
                </a:lnTo>
                <a:lnTo>
                  <a:pt x="107038" y="732011"/>
                </a:lnTo>
                <a:lnTo>
                  <a:pt x="106469" y="731853"/>
                </a:lnTo>
                <a:lnTo>
                  <a:pt x="112400" y="733229"/>
                </a:lnTo>
                <a:lnTo>
                  <a:pt x="111814" y="733103"/>
                </a:lnTo>
                <a:lnTo>
                  <a:pt x="117856" y="734178"/>
                </a:lnTo>
                <a:lnTo>
                  <a:pt x="117255" y="734099"/>
                </a:lnTo>
                <a:lnTo>
                  <a:pt x="123391" y="734874"/>
                </a:lnTo>
                <a:lnTo>
                  <a:pt x="122806" y="734811"/>
                </a:lnTo>
                <a:lnTo>
                  <a:pt x="129021" y="735285"/>
                </a:lnTo>
                <a:lnTo>
                  <a:pt x="128420" y="735254"/>
                </a:lnTo>
                <a:lnTo>
                  <a:pt x="134731" y="735412"/>
                </a:lnTo>
                <a:lnTo>
                  <a:pt x="134430" y="735412"/>
                </a:lnTo>
                <a:lnTo>
                  <a:pt x="1179822" y="735412"/>
                </a:lnTo>
                <a:lnTo>
                  <a:pt x="1179522" y="735412"/>
                </a:lnTo>
                <a:lnTo>
                  <a:pt x="1185832" y="735254"/>
                </a:lnTo>
                <a:lnTo>
                  <a:pt x="1185231" y="735285"/>
                </a:lnTo>
                <a:lnTo>
                  <a:pt x="1191446" y="734811"/>
                </a:lnTo>
                <a:lnTo>
                  <a:pt x="1190862" y="734874"/>
                </a:lnTo>
                <a:lnTo>
                  <a:pt x="1196998" y="734099"/>
                </a:lnTo>
                <a:lnTo>
                  <a:pt x="1196397" y="734178"/>
                </a:lnTo>
                <a:lnTo>
                  <a:pt x="1202438" y="733103"/>
                </a:lnTo>
                <a:lnTo>
                  <a:pt x="1201853" y="733229"/>
                </a:lnTo>
                <a:lnTo>
                  <a:pt x="1207784" y="731853"/>
                </a:lnTo>
                <a:lnTo>
                  <a:pt x="1207214" y="732011"/>
                </a:lnTo>
                <a:lnTo>
                  <a:pt x="1213035" y="730351"/>
                </a:lnTo>
                <a:lnTo>
                  <a:pt x="1212465" y="730525"/>
                </a:lnTo>
                <a:lnTo>
                  <a:pt x="1218159" y="728595"/>
                </a:lnTo>
                <a:lnTo>
                  <a:pt x="1217605" y="728801"/>
                </a:lnTo>
                <a:lnTo>
                  <a:pt x="1223172" y="726603"/>
                </a:lnTo>
                <a:lnTo>
                  <a:pt x="1222650" y="726840"/>
                </a:lnTo>
                <a:lnTo>
                  <a:pt x="1228074" y="724373"/>
                </a:lnTo>
                <a:lnTo>
                  <a:pt x="1227553" y="724626"/>
                </a:lnTo>
                <a:lnTo>
                  <a:pt x="1232835" y="721921"/>
                </a:lnTo>
                <a:lnTo>
                  <a:pt x="1232329" y="722190"/>
                </a:lnTo>
                <a:lnTo>
                  <a:pt x="1237469" y="719249"/>
                </a:lnTo>
                <a:lnTo>
                  <a:pt x="1236979" y="719549"/>
                </a:lnTo>
                <a:lnTo>
                  <a:pt x="1241945" y="716355"/>
                </a:lnTo>
                <a:lnTo>
                  <a:pt x="1241470" y="716670"/>
                </a:lnTo>
                <a:lnTo>
                  <a:pt x="1246278" y="713254"/>
                </a:lnTo>
                <a:lnTo>
                  <a:pt x="1245820" y="713602"/>
                </a:lnTo>
                <a:lnTo>
                  <a:pt x="1250453" y="709965"/>
                </a:lnTo>
                <a:lnTo>
                  <a:pt x="1250027" y="710313"/>
                </a:lnTo>
                <a:lnTo>
                  <a:pt x="1254471" y="706470"/>
                </a:lnTo>
                <a:lnTo>
                  <a:pt x="1254044" y="706849"/>
                </a:lnTo>
                <a:lnTo>
                  <a:pt x="1258298" y="702785"/>
                </a:lnTo>
                <a:lnTo>
                  <a:pt x="1257902" y="703180"/>
                </a:lnTo>
                <a:lnTo>
                  <a:pt x="1261967" y="698926"/>
                </a:lnTo>
                <a:lnTo>
                  <a:pt x="1261588" y="699353"/>
                </a:lnTo>
                <a:lnTo>
                  <a:pt x="1265430" y="694909"/>
                </a:lnTo>
                <a:lnTo>
                  <a:pt x="1265083" y="695335"/>
                </a:lnTo>
                <a:lnTo>
                  <a:pt x="1268720" y="690702"/>
                </a:lnTo>
                <a:lnTo>
                  <a:pt x="1268372" y="691161"/>
                </a:lnTo>
                <a:lnTo>
                  <a:pt x="1271788" y="686352"/>
                </a:lnTo>
                <a:lnTo>
                  <a:pt x="1271472" y="686827"/>
                </a:lnTo>
                <a:lnTo>
                  <a:pt x="1274667" y="681861"/>
                </a:lnTo>
                <a:lnTo>
                  <a:pt x="1274366" y="682351"/>
                </a:lnTo>
                <a:lnTo>
                  <a:pt x="1277307" y="677211"/>
                </a:lnTo>
                <a:lnTo>
                  <a:pt x="1277039" y="677717"/>
                </a:lnTo>
                <a:lnTo>
                  <a:pt x="1279743" y="672435"/>
                </a:lnTo>
                <a:lnTo>
                  <a:pt x="1279491" y="672957"/>
                </a:lnTo>
                <a:lnTo>
                  <a:pt x="1281958" y="667533"/>
                </a:lnTo>
                <a:lnTo>
                  <a:pt x="1281720" y="668055"/>
                </a:lnTo>
                <a:lnTo>
                  <a:pt x="1283919" y="662487"/>
                </a:lnTo>
                <a:lnTo>
                  <a:pt x="1283713" y="663041"/>
                </a:lnTo>
                <a:lnTo>
                  <a:pt x="1285642" y="657347"/>
                </a:lnTo>
                <a:lnTo>
                  <a:pt x="1285469" y="657917"/>
                </a:lnTo>
                <a:lnTo>
                  <a:pt x="1287129" y="652097"/>
                </a:lnTo>
                <a:lnTo>
                  <a:pt x="1286971" y="652666"/>
                </a:lnTo>
                <a:lnTo>
                  <a:pt x="1288347" y="646735"/>
                </a:lnTo>
                <a:lnTo>
                  <a:pt x="1288220" y="647320"/>
                </a:lnTo>
                <a:lnTo>
                  <a:pt x="1289296" y="641279"/>
                </a:lnTo>
                <a:lnTo>
                  <a:pt x="1289217" y="641880"/>
                </a:lnTo>
                <a:lnTo>
                  <a:pt x="1289992" y="635744"/>
                </a:lnTo>
                <a:lnTo>
                  <a:pt x="1289929" y="636329"/>
                </a:lnTo>
                <a:lnTo>
                  <a:pt x="1290403" y="630114"/>
                </a:lnTo>
                <a:lnTo>
                  <a:pt x="1290371" y="630714"/>
                </a:lnTo>
                <a:lnTo>
                  <a:pt x="1290529" y="624404"/>
                </a:lnTo>
                <a:lnTo>
                  <a:pt x="1290529" y="624705"/>
                </a:lnTo>
                <a:lnTo>
                  <a:pt x="1290529" y="134430"/>
                </a:lnTo>
                <a:lnTo>
                  <a:pt x="1290529" y="134730"/>
                </a:lnTo>
                <a:lnTo>
                  <a:pt x="1290371" y="128420"/>
                </a:lnTo>
                <a:lnTo>
                  <a:pt x="1290403" y="129021"/>
                </a:lnTo>
                <a:lnTo>
                  <a:pt x="1289929" y="122805"/>
                </a:lnTo>
                <a:lnTo>
                  <a:pt x="1289992" y="123391"/>
                </a:lnTo>
                <a:lnTo>
                  <a:pt x="1289217" y="117254"/>
                </a:lnTo>
                <a:lnTo>
                  <a:pt x="1289296" y="117856"/>
                </a:lnTo>
                <a:lnTo>
                  <a:pt x="1288220" y="111814"/>
                </a:lnTo>
                <a:lnTo>
                  <a:pt x="1288347" y="112399"/>
                </a:lnTo>
                <a:lnTo>
                  <a:pt x="1286971" y="106469"/>
                </a:lnTo>
                <a:lnTo>
                  <a:pt x="1287129" y="107038"/>
                </a:lnTo>
                <a:lnTo>
                  <a:pt x="1285469" y="101218"/>
                </a:lnTo>
                <a:lnTo>
                  <a:pt x="1285642" y="101787"/>
                </a:lnTo>
                <a:lnTo>
                  <a:pt x="1283713" y="96094"/>
                </a:lnTo>
                <a:lnTo>
                  <a:pt x="1283919" y="96631"/>
                </a:lnTo>
                <a:lnTo>
                  <a:pt x="1281720" y="91080"/>
                </a:lnTo>
                <a:lnTo>
                  <a:pt x="1281958" y="91602"/>
                </a:lnTo>
                <a:lnTo>
                  <a:pt x="1279491" y="86177"/>
                </a:lnTo>
                <a:lnTo>
                  <a:pt x="1279743" y="86699"/>
                </a:lnTo>
                <a:lnTo>
                  <a:pt x="1277039" y="81417"/>
                </a:lnTo>
                <a:lnTo>
                  <a:pt x="1277307" y="81923"/>
                </a:lnTo>
                <a:lnTo>
                  <a:pt x="1274366" y="76783"/>
                </a:lnTo>
                <a:lnTo>
                  <a:pt x="1274667" y="77273"/>
                </a:lnTo>
                <a:lnTo>
                  <a:pt x="1271472" y="72307"/>
                </a:lnTo>
                <a:lnTo>
                  <a:pt x="1271788" y="72782"/>
                </a:lnTo>
                <a:lnTo>
                  <a:pt x="1268372" y="67974"/>
                </a:lnTo>
                <a:lnTo>
                  <a:pt x="1268720" y="68433"/>
                </a:lnTo>
                <a:lnTo>
                  <a:pt x="1265083" y="63798"/>
                </a:lnTo>
                <a:lnTo>
                  <a:pt x="1265430" y="64226"/>
                </a:lnTo>
                <a:lnTo>
                  <a:pt x="1261588" y="59781"/>
                </a:lnTo>
                <a:lnTo>
                  <a:pt x="1261967" y="60209"/>
                </a:lnTo>
                <a:lnTo>
                  <a:pt x="1257902" y="55955"/>
                </a:lnTo>
                <a:lnTo>
                  <a:pt x="1258298" y="56350"/>
                </a:lnTo>
                <a:lnTo>
                  <a:pt x="1254044" y="52285"/>
                </a:lnTo>
                <a:lnTo>
                  <a:pt x="1254471" y="52665"/>
                </a:lnTo>
                <a:lnTo>
                  <a:pt x="1250027" y="48821"/>
                </a:lnTo>
                <a:lnTo>
                  <a:pt x="1250453" y="49170"/>
                </a:lnTo>
                <a:lnTo>
                  <a:pt x="1245820" y="45532"/>
                </a:lnTo>
                <a:lnTo>
                  <a:pt x="1246278" y="45880"/>
                </a:lnTo>
                <a:lnTo>
                  <a:pt x="1241470" y="42464"/>
                </a:lnTo>
                <a:lnTo>
                  <a:pt x="1241945" y="42780"/>
                </a:lnTo>
                <a:lnTo>
                  <a:pt x="1236979" y="39586"/>
                </a:lnTo>
                <a:lnTo>
                  <a:pt x="1237469" y="39886"/>
                </a:lnTo>
                <a:lnTo>
                  <a:pt x="1232329" y="36944"/>
                </a:lnTo>
                <a:lnTo>
                  <a:pt x="1232835" y="37213"/>
                </a:lnTo>
                <a:lnTo>
                  <a:pt x="1227553" y="34509"/>
                </a:lnTo>
                <a:lnTo>
                  <a:pt x="1228074" y="34762"/>
                </a:lnTo>
                <a:lnTo>
                  <a:pt x="1222650" y="32295"/>
                </a:lnTo>
                <a:lnTo>
                  <a:pt x="1223172" y="32532"/>
                </a:lnTo>
                <a:lnTo>
                  <a:pt x="1217605" y="30334"/>
                </a:lnTo>
                <a:lnTo>
                  <a:pt x="1218159" y="30539"/>
                </a:lnTo>
                <a:lnTo>
                  <a:pt x="1212465" y="28610"/>
                </a:lnTo>
                <a:lnTo>
                  <a:pt x="1213035" y="28784"/>
                </a:lnTo>
                <a:lnTo>
                  <a:pt x="1207214" y="27123"/>
                </a:lnTo>
                <a:lnTo>
                  <a:pt x="1207784" y="27281"/>
                </a:lnTo>
                <a:lnTo>
                  <a:pt x="1201853" y="25905"/>
                </a:lnTo>
                <a:lnTo>
                  <a:pt x="1202438" y="26032"/>
                </a:lnTo>
                <a:lnTo>
                  <a:pt x="1196397" y="24957"/>
                </a:lnTo>
                <a:lnTo>
                  <a:pt x="1196998" y="25036"/>
                </a:lnTo>
                <a:lnTo>
                  <a:pt x="1190862" y="24261"/>
                </a:lnTo>
                <a:lnTo>
                  <a:pt x="1191446" y="24324"/>
                </a:lnTo>
                <a:lnTo>
                  <a:pt x="1185231" y="23850"/>
                </a:lnTo>
                <a:lnTo>
                  <a:pt x="1185832" y="23881"/>
                </a:lnTo>
                <a:lnTo>
                  <a:pt x="1179522" y="23723"/>
                </a:lnTo>
                <a:lnTo>
                  <a:pt x="1179822" y="23723"/>
                </a:lnTo>
                <a:lnTo>
                  <a:pt x="134430" y="23723"/>
                </a:lnTo>
                <a:lnTo>
                  <a:pt x="134731" y="23723"/>
                </a:lnTo>
                <a:lnTo>
                  <a:pt x="128420" y="23881"/>
                </a:lnTo>
                <a:lnTo>
                  <a:pt x="129021" y="23850"/>
                </a:lnTo>
                <a:lnTo>
                  <a:pt x="122806" y="24324"/>
                </a:lnTo>
                <a:lnTo>
                  <a:pt x="123391" y="24261"/>
                </a:lnTo>
                <a:lnTo>
                  <a:pt x="117255" y="25036"/>
                </a:lnTo>
                <a:lnTo>
                  <a:pt x="117856" y="24957"/>
                </a:lnTo>
                <a:lnTo>
                  <a:pt x="111814" y="26032"/>
                </a:lnTo>
                <a:lnTo>
                  <a:pt x="112400" y="25905"/>
                </a:lnTo>
                <a:lnTo>
                  <a:pt x="106469" y="27281"/>
                </a:lnTo>
                <a:lnTo>
                  <a:pt x="107038" y="27123"/>
                </a:lnTo>
                <a:lnTo>
                  <a:pt x="101218" y="28784"/>
                </a:lnTo>
                <a:lnTo>
                  <a:pt x="101787" y="28610"/>
                </a:lnTo>
                <a:lnTo>
                  <a:pt x="96094" y="30539"/>
                </a:lnTo>
                <a:lnTo>
                  <a:pt x="96632" y="30334"/>
                </a:lnTo>
                <a:lnTo>
                  <a:pt x="91080" y="32532"/>
                </a:lnTo>
                <a:lnTo>
                  <a:pt x="91603" y="32295"/>
                </a:lnTo>
                <a:lnTo>
                  <a:pt x="86178" y="34762"/>
                </a:lnTo>
                <a:lnTo>
                  <a:pt x="86700" y="34509"/>
                </a:lnTo>
                <a:lnTo>
                  <a:pt x="81417" y="37213"/>
                </a:lnTo>
                <a:lnTo>
                  <a:pt x="81923" y="36944"/>
                </a:lnTo>
                <a:lnTo>
                  <a:pt x="76783" y="39886"/>
                </a:lnTo>
                <a:lnTo>
                  <a:pt x="77274" y="39586"/>
                </a:lnTo>
                <a:lnTo>
                  <a:pt x="72308" y="42780"/>
                </a:lnTo>
                <a:lnTo>
                  <a:pt x="72782" y="42464"/>
                </a:lnTo>
                <a:lnTo>
                  <a:pt x="67974" y="45880"/>
                </a:lnTo>
                <a:lnTo>
                  <a:pt x="68433" y="45532"/>
                </a:lnTo>
                <a:lnTo>
                  <a:pt x="63799" y="49170"/>
                </a:lnTo>
                <a:lnTo>
                  <a:pt x="64226" y="48821"/>
                </a:lnTo>
                <a:lnTo>
                  <a:pt x="59782" y="52665"/>
                </a:lnTo>
                <a:lnTo>
                  <a:pt x="60209" y="52285"/>
                </a:lnTo>
                <a:lnTo>
                  <a:pt x="55955" y="56350"/>
                </a:lnTo>
                <a:lnTo>
                  <a:pt x="56350" y="55955"/>
                </a:lnTo>
                <a:lnTo>
                  <a:pt x="52285" y="60209"/>
                </a:lnTo>
                <a:lnTo>
                  <a:pt x="52665" y="59781"/>
                </a:lnTo>
                <a:lnTo>
                  <a:pt x="48822" y="64226"/>
                </a:lnTo>
                <a:lnTo>
                  <a:pt x="49170" y="63798"/>
                </a:lnTo>
                <a:lnTo>
                  <a:pt x="45532" y="68433"/>
                </a:lnTo>
                <a:lnTo>
                  <a:pt x="45880" y="67974"/>
                </a:lnTo>
                <a:lnTo>
                  <a:pt x="42464" y="72782"/>
                </a:lnTo>
                <a:lnTo>
                  <a:pt x="42781" y="72307"/>
                </a:lnTo>
                <a:lnTo>
                  <a:pt x="39586" y="77273"/>
                </a:lnTo>
                <a:lnTo>
                  <a:pt x="39886" y="76783"/>
                </a:lnTo>
                <a:lnTo>
                  <a:pt x="36945" y="81923"/>
                </a:lnTo>
                <a:lnTo>
                  <a:pt x="37213" y="81417"/>
                </a:lnTo>
                <a:lnTo>
                  <a:pt x="34509" y="86699"/>
                </a:lnTo>
                <a:lnTo>
                  <a:pt x="34762" y="86177"/>
                </a:lnTo>
                <a:lnTo>
                  <a:pt x="32295" y="91602"/>
                </a:lnTo>
                <a:lnTo>
                  <a:pt x="32532" y="91080"/>
                </a:lnTo>
                <a:lnTo>
                  <a:pt x="30334" y="96631"/>
                </a:lnTo>
                <a:lnTo>
                  <a:pt x="30539" y="96094"/>
                </a:lnTo>
                <a:lnTo>
                  <a:pt x="28610" y="101787"/>
                </a:lnTo>
                <a:lnTo>
                  <a:pt x="28784" y="101218"/>
                </a:lnTo>
                <a:lnTo>
                  <a:pt x="27123" y="107038"/>
                </a:lnTo>
                <a:lnTo>
                  <a:pt x="27281" y="106469"/>
                </a:lnTo>
                <a:lnTo>
                  <a:pt x="25906" y="112399"/>
                </a:lnTo>
                <a:lnTo>
                  <a:pt x="26032" y="111814"/>
                </a:lnTo>
                <a:lnTo>
                  <a:pt x="24957" y="117856"/>
                </a:lnTo>
                <a:lnTo>
                  <a:pt x="25036" y="117254"/>
                </a:lnTo>
                <a:lnTo>
                  <a:pt x="24261" y="123391"/>
                </a:lnTo>
                <a:lnTo>
                  <a:pt x="24324" y="122805"/>
                </a:lnTo>
                <a:lnTo>
                  <a:pt x="23850" y="129021"/>
                </a:lnTo>
                <a:lnTo>
                  <a:pt x="23881" y="128420"/>
                </a:lnTo>
                <a:lnTo>
                  <a:pt x="23723" y="13473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39 Vision">
            <a:extLst xmlns:a="http://schemas.openxmlformats.org/drawingml/2006/main">
              <a:ext uri="{FF2B5EF4-FFF2-40B4-BE49-F238E27FC236}">
                <a16:creationId xmlns:a16="http://schemas.microsoft.com/office/drawing/2014/main" id="{992B8369-283F-43A0-8369-83C53823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773" y="3134892"/>
            <a:ext cx="617543" cy="310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</a:t>
            </a:r>
          </a:p>
        </p:txBody>
      </p:sp>
      <p:sp>
        <p:nvSpPr>
          <p:cNvPr id="44" name="text-40 Encoder">
            <a:extLst xmlns:a="http://schemas.openxmlformats.org/drawingml/2006/main">
              <a:ext uri="{FF2B5EF4-FFF2-40B4-BE49-F238E27FC236}">
                <a16:creationId xmlns:a16="http://schemas.microsoft.com/office/drawing/2014/main" id="{7D62C751-BEA1-47D1-8B24-E2972F30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906" y="3400841"/>
            <a:ext cx="777292" cy="309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45" name="path-41">
            <a:extLst xmlns:a="http://schemas.openxmlformats.org/drawingml/2006/main">
              <a:ext uri="{FF2B5EF4-FFF2-40B4-BE49-F238E27FC236}">
                <a16:creationId xmlns:a16="http://schemas.microsoft.com/office/drawing/2014/main" id="{FA99E3F9-FCF8-41C0-81A0-2B95A218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077" y="3059487"/>
            <a:ext cx="1491700" cy="736361"/>
          </a:xfrm>
          <a:custGeom xmlns:a="http://schemas.openxmlformats.org/drawingml/2006/main">
            <a:pathLst>
              <a:path w="1491700" h="736361">
                <a:moveTo>
                  <a:pt x="0" y="123360"/>
                </a:moveTo>
                <a:cubicBezTo>
                  <a:pt x="633" y="55354"/>
                  <a:pt x="55512" y="474"/>
                  <a:pt x="123359" y="0"/>
                </a:cubicBezTo>
                <a:lnTo>
                  <a:pt x="1368341" y="0"/>
                </a:lnTo>
                <a:cubicBezTo>
                  <a:pt x="1436347" y="474"/>
                  <a:pt x="1491226" y="55354"/>
                  <a:pt x="1491700" y="123360"/>
                </a:cubicBezTo>
                <a:lnTo>
                  <a:pt x="1491700" y="613002"/>
                </a:lnTo>
                <a:cubicBezTo>
                  <a:pt x="1491226" y="681007"/>
                  <a:pt x="1436347" y="735886"/>
                  <a:pt x="1368341" y="736361"/>
                </a:cubicBezTo>
                <a:lnTo>
                  <a:pt x="123359" y="736361"/>
                </a:lnTo>
                <a:cubicBezTo>
                  <a:pt x="55512" y="735886"/>
                  <a:pt x="633" y="681007"/>
                  <a:pt x="0" y="613002"/>
                </a:cubicBezTo>
                <a:lnTo>
                  <a:pt x="0" y="123360"/>
                </a:lnTo>
              </a:path>
            </a:pathLst>
          </a:custGeom>
          <a:solidFill xmlns:a="http://schemas.openxmlformats.org/drawingml/2006/main">
            <a:srgbClr val="CAD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2">
            <a:extLst xmlns:a="http://schemas.openxmlformats.org/drawingml/2006/main">
              <a:ext uri="{FF2B5EF4-FFF2-40B4-BE49-F238E27FC236}">
                <a16:creationId xmlns:a16="http://schemas.microsoft.com/office/drawing/2014/main" id="{5793CDD7-1B73-4E37-88A0-D8F45FD1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848" y="3048100"/>
            <a:ext cx="1514316" cy="759134"/>
          </a:xfrm>
          <a:custGeom xmlns:a="http://schemas.openxmlformats.org/drawingml/2006/main">
            <a:pathLst>
              <a:path w="1514316" h="759134">
                <a:moveTo>
                  <a:pt x="174" y="127519"/>
                </a:moveTo>
                <a:lnTo>
                  <a:pt x="696" y="120702"/>
                </a:lnTo>
                <a:lnTo>
                  <a:pt x="1550" y="113980"/>
                </a:lnTo>
                <a:lnTo>
                  <a:pt x="2720" y="107354"/>
                </a:lnTo>
                <a:lnTo>
                  <a:pt x="4223" y="100838"/>
                </a:lnTo>
                <a:lnTo>
                  <a:pt x="6041" y="94464"/>
                </a:lnTo>
                <a:lnTo>
                  <a:pt x="8161" y="88202"/>
                </a:lnTo>
                <a:lnTo>
                  <a:pt x="10565" y="82097"/>
                </a:lnTo>
                <a:lnTo>
                  <a:pt x="13253" y="76150"/>
                </a:lnTo>
                <a:lnTo>
                  <a:pt x="16226" y="70346"/>
                </a:lnTo>
                <a:lnTo>
                  <a:pt x="19469" y="64716"/>
                </a:lnTo>
                <a:lnTo>
                  <a:pt x="22964" y="59259"/>
                </a:lnTo>
                <a:lnTo>
                  <a:pt x="26712" y="53993"/>
                </a:lnTo>
                <a:lnTo>
                  <a:pt x="30698" y="48917"/>
                </a:lnTo>
                <a:lnTo>
                  <a:pt x="34921" y="44045"/>
                </a:lnTo>
                <a:lnTo>
                  <a:pt x="39364" y="39364"/>
                </a:lnTo>
                <a:lnTo>
                  <a:pt x="44046" y="34920"/>
                </a:lnTo>
                <a:lnTo>
                  <a:pt x="48917" y="30697"/>
                </a:lnTo>
                <a:lnTo>
                  <a:pt x="53994" y="26712"/>
                </a:lnTo>
                <a:lnTo>
                  <a:pt x="59260" y="22964"/>
                </a:lnTo>
                <a:lnTo>
                  <a:pt x="64716" y="19469"/>
                </a:lnTo>
                <a:lnTo>
                  <a:pt x="70346" y="16226"/>
                </a:lnTo>
                <a:lnTo>
                  <a:pt x="76151" y="13253"/>
                </a:lnTo>
                <a:lnTo>
                  <a:pt x="82097" y="10564"/>
                </a:lnTo>
                <a:lnTo>
                  <a:pt x="88202" y="8160"/>
                </a:lnTo>
                <a:lnTo>
                  <a:pt x="94465" y="6041"/>
                </a:lnTo>
                <a:lnTo>
                  <a:pt x="100839" y="4222"/>
                </a:lnTo>
                <a:lnTo>
                  <a:pt x="107354" y="2720"/>
                </a:lnTo>
                <a:lnTo>
                  <a:pt x="113981" y="1549"/>
                </a:lnTo>
                <a:lnTo>
                  <a:pt x="120703" y="695"/>
                </a:lnTo>
                <a:lnTo>
                  <a:pt x="127519" y="173"/>
                </a:lnTo>
                <a:lnTo>
                  <a:pt x="134288" y="0"/>
                </a:lnTo>
                <a:lnTo>
                  <a:pt x="1380028" y="0"/>
                </a:lnTo>
                <a:lnTo>
                  <a:pt x="1386797" y="173"/>
                </a:lnTo>
                <a:lnTo>
                  <a:pt x="1393614" y="695"/>
                </a:lnTo>
                <a:lnTo>
                  <a:pt x="1400335" y="1549"/>
                </a:lnTo>
                <a:lnTo>
                  <a:pt x="1406962" y="2720"/>
                </a:lnTo>
                <a:lnTo>
                  <a:pt x="1413478" y="4222"/>
                </a:lnTo>
                <a:lnTo>
                  <a:pt x="1419851" y="6041"/>
                </a:lnTo>
                <a:lnTo>
                  <a:pt x="1426114" y="8160"/>
                </a:lnTo>
                <a:lnTo>
                  <a:pt x="1432219" y="10564"/>
                </a:lnTo>
                <a:lnTo>
                  <a:pt x="1438165" y="13253"/>
                </a:lnTo>
                <a:lnTo>
                  <a:pt x="1443969" y="16226"/>
                </a:lnTo>
                <a:lnTo>
                  <a:pt x="1449600" y="19469"/>
                </a:lnTo>
                <a:lnTo>
                  <a:pt x="1455056" y="22964"/>
                </a:lnTo>
                <a:lnTo>
                  <a:pt x="1460323" y="26712"/>
                </a:lnTo>
                <a:lnTo>
                  <a:pt x="1465400" y="30697"/>
                </a:lnTo>
                <a:lnTo>
                  <a:pt x="1470270" y="34920"/>
                </a:lnTo>
                <a:lnTo>
                  <a:pt x="1474952" y="39364"/>
                </a:lnTo>
                <a:lnTo>
                  <a:pt x="1479396" y="44045"/>
                </a:lnTo>
                <a:lnTo>
                  <a:pt x="1483618" y="48917"/>
                </a:lnTo>
                <a:lnTo>
                  <a:pt x="1487604" y="53993"/>
                </a:lnTo>
                <a:lnTo>
                  <a:pt x="1491353" y="59259"/>
                </a:lnTo>
                <a:lnTo>
                  <a:pt x="1494848" y="64716"/>
                </a:lnTo>
                <a:lnTo>
                  <a:pt x="1498089" y="70346"/>
                </a:lnTo>
                <a:lnTo>
                  <a:pt x="1501062" y="76150"/>
                </a:lnTo>
                <a:lnTo>
                  <a:pt x="1503752" y="82097"/>
                </a:lnTo>
                <a:lnTo>
                  <a:pt x="1506155" y="88202"/>
                </a:lnTo>
                <a:lnTo>
                  <a:pt x="1508275" y="94464"/>
                </a:lnTo>
                <a:lnTo>
                  <a:pt x="1510093" y="100838"/>
                </a:lnTo>
                <a:lnTo>
                  <a:pt x="1511596" y="107354"/>
                </a:lnTo>
                <a:lnTo>
                  <a:pt x="1512766" y="113980"/>
                </a:lnTo>
                <a:lnTo>
                  <a:pt x="1513620" y="120702"/>
                </a:lnTo>
                <a:lnTo>
                  <a:pt x="1514142" y="127519"/>
                </a:lnTo>
                <a:lnTo>
                  <a:pt x="1514316" y="134287"/>
                </a:lnTo>
                <a:lnTo>
                  <a:pt x="1514316" y="624847"/>
                </a:lnTo>
                <a:lnTo>
                  <a:pt x="1514142" y="631616"/>
                </a:lnTo>
                <a:lnTo>
                  <a:pt x="1513620" y="638432"/>
                </a:lnTo>
                <a:lnTo>
                  <a:pt x="1512766" y="645154"/>
                </a:lnTo>
                <a:lnTo>
                  <a:pt x="1511596" y="651780"/>
                </a:lnTo>
                <a:lnTo>
                  <a:pt x="1510093" y="658296"/>
                </a:lnTo>
                <a:lnTo>
                  <a:pt x="1508275" y="664670"/>
                </a:lnTo>
                <a:lnTo>
                  <a:pt x="1506155" y="670932"/>
                </a:lnTo>
                <a:lnTo>
                  <a:pt x="1503752" y="677037"/>
                </a:lnTo>
                <a:lnTo>
                  <a:pt x="1501062" y="682984"/>
                </a:lnTo>
                <a:lnTo>
                  <a:pt x="1498089" y="688788"/>
                </a:lnTo>
                <a:lnTo>
                  <a:pt x="1494848" y="694418"/>
                </a:lnTo>
                <a:lnTo>
                  <a:pt x="1491353" y="699875"/>
                </a:lnTo>
                <a:lnTo>
                  <a:pt x="1487604" y="705141"/>
                </a:lnTo>
                <a:lnTo>
                  <a:pt x="1483618" y="710218"/>
                </a:lnTo>
                <a:lnTo>
                  <a:pt x="1479396" y="715089"/>
                </a:lnTo>
                <a:lnTo>
                  <a:pt x="1474952" y="719770"/>
                </a:lnTo>
                <a:lnTo>
                  <a:pt x="1470270" y="724214"/>
                </a:lnTo>
                <a:lnTo>
                  <a:pt x="1465400" y="728437"/>
                </a:lnTo>
                <a:lnTo>
                  <a:pt x="1460323" y="732422"/>
                </a:lnTo>
                <a:lnTo>
                  <a:pt x="1455056" y="736171"/>
                </a:lnTo>
                <a:lnTo>
                  <a:pt x="1449600" y="739666"/>
                </a:lnTo>
                <a:lnTo>
                  <a:pt x="1443969" y="742908"/>
                </a:lnTo>
                <a:lnTo>
                  <a:pt x="1438165" y="745881"/>
                </a:lnTo>
                <a:lnTo>
                  <a:pt x="1432219" y="748570"/>
                </a:lnTo>
                <a:lnTo>
                  <a:pt x="1426114" y="750974"/>
                </a:lnTo>
                <a:lnTo>
                  <a:pt x="1419851" y="753093"/>
                </a:lnTo>
                <a:lnTo>
                  <a:pt x="1413478" y="754912"/>
                </a:lnTo>
                <a:lnTo>
                  <a:pt x="1406962" y="756414"/>
                </a:lnTo>
                <a:lnTo>
                  <a:pt x="1400335" y="757585"/>
                </a:lnTo>
                <a:lnTo>
                  <a:pt x="1393614" y="758439"/>
                </a:lnTo>
                <a:lnTo>
                  <a:pt x="1386797" y="758961"/>
                </a:lnTo>
                <a:lnTo>
                  <a:pt x="1380028" y="759134"/>
                </a:lnTo>
                <a:lnTo>
                  <a:pt x="134288" y="759134"/>
                </a:lnTo>
                <a:lnTo>
                  <a:pt x="127519" y="758961"/>
                </a:lnTo>
                <a:lnTo>
                  <a:pt x="120703" y="758439"/>
                </a:lnTo>
                <a:lnTo>
                  <a:pt x="113981" y="757585"/>
                </a:lnTo>
                <a:lnTo>
                  <a:pt x="107354" y="756414"/>
                </a:lnTo>
                <a:lnTo>
                  <a:pt x="100839" y="754912"/>
                </a:lnTo>
                <a:lnTo>
                  <a:pt x="94465" y="753093"/>
                </a:lnTo>
                <a:lnTo>
                  <a:pt x="88202" y="750974"/>
                </a:lnTo>
                <a:lnTo>
                  <a:pt x="82097" y="748570"/>
                </a:lnTo>
                <a:lnTo>
                  <a:pt x="76151" y="745881"/>
                </a:lnTo>
                <a:lnTo>
                  <a:pt x="70346" y="742908"/>
                </a:lnTo>
                <a:lnTo>
                  <a:pt x="64716" y="739666"/>
                </a:lnTo>
                <a:lnTo>
                  <a:pt x="59260" y="736171"/>
                </a:lnTo>
                <a:lnTo>
                  <a:pt x="53994" y="732422"/>
                </a:lnTo>
                <a:lnTo>
                  <a:pt x="48917" y="728437"/>
                </a:lnTo>
                <a:lnTo>
                  <a:pt x="44046" y="724214"/>
                </a:lnTo>
                <a:lnTo>
                  <a:pt x="39364" y="719770"/>
                </a:lnTo>
                <a:lnTo>
                  <a:pt x="34921" y="715089"/>
                </a:lnTo>
                <a:lnTo>
                  <a:pt x="30698" y="710218"/>
                </a:lnTo>
                <a:lnTo>
                  <a:pt x="26712" y="705141"/>
                </a:lnTo>
                <a:lnTo>
                  <a:pt x="22964" y="699875"/>
                </a:lnTo>
                <a:lnTo>
                  <a:pt x="19469" y="694418"/>
                </a:lnTo>
                <a:lnTo>
                  <a:pt x="16226" y="688788"/>
                </a:lnTo>
                <a:lnTo>
                  <a:pt x="13253" y="682984"/>
                </a:lnTo>
                <a:lnTo>
                  <a:pt x="10565" y="677037"/>
                </a:lnTo>
                <a:lnTo>
                  <a:pt x="8161" y="670932"/>
                </a:lnTo>
                <a:lnTo>
                  <a:pt x="6041" y="664670"/>
                </a:lnTo>
                <a:lnTo>
                  <a:pt x="4223" y="658296"/>
                </a:lnTo>
                <a:lnTo>
                  <a:pt x="2720" y="651780"/>
                </a:lnTo>
                <a:lnTo>
                  <a:pt x="1550" y="645154"/>
                </a:lnTo>
                <a:lnTo>
                  <a:pt x="696" y="638432"/>
                </a:lnTo>
                <a:lnTo>
                  <a:pt x="174" y="631616"/>
                </a:lnTo>
                <a:lnTo>
                  <a:pt x="0" y="624847"/>
                </a:lnTo>
                <a:lnTo>
                  <a:pt x="0" y="134287"/>
                </a:lnTo>
                <a:lnTo>
                  <a:pt x="174" y="127519"/>
                </a:lnTo>
                <a:moveTo>
                  <a:pt x="23723" y="134730"/>
                </a:moveTo>
                <a:lnTo>
                  <a:pt x="23723" y="134430"/>
                </a:lnTo>
                <a:lnTo>
                  <a:pt x="23723" y="624704"/>
                </a:lnTo>
                <a:lnTo>
                  <a:pt x="23723" y="624404"/>
                </a:lnTo>
                <a:lnTo>
                  <a:pt x="23881" y="630714"/>
                </a:lnTo>
                <a:lnTo>
                  <a:pt x="23850" y="630113"/>
                </a:lnTo>
                <a:lnTo>
                  <a:pt x="24324" y="636329"/>
                </a:lnTo>
                <a:lnTo>
                  <a:pt x="24261" y="635744"/>
                </a:lnTo>
                <a:lnTo>
                  <a:pt x="25036" y="641879"/>
                </a:lnTo>
                <a:lnTo>
                  <a:pt x="24957" y="641279"/>
                </a:lnTo>
                <a:lnTo>
                  <a:pt x="26032" y="647320"/>
                </a:lnTo>
                <a:lnTo>
                  <a:pt x="25906" y="646735"/>
                </a:lnTo>
                <a:lnTo>
                  <a:pt x="27281" y="652666"/>
                </a:lnTo>
                <a:lnTo>
                  <a:pt x="27123" y="652096"/>
                </a:lnTo>
                <a:lnTo>
                  <a:pt x="28784" y="657917"/>
                </a:lnTo>
                <a:lnTo>
                  <a:pt x="28610" y="657347"/>
                </a:lnTo>
                <a:lnTo>
                  <a:pt x="30539" y="663041"/>
                </a:lnTo>
                <a:lnTo>
                  <a:pt x="30334" y="662487"/>
                </a:lnTo>
                <a:lnTo>
                  <a:pt x="32532" y="668054"/>
                </a:lnTo>
                <a:lnTo>
                  <a:pt x="32295" y="667533"/>
                </a:lnTo>
                <a:lnTo>
                  <a:pt x="34762" y="672957"/>
                </a:lnTo>
                <a:lnTo>
                  <a:pt x="34509" y="672435"/>
                </a:lnTo>
                <a:lnTo>
                  <a:pt x="37213" y="677717"/>
                </a:lnTo>
                <a:lnTo>
                  <a:pt x="36945" y="677211"/>
                </a:lnTo>
                <a:lnTo>
                  <a:pt x="39887" y="682351"/>
                </a:lnTo>
                <a:lnTo>
                  <a:pt x="39586" y="681861"/>
                </a:lnTo>
                <a:lnTo>
                  <a:pt x="42781" y="686827"/>
                </a:lnTo>
                <a:lnTo>
                  <a:pt x="42464" y="686352"/>
                </a:lnTo>
                <a:lnTo>
                  <a:pt x="45880" y="691160"/>
                </a:lnTo>
                <a:lnTo>
                  <a:pt x="45533" y="690702"/>
                </a:lnTo>
                <a:lnTo>
                  <a:pt x="49170" y="695335"/>
                </a:lnTo>
                <a:lnTo>
                  <a:pt x="48822" y="694909"/>
                </a:lnTo>
                <a:lnTo>
                  <a:pt x="52665" y="699353"/>
                </a:lnTo>
                <a:lnTo>
                  <a:pt x="52286" y="698926"/>
                </a:lnTo>
                <a:lnTo>
                  <a:pt x="56350" y="703180"/>
                </a:lnTo>
                <a:lnTo>
                  <a:pt x="55939" y="702784"/>
                </a:lnTo>
                <a:lnTo>
                  <a:pt x="60209" y="706849"/>
                </a:lnTo>
                <a:lnTo>
                  <a:pt x="59782" y="706470"/>
                </a:lnTo>
                <a:lnTo>
                  <a:pt x="64226" y="710312"/>
                </a:lnTo>
                <a:lnTo>
                  <a:pt x="63799" y="709965"/>
                </a:lnTo>
                <a:lnTo>
                  <a:pt x="68433" y="713602"/>
                </a:lnTo>
                <a:lnTo>
                  <a:pt x="67974" y="713254"/>
                </a:lnTo>
                <a:lnTo>
                  <a:pt x="72782" y="716670"/>
                </a:lnTo>
                <a:lnTo>
                  <a:pt x="72308" y="716354"/>
                </a:lnTo>
                <a:lnTo>
                  <a:pt x="77274" y="719549"/>
                </a:lnTo>
                <a:lnTo>
                  <a:pt x="76784" y="719248"/>
                </a:lnTo>
                <a:lnTo>
                  <a:pt x="81923" y="722190"/>
                </a:lnTo>
                <a:lnTo>
                  <a:pt x="81418" y="721921"/>
                </a:lnTo>
                <a:lnTo>
                  <a:pt x="86700" y="724626"/>
                </a:lnTo>
                <a:lnTo>
                  <a:pt x="86178" y="724373"/>
                </a:lnTo>
                <a:lnTo>
                  <a:pt x="91603" y="726839"/>
                </a:lnTo>
                <a:lnTo>
                  <a:pt x="91080" y="726602"/>
                </a:lnTo>
                <a:lnTo>
                  <a:pt x="96632" y="728801"/>
                </a:lnTo>
                <a:lnTo>
                  <a:pt x="96094" y="728595"/>
                </a:lnTo>
                <a:lnTo>
                  <a:pt x="101787" y="730525"/>
                </a:lnTo>
                <a:lnTo>
                  <a:pt x="101218" y="730351"/>
                </a:lnTo>
                <a:lnTo>
                  <a:pt x="107038" y="732011"/>
                </a:lnTo>
                <a:lnTo>
                  <a:pt x="106469" y="731853"/>
                </a:lnTo>
                <a:lnTo>
                  <a:pt x="112400" y="733229"/>
                </a:lnTo>
                <a:lnTo>
                  <a:pt x="111815" y="733103"/>
                </a:lnTo>
                <a:lnTo>
                  <a:pt x="117856" y="734178"/>
                </a:lnTo>
                <a:lnTo>
                  <a:pt x="117255" y="734099"/>
                </a:lnTo>
                <a:lnTo>
                  <a:pt x="123391" y="734874"/>
                </a:lnTo>
                <a:lnTo>
                  <a:pt x="122806" y="734810"/>
                </a:lnTo>
                <a:lnTo>
                  <a:pt x="129022" y="735285"/>
                </a:lnTo>
                <a:lnTo>
                  <a:pt x="128421" y="735253"/>
                </a:lnTo>
                <a:lnTo>
                  <a:pt x="134731" y="735412"/>
                </a:lnTo>
                <a:lnTo>
                  <a:pt x="134430" y="735412"/>
                </a:lnTo>
                <a:lnTo>
                  <a:pt x="1379886" y="735412"/>
                </a:lnTo>
                <a:lnTo>
                  <a:pt x="1379585" y="735412"/>
                </a:lnTo>
                <a:lnTo>
                  <a:pt x="1385896" y="735253"/>
                </a:lnTo>
                <a:lnTo>
                  <a:pt x="1385295" y="735285"/>
                </a:lnTo>
                <a:lnTo>
                  <a:pt x="1391510" y="734810"/>
                </a:lnTo>
                <a:lnTo>
                  <a:pt x="1390925" y="734874"/>
                </a:lnTo>
                <a:lnTo>
                  <a:pt x="1397062" y="734099"/>
                </a:lnTo>
                <a:lnTo>
                  <a:pt x="1396461" y="734178"/>
                </a:lnTo>
                <a:lnTo>
                  <a:pt x="1402502" y="733103"/>
                </a:lnTo>
                <a:lnTo>
                  <a:pt x="1401917" y="733229"/>
                </a:lnTo>
                <a:lnTo>
                  <a:pt x="1407847" y="731853"/>
                </a:lnTo>
                <a:lnTo>
                  <a:pt x="1407278" y="732011"/>
                </a:lnTo>
                <a:lnTo>
                  <a:pt x="1413098" y="730351"/>
                </a:lnTo>
                <a:lnTo>
                  <a:pt x="1412529" y="730525"/>
                </a:lnTo>
                <a:lnTo>
                  <a:pt x="1418222" y="728595"/>
                </a:lnTo>
                <a:lnTo>
                  <a:pt x="1417685" y="728801"/>
                </a:lnTo>
                <a:lnTo>
                  <a:pt x="1423236" y="726602"/>
                </a:lnTo>
                <a:lnTo>
                  <a:pt x="1422714" y="726839"/>
                </a:lnTo>
                <a:lnTo>
                  <a:pt x="1428138" y="724373"/>
                </a:lnTo>
                <a:lnTo>
                  <a:pt x="1427617" y="724626"/>
                </a:lnTo>
                <a:lnTo>
                  <a:pt x="1432899" y="721921"/>
                </a:lnTo>
                <a:lnTo>
                  <a:pt x="1432393" y="722190"/>
                </a:lnTo>
                <a:lnTo>
                  <a:pt x="1437533" y="719248"/>
                </a:lnTo>
                <a:lnTo>
                  <a:pt x="1437043" y="719549"/>
                </a:lnTo>
                <a:lnTo>
                  <a:pt x="1442008" y="716354"/>
                </a:lnTo>
                <a:lnTo>
                  <a:pt x="1441534" y="716670"/>
                </a:lnTo>
                <a:lnTo>
                  <a:pt x="1446342" y="713254"/>
                </a:lnTo>
                <a:lnTo>
                  <a:pt x="1445883" y="713602"/>
                </a:lnTo>
                <a:lnTo>
                  <a:pt x="1450517" y="709965"/>
                </a:lnTo>
                <a:lnTo>
                  <a:pt x="1450090" y="710312"/>
                </a:lnTo>
                <a:lnTo>
                  <a:pt x="1454534" y="706470"/>
                </a:lnTo>
                <a:lnTo>
                  <a:pt x="1454107" y="706849"/>
                </a:lnTo>
                <a:lnTo>
                  <a:pt x="1458362" y="702784"/>
                </a:lnTo>
                <a:lnTo>
                  <a:pt x="1457966" y="703180"/>
                </a:lnTo>
                <a:lnTo>
                  <a:pt x="1462031" y="698926"/>
                </a:lnTo>
                <a:lnTo>
                  <a:pt x="1461651" y="699353"/>
                </a:lnTo>
                <a:lnTo>
                  <a:pt x="1465494" y="694909"/>
                </a:lnTo>
                <a:lnTo>
                  <a:pt x="1465146" y="695335"/>
                </a:lnTo>
                <a:lnTo>
                  <a:pt x="1468784" y="690702"/>
                </a:lnTo>
                <a:lnTo>
                  <a:pt x="1468436" y="691160"/>
                </a:lnTo>
                <a:lnTo>
                  <a:pt x="1471852" y="686352"/>
                </a:lnTo>
                <a:lnTo>
                  <a:pt x="1471536" y="686827"/>
                </a:lnTo>
                <a:lnTo>
                  <a:pt x="1474730" y="681861"/>
                </a:lnTo>
                <a:lnTo>
                  <a:pt x="1474430" y="682351"/>
                </a:lnTo>
                <a:lnTo>
                  <a:pt x="1477372" y="677211"/>
                </a:lnTo>
                <a:lnTo>
                  <a:pt x="1477102" y="677717"/>
                </a:lnTo>
                <a:lnTo>
                  <a:pt x="1479807" y="672435"/>
                </a:lnTo>
                <a:lnTo>
                  <a:pt x="1479554" y="672957"/>
                </a:lnTo>
                <a:lnTo>
                  <a:pt x="1482021" y="667533"/>
                </a:lnTo>
                <a:lnTo>
                  <a:pt x="1481784" y="668054"/>
                </a:lnTo>
                <a:lnTo>
                  <a:pt x="1483982" y="662487"/>
                </a:lnTo>
                <a:lnTo>
                  <a:pt x="1483777" y="663041"/>
                </a:lnTo>
                <a:lnTo>
                  <a:pt x="1485706" y="657347"/>
                </a:lnTo>
                <a:lnTo>
                  <a:pt x="1485532" y="657917"/>
                </a:lnTo>
                <a:lnTo>
                  <a:pt x="1487192" y="652096"/>
                </a:lnTo>
                <a:lnTo>
                  <a:pt x="1487035" y="652666"/>
                </a:lnTo>
                <a:lnTo>
                  <a:pt x="1488411" y="646735"/>
                </a:lnTo>
                <a:lnTo>
                  <a:pt x="1488284" y="647320"/>
                </a:lnTo>
                <a:lnTo>
                  <a:pt x="1489360" y="641279"/>
                </a:lnTo>
                <a:lnTo>
                  <a:pt x="1489281" y="641879"/>
                </a:lnTo>
                <a:lnTo>
                  <a:pt x="1490055" y="635744"/>
                </a:lnTo>
                <a:lnTo>
                  <a:pt x="1489992" y="636329"/>
                </a:lnTo>
                <a:lnTo>
                  <a:pt x="1490467" y="630113"/>
                </a:lnTo>
                <a:lnTo>
                  <a:pt x="1490435" y="630714"/>
                </a:lnTo>
                <a:lnTo>
                  <a:pt x="1490593" y="624404"/>
                </a:lnTo>
                <a:lnTo>
                  <a:pt x="1490593" y="624704"/>
                </a:lnTo>
                <a:lnTo>
                  <a:pt x="1490593" y="134430"/>
                </a:lnTo>
                <a:lnTo>
                  <a:pt x="1490593" y="134730"/>
                </a:lnTo>
                <a:lnTo>
                  <a:pt x="1490435" y="128420"/>
                </a:lnTo>
                <a:lnTo>
                  <a:pt x="1490467" y="129021"/>
                </a:lnTo>
                <a:lnTo>
                  <a:pt x="1489992" y="122805"/>
                </a:lnTo>
                <a:lnTo>
                  <a:pt x="1490055" y="123391"/>
                </a:lnTo>
                <a:lnTo>
                  <a:pt x="1489281" y="117254"/>
                </a:lnTo>
                <a:lnTo>
                  <a:pt x="1489360" y="117856"/>
                </a:lnTo>
                <a:lnTo>
                  <a:pt x="1488284" y="111814"/>
                </a:lnTo>
                <a:lnTo>
                  <a:pt x="1488411" y="112399"/>
                </a:lnTo>
                <a:lnTo>
                  <a:pt x="1487035" y="106468"/>
                </a:lnTo>
                <a:lnTo>
                  <a:pt x="1487192" y="107038"/>
                </a:lnTo>
                <a:lnTo>
                  <a:pt x="1485532" y="101218"/>
                </a:lnTo>
                <a:lnTo>
                  <a:pt x="1485706" y="101787"/>
                </a:lnTo>
                <a:lnTo>
                  <a:pt x="1483777" y="96094"/>
                </a:lnTo>
                <a:lnTo>
                  <a:pt x="1483982" y="96631"/>
                </a:lnTo>
                <a:lnTo>
                  <a:pt x="1481784" y="91080"/>
                </a:lnTo>
                <a:lnTo>
                  <a:pt x="1482021" y="91601"/>
                </a:lnTo>
                <a:lnTo>
                  <a:pt x="1479554" y="86177"/>
                </a:lnTo>
                <a:lnTo>
                  <a:pt x="1479807" y="86699"/>
                </a:lnTo>
                <a:lnTo>
                  <a:pt x="1477102" y="81417"/>
                </a:lnTo>
                <a:lnTo>
                  <a:pt x="1477372" y="81923"/>
                </a:lnTo>
                <a:lnTo>
                  <a:pt x="1474430" y="76783"/>
                </a:lnTo>
                <a:lnTo>
                  <a:pt x="1474730" y="77273"/>
                </a:lnTo>
                <a:lnTo>
                  <a:pt x="1471536" y="72307"/>
                </a:lnTo>
                <a:lnTo>
                  <a:pt x="1471852" y="72782"/>
                </a:lnTo>
                <a:lnTo>
                  <a:pt x="1468436" y="67974"/>
                </a:lnTo>
                <a:lnTo>
                  <a:pt x="1468784" y="68432"/>
                </a:lnTo>
                <a:lnTo>
                  <a:pt x="1465146" y="63798"/>
                </a:lnTo>
                <a:lnTo>
                  <a:pt x="1465494" y="64225"/>
                </a:lnTo>
                <a:lnTo>
                  <a:pt x="1461651" y="59781"/>
                </a:lnTo>
                <a:lnTo>
                  <a:pt x="1462031" y="60208"/>
                </a:lnTo>
                <a:lnTo>
                  <a:pt x="1457966" y="55954"/>
                </a:lnTo>
                <a:lnTo>
                  <a:pt x="1458362" y="56350"/>
                </a:lnTo>
                <a:lnTo>
                  <a:pt x="1454107" y="52285"/>
                </a:lnTo>
                <a:lnTo>
                  <a:pt x="1454534" y="52664"/>
                </a:lnTo>
                <a:lnTo>
                  <a:pt x="1450090" y="48821"/>
                </a:lnTo>
                <a:lnTo>
                  <a:pt x="1450517" y="49169"/>
                </a:lnTo>
                <a:lnTo>
                  <a:pt x="1445883" y="45532"/>
                </a:lnTo>
                <a:lnTo>
                  <a:pt x="1446342" y="45880"/>
                </a:lnTo>
                <a:lnTo>
                  <a:pt x="1441534" y="42464"/>
                </a:lnTo>
                <a:lnTo>
                  <a:pt x="1442008" y="42780"/>
                </a:lnTo>
                <a:lnTo>
                  <a:pt x="1437043" y="39585"/>
                </a:lnTo>
                <a:lnTo>
                  <a:pt x="1437533" y="39886"/>
                </a:lnTo>
                <a:lnTo>
                  <a:pt x="1432393" y="36944"/>
                </a:lnTo>
                <a:lnTo>
                  <a:pt x="1432899" y="37213"/>
                </a:lnTo>
                <a:lnTo>
                  <a:pt x="1427617" y="34508"/>
                </a:lnTo>
                <a:lnTo>
                  <a:pt x="1428138" y="34762"/>
                </a:lnTo>
                <a:lnTo>
                  <a:pt x="1422714" y="32295"/>
                </a:lnTo>
                <a:lnTo>
                  <a:pt x="1423236" y="32532"/>
                </a:lnTo>
                <a:lnTo>
                  <a:pt x="1417685" y="30333"/>
                </a:lnTo>
                <a:lnTo>
                  <a:pt x="1418222" y="30539"/>
                </a:lnTo>
                <a:lnTo>
                  <a:pt x="1412529" y="28609"/>
                </a:lnTo>
                <a:lnTo>
                  <a:pt x="1413098" y="28783"/>
                </a:lnTo>
                <a:lnTo>
                  <a:pt x="1407278" y="27123"/>
                </a:lnTo>
                <a:lnTo>
                  <a:pt x="1407847" y="27281"/>
                </a:lnTo>
                <a:lnTo>
                  <a:pt x="1401917" y="25905"/>
                </a:lnTo>
                <a:lnTo>
                  <a:pt x="1402502" y="26032"/>
                </a:lnTo>
                <a:lnTo>
                  <a:pt x="1396461" y="24957"/>
                </a:lnTo>
                <a:lnTo>
                  <a:pt x="1397062" y="25035"/>
                </a:lnTo>
                <a:lnTo>
                  <a:pt x="1390925" y="24260"/>
                </a:lnTo>
                <a:lnTo>
                  <a:pt x="1391510" y="24324"/>
                </a:lnTo>
                <a:lnTo>
                  <a:pt x="1385295" y="23849"/>
                </a:lnTo>
                <a:lnTo>
                  <a:pt x="1385896" y="23881"/>
                </a:lnTo>
                <a:lnTo>
                  <a:pt x="1379585" y="23723"/>
                </a:lnTo>
                <a:lnTo>
                  <a:pt x="1379886" y="23723"/>
                </a:lnTo>
                <a:lnTo>
                  <a:pt x="134430" y="23723"/>
                </a:lnTo>
                <a:lnTo>
                  <a:pt x="134731" y="23723"/>
                </a:lnTo>
                <a:lnTo>
                  <a:pt x="128421" y="23881"/>
                </a:lnTo>
                <a:lnTo>
                  <a:pt x="129022" y="23849"/>
                </a:lnTo>
                <a:lnTo>
                  <a:pt x="122806" y="24324"/>
                </a:lnTo>
                <a:lnTo>
                  <a:pt x="123391" y="24260"/>
                </a:lnTo>
                <a:lnTo>
                  <a:pt x="117255" y="25035"/>
                </a:lnTo>
                <a:lnTo>
                  <a:pt x="117856" y="24957"/>
                </a:lnTo>
                <a:lnTo>
                  <a:pt x="111815" y="26032"/>
                </a:lnTo>
                <a:lnTo>
                  <a:pt x="112400" y="25905"/>
                </a:lnTo>
                <a:lnTo>
                  <a:pt x="106469" y="27281"/>
                </a:lnTo>
                <a:lnTo>
                  <a:pt x="107038" y="27123"/>
                </a:lnTo>
                <a:lnTo>
                  <a:pt x="101218" y="28783"/>
                </a:lnTo>
                <a:lnTo>
                  <a:pt x="101787" y="28609"/>
                </a:lnTo>
                <a:lnTo>
                  <a:pt x="96094" y="30539"/>
                </a:lnTo>
                <a:lnTo>
                  <a:pt x="96632" y="30333"/>
                </a:lnTo>
                <a:lnTo>
                  <a:pt x="91080" y="32532"/>
                </a:lnTo>
                <a:lnTo>
                  <a:pt x="91603" y="32295"/>
                </a:lnTo>
                <a:lnTo>
                  <a:pt x="86178" y="34762"/>
                </a:lnTo>
                <a:lnTo>
                  <a:pt x="86700" y="34508"/>
                </a:lnTo>
                <a:lnTo>
                  <a:pt x="81418" y="37213"/>
                </a:lnTo>
                <a:lnTo>
                  <a:pt x="81923" y="36944"/>
                </a:lnTo>
                <a:lnTo>
                  <a:pt x="76784" y="39886"/>
                </a:lnTo>
                <a:lnTo>
                  <a:pt x="77274" y="39585"/>
                </a:lnTo>
                <a:lnTo>
                  <a:pt x="72308" y="42780"/>
                </a:lnTo>
                <a:lnTo>
                  <a:pt x="72782" y="42464"/>
                </a:lnTo>
                <a:lnTo>
                  <a:pt x="67974" y="45880"/>
                </a:lnTo>
                <a:lnTo>
                  <a:pt x="68433" y="45532"/>
                </a:lnTo>
                <a:lnTo>
                  <a:pt x="63799" y="49169"/>
                </a:lnTo>
                <a:lnTo>
                  <a:pt x="64226" y="48821"/>
                </a:lnTo>
                <a:lnTo>
                  <a:pt x="59782" y="52664"/>
                </a:lnTo>
                <a:lnTo>
                  <a:pt x="60209" y="52285"/>
                </a:lnTo>
                <a:lnTo>
                  <a:pt x="55939" y="56350"/>
                </a:lnTo>
                <a:lnTo>
                  <a:pt x="56350" y="55954"/>
                </a:lnTo>
                <a:lnTo>
                  <a:pt x="52286" y="60208"/>
                </a:lnTo>
                <a:lnTo>
                  <a:pt x="52665" y="59781"/>
                </a:lnTo>
                <a:lnTo>
                  <a:pt x="48822" y="64225"/>
                </a:lnTo>
                <a:lnTo>
                  <a:pt x="49170" y="63798"/>
                </a:lnTo>
                <a:lnTo>
                  <a:pt x="45533" y="68432"/>
                </a:lnTo>
                <a:lnTo>
                  <a:pt x="45880" y="67974"/>
                </a:lnTo>
                <a:lnTo>
                  <a:pt x="42464" y="72782"/>
                </a:lnTo>
                <a:lnTo>
                  <a:pt x="42781" y="72307"/>
                </a:lnTo>
                <a:lnTo>
                  <a:pt x="39586" y="77273"/>
                </a:lnTo>
                <a:lnTo>
                  <a:pt x="39887" y="76783"/>
                </a:lnTo>
                <a:lnTo>
                  <a:pt x="36945" y="81923"/>
                </a:lnTo>
                <a:lnTo>
                  <a:pt x="37213" y="81417"/>
                </a:lnTo>
                <a:lnTo>
                  <a:pt x="34509" y="86699"/>
                </a:lnTo>
                <a:lnTo>
                  <a:pt x="34762" y="86177"/>
                </a:lnTo>
                <a:lnTo>
                  <a:pt x="32295" y="91601"/>
                </a:lnTo>
                <a:lnTo>
                  <a:pt x="32532" y="91080"/>
                </a:lnTo>
                <a:lnTo>
                  <a:pt x="30334" y="96631"/>
                </a:lnTo>
                <a:lnTo>
                  <a:pt x="30539" y="96094"/>
                </a:lnTo>
                <a:lnTo>
                  <a:pt x="28610" y="101787"/>
                </a:lnTo>
                <a:lnTo>
                  <a:pt x="28784" y="101218"/>
                </a:lnTo>
                <a:lnTo>
                  <a:pt x="27123" y="107038"/>
                </a:lnTo>
                <a:lnTo>
                  <a:pt x="27281" y="106468"/>
                </a:lnTo>
                <a:lnTo>
                  <a:pt x="25906" y="112399"/>
                </a:lnTo>
                <a:lnTo>
                  <a:pt x="26032" y="111814"/>
                </a:lnTo>
                <a:lnTo>
                  <a:pt x="24957" y="117856"/>
                </a:lnTo>
                <a:lnTo>
                  <a:pt x="25036" y="117254"/>
                </a:lnTo>
                <a:lnTo>
                  <a:pt x="24261" y="123391"/>
                </a:lnTo>
                <a:lnTo>
                  <a:pt x="24324" y="122805"/>
                </a:lnTo>
                <a:lnTo>
                  <a:pt x="23850" y="129021"/>
                </a:lnTo>
                <a:lnTo>
                  <a:pt x="23881" y="128420"/>
                </a:lnTo>
                <a:lnTo>
                  <a:pt x="23723" y="13473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3">
            <a:extLst xmlns:a="http://schemas.openxmlformats.org/drawingml/2006/main">
              <a:ext uri="{FF2B5EF4-FFF2-40B4-BE49-F238E27FC236}">
                <a16:creationId xmlns:a16="http://schemas.microsoft.com/office/drawing/2014/main" id="{964706D2-8A95-4C98-B47E-8224659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321" y="3795373"/>
            <a:ext cx="158153" cy="374886"/>
          </a:xfrm>
          <a:custGeom xmlns:a="http://schemas.openxmlformats.org/drawingml/2006/main">
            <a:pathLst>
              <a:path w="158153" h="374886">
                <a:moveTo>
                  <a:pt x="158153" y="157647"/>
                </a:moveTo>
                <a:lnTo>
                  <a:pt x="78586" y="79077"/>
                </a:lnTo>
                <a:lnTo>
                  <a:pt x="0" y="158643"/>
                </a:lnTo>
                <a:lnTo>
                  <a:pt x="78080" y="0"/>
                </a:lnTo>
                <a:lnTo>
                  <a:pt x="158153" y="157647"/>
                </a:lnTo>
                <a:moveTo>
                  <a:pt x="70568" y="374886"/>
                </a:moveTo>
                <a:lnTo>
                  <a:pt x="68575" y="59371"/>
                </a:lnTo>
                <a:lnTo>
                  <a:pt x="88345" y="59244"/>
                </a:lnTo>
                <a:lnTo>
                  <a:pt x="90338" y="374760"/>
                </a:lnTo>
                <a:lnTo>
                  <a:pt x="70568" y="374886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-44 4D">
            <a:extLst xmlns:a="http://schemas.openxmlformats.org/drawingml/2006/main">
              <a:ext uri="{FF2B5EF4-FFF2-40B4-BE49-F238E27FC236}">
                <a16:creationId xmlns:a16="http://schemas.microsoft.com/office/drawing/2014/main" id="{150245A6-9DDE-4CBD-AF44-6BBF0C16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9459" y="3133814"/>
            <a:ext cx="311117" cy="31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</a:t>
            </a:r>
          </a:p>
        </p:txBody>
      </p:sp>
      <p:sp>
        <p:nvSpPr>
          <p:cNvPr id="49" name="text-45 Coordinate">
            <a:extLst xmlns:a="http://schemas.openxmlformats.org/drawingml/2006/main">
              <a:ext uri="{FF2B5EF4-FFF2-40B4-BE49-F238E27FC236}">
                <a16:creationId xmlns:a16="http://schemas.microsoft.com/office/drawing/2014/main" id="{2D893FA6-4788-4004-BC7F-C3F6B040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5255" y="3134195"/>
            <a:ext cx="1024155" cy="310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Coordinate</a:t>
            </a:r>
          </a:p>
        </p:txBody>
      </p:sp>
      <p:sp>
        <p:nvSpPr>
          <p:cNvPr id="50" name="text-46 Encoder">
            <a:extLst xmlns:a="http://schemas.openxmlformats.org/drawingml/2006/main">
              <a:ext uri="{FF2B5EF4-FFF2-40B4-BE49-F238E27FC236}">
                <a16:creationId xmlns:a16="http://schemas.microsoft.com/office/drawing/2014/main" id="{23D87364-A658-4E55-83C9-BCF90074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5717" y="3400050"/>
            <a:ext cx="777292" cy="309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51" name="path-47">
            <a:extLst xmlns:a="http://schemas.openxmlformats.org/drawingml/2006/main">
              <a:ext uri="{FF2B5EF4-FFF2-40B4-BE49-F238E27FC236}">
                <a16:creationId xmlns:a16="http://schemas.microsoft.com/office/drawing/2014/main" id="{C909A3CB-30CF-4E41-92FB-52529B0B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831" y="3078939"/>
            <a:ext cx="1783967" cy="1940539"/>
          </a:xfrm>
          <a:custGeom xmlns:a="http://schemas.openxmlformats.org/drawingml/2006/main">
            <a:pathLst>
              <a:path w="1783967" h="1940539">
                <a:moveTo>
                  <a:pt x="0" y="1797173"/>
                </a:moveTo>
                <a:lnTo>
                  <a:pt x="0" y="1702281"/>
                </a:lnTo>
                <a:lnTo>
                  <a:pt x="23723" y="1702281"/>
                </a:lnTo>
                <a:lnTo>
                  <a:pt x="23723" y="1797173"/>
                </a:lnTo>
                <a:lnTo>
                  <a:pt x="0" y="1797173"/>
                </a:lnTo>
                <a:moveTo>
                  <a:pt x="0" y="1631113"/>
                </a:moveTo>
                <a:lnTo>
                  <a:pt x="0" y="1536221"/>
                </a:lnTo>
                <a:lnTo>
                  <a:pt x="23723" y="1536221"/>
                </a:lnTo>
                <a:lnTo>
                  <a:pt x="23723" y="1631113"/>
                </a:lnTo>
                <a:lnTo>
                  <a:pt x="0" y="1631113"/>
                </a:lnTo>
                <a:moveTo>
                  <a:pt x="0" y="1465051"/>
                </a:moveTo>
                <a:lnTo>
                  <a:pt x="0" y="1370159"/>
                </a:lnTo>
                <a:lnTo>
                  <a:pt x="23723" y="1370159"/>
                </a:lnTo>
                <a:lnTo>
                  <a:pt x="23723" y="1465051"/>
                </a:lnTo>
                <a:lnTo>
                  <a:pt x="0" y="1465051"/>
                </a:lnTo>
                <a:moveTo>
                  <a:pt x="0" y="1298990"/>
                </a:moveTo>
                <a:lnTo>
                  <a:pt x="0" y="1204099"/>
                </a:lnTo>
                <a:lnTo>
                  <a:pt x="23723" y="1204099"/>
                </a:lnTo>
                <a:lnTo>
                  <a:pt x="23723" y="1298990"/>
                </a:lnTo>
                <a:lnTo>
                  <a:pt x="0" y="1298990"/>
                </a:lnTo>
                <a:moveTo>
                  <a:pt x="0" y="1132930"/>
                </a:moveTo>
                <a:lnTo>
                  <a:pt x="0" y="1038038"/>
                </a:lnTo>
                <a:lnTo>
                  <a:pt x="23723" y="1038038"/>
                </a:lnTo>
                <a:lnTo>
                  <a:pt x="23723" y="1132930"/>
                </a:lnTo>
                <a:lnTo>
                  <a:pt x="0" y="1132930"/>
                </a:lnTo>
                <a:moveTo>
                  <a:pt x="0" y="966869"/>
                </a:moveTo>
                <a:lnTo>
                  <a:pt x="0" y="871977"/>
                </a:lnTo>
                <a:lnTo>
                  <a:pt x="23723" y="871977"/>
                </a:lnTo>
                <a:lnTo>
                  <a:pt x="23723" y="966869"/>
                </a:lnTo>
                <a:lnTo>
                  <a:pt x="0" y="966869"/>
                </a:lnTo>
                <a:moveTo>
                  <a:pt x="0" y="800808"/>
                </a:moveTo>
                <a:lnTo>
                  <a:pt x="0" y="705916"/>
                </a:lnTo>
                <a:lnTo>
                  <a:pt x="23723" y="705916"/>
                </a:lnTo>
                <a:lnTo>
                  <a:pt x="23723" y="800808"/>
                </a:lnTo>
                <a:lnTo>
                  <a:pt x="0" y="800808"/>
                </a:lnTo>
                <a:moveTo>
                  <a:pt x="0" y="634747"/>
                </a:moveTo>
                <a:lnTo>
                  <a:pt x="0" y="539856"/>
                </a:lnTo>
                <a:lnTo>
                  <a:pt x="23723" y="539856"/>
                </a:lnTo>
                <a:lnTo>
                  <a:pt x="23723" y="634747"/>
                </a:lnTo>
                <a:lnTo>
                  <a:pt x="0" y="634747"/>
                </a:lnTo>
                <a:moveTo>
                  <a:pt x="0" y="468687"/>
                </a:moveTo>
                <a:lnTo>
                  <a:pt x="0" y="373795"/>
                </a:lnTo>
                <a:lnTo>
                  <a:pt x="23723" y="373795"/>
                </a:lnTo>
                <a:lnTo>
                  <a:pt x="23723" y="468687"/>
                </a:lnTo>
                <a:lnTo>
                  <a:pt x="0" y="468687"/>
                </a:lnTo>
                <a:moveTo>
                  <a:pt x="0" y="302626"/>
                </a:moveTo>
                <a:lnTo>
                  <a:pt x="0" y="207734"/>
                </a:lnTo>
                <a:lnTo>
                  <a:pt x="23723" y="207734"/>
                </a:lnTo>
                <a:lnTo>
                  <a:pt x="23723" y="302626"/>
                </a:lnTo>
                <a:lnTo>
                  <a:pt x="0" y="302626"/>
                </a:lnTo>
                <a:moveTo>
                  <a:pt x="206" y="135664"/>
                </a:moveTo>
                <a:lnTo>
                  <a:pt x="743" y="128721"/>
                </a:lnTo>
                <a:lnTo>
                  <a:pt x="1645" y="121557"/>
                </a:lnTo>
                <a:lnTo>
                  <a:pt x="2910" y="114487"/>
                </a:lnTo>
                <a:lnTo>
                  <a:pt x="4507" y="107544"/>
                </a:lnTo>
                <a:lnTo>
                  <a:pt x="6437" y="100743"/>
                </a:lnTo>
                <a:lnTo>
                  <a:pt x="8698" y="94069"/>
                </a:lnTo>
                <a:lnTo>
                  <a:pt x="11260" y="87553"/>
                </a:lnTo>
                <a:lnTo>
                  <a:pt x="14139" y="81212"/>
                </a:lnTo>
                <a:lnTo>
                  <a:pt x="17302" y="75028"/>
                </a:lnTo>
                <a:lnTo>
                  <a:pt x="20765" y="69018"/>
                </a:lnTo>
                <a:lnTo>
                  <a:pt x="24482" y="63198"/>
                </a:lnTo>
                <a:lnTo>
                  <a:pt x="28483" y="57584"/>
                </a:lnTo>
                <a:lnTo>
                  <a:pt x="32738" y="52159"/>
                </a:lnTo>
                <a:lnTo>
                  <a:pt x="37245" y="46972"/>
                </a:lnTo>
                <a:lnTo>
                  <a:pt x="40693" y="43350"/>
                </a:lnTo>
                <a:lnTo>
                  <a:pt x="57869" y="59719"/>
                </a:lnTo>
                <a:lnTo>
                  <a:pt x="54610" y="63135"/>
                </a:lnTo>
                <a:lnTo>
                  <a:pt x="54990" y="62708"/>
                </a:lnTo>
                <a:lnTo>
                  <a:pt x="50862" y="67484"/>
                </a:lnTo>
                <a:lnTo>
                  <a:pt x="51210" y="67041"/>
                </a:lnTo>
                <a:lnTo>
                  <a:pt x="47319" y="72023"/>
                </a:lnTo>
                <a:lnTo>
                  <a:pt x="47652" y="71564"/>
                </a:lnTo>
                <a:lnTo>
                  <a:pt x="43982" y="76720"/>
                </a:lnTo>
                <a:lnTo>
                  <a:pt x="44298" y="76246"/>
                </a:lnTo>
                <a:lnTo>
                  <a:pt x="40882" y="81576"/>
                </a:lnTo>
                <a:lnTo>
                  <a:pt x="41183" y="81085"/>
                </a:lnTo>
                <a:lnTo>
                  <a:pt x="38020" y="86605"/>
                </a:lnTo>
                <a:lnTo>
                  <a:pt x="38288" y="86099"/>
                </a:lnTo>
                <a:lnTo>
                  <a:pt x="35379" y="91760"/>
                </a:lnTo>
                <a:lnTo>
                  <a:pt x="35632" y="91239"/>
                </a:lnTo>
                <a:lnTo>
                  <a:pt x="33006" y="97074"/>
                </a:lnTo>
                <a:lnTo>
                  <a:pt x="33228" y="96537"/>
                </a:lnTo>
                <a:lnTo>
                  <a:pt x="30871" y="102499"/>
                </a:lnTo>
                <a:lnTo>
                  <a:pt x="31077" y="101962"/>
                </a:lnTo>
                <a:lnTo>
                  <a:pt x="29005" y="108066"/>
                </a:lnTo>
                <a:lnTo>
                  <a:pt x="29179" y="107496"/>
                </a:lnTo>
                <a:lnTo>
                  <a:pt x="27408" y="113744"/>
                </a:lnTo>
                <a:lnTo>
                  <a:pt x="27566" y="113174"/>
                </a:lnTo>
                <a:lnTo>
                  <a:pt x="26095" y="119532"/>
                </a:lnTo>
                <a:lnTo>
                  <a:pt x="26206" y="118947"/>
                </a:lnTo>
                <a:lnTo>
                  <a:pt x="25051" y="125431"/>
                </a:lnTo>
                <a:lnTo>
                  <a:pt x="25146" y="124830"/>
                </a:lnTo>
                <a:lnTo>
                  <a:pt x="24308" y="131425"/>
                </a:lnTo>
                <a:lnTo>
                  <a:pt x="24371" y="130824"/>
                </a:lnTo>
                <a:lnTo>
                  <a:pt x="23865" y="137467"/>
                </a:lnTo>
                <a:lnTo>
                  <a:pt x="206" y="135664"/>
                </a:lnTo>
                <a:moveTo>
                  <a:pt x="106785" y="4729"/>
                </a:moveTo>
                <a:lnTo>
                  <a:pt x="107544" y="4507"/>
                </a:lnTo>
                <a:lnTo>
                  <a:pt x="114487" y="2910"/>
                </a:lnTo>
                <a:lnTo>
                  <a:pt x="121557" y="1645"/>
                </a:lnTo>
                <a:lnTo>
                  <a:pt x="128721" y="744"/>
                </a:lnTo>
                <a:lnTo>
                  <a:pt x="135996" y="190"/>
                </a:lnTo>
                <a:lnTo>
                  <a:pt x="143223" y="0"/>
                </a:lnTo>
                <a:lnTo>
                  <a:pt x="204555" y="0"/>
                </a:lnTo>
                <a:lnTo>
                  <a:pt x="204555" y="23723"/>
                </a:lnTo>
                <a:lnTo>
                  <a:pt x="143366" y="23723"/>
                </a:lnTo>
                <a:lnTo>
                  <a:pt x="143666" y="23723"/>
                </a:lnTo>
                <a:lnTo>
                  <a:pt x="136897" y="23897"/>
                </a:lnTo>
                <a:lnTo>
                  <a:pt x="137498" y="23865"/>
                </a:lnTo>
                <a:lnTo>
                  <a:pt x="130824" y="24371"/>
                </a:lnTo>
                <a:lnTo>
                  <a:pt x="131425" y="24308"/>
                </a:lnTo>
                <a:lnTo>
                  <a:pt x="124830" y="25147"/>
                </a:lnTo>
                <a:lnTo>
                  <a:pt x="125431" y="25051"/>
                </a:lnTo>
                <a:lnTo>
                  <a:pt x="118947" y="26206"/>
                </a:lnTo>
                <a:lnTo>
                  <a:pt x="119532" y="26096"/>
                </a:lnTo>
                <a:lnTo>
                  <a:pt x="113174" y="27566"/>
                </a:lnTo>
                <a:lnTo>
                  <a:pt x="113744" y="27408"/>
                </a:lnTo>
                <a:lnTo>
                  <a:pt x="113254" y="27550"/>
                </a:lnTo>
                <a:lnTo>
                  <a:pt x="106785" y="4729"/>
                </a:lnTo>
                <a:moveTo>
                  <a:pt x="275724" y="0"/>
                </a:moveTo>
                <a:lnTo>
                  <a:pt x="370616" y="0"/>
                </a:lnTo>
                <a:lnTo>
                  <a:pt x="370616" y="23723"/>
                </a:lnTo>
                <a:lnTo>
                  <a:pt x="275724" y="23723"/>
                </a:lnTo>
                <a:lnTo>
                  <a:pt x="275724" y="0"/>
                </a:lnTo>
                <a:moveTo>
                  <a:pt x="441785" y="0"/>
                </a:moveTo>
                <a:lnTo>
                  <a:pt x="536677" y="0"/>
                </a:lnTo>
                <a:lnTo>
                  <a:pt x="536677" y="23723"/>
                </a:lnTo>
                <a:lnTo>
                  <a:pt x="441785" y="23723"/>
                </a:lnTo>
                <a:lnTo>
                  <a:pt x="441785" y="0"/>
                </a:lnTo>
                <a:moveTo>
                  <a:pt x="607845" y="0"/>
                </a:moveTo>
                <a:lnTo>
                  <a:pt x="702737" y="0"/>
                </a:lnTo>
                <a:lnTo>
                  <a:pt x="702737" y="23723"/>
                </a:lnTo>
                <a:lnTo>
                  <a:pt x="607845" y="23723"/>
                </a:lnTo>
                <a:lnTo>
                  <a:pt x="607845" y="0"/>
                </a:lnTo>
                <a:moveTo>
                  <a:pt x="773906" y="0"/>
                </a:moveTo>
                <a:lnTo>
                  <a:pt x="868798" y="0"/>
                </a:lnTo>
                <a:lnTo>
                  <a:pt x="868798" y="23723"/>
                </a:lnTo>
                <a:lnTo>
                  <a:pt x="773906" y="23723"/>
                </a:lnTo>
                <a:lnTo>
                  <a:pt x="773906" y="0"/>
                </a:lnTo>
                <a:moveTo>
                  <a:pt x="939967" y="0"/>
                </a:moveTo>
                <a:lnTo>
                  <a:pt x="1034859" y="0"/>
                </a:lnTo>
                <a:lnTo>
                  <a:pt x="1034859" y="23723"/>
                </a:lnTo>
                <a:lnTo>
                  <a:pt x="939967" y="23723"/>
                </a:lnTo>
                <a:lnTo>
                  <a:pt x="939967" y="0"/>
                </a:lnTo>
                <a:moveTo>
                  <a:pt x="1106028" y="0"/>
                </a:moveTo>
                <a:lnTo>
                  <a:pt x="1200920" y="0"/>
                </a:lnTo>
                <a:lnTo>
                  <a:pt x="1200920" y="23723"/>
                </a:lnTo>
                <a:lnTo>
                  <a:pt x="1106028" y="23723"/>
                </a:lnTo>
                <a:lnTo>
                  <a:pt x="1106028" y="0"/>
                </a:lnTo>
                <a:moveTo>
                  <a:pt x="1272089" y="0"/>
                </a:moveTo>
                <a:lnTo>
                  <a:pt x="1366981" y="0"/>
                </a:lnTo>
                <a:lnTo>
                  <a:pt x="1366981" y="23723"/>
                </a:lnTo>
                <a:lnTo>
                  <a:pt x="1272089" y="23723"/>
                </a:lnTo>
                <a:lnTo>
                  <a:pt x="1272089" y="0"/>
                </a:lnTo>
                <a:moveTo>
                  <a:pt x="1438149" y="0"/>
                </a:moveTo>
                <a:lnTo>
                  <a:pt x="1533041" y="0"/>
                </a:lnTo>
                <a:lnTo>
                  <a:pt x="1533041" y="23723"/>
                </a:lnTo>
                <a:lnTo>
                  <a:pt x="1438149" y="23723"/>
                </a:lnTo>
                <a:lnTo>
                  <a:pt x="1438149" y="0"/>
                </a:lnTo>
                <a:moveTo>
                  <a:pt x="1604210" y="0"/>
                </a:moveTo>
                <a:lnTo>
                  <a:pt x="1640744" y="0"/>
                </a:lnTo>
                <a:lnTo>
                  <a:pt x="1647972" y="190"/>
                </a:lnTo>
                <a:lnTo>
                  <a:pt x="1655247" y="744"/>
                </a:lnTo>
                <a:lnTo>
                  <a:pt x="1662410" y="1645"/>
                </a:lnTo>
                <a:lnTo>
                  <a:pt x="1669479" y="2910"/>
                </a:lnTo>
                <a:lnTo>
                  <a:pt x="1676423" y="4507"/>
                </a:lnTo>
                <a:lnTo>
                  <a:pt x="1683223" y="6437"/>
                </a:lnTo>
                <a:lnTo>
                  <a:pt x="1689898" y="8699"/>
                </a:lnTo>
                <a:lnTo>
                  <a:pt x="1696414" y="11260"/>
                </a:lnTo>
                <a:lnTo>
                  <a:pt x="1702075" y="13838"/>
                </a:lnTo>
                <a:lnTo>
                  <a:pt x="1692301" y="35442"/>
                </a:lnTo>
                <a:lnTo>
                  <a:pt x="1686892" y="33007"/>
                </a:lnTo>
                <a:lnTo>
                  <a:pt x="1687431" y="33228"/>
                </a:lnTo>
                <a:lnTo>
                  <a:pt x="1681468" y="30871"/>
                </a:lnTo>
                <a:lnTo>
                  <a:pt x="1682005" y="31077"/>
                </a:lnTo>
                <a:lnTo>
                  <a:pt x="1675901" y="29005"/>
                </a:lnTo>
                <a:lnTo>
                  <a:pt x="1676471" y="29179"/>
                </a:lnTo>
                <a:lnTo>
                  <a:pt x="1670224" y="27408"/>
                </a:lnTo>
                <a:lnTo>
                  <a:pt x="1670792" y="27566"/>
                </a:lnTo>
                <a:lnTo>
                  <a:pt x="1664434" y="26096"/>
                </a:lnTo>
                <a:lnTo>
                  <a:pt x="1665019" y="26206"/>
                </a:lnTo>
                <a:lnTo>
                  <a:pt x="1658536" y="25051"/>
                </a:lnTo>
                <a:lnTo>
                  <a:pt x="1659137" y="25147"/>
                </a:lnTo>
                <a:lnTo>
                  <a:pt x="1652542" y="24308"/>
                </a:lnTo>
                <a:lnTo>
                  <a:pt x="1653143" y="24371"/>
                </a:lnTo>
                <a:lnTo>
                  <a:pt x="1646469" y="23865"/>
                </a:lnTo>
                <a:lnTo>
                  <a:pt x="1647069" y="23897"/>
                </a:lnTo>
                <a:lnTo>
                  <a:pt x="1640301" y="23723"/>
                </a:lnTo>
                <a:lnTo>
                  <a:pt x="1640601" y="23723"/>
                </a:lnTo>
                <a:lnTo>
                  <a:pt x="1604210" y="23723"/>
                </a:lnTo>
                <a:lnTo>
                  <a:pt x="1604210" y="0"/>
                </a:lnTo>
                <a:moveTo>
                  <a:pt x="1760229" y="64369"/>
                </a:moveTo>
                <a:lnTo>
                  <a:pt x="1763202" y="69018"/>
                </a:lnTo>
                <a:lnTo>
                  <a:pt x="1766664" y="75028"/>
                </a:lnTo>
                <a:lnTo>
                  <a:pt x="1769828" y="81212"/>
                </a:lnTo>
                <a:lnTo>
                  <a:pt x="1772707" y="87553"/>
                </a:lnTo>
                <a:lnTo>
                  <a:pt x="1775268" y="94069"/>
                </a:lnTo>
                <a:lnTo>
                  <a:pt x="1777530" y="100743"/>
                </a:lnTo>
                <a:lnTo>
                  <a:pt x="1779460" y="107544"/>
                </a:lnTo>
                <a:lnTo>
                  <a:pt x="1781056" y="114487"/>
                </a:lnTo>
                <a:lnTo>
                  <a:pt x="1782323" y="121557"/>
                </a:lnTo>
                <a:lnTo>
                  <a:pt x="1783224" y="128721"/>
                </a:lnTo>
                <a:lnTo>
                  <a:pt x="1783777" y="135996"/>
                </a:lnTo>
                <a:lnTo>
                  <a:pt x="1783967" y="143223"/>
                </a:lnTo>
                <a:lnTo>
                  <a:pt x="1783967" y="161348"/>
                </a:lnTo>
                <a:lnTo>
                  <a:pt x="1760244" y="161348"/>
                </a:lnTo>
                <a:lnTo>
                  <a:pt x="1760244" y="143366"/>
                </a:lnTo>
                <a:lnTo>
                  <a:pt x="1760244" y="143666"/>
                </a:lnTo>
                <a:lnTo>
                  <a:pt x="1760070" y="136897"/>
                </a:lnTo>
                <a:lnTo>
                  <a:pt x="1760102" y="137498"/>
                </a:lnTo>
                <a:lnTo>
                  <a:pt x="1759595" y="130824"/>
                </a:lnTo>
                <a:lnTo>
                  <a:pt x="1759659" y="131425"/>
                </a:lnTo>
                <a:lnTo>
                  <a:pt x="1758821" y="124830"/>
                </a:lnTo>
                <a:lnTo>
                  <a:pt x="1758916" y="125431"/>
                </a:lnTo>
                <a:lnTo>
                  <a:pt x="1757761" y="118947"/>
                </a:lnTo>
                <a:lnTo>
                  <a:pt x="1757872" y="119532"/>
                </a:lnTo>
                <a:lnTo>
                  <a:pt x="1756401" y="113174"/>
                </a:lnTo>
                <a:lnTo>
                  <a:pt x="1756559" y="113744"/>
                </a:lnTo>
                <a:lnTo>
                  <a:pt x="1754788" y="107496"/>
                </a:lnTo>
                <a:lnTo>
                  <a:pt x="1754961" y="108066"/>
                </a:lnTo>
                <a:lnTo>
                  <a:pt x="1752890" y="101962"/>
                </a:lnTo>
                <a:lnTo>
                  <a:pt x="1753095" y="102499"/>
                </a:lnTo>
                <a:lnTo>
                  <a:pt x="1750738" y="96537"/>
                </a:lnTo>
                <a:lnTo>
                  <a:pt x="1750961" y="97074"/>
                </a:lnTo>
                <a:lnTo>
                  <a:pt x="1748335" y="91239"/>
                </a:lnTo>
                <a:lnTo>
                  <a:pt x="1748572" y="91760"/>
                </a:lnTo>
                <a:lnTo>
                  <a:pt x="1745678" y="86099"/>
                </a:lnTo>
                <a:lnTo>
                  <a:pt x="1745947" y="86605"/>
                </a:lnTo>
                <a:lnTo>
                  <a:pt x="1742784" y="81085"/>
                </a:lnTo>
                <a:lnTo>
                  <a:pt x="1743084" y="81576"/>
                </a:lnTo>
                <a:lnTo>
                  <a:pt x="1740253" y="77178"/>
                </a:lnTo>
                <a:lnTo>
                  <a:pt x="1760229" y="64369"/>
                </a:lnTo>
                <a:moveTo>
                  <a:pt x="1783967" y="232517"/>
                </a:moveTo>
                <a:lnTo>
                  <a:pt x="1783967" y="327409"/>
                </a:lnTo>
                <a:lnTo>
                  <a:pt x="1760244" y="327409"/>
                </a:lnTo>
                <a:lnTo>
                  <a:pt x="1760244" y="232517"/>
                </a:lnTo>
                <a:lnTo>
                  <a:pt x="1783967" y="232517"/>
                </a:lnTo>
                <a:moveTo>
                  <a:pt x="1783967" y="398577"/>
                </a:moveTo>
                <a:lnTo>
                  <a:pt x="1783967" y="493469"/>
                </a:lnTo>
                <a:lnTo>
                  <a:pt x="1760244" y="493469"/>
                </a:lnTo>
                <a:lnTo>
                  <a:pt x="1760244" y="398577"/>
                </a:lnTo>
                <a:lnTo>
                  <a:pt x="1783967" y="398577"/>
                </a:lnTo>
                <a:moveTo>
                  <a:pt x="1783967" y="564638"/>
                </a:moveTo>
                <a:lnTo>
                  <a:pt x="1783967" y="659530"/>
                </a:lnTo>
                <a:lnTo>
                  <a:pt x="1760244" y="659530"/>
                </a:lnTo>
                <a:lnTo>
                  <a:pt x="1760244" y="564638"/>
                </a:lnTo>
                <a:lnTo>
                  <a:pt x="1783967" y="564638"/>
                </a:lnTo>
                <a:moveTo>
                  <a:pt x="1783967" y="730699"/>
                </a:moveTo>
                <a:lnTo>
                  <a:pt x="1783967" y="825591"/>
                </a:lnTo>
                <a:lnTo>
                  <a:pt x="1760244" y="825591"/>
                </a:lnTo>
                <a:lnTo>
                  <a:pt x="1760244" y="730699"/>
                </a:lnTo>
                <a:lnTo>
                  <a:pt x="1783967" y="730699"/>
                </a:lnTo>
                <a:moveTo>
                  <a:pt x="1783967" y="896760"/>
                </a:moveTo>
                <a:lnTo>
                  <a:pt x="1783967" y="991652"/>
                </a:lnTo>
                <a:lnTo>
                  <a:pt x="1760244" y="991652"/>
                </a:lnTo>
                <a:lnTo>
                  <a:pt x="1760244" y="896760"/>
                </a:lnTo>
                <a:lnTo>
                  <a:pt x="1783967" y="896760"/>
                </a:lnTo>
                <a:moveTo>
                  <a:pt x="1783967" y="1062821"/>
                </a:moveTo>
                <a:lnTo>
                  <a:pt x="1783967" y="1157712"/>
                </a:lnTo>
                <a:lnTo>
                  <a:pt x="1760244" y="1157712"/>
                </a:lnTo>
                <a:lnTo>
                  <a:pt x="1760244" y="1062821"/>
                </a:lnTo>
                <a:lnTo>
                  <a:pt x="1783967" y="1062821"/>
                </a:lnTo>
                <a:moveTo>
                  <a:pt x="1783967" y="1228881"/>
                </a:moveTo>
                <a:lnTo>
                  <a:pt x="1783967" y="1323773"/>
                </a:lnTo>
                <a:lnTo>
                  <a:pt x="1760244" y="1323773"/>
                </a:lnTo>
                <a:lnTo>
                  <a:pt x="1760244" y="1228881"/>
                </a:lnTo>
                <a:lnTo>
                  <a:pt x="1783967" y="1228881"/>
                </a:lnTo>
                <a:moveTo>
                  <a:pt x="1783967" y="1394942"/>
                </a:moveTo>
                <a:lnTo>
                  <a:pt x="1783967" y="1489834"/>
                </a:lnTo>
                <a:lnTo>
                  <a:pt x="1760244" y="1489834"/>
                </a:lnTo>
                <a:lnTo>
                  <a:pt x="1760244" y="1394942"/>
                </a:lnTo>
                <a:lnTo>
                  <a:pt x="1783967" y="1394942"/>
                </a:lnTo>
                <a:moveTo>
                  <a:pt x="1783967" y="1561003"/>
                </a:moveTo>
                <a:lnTo>
                  <a:pt x="1783967" y="1655895"/>
                </a:lnTo>
                <a:lnTo>
                  <a:pt x="1760244" y="1655895"/>
                </a:lnTo>
                <a:lnTo>
                  <a:pt x="1760244" y="1561003"/>
                </a:lnTo>
                <a:lnTo>
                  <a:pt x="1783967" y="1561003"/>
                </a:lnTo>
                <a:moveTo>
                  <a:pt x="1783967" y="1727064"/>
                </a:moveTo>
                <a:lnTo>
                  <a:pt x="1783967" y="1797315"/>
                </a:lnTo>
                <a:lnTo>
                  <a:pt x="1783777" y="1804543"/>
                </a:lnTo>
                <a:lnTo>
                  <a:pt x="1783224" y="1811818"/>
                </a:lnTo>
                <a:lnTo>
                  <a:pt x="1782323" y="1818983"/>
                </a:lnTo>
                <a:lnTo>
                  <a:pt x="1781437" y="1823901"/>
                </a:lnTo>
                <a:lnTo>
                  <a:pt x="1758093" y="1819726"/>
                </a:lnTo>
                <a:lnTo>
                  <a:pt x="1758916" y="1815107"/>
                </a:lnTo>
                <a:lnTo>
                  <a:pt x="1758821" y="1815708"/>
                </a:lnTo>
                <a:lnTo>
                  <a:pt x="1759659" y="1809113"/>
                </a:lnTo>
                <a:lnTo>
                  <a:pt x="1759595" y="1809715"/>
                </a:lnTo>
                <a:lnTo>
                  <a:pt x="1760102" y="1803041"/>
                </a:lnTo>
                <a:lnTo>
                  <a:pt x="1760070" y="1803642"/>
                </a:lnTo>
                <a:lnTo>
                  <a:pt x="1760244" y="1796872"/>
                </a:lnTo>
                <a:lnTo>
                  <a:pt x="1760244" y="1797173"/>
                </a:lnTo>
                <a:lnTo>
                  <a:pt x="1760244" y="1727064"/>
                </a:lnTo>
                <a:lnTo>
                  <a:pt x="1783967" y="1727064"/>
                </a:lnTo>
                <a:moveTo>
                  <a:pt x="1747576" y="1892586"/>
                </a:moveTo>
                <a:lnTo>
                  <a:pt x="1746722" y="1893568"/>
                </a:lnTo>
                <a:lnTo>
                  <a:pt x="1741977" y="1898549"/>
                </a:lnTo>
                <a:lnTo>
                  <a:pt x="1736995" y="1903294"/>
                </a:lnTo>
                <a:lnTo>
                  <a:pt x="1731808" y="1907801"/>
                </a:lnTo>
                <a:lnTo>
                  <a:pt x="1726383" y="1912055"/>
                </a:lnTo>
                <a:lnTo>
                  <a:pt x="1720769" y="1916057"/>
                </a:lnTo>
                <a:lnTo>
                  <a:pt x="1714949" y="1919773"/>
                </a:lnTo>
                <a:lnTo>
                  <a:pt x="1708939" y="1923237"/>
                </a:lnTo>
                <a:lnTo>
                  <a:pt x="1702755" y="1926400"/>
                </a:lnTo>
                <a:lnTo>
                  <a:pt x="1696414" y="1929278"/>
                </a:lnTo>
                <a:lnTo>
                  <a:pt x="1689898" y="1931840"/>
                </a:lnTo>
                <a:lnTo>
                  <a:pt x="1683223" y="1934102"/>
                </a:lnTo>
                <a:lnTo>
                  <a:pt x="1676423" y="1936031"/>
                </a:lnTo>
                <a:lnTo>
                  <a:pt x="1669479" y="1937629"/>
                </a:lnTo>
                <a:lnTo>
                  <a:pt x="1662410" y="1938894"/>
                </a:lnTo>
                <a:lnTo>
                  <a:pt x="1657792" y="1939479"/>
                </a:lnTo>
                <a:lnTo>
                  <a:pt x="1654804" y="1915945"/>
                </a:lnTo>
                <a:lnTo>
                  <a:pt x="1659137" y="1915392"/>
                </a:lnTo>
                <a:lnTo>
                  <a:pt x="1658536" y="1915487"/>
                </a:lnTo>
                <a:lnTo>
                  <a:pt x="1665019" y="1914333"/>
                </a:lnTo>
                <a:lnTo>
                  <a:pt x="1664434" y="1914443"/>
                </a:lnTo>
                <a:lnTo>
                  <a:pt x="1670792" y="1912972"/>
                </a:lnTo>
                <a:lnTo>
                  <a:pt x="1670224" y="1913131"/>
                </a:lnTo>
                <a:lnTo>
                  <a:pt x="1676471" y="1911359"/>
                </a:lnTo>
                <a:lnTo>
                  <a:pt x="1675901" y="1911533"/>
                </a:lnTo>
                <a:lnTo>
                  <a:pt x="1682005" y="1909461"/>
                </a:lnTo>
                <a:lnTo>
                  <a:pt x="1681468" y="1909667"/>
                </a:lnTo>
                <a:lnTo>
                  <a:pt x="1687431" y="1907311"/>
                </a:lnTo>
                <a:lnTo>
                  <a:pt x="1686892" y="1907532"/>
                </a:lnTo>
                <a:lnTo>
                  <a:pt x="1692728" y="1904906"/>
                </a:lnTo>
                <a:lnTo>
                  <a:pt x="1692207" y="1905144"/>
                </a:lnTo>
                <a:lnTo>
                  <a:pt x="1697868" y="1902250"/>
                </a:lnTo>
                <a:lnTo>
                  <a:pt x="1697363" y="1902518"/>
                </a:lnTo>
                <a:lnTo>
                  <a:pt x="1702882" y="1899356"/>
                </a:lnTo>
                <a:lnTo>
                  <a:pt x="1702391" y="1899656"/>
                </a:lnTo>
                <a:lnTo>
                  <a:pt x="1707721" y="1896224"/>
                </a:lnTo>
                <a:lnTo>
                  <a:pt x="1707247" y="1896556"/>
                </a:lnTo>
                <a:lnTo>
                  <a:pt x="1712402" y="1892887"/>
                </a:lnTo>
                <a:lnTo>
                  <a:pt x="1711944" y="1893219"/>
                </a:lnTo>
                <a:lnTo>
                  <a:pt x="1716925" y="1889329"/>
                </a:lnTo>
                <a:lnTo>
                  <a:pt x="1716484" y="1889677"/>
                </a:lnTo>
                <a:lnTo>
                  <a:pt x="1721259" y="1885548"/>
                </a:lnTo>
                <a:lnTo>
                  <a:pt x="1720832" y="1885928"/>
                </a:lnTo>
                <a:lnTo>
                  <a:pt x="1725403" y="1881579"/>
                </a:lnTo>
                <a:lnTo>
                  <a:pt x="1725007" y="1881975"/>
                </a:lnTo>
                <a:lnTo>
                  <a:pt x="1729357" y="1877404"/>
                </a:lnTo>
                <a:lnTo>
                  <a:pt x="1728977" y="1877831"/>
                </a:lnTo>
                <a:lnTo>
                  <a:pt x="1729642" y="1877056"/>
                </a:lnTo>
                <a:lnTo>
                  <a:pt x="1747576" y="1892586"/>
                </a:lnTo>
                <a:moveTo>
                  <a:pt x="1585168" y="1940539"/>
                </a:moveTo>
                <a:lnTo>
                  <a:pt x="1490276" y="1940539"/>
                </a:lnTo>
                <a:lnTo>
                  <a:pt x="1490276" y="1916816"/>
                </a:lnTo>
                <a:lnTo>
                  <a:pt x="1585168" y="1916816"/>
                </a:lnTo>
                <a:lnTo>
                  <a:pt x="1585168" y="1940539"/>
                </a:lnTo>
                <a:moveTo>
                  <a:pt x="1419108" y="1940539"/>
                </a:moveTo>
                <a:lnTo>
                  <a:pt x="1324216" y="1940539"/>
                </a:lnTo>
                <a:lnTo>
                  <a:pt x="1324216" y="1916816"/>
                </a:lnTo>
                <a:lnTo>
                  <a:pt x="1419108" y="1916816"/>
                </a:lnTo>
                <a:lnTo>
                  <a:pt x="1419108" y="1940539"/>
                </a:lnTo>
                <a:moveTo>
                  <a:pt x="1253047" y="1940539"/>
                </a:moveTo>
                <a:lnTo>
                  <a:pt x="1158155" y="1940539"/>
                </a:lnTo>
                <a:lnTo>
                  <a:pt x="1158155" y="1916816"/>
                </a:lnTo>
                <a:lnTo>
                  <a:pt x="1253047" y="1916816"/>
                </a:lnTo>
                <a:lnTo>
                  <a:pt x="1253047" y="1940539"/>
                </a:lnTo>
                <a:moveTo>
                  <a:pt x="1086986" y="1940539"/>
                </a:moveTo>
                <a:lnTo>
                  <a:pt x="992094" y="1940539"/>
                </a:lnTo>
                <a:lnTo>
                  <a:pt x="992094" y="1916816"/>
                </a:lnTo>
                <a:lnTo>
                  <a:pt x="1086986" y="1916816"/>
                </a:lnTo>
                <a:lnTo>
                  <a:pt x="1086986" y="1940539"/>
                </a:lnTo>
                <a:moveTo>
                  <a:pt x="920925" y="1940539"/>
                </a:moveTo>
                <a:lnTo>
                  <a:pt x="826033" y="1940539"/>
                </a:lnTo>
                <a:lnTo>
                  <a:pt x="826033" y="1916816"/>
                </a:lnTo>
                <a:lnTo>
                  <a:pt x="920925" y="1916816"/>
                </a:lnTo>
                <a:lnTo>
                  <a:pt x="920925" y="1940539"/>
                </a:lnTo>
                <a:moveTo>
                  <a:pt x="754864" y="1940539"/>
                </a:moveTo>
                <a:lnTo>
                  <a:pt x="659973" y="1940539"/>
                </a:lnTo>
                <a:lnTo>
                  <a:pt x="659973" y="1916816"/>
                </a:lnTo>
                <a:lnTo>
                  <a:pt x="754864" y="1916816"/>
                </a:lnTo>
                <a:lnTo>
                  <a:pt x="754864" y="1940539"/>
                </a:lnTo>
                <a:moveTo>
                  <a:pt x="588804" y="1940539"/>
                </a:moveTo>
                <a:lnTo>
                  <a:pt x="493912" y="1940539"/>
                </a:lnTo>
                <a:lnTo>
                  <a:pt x="493912" y="1916816"/>
                </a:lnTo>
                <a:lnTo>
                  <a:pt x="588804" y="1916816"/>
                </a:lnTo>
                <a:lnTo>
                  <a:pt x="588804" y="1940539"/>
                </a:lnTo>
                <a:moveTo>
                  <a:pt x="422743" y="1940539"/>
                </a:moveTo>
                <a:lnTo>
                  <a:pt x="327851" y="1940539"/>
                </a:lnTo>
                <a:lnTo>
                  <a:pt x="327851" y="1916816"/>
                </a:lnTo>
                <a:lnTo>
                  <a:pt x="422743" y="1916816"/>
                </a:lnTo>
                <a:lnTo>
                  <a:pt x="422743" y="1940539"/>
                </a:lnTo>
                <a:moveTo>
                  <a:pt x="256683" y="1940539"/>
                </a:moveTo>
                <a:lnTo>
                  <a:pt x="161791" y="1940539"/>
                </a:lnTo>
                <a:lnTo>
                  <a:pt x="161791" y="1916816"/>
                </a:lnTo>
                <a:lnTo>
                  <a:pt x="256683" y="1916816"/>
                </a:lnTo>
                <a:lnTo>
                  <a:pt x="256683" y="1940539"/>
                </a:lnTo>
                <a:moveTo>
                  <a:pt x="87126" y="1929072"/>
                </a:moveTo>
                <a:lnTo>
                  <a:pt x="81211" y="1926400"/>
                </a:lnTo>
                <a:lnTo>
                  <a:pt x="75028" y="1923237"/>
                </a:lnTo>
                <a:lnTo>
                  <a:pt x="69018" y="1919773"/>
                </a:lnTo>
                <a:lnTo>
                  <a:pt x="63198" y="1916057"/>
                </a:lnTo>
                <a:lnTo>
                  <a:pt x="57584" y="1912055"/>
                </a:lnTo>
                <a:lnTo>
                  <a:pt x="52158" y="1907801"/>
                </a:lnTo>
                <a:lnTo>
                  <a:pt x="46972" y="1903294"/>
                </a:lnTo>
                <a:lnTo>
                  <a:pt x="41989" y="1898549"/>
                </a:lnTo>
                <a:lnTo>
                  <a:pt x="37245" y="1893568"/>
                </a:lnTo>
                <a:lnTo>
                  <a:pt x="32738" y="1888380"/>
                </a:lnTo>
                <a:lnTo>
                  <a:pt x="28483" y="1882955"/>
                </a:lnTo>
                <a:lnTo>
                  <a:pt x="24482" y="1877341"/>
                </a:lnTo>
                <a:lnTo>
                  <a:pt x="20765" y="1871521"/>
                </a:lnTo>
                <a:lnTo>
                  <a:pt x="17302" y="1865511"/>
                </a:lnTo>
                <a:lnTo>
                  <a:pt x="14139" y="1859327"/>
                </a:lnTo>
                <a:lnTo>
                  <a:pt x="14012" y="1859042"/>
                </a:lnTo>
                <a:lnTo>
                  <a:pt x="35632" y="1849268"/>
                </a:lnTo>
                <a:lnTo>
                  <a:pt x="35521" y="1849031"/>
                </a:lnTo>
                <a:lnTo>
                  <a:pt x="35632" y="1849300"/>
                </a:lnTo>
                <a:lnTo>
                  <a:pt x="35379" y="1848778"/>
                </a:lnTo>
                <a:lnTo>
                  <a:pt x="38288" y="1854440"/>
                </a:lnTo>
                <a:lnTo>
                  <a:pt x="38020" y="1853934"/>
                </a:lnTo>
                <a:lnTo>
                  <a:pt x="41183" y="1859453"/>
                </a:lnTo>
                <a:lnTo>
                  <a:pt x="40882" y="1858963"/>
                </a:lnTo>
                <a:lnTo>
                  <a:pt x="44298" y="1864293"/>
                </a:lnTo>
                <a:lnTo>
                  <a:pt x="43982" y="1863818"/>
                </a:lnTo>
                <a:lnTo>
                  <a:pt x="47652" y="1868974"/>
                </a:lnTo>
                <a:lnTo>
                  <a:pt x="47319" y="1868516"/>
                </a:lnTo>
                <a:lnTo>
                  <a:pt x="51210" y="1873498"/>
                </a:lnTo>
                <a:lnTo>
                  <a:pt x="50862" y="1873055"/>
                </a:lnTo>
                <a:lnTo>
                  <a:pt x="54990" y="1877831"/>
                </a:lnTo>
                <a:lnTo>
                  <a:pt x="54610" y="1877404"/>
                </a:lnTo>
                <a:lnTo>
                  <a:pt x="58959" y="1881975"/>
                </a:lnTo>
                <a:lnTo>
                  <a:pt x="58564" y="1881579"/>
                </a:lnTo>
                <a:lnTo>
                  <a:pt x="63135" y="1885928"/>
                </a:lnTo>
                <a:lnTo>
                  <a:pt x="62708" y="1885548"/>
                </a:lnTo>
                <a:lnTo>
                  <a:pt x="67484" y="1889677"/>
                </a:lnTo>
                <a:lnTo>
                  <a:pt x="67041" y="1889329"/>
                </a:lnTo>
                <a:lnTo>
                  <a:pt x="72022" y="1893219"/>
                </a:lnTo>
                <a:lnTo>
                  <a:pt x="71564" y="1892887"/>
                </a:lnTo>
                <a:lnTo>
                  <a:pt x="76720" y="1896556"/>
                </a:lnTo>
                <a:lnTo>
                  <a:pt x="76245" y="1896224"/>
                </a:lnTo>
                <a:lnTo>
                  <a:pt x="81575" y="1899656"/>
                </a:lnTo>
                <a:lnTo>
                  <a:pt x="81085" y="1899356"/>
                </a:lnTo>
                <a:lnTo>
                  <a:pt x="86605" y="1902518"/>
                </a:lnTo>
                <a:lnTo>
                  <a:pt x="86098" y="1902250"/>
                </a:lnTo>
                <a:lnTo>
                  <a:pt x="91761" y="1905144"/>
                </a:lnTo>
                <a:lnTo>
                  <a:pt x="91239" y="1904906"/>
                </a:lnTo>
                <a:lnTo>
                  <a:pt x="96900" y="1907453"/>
                </a:lnTo>
                <a:lnTo>
                  <a:pt x="87126" y="1929072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ext-48 Instruction">
            <a:extLst xmlns:a="http://schemas.openxmlformats.org/drawingml/2006/main">
              <a:ext uri="{FF2B5EF4-FFF2-40B4-BE49-F238E27FC236}">
                <a16:creationId xmlns:a16="http://schemas.microsoft.com/office/drawing/2014/main" id="{E1EB4CD9-4B33-47D2-AA75-0118C3AE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5716" y="5020728"/>
            <a:ext cx="1142795" cy="354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Instruction</a:t>
            </a:r>
          </a:p>
        </p:txBody>
      </p:sp>
      <p:sp>
        <p:nvSpPr>
          <p:cNvPr id="53" name="text-49 Where">
            <a:extLst xmlns:a="http://schemas.openxmlformats.org/drawingml/2006/main">
              <a:ext uri="{FF2B5EF4-FFF2-40B4-BE49-F238E27FC236}">
                <a16:creationId xmlns:a16="http://schemas.microsoft.com/office/drawing/2014/main" id="{92038078-3A3A-4003-92CE-ADE6759C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8633" y="3260706"/>
            <a:ext cx="719765" cy="35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Where</a:t>
            </a:r>
          </a:p>
        </p:txBody>
      </p:sp>
      <p:sp>
        <p:nvSpPr>
          <p:cNvPr id="54" name="text-49 is">
            <a:extLst xmlns:a="http://schemas.openxmlformats.org/drawingml/2006/main">
              <a:ext uri="{FF2B5EF4-FFF2-40B4-BE49-F238E27FC236}">
                <a16:creationId xmlns:a16="http://schemas.microsoft.com/office/drawing/2014/main" id="{CBCBD906-B59E-4B77-B720-5619D65D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6418" y="3260962"/>
            <a:ext cx="214067" cy="354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55" name="text-49 the">
            <a:extLst xmlns:a="http://schemas.openxmlformats.org/drawingml/2006/main">
              <a:ext uri="{FF2B5EF4-FFF2-40B4-BE49-F238E27FC236}">
                <a16:creationId xmlns:a16="http://schemas.microsoft.com/office/drawing/2014/main" id="{2A363845-BBB5-4646-BA8A-0103AE0A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8903" y="3260931"/>
            <a:ext cx="354390" cy="354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56" name="text-50 basketball">
            <a:extLst xmlns:a="http://schemas.openxmlformats.org/drawingml/2006/main">
              <a:ext uri="{FF2B5EF4-FFF2-40B4-BE49-F238E27FC236}">
                <a16:creationId xmlns:a16="http://schemas.microsoft.com/office/drawing/2014/main" id="{AB0E35E7-18E3-474D-B2ED-719548BA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8633" y="3564275"/>
            <a:ext cx="1071703" cy="354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basketball</a:t>
            </a:r>
          </a:p>
        </p:txBody>
      </p:sp>
      <p:sp>
        <p:nvSpPr>
          <p:cNvPr id="57" name="text-51 player">
            <a:extLst xmlns:a="http://schemas.openxmlformats.org/drawingml/2006/main">
              <a:ext uri="{FF2B5EF4-FFF2-40B4-BE49-F238E27FC236}">
                <a16:creationId xmlns:a16="http://schemas.microsoft.com/office/drawing/2014/main" id="{C3796B49-9C57-451C-BA16-F4C74075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8633" y="3868067"/>
            <a:ext cx="677562" cy="354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58" name="text-51 on">
            <a:extLst xmlns:a="http://schemas.openxmlformats.org/drawingml/2006/main">
              <a:ext uri="{FF2B5EF4-FFF2-40B4-BE49-F238E27FC236}">
                <a16:creationId xmlns:a16="http://schemas.microsoft.com/office/drawing/2014/main" id="{163FF228-A863-4AE7-80EA-B80C001B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4507" y="3868391"/>
            <a:ext cx="298150" cy="3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59" name="text-51 the">
            <a:extLst xmlns:a="http://schemas.openxmlformats.org/drawingml/2006/main">
              <a:ext uri="{FF2B5EF4-FFF2-40B4-BE49-F238E27FC236}">
                <a16:creationId xmlns:a16="http://schemas.microsoft.com/office/drawing/2014/main" id="{756D7B5F-E045-4ECF-A553-2F601375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0813" y="3868239"/>
            <a:ext cx="354390" cy="354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60" name="text-52 court">
            <a:extLst xmlns:a="http://schemas.openxmlformats.org/drawingml/2006/main">
              <a:ext uri="{FF2B5EF4-FFF2-40B4-BE49-F238E27FC236}">
                <a16:creationId xmlns:a16="http://schemas.microsoft.com/office/drawing/2014/main" id="{AF01A99B-5BEE-4F2B-92AF-2DAAFD8E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8633" y="4171611"/>
            <a:ext cx="565608" cy="354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court</a:t>
            </a:r>
          </a:p>
        </p:txBody>
      </p:sp>
      <p:sp>
        <p:nvSpPr>
          <p:cNvPr id="61" name="text-52 at">
            <a:extLst xmlns:a="http://schemas.openxmlformats.org/drawingml/2006/main">
              <a:ext uri="{FF2B5EF4-FFF2-40B4-BE49-F238E27FC236}">
                <a16:creationId xmlns:a16="http://schemas.microsoft.com/office/drawing/2014/main" id="{74964003-BE3D-4246-91C7-FD399480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2218" y="4171951"/>
            <a:ext cx="227889" cy="35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62" name="text-52 frames">
            <a:extLst xmlns:a="http://schemas.openxmlformats.org/drawingml/2006/main">
              <a:ext uri="{FF2B5EF4-FFF2-40B4-BE49-F238E27FC236}">
                <a16:creationId xmlns:a16="http://schemas.microsoft.com/office/drawing/2014/main" id="{6AD562BD-D67C-4235-9D46-ED81C486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8146" y="4171474"/>
            <a:ext cx="734472" cy="354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frames</a:t>
            </a:r>
          </a:p>
        </p:txBody>
      </p:sp>
      <p:sp>
        <p:nvSpPr>
          <p:cNvPr id="63" name="text-53 t">
            <a:extLst xmlns:a="http://schemas.openxmlformats.org/drawingml/2006/main">
              <a:ext uri="{FF2B5EF4-FFF2-40B4-BE49-F238E27FC236}">
                <a16:creationId xmlns:a16="http://schemas.microsoft.com/office/drawing/2014/main" id="{379352BE-908C-4C06-A18A-33CF1964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8633" y="4475951"/>
            <a:ext cx="115539" cy="353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64" name="text-54 1">
            <a:extLst xmlns:a="http://schemas.openxmlformats.org/drawingml/2006/main">
              <a:ext uri="{FF2B5EF4-FFF2-40B4-BE49-F238E27FC236}">
                <a16:creationId xmlns:a16="http://schemas.microsoft.com/office/drawing/2014/main" id="{49F9A6AD-20B4-4E31-9DC7-0F7CD3D9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9011" y="4613708"/>
            <a:ext cx="112403" cy="231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5" name="text-55 ,">
            <a:extLst xmlns:a="http://schemas.openxmlformats.org/drawingml/2006/main">
              <a:ext uri="{FF2B5EF4-FFF2-40B4-BE49-F238E27FC236}">
                <a16:creationId xmlns:a16="http://schemas.microsoft.com/office/drawing/2014/main" id="{9154CD38-5BBC-486C-9F53-2F27D575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2371" y="4476190"/>
            <a:ext cx="108475" cy="35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66" name="text-56 t">
            <a:extLst xmlns:a="http://schemas.openxmlformats.org/drawingml/2006/main">
              <a:ext uri="{FF2B5EF4-FFF2-40B4-BE49-F238E27FC236}">
                <a16:creationId xmlns:a16="http://schemas.microsoft.com/office/drawing/2014/main" id="{26D790D9-DD4B-4CB9-8BCB-6FB4CF95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8894" y="4475951"/>
            <a:ext cx="115539" cy="353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67" name="text-57 2">
            <a:extLst xmlns:a="http://schemas.openxmlformats.org/drawingml/2006/main">
              <a:ext uri="{FF2B5EF4-FFF2-40B4-BE49-F238E27FC236}">
                <a16:creationId xmlns:a16="http://schemas.microsoft.com/office/drawing/2014/main" id="{C0B200C1-959C-4B60-8439-C47D20F1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9271" y="4613708"/>
            <a:ext cx="112403" cy="231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8" name="text-58 ,">
            <a:extLst xmlns:a="http://schemas.openxmlformats.org/drawingml/2006/main">
              <a:ext uri="{FF2B5EF4-FFF2-40B4-BE49-F238E27FC236}">
                <a16:creationId xmlns:a16="http://schemas.microsoft.com/office/drawing/2014/main" id="{0BA1C5A5-2BEB-43D9-A5A6-1E578270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2631" y="4476190"/>
            <a:ext cx="108475" cy="35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69" name="text-60 t">
            <a:extLst xmlns:a="http://schemas.openxmlformats.org/drawingml/2006/main">
              <a:ext uri="{FF2B5EF4-FFF2-40B4-BE49-F238E27FC236}">
                <a16:creationId xmlns:a16="http://schemas.microsoft.com/office/drawing/2014/main" id="{C5E5D631-57EA-4F26-A02F-2CA6F700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9153" y="4475951"/>
            <a:ext cx="115539" cy="353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70" name="text-61 3">
            <a:extLst xmlns:a="http://schemas.openxmlformats.org/drawingml/2006/main">
              <a:ext uri="{FF2B5EF4-FFF2-40B4-BE49-F238E27FC236}">
                <a16:creationId xmlns:a16="http://schemas.microsoft.com/office/drawing/2014/main" id="{48F48E9B-8378-4D55-A4BC-FEC696EB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9531" y="4613708"/>
            <a:ext cx="112403" cy="231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1" name="text-62 ?">
            <a:extLst xmlns:a="http://schemas.openxmlformats.org/drawingml/2006/main">
              <a:ext uri="{FF2B5EF4-FFF2-40B4-BE49-F238E27FC236}">
                <a16:creationId xmlns:a16="http://schemas.microsoft.com/office/drawing/2014/main" id="{1DDD04DE-A348-4E97-834A-FFDBDF7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1771" y="4476124"/>
            <a:ext cx="157386" cy="353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sp>
        <p:nvSpPr>
          <p:cNvPr id="72" name="path-64">
            <a:extLst xmlns:a="http://schemas.openxmlformats.org/drawingml/2006/main">
              <a:ext uri="{FF2B5EF4-FFF2-40B4-BE49-F238E27FC236}">
                <a16:creationId xmlns:a16="http://schemas.microsoft.com/office/drawing/2014/main" id="{09D52D9B-7DD2-4FE5-B867-8E40C348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6" y="2773704"/>
            <a:ext cx="158153" cy="292883"/>
          </a:xfrm>
          <a:custGeom xmlns:a="http://schemas.openxmlformats.org/drawingml/2006/main">
            <a:pathLst>
              <a:path w="158153" h="292883">
                <a:moveTo>
                  <a:pt x="0" y="157283"/>
                </a:moveTo>
                <a:lnTo>
                  <a:pt x="79931" y="79077"/>
                </a:lnTo>
                <a:lnTo>
                  <a:pt x="158153" y="158991"/>
                </a:lnTo>
                <a:lnTo>
                  <a:pt x="80785" y="0"/>
                </a:lnTo>
                <a:lnTo>
                  <a:pt x="0" y="157283"/>
                </a:lnTo>
                <a:moveTo>
                  <a:pt x="87506" y="292883"/>
                </a:moveTo>
                <a:lnTo>
                  <a:pt x="90021" y="59418"/>
                </a:lnTo>
                <a:lnTo>
                  <a:pt x="70268" y="59196"/>
                </a:lnTo>
                <a:lnTo>
                  <a:pt x="67737" y="292678"/>
                </a:lnTo>
                <a:lnTo>
                  <a:pt x="87506" y="292883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65">
            <a:extLst xmlns:a="http://schemas.openxmlformats.org/drawingml/2006/main">
              <a:ext uri="{FF2B5EF4-FFF2-40B4-BE49-F238E27FC236}">
                <a16:creationId xmlns:a16="http://schemas.microsoft.com/office/drawing/2014/main" id="{6CAE4FF2-21C6-4443-8CDC-D436A6F2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875" y="2784569"/>
            <a:ext cx="158153" cy="292884"/>
          </a:xfrm>
          <a:custGeom xmlns:a="http://schemas.openxmlformats.org/drawingml/2006/main">
            <a:pathLst>
              <a:path w="158153" h="292884">
                <a:moveTo>
                  <a:pt x="0" y="157283"/>
                </a:moveTo>
                <a:lnTo>
                  <a:pt x="79931" y="79077"/>
                </a:lnTo>
                <a:lnTo>
                  <a:pt x="158153" y="158991"/>
                </a:lnTo>
                <a:lnTo>
                  <a:pt x="80785" y="0"/>
                </a:lnTo>
                <a:lnTo>
                  <a:pt x="0" y="157283"/>
                </a:lnTo>
                <a:moveTo>
                  <a:pt x="87506" y="292884"/>
                </a:moveTo>
                <a:lnTo>
                  <a:pt x="90021" y="59403"/>
                </a:lnTo>
                <a:lnTo>
                  <a:pt x="70267" y="59197"/>
                </a:lnTo>
                <a:lnTo>
                  <a:pt x="67737" y="292678"/>
                </a:lnTo>
                <a:lnTo>
                  <a:pt x="87506" y="292884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66">
            <a:extLst xmlns:a="http://schemas.openxmlformats.org/drawingml/2006/main">
              <a:ext uri="{FF2B5EF4-FFF2-40B4-BE49-F238E27FC236}">
                <a16:creationId xmlns:a16="http://schemas.microsoft.com/office/drawing/2014/main" id="{8E822252-1D77-43A6-800B-4079F2D2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562" y="2798012"/>
            <a:ext cx="158153" cy="292900"/>
          </a:xfrm>
          <a:custGeom xmlns:a="http://schemas.openxmlformats.org/drawingml/2006/main">
            <a:pathLst>
              <a:path w="158153" h="292900">
                <a:moveTo>
                  <a:pt x="0" y="157300"/>
                </a:moveTo>
                <a:lnTo>
                  <a:pt x="79931" y="79077"/>
                </a:lnTo>
                <a:lnTo>
                  <a:pt x="158153" y="159008"/>
                </a:lnTo>
                <a:lnTo>
                  <a:pt x="80785" y="0"/>
                </a:lnTo>
                <a:lnTo>
                  <a:pt x="0" y="157300"/>
                </a:lnTo>
                <a:moveTo>
                  <a:pt x="87506" y="292900"/>
                </a:moveTo>
                <a:lnTo>
                  <a:pt x="90021" y="59418"/>
                </a:lnTo>
                <a:lnTo>
                  <a:pt x="70267" y="59197"/>
                </a:lnTo>
                <a:lnTo>
                  <a:pt x="67737" y="292679"/>
                </a:lnTo>
                <a:lnTo>
                  <a:pt x="87506" y="292900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67">
            <a:extLst xmlns:a="http://schemas.openxmlformats.org/drawingml/2006/main">
              <a:ext uri="{FF2B5EF4-FFF2-40B4-BE49-F238E27FC236}">
                <a16:creationId xmlns:a16="http://schemas.microsoft.com/office/drawing/2014/main" id="{874A9EE2-081F-47F8-814E-16DA82EF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66" y="2302250"/>
            <a:ext cx="4949560" cy="455481"/>
          </a:xfrm>
          <a:custGeom xmlns:a="http://schemas.openxmlformats.org/drawingml/2006/main">
            <a:pathLst>
              <a:path w="4949560" h="455481">
                <a:moveTo>
                  <a:pt x="0" y="0"/>
                </a:moveTo>
                <a:lnTo>
                  <a:pt x="0" y="455481"/>
                </a:lnTo>
                <a:lnTo>
                  <a:pt x="4949560" y="455481"/>
                </a:lnTo>
                <a:lnTo>
                  <a:pt x="4949560" y="0"/>
                </a:lnTo>
                <a:close/>
              </a:path>
            </a:pathLst>
          </a:custGeom>
          <a:solidFill xmlns:a="http://schemas.openxmlformats.org/drawingml/2006/main">
            <a:srgbClr val="D4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68">
            <a:extLst xmlns:a="http://schemas.openxmlformats.org/drawingml/2006/main">
              <a:ext uri="{FF2B5EF4-FFF2-40B4-BE49-F238E27FC236}">
                <a16:creationId xmlns:a16="http://schemas.microsoft.com/office/drawing/2014/main" id="{5F02955B-1BB5-4A76-B179-8FE3C9BC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22" y="2348272"/>
            <a:ext cx="1525387" cy="372451"/>
          </a:xfrm>
          <a:custGeom xmlns:a="http://schemas.openxmlformats.org/drawingml/2006/main">
            <a:pathLst>
              <a:path w="1525387" h="372451">
                <a:moveTo>
                  <a:pt x="0" y="302468"/>
                </a:moveTo>
                <a:lnTo>
                  <a:pt x="0" y="207576"/>
                </a:lnTo>
                <a:lnTo>
                  <a:pt x="23723" y="207576"/>
                </a:lnTo>
                <a:lnTo>
                  <a:pt x="23723" y="302468"/>
                </a:lnTo>
                <a:lnTo>
                  <a:pt x="0" y="302468"/>
                </a:lnTo>
                <a:moveTo>
                  <a:pt x="0" y="136407"/>
                </a:moveTo>
                <a:lnTo>
                  <a:pt x="0" y="69682"/>
                </a:lnTo>
                <a:lnTo>
                  <a:pt x="348" y="62850"/>
                </a:lnTo>
                <a:lnTo>
                  <a:pt x="1407" y="55891"/>
                </a:lnTo>
                <a:lnTo>
                  <a:pt x="3131" y="49170"/>
                </a:lnTo>
                <a:lnTo>
                  <a:pt x="5488" y="42733"/>
                </a:lnTo>
                <a:lnTo>
                  <a:pt x="8018" y="37482"/>
                </a:lnTo>
                <a:lnTo>
                  <a:pt x="29385" y="47778"/>
                </a:lnTo>
                <a:lnTo>
                  <a:pt x="27107" y="52507"/>
                </a:lnTo>
                <a:lnTo>
                  <a:pt x="27566" y="51431"/>
                </a:lnTo>
                <a:lnTo>
                  <a:pt x="25621" y="56777"/>
                </a:lnTo>
                <a:lnTo>
                  <a:pt x="25969" y="55654"/>
                </a:lnTo>
                <a:lnTo>
                  <a:pt x="24530" y="61221"/>
                </a:lnTo>
                <a:lnTo>
                  <a:pt x="24767" y="60066"/>
                </a:lnTo>
                <a:lnTo>
                  <a:pt x="23881" y="65823"/>
                </a:lnTo>
                <a:lnTo>
                  <a:pt x="24008" y="64637"/>
                </a:lnTo>
                <a:lnTo>
                  <a:pt x="23707" y="70584"/>
                </a:lnTo>
                <a:lnTo>
                  <a:pt x="23723" y="69983"/>
                </a:lnTo>
                <a:lnTo>
                  <a:pt x="23723" y="136407"/>
                </a:lnTo>
                <a:lnTo>
                  <a:pt x="0" y="136407"/>
                </a:lnTo>
                <a:moveTo>
                  <a:pt x="78349" y="0"/>
                </a:moveTo>
                <a:lnTo>
                  <a:pt x="173241" y="0"/>
                </a:lnTo>
                <a:lnTo>
                  <a:pt x="173241" y="23723"/>
                </a:lnTo>
                <a:lnTo>
                  <a:pt x="78349" y="23723"/>
                </a:lnTo>
                <a:lnTo>
                  <a:pt x="78349" y="0"/>
                </a:lnTo>
                <a:moveTo>
                  <a:pt x="244410" y="0"/>
                </a:moveTo>
                <a:lnTo>
                  <a:pt x="339302" y="0"/>
                </a:lnTo>
                <a:lnTo>
                  <a:pt x="339302" y="23723"/>
                </a:lnTo>
                <a:lnTo>
                  <a:pt x="244410" y="23723"/>
                </a:lnTo>
                <a:lnTo>
                  <a:pt x="244410" y="0"/>
                </a:lnTo>
                <a:moveTo>
                  <a:pt x="410471" y="0"/>
                </a:moveTo>
                <a:lnTo>
                  <a:pt x="505362" y="0"/>
                </a:lnTo>
                <a:lnTo>
                  <a:pt x="505362" y="23723"/>
                </a:lnTo>
                <a:lnTo>
                  <a:pt x="410471" y="23723"/>
                </a:lnTo>
                <a:lnTo>
                  <a:pt x="410471" y="0"/>
                </a:lnTo>
                <a:moveTo>
                  <a:pt x="576531" y="0"/>
                </a:moveTo>
                <a:lnTo>
                  <a:pt x="671423" y="0"/>
                </a:lnTo>
                <a:lnTo>
                  <a:pt x="671423" y="23723"/>
                </a:lnTo>
                <a:lnTo>
                  <a:pt x="576531" y="23723"/>
                </a:lnTo>
                <a:lnTo>
                  <a:pt x="576531" y="0"/>
                </a:lnTo>
                <a:moveTo>
                  <a:pt x="742592" y="0"/>
                </a:moveTo>
                <a:lnTo>
                  <a:pt x="837484" y="0"/>
                </a:lnTo>
                <a:lnTo>
                  <a:pt x="837484" y="23723"/>
                </a:lnTo>
                <a:lnTo>
                  <a:pt x="742592" y="23723"/>
                </a:lnTo>
                <a:lnTo>
                  <a:pt x="742592" y="0"/>
                </a:lnTo>
                <a:moveTo>
                  <a:pt x="908653" y="0"/>
                </a:moveTo>
                <a:lnTo>
                  <a:pt x="1003545" y="0"/>
                </a:lnTo>
                <a:lnTo>
                  <a:pt x="1003545" y="23723"/>
                </a:lnTo>
                <a:lnTo>
                  <a:pt x="908653" y="23723"/>
                </a:lnTo>
                <a:lnTo>
                  <a:pt x="908653" y="0"/>
                </a:lnTo>
                <a:moveTo>
                  <a:pt x="1074713" y="0"/>
                </a:moveTo>
                <a:lnTo>
                  <a:pt x="1169605" y="0"/>
                </a:lnTo>
                <a:lnTo>
                  <a:pt x="1169605" y="23723"/>
                </a:lnTo>
                <a:lnTo>
                  <a:pt x="1074713" y="23723"/>
                </a:lnTo>
                <a:lnTo>
                  <a:pt x="1074713" y="0"/>
                </a:lnTo>
                <a:moveTo>
                  <a:pt x="1240774" y="0"/>
                </a:moveTo>
                <a:lnTo>
                  <a:pt x="1335666" y="0"/>
                </a:lnTo>
                <a:lnTo>
                  <a:pt x="1335666" y="23723"/>
                </a:lnTo>
                <a:lnTo>
                  <a:pt x="1240774" y="23723"/>
                </a:lnTo>
                <a:lnTo>
                  <a:pt x="1240774" y="0"/>
                </a:lnTo>
                <a:moveTo>
                  <a:pt x="1406835" y="0"/>
                </a:moveTo>
                <a:lnTo>
                  <a:pt x="1455704" y="0"/>
                </a:lnTo>
                <a:lnTo>
                  <a:pt x="1462536" y="348"/>
                </a:lnTo>
                <a:lnTo>
                  <a:pt x="1469495" y="1408"/>
                </a:lnTo>
                <a:lnTo>
                  <a:pt x="1476217" y="3131"/>
                </a:lnTo>
                <a:lnTo>
                  <a:pt x="1482654" y="5488"/>
                </a:lnTo>
                <a:lnTo>
                  <a:pt x="1488774" y="8445"/>
                </a:lnTo>
                <a:lnTo>
                  <a:pt x="1494547" y="11941"/>
                </a:lnTo>
                <a:lnTo>
                  <a:pt x="1499924" y="15973"/>
                </a:lnTo>
                <a:lnTo>
                  <a:pt x="1504906" y="20481"/>
                </a:lnTo>
                <a:lnTo>
                  <a:pt x="1505744" y="21414"/>
                </a:lnTo>
                <a:lnTo>
                  <a:pt x="1488189" y="37372"/>
                </a:lnTo>
                <a:lnTo>
                  <a:pt x="1487730" y="36865"/>
                </a:lnTo>
                <a:lnTo>
                  <a:pt x="1488521" y="37656"/>
                </a:lnTo>
                <a:lnTo>
                  <a:pt x="1484393" y="33908"/>
                </a:lnTo>
                <a:lnTo>
                  <a:pt x="1485263" y="34635"/>
                </a:lnTo>
                <a:lnTo>
                  <a:pt x="1480803" y="31283"/>
                </a:lnTo>
                <a:lnTo>
                  <a:pt x="1481736" y="31931"/>
                </a:lnTo>
                <a:lnTo>
                  <a:pt x="1476945" y="29021"/>
                </a:lnTo>
                <a:lnTo>
                  <a:pt x="1477956" y="29559"/>
                </a:lnTo>
                <a:lnTo>
                  <a:pt x="1472880" y="27107"/>
                </a:lnTo>
                <a:lnTo>
                  <a:pt x="1473955" y="27566"/>
                </a:lnTo>
                <a:lnTo>
                  <a:pt x="1468610" y="25621"/>
                </a:lnTo>
                <a:lnTo>
                  <a:pt x="1469732" y="25969"/>
                </a:lnTo>
                <a:lnTo>
                  <a:pt x="1464165" y="24530"/>
                </a:lnTo>
                <a:lnTo>
                  <a:pt x="1465320" y="24767"/>
                </a:lnTo>
                <a:lnTo>
                  <a:pt x="1459563" y="23881"/>
                </a:lnTo>
                <a:lnTo>
                  <a:pt x="1460749" y="24008"/>
                </a:lnTo>
                <a:lnTo>
                  <a:pt x="1454803" y="23707"/>
                </a:lnTo>
                <a:lnTo>
                  <a:pt x="1455404" y="23723"/>
                </a:lnTo>
                <a:lnTo>
                  <a:pt x="1406835" y="23723"/>
                </a:lnTo>
                <a:lnTo>
                  <a:pt x="1406835" y="0"/>
                </a:lnTo>
                <a:moveTo>
                  <a:pt x="1525387" y="96205"/>
                </a:moveTo>
                <a:lnTo>
                  <a:pt x="1525387" y="191096"/>
                </a:lnTo>
                <a:lnTo>
                  <a:pt x="1501664" y="191096"/>
                </a:lnTo>
                <a:lnTo>
                  <a:pt x="1501664" y="96205"/>
                </a:lnTo>
                <a:lnTo>
                  <a:pt x="1525387" y="96205"/>
                </a:lnTo>
                <a:moveTo>
                  <a:pt x="1525387" y="262265"/>
                </a:moveTo>
                <a:lnTo>
                  <a:pt x="1525387" y="302768"/>
                </a:lnTo>
                <a:lnTo>
                  <a:pt x="1525039" y="309601"/>
                </a:lnTo>
                <a:lnTo>
                  <a:pt x="1523979" y="316559"/>
                </a:lnTo>
                <a:lnTo>
                  <a:pt x="1522255" y="323281"/>
                </a:lnTo>
                <a:lnTo>
                  <a:pt x="1519899" y="329717"/>
                </a:lnTo>
                <a:lnTo>
                  <a:pt x="1516941" y="335838"/>
                </a:lnTo>
                <a:lnTo>
                  <a:pt x="1513446" y="341611"/>
                </a:lnTo>
                <a:lnTo>
                  <a:pt x="1509413" y="346988"/>
                </a:lnTo>
                <a:lnTo>
                  <a:pt x="1504906" y="351970"/>
                </a:lnTo>
                <a:lnTo>
                  <a:pt x="1499924" y="356477"/>
                </a:lnTo>
                <a:lnTo>
                  <a:pt x="1496698" y="358897"/>
                </a:lnTo>
                <a:lnTo>
                  <a:pt x="1482496" y="339903"/>
                </a:lnTo>
                <a:lnTo>
                  <a:pt x="1485263" y="337815"/>
                </a:lnTo>
                <a:lnTo>
                  <a:pt x="1484393" y="338542"/>
                </a:lnTo>
                <a:lnTo>
                  <a:pt x="1488521" y="334794"/>
                </a:lnTo>
                <a:lnTo>
                  <a:pt x="1487730" y="335585"/>
                </a:lnTo>
                <a:lnTo>
                  <a:pt x="1491479" y="331457"/>
                </a:lnTo>
                <a:lnTo>
                  <a:pt x="1490751" y="332327"/>
                </a:lnTo>
                <a:lnTo>
                  <a:pt x="1494104" y="327867"/>
                </a:lnTo>
                <a:lnTo>
                  <a:pt x="1493455" y="328800"/>
                </a:lnTo>
                <a:lnTo>
                  <a:pt x="1496366" y="324008"/>
                </a:lnTo>
                <a:lnTo>
                  <a:pt x="1495828" y="325021"/>
                </a:lnTo>
                <a:lnTo>
                  <a:pt x="1498279" y="319944"/>
                </a:lnTo>
                <a:lnTo>
                  <a:pt x="1497821" y="321019"/>
                </a:lnTo>
                <a:lnTo>
                  <a:pt x="1499766" y="315673"/>
                </a:lnTo>
                <a:lnTo>
                  <a:pt x="1499418" y="316796"/>
                </a:lnTo>
                <a:lnTo>
                  <a:pt x="1500857" y="311230"/>
                </a:lnTo>
                <a:lnTo>
                  <a:pt x="1500620" y="312384"/>
                </a:lnTo>
                <a:lnTo>
                  <a:pt x="1501505" y="306628"/>
                </a:lnTo>
                <a:lnTo>
                  <a:pt x="1501379" y="307813"/>
                </a:lnTo>
                <a:lnTo>
                  <a:pt x="1501679" y="301867"/>
                </a:lnTo>
                <a:lnTo>
                  <a:pt x="1501664" y="302468"/>
                </a:lnTo>
                <a:lnTo>
                  <a:pt x="1501664" y="262265"/>
                </a:lnTo>
                <a:lnTo>
                  <a:pt x="1525387" y="262265"/>
                </a:lnTo>
                <a:moveTo>
                  <a:pt x="1420816" y="372451"/>
                </a:moveTo>
                <a:lnTo>
                  <a:pt x="1325924" y="372451"/>
                </a:lnTo>
                <a:lnTo>
                  <a:pt x="1325924" y="348728"/>
                </a:lnTo>
                <a:lnTo>
                  <a:pt x="1420816" y="348728"/>
                </a:lnTo>
                <a:lnTo>
                  <a:pt x="1420816" y="372451"/>
                </a:lnTo>
                <a:moveTo>
                  <a:pt x="1254755" y="372451"/>
                </a:moveTo>
                <a:lnTo>
                  <a:pt x="1159863" y="372451"/>
                </a:lnTo>
                <a:lnTo>
                  <a:pt x="1159863" y="348728"/>
                </a:lnTo>
                <a:lnTo>
                  <a:pt x="1254755" y="348728"/>
                </a:lnTo>
                <a:lnTo>
                  <a:pt x="1254755" y="372451"/>
                </a:lnTo>
                <a:moveTo>
                  <a:pt x="1088694" y="372451"/>
                </a:moveTo>
                <a:lnTo>
                  <a:pt x="993802" y="372451"/>
                </a:lnTo>
                <a:lnTo>
                  <a:pt x="993802" y="348728"/>
                </a:lnTo>
                <a:lnTo>
                  <a:pt x="1088694" y="348728"/>
                </a:lnTo>
                <a:lnTo>
                  <a:pt x="1088694" y="372451"/>
                </a:lnTo>
                <a:moveTo>
                  <a:pt x="922634" y="372451"/>
                </a:moveTo>
                <a:lnTo>
                  <a:pt x="827742" y="372451"/>
                </a:lnTo>
                <a:lnTo>
                  <a:pt x="827742" y="348728"/>
                </a:lnTo>
                <a:lnTo>
                  <a:pt x="922634" y="348728"/>
                </a:lnTo>
                <a:lnTo>
                  <a:pt x="922634" y="372451"/>
                </a:lnTo>
                <a:moveTo>
                  <a:pt x="756573" y="372451"/>
                </a:moveTo>
                <a:lnTo>
                  <a:pt x="661681" y="372451"/>
                </a:lnTo>
                <a:lnTo>
                  <a:pt x="661681" y="348728"/>
                </a:lnTo>
                <a:lnTo>
                  <a:pt x="756573" y="348728"/>
                </a:lnTo>
                <a:lnTo>
                  <a:pt x="756573" y="372451"/>
                </a:lnTo>
                <a:moveTo>
                  <a:pt x="590512" y="372451"/>
                </a:moveTo>
                <a:lnTo>
                  <a:pt x="495620" y="372451"/>
                </a:lnTo>
                <a:lnTo>
                  <a:pt x="495620" y="348728"/>
                </a:lnTo>
                <a:lnTo>
                  <a:pt x="590512" y="348728"/>
                </a:lnTo>
                <a:lnTo>
                  <a:pt x="590512" y="372451"/>
                </a:lnTo>
                <a:moveTo>
                  <a:pt x="424451" y="372451"/>
                </a:moveTo>
                <a:lnTo>
                  <a:pt x="329560" y="372451"/>
                </a:lnTo>
                <a:lnTo>
                  <a:pt x="329560" y="348728"/>
                </a:lnTo>
                <a:lnTo>
                  <a:pt x="424451" y="348728"/>
                </a:lnTo>
                <a:lnTo>
                  <a:pt x="424451" y="372451"/>
                </a:lnTo>
                <a:moveTo>
                  <a:pt x="258391" y="372451"/>
                </a:moveTo>
                <a:lnTo>
                  <a:pt x="163499" y="372451"/>
                </a:lnTo>
                <a:lnTo>
                  <a:pt x="163499" y="348728"/>
                </a:lnTo>
                <a:lnTo>
                  <a:pt x="258391" y="348728"/>
                </a:lnTo>
                <a:lnTo>
                  <a:pt x="258391" y="372451"/>
                </a:lnTo>
                <a:moveTo>
                  <a:pt x="92330" y="372451"/>
                </a:moveTo>
                <a:lnTo>
                  <a:pt x="69682" y="372451"/>
                </a:lnTo>
                <a:lnTo>
                  <a:pt x="62850" y="372103"/>
                </a:lnTo>
                <a:lnTo>
                  <a:pt x="55891" y="371043"/>
                </a:lnTo>
                <a:lnTo>
                  <a:pt x="49170" y="369319"/>
                </a:lnTo>
                <a:lnTo>
                  <a:pt x="42733" y="366963"/>
                </a:lnTo>
                <a:lnTo>
                  <a:pt x="36612" y="364005"/>
                </a:lnTo>
                <a:lnTo>
                  <a:pt x="30840" y="360510"/>
                </a:lnTo>
                <a:lnTo>
                  <a:pt x="25463" y="356477"/>
                </a:lnTo>
                <a:lnTo>
                  <a:pt x="20481" y="351970"/>
                </a:lnTo>
                <a:lnTo>
                  <a:pt x="15973" y="346988"/>
                </a:lnTo>
                <a:lnTo>
                  <a:pt x="11941" y="341611"/>
                </a:lnTo>
                <a:lnTo>
                  <a:pt x="8445" y="335838"/>
                </a:lnTo>
                <a:lnTo>
                  <a:pt x="5488" y="329717"/>
                </a:lnTo>
                <a:lnTo>
                  <a:pt x="3748" y="324941"/>
                </a:lnTo>
                <a:lnTo>
                  <a:pt x="26016" y="316796"/>
                </a:lnTo>
                <a:lnTo>
                  <a:pt x="27566" y="321019"/>
                </a:lnTo>
                <a:lnTo>
                  <a:pt x="27107" y="319944"/>
                </a:lnTo>
                <a:lnTo>
                  <a:pt x="29559" y="325021"/>
                </a:lnTo>
                <a:lnTo>
                  <a:pt x="29021" y="324008"/>
                </a:lnTo>
                <a:lnTo>
                  <a:pt x="31931" y="328800"/>
                </a:lnTo>
                <a:lnTo>
                  <a:pt x="31283" y="327867"/>
                </a:lnTo>
                <a:lnTo>
                  <a:pt x="34636" y="332327"/>
                </a:lnTo>
                <a:lnTo>
                  <a:pt x="33908" y="331457"/>
                </a:lnTo>
                <a:lnTo>
                  <a:pt x="37656" y="335585"/>
                </a:lnTo>
                <a:lnTo>
                  <a:pt x="36865" y="334794"/>
                </a:lnTo>
                <a:lnTo>
                  <a:pt x="40993" y="338542"/>
                </a:lnTo>
                <a:lnTo>
                  <a:pt x="40123" y="337815"/>
                </a:lnTo>
                <a:lnTo>
                  <a:pt x="44583" y="341168"/>
                </a:lnTo>
                <a:lnTo>
                  <a:pt x="43650" y="340520"/>
                </a:lnTo>
                <a:lnTo>
                  <a:pt x="48442" y="343429"/>
                </a:lnTo>
                <a:lnTo>
                  <a:pt x="47430" y="342892"/>
                </a:lnTo>
                <a:lnTo>
                  <a:pt x="52507" y="345327"/>
                </a:lnTo>
                <a:lnTo>
                  <a:pt x="51431" y="344884"/>
                </a:lnTo>
                <a:lnTo>
                  <a:pt x="56777" y="346830"/>
                </a:lnTo>
                <a:lnTo>
                  <a:pt x="55654" y="346482"/>
                </a:lnTo>
                <a:lnTo>
                  <a:pt x="61221" y="347921"/>
                </a:lnTo>
                <a:lnTo>
                  <a:pt x="60067" y="347684"/>
                </a:lnTo>
                <a:lnTo>
                  <a:pt x="65823" y="348569"/>
                </a:lnTo>
                <a:lnTo>
                  <a:pt x="64637" y="348443"/>
                </a:lnTo>
                <a:lnTo>
                  <a:pt x="70584" y="348744"/>
                </a:lnTo>
                <a:lnTo>
                  <a:pt x="69983" y="348728"/>
                </a:lnTo>
                <a:lnTo>
                  <a:pt x="92330" y="348728"/>
                </a:lnTo>
                <a:lnTo>
                  <a:pt x="92330" y="37245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69">
            <a:extLst xmlns:a="http://schemas.openxmlformats.org/drawingml/2006/main">
              <a:ext uri="{FF2B5EF4-FFF2-40B4-BE49-F238E27FC236}">
                <a16:creationId xmlns:a16="http://schemas.microsoft.com/office/drawing/2014/main" id="{481A5A76-D007-4F08-B66D-A9C41D2B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61" y="2412324"/>
            <a:ext cx="271391" cy="260003"/>
          </a:xfrm>
          <a:custGeom xmlns:a="http://schemas.openxmlformats.org/drawingml/2006/main">
            <a:pathLst>
              <a:path w="271391" h="260003">
                <a:moveTo>
                  <a:pt x="0" y="0"/>
                </a:moveTo>
                <a:lnTo>
                  <a:pt x="0" y="260003"/>
                </a:lnTo>
                <a:lnTo>
                  <a:pt x="271391" y="260003"/>
                </a:lnTo>
                <a:lnTo>
                  <a:pt x="271391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0">
            <a:extLst xmlns:a="http://schemas.openxmlformats.org/drawingml/2006/main">
              <a:ext uri="{FF2B5EF4-FFF2-40B4-BE49-F238E27FC236}">
                <a16:creationId xmlns:a16="http://schemas.microsoft.com/office/drawing/2014/main" id="{82491F26-ECB1-4BC3-B5C1-42E34B6B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82" y="2412324"/>
            <a:ext cx="273289" cy="260003"/>
          </a:xfrm>
          <a:custGeom xmlns:a="http://schemas.openxmlformats.org/drawingml/2006/main">
            <a:pathLst>
              <a:path w="273289" h="260003">
                <a:moveTo>
                  <a:pt x="0" y="0"/>
                </a:moveTo>
                <a:lnTo>
                  <a:pt x="0" y="260003"/>
                </a:lnTo>
                <a:lnTo>
                  <a:pt x="273289" y="260003"/>
                </a:lnTo>
                <a:lnTo>
                  <a:pt x="273289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1">
            <a:extLst xmlns:a="http://schemas.openxmlformats.org/drawingml/2006/main">
              <a:ext uri="{FF2B5EF4-FFF2-40B4-BE49-F238E27FC236}">
                <a16:creationId xmlns:a16="http://schemas.microsoft.com/office/drawing/2014/main" id="{2C9A8924-6731-480F-9BF8-D2DB017B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02" y="2412324"/>
            <a:ext cx="271390" cy="260003"/>
          </a:xfrm>
          <a:custGeom xmlns:a="http://schemas.openxmlformats.org/drawingml/2006/main">
            <a:pathLst>
              <a:path w="271390" h="260003">
                <a:moveTo>
                  <a:pt x="0" y="0"/>
                </a:moveTo>
                <a:lnTo>
                  <a:pt x="0" y="260003"/>
                </a:lnTo>
                <a:lnTo>
                  <a:pt x="271390" y="260003"/>
                </a:lnTo>
                <a:lnTo>
                  <a:pt x="271390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72">
            <a:extLst xmlns:a="http://schemas.openxmlformats.org/drawingml/2006/main">
              <a:ext uri="{FF2B5EF4-FFF2-40B4-BE49-F238E27FC236}">
                <a16:creationId xmlns:a16="http://schemas.microsoft.com/office/drawing/2014/main" id="{C42C177C-CC34-4614-B073-59F90DDE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702" y="2348272"/>
            <a:ext cx="1401237" cy="372451"/>
          </a:xfrm>
          <a:custGeom xmlns:a="http://schemas.openxmlformats.org/drawingml/2006/main">
            <a:pathLst>
              <a:path w="1401237" h="372451">
                <a:moveTo>
                  <a:pt x="0" y="302468"/>
                </a:moveTo>
                <a:lnTo>
                  <a:pt x="0" y="207576"/>
                </a:lnTo>
                <a:lnTo>
                  <a:pt x="23723" y="207576"/>
                </a:lnTo>
                <a:lnTo>
                  <a:pt x="23723" y="302468"/>
                </a:lnTo>
                <a:lnTo>
                  <a:pt x="0" y="302468"/>
                </a:lnTo>
                <a:moveTo>
                  <a:pt x="0" y="136407"/>
                </a:moveTo>
                <a:lnTo>
                  <a:pt x="0" y="69682"/>
                </a:lnTo>
                <a:lnTo>
                  <a:pt x="348" y="62850"/>
                </a:lnTo>
                <a:lnTo>
                  <a:pt x="1407" y="55891"/>
                </a:lnTo>
                <a:lnTo>
                  <a:pt x="3131" y="49170"/>
                </a:lnTo>
                <a:lnTo>
                  <a:pt x="5488" y="42733"/>
                </a:lnTo>
                <a:lnTo>
                  <a:pt x="8018" y="37482"/>
                </a:lnTo>
                <a:lnTo>
                  <a:pt x="29385" y="47778"/>
                </a:lnTo>
                <a:lnTo>
                  <a:pt x="27108" y="52507"/>
                </a:lnTo>
                <a:lnTo>
                  <a:pt x="27566" y="51431"/>
                </a:lnTo>
                <a:lnTo>
                  <a:pt x="25621" y="56777"/>
                </a:lnTo>
                <a:lnTo>
                  <a:pt x="25969" y="55654"/>
                </a:lnTo>
                <a:lnTo>
                  <a:pt x="24529" y="61221"/>
                </a:lnTo>
                <a:lnTo>
                  <a:pt x="24767" y="60066"/>
                </a:lnTo>
                <a:lnTo>
                  <a:pt x="23881" y="65823"/>
                </a:lnTo>
                <a:lnTo>
                  <a:pt x="24008" y="64637"/>
                </a:lnTo>
                <a:lnTo>
                  <a:pt x="23707" y="70584"/>
                </a:lnTo>
                <a:lnTo>
                  <a:pt x="23723" y="69983"/>
                </a:lnTo>
                <a:lnTo>
                  <a:pt x="23723" y="136407"/>
                </a:lnTo>
                <a:lnTo>
                  <a:pt x="0" y="136407"/>
                </a:lnTo>
                <a:moveTo>
                  <a:pt x="78349" y="0"/>
                </a:moveTo>
                <a:lnTo>
                  <a:pt x="173241" y="0"/>
                </a:lnTo>
                <a:lnTo>
                  <a:pt x="173241" y="23723"/>
                </a:lnTo>
                <a:lnTo>
                  <a:pt x="78349" y="23723"/>
                </a:lnTo>
                <a:lnTo>
                  <a:pt x="78349" y="0"/>
                </a:lnTo>
                <a:moveTo>
                  <a:pt x="244410" y="0"/>
                </a:moveTo>
                <a:lnTo>
                  <a:pt x="339301" y="0"/>
                </a:lnTo>
                <a:lnTo>
                  <a:pt x="339301" y="23723"/>
                </a:lnTo>
                <a:lnTo>
                  <a:pt x="244410" y="23723"/>
                </a:lnTo>
                <a:lnTo>
                  <a:pt x="244410" y="0"/>
                </a:lnTo>
                <a:moveTo>
                  <a:pt x="410470" y="0"/>
                </a:moveTo>
                <a:lnTo>
                  <a:pt x="505362" y="0"/>
                </a:lnTo>
                <a:lnTo>
                  <a:pt x="505362" y="23723"/>
                </a:lnTo>
                <a:lnTo>
                  <a:pt x="410470" y="23723"/>
                </a:lnTo>
                <a:lnTo>
                  <a:pt x="410470" y="0"/>
                </a:lnTo>
                <a:moveTo>
                  <a:pt x="576531" y="0"/>
                </a:moveTo>
                <a:lnTo>
                  <a:pt x="671423" y="0"/>
                </a:lnTo>
                <a:lnTo>
                  <a:pt x="671423" y="23723"/>
                </a:lnTo>
                <a:lnTo>
                  <a:pt x="576531" y="23723"/>
                </a:lnTo>
                <a:lnTo>
                  <a:pt x="576531" y="0"/>
                </a:lnTo>
                <a:moveTo>
                  <a:pt x="742592" y="0"/>
                </a:moveTo>
                <a:lnTo>
                  <a:pt x="837484" y="0"/>
                </a:lnTo>
                <a:lnTo>
                  <a:pt x="837484" y="23723"/>
                </a:lnTo>
                <a:lnTo>
                  <a:pt x="742592" y="23723"/>
                </a:lnTo>
                <a:lnTo>
                  <a:pt x="742592" y="0"/>
                </a:lnTo>
                <a:moveTo>
                  <a:pt x="908653" y="0"/>
                </a:moveTo>
                <a:lnTo>
                  <a:pt x="1003545" y="0"/>
                </a:lnTo>
                <a:lnTo>
                  <a:pt x="1003545" y="23723"/>
                </a:lnTo>
                <a:lnTo>
                  <a:pt x="908653" y="23723"/>
                </a:lnTo>
                <a:lnTo>
                  <a:pt x="908653" y="0"/>
                </a:lnTo>
                <a:moveTo>
                  <a:pt x="1074713" y="0"/>
                </a:moveTo>
                <a:lnTo>
                  <a:pt x="1169605" y="0"/>
                </a:lnTo>
                <a:lnTo>
                  <a:pt x="1169605" y="23723"/>
                </a:lnTo>
                <a:lnTo>
                  <a:pt x="1074713" y="23723"/>
                </a:lnTo>
                <a:lnTo>
                  <a:pt x="1074713" y="0"/>
                </a:lnTo>
                <a:moveTo>
                  <a:pt x="1240774" y="0"/>
                </a:moveTo>
                <a:lnTo>
                  <a:pt x="1331554" y="0"/>
                </a:lnTo>
                <a:lnTo>
                  <a:pt x="1336251" y="237"/>
                </a:lnTo>
                <a:lnTo>
                  <a:pt x="1335065" y="23928"/>
                </a:lnTo>
                <a:lnTo>
                  <a:pt x="1330652" y="23707"/>
                </a:lnTo>
                <a:lnTo>
                  <a:pt x="1331254" y="23723"/>
                </a:lnTo>
                <a:lnTo>
                  <a:pt x="1240774" y="23723"/>
                </a:lnTo>
                <a:lnTo>
                  <a:pt x="1240774" y="0"/>
                </a:lnTo>
                <a:moveTo>
                  <a:pt x="1398706" y="51542"/>
                </a:moveTo>
                <a:lnTo>
                  <a:pt x="1399829" y="55891"/>
                </a:lnTo>
                <a:lnTo>
                  <a:pt x="1400889" y="62850"/>
                </a:lnTo>
                <a:lnTo>
                  <a:pt x="1401237" y="69682"/>
                </a:lnTo>
                <a:lnTo>
                  <a:pt x="1401237" y="149186"/>
                </a:lnTo>
                <a:lnTo>
                  <a:pt x="1377514" y="149186"/>
                </a:lnTo>
                <a:lnTo>
                  <a:pt x="1377514" y="69983"/>
                </a:lnTo>
                <a:lnTo>
                  <a:pt x="1377529" y="70584"/>
                </a:lnTo>
                <a:lnTo>
                  <a:pt x="1377229" y="64637"/>
                </a:lnTo>
                <a:lnTo>
                  <a:pt x="1377355" y="65823"/>
                </a:lnTo>
                <a:lnTo>
                  <a:pt x="1376469" y="60066"/>
                </a:lnTo>
                <a:lnTo>
                  <a:pt x="1376707" y="61221"/>
                </a:lnTo>
                <a:lnTo>
                  <a:pt x="1375726" y="57441"/>
                </a:lnTo>
                <a:lnTo>
                  <a:pt x="1398706" y="51542"/>
                </a:lnTo>
                <a:moveTo>
                  <a:pt x="1401237" y="220355"/>
                </a:moveTo>
                <a:lnTo>
                  <a:pt x="1401237" y="302768"/>
                </a:lnTo>
                <a:lnTo>
                  <a:pt x="1400889" y="309601"/>
                </a:lnTo>
                <a:lnTo>
                  <a:pt x="1399829" y="316559"/>
                </a:lnTo>
                <a:lnTo>
                  <a:pt x="1399433" y="318093"/>
                </a:lnTo>
                <a:lnTo>
                  <a:pt x="1376454" y="312178"/>
                </a:lnTo>
                <a:lnTo>
                  <a:pt x="1376707" y="311230"/>
                </a:lnTo>
                <a:lnTo>
                  <a:pt x="1376469" y="312384"/>
                </a:lnTo>
                <a:lnTo>
                  <a:pt x="1377355" y="306628"/>
                </a:lnTo>
                <a:lnTo>
                  <a:pt x="1377229" y="307813"/>
                </a:lnTo>
                <a:lnTo>
                  <a:pt x="1377529" y="301867"/>
                </a:lnTo>
                <a:lnTo>
                  <a:pt x="1377514" y="302468"/>
                </a:lnTo>
                <a:lnTo>
                  <a:pt x="1377514" y="220355"/>
                </a:lnTo>
                <a:lnTo>
                  <a:pt x="1401237" y="220355"/>
                </a:lnTo>
                <a:moveTo>
                  <a:pt x="1340347" y="371803"/>
                </a:moveTo>
                <a:lnTo>
                  <a:pt x="1338386" y="372103"/>
                </a:lnTo>
                <a:lnTo>
                  <a:pt x="1331554" y="372451"/>
                </a:lnTo>
                <a:lnTo>
                  <a:pt x="1243685" y="372451"/>
                </a:lnTo>
                <a:lnTo>
                  <a:pt x="1243685" y="348728"/>
                </a:lnTo>
                <a:lnTo>
                  <a:pt x="1331254" y="348728"/>
                </a:lnTo>
                <a:lnTo>
                  <a:pt x="1330652" y="348744"/>
                </a:lnTo>
                <a:lnTo>
                  <a:pt x="1336600" y="348443"/>
                </a:lnTo>
                <a:lnTo>
                  <a:pt x="1335413" y="348569"/>
                </a:lnTo>
                <a:lnTo>
                  <a:pt x="1336773" y="348348"/>
                </a:lnTo>
                <a:lnTo>
                  <a:pt x="1340347" y="371803"/>
                </a:lnTo>
                <a:moveTo>
                  <a:pt x="1172516" y="372451"/>
                </a:moveTo>
                <a:lnTo>
                  <a:pt x="1077624" y="372451"/>
                </a:lnTo>
                <a:lnTo>
                  <a:pt x="1077624" y="348728"/>
                </a:lnTo>
                <a:lnTo>
                  <a:pt x="1172516" y="348728"/>
                </a:lnTo>
                <a:lnTo>
                  <a:pt x="1172516" y="372451"/>
                </a:lnTo>
                <a:moveTo>
                  <a:pt x="1006455" y="372451"/>
                </a:moveTo>
                <a:lnTo>
                  <a:pt x="911563" y="372451"/>
                </a:lnTo>
                <a:lnTo>
                  <a:pt x="911563" y="348728"/>
                </a:lnTo>
                <a:lnTo>
                  <a:pt x="1006455" y="348728"/>
                </a:lnTo>
                <a:lnTo>
                  <a:pt x="1006455" y="372451"/>
                </a:lnTo>
                <a:moveTo>
                  <a:pt x="840394" y="372451"/>
                </a:moveTo>
                <a:lnTo>
                  <a:pt x="745502" y="372451"/>
                </a:lnTo>
                <a:lnTo>
                  <a:pt x="745502" y="348728"/>
                </a:lnTo>
                <a:lnTo>
                  <a:pt x="840394" y="348728"/>
                </a:lnTo>
                <a:lnTo>
                  <a:pt x="840394" y="372451"/>
                </a:lnTo>
                <a:moveTo>
                  <a:pt x="674333" y="372451"/>
                </a:moveTo>
                <a:lnTo>
                  <a:pt x="579441" y="372451"/>
                </a:lnTo>
                <a:lnTo>
                  <a:pt x="579441" y="348728"/>
                </a:lnTo>
                <a:lnTo>
                  <a:pt x="674333" y="348728"/>
                </a:lnTo>
                <a:lnTo>
                  <a:pt x="674333" y="372451"/>
                </a:lnTo>
                <a:moveTo>
                  <a:pt x="508272" y="372451"/>
                </a:moveTo>
                <a:lnTo>
                  <a:pt x="413381" y="372451"/>
                </a:lnTo>
                <a:lnTo>
                  <a:pt x="413381" y="348728"/>
                </a:lnTo>
                <a:lnTo>
                  <a:pt x="508272" y="348728"/>
                </a:lnTo>
                <a:lnTo>
                  <a:pt x="508272" y="372451"/>
                </a:lnTo>
                <a:moveTo>
                  <a:pt x="342212" y="372451"/>
                </a:moveTo>
                <a:lnTo>
                  <a:pt x="247320" y="372451"/>
                </a:lnTo>
                <a:lnTo>
                  <a:pt x="247320" y="348728"/>
                </a:lnTo>
                <a:lnTo>
                  <a:pt x="342212" y="348728"/>
                </a:lnTo>
                <a:lnTo>
                  <a:pt x="342212" y="372451"/>
                </a:lnTo>
                <a:moveTo>
                  <a:pt x="176151" y="372451"/>
                </a:moveTo>
                <a:lnTo>
                  <a:pt x="81259" y="372451"/>
                </a:lnTo>
                <a:lnTo>
                  <a:pt x="81259" y="348728"/>
                </a:lnTo>
                <a:lnTo>
                  <a:pt x="176151" y="348728"/>
                </a:lnTo>
                <a:lnTo>
                  <a:pt x="176151" y="372451"/>
                </a:lnTo>
                <a:moveTo>
                  <a:pt x="10042" y="338479"/>
                </a:moveTo>
                <a:lnTo>
                  <a:pt x="8445" y="335838"/>
                </a:lnTo>
                <a:lnTo>
                  <a:pt x="5488" y="329717"/>
                </a:lnTo>
                <a:lnTo>
                  <a:pt x="3131" y="323281"/>
                </a:lnTo>
                <a:lnTo>
                  <a:pt x="1407" y="316559"/>
                </a:lnTo>
                <a:lnTo>
                  <a:pt x="348" y="309601"/>
                </a:lnTo>
                <a:lnTo>
                  <a:pt x="16" y="303069"/>
                </a:lnTo>
                <a:lnTo>
                  <a:pt x="23707" y="301867"/>
                </a:lnTo>
                <a:lnTo>
                  <a:pt x="24008" y="307813"/>
                </a:lnTo>
                <a:lnTo>
                  <a:pt x="23881" y="306628"/>
                </a:lnTo>
                <a:lnTo>
                  <a:pt x="24767" y="312384"/>
                </a:lnTo>
                <a:lnTo>
                  <a:pt x="24529" y="311230"/>
                </a:lnTo>
                <a:lnTo>
                  <a:pt x="25969" y="316796"/>
                </a:lnTo>
                <a:lnTo>
                  <a:pt x="25621" y="315673"/>
                </a:lnTo>
                <a:lnTo>
                  <a:pt x="27566" y="321019"/>
                </a:lnTo>
                <a:lnTo>
                  <a:pt x="27108" y="319944"/>
                </a:lnTo>
                <a:lnTo>
                  <a:pt x="29559" y="325021"/>
                </a:lnTo>
                <a:lnTo>
                  <a:pt x="29021" y="324008"/>
                </a:lnTo>
                <a:lnTo>
                  <a:pt x="30318" y="326159"/>
                </a:lnTo>
                <a:lnTo>
                  <a:pt x="10042" y="338479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73">
            <a:extLst xmlns:a="http://schemas.openxmlformats.org/drawingml/2006/main">
              <a:ext uri="{FF2B5EF4-FFF2-40B4-BE49-F238E27FC236}">
                <a16:creationId xmlns:a16="http://schemas.microsoft.com/office/drawing/2014/main" id="{6E4328D0-9BFD-4E6E-97D1-50A91971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694" y="2412324"/>
            <a:ext cx="273289" cy="260003"/>
          </a:xfrm>
          <a:custGeom xmlns:a="http://schemas.openxmlformats.org/drawingml/2006/main">
            <a:pathLst>
              <a:path w="273289" h="260003">
                <a:moveTo>
                  <a:pt x="0" y="0"/>
                </a:moveTo>
                <a:lnTo>
                  <a:pt x="0" y="260003"/>
                </a:lnTo>
                <a:lnTo>
                  <a:pt x="273289" y="260003"/>
                </a:lnTo>
                <a:lnTo>
                  <a:pt x="2732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74">
            <a:extLst xmlns:a="http://schemas.openxmlformats.org/drawingml/2006/main">
              <a:ext uri="{FF2B5EF4-FFF2-40B4-BE49-F238E27FC236}">
                <a16:creationId xmlns:a16="http://schemas.microsoft.com/office/drawing/2014/main" id="{90C25B97-E790-41FE-8AC6-6B7E34D4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11" y="2412324"/>
            <a:ext cx="273289" cy="260003"/>
          </a:xfrm>
          <a:custGeom xmlns:a="http://schemas.openxmlformats.org/drawingml/2006/main">
            <a:pathLst>
              <a:path w="273289" h="260003">
                <a:moveTo>
                  <a:pt x="0" y="0"/>
                </a:moveTo>
                <a:lnTo>
                  <a:pt x="0" y="260003"/>
                </a:lnTo>
                <a:lnTo>
                  <a:pt x="273289" y="260003"/>
                </a:lnTo>
                <a:lnTo>
                  <a:pt x="2732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75">
            <a:extLst xmlns:a="http://schemas.openxmlformats.org/drawingml/2006/main">
              <a:ext uri="{FF2B5EF4-FFF2-40B4-BE49-F238E27FC236}">
                <a16:creationId xmlns:a16="http://schemas.microsoft.com/office/drawing/2014/main" id="{3156B9DA-3DA2-43A4-8FA3-041CFF69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28" y="2412324"/>
            <a:ext cx="271391" cy="260003"/>
          </a:xfrm>
          <a:custGeom xmlns:a="http://schemas.openxmlformats.org/drawingml/2006/main">
            <a:pathLst>
              <a:path w="271391" h="260003">
                <a:moveTo>
                  <a:pt x="0" y="0"/>
                </a:moveTo>
                <a:lnTo>
                  <a:pt x="0" y="260003"/>
                </a:lnTo>
                <a:lnTo>
                  <a:pt x="271391" y="260003"/>
                </a:lnTo>
                <a:lnTo>
                  <a:pt x="271391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76">
            <a:extLst xmlns:a="http://schemas.openxmlformats.org/drawingml/2006/main">
              <a:ext uri="{FF2B5EF4-FFF2-40B4-BE49-F238E27FC236}">
                <a16:creationId xmlns:a16="http://schemas.microsoft.com/office/drawing/2014/main" id="{17146B5E-D4CA-4620-ABC6-90D91525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47" y="2412324"/>
            <a:ext cx="273289" cy="260003"/>
          </a:xfrm>
          <a:custGeom xmlns:a="http://schemas.openxmlformats.org/drawingml/2006/main">
            <a:pathLst>
              <a:path w="273289" h="260003">
                <a:moveTo>
                  <a:pt x="0" y="0"/>
                </a:moveTo>
                <a:lnTo>
                  <a:pt x="0" y="260003"/>
                </a:lnTo>
                <a:lnTo>
                  <a:pt x="273289" y="260003"/>
                </a:lnTo>
                <a:lnTo>
                  <a:pt x="273289" y="0"/>
                </a:lnTo>
                <a:close/>
              </a:path>
            </a:pathLst>
          </a:custGeom>
          <a:solidFill xmlns:a="http://schemas.openxmlformats.org/drawingml/2006/main">
            <a:srgbClr val="C8E5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text-77 [x]">
            <a:extLst xmlns:a="http://schemas.openxmlformats.org/drawingml/2006/main">
              <a:ext uri="{FF2B5EF4-FFF2-40B4-BE49-F238E27FC236}">
                <a16:creationId xmlns:a16="http://schemas.microsoft.com/office/drawing/2014/main" id="{05DC77EB-8EAF-4F4D-BEF6-EAD074E7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5570" y="2405936"/>
            <a:ext cx="266182" cy="265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[x]</a:t>
            </a:r>
          </a:p>
        </p:txBody>
      </p:sp>
      <p:sp>
        <p:nvSpPr>
          <p:cNvPr id="86" name="text-78 [y]">
            <a:extLst xmlns:a="http://schemas.openxmlformats.org/drawingml/2006/main">
              <a:ext uri="{FF2B5EF4-FFF2-40B4-BE49-F238E27FC236}">
                <a16:creationId xmlns:a16="http://schemas.microsoft.com/office/drawing/2014/main" id="{C4F74D3A-7BC7-4596-A9AA-F9F83191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2947" y="2405936"/>
            <a:ext cx="266182" cy="265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[y]</a:t>
            </a:r>
          </a:p>
        </p:txBody>
      </p:sp>
      <p:sp>
        <p:nvSpPr>
          <p:cNvPr id="87" name="text-79 [z]">
            <a:extLst xmlns:a="http://schemas.openxmlformats.org/drawingml/2006/main">
              <a:ext uri="{FF2B5EF4-FFF2-40B4-BE49-F238E27FC236}">
                <a16:creationId xmlns:a16="http://schemas.microsoft.com/office/drawing/2014/main" id="{1E1FDDEE-6E4D-4AB5-829E-8A3E349F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3767" y="2406523"/>
            <a:ext cx="255005" cy="264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[z]</a:t>
            </a:r>
          </a:p>
        </p:txBody>
      </p:sp>
      <p:sp>
        <p:nvSpPr>
          <p:cNvPr id="88" name="text-80 [t]">
            <a:extLst xmlns:a="http://schemas.openxmlformats.org/drawingml/2006/main">
              <a:ext uri="{FF2B5EF4-FFF2-40B4-BE49-F238E27FC236}">
                <a16:creationId xmlns:a16="http://schemas.microsoft.com/office/drawing/2014/main" id="{DC1118BE-1ACA-43DE-9E31-779F6595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3796" y="2408396"/>
            <a:ext cx="234536" cy="265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[t]</a:t>
            </a:r>
          </a:p>
        </p:txBody>
      </p:sp>
      <p:sp>
        <p:nvSpPr>
          <p:cNvPr id="89" name="path-81">
            <a:extLst xmlns:a="http://schemas.openxmlformats.org/drawingml/2006/main">
              <a:ext uri="{FF2B5EF4-FFF2-40B4-BE49-F238E27FC236}">
                <a16:creationId xmlns:a16="http://schemas.microsoft.com/office/drawing/2014/main" id="{1E35B628-7E3B-41CE-9272-E72CFAB4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373" y="2412324"/>
            <a:ext cx="273289" cy="260003"/>
          </a:xfrm>
          <a:custGeom xmlns:a="http://schemas.openxmlformats.org/drawingml/2006/main">
            <a:pathLst>
              <a:path w="273289" h="260003">
                <a:moveTo>
                  <a:pt x="0" y="0"/>
                </a:moveTo>
                <a:lnTo>
                  <a:pt x="0" y="260003"/>
                </a:lnTo>
                <a:lnTo>
                  <a:pt x="273289" y="260003"/>
                </a:lnTo>
                <a:lnTo>
                  <a:pt x="273289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text-82 …">
            <a:extLst xmlns:a="http://schemas.openxmlformats.org/drawingml/2006/main">
              <a:ext uri="{FF2B5EF4-FFF2-40B4-BE49-F238E27FC236}">
                <a16:creationId xmlns:a16="http://schemas.microsoft.com/office/drawing/2014/main" id="{6EA56D2E-3363-4546-BE47-55BDA96C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17" y="2394918"/>
            <a:ext cx="185689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91" name="path-83">
            <a:extLst xmlns:a="http://schemas.openxmlformats.org/drawingml/2006/main">
              <a:ext uri="{FF2B5EF4-FFF2-40B4-BE49-F238E27FC236}">
                <a16:creationId xmlns:a16="http://schemas.microsoft.com/office/drawing/2014/main" id="{B94A832D-4A58-4867-B033-698FD85F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403" y="2348272"/>
            <a:ext cx="1295274" cy="372451"/>
          </a:xfrm>
          <a:custGeom xmlns:a="http://schemas.openxmlformats.org/drawingml/2006/main">
            <a:pathLst>
              <a:path w="1295274" h="372451">
                <a:moveTo>
                  <a:pt x="0" y="302468"/>
                </a:moveTo>
                <a:lnTo>
                  <a:pt x="0" y="207576"/>
                </a:lnTo>
                <a:lnTo>
                  <a:pt x="23723" y="207576"/>
                </a:lnTo>
                <a:lnTo>
                  <a:pt x="23723" y="302468"/>
                </a:lnTo>
                <a:lnTo>
                  <a:pt x="0" y="302468"/>
                </a:lnTo>
                <a:moveTo>
                  <a:pt x="0" y="136407"/>
                </a:moveTo>
                <a:lnTo>
                  <a:pt x="0" y="69682"/>
                </a:lnTo>
                <a:lnTo>
                  <a:pt x="348" y="62850"/>
                </a:lnTo>
                <a:lnTo>
                  <a:pt x="1407" y="55891"/>
                </a:lnTo>
                <a:lnTo>
                  <a:pt x="3131" y="49170"/>
                </a:lnTo>
                <a:lnTo>
                  <a:pt x="5488" y="42733"/>
                </a:lnTo>
                <a:lnTo>
                  <a:pt x="8018" y="37482"/>
                </a:lnTo>
                <a:lnTo>
                  <a:pt x="29384" y="47778"/>
                </a:lnTo>
                <a:lnTo>
                  <a:pt x="27108" y="52507"/>
                </a:lnTo>
                <a:lnTo>
                  <a:pt x="27566" y="51431"/>
                </a:lnTo>
                <a:lnTo>
                  <a:pt x="25621" y="56777"/>
                </a:lnTo>
                <a:lnTo>
                  <a:pt x="25968" y="55654"/>
                </a:lnTo>
                <a:lnTo>
                  <a:pt x="24529" y="61221"/>
                </a:lnTo>
                <a:lnTo>
                  <a:pt x="24767" y="60066"/>
                </a:lnTo>
                <a:lnTo>
                  <a:pt x="23881" y="65823"/>
                </a:lnTo>
                <a:lnTo>
                  <a:pt x="24007" y="64637"/>
                </a:lnTo>
                <a:lnTo>
                  <a:pt x="23707" y="70584"/>
                </a:lnTo>
                <a:lnTo>
                  <a:pt x="23723" y="69983"/>
                </a:lnTo>
                <a:lnTo>
                  <a:pt x="23723" y="136407"/>
                </a:lnTo>
                <a:lnTo>
                  <a:pt x="0" y="136407"/>
                </a:lnTo>
                <a:moveTo>
                  <a:pt x="78349" y="0"/>
                </a:moveTo>
                <a:lnTo>
                  <a:pt x="173241" y="0"/>
                </a:lnTo>
                <a:lnTo>
                  <a:pt x="173241" y="23723"/>
                </a:lnTo>
                <a:lnTo>
                  <a:pt x="78349" y="23723"/>
                </a:lnTo>
                <a:lnTo>
                  <a:pt x="78349" y="0"/>
                </a:lnTo>
                <a:moveTo>
                  <a:pt x="244410" y="0"/>
                </a:moveTo>
                <a:lnTo>
                  <a:pt x="339301" y="0"/>
                </a:lnTo>
                <a:lnTo>
                  <a:pt x="339301" y="23723"/>
                </a:lnTo>
                <a:lnTo>
                  <a:pt x="244410" y="23723"/>
                </a:lnTo>
                <a:lnTo>
                  <a:pt x="244410" y="0"/>
                </a:lnTo>
                <a:moveTo>
                  <a:pt x="410470" y="0"/>
                </a:moveTo>
                <a:lnTo>
                  <a:pt x="505362" y="0"/>
                </a:lnTo>
                <a:lnTo>
                  <a:pt x="505362" y="23723"/>
                </a:lnTo>
                <a:lnTo>
                  <a:pt x="410470" y="23723"/>
                </a:lnTo>
                <a:lnTo>
                  <a:pt x="410470" y="0"/>
                </a:lnTo>
                <a:moveTo>
                  <a:pt x="576531" y="0"/>
                </a:moveTo>
                <a:lnTo>
                  <a:pt x="671423" y="0"/>
                </a:lnTo>
                <a:lnTo>
                  <a:pt x="671423" y="23723"/>
                </a:lnTo>
                <a:lnTo>
                  <a:pt x="576531" y="23723"/>
                </a:lnTo>
                <a:lnTo>
                  <a:pt x="576531" y="0"/>
                </a:lnTo>
                <a:moveTo>
                  <a:pt x="742592" y="0"/>
                </a:moveTo>
                <a:lnTo>
                  <a:pt x="837484" y="0"/>
                </a:lnTo>
                <a:lnTo>
                  <a:pt x="837484" y="23723"/>
                </a:lnTo>
                <a:lnTo>
                  <a:pt x="742592" y="23723"/>
                </a:lnTo>
                <a:lnTo>
                  <a:pt x="742592" y="0"/>
                </a:lnTo>
                <a:moveTo>
                  <a:pt x="908653" y="0"/>
                </a:moveTo>
                <a:lnTo>
                  <a:pt x="1003545" y="0"/>
                </a:lnTo>
                <a:lnTo>
                  <a:pt x="1003545" y="23723"/>
                </a:lnTo>
                <a:lnTo>
                  <a:pt x="908653" y="23723"/>
                </a:lnTo>
                <a:lnTo>
                  <a:pt x="908653" y="0"/>
                </a:lnTo>
                <a:moveTo>
                  <a:pt x="1074713" y="0"/>
                </a:moveTo>
                <a:lnTo>
                  <a:pt x="1169605" y="0"/>
                </a:lnTo>
                <a:lnTo>
                  <a:pt x="1169605" y="23723"/>
                </a:lnTo>
                <a:lnTo>
                  <a:pt x="1074713" y="23723"/>
                </a:lnTo>
                <a:lnTo>
                  <a:pt x="1074713" y="0"/>
                </a:lnTo>
                <a:moveTo>
                  <a:pt x="1243542" y="2467"/>
                </a:moveTo>
                <a:lnTo>
                  <a:pt x="1246104" y="3131"/>
                </a:lnTo>
                <a:lnTo>
                  <a:pt x="1252540" y="5488"/>
                </a:lnTo>
                <a:lnTo>
                  <a:pt x="1258662" y="8445"/>
                </a:lnTo>
                <a:lnTo>
                  <a:pt x="1264433" y="11941"/>
                </a:lnTo>
                <a:lnTo>
                  <a:pt x="1269811" y="15973"/>
                </a:lnTo>
                <a:lnTo>
                  <a:pt x="1274793" y="20481"/>
                </a:lnTo>
                <a:lnTo>
                  <a:pt x="1279300" y="25463"/>
                </a:lnTo>
                <a:lnTo>
                  <a:pt x="1283333" y="30840"/>
                </a:lnTo>
                <a:lnTo>
                  <a:pt x="1286828" y="36613"/>
                </a:lnTo>
                <a:lnTo>
                  <a:pt x="1289785" y="42733"/>
                </a:lnTo>
                <a:lnTo>
                  <a:pt x="1292142" y="49170"/>
                </a:lnTo>
                <a:lnTo>
                  <a:pt x="1293866" y="55891"/>
                </a:lnTo>
                <a:lnTo>
                  <a:pt x="1294926" y="62850"/>
                </a:lnTo>
                <a:lnTo>
                  <a:pt x="1295274" y="69682"/>
                </a:lnTo>
                <a:lnTo>
                  <a:pt x="1295274" y="89088"/>
                </a:lnTo>
                <a:lnTo>
                  <a:pt x="1271551" y="89088"/>
                </a:lnTo>
                <a:lnTo>
                  <a:pt x="1271551" y="69983"/>
                </a:lnTo>
                <a:lnTo>
                  <a:pt x="1271567" y="70584"/>
                </a:lnTo>
                <a:lnTo>
                  <a:pt x="1271266" y="64637"/>
                </a:lnTo>
                <a:lnTo>
                  <a:pt x="1271392" y="65823"/>
                </a:lnTo>
                <a:lnTo>
                  <a:pt x="1270507" y="60066"/>
                </a:lnTo>
                <a:lnTo>
                  <a:pt x="1270744" y="61221"/>
                </a:lnTo>
                <a:lnTo>
                  <a:pt x="1269305" y="55654"/>
                </a:lnTo>
                <a:lnTo>
                  <a:pt x="1269653" y="56777"/>
                </a:lnTo>
                <a:lnTo>
                  <a:pt x="1267708" y="51431"/>
                </a:lnTo>
                <a:lnTo>
                  <a:pt x="1268166" y="52507"/>
                </a:lnTo>
                <a:lnTo>
                  <a:pt x="1265715" y="47430"/>
                </a:lnTo>
                <a:lnTo>
                  <a:pt x="1266252" y="48442"/>
                </a:lnTo>
                <a:lnTo>
                  <a:pt x="1263343" y="43650"/>
                </a:lnTo>
                <a:lnTo>
                  <a:pt x="1263990" y="44584"/>
                </a:lnTo>
                <a:lnTo>
                  <a:pt x="1260638" y="40123"/>
                </a:lnTo>
                <a:lnTo>
                  <a:pt x="1261365" y="40993"/>
                </a:lnTo>
                <a:lnTo>
                  <a:pt x="1257617" y="36865"/>
                </a:lnTo>
                <a:lnTo>
                  <a:pt x="1258408" y="37656"/>
                </a:lnTo>
                <a:lnTo>
                  <a:pt x="1254280" y="33908"/>
                </a:lnTo>
                <a:lnTo>
                  <a:pt x="1255150" y="34635"/>
                </a:lnTo>
                <a:lnTo>
                  <a:pt x="1250691" y="31283"/>
                </a:lnTo>
                <a:lnTo>
                  <a:pt x="1251624" y="31931"/>
                </a:lnTo>
                <a:lnTo>
                  <a:pt x="1246831" y="29021"/>
                </a:lnTo>
                <a:lnTo>
                  <a:pt x="1247844" y="29559"/>
                </a:lnTo>
                <a:lnTo>
                  <a:pt x="1242767" y="27107"/>
                </a:lnTo>
                <a:lnTo>
                  <a:pt x="1243842" y="27566"/>
                </a:lnTo>
                <a:lnTo>
                  <a:pt x="1238496" y="25621"/>
                </a:lnTo>
                <a:lnTo>
                  <a:pt x="1239620" y="25969"/>
                </a:lnTo>
                <a:lnTo>
                  <a:pt x="1237627" y="25447"/>
                </a:lnTo>
                <a:lnTo>
                  <a:pt x="1243542" y="2467"/>
                </a:lnTo>
                <a:moveTo>
                  <a:pt x="1295274" y="160256"/>
                </a:moveTo>
                <a:lnTo>
                  <a:pt x="1295274" y="255148"/>
                </a:lnTo>
                <a:lnTo>
                  <a:pt x="1271551" y="255148"/>
                </a:lnTo>
                <a:lnTo>
                  <a:pt x="1271551" y="160256"/>
                </a:lnTo>
                <a:lnTo>
                  <a:pt x="1295274" y="160256"/>
                </a:lnTo>
                <a:moveTo>
                  <a:pt x="1289264" y="330793"/>
                </a:moveTo>
                <a:lnTo>
                  <a:pt x="1286828" y="335838"/>
                </a:lnTo>
                <a:lnTo>
                  <a:pt x="1283333" y="341611"/>
                </a:lnTo>
                <a:lnTo>
                  <a:pt x="1279300" y="346988"/>
                </a:lnTo>
                <a:lnTo>
                  <a:pt x="1274793" y="351970"/>
                </a:lnTo>
                <a:lnTo>
                  <a:pt x="1269811" y="356477"/>
                </a:lnTo>
                <a:lnTo>
                  <a:pt x="1264433" y="360510"/>
                </a:lnTo>
                <a:lnTo>
                  <a:pt x="1258662" y="364005"/>
                </a:lnTo>
                <a:lnTo>
                  <a:pt x="1252540" y="366963"/>
                </a:lnTo>
                <a:lnTo>
                  <a:pt x="1246104" y="369319"/>
                </a:lnTo>
                <a:lnTo>
                  <a:pt x="1239382" y="371043"/>
                </a:lnTo>
                <a:lnTo>
                  <a:pt x="1232424" y="372103"/>
                </a:lnTo>
                <a:lnTo>
                  <a:pt x="1225591" y="372451"/>
                </a:lnTo>
                <a:lnTo>
                  <a:pt x="1197820" y="372451"/>
                </a:lnTo>
                <a:lnTo>
                  <a:pt x="1197820" y="348728"/>
                </a:lnTo>
                <a:lnTo>
                  <a:pt x="1225290" y="348728"/>
                </a:lnTo>
                <a:lnTo>
                  <a:pt x="1224690" y="348744"/>
                </a:lnTo>
                <a:lnTo>
                  <a:pt x="1230637" y="348443"/>
                </a:lnTo>
                <a:lnTo>
                  <a:pt x="1229451" y="348569"/>
                </a:lnTo>
                <a:lnTo>
                  <a:pt x="1235207" y="347684"/>
                </a:lnTo>
                <a:lnTo>
                  <a:pt x="1234053" y="347921"/>
                </a:lnTo>
                <a:lnTo>
                  <a:pt x="1239620" y="346482"/>
                </a:lnTo>
                <a:lnTo>
                  <a:pt x="1238496" y="346830"/>
                </a:lnTo>
                <a:lnTo>
                  <a:pt x="1243842" y="344884"/>
                </a:lnTo>
                <a:lnTo>
                  <a:pt x="1242767" y="345327"/>
                </a:lnTo>
                <a:lnTo>
                  <a:pt x="1247844" y="342892"/>
                </a:lnTo>
                <a:lnTo>
                  <a:pt x="1246831" y="343429"/>
                </a:lnTo>
                <a:lnTo>
                  <a:pt x="1251624" y="340520"/>
                </a:lnTo>
                <a:lnTo>
                  <a:pt x="1250691" y="341168"/>
                </a:lnTo>
                <a:lnTo>
                  <a:pt x="1255150" y="337815"/>
                </a:lnTo>
                <a:lnTo>
                  <a:pt x="1254280" y="338542"/>
                </a:lnTo>
                <a:lnTo>
                  <a:pt x="1258408" y="334794"/>
                </a:lnTo>
                <a:lnTo>
                  <a:pt x="1257617" y="335585"/>
                </a:lnTo>
                <a:lnTo>
                  <a:pt x="1261365" y="331457"/>
                </a:lnTo>
                <a:lnTo>
                  <a:pt x="1260638" y="332327"/>
                </a:lnTo>
                <a:lnTo>
                  <a:pt x="1263990" y="327867"/>
                </a:lnTo>
                <a:lnTo>
                  <a:pt x="1263343" y="328800"/>
                </a:lnTo>
                <a:lnTo>
                  <a:pt x="1266252" y="324008"/>
                </a:lnTo>
                <a:lnTo>
                  <a:pt x="1265715" y="325021"/>
                </a:lnTo>
                <a:lnTo>
                  <a:pt x="1267881" y="320497"/>
                </a:lnTo>
                <a:lnTo>
                  <a:pt x="1289264" y="330793"/>
                </a:lnTo>
                <a:moveTo>
                  <a:pt x="1126651" y="372451"/>
                </a:moveTo>
                <a:lnTo>
                  <a:pt x="1031759" y="372451"/>
                </a:lnTo>
                <a:lnTo>
                  <a:pt x="1031759" y="348728"/>
                </a:lnTo>
                <a:lnTo>
                  <a:pt x="1126651" y="348728"/>
                </a:lnTo>
                <a:lnTo>
                  <a:pt x="1126651" y="372451"/>
                </a:lnTo>
                <a:moveTo>
                  <a:pt x="960590" y="372451"/>
                </a:moveTo>
                <a:lnTo>
                  <a:pt x="865698" y="372451"/>
                </a:lnTo>
                <a:lnTo>
                  <a:pt x="865698" y="348728"/>
                </a:lnTo>
                <a:lnTo>
                  <a:pt x="960590" y="348728"/>
                </a:lnTo>
                <a:lnTo>
                  <a:pt x="960590" y="372451"/>
                </a:lnTo>
                <a:moveTo>
                  <a:pt x="794529" y="372451"/>
                </a:moveTo>
                <a:lnTo>
                  <a:pt x="699638" y="372451"/>
                </a:lnTo>
                <a:lnTo>
                  <a:pt x="699638" y="348728"/>
                </a:lnTo>
                <a:lnTo>
                  <a:pt x="794529" y="348728"/>
                </a:lnTo>
                <a:lnTo>
                  <a:pt x="794529" y="372451"/>
                </a:lnTo>
                <a:moveTo>
                  <a:pt x="628469" y="372451"/>
                </a:moveTo>
                <a:lnTo>
                  <a:pt x="533577" y="372451"/>
                </a:lnTo>
                <a:lnTo>
                  <a:pt x="533577" y="348728"/>
                </a:lnTo>
                <a:lnTo>
                  <a:pt x="628469" y="348728"/>
                </a:lnTo>
                <a:lnTo>
                  <a:pt x="628469" y="372451"/>
                </a:lnTo>
                <a:moveTo>
                  <a:pt x="462408" y="372451"/>
                </a:moveTo>
                <a:lnTo>
                  <a:pt x="367516" y="372451"/>
                </a:lnTo>
                <a:lnTo>
                  <a:pt x="367516" y="348728"/>
                </a:lnTo>
                <a:lnTo>
                  <a:pt x="462408" y="348728"/>
                </a:lnTo>
                <a:lnTo>
                  <a:pt x="462408" y="372451"/>
                </a:lnTo>
                <a:moveTo>
                  <a:pt x="296347" y="372451"/>
                </a:moveTo>
                <a:lnTo>
                  <a:pt x="201455" y="372451"/>
                </a:lnTo>
                <a:lnTo>
                  <a:pt x="201455" y="348728"/>
                </a:lnTo>
                <a:lnTo>
                  <a:pt x="296347" y="348728"/>
                </a:lnTo>
                <a:lnTo>
                  <a:pt x="296347" y="372451"/>
                </a:lnTo>
                <a:moveTo>
                  <a:pt x="130286" y="372451"/>
                </a:moveTo>
                <a:lnTo>
                  <a:pt x="69682" y="372451"/>
                </a:lnTo>
                <a:lnTo>
                  <a:pt x="62850" y="372103"/>
                </a:lnTo>
                <a:lnTo>
                  <a:pt x="55891" y="371043"/>
                </a:lnTo>
                <a:lnTo>
                  <a:pt x="49169" y="369319"/>
                </a:lnTo>
                <a:lnTo>
                  <a:pt x="42732" y="366963"/>
                </a:lnTo>
                <a:lnTo>
                  <a:pt x="36612" y="364005"/>
                </a:lnTo>
                <a:lnTo>
                  <a:pt x="30839" y="360510"/>
                </a:lnTo>
                <a:lnTo>
                  <a:pt x="30286" y="360099"/>
                </a:lnTo>
                <a:lnTo>
                  <a:pt x="44504" y="341089"/>
                </a:lnTo>
                <a:lnTo>
                  <a:pt x="44140" y="340820"/>
                </a:lnTo>
                <a:lnTo>
                  <a:pt x="44583" y="341168"/>
                </a:lnTo>
                <a:lnTo>
                  <a:pt x="43650" y="340520"/>
                </a:lnTo>
                <a:lnTo>
                  <a:pt x="48442" y="343429"/>
                </a:lnTo>
                <a:lnTo>
                  <a:pt x="47430" y="342892"/>
                </a:lnTo>
                <a:lnTo>
                  <a:pt x="52506" y="345327"/>
                </a:lnTo>
                <a:lnTo>
                  <a:pt x="51431" y="344884"/>
                </a:lnTo>
                <a:lnTo>
                  <a:pt x="56777" y="346830"/>
                </a:lnTo>
                <a:lnTo>
                  <a:pt x="55654" y="346482"/>
                </a:lnTo>
                <a:lnTo>
                  <a:pt x="61221" y="347921"/>
                </a:lnTo>
                <a:lnTo>
                  <a:pt x="60066" y="347684"/>
                </a:lnTo>
                <a:lnTo>
                  <a:pt x="65823" y="348569"/>
                </a:lnTo>
                <a:lnTo>
                  <a:pt x="64637" y="348443"/>
                </a:lnTo>
                <a:lnTo>
                  <a:pt x="70583" y="348744"/>
                </a:lnTo>
                <a:lnTo>
                  <a:pt x="69983" y="348728"/>
                </a:lnTo>
                <a:lnTo>
                  <a:pt x="130286" y="348728"/>
                </a:lnTo>
                <a:lnTo>
                  <a:pt x="130286" y="37245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84">
            <a:extLst xmlns:a="http://schemas.openxmlformats.org/drawingml/2006/main">
              <a:ext uri="{FF2B5EF4-FFF2-40B4-BE49-F238E27FC236}">
                <a16:creationId xmlns:a16="http://schemas.microsoft.com/office/drawing/2014/main" id="{4E3589F8-2AB8-4B52-A5A7-397C9648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258" y="2410426"/>
            <a:ext cx="273288" cy="258106"/>
          </a:xfrm>
          <a:custGeom xmlns:a="http://schemas.openxmlformats.org/drawingml/2006/main">
            <a:pathLst>
              <a:path w="273288" h="258106">
                <a:moveTo>
                  <a:pt x="0" y="0"/>
                </a:moveTo>
                <a:lnTo>
                  <a:pt x="0" y="258106"/>
                </a:lnTo>
                <a:lnTo>
                  <a:pt x="273288" y="258106"/>
                </a:lnTo>
                <a:lnTo>
                  <a:pt x="273288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85">
            <a:extLst xmlns:a="http://schemas.openxmlformats.org/drawingml/2006/main">
              <a:ext uri="{FF2B5EF4-FFF2-40B4-BE49-F238E27FC236}">
                <a16:creationId xmlns:a16="http://schemas.microsoft.com/office/drawing/2014/main" id="{064F16AA-2D23-44CC-957C-957C9481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460" y="2410426"/>
            <a:ext cx="271390" cy="258106"/>
          </a:xfrm>
          <a:custGeom xmlns:a="http://schemas.openxmlformats.org/drawingml/2006/main">
            <a:pathLst>
              <a:path w="271390" h="258106">
                <a:moveTo>
                  <a:pt x="0" y="0"/>
                </a:moveTo>
                <a:lnTo>
                  <a:pt x="0" y="258106"/>
                </a:lnTo>
                <a:lnTo>
                  <a:pt x="271390" y="258106"/>
                </a:lnTo>
                <a:lnTo>
                  <a:pt x="27139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86">
            <a:extLst xmlns:a="http://schemas.openxmlformats.org/drawingml/2006/main">
              <a:ext uri="{FF2B5EF4-FFF2-40B4-BE49-F238E27FC236}">
                <a16:creationId xmlns:a16="http://schemas.microsoft.com/office/drawing/2014/main" id="{32B0B518-9C93-4FED-B767-BA74E2E7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102" y="2410426"/>
            <a:ext cx="273289" cy="258106"/>
          </a:xfrm>
          <a:custGeom xmlns:a="http://schemas.openxmlformats.org/drawingml/2006/main">
            <a:pathLst>
              <a:path w="273289" h="258106">
                <a:moveTo>
                  <a:pt x="0" y="0"/>
                </a:moveTo>
                <a:lnTo>
                  <a:pt x="0" y="258106"/>
                </a:lnTo>
                <a:lnTo>
                  <a:pt x="273289" y="258106"/>
                </a:lnTo>
                <a:lnTo>
                  <a:pt x="273289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text-87 …">
            <a:extLst xmlns:a="http://schemas.openxmlformats.org/drawingml/2006/main">
              <a:ext uri="{FF2B5EF4-FFF2-40B4-BE49-F238E27FC236}">
                <a16:creationId xmlns:a16="http://schemas.microsoft.com/office/drawing/2014/main" id="{CA708823-A1CD-489F-930F-678AB122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9630" y="2392545"/>
            <a:ext cx="185689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96" name="path-88">
            <a:extLst xmlns:a="http://schemas.openxmlformats.org/drawingml/2006/main">
              <a:ext uri="{FF2B5EF4-FFF2-40B4-BE49-F238E27FC236}">
                <a16:creationId xmlns:a16="http://schemas.microsoft.com/office/drawing/2014/main" id="{30547CE3-5110-429D-B84F-460D10C3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24" y="1508954"/>
            <a:ext cx="5000801" cy="508620"/>
          </a:xfrm>
          <a:custGeom xmlns:a="http://schemas.openxmlformats.org/drawingml/2006/main">
            <a:pathLst>
              <a:path w="5000801" h="508620">
                <a:moveTo>
                  <a:pt x="0" y="121462"/>
                </a:moveTo>
                <a:cubicBezTo>
                  <a:pt x="0" y="54484"/>
                  <a:pt x="54167" y="316"/>
                  <a:pt x="121461" y="0"/>
                </a:cubicBezTo>
                <a:lnTo>
                  <a:pt x="4879340" y="0"/>
                </a:lnTo>
                <a:cubicBezTo>
                  <a:pt x="4946634" y="316"/>
                  <a:pt x="5000801" y="54484"/>
                  <a:pt x="5000801" y="121462"/>
                </a:cubicBezTo>
                <a:lnTo>
                  <a:pt x="5000801" y="387159"/>
                </a:lnTo>
                <a:cubicBezTo>
                  <a:pt x="5000801" y="453820"/>
                  <a:pt x="4946634" y="507988"/>
                  <a:pt x="4879340" y="508620"/>
                </a:cubicBezTo>
                <a:lnTo>
                  <a:pt x="121461" y="508620"/>
                </a:lnTo>
                <a:cubicBezTo>
                  <a:pt x="54167" y="507988"/>
                  <a:pt x="0" y="453820"/>
                  <a:pt x="0" y="387159"/>
                </a:cubicBezTo>
                <a:lnTo>
                  <a:pt x="0" y="121462"/>
                </a:lnTo>
              </a:path>
            </a:pathLst>
          </a:custGeom>
          <a:solidFill xmlns:a="http://schemas.openxmlformats.org/drawingml/2006/main">
            <a:srgbClr val="F8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89">
            <a:extLst xmlns:a="http://schemas.openxmlformats.org/drawingml/2006/main">
              <a:ext uri="{FF2B5EF4-FFF2-40B4-BE49-F238E27FC236}">
                <a16:creationId xmlns:a16="http://schemas.microsoft.com/office/drawing/2014/main" id="{7D788C26-9879-4F65-A04F-991618A6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63" y="1497408"/>
            <a:ext cx="5024524" cy="531395"/>
          </a:xfrm>
          <a:custGeom xmlns:a="http://schemas.openxmlformats.org/drawingml/2006/main">
            <a:pathLst>
              <a:path w="5024524" h="531395">
                <a:moveTo>
                  <a:pt x="174" y="126016"/>
                </a:moveTo>
                <a:lnTo>
                  <a:pt x="680" y="119279"/>
                </a:lnTo>
                <a:lnTo>
                  <a:pt x="1534" y="112621"/>
                </a:lnTo>
                <a:lnTo>
                  <a:pt x="2688" y="106089"/>
                </a:lnTo>
                <a:lnTo>
                  <a:pt x="4175" y="99652"/>
                </a:lnTo>
                <a:lnTo>
                  <a:pt x="5978" y="93342"/>
                </a:lnTo>
                <a:lnTo>
                  <a:pt x="8066" y="87174"/>
                </a:lnTo>
                <a:lnTo>
                  <a:pt x="10438" y="81133"/>
                </a:lnTo>
                <a:lnTo>
                  <a:pt x="13095" y="75249"/>
                </a:lnTo>
                <a:lnTo>
                  <a:pt x="16037" y="69508"/>
                </a:lnTo>
                <a:lnTo>
                  <a:pt x="19231" y="63957"/>
                </a:lnTo>
                <a:lnTo>
                  <a:pt x="22695" y="58564"/>
                </a:lnTo>
                <a:lnTo>
                  <a:pt x="26396" y="53345"/>
                </a:lnTo>
                <a:lnTo>
                  <a:pt x="30334" y="48332"/>
                </a:lnTo>
                <a:lnTo>
                  <a:pt x="34509" y="43524"/>
                </a:lnTo>
                <a:lnTo>
                  <a:pt x="38905" y="38906"/>
                </a:lnTo>
                <a:lnTo>
                  <a:pt x="43524" y="34509"/>
                </a:lnTo>
                <a:lnTo>
                  <a:pt x="48332" y="30334"/>
                </a:lnTo>
                <a:lnTo>
                  <a:pt x="53345" y="26396"/>
                </a:lnTo>
                <a:lnTo>
                  <a:pt x="58564" y="22695"/>
                </a:lnTo>
                <a:lnTo>
                  <a:pt x="63957" y="19232"/>
                </a:lnTo>
                <a:lnTo>
                  <a:pt x="69508" y="16037"/>
                </a:lnTo>
                <a:lnTo>
                  <a:pt x="75249" y="13095"/>
                </a:lnTo>
                <a:lnTo>
                  <a:pt x="81133" y="10438"/>
                </a:lnTo>
                <a:lnTo>
                  <a:pt x="87174" y="8066"/>
                </a:lnTo>
                <a:lnTo>
                  <a:pt x="93342" y="5978"/>
                </a:lnTo>
                <a:lnTo>
                  <a:pt x="99652" y="4175"/>
                </a:lnTo>
                <a:lnTo>
                  <a:pt x="106089" y="2688"/>
                </a:lnTo>
                <a:lnTo>
                  <a:pt x="112636" y="1534"/>
                </a:lnTo>
                <a:lnTo>
                  <a:pt x="119279" y="680"/>
                </a:lnTo>
                <a:lnTo>
                  <a:pt x="126016" y="174"/>
                </a:lnTo>
                <a:lnTo>
                  <a:pt x="132690" y="0"/>
                </a:lnTo>
                <a:lnTo>
                  <a:pt x="4891834" y="0"/>
                </a:lnTo>
                <a:lnTo>
                  <a:pt x="4898508" y="174"/>
                </a:lnTo>
                <a:lnTo>
                  <a:pt x="4905245" y="680"/>
                </a:lnTo>
                <a:lnTo>
                  <a:pt x="4911887" y="1534"/>
                </a:lnTo>
                <a:lnTo>
                  <a:pt x="4918435" y="2688"/>
                </a:lnTo>
                <a:lnTo>
                  <a:pt x="4924871" y="4175"/>
                </a:lnTo>
                <a:lnTo>
                  <a:pt x="4931183" y="5978"/>
                </a:lnTo>
                <a:lnTo>
                  <a:pt x="4937350" y="8066"/>
                </a:lnTo>
                <a:lnTo>
                  <a:pt x="4943391" y="10438"/>
                </a:lnTo>
                <a:lnTo>
                  <a:pt x="4949275" y="13095"/>
                </a:lnTo>
                <a:lnTo>
                  <a:pt x="4955016" y="16037"/>
                </a:lnTo>
                <a:lnTo>
                  <a:pt x="4960567" y="19232"/>
                </a:lnTo>
                <a:lnTo>
                  <a:pt x="4965960" y="22695"/>
                </a:lnTo>
                <a:lnTo>
                  <a:pt x="4971163" y="26396"/>
                </a:lnTo>
                <a:lnTo>
                  <a:pt x="4976193" y="30334"/>
                </a:lnTo>
                <a:lnTo>
                  <a:pt x="4981001" y="34509"/>
                </a:lnTo>
                <a:lnTo>
                  <a:pt x="4985618" y="38906"/>
                </a:lnTo>
                <a:lnTo>
                  <a:pt x="4990015" y="43524"/>
                </a:lnTo>
                <a:lnTo>
                  <a:pt x="4994191" y="48332"/>
                </a:lnTo>
                <a:lnTo>
                  <a:pt x="4998129" y="53345"/>
                </a:lnTo>
                <a:lnTo>
                  <a:pt x="5001828" y="58564"/>
                </a:lnTo>
                <a:lnTo>
                  <a:pt x="5005293" y="63957"/>
                </a:lnTo>
                <a:lnTo>
                  <a:pt x="5008487" y="69508"/>
                </a:lnTo>
                <a:lnTo>
                  <a:pt x="5011429" y="75249"/>
                </a:lnTo>
                <a:lnTo>
                  <a:pt x="5014086" y="81133"/>
                </a:lnTo>
                <a:lnTo>
                  <a:pt x="5016458" y="87174"/>
                </a:lnTo>
                <a:lnTo>
                  <a:pt x="5018546" y="93342"/>
                </a:lnTo>
                <a:lnTo>
                  <a:pt x="5020349" y="99652"/>
                </a:lnTo>
                <a:lnTo>
                  <a:pt x="5021835" y="106089"/>
                </a:lnTo>
                <a:lnTo>
                  <a:pt x="5022990" y="112621"/>
                </a:lnTo>
                <a:lnTo>
                  <a:pt x="5023843" y="119279"/>
                </a:lnTo>
                <a:lnTo>
                  <a:pt x="5024350" y="126016"/>
                </a:lnTo>
                <a:lnTo>
                  <a:pt x="5024524" y="132690"/>
                </a:lnTo>
                <a:lnTo>
                  <a:pt x="5024524" y="398704"/>
                </a:lnTo>
                <a:lnTo>
                  <a:pt x="5024350" y="405378"/>
                </a:lnTo>
                <a:lnTo>
                  <a:pt x="5023843" y="412115"/>
                </a:lnTo>
                <a:lnTo>
                  <a:pt x="5022990" y="418758"/>
                </a:lnTo>
                <a:lnTo>
                  <a:pt x="5021835" y="425305"/>
                </a:lnTo>
                <a:lnTo>
                  <a:pt x="5020349" y="431742"/>
                </a:lnTo>
                <a:lnTo>
                  <a:pt x="5018546" y="438053"/>
                </a:lnTo>
                <a:lnTo>
                  <a:pt x="5016458" y="444220"/>
                </a:lnTo>
                <a:lnTo>
                  <a:pt x="5014086" y="450262"/>
                </a:lnTo>
                <a:lnTo>
                  <a:pt x="5011429" y="456145"/>
                </a:lnTo>
                <a:lnTo>
                  <a:pt x="5008487" y="461886"/>
                </a:lnTo>
                <a:lnTo>
                  <a:pt x="5005293" y="467437"/>
                </a:lnTo>
                <a:lnTo>
                  <a:pt x="5001828" y="472830"/>
                </a:lnTo>
                <a:lnTo>
                  <a:pt x="4998129" y="478050"/>
                </a:lnTo>
                <a:lnTo>
                  <a:pt x="4994191" y="483063"/>
                </a:lnTo>
                <a:lnTo>
                  <a:pt x="4990015" y="487871"/>
                </a:lnTo>
                <a:lnTo>
                  <a:pt x="4985618" y="492489"/>
                </a:lnTo>
                <a:lnTo>
                  <a:pt x="4981001" y="496886"/>
                </a:lnTo>
                <a:lnTo>
                  <a:pt x="4976193" y="501061"/>
                </a:lnTo>
                <a:lnTo>
                  <a:pt x="4971163" y="504999"/>
                </a:lnTo>
                <a:lnTo>
                  <a:pt x="4965960" y="508699"/>
                </a:lnTo>
                <a:lnTo>
                  <a:pt x="4960567" y="512163"/>
                </a:lnTo>
                <a:lnTo>
                  <a:pt x="4955016" y="515358"/>
                </a:lnTo>
                <a:lnTo>
                  <a:pt x="4949275" y="518299"/>
                </a:lnTo>
                <a:lnTo>
                  <a:pt x="4943391" y="520956"/>
                </a:lnTo>
                <a:lnTo>
                  <a:pt x="4937350" y="523329"/>
                </a:lnTo>
                <a:lnTo>
                  <a:pt x="4931183" y="525416"/>
                </a:lnTo>
                <a:lnTo>
                  <a:pt x="4924871" y="527219"/>
                </a:lnTo>
                <a:lnTo>
                  <a:pt x="4918435" y="528706"/>
                </a:lnTo>
                <a:lnTo>
                  <a:pt x="4911887" y="529860"/>
                </a:lnTo>
                <a:lnTo>
                  <a:pt x="4905245" y="530714"/>
                </a:lnTo>
                <a:lnTo>
                  <a:pt x="4898508" y="531220"/>
                </a:lnTo>
                <a:lnTo>
                  <a:pt x="4891834" y="531395"/>
                </a:lnTo>
                <a:lnTo>
                  <a:pt x="132690" y="531395"/>
                </a:lnTo>
                <a:lnTo>
                  <a:pt x="126016" y="531220"/>
                </a:lnTo>
                <a:lnTo>
                  <a:pt x="119279" y="530714"/>
                </a:lnTo>
                <a:lnTo>
                  <a:pt x="112636" y="529860"/>
                </a:lnTo>
                <a:lnTo>
                  <a:pt x="106089" y="528706"/>
                </a:lnTo>
                <a:lnTo>
                  <a:pt x="99652" y="527219"/>
                </a:lnTo>
                <a:lnTo>
                  <a:pt x="93342" y="525416"/>
                </a:lnTo>
                <a:lnTo>
                  <a:pt x="87174" y="523329"/>
                </a:lnTo>
                <a:lnTo>
                  <a:pt x="81133" y="520956"/>
                </a:lnTo>
                <a:lnTo>
                  <a:pt x="75249" y="518299"/>
                </a:lnTo>
                <a:lnTo>
                  <a:pt x="69508" y="515358"/>
                </a:lnTo>
                <a:lnTo>
                  <a:pt x="63957" y="512163"/>
                </a:lnTo>
                <a:lnTo>
                  <a:pt x="58564" y="508699"/>
                </a:lnTo>
                <a:lnTo>
                  <a:pt x="53345" y="504999"/>
                </a:lnTo>
                <a:lnTo>
                  <a:pt x="48332" y="501061"/>
                </a:lnTo>
                <a:lnTo>
                  <a:pt x="43524" y="496886"/>
                </a:lnTo>
                <a:lnTo>
                  <a:pt x="38905" y="492489"/>
                </a:lnTo>
                <a:lnTo>
                  <a:pt x="34509" y="487871"/>
                </a:lnTo>
                <a:lnTo>
                  <a:pt x="30334" y="483063"/>
                </a:lnTo>
                <a:lnTo>
                  <a:pt x="26396" y="478050"/>
                </a:lnTo>
                <a:lnTo>
                  <a:pt x="22695" y="472830"/>
                </a:lnTo>
                <a:lnTo>
                  <a:pt x="19231" y="467437"/>
                </a:lnTo>
                <a:lnTo>
                  <a:pt x="16037" y="461886"/>
                </a:lnTo>
                <a:lnTo>
                  <a:pt x="13095" y="456145"/>
                </a:lnTo>
                <a:lnTo>
                  <a:pt x="10438" y="450262"/>
                </a:lnTo>
                <a:lnTo>
                  <a:pt x="8066" y="444220"/>
                </a:lnTo>
                <a:lnTo>
                  <a:pt x="5978" y="438053"/>
                </a:lnTo>
                <a:lnTo>
                  <a:pt x="4175" y="431742"/>
                </a:lnTo>
                <a:lnTo>
                  <a:pt x="2688" y="425305"/>
                </a:lnTo>
                <a:lnTo>
                  <a:pt x="1534" y="418758"/>
                </a:lnTo>
                <a:lnTo>
                  <a:pt x="680" y="412115"/>
                </a:lnTo>
                <a:lnTo>
                  <a:pt x="174" y="405378"/>
                </a:lnTo>
                <a:lnTo>
                  <a:pt x="0" y="398704"/>
                </a:lnTo>
                <a:lnTo>
                  <a:pt x="0" y="132690"/>
                </a:lnTo>
                <a:lnTo>
                  <a:pt x="174" y="126016"/>
                </a:lnTo>
                <a:moveTo>
                  <a:pt x="23723" y="133149"/>
                </a:moveTo>
                <a:lnTo>
                  <a:pt x="23723" y="132849"/>
                </a:lnTo>
                <a:lnTo>
                  <a:pt x="23723" y="398546"/>
                </a:lnTo>
                <a:lnTo>
                  <a:pt x="23723" y="398245"/>
                </a:lnTo>
                <a:lnTo>
                  <a:pt x="23881" y="404477"/>
                </a:lnTo>
                <a:lnTo>
                  <a:pt x="23849" y="403876"/>
                </a:lnTo>
                <a:lnTo>
                  <a:pt x="24308" y="410028"/>
                </a:lnTo>
                <a:lnTo>
                  <a:pt x="24261" y="409427"/>
                </a:lnTo>
                <a:lnTo>
                  <a:pt x="25020" y="415484"/>
                </a:lnTo>
                <a:lnTo>
                  <a:pt x="24925" y="414883"/>
                </a:lnTo>
                <a:lnTo>
                  <a:pt x="26000" y="420846"/>
                </a:lnTo>
                <a:lnTo>
                  <a:pt x="25874" y="420260"/>
                </a:lnTo>
                <a:lnTo>
                  <a:pt x="27234" y="426112"/>
                </a:lnTo>
                <a:lnTo>
                  <a:pt x="27076" y="425543"/>
                </a:lnTo>
                <a:lnTo>
                  <a:pt x="28705" y="431284"/>
                </a:lnTo>
                <a:lnTo>
                  <a:pt x="28531" y="430730"/>
                </a:lnTo>
                <a:lnTo>
                  <a:pt x="30444" y="436345"/>
                </a:lnTo>
                <a:lnTo>
                  <a:pt x="30239" y="435791"/>
                </a:lnTo>
                <a:lnTo>
                  <a:pt x="32406" y="441295"/>
                </a:lnTo>
                <a:lnTo>
                  <a:pt x="32184" y="440757"/>
                </a:lnTo>
                <a:lnTo>
                  <a:pt x="34604" y="446118"/>
                </a:lnTo>
                <a:lnTo>
                  <a:pt x="34351" y="445596"/>
                </a:lnTo>
                <a:lnTo>
                  <a:pt x="37024" y="450816"/>
                </a:lnTo>
                <a:lnTo>
                  <a:pt x="36739" y="450309"/>
                </a:lnTo>
                <a:lnTo>
                  <a:pt x="39665" y="455370"/>
                </a:lnTo>
                <a:lnTo>
                  <a:pt x="39364" y="454880"/>
                </a:lnTo>
                <a:lnTo>
                  <a:pt x="42511" y="459798"/>
                </a:lnTo>
                <a:lnTo>
                  <a:pt x="42195" y="459324"/>
                </a:lnTo>
                <a:lnTo>
                  <a:pt x="45564" y="464069"/>
                </a:lnTo>
                <a:lnTo>
                  <a:pt x="45216" y="463610"/>
                </a:lnTo>
                <a:lnTo>
                  <a:pt x="48822" y="468181"/>
                </a:lnTo>
                <a:lnTo>
                  <a:pt x="48458" y="467738"/>
                </a:lnTo>
                <a:lnTo>
                  <a:pt x="52254" y="472135"/>
                </a:lnTo>
                <a:lnTo>
                  <a:pt x="51874" y="471708"/>
                </a:lnTo>
                <a:lnTo>
                  <a:pt x="55875" y="475914"/>
                </a:lnTo>
                <a:lnTo>
                  <a:pt x="55480" y="475519"/>
                </a:lnTo>
                <a:lnTo>
                  <a:pt x="59687" y="479520"/>
                </a:lnTo>
                <a:lnTo>
                  <a:pt x="59260" y="479141"/>
                </a:lnTo>
                <a:lnTo>
                  <a:pt x="63657" y="482937"/>
                </a:lnTo>
                <a:lnTo>
                  <a:pt x="63214" y="482573"/>
                </a:lnTo>
                <a:lnTo>
                  <a:pt x="67784" y="486178"/>
                </a:lnTo>
                <a:lnTo>
                  <a:pt x="67326" y="485831"/>
                </a:lnTo>
                <a:lnTo>
                  <a:pt x="72070" y="489199"/>
                </a:lnTo>
                <a:lnTo>
                  <a:pt x="71596" y="488883"/>
                </a:lnTo>
                <a:lnTo>
                  <a:pt x="76515" y="492030"/>
                </a:lnTo>
                <a:lnTo>
                  <a:pt x="76024" y="491730"/>
                </a:lnTo>
                <a:lnTo>
                  <a:pt x="81085" y="494656"/>
                </a:lnTo>
                <a:lnTo>
                  <a:pt x="80579" y="494371"/>
                </a:lnTo>
                <a:lnTo>
                  <a:pt x="85798" y="497044"/>
                </a:lnTo>
                <a:lnTo>
                  <a:pt x="85276" y="496791"/>
                </a:lnTo>
                <a:lnTo>
                  <a:pt x="90637" y="499211"/>
                </a:lnTo>
                <a:lnTo>
                  <a:pt x="90100" y="498989"/>
                </a:lnTo>
                <a:lnTo>
                  <a:pt x="95603" y="501156"/>
                </a:lnTo>
                <a:lnTo>
                  <a:pt x="95050" y="500950"/>
                </a:lnTo>
                <a:lnTo>
                  <a:pt x="100664" y="502864"/>
                </a:lnTo>
                <a:lnTo>
                  <a:pt x="100111" y="502690"/>
                </a:lnTo>
                <a:lnTo>
                  <a:pt x="105852" y="504319"/>
                </a:lnTo>
                <a:lnTo>
                  <a:pt x="105283" y="504161"/>
                </a:lnTo>
                <a:lnTo>
                  <a:pt x="111134" y="505521"/>
                </a:lnTo>
                <a:lnTo>
                  <a:pt x="110549" y="505394"/>
                </a:lnTo>
                <a:lnTo>
                  <a:pt x="116511" y="506470"/>
                </a:lnTo>
                <a:lnTo>
                  <a:pt x="115910" y="506375"/>
                </a:lnTo>
                <a:lnTo>
                  <a:pt x="121968" y="507134"/>
                </a:lnTo>
                <a:lnTo>
                  <a:pt x="121367" y="507086"/>
                </a:lnTo>
                <a:lnTo>
                  <a:pt x="127519" y="507545"/>
                </a:lnTo>
                <a:lnTo>
                  <a:pt x="126918" y="507513"/>
                </a:lnTo>
                <a:lnTo>
                  <a:pt x="133149" y="507672"/>
                </a:lnTo>
                <a:lnTo>
                  <a:pt x="132849" y="507672"/>
                </a:lnTo>
                <a:lnTo>
                  <a:pt x="4891676" y="507672"/>
                </a:lnTo>
                <a:lnTo>
                  <a:pt x="4891375" y="507672"/>
                </a:lnTo>
                <a:lnTo>
                  <a:pt x="4897606" y="507513"/>
                </a:lnTo>
                <a:lnTo>
                  <a:pt x="4897005" y="507545"/>
                </a:lnTo>
                <a:lnTo>
                  <a:pt x="4903158" y="507086"/>
                </a:lnTo>
                <a:lnTo>
                  <a:pt x="4902557" y="507134"/>
                </a:lnTo>
                <a:lnTo>
                  <a:pt x="4908613" y="506375"/>
                </a:lnTo>
                <a:lnTo>
                  <a:pt x="4908013" y="506470"/>
                </a:lnTo>
                <a:lnTo>
                  <a:pt x="4913974" y="505394"/>
                </a:lnTo>
                <a:lnTo>
                  <a:pt x="4913390" y="505521"/>
                </a:lnTo>
                <a:lnTo>
                  <a:pt x="4919242" y="504161"/>
                </a:lnTo>
                <a:lnTo>
                  <a:pt x="4918672" y="504319"/>
                </a:lnTo>
                <a:lnTo>
                  <a:pt x="4924413" y="502690"/>
                </a:lnTo>
                <a:lnTo>
                  <a:pt x="4923860" y="502864"/>
                </a:lnTo>
                <a:lnTo>
                  <a:pt x="4929475" y="500950"/>
                </a:lnTo>
                <a:lnTo>
                  <a:pt x="4928920" y="501156"/>
                </a:lnTo>
                <a:lnTo>
                  <a:pt x="4934424" y="498989"/>
                </a:lnTo>
                <a:lnTo>
                  <a:pt x="4933886" y="499211"/>
                </a:lnTo>
                <a:lnTo>
                  <a:pt x="4939247" y="496791"/>
                </a:lnTo>
                <a:lnTo>
                  <a:pt x="4938726" y="497044"/>
                </a:lnTo>
                <a:lnTo>
                  <a:pt x="4943945" y="494371"/>
                </a:lnTo>
                <a:lnTo>
                  <a:pt x="4943439" y="494656"/>
                </a:lnTo>
                <a:lnTo>
                  <a:pt x="4948500" y="491730"/>
                </a:lnTo>
                <a:lnTo>
                  <a:pt x="4948010" y="492030"/>
                </a:lnTo>
                <a:lnTo>
                  <a:pt x="4952913" y="488883"/>
                </a:lnTo>
                <a:lnTo>
                  <a:pt x="4952454" y="489199"/>
                </a:lnTo>
                <a:lnTo>
                  <a:pt x="4957199" y="485831"/>
                </a:lnTo>
                <a:lnTo>
                  <a:pt x="4956739" y="486178"/>
                </a:lnTo>
                <a:lnTo>
                  <a:pt x="4961310" y="482573"/>
                </a:lnTo>
                <a:lnTo>
                  <a:pt x="4960867" y="482937"/>
                </a:lnTo>
                <a:lnTo>
                  <a:pt x="4965264" y="479141"/>
                </a:lnTo>
                <a:lnTo>
                  <a:pt x="4964836" y="479520"/>
                </a:lnTo>
                <a:lnTo>
                  <a:pt x="4969043" y="475519"/>
                </a:lnTo>
                <a:lnTo>
                  <a:pt x="4968649" y="475914"/>
                </a:lnTo>
                <a:lnTo>
                  <a:pt x="4972650" y="471708"/>
                </a:lnTo>
                <a:lnTo>
                  <a:pt x="4972270" y="472135"/>
                </a:lnTo>
                <a:lnTo>
                  <a:pt x="4976066" y="467738"/>
                </a:lnTo>
                <a:lnTo>
                  <a:pt x="4975702" y="468181"/>
                </a:lnTo>
                <a:lnTo>
                  <a:pt x="4979308" y="463610"/>
                </a:lnTo>
                <a:lnTo>
                  <a:pt x="4978960" y="464069"/>
                </a:lnTo>
                <a:lnTo>
                  <a:pt x="4982328" y="459324"/>
                </a:lnTo>
                <a:lnTo>
                  <a:pt x="4982012" y="459798"/>
                </a:lnTo>
                <a:lnTo>
                  <a:pt x="4985160" y="454880"/>
                </a:lnTo>
                <a:lnTo>
                  <a:pt x="4984859" y="455370"/>
                </a:lnTo>
                <a:lnTo>
                  <a:pt x="4987785" y="450309"/>
                </a:lnTo>
                <a:lnTo>
                  <a:pt x="4987500" y="450816"/>
                </a:lnTo>
                <a:lnTo>
                  <a:pt x="4990173" y="445596"/>
                </a:lnTo>
                <a:lnTo>
                  <a:pt x="4989920" y="446118"/>
                </a:lnTo>
                <a:lnTo>
                  <a:pt x="4992341" y="440757"/>
                </a:lnTo>
                <a:lnTo>
                  <a:pt x="4992119" y="441295"/>
                </a:lnTo>
                <a:lnTo>
                  <a:pt x="4994285" y="435791"/>
                </a:lnTo>
                <a:lnTo>
                  <a:pt x="4994080" y="436345"/>
                </a:lnTo>
                <a:lnTo>
                  <a:pt x="4995993" y="430730"/>
                </a:lnTo>
                <a:lnTo>
                  <a:pt x="4995819" y="431284"/>
                </a:lnTo>
                <a:lnTo>
                  <a:pt x="4997448" y="425543"/>
                </a:lnTo>
                <a:lnTo>
                  <a:pt x="4997290" y="426112"/>
                </a:lnTo>
                <a:lnTo>
                  <a:pt x="4998651" y="420260"/>
                </a:lnTo>
                <a:lnTo>
                  <a:pt x="4998524" y="420846"/>
                </a:lnTo>
                <a:lnTo>
                  <a:pt x="4999599" y="414883"/>
                </a:lnTo>
                <a:lnTo>
                  <a:pt x="4999504" y="415484"/>
                </a:lnTo>
                <a:lnTo>
                  <a:pt x="5000263" y="409427"/>
                </a:lnTo>
                <a:lnTo>
                  <a:pt x="5000216" y="410028"/>
                </a:lnTo>
                <a:lnTo>
                  <a:pt x="5000674" y="403876"/>
                </a:lnTo>
                <a:lnTo>
                  <a:pt x="5000644" y="404477"/>
                </a:lnTo>
                <a:lnTo>
                  <a:pt x="5000801" y="398245"/>
                </a:lnTo>
                <a:lnTo>
                  <a:pt x="5000801" y="398546"/>
                </a:lnTo>
                <a:lnTo>
                  <a:pt x="5000801" y="132849"/>
                </a:lnTo>
                <a:lnTo>
                  <a:pt x="5000801" y="133149"/>
                </a:lnTo>
                <a:lnTo>
                  <a:pt x="5000644" y="126918"/>
                </a:lnTo>
                <a:lnTo>
                  <a:pt x="5000674" y="127519"/>
                </a:lnTo>
                <a:lnTo>
                  <a:pt x="5000216" y="121367"/>
                </a:lnTo>
                <a:lnTo>
                  <a:pt x="5000263" y="121968"/>
                </a:lnTo>
                <a:lnTo>
                  <a:pt x="4999504" y="115911"/>
                </a:lnTo>
                <a:lnTo>
                  <a:pt x="4999599" y="116511"/>
                </a:lnTo>
                <a:lnTo>
                  <a:pt x="4998524" y="110549"/>
                </a:lnTo>
                <a:lnTo>
                  <a:pt x="4998651" y="111134"/>
                </a:lnTo>
                <a:lnTo>
                  <a:pt x="4997290" y="105283"/>
                </a:lnTo>
                <a:lnTo>
                  <a:pt x="4997448" y="105852"/>
                </a:lnTo>
                <a:lnTo>
                  <a:pt x="4995819" y="100111"/>
                </a:lnTo>
                <a:lnTo>
                  <a:pt x="4995993" y="100664"/>
                </a:lnTo>
                <a:lnTo>
                  <a:pt x="4994080" y="95050"/>
                </a:lnTo>
                <a:lnTo>
                  <a:pt x="4994285" y="95604"/>
                </a:lnTo>
                <a:lnTo>
                  <a:pt x="4992119" y="90100"/>
                </a:lnTo>
                <a:lnTo>
                  <a:pt x="4992341" y="90638"/>
                </a:lnTo>
                <a:lnTo>
                  <a:pt x="4989920" y="85276"/>
                </a:lnTo>
                <a:lnTo>
                  <a:pt x="4990173" y="85798"/>
                </a:lnTo>
                <a:lnTo>
                  <a:pt x="4987500" y="80579"/>
                </a:lnTo>
                <a:lnTo>
                  <a:pt x="4987785" y="81085"/>
                </a:lnTo>
                <a:lnTo>
                  <a:pt x="4984859" y="76024"/>
                </a:lnTo>
                <a:lnTo>
                  <a:pt x="4985160" y="76515"/>
                </a:lnTo>
                <a:lnTo>
                  <a:pt x="4982012" y="71596"/>
                </a:lnTo>
                <a:lnTo>
                  <a:pt x="4982328" y="72070"/>
                </a:lnTo>
                <a:lnTo>
                  <a:pt x="4978960" y="67326"/>
                </a:lnTo>
                <a:lnTo>
                  <a:pt x="4979308" y="67785"/>
                </a:lnTo>
                <a:lnTo>
                  <a:pt x="4975702" y="63214"/>
                </a:lnTo>
                <a:lnTo>
                  <a:pt x="4976066" y="63657"/>
                </a:lnTo>
                <a:lnTo>
                  <a:pt x="4972270" y="59260"/>
                </a:lnTo>
                <a:lnTo>
                  <a:pt x="4972650" y="59687"/>
                </a:lnTo>
                <a:lnTo>
                  <a:pt x="4968649" y="55480"/>
                </a:lnTo>
                <a:lnTo>
                  <a:pt x="4969043" y="55876"/>
                </a:lnTo>
                <a:lnTo>
                  <a:pt x="4964836" y="51874"/>
                </a:lnTo>
                <a:lnTo>
                  <a:pt x="4965264" y="52254"/>
                </a:lnTo>
                <a:lnTo>
                  <a:pt x="4960867" y="48458"/>
                </a:lnTo>
                <a:lnTo>
                  <a:pt x="4961310" y="48822"/>
                </a:lnTo>
                <a:lnTo>
                  <a:pt x="4956739" y="45216"/>
                </a:lnTo>
                <a:lnTo>
                  <a:pt x="4957199" y="45564"/>
                </a:lnTo>
                <a:lnTo>
                  <a:pt x="4952454" y="42195"/>
                </a:lnTo>
                <a:lnTo>
                  <a:pt x="4952913" y="42512"/>
                </a:lnTo>
                <a:lnTo>
                  <a:pt x="4948010" y="39364"/>
                </a:lnTo>
                <a:lnTo>
                  <a:pt x="4948500" y="39665"/>
                </a:lnTo>
                <a:lnTo>
                  <a:pt x="4943439" y="36739"/>
                </a:lnTo>
                <a:lnTo>
                  <a:pt x="4943945" y="37024"/>
                </a:lnTo>
                <a:lnTo>
                  <a:pt x="4938726" y="34351"/>
                </a:lnTo>
                <a:lnTo>
                  <a:pt x="4939247" y="34604"/>
                </a:lnTo>
                <a:lnTo>
                  <a:pt x="4933886" y="32184"/>
                </a:lnTo>
                <a:lnTo>
                  <a:pt x="4934424" y="32406"/>
                </a:lnTo>
                <a:lnTo>
                  <a:pt x="4928920" y="30239"/>
                </a:lnTo>
                <a:lnTo>
                  <a:pt x="4929475" y="30445"/>
                </a:lnTo>
                <a:lnTo>
                  <a:pt x="4923860" y="28531"/>
                </a:lnTo>
                <a:lnTo>
                  <a:pt x="4924413" y="28705"/>
                </a:lnTo>
                <a:lnTo>
                  <a:pt x="4918672" y="27076"/>
                </a:lnTo>
                <a:lnTo>
                  <a:pt x="4919242" y="27234"/>
                </a:lnTo>
                <a:lnTo>
                  <a:pt x="4913390" y="25874"/>
                </a:lnTo>
                <a:lnTo>
                  <a:pt x="4913974" y="26000"/>
                </a:lnTo>
                <a:lnTo>
                  <a:pt x="4908013" y="24925"/>
                </a:lnTo>
                <a:lnTo>
                  <a:pt x="4908613" y="25020"/>
                </a:lnTo>
                <a:lnTo>
                  <a:pt x="4902557" y="24261"/>
                </a:lnTo>
                <a:lnTo>
                  <a:pt x="4903158" y="24308"/>
                </a:lnTo>
                <a:lnTo>
                  <a:pt x="4897005" y="23849"/>
                </a:lnTo>
                <a:lnTo>
                  <a:pt x="4897606" y="23881"/>
                </a:lnTo>
                <a:lnTo>
                  <a:pt x="4891375" y="23723"/>
                </a:lnTo>
                <a:lnTo>
                  <a:pt x="4891676" y="23723"/>
                </a:lnTo>
                <a:lnTo>
                  <a:pt x="132849" y="23723"/>
                </a:lnTo>
                <a:lnTo>
                  <a:pt x="133149" y="23723"/>
                </a:lnTo>
                <a:lnTo>
                  <a:pt x="126918" y="23881"/>
                </a:lnTo>
                <a:lnTo>
                  <a:pt x="127519" y="23849"/>
                </a:lnTo>
                <a:lnTo>
                  <a:pt x="121367" y="24308"/>
                </a:lnTo>
                <a:lnTo>
                  <a:pt x="121968" y="24261"/>
                </a:lnTo>
                <a:lnTo>
                  <a:pt x="115910" y="25020"/>
                </a:lnTo>
                <a:lnTo>
                  <a:pt x="116511" y="24925"/>
                </a:lnTo>
                <a:lnTo>
                  <a:pt x="110549" y="26000"/>
                </a:lnTo>
                <a:lnTo>
                  <a:pt x="111134" y="25874"/>
                </a:lnTo>
                <a:lnTo>
                  <a:pt x="105283" y="27234"/>
                </a:lnTo>
                <a:lnTo>
                  <a:pt x="105852" y="27076"/>
                </a:lnTo>
                <a:lnTo>
                  <a:pt x="100111" y="28705"/>
                </a:lnTo>
                <a:lnTo>
                  <a:pt x="100664" y="28531"/>
                </a:lnTo>
                <a:lnTo>
                  <a:pt x="95050" y="30445"/>
                </a:lnTo>
                <a:lnTo>
                  <a:pt x="95603" y="30239"/>
                </a:lnTo>
                <a:lnTo>
                  <a:pt x="90100" y="32406"/>
                </a:lnTo>
                <a:lnTo>
                  <a:pt x="90637" y="32184"/>
                </a:lnTo>
                <a:lnTo>
                  <a:pt x="85276" y="34604"/>
                </a:lnTo>
                <a:lnTo>
                  <a:pt x="85798" y="34351"/>
                </a:lnTo>
                <a:lnTo>
                  <a:pt x="80579" y="37024"/>
                </a:lnTo>
                <a:lnTo>
                  <a:pt x="81085" y="36739"/>
                </a:lnTo>
                <a:lnTo>
                  <a:pt x="76024" y="39665"/>
                </a:lnTo>
                <a:lnTo>
                  <a:pt x="76515" y="39364"/>
                </a:lnTo>
                <a:lnTo>
                  <a:pt x="71596" y="42512"/>
                </a:lnTo>
                <a:lnTo>
                  <a:pt x="72070" y="42195"/>
                </a:lnTo>
                <a:lnTo>
                  <a:pt x="67326" y="45564"/>
                </a:lnTo>
                <a:lnTo>
                  <a:pt x="67784" y="45216"/>
                </a:lnTo>
                <a:lnTo>
                  <a:pt x="63214" y="48822"/>
                </a:lnTo>
                <a:lnTo>
                  <a:pt x="63657" y="48458"/>
                </a:lnTo>
                <a:lnTo>
                  <a:pt x="59260" y="52254"/>
                </a:lnTo>
                <a:lnTo>
                  <a:pt x="59687" y="51874"/>
                </a:lnTo>
                <a:lnTo>
                  <a:pt x="55480" y="55876"/>
                </a:lnTo>
                <a:lnTo>
                  <a:pt x="55875" y="55480"/>
                </a:lnTo>
                <a:lnTo>
                  <a:pt x="51874" y="59687"/>
                </a:lnTo>
                <a:lnTo>
                  <a:pt x="52254" y="59260"/>
                </a:lnTo>
                <a:lnTo>
                  <a:pt x="48458" y="63657"/>
                </a:lnTo>
                <a:lnTo>
                  <a:pt x="48822" y="63214"/>
                </a:lnTo>
                <a:lnTo>
                  <a:pt x="45216" y="67785"/>
                </a:lnTo>
                <a:lnTo>
                  <a:pt x="45564" y="67326"/>
                </a:lnTo>
                <a:lnTo>
                  <a:pt x="42195" y="72070"/>
                </a:lnTo>
                <a:lnTo>
                  <a:pt x="42511" y="71596"/>
                </a:lnTo>
                <a:lnTo>
                  <a:pt x="39364" y="76515"/>
                </a:lnTo>
                <a:lnTo>
                  <a:pt x="39665" y="76024"/>
                </a:lnTo>
                <a:lnTo>
                  <a:pt x="36739" y="81085"/>
                </a:lnTo>
                <a:lnTo>
                  <a:pt x="37024" y="80579"/>
                </a:lnTo>
                <a:lnTo>
                  <a:pt x="34351" y="85798"/>
                </a:lnTo>
                <a:lnTo>
                  <a:pt x="34604" y="85276"/>
                </a:lnTo>
                <a:lnTo>
                  <a:pt x="32184" y="90638"/>
                </a:lnTo>
                <a:lnTo>
                  <a:pt x="32406" y="90100"/>
                </a:lnTo>
                <a:lnTo>
                  <a:pt x="30239" y="95604"/>
                </a:lnTo>
                <a:lnTo>
                  <a:pt x="30444" y="95050"/>
                </a:lnTo>
                <a:lnTo>
                  <a:pt x="28531" y="100664"/>
                </a:lnTo>
                <a:lnTo>
                  <a:pt x="28705" y="100111"/>
                </a:lnTo>
                <a:lnTo>
                  <a:pt x="27076" y="105852"/>
                </a:lnTo>
                <a:lnTo>
                  <a:pt x="27234" y="105283"/>
                </a:lnTo>
                <a:lnTo>
                  <a:pt x="25874" y="111134"/>
                </a:lnTo>
                <a:lnTo>
                  <a:pt x="26000" y="110549"/>
                </a:lnTo>
                <a:lnTo>
                  <a:pt x="24925" y="116511"/>
                </a:lnTo>
                <a:lnTo>
                  <a:pt x="25020" y="115911"/>
                </a:lnTo>
                <a:lnTo>
                  <a:pt x="24261" y="121968"/>
                </a:lnTo>
                <a:lnTo>
                  <a:pt x="24308" y="121367"/>
                </a:lnTo>
                <a:lnTo>
                  <a:pt x="23849" y="127519"/>
                </a:lnTo>
                <a:lnTo>
                  <a:pt x="23881" y="126918"/>
                </a:lnTo>
                <a:lnTo>
                  <a:pt x="23723" y="133149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text-90 Large">
            <a:extLst xmlns:a="http://schemas.openxmlformats.org/drawingml/2006/main">
              <a:ext uri="{FF2B5EF4-FFF2-40B4-BE49-F238E27FC236}">
                <a16:creationId xmlns:a16="http://schemas.microsoft.com/office/drawing/2014/main" id="{A0221418-6C8E-4347-93B0-605B2B6C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727" y="1561346"/>
            <a:ext cx="709800" cy="39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Large</a:t>
            </a:r>
          </a:p>
        </p:txBody>
      </p:sp>
      <p:sp>
        <p:nvSpPr>
          <p:cNvPr id="99" name="text-90 Language">
            <a:extLst xmlns:a="http://schemas.openxmlformats.org/drawingml/2006/main">
              <a:ext uri="{FF2B5EF4-FFF2-40B4-BE49-F238E27FC236}">
                <a16:creationId xmlns:a16="http://schemas.microsoft.com/office/drawing/2014/main" id="{D7B9A868-6FE2-447B-AAA7-2CFDBB62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2603" y="1561242"/>
            <a:ext cx="1173999" cy="398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Language</a:t>
            </a:r>
          </a:p>
        </p:txBody>
      </p:sp>
      <p:sp>
        <p:nvSpPr>
          <p:cNvPr id="100" name="text-90 Model">
            <a:extLst xmlns:a="http://schemas.openxmlformats.org/drawingml/2006/main">
              <a:ext uri="{FF2B5EF4-FFF2-40B4-BE49-F238E27FC236}">
                <a16:creationId xmlns:a16="http://schemas.microsoft.com/office/drawing/2014/main" id="{15AEB6B2-D601-4BC1-8841-11DBFFE3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6659" y="1561313"/>
            <a:ext cx="794603" cy="398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101" name="path-91">
            <a:extLst xmlns:a="http://schemas.openxmlformats.org/drawingml/2006/main">
              <a:ext uri="{FF2B5EF4-FFF2-40B4-BE49-F238E27FC236}">
                <a16:creationId xmlns:a16="http://schemas.microsoft.com/office/drawing/2014/main" id="{C107A145-7F53-4AB2-A9CD-0FEB5141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441" y="2016941"/>
            <a:ext cx="158153" cy="285466"/>
          </a:xfrm>
          <a:custGeom xmlns:a="http://schemas.openxmlformats.org/drawingml/2006/main">
            <a:pathLst>
              <a:path w="158153" h="285466">
                <a:moveTo>
                  <a:pt x="0" y="158153"/>
                </a:moveTo>
                <a:lnTo>
                  <a:pt x="79077" y="79077"/>
                </a:lnTo>
                <a:lnTo>
                  <a:pt x="158153" y="158153"/>
                </a:lnTo>
                <a:lnTo>
                  <a:pt x="79077" y="0"/>
                </a:lnTo>
                <a:lnTo>
                  <a:pt x="0" y="158153"/>
                </a:lnTo>
                <a:moveTo>
                  <a:pt x="88961" y="285466"/>
                </a:moveTo>
                <a:lnTo>
                  <a:pt x="88961" y="59307"/>
                </a:lnTo>
                <a:lnTo>
                  <a:pt x="69192" y="59307"/>
                </a:lnTo>
                <a:lnTo>
                  <a:pt x="69192" y="285466"/>
                </a:lnTo>
                <a:lnTo>
                  <a:pt x="88961" y="285466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92">
            <a:extLst xmlns:a="http://schemas.openxmlformats.org/drawingml/2006/main">
              <a:ext uri="{FF2B5EF4-FFF2-40B4-BE49-F238E27FC236}">
                <a16:creationId xmlns:a16="http://schemas.microsoft.com/office/drawing/2014/main" id="{FD64996A-A670-4750-8DD7-304725C3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63" y="616496"/>
            <a:ext cx="5043503" cy="631031"/>
          </a:xfrm>
          <a:custGeom xmlns:a="http://schemas.openxmlformats.org/drawingml/2006/main">
            <a:pathLst>
              <a:path w="5043503" h="631031">
                <a:moveTo>
                  <a:pt x="0" y="619169"/>
                </a:moveTo>
                <a:lnTo>
                  <a:pt x="0" y="524278"/>
                </a:lnTo>
                <a:lnTo>
                  <a:pt x="23723" y="524278"/>
                </a:lnTo>
                <a:lnTo>
                  <a:pt x="23723" y="619169"/>
                </a:lnTo>
                <a:lnTo>
                  <a:pt x="0" y="619169"/>
                </a:lnTo>
                <a:moveTo>
                  <a:pt x="0" y="453109"/>
                </a:moveTo>
                <a:lnTo>
                  <a:pt x="0" y="358217"/>
                </a:lnTo>
                <a:lnTo>
                  <a:pt x="23723" y="358217"/>
                </a:lnTo>
                <a:lnTo>
                  <a:pt x="23723" y="453109"/>
                </a:lnTo>
                <a:lnTo>
                  <a:pt x="0" y="453109"/>
                </a:lnTo>
                <a:moveTo>
                  <a:pt x="0" y="287048"/>
                </a:moveTo>
                <a:lnTo>
                  <a:pt x="0" y="192156"/>
                </a:lnTo>
                <a:lnTo>
                  <a:pt x="23723" y="192156"/>
                </a:lnTo>
                <a:lnTo>
                  <a:pt x="23723" y="287048"/>
                </a:lnTo>
                <a:lnTo>
                  <a:pt x="0" y="287048"/>
                </a:lnTo>
                <a:moveTo>
                  <a:pt x="0" y="120987"/>
                </a:moveTo>
                <a:lnTo>
                  <a:pt x="0" y="26096"/>
                </a:lnTo>
                <a:lnTo>
                  <a:pt x="23723" y="26096"/>
                </a:lnTo>
                <a:lnTo>
                  <a:pt x="23723" y="120987"/>
                </a:lnTo>
                <a:lnTo>
                  <a:pt x="0" y="120987"/>
                </a:lnTo>
                <a:moveTo>
                  <a:pt x="68796" y="0"/>
                </a:moveTo>
                <a:lnTo>
                  <a:pt x="163688" y="0"/>
                </a:lnTo>
                <a:lnTo>
                  <a:pt x="163688" y="23723"/>
                </a:lnTo>
                <a:lnTo>
                  <a:pt x="68796" y="23723"/>
                </a:lnTo>
                <a:lnTo>
                  <a:pt x="68796" y="0"/>
                </a:lnTo>
                <a:moveTo>
                  <a:pt x="234857" y="0"/>
                </a:moveTo>
                <a:lnTo>
                  <a:pt x="329749" y="0"/>
                </a:lnTo>
                <a:lnTo>
                  <a:pt x="329749" y="23723"/>
                </a:lnTo>
                <a:lnTo>
                  <a:pt x="234857" y="23723"/>
                </a:lnTo>
                <a:lnTo>
                  <a:pt x="234857" y="0"/>
                </a:lnTo>
                <a:moveTo>
                  <a:pt x="400918" y="0"/>
                </a:moveTo>
                <a:lnTo>
                  <a:pt x="495810" y="0"/>
                </a:lnTo>
                <a:lnTo>
                  <a:pt x="495810" y="23723"/>
                </a:lnTo>
                <a:lnTo>
                  <a:pt x="400918" y="23723"/>
                </a:lnTo>
                <a:lnTo>
                  <a:pt x="400918" y="0"/>
                </a:lnTo>
                <a:moveTo>
                  <a:pt x="566979" y="0"/>
                </a:moveTo>
                <a:lnTo>
                  <a:pt x="661871" y="0"/>
                </a:lnTo>
                <a:lnTo>
                  <a:pt x="661871" y="23723"/>
                </a:lnTo>
                <a:lnTo>
                  <a:pt x="566979" y="23723"/>
                </a:lnTo>
                <a:lnTo>
                  <a:pt x="566979" y="0"/>
                </a:lnTo>
                <a:moveTo>
                  <a:pt x="733040" y="0"/>
                </a:moveTo>
                <a:lnTo>
                  <a:pt x="827931" y="0"/>
                </a:lnTo>
                <a:lnTo>
                  <a:pt x="827931" y="23723"/>
                </a:lnTo>
                <a:lnTo>
                  <a:pt x="733040" y="23723"/>
                </a:lnTo>
                <a:lnTo>
                  <a:pt x="733040" y="0"/>
                </a:lnTo>
                <a:moveTo>
                  <a:pt x="899100" y="0"/>
                </a:moveTo>
                <a:lnTo>
                  <a:pt x="993992" y="0"/>
                </a:lnTo>
                <a:lnTo>
                  <a:pt x="993992" y="23723"/>
                </a:lnTo>
                <a:lnTo>
                  <a:pt x="899100" y="23723"/>
                </a:lnTo>
                <a:lnTo>
                  <a:pt x="899100" y="0"/>
                </a:lnTo>
                <a:moveTo>
                  <a:pt x="1065161" y="0"/>
                </a:moveTo>
                <a:lnTo>
                  <a:pt x="1160053" y="0"/>
                </a:lnTo>
                <a:lnTo>
                  <a:pt x="1160053" y="23723"/>
                </a:lnTo>
                <a:lnTo>
                  <a:pt x="1065161" y="23723"/>
                </a:lnTo>
                <a:lnTo>
                  <a:pt x="1065161" y="0"/>
                </a:lnTo>
                <a:moveTo>
                  <a:pt x="1231222" y="0"/>
                </a:moveTo>
                <a:lnTo>
                  <a:pt x="1326114" y="0"/>
                </a:lnTo>
                <a:lnTo>
                  <a:pt x="1326114" y="23723"/>
                </a:lnTo>
                <a:lnTo>
                  <a:pt x="1231222" y="23723"/>
                </a:lnTo>
                <a:lnTo>
                  <a:pt x="1231222" y="0"/>
                </a:lnTo>
                <a:moveTo>
                  <a:pt x="1397283" y="0"/>
                </a:moveTo>
                <a:lnTo>
                  <a:pt x="1492175" y="0"/>
                </a:lnTo>
                <a:lnTo>
                  <a:pt x="1492175" y="23723"/>
                </a:lnTo>
                <a:lnTo>
                  <a:pt x="1397283" y="23723"/>
                </a:lnTo>
                <a:lnTo>
                  <a:pt x="1397283" y="0"/>
                </a:lnTo>
                <a:moveTo>
                  <a:pt x="1563343" y="0"/>
                </a:moveTo>
                <a:lnTo>
                  <a:pt x="1658235" y="0"/>
                </a:lnTo>
                <a:lnTo>
                  <a:pt x="1658235" y="23723"/>
                </a:lnTo>
                <a:lnTo>
                  <a:pt x="1563343" y="23723"/>
                </a:lnTo>
                <a:lnTo>
                  <a:pt x="1563343" y="0"/>
                </a:lnTo>
                <a:moveTo>
                  <a:pt x="1729404" y="0"/>
                </a:moveTo>
                <a:lnTo>
                  <a:pt x="1824296" y="0"/>
                </a:lnTo>
                <a:lnTo>
                  <a:pt x="1824296" y="23723"/>
                </a:lnTo>
                <a:lnTo>
                  <a:pt x="1729404" y="23723"/>
                </a:lnTo>
                <a:lnTo>
                  <a:pt x="1729404" y="0"/>
                </a:lnTo>
                <a:moveTo>
                  <a:pt x="1895465" y="0"/>
                </a:moveTo>
                <a:lnTo>
                  <a:pt x="1990356" y="0"/>
                </a:lnTo>
                <a:lnTo>
                  <a:pt x="1990356" y="23723"/>
                </a:lnTo>
                <a:lnTo>
                  <a:pt x="1895465" y="23723"/>
                </a:lnTo>
                <a:lnTo>
                  <a:pt x="1895465" y="0"/>
                </a:lnTo>
                <a:moveTo>
                  <a:pt x="2061525" y="0"/>
                </a:moveTo>
                <a:lnTo>
                  <a:pt x="2156417" y="0"/>
                </a:lnTo>
                <a:lnTo>
                  <a:pt x="2156417" y="23723"/>
                </a:lnTo>
                <a:lnTo>
                  <a:pt x="2061525" y="23723"/>
                </a:lnTo>
                <a:lnTo>
                  <a:pt x="2061525" y="0"/>
                </a:lnTo>
                <a:moveTo>
                  <a:pt x="2227586" y="0"/>
                </a:moveTo>
                <a:lnTo>
                  <a:pt x="2322478" y="0"/>
                </a:lnTo>
                <a:lnTo>
                  <a:pt x="2322478" y="23723"/>
                </a:lnTo>
                <a:lnTo>
                  <a:pt x="2227586" y="23723"/>
                </a:lnTo>
                <a:lnTo>
                  <a:pt x="2227586" y="0"/>
                </a:lnTo>
                <a:moveTo>
                  <a:pt x="2393647" y="0"/>
                </a:moveTo>
                <a:lnTo>
                  <a:pt x="2488539" y="0"/>
                </a:lnTo>
                <a:lnTo>
                  <a:pt x="2488539" y="23723"/>
                </a:lnTo>
                <a:lnTo>
                  <a:pt x="2393647" y="23723"/>
                </a:lnTo>
                <a:lnTo>
                  <a:pt x="2393647" y="0"/>
                </a:lnTo>
                <a:moveTo>
                  <a:pt x="2559708" y="0"/>
                </a:moveTo>
                <a:lnTo>
                  <a:pt x="2654600" y="0"/>
                </a:lnTo>
                <a:lnTo>
                  <a:pt x="2654600" y="23723"/>
                </a:lnTo>
                <a:lnTo>
                  <a:pt x="2559708" y="23723"/>
                </a:lnTo>
                <a:lnTo>
                  <a:pt x="2559708" y="0"/>
                </a:lnTo>
                <a:moveTo>
                  <a:pt x="2725769" y="0"/>
                </a:moveTo>
                <a:lnTo>
                  <a:pt x="2820660" y="0"/>
                </a:lnTo>
                <a:lnTo>
                  <a:pt x="2820660" y="23723"/>
                </a:lnTo>
                <a:lnTo>
                  <a:pt x="2725769" y="23723"/>
                </a:lnTo>
                <a:lnTo>
                  <a:pt x="2725769" y="0"/>
                </a:lnTo>
                <a:moveTo>
                  <a:pt x="2891829" y="0"/>
                </a:moveTo>
                <a:lnTo>
                  <a:pt x="2986721" y="0"/>
                </a:lnTo>
                <a:lnTo>
                  <a:pt x="2986721" y="23723"/>
                </a:lnTo>
                <a:lnTo>
                  <a:pt x="2891829" y="23723"/>
                </a:lnTo>
                <a:lnTo>
                  <a:pt x="2891829" y="0"/>
                </a:lnTo>
                <a:moveTo>
                  <a:pt x="3057890" y="0"/>
                </a:moveTo>
                <a:lnTo>
                  <a:pt x="3152782" y="0"/>
                </a:lnTo>
                <a:lnTo>
                  <a:pt x="3152782" y="23723"/>
                </a:lnTo>
                <a:lnTo>
                  <a:pt x="3057890" y="23723"/>
                </a:lnTo>
                <a:lnTo>
                  <a:pt x="3057890" y="0"/>
                </a:lnTo>
                <a:moveTo>
                  <a:pt x="3223951" y="0"/>
                </a:moveTo>
                <a:lnTo>
                  <a:pt x="3318843" y="0"/>
                </a:lnTo>
                <a:lnTo>
                  <a:pt x="3318843" y="23723"/>
                </a:lnTo>
                <a:lnTo>
                  <a:pt x="3223951" y="23723"/>
                </a:lnTo>
                <a:lnTo>
                  <a:pt x="3223951" y="0"/>
                </a:lnTo>
                <a:moveTo>
                  <a:pt x="3390012" y="0"/>
                </a:moveTo>
                <a:lnTo>
                  <a:pt x="3484904" y="0"/>
                </a:lnTo>
                <a:lnTo>
                  <a:pt x="3484904" y="23723"/>
                </a:lnTo>
                <a:lnTo>
                  <a:pt x="3390012" y="23723"/>
                </a:lnTo>
                <a:lnTo>
                  <a:pt x="3390012" y="0"/>
                </a:lnTo>
                <a:moveTo>
                  <a:pt x="3556072" y="0"/>
                </a:moveTo>
                <a:lnTo>
                  <a:pt x="3650964" y="0"/>
                </a:lnTo>
                <a:lnTo>
                  <a:pt x="3650964" y="23723"/>
                </a:lnTo>
                <a:lnTo>
                  <a:pt x="3556072" y="23723"/>
                </a:lnTo>
                <a:lnTo>
                  <a:pt x="3556072" y="0"/>
                </a:lnTo>
                <a:moveTo>
                  <a:pt x="3722133" y="0"/>
                </a:moveTo>
                <a:lnTo>
                  <a:pt x="3817025" y="0"/>
                </a:lnTo>
                <a:lnTo>
                  <a:pt x="3817025" y="23723"/>
                </a:lnTo>
                <a:lnTo>
                  <a:pt x="3722133" y="23723"/>
                </a:lnTo>
                <a:lnTo>
                  <a:pt x="3722133" y="0"/>
                </a:lnTo>
                <a:moveTo>
                  <a:pt x="3888194" y="0"/>
                </a:moveTo>
                <a:lnTo>
                  <a:pt x="3983086" y="0"/>
                </a:lnTo>
                <a:lnTo>
                  <a:pt x="3983086" y="23723"/>
                </a:lnTo>
                <a:lnTo>
                  <a:pt x="3888194" y="23723"/>
                </a:lnTo>
                <a:lnTo>
                  <a:pt x="3888194" y="0"/>
                </a:lnTo>
                <a:moveTo>
                  <a:pt x="4054255" y="0"/>
                </a:moveTo>
                <a:lnTo>
                  <a:pt x="4149147" y="0"/>
                </a:lnTo>
                <a:lnTo>
                  <a:pt x="4149147" y="23723"/>
                </a:lnTo>
                <a:lnTo>
                  <a:pt x="4054255" y="23723"/>
                </a:lnTo>
                <a:lnTo>
                  <a:pt x="4054255" y="0"/>
                </a:lnTo>
                <a:moveTo>
                  <a:pt x="4220316" y="0"/>
                </a:moveTo>
                <a:lnTo>
                  <a:pt x="4315208" y="0"/>
                </a:lnTo>
                <a:lnTo>
                  <a:pt x="4315208" y="23723"/>
                </a:lnTo>
                <a:lnTo>
                  <a:pt x="4220316" y="23723"/>
                </a:lnTo>
                <a:lnTo>
                  <a:pt x="4220316" y="0"/>
                </a:lnTo>
                <a:moveTo>
                  <a:pt x="4386376" y="0"/>
                </a:moveTo>
                <a:lnTo>
                  <a:pt x="4481268" y="0"/>
                </a:lnTo>
                <a:lnTo>
                  <a:pt x="4481268" y="23723"/>
                </a:lnTo>
                <a:lnTo>
                  <a:pt x="4386376" y="23723"/>
                </a:lnTo>
                <a:lnTo>
                  <a:pt x="4386376" y="0"/>
                </a:lnTo>
                <a:moveTo>
                  <a:pt x="4552437" y="0"/>
                </a:moveTo>
                <a:lnTo>
                  <a:pt x="4647329" y="0"/>
                </a:lnTo>
                <a:lnTo>
                  <a:pt x="4647329" y="23723"/>
                </a:lnTo>
                <a:lnTo>
                  <a:pt x="4552437" y="23723"/>
                </a:lnTo>
                <a:lnTo>
                  <a:pt x="4552437" y="0"/>
                </a:lnTo>
                <a:moveTo>
                  <a:pt x="4718498" y="0"/>
                </a:moveTo>
                <a:lnTo>
                  <a:pt x="4813390" y="0"/>
                </a:lnTo>
                <a:lnTo>
                  <a:pt x="4813390" y="23723"/>
                </a:lnTo>
                <a:lnTo>
                  <a:pt x="4718498" y="23723"/>
                </a:lnTo>
                <a:lnTo>
                  <a:pt x="4718498" y="0"/>
                </a:lnTo>
                <a:moveTo>
                  <a:pt x="4884559" y="0"/>
                </a:moveTo>
                <a:lnTo>
                  <a:pt x="4979451" y="0"/>
                </a:lnTo>
                <a:lnTo>
                  <a:pt x="4979451" y="23723"/>
                </a:lnTo>
                <a:lnTo>
                  <a:pt x="4884559" y="23723"/>
                </a:lnTo>
                <a:lnTo>
                  <a:pt x="4884559" y="0"/>
                </a:lnTo>
                <a:moveTo>
                  <a:pt x="5043503" y="30840"/>
                </a:moveTo>
                <a:lnTo>
                  <a:pt x="5043503" y="125732"/>
                </a:lnTo>
                <a:lnTo>
                  <a:pt x="5019780" y="125732"/>
                </a:lnTo>
                <a:lnTo>
                  <a:pt x="5019780" y="30840"/>
                </a:lnTo>
                <a:lnTo>
                  <a:pt x="5043503" y="30840"/>
                </a:lnTo>
                <a:moveTo>
                  <a:pt x="5043503" y="196901"/>
                </a:moveTo>
                <a:lnTo>
                  <a:pt x="5043503" y="291793"/>
                </a:lnTo>
                <a:lnTo>
                  <a:pt x="5019780" y="291793"/>
                </a:lnTo>
                <a:lnTo>
                  <a:pt x="5019780" y="196901"/>
                </a:lnTo>
                <a:lnTo>
                  <a:pt x="5043503" y="196901"/>
                </a:lnTo>
                <a:moveTo>
                  <a:pt x="5043503" y="362962"/>
                </a:moveTo>
                <a:lnTo>
                  <a:pt x="5043503" y="457853"/>
                </a:lnTo>
                <a:lnTo>
                  <a:pt x="5019780" y="457853"/>
                </a:lnTo>
                <a:lnTo>
                  <a:pt x="5019780" y="362962"/>
                </a:lnTo>
                <a:lnTo>
                  <a:pt x="5043503" y="362962"/>
                </a:lnTo>
                <a:moveTo>
                  <a:pt x="5043503" y="529022"/>
                </a:moveTo>
                <a:lnTo>
                  <a:pt x="5043503" y="631031"/>
                </a:lnTo>
                <a:lnTo>
                  <a:pt x="5026897" y="631031"/>
                </a:lnTo>
                <a:lnTo>
                  <a:pt x="5026897" y="607308"/>
                </a:lnTo>
                <a:lnTo>
                  <a:pt x="5019780" y="607308"/>
                </a:lnTo>
                <a:lnTo>
                  <a:pt x="5031641" y="607308"/>
                </a:lnTo>
                <a:lnTo>
                  <a:pt x="5019780" y="619169"/>
                </a:lnTo>
                <a:lnTo>
                  <a:pt x="5019780" y="529022"/>
                </a:lnTo>
                <a:lnTo>
                  <a:pt x="5043503" y="529022"/>
                </a:lnTo>
                <a:moveTo>
                  <a:pt x="4955728" y="631031"/>
                </a:moveTo>
                <a:lnTo>
                  <a:pt x="4860836" y="631031"/>
                </a:lnTo>
                <a:lnTo>
                  <a:pt x="4860836" y="607308"/>
                </a:lnTo>
                <a:lnTo>
                  <a:pt x="4955728" y="607308"/>
                </a:lnTo>
                <a:lnTo>
                  <a:pt x="4955728" y="631031"/>
                </a:lnTo>
                <a:moveTo>
                  <a:pt x="4789667" y="631031"/>
                </a:moveTo>
                <a:lnTo>
                  <a:pt x="4694775" y="631031"/>
                </a:lnTo>
                <a:lnTo>
                  <a:pt x="4694775" y="607308"/>
                </a:lnTo>
                <a:lnTo>
                  <a:pt x="4789667" y="607308"/>
                </a:lnTo>
                <a:lnTo>
                  <a:pt x="4789667" y="631031"/>
                </a:lnTo>
                <a:moveTo>
                  <a:pt x="4623606" y="631031"/>
                </a:moveTo>
                <a:lnTo>
                  <a:pt x="4528714" y="631031"/>
                </a:lnTo>
                <a:lnTo>
                  <a:pt x="4528714" y="607308"/>
                </a:lnTo>
                <a:lnTo>
                  <a:pt x="4623606" y="607308"/>
                </a:lnTo>
                <a:lnTo>
                  <a:pt x="4623606" y="631031"/>
                </a:lnTo>
                <a:moveTo>
                  <a:pt x="4457545" y="631031"/>
                </a:moveTo>
                <a:lnTo>
                  <a:pt x="4362653" y="631031"/>
                </a:lnTo>
                <a:lnTo>
                  <a:pt x="4362653" y="607308"/>
                </a:lnTo>
                <a:lnTo>
                  <a:pt x="4457545" y="607308"/>
                </a:lnTo>
                <a:lnTo>
                  <a:pt x="4457545" y="631031"/>
                </a:lnTo>
                <a:moveTo>
                  <a:pt x="4291485" y="631031"/>
                </a:moveTo>
                <a:lnTo>
                  <a:pt x="4196593" y="631031"/>
                </a:lnTo>
                <a:lnTo>
                  <a:pt x="4196593" y="607308"/>
                </a:lnTo>
                <a:lnTo>
                  <a:pt x="4291485" y="607308"/>
                </a:lnTo>
                <a:lnTo>
                  <a:pt x="4291485" y="631031"/>
                </a:lnTo>
                <a:moveTo>
                  <a:pt x="4125424" y="631031"/>
                </a:moveTo>
                <a:lnTo>
                  <a:pt x="4030532" y="631031"/>
                </a:lnTo>
                <a:lnTo>
                  <a:pt x="4030532" y="607308"/>
                </a:lnTo>
                <a:lnTo>
                  <a:pt x="4125424" y="607308"/>
                </a:lnTo>
                <a:lnTo>
                  <a:pt x="4125424" y="631031"/>
                </a:lnTo>
                <a:moveTo>
                  <a:pt x="3959363" y="631031"/>
                </a:moveTo>
                <a:lnTo>
                  <a:pt x="3864471" y="631031"/>
                </a:lnTo>
                <a:lnTo>
                  <a:pt x="3864471" y="607308"/>
                </a:lnTo>
                <a:lnTo>
                  <a:pt x="3959363" y="607308"/>
                </a:lnTo>
                <a:lnTo>
                  <a:pt x="3959363" y="631031"/>
                </a:lnTo>
                <a:moveTo>
                  <a:pt x="3793302" y="631031"/>
                </a:moveTo>
                <a:lnTo>
                  <a:pt x="3698410" y="631031"/>
                </a:lnTo>
                <a:lnTo>
                  <a:pt x="3698410" y="607308"/>
                </a:lnTo>
                <a:lnTo>
                  <a:pt x="3793302" y="607308"/>
                </a:lnTo>
                <a:lnTo>
                  <a:pt x="3793302" y="631031"/>
                </a:lnTo>
                <a:moveTo>
                  <a:pt x="3627241" y="631031"/>
                </a:moveTo>
                <a:lnTo>
                  <a:pt x="3532350" y="631031"/>
                </a:lnTo>
                <a:lnTo>
                  <a:pt x="3532350" y="607308"/>
                </a:lnTo>
                <a:lnTo>
                  <a:pt x="3627241" y="607308"/>
                </a:lnTo>
                <a:lnTo>
                  <a:pt x="3627241" y="631031"/>
                </a:lnTo>
                <a:moveTo>
                  <a:pt x="3461181" y="631031"/>
                </a:moveTo>
                <a:lnTo>
                  <a:pt x="3366289" y="631031"/>
                </a:lnTo>
                <a:lnTo>
                  <a:pt x="3366289" y="607308"/>
                </a:lnTo>
                <a:lnTo>
                  <a:pt x="3461181" y="607308"/>
                </a:lnTo>
                <a:lnTo>
                  <a:pt x="3461181" y="631031"/>
                </a:lnTo>
                <a:moveTo>
                  <a:pt x="3295120" y="631031"/>
                </a:moveTo>
                <a:lnTo>
                  <a:pt x="3200228" y="631031"/>
                </a:lnTo>
                <a:lnTo>
                  <a:pt x="3200228" y="607308"/>
                </a:lnTo>
                <a:lnTo>
                  <a:pt x="3295120" y="607308"/>
                </a:lnTo>
                <a:lnTo>
                  <a:pt x="3295120" y="631031"/>
                </a:lnTo>
                <a:moveTo>
                  <a:pt x="3129059" y="631031"/>
                </a:moveTo>
                <a:lnTo>
                  <a:pt x="3034167" y="631031"/>
                </a:lnTo>
                <a:lnTo>
                  <a:pt x="3034167" y="607308"/>
                </a:lnTo>
                <a:lnTo>
                  <a:pt x="3129059" y="607308"/>
                </a:lnTo>
                <a:lnTo>
                  <a:pt x="3129059" y="631031"/>
                </a:lnTo>
                <a:moveTo>
                  <a:pt x="2962998" y="631031"/>
                </a:moveTo>
                <a:lnTo>
                  <a:pt x="2868106" y="631031"/>
                </a:lnTo>
                <a:lnTo>
                  <a:pt x="2868106" y="607308"/>
                </a:lnTo>
                <a:lnTo>
                  <a:pt x="2962998" y="607308"/>
                </a:lnTo>
                <a:lnTo>
                  <a:pt x="2962998" y="631031"/>
                </a:lnTo>
                <a:moveTo>
                  <a:pt x="2796937" y="631031"/>
                </a:moveTo>
                <a:lnTo>
                  <a:pt x="2702046" y="631031"/>
                </a:lnTo>
                <a:lnTo>
                  <a:pt x="2702046" y="607308"/>
                </a:lnTo>
                <a:lnTo>
                  <a:pt x="2796937" y="607308"/>
                </a:lnTo>
                <a:lnTo>
                  <a:pt x="2796937" y="631031"/>
                </a:lnTo>
                <a:moveTo>
                  <a:pt x="2630877" y="631031"/>
                </a:moveTo>
                <a:lnTo>
                  <a:pt x="2535985" y="631031"/>
                </a:lnTo>
                <a:lnTo>
                  <a:pt x="2535985" y="607308"/>
                </a:lnTo>
                <a:lnTo>
                  <a:pt x="2630877" y="607308"/>
                </a:lnTo>
                <a:lnTo>
                  <a:pt x="2630877" y="631031"/>
                </a:lnTo>
                <a:moveTo>
                  <a:pt x="2464816" y="631031"/>
                </a:moveTo>
                <a:lnTo>
                  <a:pt x="2369924" y="631031"/>
                </a:lnTo>
                <a:lnTo>
                  <a:pt x="2369924" y="607308"/>
                </a:lnTo>
                <a:lnTo>
                  <a:pt x="2464816" y="607308"/>
                </a:lnTo>
                <a:lnTo>
                  <a:pt x="2464816" y="631031"/>
                </a:lnTo>
                <a:moveTo>
                  <a:pt x="2298755" y="631031"/>
                </a:moveTo>
                <a:lnTo>
                  <a:pt x="2203863" y="631031"/>
                </a:lnTo>
                <a:lnTo>
                  <a:pt x="2203863" y="607308"/>
                </a:lnTo>
                <a:lnTo>
                  <a:pt x="2298755" y="607308"/>
                </a:lnTo>
                <a:lnTo>
                  <a:pt x="2298755" y="631031"/>
                </a:lnTo>
                <a:moveTo>
                  <a:pt x="2132694" y="631031"/>
                </a:moveTo>
                <a:lnTo>
                  <a:pt x="2037802" y="631031"/>
                </a:lnTo>
                <a:lnTo>
                  <a:pt x="2037802" y="607308"/>
                </a:lnTo>
                <a:lnTo>
                  <a:pt x="2132694" y="607308"/>
                </a:lnTo>
                <a:lnTo>
                  <a:pt x="2132694" y="631031"/>
                </a:lnTo>
                <a:moveTo>
                  <a:pt x="1966633" y="631031"/>
                </a:moveTo>
                <a:lnTo>
                  <a:pt x="1871742" y="631031"/>
                </a:lnTo>
                <a:lnTo>
                  <a:pt x="1871742" y="607308"/>
                </a:lnTo>
                <a:lnTo>
                  <a:pt x="1966633" y="607308"/>
                </a:lnTo>
                <a:lnTo>
                  <a:pt x="1966633" y="631031"/>
                </a:lnTo>
                <a:moveTo>
                  <a:pt x="1800573" y="631031"/>
                </a:moveTo>
                <a:lnTo>
                  <a:pt x="1705681" y="631031"/>
                </a:lnTo>
                <a:lnTo>
                  <a:pt x="1705681" y="607308"/>
                </a:lnTo>
                <a:lnTo>
                  <a:pt x="1800573" y="607308"/>
                </a:lnTo>
                <a:lnTo>
                  <a:pt x="1800573" y="631031"/>
                </a:lnTo>
                <a:moveTo>
                  <a:pt x="1634512" y="631031"/>
                </a:moveTo>
                <a:lnTo>
                  <a:pt x="1539620" y="631031"/>
                </a:lnTo>
                <a:lnTo>
                  <a:pt x="1539620" y="607308"/>
                </a:lnTo>
                <a:lnTo>
                  <a:pt x="1634512" y="607308"/>
                </a:lnTo>
                <a:lnTo>
                  <a:pt x="1634512" y="631031"/>
                </a:lnTo>
                <a:moveTo>
                  <a:pt x="1468452" y="631031"/>
                </a:moveTo>
                <a:lnTo>
                  <a:pt x="1373560" y="631031"/>
                </a:lnTo>
                <a:lnTo>
                  <a:pt x="1373560" y="607308"/>
                </a:lnTo>
                <a:lnTo>
                  <a:pt x="1468452" y="607308"/>
                </a:lnTo>
                <a:lnTo>
                  <a:pt x="1468452" y="631031"/>
                </a:lnTo>
                <a:moveTo>
                  <a:pt x="1302391" y="631031"/>
                </a:moveTo>
                <a:lnTo>
                  <a:pt x="1207499" y="631031"/>
                </a:lnTo>
                <a:lnTo>
                  <a:pt x="1207499" y="607308"/>
                </a:lnTo>
                <a:lnTo>
                  <a:pt x="1302391" y="607308"/>
                </a:lnTo>
                <a:lnTo>
                  <a:pt x="1302391" y="631031"/>
                </a:lnTo>
                <a:moveTo>
                  <a:pt x="1136330" y="631031"/>
                </a:moveTo>
                <a:lnTo>
                  <a:pt x="1041438" y="631031"/>
                </a:lnTo>
                <a:lnTo>
                  <a:pt x="1041438" y="607308"/>
                </a:lnTo>
                <a:lnTo>
                  <a:pt x="1136330" y="607308"/>
                </a:lnTo>
                <a:lnTo>
                  <a:pt x="1136330" y="631031"/>
                </a:lnTo>
                <a:moveTo>
                  <a:pt x="970269" y="631031"/>
                </a:moveTo>
                <a:lnTo>
                  <a:pt x="875377" y="631031"/>
                </a:lnTo>
                <a:lnTo>
                  <a:pt x="875377" y="607308"/>
                </a:lnTo>
                <a:lnTo>
                  <a:pt x="970269" y="607308"/>
                </a:lnTo>
                <a:lnTo>
                  <a:pt x="970269" y="631031"/>
                </a:lnTo>
                <a:moveTo>
                  <a:pt x="804208" y="631031"/>
                </a:moveTo>
                <a:lnTo>
                  <a:pt x="709317" y="631031"/>
                </a:lnTo>
                <a:lnTo>
                  <a:pt x="709317" y="607308"/>
                </a:lnTo>
                <a:lnTo>
                  <a:pt x="804208" y="607308"/>
                </a:lnTo>
                <a:lnTo>
                  <a:pt x="804208" y="631031"/>
                </a:lnTo>
                <a:moveTo>
                  <a:pt x="638148" y="631031"/>
                </a:moveTo>
                <a:lnTo>
                  <a:pt x="543256" y="631031"/>
                </a:lnTo>
                <a:lnTo>
                  <a:pt x="543256" y="607308"/>
                </a:lnTo>
                <a:lnTo>
                  <a:pt x="638148" y="607308"/>
                </a:lnTo>
                <a:lnTo>
                  <a:pt x="638148" y="631031"/>
                </a:lnTo>
                <a:moveTo>
                  <a:pt x="472087" y="631031"/>
                </a:moveTo>
                <a:lnTo>
                  <a:pt x="377195" y="631031"/>
                </a:lnTo>
                <a:lnTo>
                  <a:pt x="377195" y="607308"/>
                </a:lnTo>
                <a:lnTo>
                  <a:pt x="472087" y="607308"/>
                </a:lnTo>
                <a:lnTo>
                  <a:pt x="472087" y="631031"/>
                </a:lnTo>
                <a:moveTo>
                  <a:pt x="306026" y="631031"/>
                </a:moveTo>
                <a:lnTo>
                  <a:pt x="211134" y="631031"/>
                </a:lnTo>
                <a:lnTo>
                  <a:pt x="211134" y="607308"/>
                </a:lnTo>
                <a:lnTo>
                  <a:pt x="306026" y="607308"/>
                </a:lnTo>
                <a:lnTo>
                  <a:pt x="306026" y="631031"/>
                </a:lnTo>
                <a:moveTo>
                  <a:pt x="139965" y="631031"/>
                </a:moveTo>
                <a:lnTo>
                  <a:pt x="45073" y="631031"/>
                </a:lnTo>
                <a:lnTo>
                  <a:pt x="45073" y="607308"/>
                </a:lnTo>
                <a:lnTo>
                  <a:pt x="139965" y="607308"/>
                </a:lnTo>
                <a:lnTo>
                  <a:pt x="139965" y="63103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93">
            <a:extLst xmlns:a="http://schemas.openxmlformats.org/drawingml/2006/main">
              <a:ext uri="{FF2B5EF4-FFF2-40B4-BE49-F238E27FC236}">
                <a16:creationId xmlns:a16="http://schemas.microsoft.com/office/drawing/2014/main" id="{D926EE74-34F1-4E76-8849-30C34453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325" y="1223013"/>
            <a:ext cx="158153" cy="285466"/>
          </a:xfrm>
          <a:custGeom xmlns:a="http://schemas.openxmlformats.org/drawingml/2006/main">
            <a:pathLst>
              <a:path w="158153" h="285466">
                <a:moveTo>
                  <a:pt x="0" y="158153"/>
                </a:moveTo>
                <a:lnTo>
                  <a:pt x="79076" y="79077"/>
                </a:lnTo>
                <a:lnTo>
                  <a:pt x="158153" y="158153"/>
                </a:lnTo>
                <a:lnTo>
                  <a:pt x="79076" y="0"/>
                </a:lnTo>
                <a:lnTo>
                  <a:pt x="0" y="158153"/>
                </a:lnTo>
                <a:moveTo>
                  <a:pt x="88961" y="285466"/>
                </a:moveTo>
                <a:lnTo>
                  <a:pt x="88961" y="59307"/>
                </a:lnTo>
                <a:lnTo>
                  <a:pt x="69192" y="59307"/>
                </a:lnTo>
                <a:lnTo>
                  <a:pt x="69192" y="285466"/>
                </a:lnTo>
                <a:lnTo>
                  <a:pt x="88961" y="285466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text-94 This">
            <a:extLst xmlns:a="http://schemas.openxmlformats.org/drawingml/2006/main">
              <a:ext uri="{FF2B5EF4-FFF2-40B4-BE49-F238E27FC236}">
                <a16:creationId xmlns:a16="http://schemas.microsoft.com/office/drawing/2014/main" id="{FA1DAB5E-A4CE-4670-8052-BCE28D7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723" y="695236"/>
            <a:ext cx="372194" cy="266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</a:t>
            </a:r>
          </a:p>
        </p:txBody>
      </p:sp>
      <p:sp>
        <p:nvSpPr>
          <p:cNvPr id="105" name="text-94 is">
            <a:extLst xmlns:a="http://schemas.openxmlformats.org/drawingml/2006/main">
              <a:ext uri="{FF2B5EF4-FFF2-40B4-BE49-F238E27FC236}">
                <a16:creationId xmlns:a16="http://schemas.microsoft.com/office/drawing/2014/main" id="{49EF7E2C-48EF-4D6D-96F0-2F23E94F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825" y="695197"/>
            <a:ext cx="161066" cy="266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106" name="text-94 a">
            <a:extLst xmlns:a="http://schemas.openxmlformats.org/drawingml/2006/main">
              <a:ext uri="{FF2B5EF4-FFF2-40B4-BE49-F238E27FC236}">
                <a16:creationId xmlns:a16="http://schemas.microsoft.com/office/drawing/2014/main" id="{5D2AB668-F2BF-47A5-818A-B650F3EC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794" y="695496"/>
            <a:ext cx="118410" cy="265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07" name="text-94 basketball">
            <a:extLst xmlns:a="http://schemas.openxmlformats.org/drawingml/2006/main">
              <a:ext uri="{FF2B5EF4-FFF2-40B4-BE49-F238E27FC236}">
                <a16:creationId xmlns:a16="http://schemas.microsoft.com/office/drawing/2014/main" id="{3C282537-04D9-4D80-A212-64848F58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851" y="695224"/>
            <a:ext cx="804967" cy="266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basketball</a:t>
            </a:r>
          </a:p>
        </p:txBody>
      </p:sp>
      <p:sp>
        <p:nvSpPr>
          <p:cNvPr id="108" name="text-94 player">
            <a:extLst xmlns:a="http://schemas.openxmlformats.org/drawingml/2006/main">
              <a:ext uri="{FF2B5EF4-FFF2-40B4-BE49-F238E27FC236}">
                <a16:creationId xmlns:a16="http://schemas.microsoft.com/office/drawing/2014/main" id="{AD2642CF-33E2-420C-BE36-76F8995C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2294" y="695158"/>
            <a:ext cx="509424" cy="266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109" name="text-95 moving">
            <a:extLst xmlns:a="http://schemas.openxmlformats.org/drawingml/2006/main">
              <a:ext uri="{FF2B5EF4-FFF2-40B4-BE49-F238E27FC236}">
                <a16:creationId xmlns:a16="http://schemas.microsoft.com/office/drawing/2014/main" id="{02FA1B1E-F698-4352-A239-4F64BD95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4990" y="695556"/>
            <a:ext cx="635146" cy="265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moving</a:t>
            </a:r>
          </a:p>
        </p:txBody>
      </p:sp>
      <p:sp>
        <p:nvSpPr>
          <p:cNvPr id="110" name="text-95 along">
            <a:extLst xmlns:a="http://schemas.openxmlformats.org/drawingml/2006/main">
              <a:ext uri="{FF2B5EF4-FFF2-40B4-BE49-F238E27FC236}">
                <a16:creationId xmlns:a16="http://schemas.microsoft.com/office/drawing/2014/main" id="{497987FF-0A97-4231-9B43-11485747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3418" y="695608"/>
            <a:ext cx="476983" cy="265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along</a:t>
            </a:r>
          </a:p>
        </p:txBody>
      </p:sp>
      <p:sp>
        <p:nvSpPr>
          <p:cNvPr id="111" name="text-95 the">
            <a:extLst xmlns:a="http://schemas.openxmlformats.org/drawingml/2006/main">
              <a:ext uri="{FF2B5EF4-FFF2-40B4-BE49-F238E27FC236}">
                <a16:creationId xmlns:a16="http://schemas.microsoft.com/office/drawing/2014/main" id="{C14E28BD-B724-40B1-AA4A-25363875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3692" y="695809"/>
            <a:ext cx="286787" cy="265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2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2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2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12" name="text-95 court">
            <a:extLst xmlns:a="http://schemas.openxmlformats.org/drawingml/2006/main">
              <a:ext uri="{FF2B5EF4-FFF2-40B4-BE49-F238E27FC236}">
                <a16:creationId xmlns:a16="http://schemas.microsoft.com/office/drawing/2014/main" id="{4D600685-FE6F-4057-8062-4AE614D5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4183" y="695382"/>
            <a:ext cx="466683" cy="265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6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6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6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court</a:t>
            </a:r>
          </a:p>
        </p:txBody>
      </p:sp>
      <p:sp>
        <p:nvSpPr>
          <p:cNvPr id="113" name="text-96 .">
            <a:extLst xmlns:a="http://schemas.openxmlformats.org/drawingml/2006/main">
              <a:ext uri="{FF2B5EF4-FFF2-40B4-BE49-F238E27FC236}">
                <a16:creationId xmlns:a16="http://schemas.microsoft.com/office/drawing/2014/main" id="{F20A270F-67C4-4472-BD80-849196E7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6732" y="695526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114" name="text-97 At">
            <a:extLst xmlns:a="http://schemas.openxmlformats.org/drawingml/2006/main">
              <a:ext uri="{FF2B5EF4-FFF2-40B4-BE49-F238E27FC236}">
                <a16:creationId xmlns:a16="http://schemas.microsoft.com/office/drawing/2014/main" id="{090ADE22-B8BA-4ACC-85BA-FDD50C09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723" y="923520"/>
            <a:ext cx="223654" cy="265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115" name="text-98 t">
            <a:extLst xmlns:a="http://schemas.openxmlformats.org/drawingml/2006/main">
              <a:ext uri="{FF2B5EF4-FFF2-40B4-BE49-F238E27FC236}">
                <a16:creationId xmlns:a16="http://schemas.microsoft.com/office/drawing/2014/main" id="{06AD2BB6-D83B-4B80-9D3E-3AB8FFCA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952" y="923116"/>
            <a:ext cx="86924" cy="265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16" name="text-99 1">
            <a:extLst xmlns:a="http://schemas.openxmlformats.org/drawingml/2006/main">
              <a:ext uri="{FF2B5EF4-FFF2-40B4-BE49-F238E27FC236}">
                <a16:creationId xmlns:a16="http://schemas.microsoft.com/office/drawing/2014/main" id="{3745BB26-5AEE-4FE9-9E92-7CD22D45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934" y="1027588"/>
            <a:ext cx="83903" cy="172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7" name="text-100 ,">
            <a:extLst xmlns:a="http://schemas.openxmlformats.org/drawingml/2006/main">
              <a:ext uri="{FF2B5EF4-FFF2-40B4-BE49-F238E27FC236}">
                <a16:creationId xmlns:a16="http://schemas.microsoft.com/office/drawing/2014/main" id="{91230C01-34BD-44F5-8053-307B0691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613" y="923267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118" name="text-100 he">
            <a:extLst xmlns:a="http://schemas.openxmlformats.org/drawingml/2006/main">
              <a:ext uri="{FF2B5EF4-FFF2-40B4-BE49-F238E27FC236}">
                <a16:creationId xmlns:a16="http://schemas.microsoft.com/office/drawing/2014/main" id="{1F1A2A74-BCF5-4E8D-B360-77F62BFC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505" y="923252"/>
            <a:ext cx="213299" cy="265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</a:t>
            </a:r>
          </a:p>
        </p:txBody>
      </p:sp>
      <p:sp>
        <p:nvSpPr>
          <p:cNvPr id="119" name="text-100 is">
            <a:extLst xmlns:a="http://schemas.openxmlformats.org/drawingml/2006/main">
              <a:ext uri="{FF2B5EF4-FFF2-40B4-BE49-F238E27FC236}">
                <a16:creationId xmlns:a16="http://schemas.microsoft.com/office/drawing/2014/main" id="{DE85F5E3-A0A5-4F84-B372-18B72487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455" y="922936"/>
            <a:ext cx="161067" cy="266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120" name="text-100 at">
            <a:extLst xmlns:a="http://schemas.openxmlformats.org/drawingml/2006/main">
              <a:ext uri="{FF2B5EF4-FFF2-40B4-BE49-F238E27FC236}">
                <a16:creationId xmlns:a16="http://schemas.microsoft.com/office/drawing/2014/main" id="{DDF7E072-1431-4A5F-84E7-6917990D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423" y="922799"/>
            <a:ext cx="171594" cy="266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121" name="text-101 [x">
            <a:extLst xmlns:a="http://schemas.openxmlformats.org/drawingml/2006/main">
              <a:ext uri="{FF2B5EF4-FFF2-40B4-BE49-F238E27FC236}">
                <a16:creationId xmlns:a16="http://schemas.microsoft.com/office/drawing/2014/main" id="{46BDE1A1-02D8-4948-97FA-27EA2D0B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462" y="923719"/>
            <a:ext cx="191864" cy="265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1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1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1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[x</a:t>
            </a:r>
          </a:p>
        </p:txBody>
      </p:sp>
      <p:sp>
        <p:nvSpPr>
          <p:cNvPr id="122" name="text-102 1">
            <a:extLst xmlns:a="http://schemas.openxmlformats.org/drawingml/2006/main">
              <a:ext uri="{FF2B5EF4-FFF2-40B4-BE49-F238E27FC236}">
                <a16:creationId xmlns:a16="http://schemas.microsoft.com/office/drawing/2014/main" id="{2E4B930B-53A6-4240-8840-25848DCC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616" y="1027587"/>
            <a:ext cx="83904" cy="17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23" name="text-103 ,">
            <a:extLst xmlns:a="http://schemas.openxmlformats.org/drawingml/2006/main">
              <a:ext uri="{FF2B5EF4-FFF2-40B4-BE49-F238E27FC236}">
                <a16:creationId xmlns:a16="http://schemas.microsoft.com/office/drawing/2014/main" id="{AD3673E7-461F-4284-A683-97CF422D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295" y="923267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124" name="text-103 y">
            <a:extLst xmlns:a="http://schemas.openxmlformats.org/drawingml/2006/main">
              <a:ext uri="{FF2B5EF4-FFF2-40B4-BE49-F238E27FC236}">
                <a16:creationId xmlns:a16="http://schemas.microsoft.com/office/drawing/2014/main" id="{D4719AD7-E3D5-4B41-ADEC-4A7A2E67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0187" y="923236"/>
            <a:ext cx="118410" cy="265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25" name="text-104 1">
            <a:extLst xmlns:a="http://schemas.openxmlformats.org/drawingml/2006/main">
              <a:ext uri="{FF2B5EF4-FFF2-40B4-BE49-F238E27FC236}">
                <a16:creationId xmlns:a16="http://schemas.microsoft.com/office/drawing/2014/main" id="{42760272-6D5F-4634-AEC2-B08B9870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4799" y="1027587"/>
            <a:ext cx="83904" cy="17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26" name="text-105 ,">
            <a:extLst xmlns:a="http://schemas.openxmlformats.org/drawingml/2006/main">
              <a:ext uri="{FF2B5EF4-FFF2-40B4-BE49-F238E27FC236}">
                <a16:creationId xmlns:a16="http://schemas.microsoft.com/office/drawing/2014/main" id="{08FE367C-6FC0-44A0-8A82-C34B6634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6478" y="923267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127" name="text-105 z">
            <a:extLst xmlns:a="http://schemas.openxmlformats.org/drawingml/2006/main">
              <a:ext uri="{FF2B5EF4-FFF2-40B4-BE49-F238E27FC236}">
                <a16:creationId xmlns:a16="http://schemas.microsoft.com/office/drawing/2014/main" id="{B1D35634-62F0-42D4-BAFD-1BEEE80C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1370" y="923215"/>
            <a:ext cx="108035" cy="26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28" name="text-106 1">
            <a:extLst xmlns:a="http://schemas.openxmlformats.org/drawingml/2006/main">
              <a:ext uri="{FF2B5EF4-FFF2-40B4-BE49-F238E27FC236}">
                <a16:creationId xmlns:a16="http://schemas.microsoft.com/office/drawing/2014/main" id="{60143289-2CFF-4FDF-8545-A6D5FB12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4912" y="1027587"/>
            <a:ext cx="83904" cy="17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29" name="text-107 ]">
            <a:extLst xmlns:a="http://schemas.openxmlformats.org/drawingml/2006/main">
              <a:ext uri="{FF2B5EF4-FFF2-40B4-BE49-F238E27FC236}">
                <a16:creationId xmlns:a16="http://schemas.microsoft.com/office/drawing/2014/main" id="{034CDCA1-F1C9-4BC8-B6AB-8EE76905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4038" y="923215"/>
            <a:ext cx="108035" cy="26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130" name="text-108 .">
            <a:extLst xmlns:a="http://schemas.openxmlformats.org/drawingml/2006/main">
              <a:ext uri="{FF2B5EF4-FFF2-40B4-BE49-F238E27FC236}">
                <a16:creationId xmlns:a16="http://schemas.microsoft.com/office/drawing/2014/main" id="{F9D54A85-26CA-45C9-9CB2-89C4D8B4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579" y="923267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131" name="text-108 At">
            <a:extLst xmlns:a="http://schemas.openxmlformats.org/drawingml/2006/main">
              <a:ext uri="{FF2B5EF4-FFF2-40B4-BE49-F238E27FC236}">
                <a16:creationId xmlns:a16="http://schemas.microsoft.com/office/drawing/2014/main" id="{6F2B4299-55B9-4251-B4DB-41538CF2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1400" y="923520"/>
            <a:ext cx="223655" cy="265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132" name="text-109 t">
            <a:extLst xmlns:a="http://schemas.openxmlformats.org/drawingml/2006/main">
              <a:ext uri="{FF2B5EF4-FFF2-40B4-BE49-F238E27FC236}">
                <a16:creationId xmlns:a16="http://schemas.microsoft.com/office/drawing/2014/main" id="{3038731D-0F0F-4CB9-9D44-0C65EC74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8629" y="923115"/>
            <a:ext cx="86925" cy="265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33" name="text-110 2">
            <a:extLst xmlns:a="http://schemas.openxmlformats.org/drawingml/2006/main">
              <a:ext uri="{FF2B5EF4-FFF2-40B4-BE49-F238E27FC236}">
                <a16:creationId xmlns:a16="http://schemas.microsoft.com/office/drawing/2014/main" id="{A8BC9CB8-A688-46E8-8CA3-C3BFF460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1610" y="1027587"/>
            <a:ext cx="83904" cy="17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34" name="text-111 ,">
            <a:extLst xmlns:a="http://schemas.openxmlformats.org/drawingml/2006/main">
              <a:ext uri="{FF2B5EF4-FFF2-40B4-BE49-F238E27FC236}">
                <a16:creationId xmlns:a16="http://schemas.microsoft.com/office/drawing/2014/main" id="{99380267-4A0E-4FCB-BD09-566F4FD5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130" y="923267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135" name="text-111 he">
            <a:extLst xmlns:a="http://schemas.openxmlformats.org/drawingml/2006/main">
              <a:ext uri="{FF2B5EF4-FFF2-40B4-BE49-F238E27FC236}">
                <a16:creationId xmlns:a16="http://schemas.microsoft.com/office/drawing/2014/main" id="{7897A510-8509-4938-8B51-6E9A6C69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022" y="923252"/>
            <a:ext cx="213299" cy="265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</a:t>
            </a:r>
          </a:p>
        </p:txBody>
      </p:sp>
      <p:sp>
        <p:nvSpPr>
          <p:cNvPr id="136" name="text-111 is">
            <a:extLst xmlns:a="http://schemas.openxmlformats.org/drawingml/2006/main">
              <a:ext uri="{FF2B5EF4-FFF2-40B4-BE49-F238E27FC236}">
                <a16:creationId xmlns:a16="http://schemas.microsoft.com/office/drawing/2014/main" id="{473ED25D-2974-4D21-860F-3DA7F15E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5972" y="922937"/>
            <a:ext cx="161066" cy="266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137" name="text-111 at">
            <a:extLst xmlns:a="http://schemas.openxmlformats.org/drawingml/2006/main">
              <a:ext uri="{FF2B5EF4-FFF2-40B4-BE49-F238E27FC236}">
                <a16:creationId xmlns:a16="http://schemas.microsoft.com/office/drawing/2014/main" id="{7C96C0C9-3894-45CF-B7FE-2C048B55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40" y="922799"/>
            <a:ext cx="171594" cy="266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138" name="text-112 [x">
            <a:extLst xmlns:a="http://schemas.openxmlformats.org/drawingml/2006/main">
              <a:ext uri="{FF2B5EF4-FFF2-40B4-BE49-F238E27FC236}">
                <a16:creationId xmlns:a16="http://schemas.microsoft.com/office/drawing/2014/main" id="{2FAC8D25-63E9-4C34-AE19-B4C8881D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4979" y="923720"/>
            <a:ext cx="191864" cy="265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1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1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1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[x</a:t>
            </a:r>
          </a:p>
        </p:txBody>
      </p:sp>
      <p:sp>
        <p:nvSpPr>
          <p:cNvPr id="139" name="text-113 2">
            <a:extLst xmlns:a="http://schemas.openxmlformats.org/drawingml/2006/main">
              <a:ext uri="{FF2B5EF4-FFF2-40B4-BE49-F238E27FC236}">
                <a16:creationId xmlns:a16="http://schemas.microsoft.com/office/drawing/2014/main" id="{CF917053-55C5-4643-973A-A1D8548B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3133" y="1027587"/>
            <a:ext cx="83904" cy="17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0" name="text-114 ,">
            <a:extLst xmlns:a="http://schemas.openxmlformats.org/drawingml/2006/main">
              <a:ext uri="{FF2B5EF4-FFF2-40B4-BE49-F238E27FC236}">
                <a16:creationId xmlns:a16="http://schemas.microsoft.com/office/drawing/2014/main" id="{F19C8587-5081-4396-981F-181351A8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4812" y="923267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141" name="text-114 y">
            <a:extLst xmlns:a="http://schemas.openxmlformats.org/drawingml/2006/main">
              <a:ext uri="{FF2B5EF4-FFF2-40B4-BE49-F238E27FC236}">
                <a16:creationId xmlns:a16="http://schemas.microsoft.com/office/drawing/2014/main" id="{0D7D4D08-1B2C-47F3-A077-466B857B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704" y="923236"/>
            <a:ext cx="118410" cy="265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42" name="text-115 2">
            <a:extLst xmlns:a="http://schemas.openxmlformats.org/drawingml/2006/main">
              <a:ext uri="{FF2B5EF4-FFF2-40B4-BE49-F238E27FC236}">
                <a16:creationId xmlns:a16="http://schemas.microsoft.com/office/drawing/2014/main" id="{8C0078F4-DD10-4CB0-B723-BBC72960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4315" y="1027587"/>
            <a:ext cx="83904" cy="17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3" name="text-116 ,">
            <a:extLst xmlns:a="http://schemas.openxmlformats.org/drawingml/2006/main">
              <a:ext uri="{FF2B5EF4-FFF2-40B4-BE49-F238E27FC236}">
                <a16:creationId xmlns:a16="http://schemas.microsoft.com/office/drawing/2014/main" id="{9D9ADECA-AA37-4139-AECF-27ADD463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5995" y="923267"/>
            <a:ext cx="81615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144" name="text-116 z">
            <a:extLst xmlns:a="http://schemas.openxmlformats.org/drawingml/2006/main">
              <a:ext uri="{FF2B5EF4-FFF2-40B4-BE49-F238E27FC236}">
                <a16:creationId xmlns:a16="http://schemas.microsoft.com/office/drawing/2014/main" id="{3B23CB3F-6D03-4CFB-89A9-4C5F0ACE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0887" y="923215"/>
            <a:ext cx="108035" cy="26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45" name="text-117 2">
            <a:extLst xmlns:a="http://schemas.openxmlformats.org/drawingml/2006/main">
              <a:ext uri="{FF2B5EF4-FFF2-40B4-BE49-F238E27FC236}">
                <a16:creationId xmlns:a16="http://schemas.microsoft.com/office/drawing/2014/main" id="{A4B7DEE7-2A6C-4231-8324-F15BAE7B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4428" y="1027587"/>
            <a:ext cx="83904" cy="17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2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6" name="text-118 ]">
            <a:extLst xmlns:a="http://schemas.openxmlformats.org/drawingml/2006/main">
              <a:ext uri="{FF2B5EF4-FFF2-40B4-BE49-F238E27FC236}">
                <a16:creationId xmlns:a16="http://schemas.microsoft.com/office/drawing/2014/main" id="{149F2691-EE4C-4F97-9FCF-6ECA2BD5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554" y="923215"/>
            <a:ext cx="108035" cy="26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147" name="text-119 …">
            <a:extLst xmlns:a="http://schemas.openxmlformats.org/drawingml/2006/main">
              <a:ext uri="{FF2B5EF4-FFF2-40B4-BE49-F238E27FC236}">
                <a16:creationId xmlns:a16="http://schemas.microsoft.com/office/drawing/2014/main" id="{320A23AE-7B50-4CF3-B051-27BE524A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7095" y="923267"/>
            <a:ext cx="223953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A59CBCD-A82F-4784-9B90-E630A19BFB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89972359545b8"/>
          <a:stretch xmlns:a="http://schemas.openxmlformats.org/drawingml/2006/main"/>
        </p:blipFill>
        <p:spPr>
          <a:xfrm xmlns:a="http://schemas.openxmlformats.org/drawingml/2006/main">
            <a:off x="4457700" y="609600"/>
            <a:ext cx="676275" cy="676275"/>
          </a:xfrm>
          <a:prstGeom xmlns:a="http://schemas.openxmlformats.org/drawingml/2006/main" prst="rect">
            <a:avLst/>
          </a:prstGeom>
        </p:spPr>
      </p:pic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4E0B050-A4A8-4DE3-8070-B31287B247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4a2b837214912"/>
          <a:stretch xmlns:a="http://schemas.openxmlformats.org/drawingml/2006/main"/>
        </p:blipFill>
        <p:spPr>
          <a:xfrm xmlns:a="http://schemas.openxmlformats.org/drawingml/2006/main">
            <a:off x="10058400" y="647700"/>
            <a:ext cx="676275" cy="676275"/>
          </a:xfrm>
          <a:prstGeom xmlns:a="http://schemas.openxmlformats.org/drawingml/2006/main" prst="rect">
            <a:avLst/>
          </a:prstGeom>
        </p:spPr>
      </p:pic>
      <p:sp>
        <p:nvSpPr>
          <p:cNvPr id="150" name="path-122">
            <a:extLst xmlns:a="http://schemas.openxmlformats.org/drawingml/2006/main">
              <a:ext uri="{FF2B5EF4-FFF2-40B4-BE49-F238E27FC236}">
                <a16:creationId xmlns:a16="http://schemas.microsoft.com/office/drawing/2014/main" id="{FBADB3BE-DC83-4ADC-8328-6EF2BB78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342" y="3812770"/>
            <a:ext cx="158153" cy="376515"/>
          </a:xfrm>
          <a:custGeom xmlns:a="http://schemas.openxmlformats.org/drawingml/2006/main">
            <a:pathLst>
              <a:path w="158153" h="376515">
                <a:moveTo>
                  <a:pt x="0" y="157315"/>
                </a:moveTo>
                <a:lnTo>
                  <a:pt x="79899" y="79077"/>
                </a:lnTo>
                <a:lnTo>
                  <a:pt x="158153" y="158976"/>
                </a:lnTo>
                <a:lnTo>
                  <a:pt x="80737" y="0"/>
                </a:lnTo>
                <a:lnTo>
                  <a:pt x="0" y="157315"/>
                </a:lnTo>
                <a:moveTo>
                  <a:pt x="86668" y="376515"/>
                </a:moveTo>
                <a:lnTo>
                  <a:pt x="90005" y="59403"/>
                </a:lnTo>
                <a:lnTo>
                  <a:pt x="70235" y="59197"/>
                </a:lnTo>
                <a:lnTo>
                  <a:pt x="66898" y="376294"/>
                </a:lnTo>
                <a:lnTo>
                  <a:pt x="86668" y="376515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39A8D1D-DE92-47F6-9B5F-39C8677CBE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daa4eb2cd49a5"/>
          <a:stretch xmlns:a="http://schemas.openxmlformats.org/drawingml/2006/main"/>
        </p:blipFill>
        <p:spPr>
          <a:xfrm xmlns:a="http://schemas.openxmlformats.org/drawingml/2006/main">
            <a:off x="5400675" y="3981450"/>
            <a:ext cx="3505200" cy="1171575"/>
          </a:xfrm>
          <a:prstGeom xmlns:a="http://schemas.openxmlformats.org/drawingml/2006/main" prst="rect">
            <a:avLst/>
          </a:prstGeom>
        </p:spPr>
      </p:pic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0649ABF-352D-4335-B7AF-53AFEB4E63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9df0d3c6d4210"/>
          <a:stretch xmlns:a="http://schemas.openxmlformats.org/drawingml/2006/main"/>
        </p:blipFill>
        <p:spPr>
          <a:xfrm xmlns:a="http://schemas.openxmlformats.org/drawingml/2006/main">
            <a:off x="5562600" y="4295775"/>
            <a:ext cx="1047750" cy="609600"/>
          </a:xfrm>
          <a:prstGeom xmlns:a="http://schemas.openxmlformats.org/drawingml/2006/main" prst="rect">
            <a:avLst/>
          </a:prstGeom>
        </p:spPr>
      </p:pic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C75610F-80ED-4A98-8C72-5E7765C9BF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5c12f1b554ef1"/>
          <a:stretch xmlns:a="http://schemas.openxmlformats.org/drawingml/2006/main"/>
        </p:blipFill>
        <p:spPr>
          <a:xfrm xmlns:a="http://schemas.openxmlformats.org/drawingml/2006/main">
            <a:off x="7724775" y="4295775"/>
            <a:ext cx="1057275" cy="609600"/>
          </a:xfrm>
          <a:prstGeom xmlns:a="http://schemas.openxmlformats.org/drawingml/2006/main" prst="rect">
            <a:avLst/>
          </a:prstGeom>
        </p:spPr>
      </p:pic>
      <p:pic>
        <p:nvPic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0C4D646-5193-4C22-9B2E-0D4A908E79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4777d22994600"/>
          <a:stretch xmlns:a="http://schemas.openxmlformats.org/drawingml/2006/main"/>
        </p:blipFill>
        <p:spPr>
          <a:xfrm xmlns:a="http://schemas.openxmlformats.org/drawingml/2006/main">
            <a:off x="6638925" y="4295775"/>
            <a:ext cx="1047750" cy="609600"/>
          </a:xfrm>
          <a:prstGeom xmlns:a="http://schemas.openxmlformats.org/drawingml/2006/main" prst="rect">
            <a:avLst/>
          </a:prstGeom>
        </p:spPr>
      </p:pic>
      <p:sp>
        <p:nvSpPr>
          <p:cNvPr id="155" name="path-127">
            <a:extLst xmlns:a="http://schemas.openxmlformats.org/drawingml/2006/main">
              <a:ext uri="{FF2B5EF4-FFF2-40B4-BE49-F238E27FC236}">
                <a16:creationId xmlns:a16="http://schemas.microsoft.com/office/drawing/2014/main" id="{16E781EA-5F2D-4500-9DBD-7059E958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787" y="4496829"/>
            <a:ext cx="170821" cy="246719"/>
          </a:xfrm>
          <a:custGeom xmlns:a="http://schemas.openxmlformats.org/drawingml/2006/main">
            <a:pathLst>
              <a:path w="170821" h="246719">
                <a:moveTo>
                  <a:pt x="170821" y="0"/>
                </a:moveTo>
                <a:lnTo>
                  <a:pt x="170821" y="246719"/>
                </a:lnTo>
                <a:lnTo>
                  <a:pt x="0" y="246719"/>
                </a:lnTo>
                <a:lnTo>
                  <a:pt x="0" y="0"/>
                </a:lnTo>
                <a:lnTo>
                  <a:pt x="170821" y="0"/>
                </a:lnTo>
                <a:moveTo>
                  <a:pt x="11861" y="23723"/>
                </a:moveTo>
                <a:lnTo>
                  <a:pt x="23723" y="11862"/>
                </a:lnTo>
                <a:lnTo>
                  <a:pt x="23723" y="234858"/>
                </a:lnTo>
                <a:lnTo>
                  <a:pt x="11861" y="222996"/>
                </a:lnTo>
                <a:lnTo>
                  <a:pt x="158959" y="222996"/>
                </a:lnTo>
                <a:lnTo>
                  <a:pt x="147098" y="234858"/>
                </a:lnTo>
                <a:lnTo>
                  <a:pt x="147098" y="11862"/>
                </a:lnTo>
                <a:lnTo>
                  <a:pt x="158959" y="23723"/>
                </a:lnTo>
                <a:lnTo>
                  <a:pt x="11861" y="23723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767AF78-E230-4C64-8A3D-AFB3893601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6d3c7b06e4f5e"/>
          <a:stretch xmlns:a="http://schemas.openxmlformats.org/drawingml/2006/main"/>
        </p:blipFill>
        <p:spPr>
          <a:xfrm xmlns:a="http://schemas.openxmlformats.org/drawingml/2006/main">
            <a:off x="5895975" y="4371975"/>
            <a:ext cx="190500" cy="152400"/>
          </a:xfrm>
          <a:prstGeom xmlns:a="http://schemas.openxmlformats.org/drawingml/2006/main" prst="rect">
            <a:avLst/>
          </a:prstGeom>
        </p:spPr>
      </p:pic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6331A0C-DFFD-43AF-A4EB-E769AA5AE6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baeaf9e9b4428"/>
          <a:stretch xmlns:a="http://schemas.openxmlformats.org/drawingml/2006/main"/>
        </p:blipFill>
        <p:spPr>
          <a:xfrm xmlns:a="http://schemas.openxmlformats.org/drawingml/2006/main">
            <a:off x="9515475" y="1781175"/>
            <a:ext cx="942975" cy="428625"/>
          </a:xfrm>
          <a:prstGeom xmlns:a="http://schemas.openxmlformats.org/drawingml/2006/main" prst="rect">
            <a:avLst/>
          </a:prstGeom>
        </p:spPr>
      </p:pic>
      <p:sp>
        <p:nvSpPr>
          <p:cNvPr id="158" name="path-130">
            <a:extLst xmlns:a="http://schemas.openxmlformats.org/drawingml/2006/main">
              <a:ext uri="{FF2B5EF4-FFF2-40B4-BE49-F238E27FC236}">
                <a16:creationId xmlns:a16="http://schemas.microsoft.com/office/drawing/2014/main" id="{4AF0225D-DF5D-4573-B0B2-D85235C7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808" y="1472721"/>
            <a:ext cx="98830" cy="375456"/>
          </a:xfrm>
          <a:custGeom xmlns:a="http://schemas.openxmlformats.org/drawingml/2006/main">
            <a:pathLst>
              <a:path w="98830" h="375456">
                <a:moveTo>
                  <a:pt x="80594" y="87048"/>
                </a:moveTo>
                <a:lnTo>
                  <a:pt x="40834" y="23929"/>
                </a:lnTo>
                <a:lnTo>
                  <a:pt x="57599" y="23865"/>
                </a:lnTo>
                <a:lnTo>
                  <a:pt x="18283" y="87269"/>
                </a:lnTo>
                <a:lnTo>
                  <a:pt x="16652" y="89262"/>
                </a:lnTo>
                <a:lnTo>
                  <a:pt x="14549" y="90764"/>
                </a:lnTo>
                <a:lnTo>
                  <a:pt x="12129" y="91682"/>
                </a:lnTo>
                <a:lnTo>
                  <a:pt x="9568" y="91935"/>
                </a:lnTo>
                <a:lnTo>
                  <a:pt x="7022" y="91523"/>
                </a:lnTo>
                <a:lnTo>
                  <a:pt x="4665" y="90448"/>
                </a:lnTo>
                <a:lnTo>
                  <a:pt x="2673" y="88819"/>
                </a:lnTo>
                <a:lnTo>
                  <a:pt x="1170" y="86731"/>
                </a:lnTo>
                <a:lnTo>
                  <a:pt x="252" y="84312"/>
                </a:lnTo>
                <a:lnTo>
                  <a:pt x="0" y="81750"/>
                </a:lnTo>
                <a:lnTo>
                  <a:pt x="427" y="79203"/>
                </a:lnTo>
                <a:lnTo>
                  <a:pt x="1486" y="76847"/>
                </a:lnTo>
                <a:lnTo>
                  <a:pt x="49138" y="0"/>
                </a:lnTo>
                <a:lnTo>
                  <a:pt x="97327" y="76515"/>
                </a:lnTo>
                <a:lnTo>
                  <a:pt x="98402" y="78855"/>
                </a:lnTo>
                <a:lnTo>
                  <a:pt x="98830" y="81401"/>
                </a:lnTo>
                <a:lnTo>
                  <a:pt x="98592" y="83963"/>
                </a:lnTo>
                <a:lnTo>
                  <a:pt x="97706" y="86383"/>
                </a:lnTo>
                <a:lnTo>
                  <a:pt x="96205" y="88503"/>
                </a:lnTo>
                <a:lnTo>
                  <a:pt x="94227" y="90147"/>
                </a:lnTo>
                <a:lnTo>
                  <a:pt x="91886" y="91223"/>
                </a:lnTo>
                <a:lnTo>
                  <a:pt x="89340" y="91650"/>
                </a:lnTo>
                <a:lnTo>
                  <a:pt x="86762" y="91413"/>
                </a:lnTo>
                <a:lnTo>
                  <a:pt x="84343" y="90527"/>
                </a:lnTo>
                <a:lnTo>
                  <a:pt x="82239" y="89040"/>
                </a:lnTo>
                <a:lnTo>
                  <a:pt x="80594" y="87048"/>
                </a:lnTo>
                <a:moveTo>
                  <a:pt x="40550" y="375456"/>
                </a:moveTo>
                <a:lnTo>
                  <a:pt x="39316" y="18694"/>
                </a:lnTo>
                <a:lnTo>
                  <a:pt x="59086" y="18615"/>
                </a:lnTo>
                <a:lnTo>
                  <a:pt x="60318" y="375377"/>
                </a:lnTo>
                <a:lnTo>
                  <a:pt x="40550" y="375456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31">
            <a:extLst xmlns:a="http://schemas.openxmlformats.org/drawingml/2006/main">
              <a:ext uri="{FF2B5EF4-FFF2-40B4-BE49-F238E27FC236}">
                <a16:creationId xmlns:a16="http://schemas.microsoft.com/office/drawing/2014/main" id="{54565D6B-9312-4535-A80F-ED8C8CB8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58" y="1881642"/>
            <a:ext cx="345170" cy="381275"/>
          </a:xfrm>
          <a:custGeom xmlns:a="http://schemas.openxmlformats.org/drawingml/2006/main">
            <a:pathLst>
              <a:path w="345170" h="381275">
                <a:moveTo>
                  <a:pt x="0" y="0"/>
                </a:moveTo>
                <a:lnTo>
                  <a:pt x="345170" y="319785"/>
                </a:lnTo>
                <a:lnTo>
                  <a:pt x="345170" y="381275"/>
                </a:lnTo>
                <a:lnTo>
                  <a:pt x="0" y="3123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6D0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32">
            <a:extLst xmlns:a="http://schemas.openxmlformats.org/drawingml/2006/main">
              <a:ext uri="{FF2B5EF4-FFF2-40B4-BE49-F238E27FC236}">
                <a16:creationId xmlns:a16="http://schemas.microsoft.com/office/drawing/2014/main" id="{4798D230-A993-4309-99FA-9C71B021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014" y="1870776"/>
            <a:ext cx="354657" cy="403702"/>
          </a:xfrm>
          <a:custGeom xmlns:a="http://schemas.openxmlformats.org/drawingml/2006/main">
            <a:pathLst>
              <a:path w="354657" h="403702">
                <a:moveTo>
                  <a:pt x="354657" y="328579"/>
                </a:moveTo>
                <a:lnTo>
                  <a:pt x="354657" y="403702"/>
                </a:lnTo>
                <a:lnTo>
                  <a:pt x="0" y="44046"/>
                </a:lnTo>
                <a:lnTo>
                  <a:pt x="0" y="0"/>
                </a:lnTo>
                <a:lnTo>
                  <a:pt x="354657" y="328579"/>
                </a:lnTo>
                <a:moveTo>
                  <a:pt x="1519" y="14344"/>
                </a:moveTo>
                <a:lnTo>
                  <a:pt x="9489" y="10865"/>
                </a:lnTo>
                <a:lnTo>
                  <a:pt x="9489" y="42100"/>
                </a:lnTo>
                <a:lnTo>
                  <a:pt x="8129" y="38763"/>
                </a:lnTo>
                <a:lnTo>
                  <a:pt x="353282" y="388804"/>
                </a:lnTo>
                <a:lnTo>
                  <a:pt x="345168" y="392141"/>
                </a:lnTo>
                <a:lnTo>
                  <a:pt x="345168" y="330651"/>
                </a:lnTo>
                <a:lnTo>
                  <a:pt x="346687" y="334130"/>
                </a:lnTo>
                <a:lnTo>
                  <a:pt x="1519" y="14344"/>
                </a:lnTo>
              </a:path>
            </a:pathLst>
          </a:custGeom>
          <a:solidFill xmlns:a="http://schemas.openxmlformats.org/drawingml/2006/main">
            <a:srgbClr val="C17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33">
            <a:extLst xmlns:a="http://schemas.openxmlformats.org/drawingml/2006/main">
              <a:ext uri="{FF2B5EF4-FFF2-40B4-BE49-F238E27FC236}">
                <a16:creationId xmlns:a16="http://schemas.microsoft.com/office/drawing/2014/main" id="{1B85508E-EA3B-4A88-B12B-D1AF1FB2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927" y="2057634"/>
            <a:ext cx="512226" cy="205283"/>
          </a:xfrm>
          <a:custGeom xmlns:a="http://schemas.openxmlformats.org/drawingml/2006/main">
            <a:pathLst>
              <a:path w="512226" h="205283">
                <a:moveTo>
                  <a:pt x="964" y="144773"/>
                </a:moveTo>
                <a:lnTo>
                  <a:pt x="512226" y="0"/>
                </a:lnTo>
                <a:lnTo>
                  <a:pt x="512226" y="34810"/>
                </a:lnTo>
                <a:lnTo>
                  <a:pt x="0" y="205283"/>
                </a:lnTo>
                <a:lnTo>
                  <a:pt x="964" y="144773"/>
                </a:lnTo>
              </a:path>
            </a:pathLst>
          </a:custGeom>
          <a:solidFill xmlns:a="http://schemas.openxmlformats.org/drawingml/2006/main">
            <a:srgbClr val="E6D0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34">
            <a:extLst xmlns:a="http://schemas.openxmlformats.org/drawingml/2006/main">
              <a:ext uri="{FF2B5EF4-FFF2-40B4-BE49-F238E27FC236}">
                <a16:creationId xmlns:a16="http://schemas.microsoft.com/office/drawing/2014/main" id="{0EB4ACB9-19A6-4252-B007-7140013C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072" y="2051371"/>
            <a:ext cx="521826" cy="218156"/>
          </a:xfrm>
          <a:custGeom xmlns:a="http://schemas.openxmlformats.org/drawingml/2006/main">
            <a:pathLst>
              <a:path w="521826" h="218156">
                <a:moveTo>
                  <a:pt x="521826" y="0"/>
                </a:moveTo>
                <a:lnTo>
                  <a:pt x="521826" y="44504"/>
                </a:lnTo>
                <a:lnTo>
                  <a:pt x="0" y="218156"/>
                </a:lnTo>
                <a:lnTo>
                  <a:pt x="1139" y="147430"/>
                </a:lnTo>
                <a:lnTo>
                  <a:pt x="521826" y="0"/>
                </a:lnTo>
                <a:moveTo>
                  <a:pt x="7117" y="155591"/>
                </a:moveTo>
                <a:lnTo>
                  <a:pt x="10566" y="151099"/>
                </a:lnTo>
                <a:lnTo>
                  <a:pt x="9599" y="211609"/>
                </a:lnTo>
                <a:lnTo>
                  <a:pt x="3353" y="207038"/>
                </a:lnTo>
                <a:lnTo>
                  <a:pt x="515580" y="36581"/>
                </a:lnTo>
                <a:lnTo>
                  <a:pt x="512337" y="41072"/>
                </a:lnTo>
                <a:lnTo>
                  <a:pt x="512337" y="6263"/>
                </a:lnTo>
                <a:lnTo>
                  <a:pt x="518363" y="10834"/>
                </a:lnTo>
                <a:lnTo>
                  <a:pt x="7117" y="155591"/>
                </a:lnTo>
              </a:path>
            </a:pathLst>
          </a:custGeom>
          <a:solidFill xmlns:a="http://schemas.openxmlformats.org/drawingml/2006/main">
            <a:srgbClr val="C17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35">
            <a:extLst xmlns:a="http://schemas.openxmlformats.org/drawingml/2006/main">
              <a:ext uri="{FF2B5EF4-FFF2-40B4-BE49-F238E27FC236}">
                <a16:creationId xmlns:a16="http://schemas.microsoft.com/office/drawing/2014/main" id="{6F82D101-8EA6-498F-9108-EB9364DF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126" y="1815138"/>
            <a:ext cx="458564" cy="71200"/>
          </a:xfrm>
          <a:custGeom xmlns:a="http://schemas.openxmlformats.org/drawingml/2006/main">
            <a:pathLst>
              <a:path w="458564" h="71200">
                <a:moveTo>
                  <a:pt x="1265" y="71200"/>
                </a:moveTo>
                <a:lnTo>
                  <a:pt x="458564" y="9394"/>
                </a:lnTo>
                <a:lnTo>
                  <a:pt x="457284" y="0"/>
                </a:lnTo>
                <a:lnTo>
                  <a:pt x="0" y="61806"/>
                </a:lnTo>
                <a:lnTo>
                  <a:pt x="1265" y="71200"/>
                </a:lnTo>
              </a:path>
            </a:pathLst>
          </a:custGeom>
          <a:solidFill xmlns:a="http://schemas.openxmlformats.org/drawingml/2006/main">
            <a:srgbClr val="C17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36">
            <a:extLst xmlns:a="http://schemas.openxmlformats.org/drawingml/2006/main">
              <a:ext uri="{FF2B5EF4-FFF2-40B4-BE49-F238E27FC236}">
                <a16:creationId xmlns:a16="http://schemas.microsoft.com/office/drawing/2014/main" id="{0881F070-7C79-4C65-AC17-ECBAA4F6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341" y="1815755"/>
            <a:ext cx="406217" cy="244995"/>
          </a:xfrm>
          <a:custGeom xmlns:a="http://schemas.openxmlformats.org/drawingml/2006/main">
            <a:pathLst>
              <a:path w="406217" h="244995">
                <a:moveTo>
                  <a:pt x="4824" y="0"/>
                </a:moveTo>
                <a:lnTo>
                  <a:pt x="406217" y="236818"/>
                </a:lnTo>
                <a:lnTo>
                  <a:pt x="401393" y="244995"/>
                </a:lnTo>
                <a:lnTo>
                  <a:pt x="0" y="8161"/>
                </a:lnTo>
                <a:lnTo>
                  <a:pt x="4824" y="0"/>
                </a:lnTo>
              </a:path>
            </a:pathLst>
          </a:custGeom>
          <a:solidFill xmlns:a="http://schemas.openxmlformats.org/drawingml/2006/main">
            <a:srgbClr val="C17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37">
            <a:extLst xmlns:a="http://schemas.openxmlformats.org/drawingml/2006/main">
              <a:ext uri="{FF2B5EF4-FFF2-40B4-BE49-F238E27FC236}">
                <a16:creationId xmlns:a16="http://schemas.microsoft.com/office/drawing/2014/main" id="{8CC71504-FBBF-4A88-A7C4-B5C982D7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93" y="2194199"/>
            <a:ext cx="230539" cy="99763"/>
          </a:xfrm>
          <a:custGeom xmlns:a="http://schemas.openxmlformats.org/drawingml/2006/main">
            <a:pathLst>
              <a:path w="230539" h="99763">
                <a:moveTo>
                  <a:pt x="92346" y="80389"/>
                </a:moveTo>
                <a:lnTo>
                  <a:pt x="20686" y="59656"/>
                </a:lnTo>
                <a:lnTo>
                  <a:pt x="25273" y="75771"/>
                </a:lnTo>
                <a:lnTo>
                  <a:pt x="75313" y="20449"/>
                </a:lnTo>
                <a:lnTo>
                  <a:pt x="76783" y="18330"/>
                </a:lnTo>
                <a:lnTo>
                  <a:pt x="77653" y="15894"/>
                </a:lnTo>
                <a:lnTo>
                  <a:pt x="77859" y="13332"/>
                </a:lnTo>
                <a:lnTo>
                  <a:pt x="77384" y="10786"/>
                </a:lnTo>
                <a:lnTo>
                  <a:pt x="76277" y="8461"/>
                </a:lnTo>
                <a:lnTo>
                  <a:pt x="74616" y="6484"/>
                </a:lnTo>
                <a:lnTo>
                  <a:pt x="72482" y="5029"/>
                </a:lnTo>
                <a:lnTo>
                  <a:pt x="70061" y="4160"/>
                </a:lnTo>
                <a:lnTo>
                  <a:pt x="67484" y="3954"/>
                </a:lnTo>
                <a:lnTo>
                  <a:pt x="64953" y="4413"/>
                </a:lnTo>
                <a:lnTo>
                  <a:pt x="62612" y="5519"/>
                </a:lnTo>
                <a:lnTo>
                  <a:pt x="60652" y="7196"/>
                </a:lnTo>
                <a:lnTo>
                  <a:pt x="0" y="74237"/>
                </a:lnTo>
                <a:lnTo>
                  <a:pt x="86842" y="99383"/>
                </a:lnTo>
                <a:lnTo>
                  <a:pt x="89404" y="99763"/>
                </a:lnTo>
                <a:lnTo>
                  <a:pt x="91965" y="99478"/>
                </a:lnTo>
                <a:lnTo>
                  <a:pt x="94370" y="98545"/>
                </a:lnTo>
                <a:lnTo>
                  <a:pt x="96442" y="97011"/>
                </a:lnTo>
                <a:lnTo>
                  <a:pt x="98054" y="95003"/>
                </a:lnTo>
                <a:lnTo>
                  <a:pt x="99082" y="92630"/>
                </a:lnTo>
                <a:lnTo>
                  <a:pt x="99478" y="90084"/>
                </a:lnTo>
                <a:lnTo>
                  <a:pt x="99194" y="87522"/>
                </a:lnTo>
                <a:lnTo>
                  <a:pt x="98245" y="85118"/>
                </a:lnTo>
                <a:lnTo>
                  <a:pt x="96727" y="83030"/>
                </a:lnTo>
                <a:lnTo>
                  <a:pt x="94701" y="81433"/>
                </a:lnTo>
                <a:lnTo>
                  <a:pt x="92346" y="80389"/>
                </a:lnTo>
                <a:moveTo>
                  <a:pt x="225130" y="0"/>
                </a:moveTo>
                <a:lnTo>
                  <a:pt x="15230" y="59640"/>
                </a:lnTo>
                <a:lnTo>
                  <a:pt x="20638" y="78650"/>
                </a:lnTo>
                <a:lnTo>
                  <a:pt x="230539" y="19010"/>
                </a:lnTo>
                <a:lnTo>
                  <a:pt x="225130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38">
            <a:extLst xmlns:a="http://schemas.openxmlformats.org/drawingml/2006/main">
              <a:ext uri="{FF2B5EF4-FFF2-40B4-BE49-F238E27FC236}">
                <a16:creationId xmlns:a16="http://schemas.microsoft.com/office/drawing/2014/main" id="{53414BED-FF71-4812-B007-330975E2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619" y="2049442"/>
            <a:ext cx="158928" cy="111640"/>
          </a:xfrm>
          <a:custGeom xmlns:a="http://schemas.openxmlformats.org/drawingml/2006/main">
            <a:pathLst>
              <a:path w="158928" h="111640">
                <a:moveTo>
                  <a:pt x="69255" y="88756"/>
                </a:moveTo>
                <a:lnTo>
                  <a:pt x="143808" y="91333"/>
                </a:lnTo>
                <a:lnTo>
                  <a:pt x="134445" y="105235"/>
                </a:lnTo>
                <a:lnTo>
                  <a:pt x="104096" y="37087"/>
                </a:lnTo>
                <a:lnTo>
                  <a:pt x="103368" y="34620"/>
                </a:lnTo>
                <a:lnTo>
                  <a:pt x="103305" y="32042"/>
                </a:lnTo>
                <a:lnTo>
                  <a:pt x="103905" y="29527"/>
                </a:lnTo>
                <a:lnTo>
                  <a:pt x="105124" y="27266"/>
                </a:lnTo>
                <a:lnTo>
                  <a:pt x="106911" y="25384"/>
                </a:lnTo>
                <a:lnTo>
                  <a:pt x="109110" y="24039"/>
                </a:lnTo>
                <a:lnTo>
                  <a:pt x="111577" y="23312"/>
                </a:lnTo>
                <a:lnTo>
                  <a:pt x="114155" y="23233"/>
                </a:lnTo>
                <a:lnTo>
                  <a:pt x="116668" y="23834"/>
                </a:lnTo>
                <a:lnTo>
                  <a:pt x="118930" y="25067"/>
                </a:lnTo>
                <a:lnTo>
                  <a:pt x="120812" y="26854"/>
                </a:lnTo>
                <a:lnTo>
                  <a:pt x="122158" y="29053"/>
                </a:lnTo>
                <a:lnTo>
                  <a:pt x="158928" y="111640"/>
                </a:lnTo>
                <a:lnTo>
                  <a:pt x="68575" y="108509"/>
                </a:lnTo>
                <a:lnTo>
                  <a:pt x="66029" y="108082"/>
                </a:lnTo>
                <a:lnTo>
                  <a:pt x="63688" y="107006"/>
                </a:lnTo>
                <a:lnTo>
                  <a:pt x="61695" y="105377"/>
                </a:lnTo>
                <a:lnTo>
                  <a:pt x="60193" y="103274"/>
                </a:lnTo>
                <a:lnTo>
                  <a:pt x="59291" y="100854"/>
                </a:lnTo>
                <a:lnTo>
                  <a:pt x="59038" y="98292"/>
                </a:lnTo>
                <a:lnTo>
                  <a:pt x="59465" y="95746"/>
                </a:lnTo>
                <a:lnTo>
                  <a:pt x="60542" y="93389"/>
                </a:lnTo>
                <a:lnTo>
                  <a:pt x="62169" y="91397"/>
                </a:lnTo>
                <a:lnTo>
                  <a:pt x="64273" y="89910"/>
                </a:lnTo>
                <a:lnTo>
                  <a:pt x="66692" y="88993"/>
                </a:lnTo>
                <a:lnTo>
                  <a:pt x="69255" y="88756"/>
                </a:lnTo>
                <a:moveTo>
                  <a:pt x="11054" y="0"/>
                </a:moveTo>
                <a:lnTo>
                  <a:pt x="148996" y="93026"/>
                </a:lnTo>
                <a:lnTo>
                  <a:pt x="137940" y="109410"/>
                </a:lnTo>
                <a:lnTo>
                  <a:pt x="0" y="16385"/>
                </a:lnTo>
                <a:lnTo>
                  <a:pt x="11054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39">
            <a:extLst xmlns:a="http://schemas.openxmlformats.org/drawingml/2006/main">
              <a:ext uri="{FF2B5EF4-FFF2-40B4-BE49-F238E27FC236}">
                <a16:creationId xmlns:a16="http://schemas.microsoft.com/office/drawing/2014/main" id="{63A542D1-D545-4544-B11B-A4D50E7E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770" y="1316434"/>
            <a:ext cx="438607" cy="566789"/>
          </a:xfrm>
          <a:custGeom xmlns:a="http://schemas.openxmlformats.org/drawingml/2006/main">
            <a:pathLst>
              <a:path w="438607" h="566789">
                <a:moveTo>
                  <a:pt x="0" y="563642"/>
                </a:moveTo>
                <a:lnTo>
                  <a:pt x="1962" y="548949"/>
                </a:lnTo>
                <a:lnTo>
                  <a:pt x="1930" y="549123"/>
                </a:lnTo>
                <a:lnTo>
                  <a:pt x="3970" y="531900"/>
                </a:lnTo>
                <a:lnTo>
                  <a:pt x="3970" y="531995"/>
                </a:lnTo>
                <a:lnTo>
                  <a:pt x="8477" y="491049"/>
                </a:lnTo>
                <a:lnTo>
                  <a:pt x="10912" y="469620"/>
                </a:lnTo>
                <a:lnTo>
                  <a:pt x="34493" y="472292"/>
                </a:lnTo>
                <a:lnTo>
                  <a:pt x="32042" y="493722"/>
                </a:lnTo>
                <a:lnTo>
                  <a:pt x="32057" y="493675"/>
                </a:lnTo>
                <a:lnTo>
                  <a:pt x="27534" y="534636"/>
                </a:lnTo>
                <a:lnTo>
                  <a:pt x="25479" y="552001"/>
                </a:lnTo>
                <a:lnTo>
                  <a:pt x="23502" y="566789"/>
                </a:lnTo>
                <a:lnTo>
                  <a:pt x="0" y="563642"/>
                </a:lnTo>
                <a:moveTo>
                  <a:pt x="19658" y="398736"/>
                </a:moveTo>
                <a:lnTo>
                  <a:pt x="20656" y="391413"/>
                </a:lnTo>
                <a:lnTo>
                  <a:pt x="24640" y="364511"/>
                </a:lnTo>
                <a:lnTo>
                  <a:pt x="29132" y="337404"/>
                </a:lnTo>
                <a:lnTo>
                  <a:pt x="34129" y="310423"/>
                </a:lnTo>
                <a:lnTo>
                  <a:pt x="35363" y="304365"/>
                </a:lnTo>
                <a:lnTo>
                  <a:pt x="58612" y="309094"/>
                </a:lnTo>
                <a:lnTo>
                  <a:pt x="57394" y="315057"/>
                </a:lnTo>
                <a:lnTo>
                  <a:pt x="57442" y="314851"/>
                </a:lnTo>
                <a:lnTo>
                  <a:pt x="52475" y="341611"/>
                </a:lnTo>
                <a:lnTo>
                  <a:pt x="52507" y="341389"/>
                </a:lnTo>
                <a:lnTo>
                  <a:pt x="48062" y="368275"/>
                </a:lnTo>
                <a:lnTo>
                  <a:pt x="48095" y="368085"/>
                </a:lnTo>
                <a:lnTo>
                  <a:pt x="44124" y="394813"/>
                </a:lnTo>
                <a:lnTo>
                  <a:pt x="44157" y="394671"/>
                </a:lnTo>
                <a:lnTo>
                  <a:pt x="43175" y="401914"/>
                </a:lnTo>
                <a:lnTo>
                  <a:pt x="19658" y="398736"/>
                </a:lnTo>
                <a:moveTo>
                  <a:pt x="52491" y="234335"/>
                </a:moveTo>
                <a:lnTo>
                  <a:pt x="52950" y="232722"/>
                </a:lnTo>
                <a:lnTo>
                  <a:pt x="56714" y="220655"/>
                </a:lnTo>
                <a:lnTo>
                  <a:pt x="60682" y="208904"/>
                </a:lnTo>
                <a:lnTo>
                  <a:pt x="64859" y="197549"/>
                </a:lnTo>
                <a:lnTo>
                  <a:pt x="69271" y="186605"/>
                </a:lnTo>
                <a:lnTo>
                  <a:pt x="78270" y="166076"/>
                </a:lnTo>
                <a:lnTo>
                  <a:pt x="87521" y="146655"/>
                </a:lnTo>
                <a:lnTo>
                  <a:pt x="88788" y="144251"/>
                </a:lnTo>
                <a:lnTo>
                  <a:pt x="109822" y="155227"/>
                </a:lnTo>
                <a:lnTo>
                  <a:pt x="108668" y="157441"/>
                </a:lnTo>
                <a:lnTo>
                  <a:pt x="108856" y="157062"/>
                </a:lnTo>
                <a:lnTo>
                  <a:pt x="99763" y="176119"/>
                </a:lnTo>
                <a:lnTo>
                  <a:pt x="99921" y="175771"/>
                </a:lnTo>
                <a:lnTo>
                  <a:pt x="91064" y="195967"/>
                </a:lnTo>
                <a:lnTo>
                  <a:pt x="91207" y="195619"/>
                </a:lnTo>
                <a:lnTo>
                  <a:pt x="86937" y="206232"/>
                </a:lnTo>
                <a:lnTo>
                  <a:pt x="87063" y="205899"/>
                </a:lnTo>
                <a:lnTo>
                  <a:pt x="82998" y="216954"/>
                </a:lnTo>
                <a:lnTo>
                  <a:pt x="83109" y="216654"/>
                </a:lnTo>
                <a:lnTo>
                  <a:pt x="79235" y="228104"/>
                </a:lnTo>
                <a:lnTo>
                  <a:pt x="79329" y="227835"/>
                </a:lnTo>
                <a:lnTo>
                  <a:pt x="75645" y="239665"/>
                </a:lnTo>
                <a:lnTo>
                  <a:pt x="75708" y="239428"/>
                </a:lnTo>
                <a:lnTo>
                  <a:pt x="75281" y="240915"/>
                </a:lnTo>
                <a:lnTo>
                  <a:pt x="52491" y="234335"/>
                </a:lnTo>
                <a:moveTo>
                  <a:pt x="126223" y="81860"/>
                </a:moveTo>
                <a:lnTo>
                  <a:pt x="127329" y="80310"/>
                </a:lnTo>
                <a:lnTo>
                  <a:pt x="132627" y="73320"/>
                </a:lnTo>
                <a:lnTo>
                  <a:pt x="138004" y="66614"/>
                </a:lnTo>
                <a:lnTo>
                  <a:pt x="143460" y="60209"/>
                </a:lnTo>
                <a:lnTo>
                  <a:pt x="148980" y="54088"/>
                </a:lnTo>
                <a:lnTo>
                  <a:pt x="154595" y="48268"/>
                </a:lnTo>
                <a:lnTo>
                  <a:pt x="160288" y="42765"/>
                </a:lnTo>
                <a:lnTo>
                  <a:pt x="166046" y="37561"/>
                </a:lnTo>
                <a:lnTo>
                  <a:pt x="171913" y="32658"/>
                </a:lnTo>
                <a:lnTo>
                  <a:pt x="177843" y="28072"/>
                </a:lnTo>
                <a:lnTo>
                  <a:pt x="183868" y="23802"/>
                </a:lnTo>
                <a:lnTo>
                  <a:pt x="189973" y="19848"/>
                </a:lnTo>
                <a:lnTo>
                  <a:pt x="196173" y="16226"/>
                </a:lnTo>
                <a:lnTo>
                  <a:pt x="199479" y="14487"/>
                </a:lnTo>
                <a:lnTo>
                  <a:pt x="210501" y="35489"/>
                </a:lnTo>
                <a:lnTo>
                  <a:pt x="207434" y="37103"/>
                </a:lnTo>
                <a:lnTo>
                  <a:pt x="207908" y="36834"/>
                </a:lnTo>
                <a:lnTo>
                  <a:pt x="202183" y="40187"/>
                </a:lnTo>
                <a:lnTo>
                  <a:pt x="202626" y="39918"/>
                </a:lnTo>
                <a:lnTo>
                  <a:pt x="196964" y="43587"/>
                </a:lnTo>
                <a:lnTo>
                  <a:pt x="197375" y="43302"/>
                </a:lnTo>
                <a:lnTo>
                  <a:pt x="191760" y="47288"/>
                </a:lnTo>
                <a:lnTo>
                  <a:pt x="192157" y="46987"/>
                </a:lnTo>
                <a:lnTo>
                  <a:pt x="186590" y="51289"/>
                </a:lnTo>
                <a:lnTo>
                  <a:pt x="186953" y="51004"/>
                </a:lnTo>
                <a:lnTo>
                  <a:pt x="181449" y="55606"/>
                </a:lnTo>
                <a:lnTo>
                  <a:pt x="181782" y="55322"/>
                </a:lnTo>
                <a:lnTo>
                  <a:pt x="176324" y="60225"/>
                </a:lnTo>
                <a:lnTo>
                  <a:pt x="176642" y="59940"/>
                </a:lnTo>
                <a:lnTo>
                  <a:pt x="171248" y="65175"/>
                </a:lnTo>
                <a:lnTo>
                  <a:pt x="171533" y="64890"/>
                </a:lnTo>
                <a:lnTo>
                  <a:pt x="166188" y="70425"/>
                </a:lnTo>
                <a:lnTo>
                  <a:pt x="166456" y="70141"/>
                </a:lnTo>
                <a:lnTo>
                  <a:pt x="161174" y="75977"/>
                </a:lnTo>
                <a:lnTo>
                  <a:pt x="161411" y="75708"/>
                </a:lnTo>
                <a:lnTo>
                  <a:pt x="156192" y="81844"/>
                </a:lnTo>
                <a:lnTo>
                  <a:pt x="156414" y="81575"/>
                </a:lnTo>
                <a:lnTo>
                  <a:pt x="151242" y="88028"/>
                </a:lnTo>
                <a:lnTo>
                  <a:pt x="151448" y="87759"/>
                </a:lnTo>
                <a:lnTo>
                  <a:pt x="146339" y="94512"/>
                </a:lnTo>
                <a:lnTo>
                  <a:pt x="146529" y="94259"/>
                </a:lnTo>
                <a:lnTo>
                  <a:pt x="145500" y="95683"/>
                </a:lnTo>
                <a:lnTo>
                  <a:pt x="126223" y="81860"/>
                </a:lnTo>
                <a:moveTo>
                  <a:pt x="275108" y="0"/>
                </a:moveTo>
                <a:lnTo>
                  <a:pt x="276135" y="111"/>
                </a:lnTo>
                <a:lnTo>
                  <a:pt x="283015" y="1312"/>
                </a:lnTo>
                <a:lnTo>
                  <a:pt x="289847" y="2957"/>
                </a:lnTo>
                <a:lnTo>
                  <a:pt x="296648" y="5029"/>
                </a:lnTo>
                <a:lnTo>
                  <a:pt x="303401" y="7544"/>
                </a:lnTo>
                <a:lnTo>
                  <a:pt x="310090" y="10517"/>
                </a:lnTo>
                <a:lnTo>
                  <a:pt x="316718" y="13917"/>
                </a:lnTo>
                <a:lnTo>
                  <a:pt x="323265" y="17761"/>
                </a:lnTo>
                <a:lnTo>
                  <a:pt x="329733" y="22062"/>
                </a:lnTo>
                <a:lnTo>
                  <a:pt x="336139" y="26807"/>
                </a:lnTo>
                <a:lnTo>
                  <a:pt x="342449" y="32010"/>
                </a:lnTo>
                <a:lnTo>
                  <a:pt x="348665" y="37656"/>
                </a:lnTo>
                <a:lnTo>
                  <a:pt x="354784" y="43761"/>
                </a:lnTo>
                <a:lnTo>
                  <a:pt x="360827" y="50308"/>
                </a:lnTo>
                <a:lnTo>
                  <a:pt x="362298" y="52032"/>
                </a:lnTo>
                <a:lnTo>
                  <a:pt x="344188" y="67373"/>
                </a:lnTo>
                <a:lnTo>
                  <a:pt x="342892" y="65839"/>
                </a:lnTo>
                <a:lnTo>
                  <a:pt x="343208" y="66203"/>
                </a:lnTo>
                <a:lnTo>
                  <a:pt x="337514" y="60019"/>
                </a:lnTo>
                <a:lnTo>
                  <a:pt x="337878" y="60383"/>
                </a:lnTo>
                <a:lnTo>
                  <a:pt x="332122" y="54658"/>
                </a:lnTo>
                <a:lnTo>
                  <a:pt x="332517" y="55037"/>
                </a:lnTo>
                <a:lnTo>
                  <a:pt x="326713" y="49771"/>
                </a:lnTo>
                <a:lnTo>
                  <a:pt x="327139" y="50134"/>
                </a:lnTo>
                <a:lnTo>
                  <a:pt x="321289" y="45311"/>
                </a:lnTo>
                <a:lnTo>
                  <a:pt x="321747" y="45675"/>
                </a:lnTo>
                <a:lnTo>
                  <a:pt x="315848" y="41294"/>
                </a:lnTo>
                <a:lnTo>
                  <a:pt x="316354" y="41658"/>
                </a:lnTo>
                <a:lnTo>
                  <a:pt x="310423" y="37704"/>
                </a:lnTo>
                <a:lnTo>
                  <a:pt x="310960" y="38051"/>
                </a:lnTo>
                <a:lnTo>
                  <a:pt x="304983" y="34541"/>
                </a:lnTo>
                <a:lnTo>
                  <a:pt x="305567" y="34857"/>
                </a:lnTo>
                <a:lnTo>
                  <a:pt x="299542" y="31773"/>
                </a:lnTo>
                <a:lnTo>
                  <a:pt x="300175" y="32058"/>
                </a:lnTo>
                <a:lnTo>
                  <a:pt x="294117" y="29385"/>
                </a:lnTo>
                <a:lnTo>
                  <a:pt x="294781" y="29654"/>
                </a:lnTo>
                <a:lnTo>
                  <a:pt x="288693" y="27376"/>
                </a:lnTo>
                <a:lnTo>
                  <a:pt x="289373" y="27613"/>
                </a:lnTo>
                <a:lnTo>
                  <a:pt x="283268" y="25747"/>
                </a:lnTo>
                <a:lnTo>
                  <a:pt x="283964" y="25937"/>
                </a:lnTo>
                <a:lnTo>
                  <a:pt x="277844" y="24466"/>
                </a:lnTo>
                <a:lnTo>
                  <a:pt x="278555" y="24624"/>
                </a:lnTo>
                <a:lnTo>
                  <a:pt x="272403" y="23549"/>
                </a:lnTo>
                <a:lnTo>
                  <a:pt x="273131" y="23644"/>
                </a:lnTo>
                <a:lnTo>
                  <a:pt x="272450" y="23581"/>
                </a:lnTo>
                <a:lnTo>
                  <a:pt x="275108" y="0"/>
                </a:lnTo>
                <a:moveTo>
                  <a:pt x="402689" y="113744"/>
                </a:moveTo>
                <a:lnTo>
                  <a:pt x="405758" y="119785"/>
                </a:lnTo>
                <a:lnTo>
                  <a:pt x="410930" y="130666"/>
                </a:lnTo>
                <a:lnTo>
                  <a:pt x="416006" y="142085"/>
                </a:lnTo>
                <a:lnTo>
                  <a:pt x="420972" y="154009"/>
                </a:lnTo>
                <a:lnTo>
                  <a:pt x="425827" y="166456"/>
                </a:lnTo>
                <a:lnTo>
                  <a:pt x="430588" y="179441"/>
                </a:lnTo>
                <a:lnTo>
                  <a:pt x="435221" y="192962"/>
                </a:lnTo>
                <a:lnTo>
                  <a:pt x="438607" y="203480"/>
                </a:lnTo>
                <a:lnTo>
                  <a:pt x="416021" y="210739"/>
                </a:lnTo>
                <a:lnTo>
                  <a:pt x="412669" y="200348"/>
                </a:lnTo>
                <a:lnTo>
                  <a:pt x="412748" y="200554"/>
                </a:lnTo>
                <a:lnTo>
                  <a:pt x="408177" y="187253"/>
                </a:lnTo>
                <a:lnTo>
                  <a:pt x="408256" y="187475"/>
                </a:lnTo>
                <a:lnTo>
                  <a:pt x="403590" y="174727"/>
                </a:lnTo>
                <a:lnTo>
                  <a:pt x="403686" y="174965"/>
                </a:lnTo>
                <a:lnTo>
                  <a:pt x="398926" y="162755"/>
                </a:lnTo>
                <a:lnTo>
                  <a:pt x="399020" y="163008"/>
                </a:lnTo>
                <a:lnTo>
                  <a:pt x="394165" y="151337"/>
                </a:lnTo>
                <a:lnTo>
                  <a:pt x="394276" y="151590"/>
                </a:lnTo>
                <a:lnTo>
                  <a:pt x="389310" y="140456"/>
                </a:lnTo>
                <a:lnTo>
                  <a:pt x="389437" y="140725"/>
                </a:lnTo>
                <a:lnTo>
                  <a:pt x="384390" y="130097"/>
                </a:lnTo>
                <a:lnTo>
                  <a:pt x="384534" y="130381"/>
                </a:lnTo>
                <a:lnTo>
                  <a:pt x="381544" y="124482"/>
                </a:lnTo>
                <a:lnTo>
                  <a:pt x="402689" y="113744"/>
                </a:lnTo>
              </a:path>
            </a:pathLst>
          </a:custGeom>
          <a:solidFill xmlns:a="http://schemas.openxmlformats.org/drawingml/2006/main">
            <a:srgbClr val="F5B7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40">
            <a:extLst xmlns:a="http://schemas.openxmlformats.org/drawingml/2006/main">
              <a:ext uri="{FF2B5EF4-FFF2-40B4-BE49-F238E27FC236}">
                <a16:creationId xmlns:a16="http://schemas.microsoft.com/office/drawing/2014/main" id="{9A3E22A4-EF8B-44F0-A943-26A213D7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775" y="1611468"/>
            <a:ext cx="276880" cy="352650"/>
          </a:xfrm>
          <a:custGeom xmlns:a="http://schemas.openxmlformats.org/drawingml/2006/main">
            <a:pathLst>
              <a:path w="276880" h="352650">
                <a:moveTo>
                  <a:pt x="0" y="349708"/>
                </a:moveTo>
                <a:lnTo>
                  <a:pt x="2452" y="330176"/>
                </a:lnTo>
                <a:lnTo>
                  <a:pt x="2421" y="330350"/>
                </a:lnTo>
                <a:lnTo>
                  <a:pt x="5173" y="305283"/>
                </a:lnTo>
                <a:lnTo>
                  <a:pt x="8477" y="276103"/>
                </a:lnTo>
                <a:lnTo>
                  <a:pt x="10423" y="260383"/>
                </a:lnTo>
                <a:lnTo>
                  <a:pt x="11103" y="255354"/>
                </a:lnTo>
                <a:lnTo>
                  <a:pt x="34620" y="258517"/>
                </a:lnTo>
                <a:lnTo>
                  <a:pt x="33955" y="263467"/>
                </a:lnTo>
                <a:lnTo>
                  <a:pt x="33972" y="263357"/>
                </a:lnTo>
                <a:lnTo>
                  <a:pt x="32042" y="278966"/>
                </a:lnTo>
                <a:lnTo>
                  <a:pt x="32042" y="278840"/>
                </a:lnTo>
                <a:lnTo>
                  <a:pt x="28753" y="307940"/>
                </a:lnTo>
                <a:lnTo>
                  <a:pt x="28753" y="307892"/>
                </a:lnTo>
                <a:lnTo>
                  <a:pt x="26001" y="333023"/>
                </a:lnTo>
                <a:lnTo>
                  <a:pt x="23550" y="352650"/>
                </a:lnTo>
                <a:lnTo>
                  <a:pt x="0" y="349708"/>
                </a:lnTo>
                <a:moveTo>
                  <a:pt x="22965" y="184327"/>
                </a:moveTo>
                <a:lnTo>
                  <a:pt x="24308" y="177890"/>
                </a:lnTo>
                <a:lnTo>
                  <a:pt x="28152" y="161838"/>
                </a:lnTo>
                <a:lnTo>
                  <a:pt x="32438" y="146355"/>
                </a:lnTo>
                <a:lnTo>
                  <a:pt x="37183" y="131647"/>
                </a:lnTo>
                <a:lnTo>
                  <a:pt x="39808" y="124498"/>
                </a:lnTo>
                <a:lnTo>
                  <a:pt x="42528" y="117682"/>
                </a:lnTo>
                <a:lnTo>
                  <a:pt x="48078" y="104982"/>
                </a:lnTo>
                <a:lnTo>
                  <a:pt x="53789" y="92946"/>
                </a:lnTo>
                <a:lnTo>
                  <a:pt x="54421" y="91729"/>
                </a:lnTo>
                <a:lnTo>
                  <a:pt x="75487" y="102641"/>
                </a:lnTo>
                <a:lnTo>
                  <a:pt x="74933" y="103685"/>
                </a:lnTo>
                <a:lnTo>
                  <a:pt x="75123" y="103321"/>
                </a:lnTo>
                <a:lnTo>
                  <a:pt x="69588" y="114977"/>
                </a:lnTo>
                <a:lnTo>
                  <a:pt x="69746" y="114629"/>
                </a:lnTo>
                <a:lnTo>
                  <a:pt x="64353" y="126997"/>
                </a:lnTo>
                <a:lnTo>
                  <a:pt x="64495" y="126649"/>
                </a:lnTo>
                <a:lnTo>
                  <a:pt x="61902" y="133149"/>
                </a:lnTo>
                <a:lnTo>
                  <a:pt x="62012" y="132817"/>
                </a:lnTo>
                <a:lnTo>
                  <a:pt x="59545" y="139586"/>
                </a:lnTo>
                <a:lnTo>
                  <a:pt x="59687" y="139159"/>
                </a:lnTo>
                <a:lnTo>
                  <a:pt x="55085" y="153408"/>
                </a:lnTo>
                <a:lnTo>
                  <a:pt x="55228" y="152918"/>
                </a:lnTo>
                <a:lnTo>
                  <a:pt x="51068" y="167974"/>
                </a:lnTo>
                <a:lnTo>
                  <a:pt x="51179" y="167563"/>
                </a:lnTo>
                <a:lnTo>
                  <a:pt x="47415" y="183252"/>
                </a:lnTo>
                <a:lnTo>
                  <a:pt x="47494" y="182920"/>
                </a:lnTo>
                <a:lnTo>
                  <a:pt x="46181" y="189183"/>
                </a:lnTo>
                <a:lnTo>
                  <a:pt x="22965" y="184327"/>
                </a:lnTo>
                <a:moveTo>
                  <a:pt x="96679" y="30460"/>
                </a:moveTo>
                <a:lnTo>
                  <a:pt x="99083" y="28040"/>
                </a:lnTo>
                <a:lnTo>
                  <a:pt x="106421" y="21635"/>
                </a:lnTo>
                <a:lnTo>
                  <a:pt x="114013" y="15973"/>
                </a:lnTo>
                <a:lnTo>
                  <a:pt x="121858" y="11118"/>
                </a:lnTo>
                <a:lnTo>
                  <a:pt x="129828" y="7164"/>
                </a:lnTo>
                <a:lnTo>
                  <a:pt x="134099" y="5425"/>
                </a:lnTo>
                <a:lnTo>
                  <a:pt x="138306" y="3954"/>
                </a:lnTo>
                <a:lnTo>
                  <a:pt x="142559" y="2704"/>
                </a:lnTo>
                <a:lnTo>
                  <a:pt x="146862" y="1692"/>
                </a:lnTo>
                <a:lnTo>
                  <a:pt x="151211" y="901"/>
                </a:lnTo>
                <a:lnTo>
                  <a:pt x="155607" y="348"/>
                </a:lnTo>
                <a:lnTo>
                  <a:pt x="160067" y="47"/>
                </a:lnTo>
                <a:lnTo>
                  <a:pt x="164542" y="0"/>
                </a:lnTo>
                <a:lnTo>
                  <a:pt x="169034" y="221"/>
                </a:lnTo>
                <a:lnTo>
                  <a:pt x="173510" y="728"/>
                </a:lnTo>
                <a:lnTo>
                  <a:pt x="177987" y="1518"/>
                </a:lnTo>
                <a:lnTo>
                  <a:pt x="182430" y="2593"/>
                </a:lnTo>
                <a:lnTo>
                  <a:pt x="186843" y="3938"/>
                </a:lnTo>
                <a:lnTo>
                  <a:pt x="191223" y="5583"/>
                </a:lnTo>
                <a:lnTo>
                  <a:pt x="195542" y="7512"/>
                </a:lnTo>
                <a:lnTo>
                  <a:pt x="196711" y="8113"/>
                </a:lnTo>
                <a:lnTo>
                  <a:pt x="185831" y="29195"/>
                </a:lnTo>
                <a:lnTo>
                  <a:pt x="184961" y="28752"/>
                </a:lnTo>
                <a:lnTo>
                  <a:pt x="185593" y="29037"/>
                </a:lnTo>
                <a:lnTo>
                  <a:pt x="181909" y="27408"/>
                </a:lnTo>
                <a:lnTo>
                  <a:pt x="182557" y="27677"/>
                </a:lnTo>
                <a:lnTo>
                  <a:pt x="178857" y="26285"/>
                </a:lnTo>
                <a:lnTo>
                  <a:pt x="179536" y="26522"/>
                </a:lnTo>
                <a:lnTo>
                  <a:pt x="175820" y="25383"/>
                </a:lnTo>
                <a:lnTo>
                  <a:pt x="176515" y="25573"/>
                </a:lnTo>
                <a:lnTo>
                  <a:pt x="172782" y="24672"/>
                </a:lnTo>
                <a:lnTo>
                  <a:pt x="173510" y="24814"/>
                </a:lnTo>
                <a:lnTo>
                  <a:pt x="169762" y="24166"/>
                </a:lnTo>
                <a:lnTo>
                  <a:pt x="170490" y="24261"/>
                </a:lnTo>
                <a:lnTo>
                  <a:pt x="166725" y="23849"/>
                </a:lnTo>
                <a:lnTo>
                  <a:pt x="167453" y="23897"/>
                </a:lnTo>
                <a:lnTo>
                  <a:pt x="163689" y="23707"/>
                </a:lnTo>
                <a:lnTo>
                  <a:pt x="164417" y="23723"/>
                </a:lnTo>
                <a:lnTo>
                  <a:pt x="160637" y="23754"/>
                </a:lnTo>
                <a:lnTo>
                  <a:pt x="161348" y="23739"/>
                </a:lnTo>
                <a:lnTo>
                  <a:pt x="157568" y="23992"/>
                </a:lnTo>
                <a:lnTo>
                  <a:pt x="158232" y="23928"/>
                </a:lnTo>
                <a:lnTo>
                  <a:pt x="154485" y="24403"/>
                </a:lnTo>
                <a:lnTo>
                  <a:pt x="155101" y="24308"/>
                </a:lnTo>
                <a:lnTo>
                  <a:pt x="151385" y="24972"/>
                </a:lnTo>
                <a:lnTo>
                  <a:pt x="152001" y="24846"/>
                </a:lnTo>
                <a:lnTo>
                  <a:pt x="148317" y="25716"/>
                </a:lnTo>
                <a:lnTo>
                  <a:pt x="148918" y="25557"/>
                </a:lnTo>
                <a:lnTo>
                  <a:pt x="145264" y="26633"/>
                </a:lnTo>
                <a:lnTo>
                  <a:pt x="145849" y="26443"/>
                </a:lnTo>
                <a:lnTo>
                  <a:pt x="142227" y="27708"/>
                </a:lnTo>
                <a:lnTo>
                  <a:pt x="142781" y="27503"/>
                </a:lnTo>
                <a:lnTo>
                  <a:pt x="139192" y="28958"/>
                </a:lnTo>
                <a:lnTo>
                  <a:pt x="139997" y="28610"/>
                </a:lnTo>
                <a:lnTo>
                  <a:pt x="132912" y="32121"/>
                </a:lnTo>
                <a:lnTo>
                  <a:pt x="133878" y="31583"/>
                </a:lnTo>
                <a:lnTo>
                  <a:pt x="126919" y="35885"/>
                </a:lnTo>
                <a:lnTo>
                  <a:pt x="127756" y="35316"/>
                </a:lnTo>
                <a:lnTo>
                  <a:pt x="120957" y="40376"/>
                </a:lnTo>
                <a:lnTo>
                  <a:pt x="121684" y="39807"/>
                </a:lnTo>
                <a:lnTo>
                  <a:pt x="115009" y="45627"/>
                </a:lnTo>
                <a:lnTo>
                  <a:pt x="115610" y="45058"/>
                </a:lnTo>
                <a:lnTo>
                  <a:pt x="113522" y="47161"/>
                </a:lnTo>
                <a:lnTo>
                  <a:pt x="96679" y="30460"/>
                </a:lnTo>
                <a:moveTo>
                  <a:pt x="249408" y="64163"/>
                </a:moveTo>
                <a:lnTo>
                  <a:pt x="252714" y="70046"/>
                </a:lnTo>
                <a:lnTo>
                  <a:pt x="259182" y="83299"/>
                </a:lnTo>
                <a:lnTo>
                  <a:pt x="265381" y="97770"/>
                </a:lnTo>
                <a:lnTo>
                  <a:pt x="271313" y="113538"/>
                </a:lnTo>
                <a:lnTo>
                  <a:pt x="276880" y="130381"/>
                </a:lnTo>
                <a:lnTo>
                  <a:pt x="254358" y="137831"/>
                </a:lnTo>
                <a:lnTo>
                  <a:pt x="248855" y="121208"/>
                </a:lnTo>
                <a:lnTo>
                  <a:pt x="249013" y="121651"/>
                </a:lnTo>
                <a:lnTo>
                  <a:pt x="243272" y="106374"/>
                </a:lnTo>
                <a:lnTo>
                  <a:pt x="243477" y="106864"/>
                </a:lnTo>
                <a:lnTo>
                  <a:pt x="237483" y="92899"/>
                </a:lnTo>
                <a:lnTo>
                  <a:pt x="237735" y="93437"/>
                </a:lnTo>
                <a:lnTo>
                  <a:pt x="231537" y="80769"/>
                </a:lnTo>
                <a:lnTo>
                  <a:pt x="231852" y="81354"/>
                </a:lnTo>
                <a:lnTo>
                  <a:pt x="228706" y="75740"/>
                </a:lnTo>
                <a:lnTo>
                  <a:pt x="249408" y="64163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text-141 #ball">
            <a:extLst xmlns:a="http://schemas.openxmlformats.org/drawingml/2006/main">
              <a:ext uri="{FF2B5EF4-FFF2-40B4-BE49-F238E27FC236}">
                <a16:creationId xmlns:a16="http://schemas.microsoft.com/office/drawing/2014/main" id="{EE637BFB-D0A0-48DA-89E5-952124E2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8801" y="1399840"/>
            <a:ext cx="353722" cy="22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#ball</a:t>
            </a:r>
          </a:p>
        </p:txBody>
      </p:sp>
      <p:sp>
        <p:nvSpPr>
          <p:cNvPr id="170" name="text-142 #6">
            <a:extLst xmlns:a="http://schemas.openxmlformats.org/drawingml/2006/main">
              <a:ext uri="{FF2B5EF4-FFF2-40B4-BE49-F238E27FC236}">
                <a16:creationId xmlns:a16="http://schemas.microsoft.com/office/drawing/2014/main" id="{9BA8DDD7-8B04-46DF-9251-943FCB1A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2653" y="1651156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171" name="text-143 x">
            <a:extLst xmlns:a="http://schemas.openxmlformats.org/drawingml/2006/main">
              <a:ext uri="{FF2B5EF4-FFF2-40B4-BE49-F238E27FC236}">
                <a16:creationId xmlns:a16="http://schemas.microsoft.com/office/drawing/2014/main" id="{B4BDD699-AACF-45C0-ACCC-DB1FD8BF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2714" y="2087811"/>
            <a:ext cx="118411" cy="26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72" name="text-144 y">
            <a:extLst xmlns:a="http://schemas.openxmlformats.org/drawingml/2006/main">
              <a:ext uri="{FF2B5EF4-FFF2-40B4-BE49-F238E27FC236}">
                <a16:creationId xmlns:a16="http://schemas.microsoft.com/office/drawing/2014/main" id="{175611C6-D021-474D-8E79-96287213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2285" y="2037392"/>
            <a:ext cx="118411" cy="26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73" name="text-145 z">
            <a:extLst xmlns:a="http://schemas.openxmlformats.org/drawingml/2006/main">
              <a:ext uri="{FF2B5EF4-FFF2-40B4-BE49-F238E27FC236}">
                <a16:creationId xmlns:a16="http://schemas.microsoft.com/office/drawing/2014/main" id="{FE040595-26D6-4AED-AE06-1A1E6281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435" y="1253045"/>
            <a:ext cx="108034" cy="265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74" name="path-146">
            <a:extLst xmlns:a="http://schemas.openxmlformats.org/drawingml/2006/main">
              <a:ext uri="{FF2B5EF4-FFF2-40B4-BE49-F238E27FC236}">
                <a16:creationId xmlns:a16="http://schemas.microsoft.com/office/drawing/2014/main" id="{32B378CB-0161-443E-A069-67C6705C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674" y="1848145"/>
            <a:ext cx="55718" cy="53013"/>
          </a:xfrm>
          <a:custGeom xmlns:a="http://schemas.openxmlformats.org/drawingml/2006/main">
            <a:pathLst>
              <a:path w="55718" h="53013">
                <a:moveTo>
                  <a:pt x="0" y="27091"/>
                </a:moveTo>
                <a:cubicBezTo>
                  <a:pt x="476" y="11861"/>
                  <a:pt x="12842" y="0"/>
                  <a:pt x="28104" y="0"/>
                </a:cubicBezTo>
                <a:cubicBezTo>
                  <a:pt x="43351" y="0"/>
                  <a:pt x="55718" y="11861"/>
                  <a:pt x="55718" y="26506"/>
                </a:cubicBezTo>
                <a:cubicBezTo>
                  <a:pt x="55718" y="41151"/>
                  <a:pt x="43351" y="53013"/>
                  <a:pt x="28104" y="53013"/>
                </a:cubicBezTo>
                <a:cubicBezTo>
                  <a:pt x="12842" y="53013"/>
                  <a:pt x="476" y="41151"/>
                  <a:pt x="0" y="27091"/>
                </a:cubicBez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47">
            <a:extLst xmlns:a="http://schemas.openxmlformats.org/drawingml/2006/main">
              <a:ext uri="{FF2B5EF4-FFF2-40B4-BE49-F238E27FC236}">
                <a16:creationId xmlns:a16="http://schemas.microsoft.com/office/drawing/2014/main" id="{79BE986E-AD32-4B5C-8C8F-5E8E868F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225" y="1840221"/>
            <a:ext cx="71090" cy="68860"/>
          </a:xfrm>
          <a:custGeom xmlns:a="http://schemas.openxmlformats.org/drawingml/2006/main">
            <a:pathLst>
              <a:path w="71090" h="68860">
                <a:moveTo>
                  <a:pt x="158" y="37561"/>
                </a:moveTo>
                <a:lnTo>
                  <a:pt x="0" y="34430"/>
                </a:lnTo>
                <a:lnTo>
                  <a:pt x="190" y="30887"/>
                </a:lnTo>
                <a:lnTo>
                  <a:pt x="743" y="27440"/>
                </a:lnTo>
                <a:lnTo>
                  <a:pt x="1629" y="24102"/>
                </a:lnTo>
                <a:lnTo>
                  <a:pt x="2846" y="20923"/>
                </a:lnTo>
                <a:lnTo>
                  <a:pt x="4365" y="17887"/>
                </a:lnTo>
                <a:lnTo>
                  <a:pt x="6168" y="15056"/>
                </a:lnTo>
                <a:lnTo>
                  <a:pt x="8224" y="12399"/>
                </a:lnTo>
                <a:lnTo>
                  <a:pt x="10533" y="9964"/>
                </a:lnTo>
                <a:lnTo>
                  <a:pt x="13063" y="7765"/>
                </a:lnTo>
                <a:lnTo>
                  <a:pt x="15800" y="5804"/>
                </a:lnTo>
                <a:lnTo>
                  <a:pt x="18726" y="4096"/>
                </a:lnTo>
                <a:lnTo>
                  <a:pt x="21809" y="2657"/>
                </a:lnTo>
                <a:lnTo>
                  <a:pt x="25067" y="1518"/>
                </a:lnTo>
                <a:lnTo>
                  <a:pt x="28452" y="680"/>
                </a:lnTo>
                <a:lnTo>
                  <a:pt x="31962" y="174"/>
                </a:lnTo>
                <a:lnTo>
                  <a:pt x="35552" y="0"/>
                </a:lnTo>
                <a:lnTo>
                  <a:pt x="38147" y="126"/>
                </a:lnTo>
                <a:lnTo>
                  <a:pt x="37372" y="15926"/>
                </a:lnTo>
                <a:lnTo>
                  <a:pt x="35157" y="15815"/>
                </a:lnTo>
                <a:lnTo>
                  <a:pt x="35933" y="15815"/>
                </a:lnTo>
                <a:lnTo>
                  <a:pt x="33101" y="15957"/>
                </a:lnTo>
                <a:lnTo>
                  <a:pt x="33861" y="15878"/>
                </a:lnTo>
                <a:lnTo>
                  <a:pt x="31125" y="16274"/>
                </a:lnTo>
                <a:lnTo>
                  <a:pt x="31868" y="16132"/>
                </a:lnTo>
                <a:lnTo>
                  <a:pt x="29227" y="16780"/>
                </a:lnTo>
                <a:lnTo>
                  <a:pt x="29955" y="16574"/>
                </a:lnTo>
                <a:lnTo>
                  <a:pt x="27408" y="17460"/>
                </a:lnTo>
                <a:lnTo>
                  <a:pt x="28104" y="17175"/>
                </a:lnTo>
                <a:lnTo>
                  <a:pt x="25700" y="18298"/>
                </a:lnTo>
                <a:lnTo>
                  <a:pt x="26364" y="17950"/>
                </a:lnTo>
                <a:lnTo>
                  <a:pt x="24087" y="19279"/>
                </a:lnTo>
                <a:lnTo>
                  <a:pt x="24703" y="18868"/>
                </a:lnTo>
                <a:lnTo>
                  <a:pt x="22585" y="20402"/>
                </a:lnTo>
                <a:lnTo>
                  <a:pt x="23170" y="19927"/>
                </a:lnTo>
                <a:lnTo>
                  <a:pt x="21208" y="21635"/>
                </a:lnTo>
                <a:lnTo>
                  <a:pt x="21746" y="21114"/>
                </a:lnTo>
                <a:lnTo>
                  <a:pt x="19974" y="22995"/>
                </a:lnTo>
                <a:lnTo>
                  <a:pt x="20465" y="22426"/>
                </a:lnTo>
                <a:lnTo>
                  <a:pt x="18884" y="24466"/>
                </a:lnTo>
                <a:lnTo>
                  <a:pt x="19327" y="23834"/>
                </a:lnTo>
                <a:lnTo>
                  <a:pt x="17935" y="26016"/>
                </a:lnTo>
                <a:lnTo>
                  <a:pt x="18314" y="25336"/>
                </a:lnTo>
                <a:lnTo>
                  <a:pt x="17159" y="27661"/>
                </a:lnTo>
                <a:lnTo>
                  <a:pt x="17477" y="26934"/>
                </a:lnTo>
                <a:lnTo>
                  <a:pt x="16543" y="29369"/>
                </a:lnTo>
                <a:lnTo>
                  <a:pt x="16795" y="28594"/>
                </a:lnTo>
                <a:lnTo>
                  <a:pt x="16116" y="31125"/>
                </a:lnTo>
                <a:lnTo>
                  <a:pt x="16290" y="30334"/>
                </a:lnTo>
                <a:lnTo>
                  <a:pt x="15879" y="32959"/>
                </a:lnTo>
                <a:lnTo>
                  <a:pt x="15958" y="32137"/>
                </a:lnTo>
                <a:lnTo>
                  <a:pt x="15815" y="34841"/>
                </a:lnTo>
                <a:lnTo>
                  <a:pt x="15815" y="34019"/>
                </a:lnTo>
                <a:lnTo>
                  <a:pt x="15958" y="36723"/>
                </a:lnTo>
                <a:lnTo>
                  <a:pt x="158" y="37561"/>
                </a:lnTo>
                <a:moveTo>
                  <a:pt x="56998" y="7022"/>
                </a:moveTo>
                <a:lnTo>
                  <a:pt x="58027" y="7765"/>
                </a:lnTo>
                <a:lnTo>
                  <a:pt x="60557" y="9964"/>
                </a:lnTo>
                <a:lnTo>
                  <a:pt x="62866" y="12399"/>
                </a:lnTo>
                <a:lnTo>
                  <a:pt x="64923" y="15056"/>
                </a:lnTo>
                <a:lnTo>
                  <a:pt x="66725" y="17887"/>
                </a:lnTo>
                <a:lnTo>
                  <a:pt x="68242" y="20923"/>
                </a:lnTo>
                <a:lnTo>
                  <a:pt x="69461" y="24102"/>
                </a:lnTo>
                <a:lnTo>
                  <a:pt x="70363" y="27440"/>
                </a:lnTo>
                <a:lnTo>
                  <a:pt x="70900" y="30887"/>
                </a:lnTo>
                <a:lnTo>
                  <a:pt x="71090" y="34430"/>
                </a:lnTo>
                <a:lnTo>
                  <a:pt x="70900" y="37972"/>
                </a:lnTo>
                <a:lnTo>
                  <a:pt x="70363" y="41420"/>
                </a:lnTo>
                <a:lnTo>
                  <a:pt x="69461" y="44757"/>
                </a:lnTo>
                <a:lnTo>
                  <a:pt x="68242" y="47936"/>
                </a:lnTo>
                <a:lnTo>
                  <a:pt x="66725" y="50957"/>
                </a:lnTo>
                <a:lnTo>
                  <a:pt x="64923" y="53804"/>
                </a:lnTo>
                <a:lnTo>
                  <a:pt x="62866" y="56461"/>
                </a:lnTo>
                <a:lnTo>
                  <a:pt x="60557" y="58880"/>
                </a:lnTo>
                <a:lnTo>
                  <a:pt x="58786" y="60446"/>
                </a:lnTo>
                <a:lnTo>
                  <a:pt x="48380" y="48521"/>
                </a:lnTo>
                <a:lnTo>
                  <a:pt x="49881" y="47224"/>
                </a:lnTo>
                <a:lnTo>
                  <a:pt x="49343" y="47746"/>
                </a:lnTo>
                <a:lnTo>
                  <a:pt x="51114" y="45849"/>
                </a:lnTo>
                <a:lnTo>
                  <a:pt x="50625" y="46434"/>
                </a:lnTo>
                <a:lnTo>
                  <a:pt x="52222" y="44394"/>
                </a:lnTo>
                <a:lnTo>
                  <a:pt x="51779" y="45026"/>
                </a:lnTo>
                <a:lnTo>
                  <a:pt x="53155" y="42844"/>
                </a:lnTo>
                <a:lnTo>
                  <a:pt x="52776" y="43524"/>
                </a:lnTo>
                <a:lnTo>
                  <a:pt x="53930" y="41199"/>
                </a:lnTo>
                <a:lnTo>
                  <a:pt x="53614" y="41926"/>
                </a:lnTo>
                <a:lnTo>
                  <a:pt x="54548" y="39491"/>
                </a:lnTo>
                <a:lnTo>
                  <a:pt x="54294" y="40266"/>
                </a:lnTo>
                <a:lnTo>
                  <a:pt x="54975" y="37719"/>
                </a:lnTo>
                <a:lnTo>
                  <a:pt x="54800" y="38526"/>
                </a:lnTo>
                <a:lnTo>
                  <a:pt x="55227" y="35901"/>
                </a:lnTo>
                <a:lnTo>
                  <a:pt x="55133" y="36723"/>
                </a:lnTo>
                <a:lnTo>
                  <a:pt x="55275" y="34019"/>
                </a:lnTo>
                <a:lnTo>
                  <a:pt x="55275" y="34841"/>
                </a:lnTo>
                <a:lnTo>
                  <a:pt x="55133" y="32137"/>
                </a:lnTo>
                <a:lnTo>
                  <a:pt x="55227" y="32959"/>
                </a:lnTo>
                <a:lnTo>
                  <a:pt x="54800" y="30334"/>
                </a:lnTo>
                <a:lnTo>
                  <a:pt x="54975" y="31125"/>
                </a:lnTo>
                <a:lnTo>
                  <a:pt x="54294" y="28594"/>
                </a:lnTo>
                <a:lnTo>
                  <a:pt x="54548" y="29369"/>
                </a:lnTo>
                <a:lnTo>
                  <a:pt x="53614" y="26934"/>
                </a:lnTo>
                <a:lnTo>
                  <a:pt x="53930" y="27661"/>
                </a:lnTo>
                <a:lnTo>
                  <a:pt x="52776" y="25336"/>
                </a:lnTo>
                <a:lnTo>
                  <a:pt x="53155" y="26016"/>
                </a:lnTo>
                <a:lnTo>
                  <a:pt x="51779" y="23834"/>
                </a:lnTo>
                <a:lnTo>
                  <a:pt x="52222" y="24466"/>
                </a:lnTo>
                <a:lnTo>
                  <a:pt x="50625" y="22426"/>
                </a:lnTo>
                <a:lnTo>
                  <a:pt x="51114" y="22995"/>
                </a:lnTo>
                <a:lnTo>
                  <a:pt x="49343" y="21114"/>
                </a:lnTo>
                <a:lnTo>
                  <a:pt x="49881" y="21635"/>
                </a:lnTo>
                <a:lnTo>
                  <a:pt x="47920" y="19927"/>
                </a:lnTo>
                <a:lnTo>
                  <a:pt x="48505" y="20402"/>
                </a:lnTo>
                <a:lnTo>
                  <a:pt x="47777" y="19864"/>
                </a:lnTo>
                <a:lnTo>
                  <a:pt x="56998" y="7022"/>
                </a:lnTo>
                <a:moveTo>
                  <a:pt x="40408" y="68496"/>
                </a:moveTo>
                <a:lnTo>
                  <a:pt x="39143" y="68686"/>
                </a:lnTo>
                <a:lnTo>
                  <a:pt x="35552" y="68860"/>
                </a:lnTo>
                <a:lnTo>
                  <a:pt x="31962" y="68686"/>
                </a:lnTo>
                <a:lnTo>
                  <a:pt x="28452" y="68180"/>
                </a:lnTo>
                <a:lnTo>
                  <a:pt x="25067" y="67342"/>
                </a:lnTo>
                <a:lnTo>
                  <a:pt x="21809" y="66187"/>
                </a:lnTo>
                <a:lnTo>
                  <a:pt x="18726" y="64764"/>
                </a:lnTo>
                <a:lnTo>
                  <a:pt x="15800" y="63056"/>
                </a:lnTo>
                <a:lnTo>
                  <a:pt x="13063" y="61095"/>
                </a:lnTo>
                <a:lnTo>
                  <a:pt x="10533" y="58880"/>
                </a:lnTo>
                <a:lnTo>
                  <a:pt x="8224" y="56461"/>
                </a:lnTo>
                <a:lnTo>
                  <a:pt x="6168" y="53804"/>
                </a:lnTo>
                <a:lnTo>
                  <a:pt x="4365" y="50957"/>
                </a:lnTo>
                <a:lnTo>
                  <a:pt x="2846" y="47936"/>
                </a:lnTo>
                <a:lnTo>
                  <a:pt x="1629" y="44757"/>
                </a:lnTo>
                <a:lnTo>
                  <a:pt x="743" y="41420"/>
                </a:lnTo>
                <a:lnTo>
                  <a:pt x="252" y="38384"/>
                </a:lnTo>
                <a:lnTo>
                  <a:pt x="15879" y="35901"/>
                </a:lnTo>
                <a:lnTo>
                  <a:pt x="16290" y="38526"/>
                </a:lnTo>
                <a:lnTo>
                  <a:pt x="16116" y="37719"/>
                </a:lnTo>
                <a:lnTo>
                  <a:pt x="16795" y="40266"/>
                </a:lnTo>
                <a:lnTo>
                  <a:pt x="16543" y="39491"/>
                </a:lnTo>
                <a:lnTo>
                  <a:pt x="17477" y="41926"/>
                </a:lnTo>
                <a:lnTo>
                  <a:pt x="17159" y="41199"/>
                </a:lnTo>
                <a:lnTo>
                  <a:pt x="18314" y="43524"/>
                </a:lnTo>
                <a:lnTo>
                  <a:pt x="17935" y="42844"/>
                </a:lnTo>
                <a:lnTo>
                  <a:pt x="19327" y="45026"/>
                </a:lnTo>
                <a:lnTo>
                  <a:pt x="18884" y="44394"/>
                </a:lnTo>
                <a:lnTo>
                  <a:pt x="20465" y="46434"/>
                </a:lnTo>
                <a:lnTo>
                  <a:pt x="19974" y="45849"/>
                </a:lnTo>
                <a:lnTo>
                  <a:pt x="21746" y="47746"/>
                </a:lnTo>
                <a:lnTo>
                  <a:pt x="21208" y="47224"/>
                </a:lnTo>
                <a:lnTo>
                  <a:pt x="23170" y="48932"/>
                </a:lnTo>
                <a:lnTo>
                  <a:pt x="22585" y="48458"/>
                </a:lnTo>
                <a:lnTo>
                  <a:pt x="24703" y="49992"/>
                </a:lnTo>
                <a:lnTo>
                  <a:pt x="24087" y="49581"/>
                </a:lnTo>
                <a:lnTo>
                  <a:pt x="26364" y="50909"/>
                </a:lnTo>
                <a:lnTo>
                  <a:pt x="25700" y="50562"/>
                </a:lnTo>
                <a:lnTo>
                  <a:pt x="28104" y="51684"/>
                </a:lnTo>
                <a:lnTo>
                  <a:pt x="27408" y="51400"/>
                </a:lnTo>
                <a:lnTo>
                  <a:pt x="29955" y="52285"/>
                </a:lnTo>
                <a:lnTo>
                  <a:pt x="29227" y="52080"/>
                </a:lnTo>
                <a:lnTo>
                  <a:pt x="31868" y="52728"/>
                </a:lnTo>
                <a:lnTo>
                  <a:pt x="31125" y="52586"/>
                </a:lnTo>
                <a:lnTo>
                  <a:pt x="33861" y="52981"/>
                </a:lnTo>
                <a:lnTo>
                  <a:pt x="33101" y="52902"/>
                </a:lnTo>
                <a:lnTo>
                  <a:pt x="35933" y="53044"/>
                </a:lnTo>
                <a:lnTo>
                  <a:pt x="35157" y="53044"/>
                </a:lnTo>
                <a:lnTo>
                  <a:pt x="37988" y="52902"/>
                </a:lnTo>
                <a:lnTo>
                  <a:pt x="37229" y="52981"/>
                </a:lnTo>
                <a:lnTo>
                  <a:pt x="38115" y="52855"/>
                </a:lnTo>
                <a:lnTo>
                  <a:pt x="40408" y="68496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ath-148">
            <a:extLst xmlns:a="http://schemas.openxmlformats.org/drawingml/2006/main">
              <a:ext uri="{FF2B5EF4-FFF2-40B4-BE49-F238E27FC236}">
                <a16:creationId xmlns:a16="http://schemas.microsoft.com/office/drawing/2014/main" id="{1FCE9C54-98A8-4F91-A8B5-037D56C4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394" y="1497772"/>
            <a:ext cx="55243" cy="53029"/>
          </a:xfrm>
          <a:custGeom xmlns:a="http://schemas.openxmlformats.org/drawingml/2006/main">
            <a:pathLst>
              <a:path w="55243" h="53029">
                <a:moveTo>
                  <a:pt x="601" y="26364"/>
                </a:moveTo>
                <a:cubicBezTo>
                  <a:pt x="0" y="11877"/>
                  <a:pt x="12368" y="0"/>
                  <a:pt x="27629" y="0"/>
                </a:cubicBezTo>
                <a:cubicBezTo>
                  <a:pt x="42875" y="0"/>
                  <a:pt x="55243" y="11877"/>
                  <a:pt x="55243" y="26523"/>
                </a:cubicBezTo>
                <a:cubicBezTo>
                  <a:pt x="55243" y="41168"/>
                  <a:pt x="42875" y="53029"/>
                  <a:pt x="27629" y="53029"/>
                </a:cubicBezTo>
                <a:cubicBezTo>
                  <a:pt x="12368" y="53029"/>
                  <a:pt x="0" y="41168"/>
                  <a:pt x="601" y="26364"/>
                </a:cubicBez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49">
            <a:extLst xmlns:a="http://schemas.openxmlformats.org/drawingml/2006/main">
              <a:ext uri="{FF2B5EF4-FFF2-40B4-BE49-F238E27FC236}">
                <a16:creationId xmlns:a16="http://schemas.microsoft.com/office/drawing/2014/main" id="{D8B9F0BD-0C24-43B3-B91A-01C92B26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1470" y="1489864"/>
            <a:ext cx="71090" cy="68860"/>
          </a:xfrm>
          <a:custGeom xmlns:a="http://schemas.openxmlformats.org/drawingml/2006/main">
            <a:pathLst>
              <a:path w="71090" h="68860">
                <a:moveTo>
                  <a:pt x="159" y="37546"/>
                </a:moveTo>
                <a:lnTo>
                  <a:pt x="0" y="34430"/>
                </a:lnTo>
                <a:lnTo>
                  <a:pt x="191" y="30888"/>
                </a:lnTo>
                <a:lnTo>
                  <a:pt x="744" y="27440"/>
                </a:lnTo>
                <a:lnTo>
                  <a:pt x="1629" y="24103"/>
                </a:lnTo>
                <a:lnTo>
                  <a:pt x="2848" y="20908"/>
                </a:lnTo>
                <a:lnTo>
                  <a:pt x="4366" y="17887"/>
                </a:lnTo>
                <a:lnTo>
                  <a:pt x="6168" y="15041"/>
                </a:lnTo>
                <a:lnTo>
                  <a:pt x="8225" y="12399"/>
                </a:lnTo>
                <a:lnTo>
                  <a:pt x="10533" y="9964"/>
                </a:lnTo>
                <a:lnTo>
                  <a:pt x="13063" y="7766"/>
                </a:lnTo>
                <a:lnTo>
                  <a:pt x="15800" y="5804"/>
                </a:lnTo>
                <a:lnTo>
                  <a:pt x="18726" y="4096"/>
                </a:lnTo>
                <a:lnTo>
                  <a:pt x="21809" y="2657"/>
                </a:lnTo>
                <a:lnTo>
                  <a:pt x="25068" y="1519"/>
                </a:lnTo>
                <a:lnTo>
                  <a:pt x="28452" y="680"/>
                </a:lnTo>
                <a:lnTo>
                  <a:pt x="31963" y="174"/>
                </a:lnTo>
                <a:lnTo>
                  <a:pt x="35552" y="0"/>
                </a:lnTo>
                <a:lnTo>
                  <a:pt x="38147" y="127"/>
                </a:lnTo>
                <a:lnTo>
                  <a:pt x="37372" y="15910"/>
                </a:lnTo>
                <a:lnTo>
                  <a:pt x="35158" y="15815"/>
                </a:lnTo>
                <a:lnTo>
                  <a:pt x="35933" y="15815"/>
                </a:lnTo>
                <a:lnTo>
                  <a:pt x="33103" y="15942"/>
                </a:lnTo>
                <a:lnTo>
                  <a:pt x="33861" y="15879"/>
                </a:lnTo>
                <a:lnTo>
                  <a:pt x="31125" y="16274"/>
                </a:lnTo>
                <a:lnTo>
                  <a:pt x="31869" y="16132"/>
                </a:lnTo>
                <a:lnTo>
                  <a:pt x="29227" y="16780"/>
                </a:lnTo>
                <a:lnTo>
                  <a:pt x="29954" y="16559"/>
                </a:lnTo>
                <a:lnTo>
                  <a:pt x="27408" y="17460"/>
                </a:lnTo>
                <a:lnTo>
                  <a:pt x="28104" y="17176"/>
                </a:lnTo>
                <a:lnTo>
                  <a:pt x="25701" y="18283"/>
                </a:lnTo>
                <a:lnTo>
                  <a:pt x="26365" y="17951"/>
                </a:lnTo>
                <a:lnTo>
                  <a:pt x="24087" y="19263"/>
                </a:lnTo>
                <a:lnTo>
                  <a:pt x="24704" y="18868"/>
                </a:lnTo>
                <a:lnTo>
                  <a:pt x="22585" y="20386"/>
                </a:lnTo>
                <a:lnTo>
                  <a:pt x="23170" y="19928"/>
                </a:lnTo>
                <a:lnTo>
                  <a:pt x="21209" y="21636"/>
                </a:lnTo>
                <a:lnTo>
                  <a:pt x="21746" y="21114"/>
                </a:lnTo>
                <a:lnTo>
                  <a:pt x="19976" y="22996"/>
                </a:lnTo>
                <a:lnTo>
                  <a:pt x="20465" y="22426"/>
                </a:lnTo>
                <a:lnTo>
                  <a:pt x="18867" y="24467"/>
                </a:lnTo>
                <a:lnTo>
                  <a:pt x="19327" y="23834"/>
                </a:lnTo>
                <a:lnTo>
                  <a:pt x="17935" y="26016"/>
                </a:lnTo>
                <a:lnTo>
                  <a:pt x="18315" y="25336"/>
                </a:lnTo>
                <a:lnTo>
                  <a:pt x="17161" y="27645"/>
                </a:lnTo>
                <a:lnTo>
                  <a:pt x="17476" y="26918"/>
                </a:lnTo>
                <a:lnTo>
                  <a:pt x="16543" y="29353"/>
                </a:lnTo>
                <a:lnTo>
                  <a:pt x="16797" y="28594"/>
                </a:lnTo>
                <a:lnTo>
                  <a:pt x="16116" y="31125"/>
                </a:lnTo>
                <a:lnTo>
                  <a:pt x="16290" y="30318"/>
                </a:lnTo>
                <a:lnTo>
                  <a:pt x="15878" y="32959"/>
                </a:lnTo>
                <a:lnTo>
                  <a:pt x="15957" y="32137"/>
                </a:lnTo>
                <a:lnTo>
                  <a:pt x="15815" y="34841"/>
                </a:lnTo>
                <a:lnTo>
                  <a:pt x="15815" y="34003"/>
                </a:lnTo>
                <a:lnTo>
                  <a:pt x="15957" y="36723"/>
                </a:lnTo>
                <a:lnTo>
                  <a:pt x="159" y="37546"/>
                </a:lnTo>
                <a:moveTo>
                  <a:pt x="56999" y="7022"/>
                </a:moveTo>
                <a:lnTo>
                  <a:pt x="58027" y="7766"/>
                </a:lnTo>
                <a:lnTo>
                  <a:pt x="60557" y="9964"/>
                </a:lnTo>
                <a:lnTo>
                  <a:pt x="62866" y="12399"/>
                </a:lnTo>
                <a:lnTo>
                  <a:pt x="64922" y="15041"/>
                </a:lnTo>
                <a:lnTo>
                  <a:pt x="66725" y="17887"/>
                </a:lnTo>
                <a:lnTo>
                  <a:pt x="68244" y="20908"/>
                </a:lnTo>
                <a:lnTo>
                  <a:pt x="69461" y="24103"/>
                </a:lnTo>
                <a:lnTo>
                  <a:pt x="70362" y="27440"/>
                </a:lnTo>
                <a:lnTo>
                  <a:pt x="70900" y="30888"/>
                </a:lnTo>
                <a:lnTo>
                  <a:pt x="71090" y="34430"/>
                </a:lnTo>
                <a:lnTo>
                  <a:pt x="70900" y="37973"/>
                </a:lnTo>
                <a:lnTo>
                  <a:pt x="70362" y="41420"/>
                </a:lnTo>
                <a:lnTo>
                  <a:pt x="69461" y="44742"/>
                </a:lnTo>
                <a:lnTo>
                  <a:pt x="68244" y="47936"/>
                </a:lnTo>
                <a:lnTo>
                  <a:pt x="66725" y="50957"/>
                </a:lnTo>
                <a:lnTo>
                  <a:pt x="64922" y="53804"/>
                </a:lnTo>
                <a:lnTo>
                  <a:pt x="62866" y="56445"/>
                </a:lnTo>
                <a:lnTo>
                  <a:pt x="60557" y="58881"/>
                </a:lnTo>
                <a:lnTo>
                  <a:pt x="58786" y="60431"/>
                </a:lnTo>
                <a:lnTo>
                  <a:pt x="48380" y="48521"/>
                </a:lnTo>
                <a:lnTo>
                  <a:pt x="49882" y="47209"/>
                </a:lnTo>
                <a:lnTo>
                  <a:pt x="49345" y="47731"/>
                </a:lnTo>
                <a:lnTo>
                  <a:pt x="51115" y="45849"/>
                </a:lnTo>
                <a:lnTo>
                  <a:pt x="50625" y="46434"/>
                </a:lnTo>
                <a:lnTo>
                  <a:pt x="52222" y="44394"/>
                </a:lnTo>
                <a:lnTo>
                  <a:pt x="51779" y="45026"/>
                </a:lnTo>
                <a:lnTo>
                  <a:pt x="53156" y="42828"/>
                </a:lnTo>
                <a:lnTo>
                  <a:pt x="52776" y="43508"/>
                </a:lnTo>
                <a:lnTo>
                  <a:pt x="53930" y="41199"/>
                </a:lnTo>
                <a:lnTo>
                  <a:pt x="53614" y="41927"/>
                </a:lnTo>
                <a:lnTo>
                  <a:pt x="54547" y="39491"/>
                </a:lnTo>
                <a:lnTo>
                  <a:pt x="54294" y="40266"/>
                </a:lnTo>
                <a:lnTo>
                  <a:pt x="54975" y="37720"/>
                </a:lnTo>
                <a:lnTo>
                  <a:pt x="54800" y="38526"/>
                </a:lnTo>
                <a:lnTo>
                  <a:pt x="55228" y="35901"/>
                </a:lnTo>
                <a:lnTo>
                  <a:pt x="55133" y="36723"/>
                </a:lnTo>
                <a:lnTo>
                  <a:pt x="55275" y="34003"/>
                </a:lnTo>
                <a:lnTo>
                  <a:pt x="55275" y="34841"/>
                </a:lnTo>
                <a:lnTo>
                  <a:pt x="55133" y="32137"/>
                </a:lnTo>
                <a:lnTo>
                  <a:pt x="55228" y="32959"/>
                </a:lnTo>
                <a:lnTo>
                  <a:pt x="54800" y="30318"/>
                </a:lnTo>
                <a:lnTo>
                  <a:pt x="54975" y="31125"/>
                </a:lnTo>
                <a:lnTo>
                  <a:pt x="54294" y="28594"/>
                </a:lnTo>
                <a:lnTo>
                  <a:pt x="54547" y="29353"/>
                </a:lnTo>
                <a:lnTo>
                  <a:pt x="53614" y="26918"/>
                </a:lnTo>
                <a:lnTo>
                  <a:pt x="53930" y="27645"/>
                </a:lnTo>
                <a:lnTo>
                  <a:pt x="52776" y="25336"/>
                </a:lnTo>
                <a:lnTo>
                  <a:pt x="53156" y="26016"/>
                </a:lnTo>
                <a:lnTo>
                  <a:pt x="51779" y="23834"/>
                </a:lnTo>
                <a:lnTo>
                  <a:pt x="52222" y="24467"/>
                </a:lnTo>
                <a:lnTo>
                  <a:pt x="50625" y="22426"/>
                </a:lnTo>
                <a:lnTo>
                  <a:pt x="51115" y="22996"/>
                </a:lnTo>
                <a:lnTo>
                  <a:pt x="49345" y="21114"/>
                </a:lnTo>
                <a:lnTo>
                  <a:pt x="49882" y="21636"/>
                </a:lnTo>
                <a:lnTo>
                  <a:pt x="47920" y="19928"/>
                </a:lnTo>
                <a:lnTo>
                  <a:pt x="48506" y="20386"/>
                </a:lnTo>
                <a:lnTo>
                  <a:pt x="47778" y="19864"/>
                </a:lnTo>
                <a:lnTo>
                  <a:pt x="56999" y="7022"/>
                </a:lnTo>
                <a:moveTo>
                  <a:pt x="40408" y="68496"/>
                </a:moveTo>
                <a:lnTo>
                  <a:pt x="39143" y="68686"/>
                </a:lnTo>
                <a:lnTo>
                  <a:pt x="35552" y="68860"/>
                </a:lnTo>
                <a:lnTo>
                  <a:pt x="31963" y="68686"/>
                </a:lnTo>
                <a:lnTo>
                  <a:pt x="28452" y="68164"/>
                </a:lnTo>
                <a:lnTo>
                  <a:pt x="25068" y="67326"/>
                </a:lnTo>
                <a:lnTo>
                  <a:pt x="21809" y="66187"/>
                </a:lnTo>
                <a:lnTo>
                  <a:pt x="18726" y="64764"/>
                </a:lnTo>
                <a:lnTo>
                  <a:pt x="15800" y="63056"/>
                </a:lnTo>
                <a:lnTo>
                  <a:pt x="13063" y="61095"/>
                </a:lnTo>
                <a:lnTo>
                  <a:pt x="10533" y="58881"/>
                </a:lnTo>
                <a:lnTo>
                  <a:pt x="8225" y="56445"/>
                </a:lnTo>
                <a:lnTo>
                  <a:pt x="6168" y="53804"/>
                </a:lnTo>
                <a:lnTo>
                  <a:pt x="4366" y="50957"/>
                </a:lnTo>
                <a:lnTo>
                  <a:pt x="2848" y="47936"/>
                </a:lnTo>
                <a:lnTo>
                  <a:pt x="1629" y="44742"/>
                </a:lnTo>
                <a:lnTo>
                  <a:pt x="744" y="41420"/>
                </a:lnTo>
                <a:lnTo>
                  <a:pt x="253" y="38384"/>
                </a:lnTo>
                <a:lnTo>
                  <a:pt x="15878" y="35901"/>
                </a:lnTo>
                <a:lnTo>
                  <a:pt x="16290" y="38526"/>
                </a:lnTo>
                <a:lnTo>
                  <a:pt x="16116" y="37720"/>
                </a:lnTo>
                <a:lnTo>
                  <a:pt x="16797" y="40266"/>
                </a:lnTo>
                <a:lnTo>
                  <a:pt x="16543" y="39491"/>
                </a:lnTo>
                <a:lnTo>
                  <a:pt x="17476" y="41927"/>
                </a:lnTo>
                <a:lnTo>
                  <a:pt x="17161" y="41199"/>
                </a:lnTo>
                <a:lnTo>
                  <a:pt x="18315" y="43508"/>
                </a:lnTo>
                <a:lnTo>
                  <a:pt x="17935" y="42828"/>
                </a:lnTo>
                <a:lnTo>
                  <a:pt x="19327" y="45026"/>
                </a:lnTo>
                <a:lnTo>
                  <a:pt x="18867" y="44394"/>
                </a:lnTo>
                <a:lnTo>
                  <a:pt x="20465" y="46434"/>
                </a:lnTo>
                <a:lnTo>
                  <a:pt x="19976" y="45849"/>
                </a:lnTo>
                <a:lnTo>
                  <a:pt x="21746" y="47731"/>
                </a:lnTo>
                <a:lnTo>
                  <a:pt x="21209" y="47209"/>
                </a:lnTo>
                <a:lnTo>
                  <a:pt x="23170" y="48917"/>
                </a:lnTo>
                <a:lnTo>
                  <a:pt x="22585" y="48458"/>
                </a:lnTo>
                <a:lnTo>
                  <a:pt x="24704" y="49992"/>
                </a:lnTo>
                <a:lnTo>
                  <a:pt x="24087" y="49581"/>
                </a:lnTo>
                <a:lnTo>
                  <a:pt x="26365" y="50910"/>
                </a:lnTo>
                <a:lnTo>
                  <a:pt x="25701" y="50562"/>
                </a:lnTo>
                <a:lnTo>
                  <a:pt x="28104" y="51669"/>
                </a:lnTo>
                <a:lnTo>
                  <a:pt x="27408" y="51400"/>
                </a:lnTo>
                <a:lnTo>
                  <a:pt x="29954" y="52286"/>
                </a:lnTo>
                <a:lnTo>
                  <a:pt x="29227" y="52064"/>
                </a:lnTo>
                <a:lnTo>
                  <a:pt x="31869" y="52728"/>
                </a:lnTo>
                <a:lnTo>
                  <a:pt x="31125" y="52570"/>
                </a:lnTo>
                <a:lnTo>
                  <a:pt x="33861" y="52982"/>
                </a:lnTo>
                <a:lnTo>
                  <a:pt x="33103" y="52903"/>
                </a:lnTo>
                <a:lnTo>
                  <a:pt x="35933" y="53045"/>
                </a:lnTo>
                <a:lnTo>
                  <a:pt x="35158" y="53045"/>
                </a:lnTo>
                <a:lnTo>
                  <a:pt x="37988" y="52903"/>
                </a:lnTo>
                <a:lnTo>
                  <a:pt x="37230" y="52982"/>
                </a:lnTo>
                <a:lnTo>
                  <a:pt x="38115" y="52839"/>
                </a:lnTo>
                <a:lnTo>
                  <a:pt x="40408" y="68496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50">
            <a:extLst xmlns:a="http://schemas.openxmlformats.org/drawingml/2006/main">
              <a:ext uri="{FF2B5EF4-FFF2-40B4-BE49-F238E27FC236}">
                <a16:creationId xmlns:a16="http://schemas.microsoft.com/office/drawing/2014/main" id="{2FBF902B-EA98-4486-9787-5CA98516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9189" y="1299338"/>
            <a:ext cx="55464" cy="53029"/>
          </a:xfrm>
          <a:custGeom xmlns:a="http://schemas.openxmlformats.org/drawingml/2006/main">
            <a:pathLst>
              <a:path w="55464" h="53029">
                <a:moveTo>
                  <a:pt x="0" y="27424"/>
                </a:moveTo>
                <a:cubicBezTo>
                  <a:pt x="222" y="11861"/>
                  <a:pt x="12589" y="0"/>
                  <a:pt x="27851" y="0"/>
                </a:cubicBezTo>
                <a:cubicBezTo>
                  <a:pt x="43097" y="0"/>
                  <a:pt x="55464" y="11861"/>
                  <a:pt x="55464" y="26507"/>
                </a:cubicBezTo>
                <a:cubicBezTo>
                  <a:pt x="55464" y="41151"/>
                  <a:pt x="43097" y="53029"/>
                  <a:pt x="27851" y="53029"/>
                </a:cubicBezTo>
                <a:cubicBezTo>
                  <a:pt x="12589" y="53029"/>
                  <a:pt x="222" y="41151"/>
                  <a:pt x="0" y="27424"/>
                </a:cubicBez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51">
            <a:extLst xmlns:a="http://schemas.openxmlformats.org/drawingml/2006/main">
              <a:ext uri="{FF2B5EF4-FFF2-40B4-BE49-F238E27FC236}">
                <a16:creationId xmlns:a16="http://schemas.microsoft.com/office/drawing/2014/main" id="{E887A47D-9E66-4210-B9FC-9C841A16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1487" y="1291414"/>
            <a:ext cx="71090" cy="68860"/>
          </a:xfrm>
          <a:custGeom xmlns:a="http://schemas.openxmlformats.org/drawingml/2006/main">
            <a:pathLst>
              <a:path w="71090" h="68860">
                <a:moveTo>
                  <a:pt x="158" y="37561"/>
                </a:moveTo>
                <a:lnTo>
                  <a:pt x="0" y="34430"/>
                </a:lnTo>
                <a:lnTo>
                  <a:pt x="190" y="30887"/>
                </a:lnTo>
                <a:lnTo>
                  <a:pt x="744" y="27440"/>
                </a:lnTo>
                <a:lnTo>
                  <a:pt x="1629" y="24119"/>
                </a:lnTo>
                <a:lnTo>
                  <a:pt x="2848" y="20924"/>
                </a:lnTo>
                <a:lnTo>
                  <a:pt x="4365" y="17903"/>
                </a:lnTo>
                <a:lnTo>
                  <a:pt x="6167" y="15056"/>
                </a:lnTo>
                <a:lnTo>
                  <a:pt x="8224" y="12415"/>
                </a:lnTo>
                <a:lnTo>
                  <a:pt x="10533" y="9980"/>
                </a:lnTo>
                <a:lnTo>
                  <a:pt x="13063" y="7766"/>
                </a:lnTo>
                <a:lnTo>
                  <a:pt x="15799" y="5804"/>
                </a:lnTo>
                <a:lnTo>
                  <a:pt x="18724" y="4096"/>
                </a:lnTo>
                <a:lnTo>
                  <a:pt x="21809" y="2673"/>
                </a:lnTo>
                <a:lnTo>
                  <a:pt x="25067" y="1534"/>
                </a:lnTo>
                <a:lnTo>
                  <a:pt x="28452" y="696"/>
                </a:lnTo>
                <a:lnTo>
                  <a:pt x="31963" y="174"/>
                </a:lnTo>
                <a:lnTo>
                  <a:pt x="35552" y="0"/>
                </a:lnTo>
                <a:lnTo>
                  <a:pt x="38147" y="126"/>
                </a:lnTo>
                <a:lnTo>
                  <a:pt x="37371" y="15926"/>
                </a:lnTo>
                <a:lnTo>
                  <a:pt x="35157" y="15815"/>
                </a:lnTo>
                <a:lnTo>
                  <a:pt x="35933" y="15815"/>
                </a:lnTo>
                <a:lnTo>
                  <a:pt x="33101" y="15958"/>
                </a:lnTo>
                <a:lnTo>
                  <a:pt x="33861" y="15879"/>
                </a:lnTo>
                <a:lnTo>
                  <a:pt x="31124" y="16290"/>
                </a:lnTo>
                <a:lnTo>
                  <a:pt x="31868" y="16132"/>
                </a:lnTo>
                <a:lnTo>
                  <a:pt x="29226" y="16796"/>
                </a:lnTo>
                <a:lnTo>
                  <a:pt x="29954" y="16575"/>
                </a:lnTo>
                <a:lnTo>
                  <a:pt x="27408" y="17460"/>
                </a:lnTo>
                <a:lnTo>
                  <a:pt x="28104" y="17175"/>
                </a:lnTo>
                <a:lnTo>
                  <a:pt x="25701" y="18298"/>
                </a:lnTo>
                <a:lnTo>
                  <a:pt x="26365" y="17950"/>
                </a:lnTo>
                <a:lnTo>
                  <a:pt x="24087" y="19279"/>
                </a:lnTo>
                <a:lnTo>
                  <a:pt x="24703" y="18868"/>
                </a:lnTo>
                <a:lnTo>
                  <a:pt x="22585" y="20402"/>
                </a:lnTo>
                <a:lnTo>
                  <a:pt x="23170" y="19927"/>
                </a:lnTo>
                <a:lnTo>
                  <a:pt x="21209" y="21651"/>
                </a:lnTo>
                <a:lnTo>
                  <a:pt x="21746" y="21129"/>
                </a:lnTo>
                <a:lnTo>
                  <a:pt x="19976" y="23011"/>
                </a:lnTo>
                <a:lnTo>
                  <a:pt x="20465" y="22426"/>
                </a:lnTo>
                <a:lnTo>
                  <a:pt x="18884" y="24466"/>
                </a:lnTo>
                <a:lnTo>
                  <a:pt x="19327" y="23834"/>
                </a:lnTo>
                <a:lnTo>
                  <a:pt x="17935" y="26032"/>
                </a:lnTo>
                <a:lnTo>
                  <a:pt x="18314" y="25352"/>
                </a:lnTo>
                <a:lnTo>
                  <a:pt x="17159" y="27661"/>
                </a:lnTo>
                <a:lnTo>
                  <a:pt x="17476" y="26934"/>
                </a:lnTo>
                <a:lnTo>
                  <a:pt x="16542" y="29369"/>
                </a:lnTo>
                <a:lnTo>
                  <a:pt x="16795" y="28594"/>
                </a:lnTo>
                <a:lnTo>
                  <a:pt x="16115" y="31140"/>
                </a:lnTo>
                <a:lnTo>
                  <a:pt x="16290" y="30334"/>
                </a:lnTo>
                <a:lnTo>
                  <a:pt x="15878" y="32959"/>
                </a:lnTo>
                <a:lnTo>
                  <a:pt x="15957" y="32137"/>
                </a:lnTo>
                <a:lnTo>
                  <a:pt x="15815" y="34857"/>
                </a:lnTo>
                <a:lnTo>
                  <a:pt x="15815" y="34019"/>
                </a:lnTo>
                <a:lnTo>
                  <a:pt x="15957" y="36723"/>
                </a:lnTo>
                <a:lnTo>
                  <a:pt x="158" y="37561"/>
                </a:lnTo>
                <a:moveTo>
                  <a:pt x="56999" y="7022"/>
                </a:moveTo>
                <a:lnTo>
                  <a:pt x="58027" y="7766"/>
                </a:lnTo>
                <a:lnTo>
                  <a:pt x="60557" y="9980"/>
                </a:lnTo>
                <a:lnTo>
                  <a:pt x="62866" y="12415"/>
                </a:lnTo>
                <a:lnTo>
                  <a:pt x="64922" y="15056"/>
                </a:lnTo>
                <a:lnTo>
                  <a:pt x="66725" y="17903"/>
                </a:lnTo>
                <a:lnTo>
                  <a:pt x="68244" y="20924"/>
                </a:lnTo>
                <a:lnTo>
                  <a:pt x="69461" y="24119"/>
                </a:lnTo>
                <a:lnTo>
                  <a:pt x="70362" y="27440"/>
                </a:lnTo>
                <a:lnTo>
                  <a:pt x="70900" y="30887"/>
                </a:lnTo>
                <a:lnTo>
                  <a:pt x="71090" y="34430"/>
                </a:lnTo>
                <a:lnTo>
                  <a:pt x="70900" y="37973"/>
                </a:lnTo>
                <a:lnTo>
                  <a:pt x="70362" y="41420"/>
                </a:lnTo>
                <a:lnTo>
                  <a:pt x="69461" y="44757"/>
                </a:lnTo>
                <a:lnTo>
                  <a:pt x="68244" y="47952"/>
                </a:lnTo>
                <a:lnTo>
                  <a:pt x="66725" y="50973"/>
                </a:lnTo>
                <a:lnTo>
                  <a:pt x="64922" y="53820"/>
                </a:lnTo>
                <a:lnTo>
                  <a:pt x="62866" y="56461"/>
                </a:lnTo>
                <a:lnTo>
                  <a:pt x="60557" y="58896"/>
                </a:lnTo>
                <a:lnTo>
                  <a:pt x="58786" y="60446"/>
                </a:lnTo>
                <a:lnTo>
                  <a:pt x="48378" y="48521"/>
                </a:lnTo>
                <a:lnTo>
                  <a:pt x="49882" y="47225"/>
                </a:lnTo>
                <a:lnTo>
                  <a:pt x="49343" y="47747"/>
                </a:lnTo>
                <a:lnTo>
                  <a:pt x="51115" y="45864"/>
                </a:lnTo>
                <a:lnTo>
                  <a:pt x="50625" y="46434"/>
                </a:lnTo>
                <a:lnTo>
                  <a:pt x="52222" y="44394"/>
                </a:lnTo>
                <a:lnTo>
                  <a:pt x="51779" y="45026"/>
                </a:lnTo>
                <a:lnTo>
                  <a:pt x="53155" y="42844"/>
                </a:lnTo>
                <a:lnTo>
                  <a:pt x="52776" y="43524"/>
                </a:lnTo>
                <a:lnTo>
                  <a:pt x="53930" y="41215"/>
                </a:lnTo>
                <a:lnTo>
                  <a:pt x="53613" y="41942"/>
                </a:lnTo>
                <a:lnTo>
                  <a:pt x="54547" y="39507"/>
                </a:lnTo>
                <a:lnTo>
                  <a:pt x="54294" y="40266"/>
                </a:lnTo>
                <a:lnTo>
                  <a:pt x="54973" y="37735"/>
                </a:lnTo>
                <a:lnTo>
                  <a:pt x="54800" y="38542"/>
                </a:lnTo>
                <a:lnTo>
                  <a:pt x="55228" y="35901"/>
                </a:lnTo>
                <a:lnTo>
                  <a:pt x="55132" y="36723"/>
                </a:lnTo>
                <a:lnTo>
                  <a:pt x="55275" y="34019"/>
                </a:lnTo>
                <a:lnTo>
                  <a:pt x="55275" y="34857"/>
                </a:lnTo>
                <a:lnTo>
                  <a:pt x="55132" y="32137"/>
                </a:lnTo>
                <a:lnTo>
                  <a:pt x="55228" y="32959"/>
                </a:lnTo>
                <a:lnTo>
                  <a:pt x="54800" y="30334"/>
                </a:lnTo>
                <a:lnTo>
                  <a:pt x="54973" y="31140"/>
                </a:lnTo>
                <a:lnTo>
                  <a:pt x="54294" y="28594"/>
                </a:lnTo>
                <a:lnTo>
                  <a:pt x="54547" y="29369"/>
                </a:lnTo>
                <a:lnTo>
                  <a:pt x="53613" y="26934"/>
                </a:lnTo>
                <a:lnTo>
                  <a:pt x="53930" y="27661"/>
                </a:lnTo>
                <a:lnTo>
                  <a:pt x="52776" y="25352"/>
                </a:lnTo>
                <a:lnTo>
                  <a:pt x="53155" y="26032"/>
                </a:lnTo>
                <a:lnTo>
                  <a:pt x="51779" y="23834"/>
                </a:lnTo>
                <a:lnTo>
                  <a:pt x="52222" y="24466"/>
                </a:lnTo>
                <a:lnTo>
                  <a:pt x="50625" y="22426"/>
                </a:lnTo>
                <a:lnTo>
                  <a:pt x="51115" y="23011"/>
                </a:lnTo>
                <a:lnTo>
                  <a:pt x="49343" y="21129"/>
                </a:lnTo>
                <a:lnTo>
                  <a:pt x="49882" y="21651"/>
                </a:lnTo>
                <a:lnTo>
                  <a:pt x="47920" y="19927"/>
                </a:lnTo>
                <a:lnTo>
                  <a:pt x="48505" y="20402"/>
                </a:lnTo>
                <a:lnTo>
                  <a:pt x="47778" y="19880"/>
                </a:lnTo>
                <a:lnTo>
                  <a:pt x="56999" y="7022"/>
                </a:lnTo>
                <a:moveTo>
                  <a:pt x="40408" y="68496"/>
                </a:moveTo>
                <a:lnTo>
                  <a:pt x="39143" y="68686"/>
                </a:lnTo>
                <a:lnTo>
                  <a:pt x="35552" y="68860"/>
                </a:lnTo>
                <a:lnTo>
                  <a:pt x="31963" y="68686"/>
                </a:lnTo>
                <a:lnTo>
                  <a:pt x="28452" y="68180"/>
                </a:lnTo>
                <a:lnTo>
                  <a:pt x="25067" y="67342"/>
                </a:lnTo>
                <a:lnTo>
                  <a:pt x="21809" y="66203"/>
                </a:lnTo>
                <a:lnTo>
                  <a:pt x="18724" y="64764"/>
                </a:lnTo>
                <a:lnTo>
                  <a:pt x="15799" y="63056"/>
                </a:lnTo>
                <a:lnTo>
                  <a:pt x="13063" y="61095"/>
                </a:lnTo>
                <a:lnTo>
                  <a:pt x="10533" y="58896"/>
                </a:lnTo>
                <a:lnTo>
                  <a:pt x="8224" y="56461"/>
                </a:lnTo>
                <a:lnTo>
                  <a:pt x="6167" y="53820"/>
                </a:lnTo>
                <a:lnTo>
                  <a:pt x="4365" y="50973"/>
                </a:lnTo>
                <a:lnTo>
                  <a:pt x="2848" y="47952"/>
                </a:lnTo>
                <a:lnTo>
                  <a:pt x="1629" y="44757"/>
                </a:lnTo>
                <a:lnTo>
                  <a:pt x="744" y="41420"/>
                </a:lnTo>
                <a:lnTo>
                  <a:pt x="253" y="38384"/>
                </a:lnTo>
                <a:lnTo>
                  <a:pt x="15878" y="35901"/>
                </a:lnTo>
                <a:lnTo>
                  <a:pt x="16290" y="38542"/>
                </a:lnTo>
                <a:lnTo>
                  <a:pt x="16115" y="37735"/>
                </a:lnTo>
                <a:lnTo>
                  <a:pt x="16795" y="40266"/>
                </a:lnTo>
                <a:lnTo>
                  <a:pt x="16542" y="39507"/>
                </a:lnTo>
                <a:lnTo>
                  <a:pt x="17476" y="41942"/>
                </a:lnTo>
                <a:lnTo>
                  <a:pt x="17159" y="41215"/>
                </a:lnTo>
                <a:lnTo>
                  <a:pt x="18314" y="43524"/>
                </a:lnTo>
                <a:lnTo>
                  <a:pt x="17935" y="42844"/>
                </a:lnTo>
                <a:lnTo>
                  <a:pt x="19327" y="45026"/>
                </a:lnTo>
                <a:lnTo>
                  <a:pt x="18884" y="44394"/>
                </a:lnTo>
                <a:lnTo>
                  <a:pt x="20465" y="46434"/>
                </a:lnTo>
                <a:lnTo>
                  <a:pt x="19976" y="45864"/>
                </a:lnTo>
                <a:lnTo>
                  <a:pt x="21746" y="47747"/>
                </a:lnTo>
                <a:lnTo>
                  <a:pt x="21209" y="47225"/>
                </a:lnTo>
                <a:lnTo>
                  <a:pt x="23170" y="48933"/>
                </a:lnTo>
                <a:lnTo>
                  <a:pt x="22585" y="48474"/>
                </a:lnTo>
                <a:lnTo>
                  <a:pt x="24703" y="49992"/>
                </a:lnTo>
                <a:lnTo>
                  <a:pt x="24087" y="49581"/>
                </a:lnTo>
                <a:lnTo>
                  <a:pt x="26365" y="50909"/>
                </a:lnTo>
                <a:lnTo>
                  <a:pt x="25701" y="50577"/>
                </a:lnTo>
                <a:lnTo>
                  <a:pt x="28104" y="51684"/>
                </a:lnTo>
                <a:lnTo>
                  <a:pt x="27408" y="51400"/>
                </a:lnTo>
                <a:lnTo>
                  <a:pt x="29954" y="52301"/>
                </a:lnTo>
                <a:lnTo>
                  <a:pt x="29226" y="52080"/>
                </a:lnTo>
                <a:lnTo>
                  <a:pt x="31868" y="52728"/>
                </a:lnTo>
                <a:lnTo>
                  <a:pt x="31124" y="52586"/>
                </a:lnTo>
                <a:lnTo>
                  <a:pt x="33861" y="52981"/>
                </a:lnTo>
                <a:lnTo>
                  <a:pt x="33101" y="52918"/>
                </a:lnTo>
                <a:lnTo>
                  <a:pt x="35933" y="53045"/>
                </a:lnTo>
                <a:lnTo>
                  <a:pt x="35157" y="53045"/>
                </a:lnTo>
                <a:lnTo>
                  <a:pt x="37988" y="52918"/>
                </a:lnTo>
                <a:lnTo>
                  <a:pt x="37229" y="52981"/>
                </a:lnTo>
                <a:lnTo>
                  <a:pt x="38115" y="52855"/>
                </a:lnTo>
                <a:lnTo>
                  <a:pt x="40408" y="68496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52">
            <a:extLst xmlns:a="http://schemas.openxmlformats.org/drawingml/2006/main">
              <a:ext uri="{FF2B5EF4-FFF2-40B4-BE49-F238E27FC236}">
                <a16:creationId xmlns:a16="http://schemas.microsoft.com/office/drawing/2014/main" id="{54AB4AD7-241A-4117-9379-00DDAB11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206" y="1938244"/>
            <a:ext cx="55243" cy="53029"/>
          </a:xfrm>
          <a:custGeom xmlns:a="http://schemas.openxmlformats.org/drawingml/2006/main">
            <a:pathLst>
              <a:path w="55243" h="53029">
                <a:moveTo>
                  <a:pt x="806" y="26190"/>
                </a:moveTo>
                <a:cubicBezTo>
                  <a:pt x="0" y="11877"/>
                  <a:pt x="12368" y="0"/>
                  <a:pt x="27629" y="0"/>
                </a:cubicBezTo>
                <a:cubicBezTo>
                  <a:pt x="42875" y="0"/>
                  <a:pt x="55243" y="11877"/>
                  <a:pt x="55243" y="26522"/>
                </a:cubicBezTo>
                <a:cubicBezTo>
                  <a:pt x="55243" y="41167"/>
                  <a:pt x="42875" y="53029"/>
                  <a:pt x="27629" y="53029"/>
                </a:cubicBezTo>
                <a:cubicBezTo>
                  <a:pt x="12368" y="53029"/>
                  <a:pt x="0" y="41167"/>
                  <a:pt x="806" y="26190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53">
            <a:extLst xmlns:a="http://schemas.openxmlformats.org/drawingml/2006/main">
              <a:ext uri="{FF2B5EF4-FFF2-40B4-BE49-F238E27FC236}">
                <a16:creationId xmlns:a16="http://schemas.microsoft.com/office/drawing/2014/main" id="{54900B79-E39F-404C-BF69-7FEC8E92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282" y="1930337"/>
            <a:ext cx="71090" cy="68860"/>
          </a:xfrm>
          <a:custGeom xmlns:a="http://schemas.openxmlformats.org/drawingml/2006/main">
            <a:pathLst>
              <a:path w="71090" h="68860">
                <a:moveTo>
                  <a:pt x="158" y="37545"/>
                </a:moveTo>
                <a:lnTo>
                  <a:pt x="0" y="34430"/>
                </a:lnTo>
                <a:lnTo>
                  <a:pt x="191" y="30887"/>
                </a:lnTo>
                <a:lnTo>
                  <a:pt x="728" y="27440"/>
                </a:lnTo>
                <a:lnTo>
                  <a:pt x="1629" y="24103"/>
                </a:lnTo>
                <a:lnTo>
                  <a:pt x="2846" y="20908"/>
                </a:lnTo>
                <a:lnTo>
                  <a:pt x="4365" y="17887"/>
                </a:lnTo>
                <a:lnTo>
                  <a:pt x="6168" y="15040"/>
                </a:lnTo>
                <a:lnTo>
                  <a:pt x="8224" y="12399"/>
                </a:lnTo>
                <a:lnTo>
                  <a:pt x="10533" y="9963"/>
                </a:lnTo>
                <a:lnTo>
                  <a:pt x="13063" y="7765"/>
                </a:lnTo>
                <a:lnTo>
                  <a:pt x="15800" y="5804"/>
                </a:lnTo>
                <a:lnTo>
                  <a:pt x="18726" y="4096"/>
                </a:lnTo>
                <a:lnTo>
                  <a:pt x="21810" y="2657"/>
                </a:lnTo>
                <a:lnTo>
                  <a:pt x="25068" y="1518"/>
                </a:lnTo>
                <a:lnTo>
                  <a:pt x="28452" y="680"/>
                </a:lnTo>
                <a:lnTo>
                  <a:pt x="31947" y="174"/>
                </a:lnTo>
                <a:lnTo>
                  <a:pt x="35552" y="0"/>
                </a:lnTo>
                <a:lnTo>
                  <a:pt x="38147" y="126"/>
                </a:lnTo>
                <a:lnTo>
                  <a:pt x="37372" y="15910"/>
                </a:lnTo>
                <a:lnTo>
                  <a:pt x="35158" y="15815"/>
                </a:lnTo>
                <a:lnTo>
                  <a:pt x="35933" y="15815"/>
                </a:lnTo>
                <a:lnTo>
                  <a:pt x="33101" y="15942"/>
                </a:lnTo>
                <a:lnTo>
                  <a:pt x="33861" y="15878"/>
                </a:lnTo>
                <a:lnTo>
                  <a:pt x="31125" y="16274"/>
                </a:lnTo>
                <a:lnTo>
                  <a:pt x="31868" y="16132"/>
                </a:lnTo>
                <a:lnTo>
                  <a:pt x="29227" y="16780"/>
                </a:lnTo>
                <a:lnTo>
                  <a:pt x="29954" y="16558"/>
                </a:lnTo>
                <a:lnTo>
                  <a:pt x="27409" y="17460"/>
                </a:lnTo>
                <a:lnTo>
                  <a:pt x="28104" y="17175"/>
                </a:lnTo>
                <a:lnTo>
                  <a:pt x="25700" y="18282"/>
                </a:lnTo>
                <a:lnTo>
                  <a:pt x="26365" y="17950"/>
                </a:lnTo>
                <a:lnTo>
                  <a:pt x="24087" y="19279"/>
                </a:lnTo>
                <a:lnTo>
                  <a:pt x="24704" y="18867"/>
                </a:lnTo>
                <a:lnTo>
                  <a:pt x="22585" y="20386"/>
                </a:lnTo>
                <a:lnTo>
                  <a:pt x="23170" y="19927"/>
                </a:lnTo>
                <a:lnTo>
                  <a:pt x="21208" y="21635"/>
                </a:lnTo>
                <a:lnTo>
                  <a:pt x="21746" y="21113"/>
                </a:lnTo>
                <a:lnTo>
                  <a:pt x="19974" y="22995"/>
                </a:lnTo>
                <a:lnTo>
                  <a:pt x="20465" y="22426"/>
                </a:lnTo>
                <a:lnTo>
                  <a:pt x="18867" y="24466"/>
                </a:lnTo>
                <a:lnTo>
                  <a:pt x="19327" y="23833"/>
                </a:lnTo>
                <a:lnTo>
                  <a:pt x="17935" y="26016"/>
                </a:lnTo>
                <a:lnTo>
                  <a:pt x="18314" y="25336"/>
                </a:lnTo>
                <a:lnTo>
                  <a:pt x="17161" y="27645"/>
                </a:lnTo>
                <a:lnTo>
                  <a:pt x="17476" y="26918"/>
                </a:lnTo>
                <a:lnTo>
                  <a:pt x="16543" y="29353"/>
                </a:lnTo>
                <a:lnTo>
                  <a:pt x="16797" y="28594"/>
                </a:lnTo>
                <a:lnTo>
                  <a:pt x="16115" y="31124"/>
                </a:lnTo>
                <a:lnTo>
                  <a:pt x="16291" y="30318"/>
                </a:lnTo>
                <a:lnTo>
                  <a:pt x="15879" y="32959"/>
                </a:lnTo>
                <a:lnTo>
                  <a:pt x="15958" y="32136"/>
                </a:lnTo>
                <a:lnTo>
                  <a:pt x="15815" y="34841"/>
                </a:lnTo>
                <a:lnTo>
                  <a:pt x="15815" y="34003"/>
                </a:lnTo>
                <a:lnTo>
                  <a:pt x="15958" y="36723"/>
                </a:lnTo>
                <a:lnTo>
                  <a:pt x="158" y="37545"/>
                </a:lnTo>
                <a:moveTo>
                  <a:pt x="56999" y="7022"/>
                </a:moveTo>
                <a:lnTo>
                  <a:pt x="58027" y="7765"/>
                </a:lnTo>
                <a:lnTo>
                  <a:pt x="60557" y="9963"/>
                </a:lnTo>
                <a:lnTo>
                  <a:pt x="62867" y="12399"/>
                </a:lnTo>
                <a:lnTo>
                  <a:pt x="64922" y="15040"/>
                </a:lnTo>
                <a:lnTo>
                  <a:pt x="66725" y="17887"/>
                </a:lnTo>
                <a:lnTo>
                  <a:pt x="68244" y="20908"/>
                </a:lnTo>
                <a:lnTo>
                  <a:pt x="69461" y="24103"/>
                </a:lnTo>
                <a:lnTo>
                  <a:pt x="70363" y="27440"/>
                </a:lnTo>
                <a:lnTo>
                  <a:pt x="70900" y="30887"/>
                </a:lnTo>
                <a:lnTo>
                  <a:pt x="71090" y="34430"/>
                </a:lnTo>
                <a:lnTo>
                  <a:pt x="70900" y="37972"/>
                </a:lnTo>
                <a:lnTo>
                  <a:pt x="70363" y="41420"/>
                </a:lnTo>
                <a:lnTo>
                  <a:pt x="69461" y="44741"/>
                </a:lnTo>
                <a:lnTo>
                  <a:pt x="68244" y="47936"/>
                </a:lnTo>
                <a:lnTo>
                  <a:pt x="66725" y="50957"/>
                </a:lnTo>
                <a:lnTo>
                  <a:pt x="64922" y="53804"/>
                </a:lnTo>
                <a:lnTo>
                  <a:pt x="62867" y="56445"/>
                </a:lnTo>
                <a:lnTo>
                  <a:pt x="60557" y="58880"/>
                </a:lnTo>
                <a:lnTo>
                  <a:pt x="58785" y="60430"/>
                </a:lnTo>
                <a:lnTo>
                  <a:pt x="48380" y="48521"/>
                </a:lnTo>
                <a:lnTo>
                  <a:pt x="49882" y="47209"/>
                </a:lnTo>
                <a:lnTo>
                  <a:pt x="49343" y="47731"/>
                </a:lnTo>
                <a:lnTo>
                  <a:pt x="51115" y="45848"/>
                </a:lnTo>
                <a:lnTo>
                  <a:pt x="50625" y="46434"/>
                </a:lnTo>
                <a:lnTo>
                  <a:pt x="52222" y="44394"/>
                </a:lnTo>
                <a:lnTo>
                  <a:pt x="51779" y="45026"/>
                </a:lnTo>
                <a:lnTo>
                  <a:pt x="53156" y="42828"/>
                </a:lnTo>
                <a:lnTo>
                  <a:pt x="52776" y="43508"/>
                </a:lnTo>
                <a:lnTo>
                  <a:pt x="53930" y="41199"/>
                </a:lnTo>
                <a:lnTo>
                  <a:pt x="53614" y="41926"/>
                </a:lnTo>
                <a:lnTo>
                  <a:pt x="54548" y="39491"/>
                </a:lnTo>
                <a:lnTo>
                  <a:pt x="54294" y="40266"/>
                </a:lnTo>
                <a:lnTo>
                  <a:pt x="54975" y="37719"/>
                </a:lnTo>
                <a:lnTo>
                  <a:pt x="54800" y="38526"/>
                </a:lnTo>
                <a:lnTo>
                  <a:pt x="55227" y="35901"/>
                </a:lnTo>
                <a:lnTo>
                  <a:pt x="55133" y="36723"/>
                </a:lnTo>
                <a:lnTo>
                  <a:pt x="55275" y="34003"/>
                </a:lnTo>
                <a:lnTo>
                  <a:pt x="55275" y="34841"/>
                </a:lnTo>
                <a:lnTo>
                  <a:pt x="55133" y="32136"/>
                </a:lnTo>
                <a:lnTo>
                  <a:pt x="55227" y="32959"/>
                </a:lnTo>
                <a:lnTo>
                  <a:pt x="54800" y="30318"/>
                </a:lnTo>
                <a:lnTo>
                  <a:pt x="54975" y="31124"/>
                </a:lnTo>
                <a:lnTo>
                  <a:pt x="54294" y="28594"/>
                </a:lnTo>
                <a:lnTo>
                  <a:pt x="54548" y="29353"/>
                </a:lnTo>
                <a:lnTo>
                  <a:pt x="53614" y="26918"/>
                </a:lnTo>
                <a:lnTo>
                  <a:pt x="53930" y="27645"/>
                </a:lnTo>
                <a:lnTo>
                  <a:pt x="52776" y="25336"/>
                </a:lnTo>
                <a:lnTo>
                  <a:pt x="53156" y="26016"/>
                </a:lnTo>
                <a:lnTo>
                  <a:pt x="51779" y="23833"/>
                </a:lnTo>
                <a:lnTo>
                  <a:pt x="52222" y="24466"/>
                </a:lnTo>
                <a:lnTo>
                  <a:pt x="50625" y="22426"/>
                </a:lnTo>
                <a:lnTo>
                  <a:pt x="51115" y="22995"/>
                </a:lnTo>
                <a:lnTo>
                  <a:pt x="49343" y="21113"/>
                </a:lnTo>
                <a:lnTo>
                  <a:pt x="49882" y="21635"/>
                </a:lnTo>
                <a:lnTo>
                  <a:pt x="47921" y="19927"/>
                </a:lnTo>
                <a:lnTo>
                  <a:pt x="48506" y="20386"/>
                </a:lnTo>
                <a:lnTo>
                  <a:pt x="47778" y="19864"/>
                </a:lnTo>
                <a:lnTo>
                  <a:pt x="56999" y="7022"/>
                </a:lnTo>
                <a:moveTo>
                  <a:pt x="40408" y="68496"/>
                </a:moveTo>
                <a:lnTo>
                  <a:pt x="39144" y="68686"/>
                </a:lnTo>
                <a:lnTo>
                  <a:pt x="35552" y="68860"/>
                </a:lnTo>
                <a:lnTo>
                  <a:pt x="31947" y="68686"/>
                </a:lnTo>
                <a:lnTo>
                  <a:pt x="28452" y="68164"/>
                </a:lnTo>
                <a:lnTo>
                  <a:pt x="25068" y="67326"/>
                </a:lnTo>
                <a:lnTo>
                  <a:pt x="21810" y="66187"/>
                </a:lnTo>
                <a:lnTo>
                  <a:pt x="18726" y="64763"/>
                </a:lnTo>
                <a:lnTo>
                  <a:pt x="15800" y="63055"/>
                </a:lnTo>
                <a:lnTo>
                  <a:pt x="13063" y="61095"/>
                </a:lnTo>
                <a:lnTo>
                  <a:pt x="10533" y="58880"/>
                </a:lnTo>
                <a:lnTo>
                  <a:pt x="8224" y="56445"/>
                </a:lnTo>
                <a:lnTo>
                  <a:pt x="6168" y="53804"/>
                </a:lnTo>
                <a:lnTo>
                  <a:pt x="4365" y="50957"/>
                </a:lnTo>
                <a:lnTo>
                  <a:pt x="2846" y="47936"/>
                </a:lnTo>
                <a:lnTo>
                  <a:pt x="1629" y="44741"/>
                </a:lnTo>
                <a:lnTo>
                  <a:pt x="728" y="41420"/>
                </a:lnTo>
                <a:lnTo>
                  <a:pt x="253" y="38384"/>
                </a:lnTo>
                <a:lnTo>
                  <a:pt x="15879" y="35901"/>
                </a:lnTo>
                <a:lnTo>
                  <a:pt x="16291" y="38526"/>
                </a:lnTo>
                <a:lnTo>
                  <a:pt x="16115" y="37719"/>
                </a:lnTo>
                <a:lnTo>
                  <a:pt x="16797" y="40266"/>
                </a:lnTo>
                <a:lnTo>
                  <a:pt x="16543" y="39491"/>
                </a:lnTo>
                <a:lnTo>
                  <a:pt x="17476" y="41926"/>
                </a:lnTo>
                <a:lnTo>
                  <a:pt x="17161" y="41199"/>
                </a:lnTo>
                <a:lnTo>
                  <a:pt x="18314" y="43508"/>
                </a:lnTo>
                <a:lnTo>
                  <a:pt x="17935" y="42828"/>
                </a:lnTo>
                <a:lnTo>
                  <a:pt x="19327" y="45026"/>
                </a:lnTo>
                <a:lnTo>
                  <a:pt x="18867" y="44394"/>
                </a:lnTo>
                <a:lnTo>
                  <a:pt x="20465" y="46434"/>
                </a:lnTo>
                <a:lnTo>
                  <a:pt x="19974" y="45848"/>
                </a:lnTo>
                <a:lnTo>
                  <a:pt x="21746" y="47731"/>
                </a:lnTo>
                <a:lnTo>
                  <a:pt x="21208" y="47209"/>
                </a:lnTo>
                <a:lnTo>
                  <a:pt x="23170" y="48917"/>
                </a:lnTo>
                <a:lnTo>
                  <a:pt x="22585" y="48458"/>
                </a:lnTo>
                <a:lnTo>
                  <a:pt x="24704" y="49992"/>
                </a:lnTo>
                <a:lnTo>
                  <a:pt x="24087" y="49581"/>
                </a:lnTo>
                <a:lnTo>
                  <a:pt x="26365" y="50909"/>
                </a:lnTo>
                <a:lnTo>
                  <a:pt x="25700" y="50561"/>
                </a:lnTo>
                <a:lnTo>
                  <a:pt x="28104" y="51684"/>
                </a:lnTo>
                <a:lnTo>
                  <a:pt x="27409" y="51400"/>
                </a:lnTo>
                <a:lnTo>
                  <a:pt x="29954" y="52285"/>
                </a:lnTo>
                <a:lnTo>
                  <a:pt x="29227" y="52064"/>
                </a:lnTo>
                <a:lnTo>
                  <a:pt x="31868" y="52728"/>
                </a:lnTo>
                <a:lnTo>
                  <a:pt x="31125" y="52570"/>
                </a:lnTo>
                <a:lnTo>
                  <a:pt x="33861" y="52981"/>
                </a:lnTo>
                <a:lnTo>
                  <a:pt x="33101" y="52902"/>
                </a:lnTo>
                <a:lnTo>
                  <a:pt x="35933" y="53044"/>
                </a:lnTo>
                <a:lnTo>
                  <a:pt x="35158" y="53044"/>
                </a:lnTo>
                <a:lnTo>
                  <a:pt x="37990" y="52902"/>
                </a:lnTo>
                <a:lnTo>
                  <a:pt x="37229" y="52981"/>
                </a:lnTo>
                <a:lnTo>
                  <a:pt x="38115" y="52839"/>
                </a:lnTo>
                <a:lnTo>
                  <a:pt x="40408" y="68496"/>
                </a:lnTo>
              </a:path>
            </a:pathLst>
          </a:custGeom>
          <a:solidFill xmlns:a="http://schemas.openxmlformats.org/drawingml/2006/main">
            <a:srgbClr val="B68C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54">
            <a:extLst xmlns:a="http://schemas.openxmlformats.org/drawingml/2006/main">
              <a:ext uri="{FF2B5EF4-FFF2-40B4-BE49-F238E27FC236}">
                <a16:creationId xmlns:a16="http://schemas.microsoft.com/office/drawing/2014/main" id="{5411CDB5-08F6-4833-9BE7-237A79CA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932" y="1713461"/>
            <a:ext cx="55258" cy="53029"/>
          </a:xfrm>
          <a:custGeom xmlns:a="http://schemas.openxmlformats.org/drawingml/2006/main">
            <a:pathLst>
              <a:path w="55258" h="53029">
                <a:moveTo>
                  <a:pt x="901" y="27028"/>
                </a:moveTo>
                <a:cubicBezTo>
                  <a:pt x="0" y="11861"/>
                  <a:pt x="12368" y="0"/>
                  <a:pt x="27629" y="0"/>
                </a:cubicBezTo>
                <a:cubicBezTo>
                  <a:pt x="42892" y="0"/>
                  <a:pt x="55258" y="11861"/>
                  <a:pt x="55258" y="26506"/>
                </a:cubicBezTo>
                <a:cubicBezTo>
                  <a:pt x="55258" y="41151"/>
                  <a:pt x="42892" y="53029"/>
                  <a:pt x="27629" y="53029"/>
                </a:cubicBezTo>
                <a:cubicBezTo>
                  <a:pt x="12368" y="53029"/>
                  <a:pt x="0" y="41151"/>
                  <a:pt x="901" y="27028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55">
            <a:extLst xmlns:a="http://schemas.openxmlformats.org/drawingml/2006/main">
              <a:ext uri="{FF2B5EF4-FFF2-40B4-BE49-F238E27FC236}">
                <a16:creationId xmlns:a16="http://schemas.microsoft.com/office/drawing/2014/main" id="{27741EAC-416E-4D28-9E6C-F72FD8AE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024" y="1705538"/>
            <a:ext cx="71090" cy="68860"/>
          </a:xfrm>
          <a:custGeom xmlns:a="http://schemas.openxmlformats.org/drawingml/2006/main">
            <a:pathLst>
              <a:path w="71090" h="68860">
                <a:moveTo>
                  <a:pt x="158" y="37562"/>
                </a:moveTo>
                <a:lnTo>
                  <a:pt x="0" y="34430"/>
                </a:lnTo>
                <a:lnTo>
                  <a:pt x="190" y="30887"/>
                </a:lnTo>
                <a:lnTo>
                  <a:pt x="728" y="27440"/>
                </a:lnTo>
                <a:lnTo>
                  <a:pt x="1629" y="24103"/>
                </a:lnTo>
                <a:lnTo>
                  <a:pt x="2831" y="20924"/>
                </a:lnTo>
                <a:lnTo>
                  <a:pt x="4350" y="17903"/>
                </a:lnTo>
                <a:lnTo>
                  <a:pt x="6152" y="15056"/>
                </a:lnTo>
                <a:lnTo>
                  <a:pt x="8224" y="12415"/>
                </a:lnTo>
                <a:lnTo>
                  <a:pt x="10518" y="9980"/>
                </a:lnTo>
                <a:lnTo>
                  <a:pt x="13047" y="7766"/>
                </a:lnTo>
                <a:lnTo>
                  <a:pt x="15784" y="5804"/>
                </a:lnTo>
                <a:lnTo>
                  <a:pt x="18709" y="4096"/>
                </a:lnTo>
                <a:lnTo>
                  <a:pt x="21809" y="2673"/>
                </a:lnTo>
                <a:lnTo>
                  <a:pt x="25067" y="1519"/>
                </a:lnTo>
                <a:lnTo>
                  <a:pt x="28452" y="696"/>
                </a:lnTo>
                <a:lnTo>
                  <a:pt x="31947" y="174"/>
                </a:lnTo>
                <a:lnTo>
                  <a:pt x="35536" y="0"/>
                </a:lnTo>
                <a:lnTo>
                  <a:pt x="38130" y="127"/>
                </a:lnTo>
                <a:lnTo>
                  <a:pt x="37372" y="15926"/>
                </a:lnTo>
                <a:lnTo>
                  <a:pt x="35157" y="15815"/>
                </a:lnTo>
                <a:lnTo>
                  <a:pt x="35918" y="15815"/>
                </a:lnTo>
                <a:lnTo>
                  <a:pt x="33101" y="15958"/>
                </a:lnTo>
                <a:lnTo>
                  <a:pt x="33861" y="15879"/>
                </a:lnTo>
                <a:lnTo>
                  <a:pt x="31125" y="16290"/>
                </a:lnTo>
                <a:lnTo>
                  <a:pt x="31868" y="16132"/>
                </a:lnTo>
                <a:lnTo>
                  <a:pt x="29226" y="16796"/>
                </a:lnTo>
                <a:lnTo>
                  <a:pt x="29938" y="16575"/>
                </a:lnTo>
                <a:lnTo>
                  <a:pt x="27408" y="17460"/>
                </a:lnTo>
                <a:lnTo>
                  <a:pt x="28104" y="17176"/>
                </a:lnTo>
                <a:lnTo>
                  <a:pt x="25684" y="18298"/>
                </a:lnTo>
                <a:lnTo>
                  <a:pt x="26348" y="17951"/>
                </a:lnTo>
                <a:lnTo>
                  <a:pt x="24071" y="19279"/>
                </a:lnTo>
                <a:lnTo>
                  <a:pt x="24703" y="18868"/>
                </a:lnTo>
                <a:lnTo>
                  <a:pt x="22585" y="20402"/>
                </a:lnTo>
                <a:lnTo>
                  <a:pt x="23170" y="19927"/>
                </a:lnTo>
                <a:lnTo>
                  <a:pt x="21208" y="21651"/>
                </a:lnTo>
                <a:lnTo>
                  <a:pt x="21746" y="21130"/>
                </a:lnTo>
                <a:lnTo>
                  <a:pt x="19959" y="23011"/>
                </a:lnTo>
                <a:lnTo>
                  <a:pt x="20465" y="22426"/>
                </a:lnTo>
                <a:lnTo>
                  <a:pt x="18869" y="24467"/>
                </a:lnTo>
                <a:lnTo>
                  <a:pt x="19310" y="23834"/>
                </a:lnTo>
                <a:lnTo>
                  <a:pt x="17935" y="26032"/>
                </a:lnTo>
                <a:lnTo>
                  <a:pt x="18314" y="25336"/>
                </a:lnTo>
                <a:lnTo>
                  <a:pt x="17159" y="27661"/>
                </a:lnTo>
                <a:lnTo>
                  <a:pt x="17476" y="26934"/>
                </a:lnTo>
                <a:lnTo>
                  <a:pt x="16543" y="29369"/>
                </a:lnTo>
                <a:lnTo>
                  <a:pt x="16795" y="28594"/>
                </a:lnTo>
                <a:lnTo>
                  <a:pt x="16116" y="31141"/>
                </a:lnTo>
                <a:lnTo>
                  <a:pt x="16290" y="30334"/>
                </a:lnTo>
                <a:lnTo>
                  <a:pt x="15863" y="32959"/>
                </a:lnTo>
                <a:lnTo>
                  <a:pt x="15958" y="32137"/>
                </a:lnTo>
                <a:lnTo>
                  <a:pt x="15815" y="34841"/>
                </a:lnTo>
                <a:lnTo>
                  <a:pt x="15815" y="34019"/>
                </a:lnTo>
                <a:lnTo>
                  <a:pt x="15958" y="36723"/>
                </a:lnTo>
                <a:lnTo>
                  <a:pt x="158" y="37562"/>
                </a:lnTo>
                <a:moveTo>
                  <a:pt x="56998" y="7022"/>
                </a:moveTo>
                <a:lnTo>
                  <a:pt x="58026" y="7766"/>
                </a:lnTo>
                <a:lnTo>
                  <a:pt x="60557" y="9980"/>
                </a:lnTo>
                <a:lnTo>
                  <a:pt x="62866" y="12415"/>
                </a:lnTo>
                <a:lnTo>
                  <a:pt x="64922" y="15056"/>
                </a:lnTo>
                <a:lnTo>
                  <a:pt x="66725" y="17903"/>
                </a:lnTo>
                <a:lnTo>
                  <a:pt x="68244" y="20924"/>
                </a:lnTo>
                <a:lnTo>
                  <a:pt x="69461" y="24103"/>
                </a:lnTo>
                <a:lnTo>
                  <a:pt x="70347" y="27440"/>
                </a:lnTo>
                <a:lnTo>
                  <a:pt x="70900" y="30887"/>
                </a:lnTo>
                <a:lnTo>
                  <a:pt x="71090" y="34430"/>
                </a:lnTo>
                <a:lnTo>
                  <a:pt x="70900" y="37973"/>
                </a:lnTo>
                <a:lnTo>
                  <a:pt x="70347" y="41420"/>
                </a:lnTo>
                <a:lnTo>
                  <a:pt x="69461" y="44757"/>
                </a:lnTo>
                <a:lnTo>
                  <a:pt x="68244" y="47936"/>
                </a:lnTo>
                <a:lnTo>
                  <a:pt x="66725" y="50973"/>
                </a:lnTo>
                <a:lnTo>
                  <a:pt x="64922" y="53820"/>
                </a:lnTo>
                <a:lnTo>
                  <a:pt x="62866" y="56461"/>
                </a:lnTo>
                <a:lnTo>
                  <a:pt x="60557" y="58896"/>
                </a:lnTo>
                <a:lnTo>
                  <a:pt x="58770" y="60446"/>
                </a:lnTo>
                <a:lnTo>
                  <a:pt x="48378" y="48521"/>
                </a:lnTo>
                <a:lnTo>
                  <a:pt x="49882" y="47225"/>
                </a:lnTo>
                <a:lnTo>
                  <a:pt x="49328" y="47747"/>
                </a:lnTo>
                <a:lnTo>
                  <a:pt x="51115" y="45865"/>
                </a:lnTo>
                <a:lnTo>
                  <a:pt x="50625" y="46434"/>
                </a:lnTo>
                <a:lnTo>
                  <a:pt x="52206" y="44394"/>
                </a:lnTo>
                <a:lnTo>
                  <a:pt x="51763" y="45026"/>
                </a:lnTo>
                <a:lnTo>
                  <a:pt x="53155" y="42844"/>
                </a:lnTo>
                <a:lnTo>
                  <a:pt x="52761" y="43524"/>
                </a:lnTo>
                <a:lnTo>
                  <a:pt x="53930" y="41199"/>
                </a:lnTo>
                <a:lnTo>
                  <a:pt x="53614" y="41942"/>
                </a:lnTo>
                <a:lnTo>
                  <a:pt x="54532" y="39507"/>
                </a:lnTo>
                <a:lnTo>
                  <a:pt x="54294" y="40266"/>
                </a:lnTo>
                <a:lnTo>
                  <a:pt x="54973" y="37735"/>
                </a:lnTo>
                <a:lnTo>
                  <a:pt x="54800" y="38542"/>
                </a:lnTo>
                <a:lnTo>
                  <a:pt x="55212" y="35901"/>
                </a:lnTo>
                <a:lnTo>
                  <a:pt x="55133" y="36723"/>
                </a:lnTo>
                <a:lnTo>
                  <a:pt x="55275" y="34019"/>
                </a:lnTo>
                <a:lnTo>
                  <a:pt x="55275" y="34841"/>
                </a:lnTo>
                <a:lnTo>
                  <a:pt x="55133" y="32137"/>
                </a:lnTo>
                <a:lnTo>
                  <a:pt x="55212" y="32959"/>
                </a:lnTo>
                <a:lnTo>
                  <a:pt x="54800" y="30334"/>
                </a:lnTo>
                <a:lnTo>
                  <a:pt x="54973" y="31141"/>
                </a:lnTo>
                <a:lnTo>
                  <a:pt x="54294" y="28594"/>
                </a:lnTo>
                <a:lnTo>
                  <a:pt x="54532" y="29369"/>
                </a:lnTo>
                <a:lnTo>
                  <a:pt x="53614" y="26934"/>
                </a:lnTo>
                <a:lnTo>
                  <a:pt x="53930" y="27661"/>
                </a:lnTo>
                <a:lnTo>
                  <a:pt x="52761" y="25336"/>
                </a:lnTo>
                <a:lnTo>
                  <a:pt x="53155" y="26032"/>
                </a:lnTo>
                <a:lnTo>
                  <a:pt x="51763" y="23834"/>
                </a:lnTo>
                <a:lnTo>
                  <a:pt x="52206" y="24467"/>
                </a:lnTo>
                <a:lnTo>
                  <a:pt x="50625" y="22426"/>
                </a:lnTo>
                <a:lnTo>
                  <a:pt x="51115" y="23011"/>
                </a:lnTo>
                <a:lnTo>
                  <a:pt x="49328" y="21130"/>
                </a:lnTo>
                <a:lnTo>
                  <a:pt x="49882" y="21651"/>
                </a:lnTo>
                <a:lnTo>
                  <a:pt x="47920" y="19927"/>
                </a:lnTo>
                <a:lnTo>
                  <a:pt x="48505" y="20402"/>
                </a:lnTo>
                <a:lnTo>
                  <a:pt x="47778" y="19880"/>
                </a:lnTo>
                <a:lnTo>
                  <a:pt x="56998" y="7022"/>
                </a:lnTo>
                <a:moveTo>
                  <a:pt x="40408" y="68496"/>
                </a:moveTo>
                <a:lnTo>
                  <a:pt x="39128" y="68686"/>
                </a:lnTo>
                <a:lnTo>
                  <a:pt x="35536" y="68860"/>
                </a:lnTo>
                <a:lnTo>
                  <a:pt x="31947" y="68686"/>
                </a:lnTo>
                <a:lnTo>
                  <a:pt x="28452" y="68180"/>
                </a:lnTo>
                <a:lnTo>
                  <a:pt x="25067" y="67342"/>
                </a:lnTo>
                <a:lnTo>
                  <a:pt x="21809" y="66203"/>
                </a:lnTo>
                <a:lnTo>
                  <a:pt x="18709" y="64764"/>
                </a:lnTo>
                <a:lnTo>
                  <a:pt x="15784" y="63056"/>
                </a:lnTo>
                <a:lnTo>
                  <a:pt x="13047" y="61095"/>
                </a:lnTo>
                <a:lnTo>
                  <a:pt x="10518" y="58896"/>
                </a:lnTo>
                <a:lnTo>
                  <a:pt x="8224" y="56461"/>
                </a:lnTo>
                <a:lnTo>
                  <a:pt x="6152" y="53820"/>
                </a:lnTo>
                <a:lnTo>
                  <a:pt x="4350" y="50973"/>
                </a:lnTo>
                <a:lnTo>
                  <a:pt x="2831" y="47936"/>
                </a:lnTo>
                <a:lnTo>
                  <a:pt x="1629" y="44757"/>
                </a:lnTo>
                <a:lnTo>
                  <a:pt x="728" y="41420"/>
                </a:lnTo>
                <a:lnTo>
                  <a:pt x="253" y="38384"/>
                </a:lnTo>
                <a:lnTo>
                  <a:pt x="15863" y="35901"/>
                </a:lnTo>
                <a:lnTo>
                  <a:pt x="16290" y="38542"/>
                </a:lnTo>
                <a:lnTo>
                  <a:pt x="16116" y="37735"/>
                </a:lnTo>
                <a:lnTo>
                  <a:pt x="16795" y="40266"/>
                </a:lnTo>
                <a:lnTo>
                  <a:pt x="16543" y="39507"/>
                </a:lnTo>
                <a:lnTo>
                  <a:pt x="17476" y="41942"/>
                </a:lnTo>
                <a:lnTo>
                  <a:pt x="17159" y="41199"/>
                </a:lnTo>
                <a:lnTo>
                  <a:pt x="18314" y="43524"/>
                </a:lnTo>
                <a:lnTo>
                  <a:pt x="17935" y="42844"/>
                </a:lnTo>
                <a:lnTo>
                  <a:pt x="19310" y="45026"/>
                </a:lnTo>
                <a:lnTo>
                  <a:pt x="18869" y="44394"/>
                </a:lnTo>
                <a:lnTo>
                  <a:pt x="20465" y="46434"/>
                </a:lnTo>
                <a:lnTo>
                  <a:pt x="19959" y="45865"/>
                </a:lnTo>
                <a:lnTo>
                  <a:pt x="21746" y="47747"/>
                </a:lnTo>
                <a:lnTo>
                  <a:pt x="21208" y="47225"/>
                </a:lnTo>
                <a:lnTo>
                  <a:pt x="23170" y="48932"/>
                </a:lnTo>
                <a:lnTo>
                  <a:pt x="22585" y="48474"/>
                </a:lnTo>
                <a:lnTo>
                  <a:pt x="24703" y="49992"/>
                </a:lnTo>
                <a:lnTo>
                  <a:pt x="24071" y="49581"/>
                </a:lnTo>
                <a:lnTo>
                  <a:pt x="26348" y="50910"/>
                </a:lnTo>
                <a:lnTo>
                  <a:pt x="25684" y="50562"/>
                </a:lnTo>
                <a:lnTo>
                  <a:pt x="28104" y="51685"/>
                </a:lnTo>
                <a:lnTo>
                  <a:pt x="27408" y="51400"/>
                </a:lnTo>
                <a:lnTo>
                  <a:pt x="29938" y="52286"/>
                </a:lnTo>
                <a:lnTo>
                  <a:pt x="29226" y="52080"/>
                </a:lnTo>
                <a:lnTo>
                  <a:pt x="31868" y="52728"/>
                </a:lnTo>
                <a:lnTo>
                  <a:pt x="31125" y="52586"/>
                </a:lnTo>
                <a:lnTo>
                  <a:pt x="33861" y="52981"/>
                </a:lnTo>
                <a:lnTo>
                  <a:pt x="33101" y="52918"/>
                </a:lnTo>
                <a:lnTo>
                  <a:pt x="35918" y="53045"/>
                </a:lnTo>
                <a:lnTo>
                  <a:pt x="35157" y="53045"/>
                </a:lnTo>
                <a:lnTo>
                  <a:pt x="37988" y="52918"/>
                </a:lnTo>
                <a:lnTo>
                  <a:pt x="37214" y="52981"/>
                </a:lnTo>
                <a:lnTo>
                  <a:pt x="38115" y="52855"/>
                </a:lnTo>
                <a:lnTo>
                  <a:pt x="40408" y="68496"/>
                </a:lnTo>
              </a:path>
            </a:pathLst>
          </a:custGeom>
          <a:solidFill xmlns:a="http://schemas.openxmlformats.org/drawingml/2006/main">
            <a:srgbClr val="B68C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56">
            <a:extLst xmlns:a="http://schemas.openxmlformats.org/drawingml/2006/main">
              <a:ext uri="{FF2B5EF4-FFF2-40B4-BE49-F238E27FC236}">
                <a16:creationId xmlns:a16="http://schemas.microsoft.com/office/drawing/2014/main" id="{7379564A-B99C-4ACB-A802-0641BE2E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350" y="1602849"/>
            <a:ext cx="55765" cy="53029"/>
          </a:xfrm>
          <a:custGeom xmlns:a="http://schemas.openxmlformats.org/drawingml/2006/main">
            <a:pathLst>
              <a:path w="55765" h="53029">
                <a:moveTo>
                  <a:pt x="0" y="25668"/>
                </a:moveTo>
                <a:cubicBezTo>
                  <a:pt x="506" y="11877"/>
                  <a:pt x="12875" y="0"/>
                  <a:pt x="28135" y="0"/>
                </a:cubicBezTo>
                <a:cubicBezTo>
                  <a:pt x="43399" y="0"/>
                  <a:pt x="55765" y="11877"/>
                  <a:pt x="55765" y="26523"/>
                </a:cubicBezTo>
                <a:cubicBezTo>
                  <a:pt x="55765" y="41152"/>
                  <a:pt x="43399" y="53029"/>
                  <a:pt x="28135" y="53029"/>
                </a:cubicBezTo>
                <a:cubicBezTo>
                  <a:pt x="12875" y="53029"/>
                  <a:pt x="506" y="41152"/>
                  <a:pt x="0" y="25668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57">
            <a:extLst xmlns:a="http://schemas.openxmlformats.org/drawingml/2006/main">
              <a:ext uri="{FF2B5EF4-FFF2-40B4-BE49-F238E27FC236}">
                <a16:creationId xmlns:a16="http://schemas.microsoft.com/office/drawing/2014/main" id="{714803F0-C3A2-4DC3-8FC4-878F34E4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933" y="1594941"/>
            <a:ext cx="71090" cy="68860"/>
          </a:xfrm>
          <a:custGeom xmlns:a="http://schemas.openxmlformats.org/drawingml/2006/main">
            <a:pathLst>
              <a:path w="71090" h="68860">
                <a:moveTo>
                  <a:pt x="174" y="37546"/>
                </a:moveTo>
                <a:lnTo>
                  <a:pt x="0" y="34430"/>
                </a:lnTo>
                <a:lnTo>
                  <a:pt x="191" y="30887"/>
                </a:lnTo>
                <a:lnTo>
                  <a:pt x="743" y="27424"/>
                </a:lnTo>
                <a:lnTo>
                  <a:pt x="1630" y="24103"/>
                </a:lnTo>
                <a:lnTo>
                  <a:pt x="2846" y="20908"/>
                </a:lnTo>
                <a:lnTo>
                  <a:pt x="4365" y="17887"/>
                </a:lnTo>
                <a:lnTo>
                  <a:pt x="6168" y="15040"/>
                </a:lnTo>
                <a:lnTo>
                  <a:pt x="8224" y="12399"/>
                </a:lnTo>
                <a:lnTo>
                  <a:pt x="10533" y="9964"/>
                </a:lnTo>
                <a:lnTo>
                  <a:pt x="13063" y="7766"/>
                </a:lnTo>
                <a:lnTo>
                  <a:pt x="15800" y="5788"/>
                </a:lnTo>
                <a:lnTo>
                  <a:pt x="18726" y="4096"/>
                </a:lnTo>
                <a:lnTo>
                  <a:pt x="21825" y="2657"/>
                </a:lnTo>
                <a:lnTo>
                  <a:pt x="25068" y="1518"/>
                </a:lnTo>
                <a:lnTo>
                  <a:pt x="28452" y="680"/>
                </a:lnTo>
                <a:lnTo>
                  <a:pt x="31963" y="174"/>
                </a:lnTo>
                <a:lnTo>
                  <a:pt x="35552" y="0"/>
                </a:lnTo>
                <a:lnTo>
                  <a:pt x="38147" y="127"/>
                </a:lnTo>
                <a:lnTo>
                  <a:pt x="37387" y="15910"/>
                </a:lnTo>
                <a:lnTo>
                  <a:pt x="35173" y="15815"/>
                </a:lnTo>
                <a:lnTo>
                  <a:pt x="35933" y="15815"/>
                </a:lnTo>
                <a:lnTo>
                  <a:pt x="33118" y="15942"/>
                </a:lnTo>
                <a:lnTo>
                  <a:pt x="33877" y="15879"/>
                </a:lnTo>
                <a:lnTo>
                  <a:pt x="31125" y="16274"/>
                </a:lnTo>
                <a:lnTo>
                  <a:pt x="31884" y="16132"/>
                </a:lnTo>
                <a:lnTo>
                  <a:pt x="29227" y="16780"/>
                </a:lnTo>
                <a:lnTo>
                  <a:pt x="29954" y="16559"/>
                </a:lnTo>
                <a:lnTo>
                  <a:pt x="27424" y="17460"/>
                </a:lnTo>
                <a:lnTo>
                  <a:pt x="28120" y="17175"/>
                </a:lnTo>
                <a:lnTo>
                  <a:pt x="25700" y="18283"/>
                </a:lnTo>
                <a:lnTo>
                  <a:pt x="26365" y="17935"/>
                </a:lnTo>
                <a:lnTo>
                  <a:pt x="24087" y="19263"/>
                </a:lnTo>
                <a:lnTo>
                  <a:pt x="24719" y="18868"/>
                </a:lnTo>
                <a:lnTo>
                  <a:pt x="22584" y="20386"/>
                </a:lnTo>
                <a:lnTo>
                  <a:pt x="23170" y="19928"/>
                </a:lnTo>
                <a:lnTo>
                  <a:pt x="21208" y="21636"/>
                </a:lnTo>
                <a:lnTo>
                  <a:pt x="21761" y="21114"/>
                </a:lnTo>
                <a:lnTo>
                  <a:pt x="19974" y="22996"/>
                </a:lnTo>
                <a:lnTo>
                  <a:pt x="20465" y="22426"/>
                </a:lnTo>
                <a:lnTo>
                  <a:pt x="18884" y="24466"/>
                </a:lnTo>
                <a:lnTo>
                  <a:pt x="19327" y="23834"/>
                </a:lnTo>
                <a:lnTo>
                  <a:pt x="17934" y="26016"/>
                </a:lnTo>
                <a:lnTo>
                  <a:pt x="18330" y="25336"/>
                </a:lnTo>
                <a:lnTo>
                  <a:pt x="17161" y="27645"/>
                </a:lnTo>
                <a:lnTo>
                  <a:pt x="17492" y="26918"/>
                </a:lnTo>
                <a:lnTo>
                  <a:pt x="16558" y="29353"/>
                </a:lnTo>
                <a:lnTo>
                  <a:pt x="16812" y="28578"/>
                </a:lnTo>
                <a:lnTo>
                  <a:pt x="16132" y="31125"/>
                </a:lnTo>
                <a:lnTo>
                  <a:pt x="16291" y="30318"/>
                </a:lnTo>
                <a:lnTo>
                  <a:pt x="15879" y="32959"/>
                </a:lnTo>
                <a:lnTo>
                  <a:pt x="15957" y="32121"/>
                </a:lnTo>
                <a:lnTo>
                  <a:pt x="15815" y="34841"/>
                </a:lnTo>
                <a:lnTo>
                  <a:pt x="15815" y="34003"/>
                </a:lnTo>
                <a:lnTo>
                  <a:pt x="15957" y="36723"/>
                </a:lnTo>
                <a:lnTo>
                  <a:pt x="174" y="37546"/>
                </a:lnTo>
                <a:moveTo>
                  <a:pt x="56999" y="7022"/>
                </a:moveTo>
                <a:lnTo>
                  <a:pt x="58042" y="7766"/>
                </a:lnTo>
                <a:lnTo>
                  <a:pt x="60573" y="9964"/>
                </a:lnTo>
                <a:lnTo>
                  <a:pt x="62866" y="12399"/>
                </a:lnTo>
                <a:lnTo>
                  <a:pt x="64938" y="15040"/>
                </a:lnTo>
                <a:lnTo>
                  <a:pt x="66741" y="17887"/>
                </a:lnTo>
                <a:lnTo>
                  <a:pt x="68259" y="20908"/>
                </a:lnTo>
                <a:lnTo>
                  <a:pt x="69477" y="24103"/>
                </a:lnTo>
                <a:lnTo>
                  <a:pt x="70362" y="27424"/>
                </a:lnTo>
                <a:lnTo>
                  <a:pt x="70917" y="30887"/>
                </a:lnTo>
                <a:lnTo>
                  <a:pt x="71090" y="34430"/>
                </a:lnTo>
                <a:lnTo>
                  <a:pt x="70917" y="37973"/>
                </a:lnTo>
                <a:lnTo>
                  <a:pt x="70362" y="41420"/>
                </a:lnTo>
                <a:lnTo>
                  <a:pt x="69477" y="44742"/>
                </a:lnTo>
                <a:lnTo>
                  <a:pt x="68259" y="47936"/>
                </a:lnTo>
                <a:lnTo>
                  <a:pt x="66741" y="50957"/>
                </a:lnTo>
                <a:lnTo>
                  <a:pt x="64938" y="53804"/>
                </a:lnTo>
                <a:lnTo>
                  <a:pt x="62866" y="56445"/>
                </a:lnTo>
                <a:lnTo>
                  <a:pt x="60573" y="58880"/>
                </a:lnTo>
                <a:lnTo>
                  <a:pt x="58785" y="60430"/>
                </a:lnTo>
                <a:lnTo>
                  <a:pt x="48395" y="48521"/>
                </a:lnTo>
                <a:lnTo>
                  <a:pt x="49882" y="47209"/>
                </a:lnTo>
                <a:lnTo>
                  <a:pt x="49343" y="47731"/>
                </a:lnTo>
                <a:lnTo>
                  <a:pt x="51131" y="45849"/>
                </a:lnTo>
                <a:lnTo>
                  <a:pt x="50625" y="46434"/>
                </a:lnTo>
                <a:lnTo>
                  <a:pt x="52222" y="44394"/>
                </a:lnTo>
                <a:lnTo>
                  <a:pt x="51779" y="45010"/>
                </a:lnTo>
                <a:lnTo>
                  <a:pt x="53156" y="42828"/>
                </a:lnTo>
                <a:lnTo>
                  <a:pt x="52776" y="43508"/>
                </a:lnTo>
                <a:lnTo>
                  <a:pt x="53947" y="41199"/>
                </a:lnTo>
                <a:lnTo>
                  <a:pt x="53614" y="41927"/>
                </a:lnTo>
                <a:lnTo>
                  <a:pt x="54547" y="39491"/>
                </a:lnTo>
                <a:lnTo>
                  <a:pt x="54294" y="40266"/>
                </a:lnTo>
                <a:lnTo>
                  <a:pt x="54975" y="37719"/>
                </a:lnTo>
                <a:lnTo>
                  <a:pt x="54800" y="38526"/>
                </a:lnTo>
                <a:lnTo>
                  <a:pt x="55227" y="35885"/>
                </a:lnTo>
                <a:lnTo>
                  <a:pt x="55133" y="36723"/>
                </a:lnTo>
                <a:lnTo>
                  <a:pt x="55275" y="34003"/>
                </a:lnTo>
                <a:lnTo>
                  <a:pt x="55275" y="34841"/>
                </a:lnTo>
                <a:lnTo>
                  <a:pt x="55133" y="32121"/>
                </a:lnTo>
                <a:lnTo>
                  <a:pt x="55227" y="32959"/>
                </a:lnTo>
                <a:lnTo>
                  <a:pt x="54800" y="30318"/>
                </a:lnTo>
                <a:lnTo>
                  <a:pt x="54975" y="31125"/>
                </a:lnTo>
                <a:lnTo>
                  <a:pt x="54294" y="28578"/>
                </a:lnTo>
                <a:lnTo>
                  <a:pt x="54547" y="29353"/>
                </a:lnTo>
                <a:lnTo>
                  <a:pt x="53614" y="26918"/>
                </a:lnTo>
                <a:lnTo>
                  <a:pt x="53947" y="27645"/>
                </a:lnTo>
                <a:lnTo>
                  <a:pt x="52776" y="25336"/>
                </a:lnTo>
                <a:lnTo>
                  <a:pt x="53156" y="26016"/>
                </a:lnTo>
                <a:lnTo>
                  <a:pt x="51779" y="23834"/>
                </a:lnTo>
                <a:lnTo>
                  <a:pt x="52222" y="24466"/>
                </a:lnTo>
                <a:lnTo>
                  <a:pt x="50625" y="22426"/>
                </a:lnTo>
                <a:lnTo>
                  <a:pt x="51131" y="22996"/>
                </a:lnTo>
                <a:lnTo>
                  <a:pt x="49343" y="21114"/>
                </a:lnTo>
                <a:lnTo>
                  <a:pt x="49882" y="21636"/>
                </a:lnTo>
                <a:lnTo>
                  <a:pt x="47921" y="19928"/>
                </a:lnTo>
                <a:lnTo>
                  <a:pt x="48521" y="20386"/>
                </a:lnTo>
                <a:lnTo>
                  <a:pt x="47778" y="19864"/>
                </a:lnTo>
                <a:lnTo>
                  <a:pt x="56999" y="7022"/>
                </a:lnTo>
                <a:moveTo>
                  <a:pt x="40424" y="68496"/>
                </a:moveTo>
                <a:lnTo>
                  <a:pt x="39143" y="68686"/>
                </a:lnTo>
                <a:lnTo>
                  <a:pt x="35552" y="68860"/>
                </a:lnTo>
                <a:lnTo>
                  <a:pt x="31963" y="68686"/>
                </a:lnTo>
                <a:lnTo>
                  <a:pt x="28452" y="68164"/>
                </a:lnTo>
                <a:lnTo>
                  <a:pt x="25068" y="67326"/>
                </a:lnTo>
                <a:lnTo>
                  <a:pt x="21825" y="66187"/>
                </a:lnTo>
                <a:lnTo>
                  <a:pt x="18726" y="64764"/>
                </a:lnTo>
                <a:lnTo>
                  <a:pt x="15800" y="63056"/>
                </a:lnTo>
                <a:lnTo>
                  <a:pt x="13063" y="61095"/>
                </a:lnTo>
                <a:lnTo>
                  <a:pt x="10533" y="58880"/>
                </a:lnTo>
                <a:lnTo>
                  <a:pt x="8224" y="56445"/>
                </a:lnTo>
                <a:lnTo>
                  <a:pt x="6168" y="53804"/>
                </a:lnTo>
                <a:lnTo>
                  <a:pt x="4365" y="50957"/>
                </a:lnTo>
                <a:lnTo>
                  <a:pt x="2846" y="47936"/>
                </a:lnTo>
                <a:lnTo>
                  <a:pt x="1630" y="44742"/>
                </a:lnTo>
                <a:lnTo>
                  <a:pt x="743" y="41420"/>
                </a:lnTo>
                <a:lnTo>
                  <a:pt x="253" y="38384"/>
                </a:lnTo>
                <a:lnTo>
                  <a:pt x="15879" y="35885"/>
                </a:lnTo>
                <a:lnTo>
                  <a:pt x="16291" y="38526"/>
                </a:lnTo>
                <a:lnTo>
                  <a:pt x="16132" y="37719"/>
                </a:lnTo>
                <a:lnTo>
                  <a:pt x="16812" y="40266"/>
                </a:lnTo>
                <a:lnTo>
                  <a:pt x="16558" y="39491"/>
                </a:lnTo>
                <a:lnTo>
                  <a:pt x="17492" y="41927"/>
                </a:lnTo>
                <a:lnTo>
                  <a:pt x="17161" y="41199"/>
                </a:lnTo>
                <a:lnTo>
                  <a:pt x="18330" y="43508"/>
                </a:lnTo>
                <a:lnTo>
                  <a:pt x="17934" y="42828"/>
                </a:lnTo>
                <a:lnTo>
                  <a:pt x="19327" y="45010"/>
                </a:lnTo>
                <a:lnTo>
                  <a:pt x="18884" y="44394"/>
                </a:lnTo>
                <a:lnTo>
                  <a:pt x="20465" y="46434"/>
                </a:lnTo>
                <a:lnTo>
                  <a:pt x="19974" y="45849"/>
                </a:lnTo>
                <a:lnTo>
                  <a:pt x="21761" y="47731"/>
                </a:lnTo>
                <a:lnTo>
                  <a:pt x="21208" y="47209"/>
                </a:lnTo>
                <a:lnTo>
                  <a:pt x="23170" y="48917"/>
                </a:lnTo>
                <a:lnTo>
                  <a:pt x="22584" y="48458"/>
                </a:lnTo>
                <a:lnTo>
                  <a:pt x="24719" y="49977"/>
                </a:lnTo>
                <a:lnTo>
                  <a:pt x="24087" y="49581"/>
                </a:lnTo>
                <a:lnTo>
                  <a:pt x="26365" y="50910"/>
                </a:lnTo>
                <a:lnTo>
                  <a:pt x="25700" y="50562"/>
                </a:lnTo>
                <a:lnTo>
                  <a:pt x="28120" y="51669"/>
                </a:lnTo>
                <a:lnTo>
                  <a:pt x="27424" y="51400"/>
                </a:lnTo>
                <a:lnTo>
                  <a:pt x="29954" y="52285"/>
                </a:lnTo>
                <a:lnTo>
                  <a:pt x="29227" y="52064"/>
                </a:lnTo>
                <a:lnTo>
                  <a:pt x="31884" y="52712"/>
                </a:lnTo>
                <a:lnTo>
                  <a:pt x="31125" y="52570"/>
                </a:lnTo>
                <a:lnTo>
                  <a:pt x="33877" y="52981"/>
                </a:lnTo>
                <a:lnTo>
                  <a:pt x="33118" y="52902"/>
                </a:lnTo>
                <a:lnTo>
                  <a:pt x="35933" y="53045"/>
                </a:lnTo>
                <a:lnTo>
                  <a:pt x="35173" y="53045"/>
                </a:lnTo>
                <a:lnTo>
                  <a:pt x="37988" y="52902"/>
                </a:lnTo>
                <a:lnTo>
                  <a:pt x="37229" y="52981"/>
                </a:lnTo>
                <a:lnTo>
                  <a:pt x="38131" y="52839"/>
                </a:lnTo>
                <a:lnTo>
                  <a:pt x="40424" y="68496"/>
                </a:lnTo>
              </a:path>
            </a:pathLst>
          </a:custGeom>
          <a:solidFill xmlns:a="http://schemas.openxmlformats.org/drawingml/2006/main">
            <a:srgbClr val="B68C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ath-158">
            <a:extLst xmlns:a="http://schemas.openxmlformats.org/drawingml/2006/main">
              <a:ext uri="{FF2B5EF4-FFF2-40B4-BE49-F238E27FC236}">
                <a16:creationId xmlns:a16="http://schemas.microsoft.com/office/drawing/2014/main" id="{CB6C8B6C-630E-430C-93CF-4D196D22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673" y="3080363"/>
            <a:ext cx="1291478" cy="736360"/>
          </a:xfrm>
          <a:custGeom xmlns:a="http://schemas.openxmlformats.org/drawingml/2006/main">
            <a:pathLst>
              <a:path w="1291478" h="736360">
                <a:moveTo>
                  <a:pt x="949" y="123359"/>
                </a:moveTo>
                <a:cubicBezTo>
                  <a:pt x="0" y="55037"/>
                  <a:pt x="54879" y="158"/>
                  <a:pt x="122410" y="0"/>
                </a:cubicBezTo>
                <a:lnTo>
                  <a:pt x="1168118" y="0"/>
                </a:lnTo>
                <a:cubicBezTo>
                  <a:pt x="1235649" y="158"/>
                  <a:pt x="1290528" y="55037"/>
                  <a:pt x="1291478" y="123359"/>
                </a:cubicBezTo>
                <a:lnTo>
                  <a:pt x="1291478" y="613001"/>
                </a:lnTo>
                <a:cubicBezTo>
                  <a:pt x="1290528" y="680691"/>
                  <a:pt x="1235649" y="735570"/>
                  <a:pt x="1168118" y="736360"/>
                </a:cubicBezTo>
                <a:lnTo>
                  <a:pt x="122410" y="736360"/>
                </a:lnTo>
                <a:cubicBezTo>
                  <a:pt x="54879" y="735570"/>
                  <a:pt x="0" y="680691"/>
                  <a:pt x="949" y="613001"/>
                </a:cubicBezTo>
                <a:lnTo>
                  <a:pt x="949" y="123359"/>
                </a:lnTo>
              </a:path>
            </a:pathLst>
          </a:custGeom>
          <a:solidFill xmlns:a="http://schemas.openxmlformats.org/drawingml/2006/main">
            <a:srgbClr val="FFD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159">
            <a:extLst xmlns:a="http://schemas.openxmlformats.org/drawingml/2006/main">
              <a:ext uri="{FF2B5EF4-FFF2-40B4-BE49-F238E27FC236}">
                <a16:creationId xmlns:a16="http://schemas.microsoft.com/office/drawing/2014/main" id="{3AF2FABC-650F-434B-9CF9-0B019F3D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811" y="3068659"/>
            <a:ext cx="1314252" cy="759135"/>
          </a:xfrm>
          <a:custGeom xmlns:a="http://schemas.openxmlformats.org/drawingml/2006/main">
            <a:pathLst>
              <a:path w="1314252" h="759135">
                <a:moveTo>
                  <a:pt x="174" y="127519"/>
                </a:moveTo>
                <a:lnTo>
                  <a:pt x="695" y="120703"/>
                </a:lnTo>
                <a:lnTo>
                  <a:pt x="1550" y="113981"/>
                </a:lnTo>
                <a:lnTo>
                  <a:pt x="2721" y="107354"/>
                </a:lnTo>
                <a:lnTo>
                  <a:pt x="4223" y="100839"/>
                </a:lnTo>
                <a:lnTo>
                  <a:pt x="6041" y="94465"/>
                </a:lnTo>
                <a:lnTo>
                  <a:pt x="8161" y="88202"/>
                </a:lnTo>
                <a:lnTo>
                  <a:pt x="10564" y="82097"/>
                </a:lnTo>
                <a:lnTo>
                  <a:pt x="13254" y="76151"/>
                </a:lnTo>
                <a:lnTo>
                  <a:pt x="16227" y="70347"/>
                </a:lnTo>
                <a:lnTo>
                  <a:pt x="19469" y="64716"/>
                </a:lnTo>
                <a:lnTo>
                  <a:pt x="22964" y="59260"/>
                </a:lnTo>
                <a:lnTo>
                  <a:pt x="26712" y="53994"/>
                </a:lnTo>
                <a:lnTo>
                  <a:pt x="30697" y="48917"/>
                </a:lnTo>
                <a:lnTo>
                  <a:pt x="34920" y="44046"/>
                </a:lnTo>
                <a:lnTo>
                  <a:pt x="39364" y="39365"/>
                </a:lnTo>
                <a:lnTo>
                  <a:pt x="44045" y="34921"/>
                </a:lnTo>
                <a:lnTo>
                  <a:pt x="48917" y="30698"/>
                </a:lnTo>
                <a:lnTo>
                  <a:pt x="53994" y="26712"/>
                </a:lnTo>
                <a:lnTo>
                  <a:pt x="59260" y="22964"/>
                </a:lnTo>
                <a:lnTo>
                  <a:pt x="64716" y="19469"/>
                </a:lnTo>
                <a:lnTo>
                  <a:pt x="70347" y="16227"/>
                </a:lnTo>
                <a:lnTo>
                  <a:pt x="76135" y="13254"/>
                </a:lnTo>
                <a:lnTo>
                  <a:pt x="82097" y="10565"/>
                </a:lnTo>
                <a:lnTo>
                  <a:pt x="88203" y="8161"/>
                </a:lnTo>
                <a:lnTo>
                  <a:pt x="94465" y="6041"/>
                </a:lnTo>
                <a:lnTo>
                  <a:pt x="100838" y="4223"/>
                </a:lnTo>
                <a:lnTo>
                  <a:pt x="107355" y="2721"/>
                </a:lnTo>
                <a:lnTo>
                  <a:pt x="113981" y="1550"/>
                </a:lnTo>
                <a:lnTo>
                  <a:pt x="120703" y="696"/>
                </a:lnTo>
                <a:lnTo>
                  <a:pt x="127519" y="174"/>
                </a:lnTo>
                <a:lnTo>
                  <a:pt x="134288" y="0"/>
                </a:lnTo>
                <a:lnTo>
                  <a:pt x="1179964" y="0"/>
                </a:lnTo>
                <a:lnTo>
                  <a:pt x="1186733" y="174"/>
                </a:lnTo>
                <a:lnTo>
                  <a:pt x="1193550" y="696"/>
                </a:lnTo>
                <a:lnTo>
                  <a:pt x="1200271" y="1550"/>
                </a:lnTo>
                <a:lnTo>
                  <a:pt x="1206898" y="2721"/>
                </a:lnTo>
                <a:lnTo>
                  <a:pt x="1213414" y="4223"/>
                </a:lnTo>
                <a:lnTo>
                  <a:pt x="1219787" y="6041"/>
                </a:lnTo>
                <a:lnTo>
                  <a:pt x="1226034" y="8161"/>
                </a:lnTo>
                <a:lnTo>
                  <a:pt x="1232155" y="10565"/>
                </a:lnTo>
                <a:lnTo>
                  <a:pt x="1238101" y="13254"/>
                </a:lnTo>
                <a:lnTo>
                  <a:pt x="1243905" y="16227"/>
                </a:lnTo>
                <a:lnTo>
                  <a:pt x="1249537" y="19469"/>
                </a:lnTo>
                <a:lnTo>
                  <a:pt x="1254993" y="22964"/>
                </a:lnTo>
                <a:lnTo>
                  <a:pt x="1260259" y="26712"/>
                </a:lnTo>
                <a:lnTo>
                  <a:pt x="1265336" y="30698"/>
                </a:lnTo>
                <a:lnTo>
                  <a:pt x="1270207" y="34921"/>
                </a:lnTo>
                <a:lnTo>
                  <a:pt x="1274872" y="39365"/>
                </a:lnTo>
                <a:lnTo>
                  <a:pt x="1279332" y="44046"/>
                </a:lnTo>
                <a:lnTo>
                  <a:pt x="1283555" y="48917"/>
                </a:lnTo>
                <a:lnTo>
                  <a:pt x="1287540" y="53994"/>
                </a:lnTo>
                <a:lnTo>
                  <a:pt x="1291289" y="59260"/>
                </a:lnTo>
                <a:lnTo>
                  <a:pt x="1294784" y="64716"/>
                </a:lnTo>
                <a:lnTo>
                  <a:pt x="1298025" y="70347"/>
                </a:lnTo>
                <a:lnTo>
                  <a:pt x="1301000" y="76151"/>
                </a:lnTo>
                <a:lnTo>
                  <a:pt x="1303688" y="82097"/>
                </a:lnTo>
                <a:lnTo>
                  <a:pt x="1306091" y="88202"/>
                </a:lnTo>
                <a:lnTo>
                  <a:pt x="1308211" y="94465"/>
                </a:lnTo>
                <a:lnTo>
                  <a:pt x="1310029" y="100839"/>
                </a:lnTo>
                <a:lnTo>
                  <a:pt x="1311532" y="107354"/>
                </a:lnTo>
                <a:lnTo>
                  <a:pt x="1312702" y="113981"/>
                </a:lnTo>
                <a:lnTo>
                  <a:pt x="1313557" y="120703"/>
                </a:lnTo>
                <a:lnTo>
                  <a:pt x="1314078" y="127519"/>
                </a:lnTo>
                <a:lnTo>
                  <a:pt x="1314252" y="134288"/>
                </a:lnTo>
                <a:lnTo>
                  <a:pt x="1314252" y="624847"/>
                </a:lnTo>
                <a:lnTo>
                  <a:pt x="1314078" y="631616"/>
                </a:lnTo>
                <a:lnTo>
                  <a:pt x="1313557" y="638433"/>
                </a:lnTo>
                <a:lnTo>
                  <a:pt x="1312702" y="645154"/>
                </a:lnTo>
                <a:lnTo>
                  <a:pt x="1311532" y="651781"/>
                </a:lnTo>
                <a:lnTo>
                  <a:pt x="1310029" y="658297"/>
                </a:lnTo>
                <a:lnTo>
                  <a:pt x="1308211" y="664670"/>
                </a:lnTo>
                <a:lnTo>
                  <a:pt x="1306091" y="670933"/>
                </a:lnTo>
                <a:lnTo>
                  <a:pt x="1303688" y="677038"/>
                </a:lnTo>
                <a:lnTo>
                  <a:pt x="1301000" y="682984"/>
                </a:lnTo>
                <a:lnTo>
                  <a:pt x="1298025" y="688788"/>
                </a:lnTo>
                <a:lnTo>
                  <a:pt x="1294784" y="694419"/>
                </a:lnTo>
                <a:lnTo>
                  <a:pt x="1291289" y="699875"/>
                </a:lnTo>
                <a:lnTo>
                  <a:pt x="1287540" y="705142"/>
                </a:lnTo>
                <a:lnTo>
                  <a:pt x="1283555" y="710218"/>
                </a:lnTo>
                <a:lnTo>
                  <a:pt x="1279332" y="715089"/>
                </a:lnTo>
                <a:lnTo>
                  <a:pt x="1274872" y="719771"/>
                </a:lnTo>
                <a:lnTo>
                  <a:pt x="1270207" y="724215"/>
                </a:lnTo>
                <a:lnTo>
                  <a:pt x="1265336" y="728438"/>
                </a:lnTo>
                <a:lnTo>
                  <a:pt x="1260259" y="732423"/>
                </a:lnTo>
                <a:lnTo>
                  <a:pt x="1254993" y="736171"/>
                </a:lnTo>
                <a:lnTo>
                  <a:pt x="1249537" y="739666"/>
                </a:lnTo>
                <a:lnTo>
                  <a:pt x="1243905" y="742909"/>
                </a:lnTo>
                <a:lnTo>
                  <a:pt x="1238101" y="745882"/>
                </a:lnTo>
                <a:lnTo>
                  <a:pt x="1232155" y="748571"/>
                </a:lnTo>
                <a:lnTo>
                  <a:pt x="1226034" y="750975"/>
                </a:lnTo>
                <a:lnTo>
                  <a:pt x="1219787" y="753094"/>
                </a:lnTo>
                <a:lnTo>
                  <a:pt x="1213414" y="754912"/>
                </a:lnTo>
                <a:lnTo>
                  <a:pt x="1206898" y="756415"/>
                </a:lnTo>
                <a:lnTo>
                  <a:pt x="1200271" y="757585"/>
                </a:lnTo>
                <a:lnTo>
                  <a:pt x="1193550" y="758439"/>
                </a:lnTo>
                <a:lnTo>
                  <a:pt x="1186733" y="758961"/>
                </a:lnTo>
                <a:lnTo>
                  <a:pt x="1179964" y="759135"/>
                </a:lnTo>
                <a:lnTo>
                  <a:pt x="134288" y="759135"/>
                </a:lnTo>
                <a:lnTo>
                  <a:pt x="127519" y="758961"/>
                </a:lnTo>
                <a:lnTo>
                  <a:pt x="120703" y="758439"/>
                </a:lnTo>
                <a:lnTo>
                  <a:pt x="113981" y="757585"/>
                </a:lnTo>
                <a:lnTo>
                  <a:pt x="107355" y="756415"/>
                </a:lnTo>
                <a:lnTo>
                  <a:pt x="100838" y="754912"/>
                </a:lnTo>
                <a:lnTo>
                  <a:pt x="94465" y="753094"/>
                </a:lnTo>
                <a:lnTo>
                  <a:pt x="88203" y="750975"/>
                </a:lnTo>
                <a:lnTo>
                  <a:pt x="82097" y="748571"/>
                </a:lnTo>
                <a:lnTo>
                  <a:pt x="76135" y="745882"/>
                </a:lnTo>
                <a:lnTo>
                  <a:pt x="70347" y="742909"/>
                </a:lnTo>
                <a:lnTo>
                  <a:pt x="64716" y="739666"/>
                </a:lnTo>
                <a:lnTo>
                  <a:pt x="59260" y="736171"/>
                </a:lnTo>
                <a:lnTo>
                  <a:pt x="53994" y="732423"/>
                </a:lnTo>
                <a:lnTo>
                  <a:pt x="48917" y="728438"/>
                </a:lnTo>
                <a:lnTo>
                  <a:pt x="44045" y="724215"/>
                </a:lnTo>
                <a:lnTo>
                  <a:pt x="39364" y="719771"/>
                </a:lnTo>
                <a:lnTo>
                  <a:pt x="34920" y="715089"/>
                </a:lnTo>
                <a:lnTo>
                  <a:pt x="30697" y="710218"/>
                </a:lnTo>
                <a:lnTo>
                  <a:pt x="26712" y="705142"/>
                </a:lnTo>
                <a:lnTo>
                  <a:pt x="22964" y="699875"/>
                </a:lnTo>
                <a:lnTo>
                  <a:pt x="19469" y="694419"/>
                </a:lnTo>
                <a:lnTo>
                  <a:pt x="16227" y="688788"/>
                </a:lnTo>
                <a:lnTo>
                  <a:pt x="13254" y="682984"/>
                </a:lnTo>
                <a:lnTo>
                  <a:pt x="10564" y="677038"/>
                </a:lnTo>
                <a:lnTo>
                  <a:pt x="8161" y="670933"/>
                </a:lnTo>
                <a:lnTo>
                  <a:pt x="6041" y="664670"/>
                </a:lnTo>
                <a:lnTo>
                  <a:pt x="4223" y="658297"/>
                </a:lnTo>
                <a:lnTo>
                  <a:pt x="2721" y="651781"/>
                </a:lnTo>
                <a:lnTo>
                  <a:pt x="1550" y="645154"/>
                </a:lnTo>
                <a:lnTo>
                  <a:pt x="695" y="638433"/>
                </a:lnTo>
                <a:lnTo>
                  <a:pt x="174" y="631616"/>
                </a:lnTo>
                <a:lnTo>
                  <a:pt x="0" y="624847"/>
                </a:lnTo>
                <a:lnTo>
                  <a:pt x="0" y="134288"/>
                </a:lnTo>
                <a:lnTo>
                  <a:pt x="174" y="127519"/>
                </a:lnTo>
                <a:moveTo>
                  <a:pt x="23723" y="134731"/>
                </a:moveTo>
                <a:lnTo>
                  <a:pt x="23723" y="134430"/>
                </a:lnTo>
                <a:lnTo>
                  <a:pt x="23723" y="624705"/>
                </a:lnTo>
                <a:lnTo>
                  <a:pt x="23723" y="624404"/>
                </a:lnTo>
                <a:lnTo>
                  <a:pt x="23881" y="630715"/>
                </a:lnTo>
                <a:lnTo>
                  <a:pt x="23850" y="630114"/>
                </a:lnTo>
                <a:lnTo>
                  <a:pt x="24324" y="636330"/>
                </a:lnTo>
                <a:lnTo>
                  <a:pt x="24261" y="635744"/>
                </a:lnTo>
                <a:lnTo>
                  <a:pt x="25036" y="641881"/>
                </a:lnTo>
                <a:lnTo>
                  <a:pt x="24957" y="641279"/>
                </a:lnTo>
                <a:lnTo>
                  <a:pt x="26032" y="647321"/>
                </a:lnTo>
                <a:lnTo>
                  <a:pt x="25905" y="646736"/>
                </a:lnTo>
                <a:lnTo>
                  <a:pt x="27281" y="652667"/>
                </a:lnTo>
                <a:lnTo>
                  <a:pt x="27124" y="652097"/>
                </a:lnTo>
                <a:lnTo>
                  <a:pt x="28784" y="657917"/>
                </a:lnTo>
                <a:lnTo>
                  <a:pt x="28610" y="657348"/>
                </a:lnTo>
                <a:lnTo>
                  <a:pt x="30540" y="663042"/>
                </a:lnTo>
                <a:lnTo>
                  <a:pt x="30334" y="662504"/>
                </a:lnTo>
                <a:lnTo>
                  <a:pt x="32532" y="668055"/>
                </a:lnTo>
                <a:lnTo>
                  <a:pt x="32295" y="667533"/>
                </a:lnTo>
                <a:lnTo>
                  <a:pt x="34762" y="672958"/>
                </a:lnTo>
                <a:lnTo>
                  <a:pt x="34510" y="672436"/>
                </a:lnTo>
                <a:lnTo>
                  <a:pt x="37214" y="677718"/>
                </a:lnTo>
                <a:lnTo>
                  <a:pt x="36945" y="677212"/>
                </a:lnTo>
                <a:lnTo>
                  <a:pt x="39886" y="682351"/>
                </a:lnTo>
                <a:lnTo>
                  <a:pt x="39586" y="681862"/>
                </a:lnTo>
                <a:lnTo>
                  <a:pt x="42781" y="686828"/>
                </a:lnTo>
                <a:lnTo>
                  <a:pt x="42465" y="686353"/>
                </a:lnTo>
                <a:lnTo>
                  <a:pt x="45881" y="691161"/>
                </a:lnTo>
                <a:lnTo>
                  <a:pt x="45532" y="690702"/>
                </a:lnTo>
                <a:lnTo>
                  <a:pt x="49170" y="695336"/>
                </a:lnTo>
                <a:lnTo>
                  <a:pt x="48821" y="694909"/>
                </a:lnTo>
                <a:lnTo>
                  <a:pt x="52665" y="699354"/>
                </a:lnTo>
                <a:lnTo>
                  <a:pt x="52285" y="698926"/>
                </a:lnTo>
                <a:lnTo>
                  <a:pt x="56350" y="703180"/>
                </a:lnTo>
                <a:lnTo>
                  <a:pt x="55938" y="702785"/>
                </a:lnTo>
                <a:lnTo>
                  <a:pt x="60209" y="706850"/>
                </a:lnTo>
                <a:lnTo>
                  <a:pt x="59782" y="706470"/>
                </a:lnTo>
                <a:lnTo>
                  <a:pt x="64226" y="710314"/>
                </a:lnTo>
                <a:lnTo>
                  <a:pt x="63800" y="709965"/>
                </a:lnTo>
                <a:lnTo>
                  <a:pt x="68433" y="713603"/>
                </a:lnTo>
                <a:lnTo>
                  <a:pt x="67974" y="713255"/>
                </a:lnTo>
                <a:lnTo>
                  <a:pt x="72783" y="716671"/>
                </a:lnTo>
                <a:lnTo>
                  <a:pt x="72307" y="716355"/>
                </a:lnTo>
                <a:lnTo>
                  <a:pt x="77273" y="719549"/>
                </a:lnTo>
                <a:lnTo>
                  <a:pt x="76784" y="719249"/>
                </a:lnTo>
                <a:lnTo>
                  <a:pt x="81924" y="722191"/>
                </a:lnTo>
                <a:lnTo>
                  <a:pt x="81417" y="721922"/>
                </a:lnTo>
                <a:lnTo>
                  <a:pt x="86699" y="724626"/>
                </a:lnTo>
                <a:lnTo>
                  <a:pt x="86177" y="724373"/>
                </a:lnTo>
                <a:lnTo>
                  <a:pt x="91603" y="726841"/>
                </a:lnTo>
                <a:lnTo>
                  <a:pt x="91080" y="726603"/>
                </a:lnTo>
                <a:lnTo>
                  <a:pt x="96631" y="728801"/>
                </a:lnTo>
                <a:lnTo>
                  <a:pt x="96094" y="728596"/>
                </a:lnTo>
                <a:lnTo>
                  <a:pt x="101787" y="730525"/>
                </a:lnTo>
                <a:lnTo>
                  <a:pt x="101218" y="730351"/>
                </a:lnTo>
                <a:lnTo>
                  <a:pt x="107038" y="732012"/>
                </a:lnTo>
                <a:lnTo>
                  <a:pt x="106469" y="731854"/>
                </a:lnTo>
                <a:lnTo>
                  <a:pt x="112400" y="733230"/>
                </a:lnTo>
                <a:lnTo>
                  <a:pt x="111814" y="733103"/>
                </a:lnTo>
                <a:lnTo>
                  <a:pt x="117856" y="734178"/>
                </a:lnTo>
                <a:lnTo>
                  <a:pt x="117256" y="734099"/>
                </a:lnTo>
                <a:lnTo>
                  <a:pt x="123391" y="734874"/>
                </a:lnTo>
                <a:lnTo>
                  <a:pt x="122806" y="734811"/>
                </a:lnTo>
                <a:lnTo>
                  <a:pt x="129021" y="735285"/>
                </a:lnTo>
                <a:lnTo>
                  <a:pt x="128420" y="735254"/>
                </a:lnTo>
                <a:lnTo>
                  <a:pt x="134730" y="735412"/>
                </a:lnTo>
                <a:lnTo>
                  <a:pt x="134430" y="735412"/>
                </a:lnTo>
                <a:lnTo>
                  <a:pt x="1179822" y="735412"/>
                </a:lnTo>
                <a:lnTo>
                  <a:pt x="1179522" y="735412"/>
                </a:lnTo>
                <a:lnTo>
                  <a:pt x="1185832" y="735254"/>
                </a:lnTo>
                <a:lnTo>
                  <a:pt x="1185231" y="735285"/>
                </a:lnTo>
                <a:lnTo>
                  <a:pt x="1191447" y="734811"/>
                </a:lnTo>
                <a:lnTo>
                  <a:pt x="1190861" y="734874"/>
                </a:lnTo>
                <a:lnTo>
                  <a:pt x="1196998" y="734099"/>
                </a:lnTo>
                <a:lnTo>
                  <a:pt x="1196397" y="734178"/>
                </a:lnTo>
                <a:lnTo>
                  <a:pt x="1202438" y="733103"/>
                </a:lnTo>
                <a:lnTo>
                  <a:pt x="1201853" y="733230"/>
                </a:lnTo>
                <a:lnTo>
                  <a:pt x="1207783" y="731854"/>
                </a:lnTo>
                <a:lnTo>
                  <a:pt x="1207215" y="732012"/>
                </a:lnTo>
                <a:lnTo>
                  <a:pt x="1213034" y="730351"/>
                </a:lnTo>
                <a:lnTo>
                  <a:pt x="1212466" y="730525"/>
                </a:lnTo>
                <a:lnTo>
                  <a:pt x="1218158" y="728596"/>
                </a:lnTo>
                <a:lnTo>
                  <a:pt x="1217605" y="728801"/>
                </a:lnTo>
                <a:lnTo>
                  <a:pt x="1223172" y="726603"/>
                </a:lnTo>
                <a:lnTo>
                  <a:pt x="1222650" y="726841"/>
                </a:lnTo>
                <a:lnTo>
                  <a:pt x="1228075" y="724373"/>
                </a:lnTo>
                <a:lnTo>
                  <a:pt x="1227553" y="724626"/>
                </a:lnTo>
                <a:lnTo>
                  <a:pt x="1232835" y="721922"/>
                </a:lnTo>
                <a:lnTo>
                  <a:pt x="1232329" y="722191"/>
                </a:lnTo>
                <a:lnTo>
                  <a:pt x="1237469" y="719249"/>
                </a:lnTo>
                <a:lnTo>
                  <a:pt x="1236979" y="719549"/>
                </a:lnTo>
                <a:lnTo>
                  <a:pt x="1241945" y="716355"/>
                </a:lnTo>
                <a:lnTo>
                  <a:pt x="1241471" y="716671"/>
                </a:lnTo>
                <a:lnTo>
                  <a:pt x="1246279" y="713255"/>
                </a:lnTo>
                <a:lnTo>
                  <a:pt x="1245819" y="713603"/>
                </a:lnTo>
                <a:lnTo>
                  <a:pt x="1250454" y="709965"/>
                </a:lnTo>
                <a:lnTo>
                  <a:pt x="1250027" y="710314"/>
                </a:lnTo>
                <a:lnTo>
                  <a:pt x="1254470" y="706470"/>
                </a:lnTo>
                <a:lnTo>
                  <a:pt x="1254043" y="706850"/>
                </a:lnTo>
                <a:lnTo>
                  <a:pt x="1258298" y="702785"/>
                </a:lnTo>
                <a:lnTo>
                  <a:pt x="1257902" y="703180"/>
                </a:lnTo>
                <a:lnTo>
                  <a:pt x="1261967" y="698926"/>
                </a:lnTo>
                <a:lnTo>
                  <a:pt x="1261587" y="699354"/>
                </a:lnTo>
                <a:lnTo>
                  <a:pt x="1265431" y="694909"/>
                </a:lnTo>
                <a:lnTo>
                  <a:pt x="1265083" y="695336"/>
                </a:lnTo>
                <a:lnTo>
                  <a:pt x="1268720" y="690702"/>
                </a:lnTo>
                <a:lnTo>
                  <a:pt x="1268373" y="691161"/>
                </a:lnTo>
                <a:lnTo>
                  <a:pt x="1271789" y="686353"/>
                </a:lnTo>
                <a:lnTo>
                  <a:pt x="1271472" y="686828"/>
                </a:lnTo>
                <a:lnTo>
                  <a:pt x="1274666" y="681862"/>
                </a:lnTo>
                <a:lnTo>
                  <a:pt x="1274366" y="682351"/>
                </a:lnTo>
                <a:lnTo>
                  <a:pt x="1277308" y="677212"/>
                </a:lnTo>
                <a:lnTo>
                  <a:pt x="1277038" y="677718"/>
                </a:lnTo>
                <a:lnTo>
                  <a:pt x="1279744" y="672436"/>
                </a:lnTo>
                <a:lnTo>
                  <a:pt x="1279491" y="672958"/>
                </a:lnTo>
                <a:lnTo>
                  <a:pt x="1281958" y="667533"/>
                </a:lnTo>
                <a:lnTo>
                  <a:pt x="1281721" y="668055"/>
                </a:lnTo>
                <a:lnTo>
                  <a:pt x="1283918" y="662504"/>
                </a:lnTo>
                <a:lnTo>
                  <a:pt x="1283712" y="663042"/>
                </a:lnTo>
                <a:lnTo>
                  <a:pt x="1285642" y="657348"/>
                </a:lnTo>
                <a:lnTo>
                  <a:pt x="1285469" y="657917"/>
                </a:lnTo>
                <a:lnTo>
                  <a:pt x="1287130" y="652097"/>
                </a:lnTo>
                <a:lnTo>
                  <a:pt x="1286971" y="652667"/>
                </a:lnTo>
                <a:lnTo>
                  <a:pt x="1288347" y="646736"/>
                </a:lnTo>
                <a:lnTo>
                  <a:pt x="1288220" y="647321"/>
                </a:lnTo>
                <a:lnTo>
                  <a:pt x="1289296" y="641279"/>
                </a:lnTo>
                <a:lnTo>
                  <a:pt x="1289217" y="641881"/>
                </a:lnTo>
                <a:lnTo>
                  <a:pt x="1289991" y="635744"/>
                </a:lnTo>
                <a:lnTo>
                  <a:pt x="1289928" y="636330"/>
                </a:lnTo>
                <a:lnTo>
                  <a:pt x="1290403" y="630114"/>
                </a:lnTo>
                <a:lnTo>
                  <a:pt x="1290371" y="630715"/>
                </a:lnTo>
                <a:lnTo>
                  <a:pt x="1290529" y="624404"/>
                </a:lnTo>
                <a:lnTo>
                  <a:pt x="1290529" y="624705"/>
                </a:lnTo>
                <a:lnTo>
                  <a:pt x="1290529" y="134430"/>
                </a:lnTo>
                <a:lnTo>
                  <a:pt x="1290529" y="134731"/>
                </a:lnTo>
                <a:lnTo>
                  <a:pt x="1290371" y="128421"/>
                </a:lnTo>
                <a:lnTo>
                  <a:pt x="1290403" y="129021"/>
                </a:lnTo>
                <a:lnTo>
                  <a:pt x="1289928" y="122806"/>
                </a:lnTo>
                <a:lnTo>
                  <a:pt x="1289991" y="123391"/>
                </a:lnTo>
                <a:lnTo>
                  <a:pt x="1289217" y="117255"/>
                </a:lnTo>
                <a:lnTo>
                  <a:pt x="1289296" y="117856"/>
                </a:lnTo>
                <a:lnTo>
                  <a:pt x="1288220" y="111814"/>
                </a:lnTo>
                <a:lnTo>
                  <a:pt x="1288347" y="112400"/>
                </a:lnTo>
                <a:lnTo>
                  <a:pt x="1286971" y="106469"/>
                </a:lnTo>
                <a:lnTo>
                  <a:pt x="1287130" y="107038"/>
                </a:lnTo>
                <a:lnTo>
                  <a:pt x="1285469" y="101218"/>
                </a:lnTo>
                <a:lnTo>
                  <a:pt x="1285642" y="101788"/>
                </a:lnTo>
                <a:lnTo>
                  <a:pt x="1283712" y="96094"/>
                </a:lnTo>
                <a:lnTo>
                  <a:pt x="1283918" y="96632"/>
                </a:lnTo>
                <a:lnTo>
                  <a:pt x="1281721" y="91080"/>
                </a:lnTo>
                <a:lnTo>
                  <a:pt x="1281958" y="91603"/>
                </a:lnTo>
                <a:lnTo>
                  <a:pt x="1279491" y="86178"/>
                </a:lnTo>
                <a:lnTo>
                  <a:pt x="1279744" y="86700"/>
                </a:lnTo>
                <a:lnTo>
                  <a:pt x="1277038" y="81417"/>
                </a:lnTo>
                <a:lnTo>
                  <a:pt x="1277308" y="81923"/>
                </a:lnTo>
                <a:lnTo>
                  <a:pt x="1274366" y="76784"/>
                </a:lnTo>
                <a:lnTo>
                  <a:pt x="1274666" y="77274"/>
                </a:lnTo>
                <a:lnTo>
                  <a:pt x="1271472" y="72308"/>
                </a:lnTo>
                <a:lnTo>
                  <a:pt x="1271789" y="72782"/>
                </a:lnTo>
                <a:lnTo>
                  <a:pt x="1268373" y="67974"/>
                </a:lnTo>
                <a:lnTo>
                  <a:pt x="1268720" y="68433"/>
                </a:lnTo>
                <a:lnTo>
                  <a:pt x="1265083" y="63800"/>
                </a:lnTo>
                <a:lnTo>
                  <a:pt x="1265431" y="64226"/>
                </a:lnTo>
                <a:lnTo>
                  <a:pt x="1261587" y="59782"/>
                </a:lnTo>
                <a:lnTo>
                  <a:pt x="1261967" y="60209"/>
                </a:lnTo>
                <a:lnTo>
                  <a:pt x="1257902" y="55955"/>
                </a:lnTo>
                <a:lnTo>
                  <a:pt x="1258298" y="56350"/>
                </a:lnTo>
                <a:lnTo>
                  <a:pt x="1254043" y="52286"/>
                </a:lnTo>
                <a:lnTo>
                  <a:pt x="1254470" y="52665"/>
                </a:lnTo>
                <a:lnTo>
                  <a:pt x="1250027" y="48822"/>
                </a:lnTo>
                <a:lnTo>
                  <a:pt x="1250454" y="49170"/>
                </a:lnTo>
                <a:lnTo>
                  <a:pt x="1245819" y="45533"/>
                </a:lnTo>
                <a:lnTo>
                  <a:pt x="1246279" y="45881"/>
                </a:lnTo>
                <a:lnTo>
                  <a:pt x="1241471" y="42465"/>
                </a:lnTo>
                <a:lnTo>
                  <a:pt x="1241945" y="42781"/>
                </a:lnTo>
                <a:lnTo>
                  <a:pt x="1236979" y="39586"/>
                </a:lnTo>
                <a:lnTo>
                  <a:pt x="1237469" y="39887"/>
                </a:lnTo>
                <a:lnTo>
                  <a:pt x="1232329" y="36945"/>
                </a:lnTo>
                <a:lnTo>
                  <a:pt x="1232835" y="37214"/>
                </a:lnTo>
                <a:lnTo>
                  <a:pt x="1227553" y="34510"/>
                </a:lnTo>
                <a:lnTo>
                  <a:pt x="1228075" y="34762"/>
                </a:lnTo>
                <a:lnTo>
                  <a:pt x="1222650" y="32295"/>
                </a:lnTo>
                <a:lnTo>
                  <a:pt x="1223172" y="32532"/>
                </a:lnTo>
                <a:lnTo>
                  <a:pt x="1217605" y="30334"/>
                </a:lnTo>
                <a:lnTo>
                  <a:pt x="1218158" y="30540"/>
                </a:lnTo>
                <a:lnTo>
                  <a:pt x="1212466" y="28610"/>
                </a:lnTo>
                <a:lnTo>
                  <a:pt x="1213034" y="28784"/>
                </a:lnTo>
                <a:lnTo>
                  <a:pt x="1207215" y="27124"/>
                </a:lnTo>
                <a:lnTo>
                  <a:pt x="1207783" y="27282"/>
                </a:lnTo>
                <a:lnTo>
                  <a:pt x="1201853" y="25906"/>
                </a:lnTo>
                <a:lnTo>
                  <a:pt x="1202438" y="26032"/>
                </a:lnTo>
                <a:lnTo>
                  <a:pt x="1196397" y="24957"/>
                </a:lnTo>
                <a:lnTo>
                  <a:pt x="1196998" y="25036"/>
                </a:lnTo>
                <a:lnTo>
                  <a:pt x="1190861" y="24261"/>
                </a:lnTo>
                <a:lnTo>
                  <a:pt x="1191447" y="24324"/>
                </a:lnTo>
                <a:lnTo>
                  <a:pt x="1185231" y="23850"/>
                </a:lnTo>
                <a:lnTo>
                  <a:pt x="1185832" y="23881"/>
                </a:lnTo>
                <a:lnTo>
                  <a:pt x="1179522" y="23723"/>
                </a:lnTo>
                <a:lnTo>
                  <a:pt x="1179822" y="23723"/>
                </a:lnTo>
                <a:lnTo>
                  <a:pt x="134430" y="23723"/>
                </a:lnTo>
                <a:lnTo>
                  <a:pt x="134730" y="23723"/>
                </a:lnTo>
                <a:lnTo>
                  <a:pt x="128420" y="23881"/>
                </a:lnTo>
                <a:lnTo>
                  <a:pt x="129021" y="23850"/>
                </a:lnTo>
                <a:lnTo>
                  <a:pt x="122806" y="24324"/>
                </a:lnTo>
                <a:lnTo>
                  <a:pt x="123391" y="24261"/>
                </a:lnTo>
                <a:lnTo>
                  <a:pt x="117256" y="25036"/>
                </a:lnTo>
                <a:lnTo>
                  <a:pt x="117856" y="24957"/>
                </a:lnTo>
                <a:lnTo>
                  <a:pt x="111814" y="26032"/>
                </a:lnTo>
                <a:lnTo>
                  <a:pt x="112400" y="25906"/>
                </a:lnTo>
                <a:lnTo>
                  <a:pt x="106469" y="27282"/>
                </a:lnTo>
                <a:lnTo>
                  <a:pt x="107038" y="27124"/>
                </a:lnTo>
                <a:lnTo>
                  <a:pt x="101218" y="28784"/>
                </a:lnTo>
                <a:lnTo>
                  <a:pt x="101787" y="28610"/>
                </a:lnTo>
                <a:lnTo>
                  <a:pt x="96094" y="30540"/>
                </a:lnTo>
                <a:lnTo>
                  <a:pt x="96631" y="30334"/>
                </a:lnTo>
                <a:lnTo>
                  <a:pt x="91080" y="32532"/>
                </a:lnTo>
                <a:lnTo>
                  <a:pt x="91603" y="32295"/>
                </a:lnTo>
                <a:lnTo>
                  <a:pt x="86177" y="34762"/>
                </a:lnTo>
                <a:lnTo>
                  <a:pt x="86699" y="34510"/>
                </a:lnTo>
                <a:lnTo>
                  <a:pt x="81417" y="37214"/>
                </a:lnTo>
                <a:lnTo>
                  <a:pt x="81924" y="36945"/>
                </a:lnTo>
                <a:lnTo>
                  <a:pt x="76784" y="39887"/>
                </a:lnTo>
                <a:lnTo>
                  <a:pt x="77273" y="39586"/>
                </a:lnTo>
                <a:lnTo>
                  <a:pt x="72307" y="42781"/>
                </a:lnTo>
                <a:lnTo>
                  <a:pt x="72783" y="42465"/>
                </a:lnTo>
                <a:lnTo>
                  <a:pt x="67974" y="45881"/>
                </a:lnTo>
                <a:lnTo>
                  <a:pt x="68433" y="45533"/>
                </a:lnTo>
                <a:lnTo>
                  <a:pt x="63800" y="49170"/>
                </a:lnTo>
                <a:lnTo>
                  <a:pt x="64226" y="48822"/>
                </a:lnTo>
                <a:lnTo>
                  <a:pt x="59782" y="52665"/>
                </a:lnTo>
                <a:lnTo>
                  <a:pt x="60209" y="52286"/>
                </a:lnTo>
                <a:lnTo>
                  <a:pt x="55938" y="56350"/>
                </a:lnTo>
                <a:lnTo>
                  <a:pt x="56350" y="55955"/>
                </a:lnTo>
                <a:lnTo>
                  <a:pt x="52285" y="60209"/>
                </a:lnTo>
                <a:lnTo>
                  <a:pt x="52665" y="59782"/>
                </a:lnTo>
                <a:lnTo>
                  <a:pt x="48821" y="64226"/>
                </a:lnTo>
                <a:lnTo>
                  <a:pt x="49170" y="63800"/>
                </a:lnTo>
                <a:lnTo>
                  <a:pt x="45532" y="68433"/>
                </a:lnTo>
                <a:lnTo>
                  <a:pt x="45881" y="67974"/>
                </a:lnTo>
                <a:lnTo>
                  <a:pt x="42465" y="72782"/>
                </a:lnTo>
                <a:lnTo>
                  <a:pt x="42781" y="72308"/>
                </a:lnTo>
                <a:lnTo>
                  <a:pt x="39586" y="77274"/>
                </a:lnTo>
                <a:lnTo>
                  <a:pt x="39886" y="76784"/>
                </a:lnTo>
                <a:lnTo>
                  <a:pt x="36945" y="81923"/>
                </a:lnTo>
                <a:lnTo>
                  <a:pt x="37214" y="81417"/>
                </a:lnTo>
                <a:lnTo>
                  <a:pt x="34510" y="86700"/>
                </a:lnTo>
                <a:lnTo>
                  <a:pt x="34762" y="86178"/>
                </a:lnTo>
                <a:lnTo>
                  <a:pt x="32295" y="91603"/>
                </a:lnTo>
                <a:lnTo>
                  <a:pt x="32532" y="91080"/>
                </a:lnTo>
                <a:lnTo>
                  <a:pt x="30334" y="96632"/>
                </a:lnTo>
                <a:lnTo>
                  <a:pt x="30540" y="96094"/>
                </a:lnTo>
                <a:lnTo>
                  <a:pt x="28610" y="101788"/>
                </a:lnTo>
                <a:lnTo>
                  <a:pt x="28784" y="101218"/>
                </a:lnTo>
                <a:lnTo>
                  <a:pt x="27124" y="107038"/>
                </a:lnTo>
                <a:lnTo>
                  <a:pt x="27281" y="106469"/>
                </a:lnTo>
                <a:lnTo>
                  <a:pt x="25905" y="112400"/>
                </a:lnTo>
                <a:lnTo>
                  <a:pt x="26032" y="111814"/>
                </a:lnTo>
                <a:lnTo>
                  <a:pt x="24957" y="117856"/>
                </a:lnTo>
                <a:lnTo>
                  <a:pt x="25036" y="117255"/>
                </a:lnTo>
                <a:lnTo>
                  <a:pt x="24261" y="123391"/>
                </a:lnTo>
                <a:lnTo>
                  <a:pt x="24324" y="122806"/>
                </a:lnTo>
                <a:lnTo>
                  <a:pt x="23850" y="129021"/>
                </a:lnTo>
                <a:lnTo>
                  <a:pt x="23881" y="128421"/>
                </a:lnTo>
                <a:lnTo>
                  <a:pt x="23723" y="134731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text-160 Vision">
            <a:extLst xmlns:a="http://schemas.openxmlformats.org/drawingml/2006/main">
              <a:ext uri="{FF2B5EF4-FFF2-40B4-BE49-F238E27FC236}">
                <a16:creationId xmlns:a16="http://schemas.microsoft.com/office/drawing/2014/main" id="{45B7CA9D-1A5A-48EA-9A43-766F28F2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1308" y="3149125"/>
            <a:ext cx="617543" cy="310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</a:t>
            </a:r>
          </a:p>
        </p:txBody>
      </p:sp>
      <p:sp>
        <p:nvSpPr>
          <p:cNvPr id="189" name="text-161 Encoder">
            <a:extLst xmlns:a="http://schemas.openxmlformats.org/drawingml/2006/main">
              <a:ext uri="{FF2B5EF4-FFF2-40B4-BE49-F238E27FC236}">
                <a16:creationId xmlns:a16="http://schemas.microsoft.com/office/drawing/2014/main" id="{920C9153-6499-46C2-BC0F-634F3399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1441" y="3415075"/>
            <a:ext cx="777292" cy="309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190" name="path-162">
            <a:extLst xmlns:a="http://schemas.openxmlformats.org/drawingml/2006/main">
              <a:ext uri="{FF2B5EF4-FFF2-40B4-BE49-F238E27FC236}">
                <a16:creationId xmlns:a16="http://schemas.microsoft.com/office/drawing/2014/main" id="{D758BCC0-4B9A-4E69-BCAD-1C50CE6B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294" y="2797427"/>
            <a:ext cx="158153" cy="292694"/>
          </a:xfrm>
          <a:custGeom xmlns:a="http://schemas.openxmlformats.org/drawingml/2006/main">
            <a:pathLst>
              <a:path w="158153" h="292694">
                <a:moveTo>
                  <a:pt x="0" y="157283"/>
                </a:moveTo>
                <a:lnTo>
                  <a:pt x="79931" y="79077"/>
                </a:lnTo>
                <a:lnTo>
                  <a:pt x="158153" y="158991"/>
                </a:lnTo>
                <a:lnTo>
                  <a:pt x="80785" y="0"/>
                </a:lnTo>
                <a:lnTo>
                  <a:pt x="0" y="157283"/>
                </a:lnTo>
                <a:moveTo>
                  <a:pt x="87506" y="292694"/>
                </a:moveTo>
                <a:lnTo>
                  <a:pt x="90021" y="59418"/>
                </a:lnTo>
                <a:lnTo>
                  <a:pt x="70252" y="59196"/>
                </a:lnTo>
                <a:lnTo>
                  <a:pt x="67737" y="292472"/>
                </a:lnTo>
                <a:lnTo>
                  <a:pt x="87506" y="292694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163">
            <a:extLst xmlns:a="http://schemas.openxmlformats.org/drawingml/2006/main">
              <a:ext uri="{FF2B5EF4-FFF2-40B4-BE49-F238E27FC236}">
                <a16:creationId xmlns:a16="http://schemas.microsoft.com/office/drawing/2014/main" id="{4D7EF1B2-B7DC-4390-B7F9-4F7787F9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015" y="2812452"/>
            <a:ext cx="158153" cy="292694"/>
          </a:xfrm>
          <a:custGeom xmlns:a="http://schemas.openxmlformats.org/drawingml/2006/main">
            <a:pathLst>
              <a:path w="158153" h="292694">
                <a:moveTo>
                  <a:pt x="0" y="157283"/>
                </a:moveTo>
                <a:lnTo>
                  <a:pt x="79931" y="79077"/>
                </a:lnTo>
                <a:lnTo>
                  <a:pt x="158153" y="158991"/>
                </a:lnTo>
                <a:lnTo>
                  <a:pt x="80785" y="0"/>
                </a:lnTo>
                <a:lnTo>
                  <a:pt x="0" y="157283"/>
                </a:lnTo>
                <a:moveTo>
                  <a:pt x="87506" y="292694"/>
                </a:moveTo>
                <a:lnTo>
                  <a:pt x="90021" y="59418"/>
                </a:lnTo>
                <a:lnTo>
                  <a:pt x="70252" y="59196"/>
                </a:lnTo>
                <a:lnTo>
                  <a:pt x="67738" y="292473"/>
                </a:lnTo>
                <a:lnTo>
                  <a:pt x="87506" y="292694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64">
            <a:extLst xmlns:a="http://schemas.openxmlformats.org/drawingml/2006/main">
              <a:ext uri="{FF2B5EF4-FFF2-40B4-BE49-F238E27FC236}">
                <a16:creationId xmlns:a16="http://schemas.microsoft.com/office/drawing/2014/main" id="{BF6E4EC7-B8E2-4E47-9FE8-47426479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339" y="2752354"/>
            <a:ext cx="158153" cy="360589"/>
          </a:xfrm>
          <a:custGeom xmlns:a="http://schemas.openxmlformats.org/drawingml/2006/main">
            <a:pathLst>
              <a:path w="158153" h="360589">
                <a:moveTo>
                  <a:pt x="0" y="158153"/>
                </a:moveTo>
                <a:lnTo>
                  <a:pt x="79077" y="79077"/>
                </a:lnTo>
                <a:lnTo>
                  <a:pt x="158153" y="158153"/>
                </a:lnTo>
                <a:lnTo>
                  <a:pt x="79077" y="0"/>
                </a:lnTo>
                <a:lnTo>
                  <a:pt x="0" y="158153"/>
                </a:lnTo>
                <a:moveTo>
                  <a:pt x="88962" y="360589"/>
                </a:moveTo>
                <a:lnTo>
                  <a:pt x="88962" y="59307"/>
                </a:lnTo>
                <a:lnTo>
                  <a:pt x="69192" y="59307"/>
                </a:lnTo>
                <a:lnTo>
                  <a:pt x="69192" y="360589"/>
                </a:lnTo>
                <a:lnTo>
                  <a:pt x="88962" y="360589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65">
            <a:extLst xmlns:a="http://schemas.openxmlformats.org/drawingml/2006/main">
              <a:ext uri="{FF2B5EF4-FFF2-40B4-BE49-F238E27FC236}">
                <a16:creationId xmlns:a16="http://schemas.microsoft.com/office/drawing/2014/main" id="{63AAE456-27B7-4609-8E28-A5F04210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869" y="2302250"/>
            <a:ext cx="5186789" cy="455481"/>
          </a:xfrm>
          <a:custGeom xmlns:a="http://schemas.openxmlformats.org/drawingml/2006/main">
            <a:pathLst>
              <a:path w="5186789" h="455481">
                <a:moveTo>
                  <a:pt x="0" y="0"/>
                </a:moveTo>
                <a:lnTo>
                  <a:pt x="0" y="455481"/>
                </a:lnTo>
                <a:lnTo>
                  <a:pt x="5186789" y="455481"/>
                </a:lnTo>
                <a:lnTo>
                  <a:pt x="5186789" y="0"/>
                </a:lnTo>
                <a:close/>
              </a:path>
            </a:pathLst>
          </a:custGeom>
          <a:solidFill xmlns:a="http://schemas.openxmlformats.org/drawingml/2006/main">
            <a:srgbClr val="D4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66">
            <a:extLst xmlns:a="http://schemas.openxmlformats.org/drawingml/2006/main">
              <a:ext uri="{FF2B5EF4-FFF2-40B4-BE49-F238E27FC236}">
                <a16:creationId xmlns:a16="http://schemas.microsoft.com/office/drawing/2014/main" id="{7B1879E8-5E29-47BB-9A36-C4A85775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725" y="2348272"/>
            <a:ext cx="1443937" cy="372451"/>
          </a:xfrm>
          <a:custGeom xmlns:a="http://schemas.openxmlformats.org/drawingml/2006/main">
            <a:pathLst>
              <a:path w="1443937" h="372451">
                <a:moveTo>
                  <a:pt x="0" y="302468"/>
                </a:moveTo>
                <a:lnTo>
                  <a:pt x="0" y="207576"/>
                </a:lnTo>
                <a:lnTo>
                  <a:pt x="23723" y="207576"/>
                </a:lnTo>
                <a:lnTo>
                  <a:pt x="23723" y="302468"/>
                </a:lnTo>
                <a:lnTo>
                  <a:pt x="0" y="302468"/>
                </a:lnTo>
                <a:moveTo>
                  <a:pt x="0" y="136407"/>
                </a:moveTo>
                <a:lnTo>
                  <a:pt x="0" y="69682"/>
                </a:lnTo>
                <a:lnTo>
                  <a:pt x="348" y="62850"/>
                </a:lnTo>
                <a:lnTo>
                  <a:pt x="1407" y="55891"/>
                </a:lnTo>
                <a:lnTo>
                  <a:pt x="3131" y="49170"/>
                </a:lnTo>
                <a:lnTo>
                  <a:pt x="5487" y="42733"/>
                </a:lnTo>
                <a:lnTo>
                  <a:pt x="8018" y="37482"/>
                </a:lnTo>
                <a:lnTo>
                  <a:pt x="29384" y="47778"/>
                </a:lnTo>
                <a:lnTo>
                  <a:pt x="27106" y="52507"/>
                </a:lnTo>
                <a:lnTo>
                  <a:pt x="27566" y="51431"/>
                </a:lnTo>
                <a:lnTo>
                  <a:pt x="25621" y="56777"/>
                </a:lnTo>
                <a:lnTo>
                  <a:pt x="25968" y="55654"/>
                </a:lnTo>
                <a:lnTo>
                  <a:pt x="24529" y="61221"/>
                </a:lnTo>
                <a:lnTo>
                  <a:pt x="24767" y="60066"/>
                </a:lnTo>
                <a:lnTo>
                  <a:pt x="23881" y="65823"/>
                </a:lnTo>
                <a:lnTo>
                  <a:pt x="24008" y="64637"/>
                </a:lnTo>
                <a:lnTo>
                  <a:pt x="23707" y="70584"/>
                </a:lnTo>
                <a:lnTo>
                  <a:pt x="23723" y="69983"/>
                </a:lnTo>
                <a:lnTo>
                  <a:pt x="23723" y="136407"/>
                </a:lnTo>
                <a:lnTo>
                  <a:pt x="0" y="136407"/>
                </a:lnTo>
                <a:moveTo>
                  <a:pt x="78349" y="0"/>
                </a:moveTo>
                <a:lnTo>
                  <a:pt x="173241" y="0"/>
                </a:lnTo>
                <a:lnTo>
                  <a:pt x="173241" y="23723"/>
                </a:lnTo>
                <a:lnTo>
                  <a:pt x="78349" y="23723"/>
                </a:lnTo>
                <a:lnTo>
                  <a:pt x="78349" y="0"/>
                </a:lnTo>
                <a:moveTo>
                  <a:pt x="244410" y="0"/>
                </a:moveTo>
                <a:lnTo>
                  <a:pt x="339301" y="0"/>
                </a:lnTo>
                <a:lnTo>
                  <a:pt x="339301" y="23723"/>
                </a:lnTo>
                <a:lnTo>
                  <a:pt x="244410" y="23723"/>
                </a:lnTo>
                <a:lnTo>
                  <a:pt x="244410" y="0"/>
                </a:lnTo>
                <a:moveTo>
                  <a:pt x="410470" y="0"/>
                </a:moveTo>
                <a:lnTo>
                  <a:pt x="505362" y="0"/>
                </a:lnTo>
                <a:lnTo>
                  <a:pt x="505362" y="23723"/>
                </a:lnTo>
                <a:lnTo>
                  <a:pt x="410470" y="23723"/>
                </a:lnTo>
                <a:lnTo>
                  <a:pt x="410470" y="0"/>
                </a:lnTo>
                <a:moveTo>
                  <a:pt x="576531" y="0"/>
                </a:moveTo>
                <a:lnTo>
                  <a:pt x="671423" y="0"/>
                </a:lnTo>
                <a:lnTo>
                  <a:pt x="671423" y="23723"/>
                </a:lnTo>
                <a:lnTo>
                  <a:pt x="576531" y="23723"/>
                </a:lnTo>
                <a:lnTo>
                  <a:pt x="576531" y="0"/>
                </a:lnTo>
                <a:moveTo>
                  <a:pt x="742592" y="0"/>
                </a:moveTo>
                <a:lnTo>
                  <a:pt x="837484" y="0"/>
                </a:lnTo>
                <a:lnTo>
                  <a:pt x="837484" y="23723"/>
                </a:lnTo>
                <a:lnTo>
                  <a:pt x="742592" y="23723"/>
                </a:lnTo>
                <a:lnTo>
                  <a:pt x="742592" y="0"/>
                </a:lnTo>
                <a:moveTo>
                  <a:pt x="908653" y="0"/>
                </a:moveTo>
                <a:lnTo>
                  <a:pt x="1003545" y="0"/>
                </a:lnTo>
                <a:lnTo>
                  <a:pt x="1003545" y="23723"/>
                </a:lnTo>
                <a:lnTo>
                  <a:pt x="908653" y="23723"/>
                </a:lnTo>
                <a:lnTo>
                  <a:pt x="908653" y="0"/>
                </a:lnTo>
                <a:moveTo>
                  <a:pt x="1074713" y="0"/>
                </a:moveTo>
                <a:lnTo>
                  <a:pt x="1169605" y="0"/>
                </a:lnTo>
                <a:lnTo>
                  <a:pt x="1169605" y="23723"/>
                </a:lnTo>
                <a:lnTo>
                  <a:pt x="1074713" y="23723"/>
                </a:lnTo>
                <a:lnTo>
                  <a:pt x="1074713" y="0"/>
                </a:lnTo>
                <a:moveTo>
                  <a:pt x="1240774" y="0"/>
                </a:moveTo>
                <a:lnTo>
                  <a:pt x="1335666" y="0"/>
                </a:lnTo>
                <a:lnTo>
                  <a:pt x="1335666" y="23723"/>
                </a:lnTo>
                <a:lnTo>
                  <a:pt x="1240774" y="23723"/>
                </a:lnTo>
                <a:lnTo>
                  <a:pt x="1240774" y="0"/>
                </a:lnTo>
                <a:moveTo>
                  <a:pt x="1411248" y="10818"/>
                </a:moveTo>
                <a:lnTo>
                  <a:pt x="1413097" y="11941"/>
                </a:lnTo>
                <a:lnTo>
                  <a:pt x="1418475" y="15973"/>
                </a:lnTo>
                <a:lnTo>
                  <a:pt x="1423457" y="20481"/>
                </a:lnTo>
                <a:lnTo>
                  <a:pt x="1427964" y="25463"/>
                </a:lnTo>
                <a:lnTo>
                  <a:pt x="1431997" y="30840"/>
                </a:lnTo>
                <a:lnTo>
                  <a:pt x="1435491" y="36613"/>
                </a:lnTo>
                <a:lnTo>
                  <a:pt x="1438449" y="42733"/>
                </a:lnTo>
                <a:lnTo>
                  <a:pt x="1440806" y="49170"/>
                </a:lnTo>
                <a:lnTo>
                  <a:pt x="1442529" y="55891"/>
                </a:lnTo>
                <a:lnTo>
                  <a:pt x="1443590" y="62850"/>
                </a:lnTo>
                <a:lnTo>
                  <a:pt x="1443937" y="69682"/>
                </a:lnTo>
                <a:lnTo>
                  <a:pt x="1443937" y="106484"/>
                </a:lnTo>
                <a:lnTo>
                  <a:pt x="1420214" y="106484"/>
                </a:lnTo>
                <a:lnTo>
                  <a:pt x="1420214" y="69983"/>
                </a:lnTo>
                <a:lnTo>
                  <a:pt x="1420231" y="70584"/>
                </a:lnTo>
                <a:lnTo>
                  <a:pt x="1419930" y="64637"/>
                </a:lnTo>
                <a:lnTo>
                  <a:pt x="1420056" y="65823"/>
                </a:lnTo>
                <a:lnTo>
                  <a:pt x="1419170" y="60066"/>
                </a:lnTo>
                <a:lnTo>
                  <a:pt x="1419408" y="61221"/>
                </a:lnTo>
                <a:lnTo>
                  <a:pt x="1417968" y="55654"/>
                </a:lnTo>
                <a:lnTo>
                  <a:pt x="1418317" y="56777"/>
                </a:lnTo>
                <a:lnTo>
                  <a:pt x="1416372" y="51431"/>
                </a:lnTo>
                <a:lnTo>
                  <a:pt x="1416830" y="52507"/>
                </a:lnTo>
                <a:lnTo>
                  <a:pt x="1414379" y="47430"/>
                </a:lnTo>
                <a:lnTo>
                  <a:pt x="1414916" y="48442"/>
                </a:lnTo>
                <a:lnTo>
                  <a:pt x="1412007" y="43650"/>
                </a:lnTo>
                <a:lnTo>
                  <a:pt x="1412654" y="44584"/>
                </a:lnTo>
                <a:lnTo>
                  <a:pt x="1409301" y="40123"/>
                </a:lnTo>
                <a:lnTo>
                  <a:pt x="1410029" y="40993"/>
                </a:lnTo>
                <a:lnTo>
                  <a:pt x="1406282" y="36865"/>
                </a:lnTo>
                <a:lnTo>
                  <a:pt x="1407072" y="37656"/>
                </a:lnTo>
                <a:lnTo>
                  <a:pt x="1402945" y="33908"/>
                </a:lnTo>
                <a:lnTo>
                  <a:pt x="1403814" y="34635"/>
                </a:lnTo>
                <a:lnTo>
                  <a:pt x="1399354" y="31283"/>
                </a:lnTo>
                <a:lnTo>
                  <a:pt x="1400288" y="31931"/>
                </a:lnTo>
                <a:lnTo>
                  <a:pt x="1398927" y="31093"/>
                </a:lnTo>
                <a:lnTo>
                  <a:pt x="1411248" y="10818"/>
                </a:lnTo>
                <a:moveTo>
                  <a:pt x="1443937" y="177653"/>
                </a:moveTo>
                <a:lnTo>
                  <a:pt x="1443937" y="272545"/>
                </a:lnTo>
                <a:lnTo>
                  <a:pt x="1420214" y="272545"/>
                </a:lnTo>
                <a:lnTo>
                  <a:pt x="1420214" y="177653"/>
                </a:lnTo>
                <a:lnTo>
                  <a:pt x="1443937" y="177653"/>
                </a:lnTo>
                <a:moveTo>
                  <a:pt x="1426778" y="348285"/>
                </a:moveTo>
                <a:lnTo>
                  <a:pt x="1423457" y="351970"/>
                </a:lnTo>
                <a:lnTo>
                  <a:pt x="1418475" y="356477"/>
                </a:lnTo>
                <a:lnTo>
                  <a:pt x="1413097" y="360510"/>
                </a:lnTo>
                <a:lnTo>
                  <a:pt x="1407325" y="364005"/>
                </a:lnTo>
                <a:lnTo>
                  <a:pt x="1401204" y="366963"/>
                </a:lnTo>
                <a:lnTo>
                  <a:pt x="1394768" y="369319"/>
                </a:lnTo>
                <a:lnTo>
                  <a:pt x="1388046" y="371043"/>
                </a:lnTo>
                <a:lnTo>
                  <a:pt x="1381088" y="372103"/>
                </a:lnTo>
                <a:lnTo>
                  <a:pt x="1374256" y="372451"/>
                </a:lnTo>
                <a:lnTo>
                  <a:pt x="1329086" y="372451"/>
                </a:lnTo>
                <a:lnTo>
                  <a:pt x="1329086" y="348728"/>
                </a:lnTo>
                <a:lnTo>
                  <a:pt x="1373955" y="348728"/>
                </a:lnTo>
                <a:lnTo>
                  <a:pt x="1373353" y="348744"/>
                </a:lnTo>
                <a:lnTo>
                  <a:pt x="1379301" y="348443"/>
                </a:lnTo>
                <a:lnTo>
                  <a:pt x="1378115" y="348569"/>
                </a:lnTo>
                <a:lnTo>
                  <a:pt x="1383871" y="347684"/>
                </a:lnTo>
                <a:lnTo>
                  <a:pt x="1382717" y="347921"/>
                </a:lnTo>
                <a:lnTo>
                  <a:pt x="1388284" y="346482"/>
                </a:lnTo>
                <a:lnTo>
                  <a:pt x="1387161" y="346830"/>
                </a:lnTo>
                <a:lnTo>
                  <a:pt x="1392506" y="344884"/>
                </a:lnTo>
                <a:lnTo>
                  <a:pt x="1391431" y="345327"/>
                </a:lnTo>
                <a:lnTo>
                  <a:pt x="1396508" y="342892"/>
                </a:lnTo>
                <a:lnTo>
                  <a:pt x="1395495" y="343429"/>
                </a:lnTo>
                <a:lnTo>
                  <a:pt x="1400288" y="340520"/>
                </a:lnTo>
                <a:lnTo>
                  <a:pt x="1399354" y="341168"/>
                </a:lnTo>
                <a:lnTo>
                  <a:pt x="1403814" y="337815"/>
                </a:lnTo>
                <a:lnTo>
                  <a:pt x="1402945" y="338542"/>
                </a:lnTo>
                <a:lnTo>
                  <a:pt x="1407072" y="334794"/>
                </a:lnTo>
                <a:lnTo>
                  <a:pt x="1406282" y="335585"/>
                </a:lnTo>
                <a:lnTo>
                  <a:pt x="1409223" y="332343"/>
                </a:lnTo>
                <a:lnTo>
                  <a:pt x="1426778" y="348285"/>
                </a:lnTo>
                <a:moveTo>
                  <a:pt x="1257917" y="372451"/>
                </a:moveTo>
                <a:lnTo>
                  <a:pt x="1163026" y="372451"/>
                </a:lnTo>
                <a:lnTo>
                  <a:pt x="1163026" y="348728"/>
                </a:lnTo>
                <a:lnTo>
                  <a:pt x="1257917" y="348728"/>
                </a:lnTo>
                <a:lnTo>
                  <a:pt x="1257917" y="372451"/>
                </a:lnTo>
                <a:moveTo>
                  <a:pt x="1091857" y="372451"/>
                </a:moveTo>
                <a:lnTo>
                  <a:pt x="996965" y="372451"/>
                </a:lnTo>
                <a:lnTo>
                  <a:pt x="996965" y="348728"/>
                </a:lnTo>
                <a:lnTo>
                  <a:pt x="1091857" y="348728"/>
                </a:lnTo>
                <a:lnTo>
                  <a:pt x="1091857" y="372451"/>
                </a:lnTo>
                <a:moveTo>
                  <a:pt x="925796" y="372451"/>
                </a:moveTo>
                <a:lnTo>
                  <a:pt x="830904" y="372451"/>
                </a:lnTo>
                <a:lnTo>
                  <a:pt x="830904" y="348728"/>
                </a:lnTo>
                <a:lnTo>
                  <a:pt x="925796" y="348728"/>
                </a:lnTo>
                <a:lnTo>
                  <a:pt x="925796" y="372451"/>
                </a:lnTo>
                <a:moveTo>
                  <a:pt x="759735" y="372451"/>
                </a:moveTo>
                <a:lnTo>
                  <a:pt x="664843" y="372451"/>
                </a:lnTo>
                <a:lnTo>
                  <a:pt x="664843" y="348728"/>
                </a:lnTo>
                <a:lnTo>
                  <a:pt x="759735" y="348728"/>
                </a:lnTo>
                <a:lnTo>
                  <a:pt x="759735" y="372451"/>
                </a:lnTo>
                <a:moveTo>
                  <a:pt x="593674" y="372451"/>
                </a:moveTo>
                <a:lnTo>
                  <a:pt x="498782" y="372451"/>
                </a:lnTo>
                <a:lnTo>
                  <a:pt x="498782" y="348728"/>
                </a:lnTo>
                <a:lnTo>
                  <a:pt x="593674" y="348728"/>
                </a:lnTo>
                <a:lnTo>
                  <a:pt x="593674" y="372451"/>
                </a:lnTo>
                <a:moveTo>
                  <a:pt x="427613" y="372451"/>
                </a:moveTo>
                <a:lnTo>
                  <a:pt x="332722" y="372451"/>
                </a:lnTo>
                <a:lnTo>
                  <a:pt x="332722" y="348728"/>
                </a:lnTo>
                <a:lnTo>
                  <a:pt x="427613" y="348728"/>
                </a:lnTo>
                <a:lnTo>
                  <a:pt x="427613" y="372451"/>
                </a:lnTo>
                <a:moveTo>
                  <a:pt x="261553" y="372451"/>
                </a:moveTo>
                <a:lnTo>
                  <a:pt x="166661" y="372451"/>
                </a:lnTo>
                <a:lnTo>
                  <a:pt x="166661" y="348728"/>
                </a:lnTo>
                <a:lnTo>
                  <a:pt x="261553" y="348728"/>
                </a:lnTo>
                <a:lnTo>
                  <a:pt x="261553" y="372451"/>
                </a:lnTo>
                <a:moveTo>
                  <a:pt x="95492" y="372451"/>
                </a:moveTo>
                <a:lnTo>
                  <a:pt x="69682" y="372451"/>
                </a:lnTo>
                <a:lnTo>
                  <a:pt x="62850" y="372103"/>
                </a:lnTo>
                <a:lnTo>
                  <a:pt x="55891" y="371043"/>
                </a:lnTo>
                <a:lnTo>
                  <a:pt x="49169" y="369319"/>
                </a:lnTo>
                <a:lnTo>
                  <a:pt x="42732" y="366963"/>
                </a:lnTo>
                <a:lnTo>
                  <a:pt x="36612" y="364005"/>
                </a:lnTo>
                <a:lnTo>
                  <a:pt x="30840" y="360510"/>
                </a:lnTo>
                <a:lnTo>
                  <a:pt x="25446" y="356477"/>
                </a:lnTo>
                <a:lnTo>
                  <a:pt x="20480" y="351970"/>
                </a:lnTo>
                <a:lnTo>
                  <a:pt x="15973" y="346988"/>
                </a:lnTo>
                <a:lnTo>
                  <a:pt x="11940" y="341611"/>
                </a:lnTo>
                <a:lnTo>
                  <a:pt x="8445" y="335838"/>
                </a:lnTo>
                <a:lnTo>
                  <a:pt x="5487" y="329717"/>
                </a:lnTo>
                <a:lnTo>
                  <a:pt x="4839" y="327915"/>
                </a:lnTo>
                <a:lnTo>
                  <a:pt x="27106" y="319770"/>
                </a:lnTo>
                <a:lnTo>
                  <a:pt x="27566" y="321019"/>
                </a:lnTo>
                <a:lnTo>
                  <a:pt x="27106" y="319944"/>
                </a:lnTo>
                <a:lnTo>
                  <a:pt x="29559" y="325021"/>
                </a:lnTo>
                <a:lnTo>
                  <a:pt x="29020" y="324008"/>
                </a:lnTo>
                <a:lnTo>
                  <a:pt x="31931" y="328800"/>
                </a:lnTo>
                <a:lnTo>
                  <a:pt x="31282" y="327867"/>
                </a:lnTo>
                <a:lnTo>
                  <a:pt x="34635" y="332327"/>
                </a:lnTo>
                <a:lnTo>
                  <a:pt x="33908" y="331457"/>
                </a:lnTo>
                <a:lnTo>
                  <a:pt x="37656" y="335585"/>
                </a:lnTo>
                <a:lnTo>
                  <a:pt x="36865" y="334794"/>
                </a:lnTo>
                <a:lnTo>
                  <a:pt x="40993" y="338542"/>
                </a:lnTo>
                <a:lnTo>
                  <a:pt x="40123" y="337815"/>
                </a:lnTo>
                <a:lnTo>
                  <a:pt x="44583" y="341168"/>
                </a:lnTo>
                <a:lnTo>
                  <a:pt x="43650" y="340520"/>
                </a:lnTo>
                <a:lnTo>
                  <a:pt x="48441" y="343429"/>
                </a:lnTo>
                <a:lnTo>
                  <a:pt x="47430" y="342892"/>
                </a:lnTo>
                <a:lnTo>
                  <a:pt x="52506" y="345327"/>
                </a:lnTo>
                <a:lnTo>
                  <a:pt x="51432" y="344884"/>
                </a:lnTo>
                <a:lnTo>
                  <a:pt x="56777" y="346830"/>
                </a:lnTo>
                <a:lnTo>
                  <a:pt x="55654" y="346482"/>
                </a:lnTo>
                <a:lnTo>
                  <a:pt x="61221" y="347921"/>
                </a:lnTo>
                <a:lnTo>
                  <a:pt x="60066" y="347684"/>
                </a:lnTo>
                <a:lnTo>
                  <a:pt x="65823" y="348569"/>
                </a:lnTo>
                <a:lnTo>
                  <a:pt x="64637" y="348443"/>
                </a:lnTo>
                <a:lnTo>
                  <a:pt x="70584" y="348744"/>
                </a:lnTo>
                <a:lnTo>
                  <a:pt x="69982" y="348728"/>
                </a:lnTo>
                <a:lnTo>
                  <a:pt x="95492" y="348728"/>
                </a:lnTo>
                <a:lnTo>
                  <a:pt x="95492" y="37245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67">
            <a:extLst xmlns:a="http://schemas.openxmlformats.org/drawingml/2006/main">
              <a:ext uri="{FF2B5EF4-FFF2-40B4-BE49-F238E27FC236}">
                <a16:creationId xmlns:a16="http://schemas.microsoft.com/office/drawing/2014/main" id="{E5D8D0F5-D092-4E2D-96B8-C3E1EF82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74" y="2412324"/>
            <a:ext cx="258106" cy="260003"/>
          </a:xfrm>
          <a:custGeom xmlns:a="http://schemas.openxmlformats.org/drawingml/2006/main">
            <a:pathLst>
              <a:path w="258106" h="260003">
                <a:moveTo>
                  <a:pt x="0" y="0"/>
                </a:moveTo>
                <a:lnTo>
                  <a:pt x="0" y="260003"/>
                </a:lnTo>
                <a:lnTo>
                  <a:pt x="258106" y="260003"/>
                </a:lnTo>
                <a:lnTo>
                  <a:pt x="258106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168">
            <a:extLst xmlns:a="http://schemas.openxmlformats.org/drawingml/2006/main">
              <a:ext uri="{FF2B5EF4-FFF2-40B4-BE49-F238E27FC236}">
                <a16:creationId xmlns:a16="http://schemas.microsoft.com/office/drawing/2014/main" id="{0FFC2856-5D7E-4727-86B7-CF77B110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716" y="2412324"/>
            <a:ext cx="258105" cy="260003"/>
          </a:xfrm>
          <a:custGeom xmlns:a="http://schemas.openxmlformats.org/drawingml/2006/main">
            <a:pathLst>
              <a:path w="258105" h="260003">
                <a:moveTo>
                  <a:pt x="0" y="0"/>
                </a:moveTo>
                <a:lnTo>
                  <a:pt x="0" y="260003"/>
                </a:lnTo>
                <a:lnTo>
                  <a:pt x="258105" y="260003"/>
                </a:lnTo>
                <a:lnTo>
                  <a:pt x="258105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169">
            <a:extLst xmlns:a="http://schemas.openxmlformats.org/drawingml/2006/main">
              <a:ext uri="{FF2B5EF4-FFF2-40B4-BE49-F238E27FC236}">
                <a16:creationId xmlns:a16="http://schemas.microsoft.com/office/drawing/2014/main" id="{777420FC-25A8-4E11-9D6D-D3DDAF6F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757" y="2412324"/>
            <a:ext cx="256208" cy="260003"/>
          </a:xfrm>
          <a:custGeom xmlns:a="http://schemas.openxmlformats.org/drawingml/2006/main">
            <a:pathLst>
              <a:path w="256208" h="260003">
                <a:moveTo>
                  <a:pt x="0" y="0"/>
                </a:moveTo>
                <a:lnTo>
                  <a:pt x="0" y="260003"/>
                </a:lnTo>
                <a:lnTo>
                  <a:pt x="256208" y="260003"/>
                </a:lnTo>
                <a:lnTo>
                  <a:pt x="256208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70">
            <a:extLst xmlns:a="http://schemas.openxmlformats.org/drawingml/2006/main">
              <a:ext uri="{FF2B5EF4-FFF2-40B4-BE49-F238E27FC236}">
                <a16:creationId xmlns:a16="http://schemas.microsoft.com/office/drawing/2014/main" id="{FA3AE631-931E-418E-B4AB-52B5530E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293" y="2348272"/>
            <a:ext cx="1326114" cy="372451"/>
          </a:xfrm>
          <a:custGeom xmlns:a="http://schemas.openxmlformats.org/drawingml/2006/main">
            <a:pathLst>
              <a:path w="1326114" h="372451">
                <a:moveTo>
                  <a:pt x="0" y="302468"/>
                </a:moveTo>
                <a:lnTo>
                  <a:pt x="0" y="207576"/>
                </a:lnTo>
                <a:lnTo>
                  <a:pt x="23723" y="207576"/>
                </a:lnTo>
                <a:lnTo>
                  <a:pt x="23723" y="302468"/>
                </a:lnTo>
                <a:lnTo>
                  <a:pt x="0" y="302468"/>
                </a:lnTo>
                <a:moveTo>
                  <a:pt x="0" y="136407"/>
                </a:moveTo>
                <a:lnTo>
                  <a:pt x="0" y="69682"/>
                </a:lnTo>
                <a:lnTo>
                  <a:pt x="348" y="62850"/>
                </a:lnTo>
                <a:lnTo>
                  <a:pt x="1408" y="55891"/>
                </a:lnTo>
                <a:lnTo>
                  <a:pt x="3131" y="49170"/>
                </a:lnTo>
                <a:lnTo>
                  <a:pt x="5488" y="42733"/>
                </a:lnTo>
                <a:lnTo>
                  <a:pt x="8018" y="37482"/>
                </a:lnTo>
                <a:lnTo>
                  <a:pt x="29384" y="47778"/>
                </a:lnTo>
                <a:lnTo>
                  <a:pt x="27108" y="52507"/>
                </a:lnTo>
                <a:lnTo>
                  <a:pt x="27566" y="51431"/>
                </a:lnTo>
                <a:lnTo>
                  <a:pt x="25621" y="56777"/>
                </a:lnTo>
                <a:lnTo>
                  <a:pt x="25968" y="55654"/>
                </a:lnTo>
                <a:lnTo>
                  <a:pt x="24530" y="61221"/>
                </a:lnTo>
                <a:lnTo>
                  <a:pt x="24767" y="60066"/>
                </a:lnTo>
                <a:lnTo>
                  <a:pt x="23881" y="65823"/>
                </a:lnTo>
                <a:lnTo>
                  <a:pt x="24008" y="64637"/>
                </a:lnTo>
                <a:lnTo>
                  <a:pt x="23708" y="70584"/>
                </a:lnTo>
                <a:lnTo>
                  <a:pt x="23723" y="69983"/>
                </a:lnTo>
                <a:lnTo>
                  <a:pt x="23723" y="136407"/>
                </a:lnTo>
                <a:lnTo>
                  <a:pt x="0" y="136407"/>
                </a:lnTo>
                <a:moveTo>
                  <a:pt x="78349" y="0"/>
                </a:moveTo>
                <a:lnTo>
                  <a:pt x="173241" y="0"/>
                </a:lnTo>
                <a:lnTo>
                  <a:pt x="173241" y="23723"/>
                </a:lnTo>
                <a:lnTo>
                  <a:pt x="78349" y="23723"/>
                </a:lnTo>
                <a:lnTo>
                  <a:pt x="78349" y="0"/>
                </a:lnTo>
                <a:moveTo>
                  <a:pt x="244410" y="0"/>
                </a:moveTo>
                <a:lnTo>
                  <a:pt x="339301" y="0"/>
                </a:lnTo>
                <a:lnTo>
                  <a:pt x="339301" y="23723"/>
                </a:lnTo>
                <a:lnTo>
                  <a:pt x="244410" y="23723"/>
                </a:lnTo>
                <a:lnTo>
                  <a:pt x="244410" y="0"/>
                </a:lnTo>
                <a:moveTo>
                  <a:pt x="410470" y="0"/>
                </a:moveTo>
                <a:lnTo>
                  <a:pt x="505362" y="0"/>
                </a:lnTo>
                <a:lnTo>
                  <a:pt x="505362" y="23723"/>
                </a:lnTo>
                <a:lnTo>
                  <a:pt x="410470" y="23723"/>
                </a:lnTo>
                <a:lnTo>
                  <a:pt x="410470" y="0"/>
                </a:lnTo>
                <a:moveTo>
                  <a:pt x="576531" y="0"/>
                </a:moveTo>
                <a:lnTo>
                  <a:pt x="671423" y="0"/>
                </a:lnTo>
                <a:lnTo>
                  <a:pt x="671423" y="23723"/>
                </a:lnTo>
                <a:lnTo>
                  <a:pt x="576531" y="23723"/>
                </a:lnTo>
                <a:lnTo>
                  <a:pt x="576531" y="0"/>
                </a:lnTo>
                <a:moveTo>
                  <a:pt x="742592" y="0"/>
                </a:moveTo>
                <a:lnTo>
                  <a:pt x="837484" y="0"/>
                </a:lnTo>
                <a:lnTo>
                  <a:pt x="837484" y="23723"/>
                </a:lnTo>
                <a:lnTo>
                  <a:pt x="742592" y="23723"/>
                </a:lnTo>
                <a:lnTo>
                  <a:pt x="742592" y="0"/>
                </a:lnTo>
                <a:moveTo>
                  <a:pt x="908653" y="0"/>
                </a:moveTo>
                <a:lnTo>
                  <a:pt x="1003545" y="0"/>
                </a:lnTo>
                <a:lnTo>
                  <a:pt x="1003545" y="23723"/>
                </a:lnTo>
                <a:lnTo>
                  <a:pt x="908653" y="23723"/>
                </a:lnTo>
                <a:lnTo>
                  <a:pt x="908653" y="0"/>
                </a:lnTo>
                <a:moveTo>
                  <a:pt x="1074715" y="0"/>
                </a:moveTo>
                <a:lnTo>
                  <a:pt x="1169607" y="0"/>
                </a:lnTo>
                <a:lnTo>
                  <a:pt x="1169607" y="23723"/>
                </a:lnTo>
                <a:lnTo>
                  <a:pt x="1074715" y="23723"/>
                </a:lnTo>
                <a:lnTo>
                  <a:pt x="1074715" y="0"/>
                </a:lnTo>
                <a:moveTo>
                  <a:pt x="1240775" y="0"/>
                </a:moveTo>
                <a:lnTo>
                  <a:pt x="1256431" y="0"/>
                </a:lnTo>
                <a:lnTo>
                  <a:pt x="1263265" y="348"/>
                </a:lnTo>
                <a:lnTo>
                  <a:pt x="1270222" y="1408"/>
                </a:lnTo>
                <a:lnTo>
                  <a:pt x="1276944" y="3131"/>
                </a:lnTo>
                <a:lnTo>
                  <a:pt x="1283381" y="5488"/>
                </a:lnTo>
                <a:lnTo>
                  <a:pt x="1289502" y="8445"/>
                </a:lnTo>
                <a:lnTo>
                  <a:pt x="1295274" y="11941"/>
                </a:lnTo>
                <a:lnTo>
                  <a:pt x="1300651" y="15973"/>
                </a:lnTo>
                <a:lnTo>
                  <a:pt x="1305617" y="20481"/>
                </a:lnTo>
                <a:lnTo>
                  <a:pt x="1310141" y="25463"/>
                </a:lnTo>
                <a:lnTo>
                  <a:pt x="1314173" y="30840"/>
                </a:lnTo>
                <a:lnTo>
                  <a:pt x="1317668" y="36613"/>
                </a:lnTo>
                <a:lnTo>
                  <a:pt x="1320625" y="42733"/>
                </a:lnTo>
                <a:lnTo>
                  <a:pt x="1322983" y="49170"/>
                </a:lnTo>
                <a:lnTo>
                  <a:pt x="1324706" y="55891"/>
                </a:lnTo>
                <a:lnTo>
                  <a:pt x="1324802" y="56524"/>
                </a:lnTo>
                <a:lnTo>
                  <a:pt x="1301347" y="60114"/>
                </a:lnTo>
                <a:lnTo>
                  <a:pt x="1301443" y="60652"/>
                </a:lnTo>
                <a:lnTo>
                  <a:pt x="1301347" y="60066"/>
                </a:lnTo>
                <a:lnTo>
                  <a:pt x="1301585" y="61221"/>
                </a:lnTo>
                <a:lnTo>
                  <a:pt x="1300145" y="55654"/>
                </a:lnTo>
                <a:lnTo>
                  <a:pt x="1300494" y="56777"/>
                </a:lnTo>
                <a:lnTo>
                  <a:pt x="1298547" y="51431"/>
                </a:lnTo>
                <a:lnTo>
                  <a:pt x="1298990" y="52507"/>
                </a:lnTo>
                <a:lnTo>
                  <a:pt x="1296555" y="47430"/>
                </a:lnTo>
                <a:lnTo>
                  <a:pt x="1297093" y="48442"/>
                </a:lnTo>
                <a:lnTo>
                  <a:pt x="1294183" y="43650"/>
                </a:lnTo>
                <a:lnTo>
                  <a:pt x="1294831" y="44584"/>
                </a:lnTo>
                <a:lnTo>
                  <a:pt x="1291478" y="40123"/>
                </a:lnTo>
                <a:lnTo>
                  <a:pt x="1292206" y="40993"/>
                </a:lnTo>
                <a:lnTo>
                  <a:pt x="1288457" y="36865"/>
                </a:lnTo>
                <a:lnTo>
                  <a:pt x="1289248" y="37656"/>
                </a:lnTo>
                <a:lnTo>
                  <a:pt x="1285120" y="33908"/>
                </a:lnTo>
                <a:lnTo>
                  <a:pt x="1285990" y="34635"/>
                </a:lnTo>
                <a:lnTo>
                  <a:pt x="1281530" y="31283"/>
                </a:lnTo>
                <a:lnTo>
                  <a:pt x="1282464" y="31931"/>
                </a:lnTo>
                <a:lnTo>
                  <a:pt x="1277671" y="29021"/>
                </a:lnTo>
                <a:lnTo>
                  <a:pt x="1278684" y="29559"/>
                </a:lnTo>
                <a:lnTo>
                  <a:pt x="1273607" y="27107"/>
                </a:lnTo>
                <a:lnTo>
                  <a:pt x="1274683" y="27566"/>
                </a:lnTo>
                <a:lnTo>
                  <a:pt x="1269336" y="25621"/>
                </a:lnTo>
                <a:lnTo>
                  <a:pt x="1270460" y="25969"/>
                </a:lnTo>
                <a:lnTo>
                  <a:pt x="1264893" y="24530"/>
                </a:lnTo>
                <a:lnTo>
                  <a:pt x="1266047" y="24767"/>
                </a:lnTo>
                <a:lnTo>
                  <a:pt x="1260274" y="23881"/>
                </a:lnTo>
                <a:lnTo>
                  <a:pt x="1261476" y="24008"/>
                </a:lnTo>
                <a:lnTo>
                  <a:pt x="1255530" y="23707"/>
                </a:lnTo>
                <a:lnTo>
                  <a:pt x="1256130" y="23723"/>
                </a:lnTo>
                <a:lnTo>
                  <a:pt x="1240775" y="23723"/>
                </a:lnTo>
                <a:lnTo>
                  <a:pt x="1240775" y="0"/>
                </a:lnTo>
                <a:moveTo>
                  <a:pt x="1326114" y="129417"/>
                </a:moveTo>
                <a:lnTo>
                  <a:pt x="1326114" y="224309"/>
                </a:lnTo>
                <a:lnTo>
                  <a:pt x="1302391" y="224309"/>
                </a:lnTo>
                <a:lnTo>
                  <a:pt x="1302391" y="129417"/>
                </a:lnTo>
                <a:lnTo>
                  <a:pt x="1326114" y="129417"/>
                </a:lnTo>
                <a:moveTo>
                  <a:pt x="1326114" y="295478"/>
                </a:moveTo>
                <a:lnTo>
                  <a:pt x="1326114" y="302768"/>
                </a:lnTo>
                <a:lnTo>
                  <a:pt x="1325766" y="309601"/>
                </a:lnTo>
                <a:lnTo>
                  <a:pt x="1324706" y="316559"/>
                </a:lnTo>
                <a:lnTo>
                  <a:pt x="1322983" y="323281"/>
                </a:lnTo>
                <a:lnTo>
                  <a:pt x="1320625" y="329717"/>
                </a:lnTo>
                <a:lnTo>
                  <a:pt x="1317668" y="335838"/>
                </a:lnTo>
                <a:lnTo>
                  <a:pt x="1314173" y="341611"/>
                </a:lnTo>
                <a:lnTo>
                  <a:pt x="1310141" y="346988"/>
                </a:lnTo>
                <a:lnTo>
                  <a:pt x="1305617" y="351970"/>
                </a:lnTo>
                <a:lnTo>
                  <a:pt x="1300651" y="356477"/>
                </a:lnTo>
                <a:lnTo>
                  <a:pt x="1295274" y="360510"/>
                </a:lnTo>
                <a:lnTo>
                  <a:pt x="1289502" y="364005"/>
                </a:lnTo>
                <a:lnTo>
                  <a:pt x="1283381" y="366963"/>
                </a:lnTo>
                <a:lnTo>
                  <a:pt x="1276944" y="369319"/>
                </a:lnTo>
                <a:lnTo>
                  <a:pt x="1270222" y="371043"/>
                </a:lnTo>
                <a:lnTo>
                  <a:pt x="1263265" y="372103"/>
                </a:lnTo>
                <a:lnTo>
                  <a:pt x="1260101" y="372261"/>
                </a:lnTo>
                <a:lnTo>
                  <a:pt x="1258899" y="348569"/>
                </a:lnTo>
                <a:lnTo>
                  <a:pt x="1261476" y="348443"/>
                </a:lnTo>
                <a:lnTo>
                  <a:pt x="1260274" y="348569"/>
                </a:lnTo>
                <a:lnTo>
                  <a:pt x="1266047" y="347684"/>
                </a:lnTo>
                <a:lnTo>
                  <a:pt x="1264893" y="347921"/>
                </a:lnTo>
                <a:lnTo>
                  <a:pt x="1270460" y="346482"/>
                </a:lnTo>
                <a:lnTo>
                  <a:pt x="1269336" y="346830"/>
                </a:lnTo>
                <a:lnTo>
                  <a:pt x="1274683" y="344884"/>
                </a:lnTo>
                <a:lnTo>
                  <a:pt x="1273607" y="345327"/>
                </a:lnTo>
                <a:lnTo>
                  <a:pt x="1278684" y="342892"/>
                </a:lnTo>
                <a:lnTo>
                  <a:pt x="1277671" y="343429"/>
                </a:lnTo>
                <a:lnTo>
                  <a:pt x="1282464" y="340520"/>
                </a:lnTo>
                <a:lnTo>
                  <a:pt x="1281530" y="341168"/>
                </a:lnTo>
                <a:lnTo>
                  <a:pt x="1285990" y="337815"/>
                </a:lnTo>
                <a:lnTo>
                  <a:pt x="1285120" y="338542"/>
                </a:lnTo>
                <a:lnTo>
                  <a:pt x="1289248" y="334794"/>
                </a:lnTo>
                <a:lnTo>
                  <a:pt x="1288457" y="335585"/>
                </a:lnTo>
                <a:lnTo>
                  <a:pt x="1292206" y="331457"/>
                </a:lnTo>
                <a:lnTo>
                  <a:pt x="1291478" y="332327"/>
                </a:lnTo>
                <a:lnTo>
                  <a:pt x="1294831" y="327867"/>
                </a:lnTo>
                <a:lnTo>
                  <a:pt x="1294183" y="328800"/>
                </a:lnTo>
                <a:lnTo>
                  <a:pt x="1297093" y="324008"/>
                </a:lnTo>
                <a:lnTo>
                  <a:pt x="1296555" y="325021"/>
                </a:lnTo>
                <a:lnTo>
                  <a:pt x="1298990" y="319944"/>
                </a:lnTo>
                <a:lnTo>
                  <a:pt x="1298547" y="321019"/>
                </a:lnTo>
                <a:lnTo>
                  <a:pt x="1300494" y="315673"/>
                </a:lnTo>
                <a:lnTo>
                  <a:pt x="1300145" y="316796"/>
                </a:lnTo>
                <a:lnTo>
                  <a:pt x="1301585" y="311230"/>
                </a:lnTo>
                <a:lnTo>
                  <a:pt x="1301347" y="312384"/>
                </a:lnTo>
                <a:lnTo>
                  <a:pt x="1302233" y="306628"/>
                </a:lnTo>
                <a:lnTo>
                  <a:pt x="1302107" y="307813"/>
                </a:lnTo>
                <a:lnTo>
                  <a:pt x="1302407" y="301867"/>
                </a:lnTo>
                <a:lnTo>
                  <a:pt x="1302391" y="302468"/>
                </a:lnTo>
                <a:lnTo>
                  <a:pt x="1302391" y="295478"/>
                </a:lnTo>
                <a:lnTo>
                  <a:pt x="1326114" y="295478"/>
                </a:lnTo>
                <a:moveTo>
                  <a:pt x="1188331" y="372451"/>
                </a:moveTo>
                <a:lnTo>
                  <a:pt x="1093439" y="372451"/>
                </a:lnTo>
                <a:lnTo>
                  <a:pt x="1093439" y="348728"/>
                </a:lnTo>
                <a:lnTo>
                  <a:pt x="1188331" y="348728"/>
                </a:lnTo>
                <a:lnTo>
                  <a:pt x="1188331" y="372451"/>
                </a:lnTo>
                <a:moveTo>
                  <a:pt x="1022270" y="372451"/>
                </a:moveTo>
                <a:lnTo>
                  <a:pt x="927378" y="372451"/>
                </a:lnTo>
                <a:lnTo>
                  <a:pt x="927378" y="348728"/>
                </a:lnTo>
                <a:lnTo>
                  <a:pt x="1022270" y="348728"/>
                </a:lnTo>
                <a:lnTo>
                  <a:pt x="1022270" y="372451"/>
                </a:lnTo>
                <a:moveTo>
                  <a:pt x="856209" y="372451"/>
                </a:moveTo>
                <a:lnTo>
                  <a:pt x="761317" y="372451"/>
                </a:lnTo>
                <a:lnTo>
                  <a:pt x="761317" y="348728"/>
                </a:lnTo>
                <a:lnTo>
                  <a:pt x="856209" y="348728"/>
                </a:lnTo>
                <a:lnTo>
                  <a:pt x="856209" y="372451"/>
                </a:lnTo>
                <a:moveTo>
                  <a:pt x="690149" y="372451"/>
                </a:moveTo>
                <a:lnTo>
                  <a:pt x="595257" y="372451"/>
                </a:lnTo>
                <a:lnTo>
                  <a:pt x="595257" y="348728"/>
                </a:lnTo>
                <a:lnTo>
                  <a:pt x="690149" y="348728"/>
                </a:lnTo>
                <a:lnTo>
                  <a:pt x="690149" y="372451"/>
                </a:lnTo>
                <a:moveTo>
                  <a:pt x="524088" y="372451"/>
                </a:moveTo>
                <a:lnTo>
                  <a:pt x="429196" y="372451"/>
                </a:lnTo>
                <a:lnTo>
                  <a:pt x="429196" y="348728"/>
                </a:lnTo>
                <a:lnTo>
                  <a:pt x="524088" y="348728"/>
                </a:lnTo>
                <a:lnTo>
                  <a:pt x="524088" y="372451"/>
                </a:lnTo>
                <a:moveTo>
                  <a:pt x="358027" y="372451"/>
                </a:moveTo>
                <a:lnTo>
                  <a:pt x="263135" y="372451"/>
                </a:lnTo>
                <a:lnTo>
                  <a:pt x="263135" y="348728"/>
                </a:lnTo>
                <a:lnTo>
                  <a:pt x="358027" y="348728"/>
                </a:lnTo>
                <a:lnTo>
                  <a:pt x="358027" y="372451"/>
                </a:lnTo>
                <a:moveTo>
                  <a:pt x="191966" y="372451"/>
                </a:moveTo>
                <a:lnTo>
                  <a:pt x="97074" y="372451"/>
                </a:lnTo>
                <a:lnTo>
                  <a:pt x="97074" y="348728"/>
                </a:lnTo>
                <a:lnTo>
                  <a:pt x="191966" y="348728"/>
                </a:lnTo>
                <a:lnTo>
                  <a:pt x="191966" y="372451"/>
                </a:lnTo>
                <a:moveTo>
                  <a:pt x="22063" y="353393"/>
                </a:moveTo>
                <a:lnTo>
                  <a:pt x="20481" y="351970"/>
                </a:lnTo>
                <a:lnTo>
                  <a:pt x="15973" y="346988"/>
                </a:lnTo>
                <a:lnTo>
                  <a:pt x="11940" y="341611"/>
                </a:lnTo>
                <a:lnTo>
                  <a:pt x="8446" y="335838"/>
                </a:lnTo>
                <a:lnTo>
                  <a:pt x="5488" y="329717"/>
                </a:lnTo>
                <a:lnTo>
                  <a:pt x="3131" y="323281"/>
                </a:lnTo>
                <a:lnTo>
                  <a:pt x="1408" y="316559"/>
                </a:lnTo>
                <a:lnTo>
                  <a:pt x="348" y="309601"/>
                </a:lnTo>
                <a:lnTo>
                  <a:pt x="16" y="303069"/>
                </a:lnTo>
                <a:lnTo>
                  <a:pt x="23708" y="301867"/>
                </a:lnTo>
                <a:lnTo>
                  <a:pt x="24008" y="307813"/>
                </a:lnTo>
                <a:lnTo>
                  <a:pt x="23881" y="306628"/>
                </a:lnTo>
                <a:lnTo>
                  <a:pt x="24767" y="312384"/>
                </a:lnTo>
                <a:lnTo>
                  <a:pt x="24530" y="311230"/>
                </a:lnTo>
                <a:lnTo>
                  <a:pt x="25968" y="316796"/>
                </a:lnTo>
                <a:lnTo>
                  <a:pt x="25621" y="315673"/>
                </a:lnTo>
                <a:lnTo>
                  <a:pt x="27566" y="321019"/>
                </a:lnTo>
                <a:lnTo>
                  <a:pt x="27108" y="319944"/>
                </a:lnTo>
                <a:lnTo>
                  <a:pt x="29559" y="325021"/>
                </a:lnTo>
                <a:lnTo>
                  <a:pt x="29021" y="324008"/>
                </a:lnTo>
                <a:lnTo>
                  <a:pt x="31931" y="328800"/>
                </a:lnTo>
                <a:lnTo>
                  <a:pt x="31283" y="327867"/>
                </a:lnTo>
                <a:lnTo>
                  <a:pt x="34635" y="332327"/>
                </a:lnTo>
                <a:lnTo>
                  <a:pt x="33908" y="331457"/>
                </a:lnTo>
                <a:lnTo>
                  <a:pt x="37656" y="335585"/>
                </a:lnTo>
                <a:lnTo>
                  <a:pt x="36865" y="334794"/>
                </a:lnTo>
                <a:lnTo>
                  <a:pt x="38020" y="335838"/>
                </a:lnTo>
                <a:lnTo>
                  <a:pt x="22063" y="353393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71">
            <a:extLst xmlns:a="http://schemas.openxmlformats.org/drawingml/2006/main">
              <a:ext uri="{FF2B5EF4-FFF2-40B4-BE49-F238E27FC236}">
                <a16:creationId xmlns:a16="http://schemas.microsoft.com/office/drawing/2014/main" id="{C52AE166-F437-49A2-A117-BE325C88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702" y="2412324"/>
            <a:ext cx="258106" cy="260003"/>
          </a:xfrm>
          <a:custGeom xmlns:a="http://schemas.openxmlformats.org/drawingml/2006/main">
            <a:pathLst>
              <a:path w="258106" h="260003">
                <a:moveTo>
                  <a:pt x="0" y="0"/>
                </a:moveTo>
                <a:lnTo>
                  <a:pt x="0" y="260003"/>
                </a:lnTo>
                <a:lnTo>
                  <a:pt x="258106" y="260003"/>
                </a:lnTo>
                <a:lnTo>
                  <a:pt x="258106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ath-172">
            <a:extLst xmlns:a="http://schemas.openxmlformats.org/drawingml/2006/main">
              <a:ext uri="{FF2B5EF4-FFF2-40B4-BE49-F238E27FC236}">
                <a16:creationId xmlns:a16="http://schemas.microsoft.com/office/drawing/2014/main" id="{67DABF35-13B9-446E-9E3A-89BA216F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641" y="2412324"/>
            <a:ext cx="258106" cy="260003"/>
          </a:xfrm>
          <a:custGeom xmlns:a="http://schemas.openxmlformats.org/drawingml/2006/main">
            <a:pathLst>
              <a:path w="258106" h="260003">
                <a:moveTo>
                  <a:pt x="0" y="0"/>
                </a:moveTo>
                <a:lnTo>
                  <a:pt x="0" y="260003"/>
                </a:lnTo>
                <a:lnTo>
                  <a:pt x="258106" y="260003"/>
                </a:lnTo>
                <a:lnTo>
                  <a:pt x="258106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73">
            <a:extLst xmlns:a="http://schemas.openxmlformats.org/drawingml/2006/main">
              <a:ext uri="{FF2B5EF4-FFF2-40B4-BE49-F238E27FC236}">
                <a16:creationId xmlns:a16="http://schemas.microsoft.com/office/drawing/2014/main" id="{513C54BD-7693-4EF0-B67E-79684662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580" y="2412324"/>
            <a:ext cx="258106" cy="260003"/>
          </a:xfrm>
          <a:custGeom xmlns:a="http://schemas.openxmlformats.org/drawingml/2006/main">
            <a:pathLst>
              <a:path w="258106" h="260003">
                <a:moveTo>
                  <a:pt x="0" y="0"/>
                </a:moveTo>
                <a:lnTo>
                  <a:pt x="0" y="260003"/>
                </a:lnTo>
                <a:lnTo>
                  <a:pt x="258106" y="260003"/>
                </a:lnTo>
                <a:lnTo>
                  <a:pt x="258106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174">
            <a:extLst xmlns:a="http://schemas.openxmlformats.org/drawingml/2006/main">
              <a:ext uri="{FF2B5EF4-FFF2-40B4-BE49-F238E27FC236}">
                <a16:creationId xmlns:a16="http://schemas.microsoft.com/office/drawing/2014/main" id="{48CD23B6-DB9D-4B66-A631-011A1D82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519" y="2412324"/>
            <a:ext cx="258106" cy="260003"/>
          </a:xfrm>
          <a:custGeom xmlns:a="http://schemas.openxmlformats.org/drawingml/2006/main">
            <a:pathLst>
              <a:path w="258106" h="260003">
                <a:moveTo>
                  <a:pt x="0" y="0"/>
                </a:moveTo>
                <a:lnTo>
                  <a:pt x="0" y="260003"/>
                </a:lnTo>
                <a:lnTo>
                  <a:pt x="258106" y="260003"/>
                </a:lnTo>
                <a:lnTo>
                  <a:pt x="258106" y="0"/>
                </a:lnTo>
                <a:close/>
              </a:path>
            </a:pathLst>
          </a:custGeom>
          <a:solidFill xmlns:a="http://schemas.openxmlformats.org/drawingml/2006/main">
            <a:srgbClr val="C8E5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text-175 [x]">
            <a:extLst xmlns:a="http://schemas.openxmlformats.org/drawingml/2006/main">
              <a:ext uri="{FF2B5EF4-FFF2-40B4-BE49-F238E27FC236}">
                <a16:creationId xmlns:a16="http://schemas.microsoft.com/office/drawing/2014/main" id="{5D57409B-F69D-4C7B-88A0-529B352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671" y="2405936"/>
            <a:ext cx="266181" cy="265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[x]</a:t>
            </a:r>
          </a:p>
        </p:txBody>
      </p:sp>
      <p:sp>
        <p:nvSpPr>
          <p:cNvPr id="204" name="text-176 [y]">
            <a:extLst xmlns:a="http://schemas.openxmlformats.org/drawingml/2006/main">
              <a:ext uri="{FF2B5EF4-FFF2-40B4-BE49-F238E27FC236}">
                <a16:creationId xmlns:a16="http://schemas.microsoft.com/office/drawing/2014/main" id="{E5A7ED6B-57C8-46CA-A65D-60A42B6A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3861" y="2405936"/>
            <a:ext cx="266181" cy="265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[y]</a:t>
            </a:r>
          </a:p>
        </p:txBody>
      </p:sp>
      <p:sp>
        <p:nvSpPr>
          <p:cNvPr id="205" name="text-177 [z]">
            <a:extLst xmlns:a="http://schemas.openxmlformats.org/drawingml/2006/main">
              <a:ext uri="{FF2B5EF4-FFF2-40B4-BE49-F238E27FC236}">
                <a16:creationId xmlns:a16="http://schemas.microsoft.com/office/drawing/2014/main" id="{79D8446D-CD80-4249-ADB0-7993C500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6493" y="2406524"/>
            <a:ext cx="255004" cy="264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[z]</a:t>
            </a:r>
          </a:p>
        </p:txBody>
      </p:sp>
      <p:sp>
        <p:nvSpPr>
          <p:cNvPr id="206" name="text-178 [t]">
            <a:extLst xmlns:a="http://schemas.openxmlformats.org/drawingml/2006/main">
              <a:ext uri="{FF2B5EF4-FFF2-40B4-BE49-F238E27FC236}">
                <a16:creationId xmlns:a16="http://schemas.microsoft.com/office/drawing/2014/main" id="{C7B2D0DB-30E6-4802-B138-4CDAFF1C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8334" y="2408397"/>
            <a:ext cx="234535" cy="265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[t]</a:t>
            </a:r>
          </a:p>
        </p:txBody>
      </p:sp>
      <p:sp>
        <p:nvSpPr>
          <p:cNvPr id="207" name="path-179">
            <a:extLst xmlns:a="http://schemas.openxmlformats.org/drawingml/2006/main">
              <a:ext uri="{FF2B5EF4-FFF2-40B4-BE49-F238E27FC236}">
                <a16:creationId xmlns:a16="http://schemas.microsoft.com/office/drawing/2014/main" id="{27C97977-35E0-4936-BD27-2D916632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157" y="2412324"/>
            <a:ext cx="258106" cy="260003"/>
          </a:xfrm>
          <a:custGeom xmlns:a="http://schemas.openxmlformats.org/drawingml/2006/main">
            <a:pathLst>
              <a:path w="258106" h="260003">
                <a:moveTo>
                  <a:pt x="0" y="0"/>
                </a:moveTo>
                <a:lnTo>
                  <a:pt x="0" y="260003"/>
                </a:lnTo>
                <a:lnTo>
                  <a:pt x="258106" y="260003"/>
                </a:lnTo>
                <a:lnTo>
                  <a:pt x="258106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text-180 …">
            <a:extLst xmlns:a="http://schemas.openxmlformats.org/drawingml/2006/main">
              <a:ext uri="{FF2B5EF4-FFF2-40B4-BE49-F238E27FC236}">
                <a16:creationId xmlns:a16="http://schemas.microsoft.com/office/drawing/2014/main" id="{C4EBADF3-13E8-4E3F-BABA-7DB335E3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8203" y="2394918"/>
            <a:ext cx="185689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09" name="path-181">
            <a:extLst xmlns:a="http://schemas.openxmlformats.org/drawingml/2006/main">
              <a:ext uri="{FF2B5EF4-FFF2-40B4-BE49-F238E27FC236}">
                <a16:creationId xmlns:a16="http://schemas.microsoft.com/office/drawing/2014/main" id="{342467F6-9B55-4FF9-B95A-041457AB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913" y="2350644"/>
            <a:ext cx="1226476" cy="372451"/>
          </a:xfrm>
          <a:custGeom xmlns:a="http://schemas.openxmlformats.org/drawingml/2006/main">
            <a:pathLst>
              <a:path w="1226476" h="372451">
                <a:moveTo>
                  <a:pt x="0" y="302468"/>
                </a:moveTo>
                <a:lnTo>
                  <a:pt x="0" y="207576"/>
                </a:lnTo>
                <a:lnTo>
                  <a:pt x="23723" y="207576"/>
                </a:lnTo>
                <a:lnTo>
                  <a:pt x="23723" y="302468"/>
                </a:lnTo>
                <a:lnTo>
                  <a:pt x="0" y="302468"/>
                </a:lnTo>
                <a:moveTo>
                  <a:pt x="0" y="136407"/>
                </a:moveTo>
                <a:lnTo>
                  <a:pt x="0" y="69682"/>
                </a:lnTo>
                <a:lnTo>
                  <a:pt x="349" y="62850"/>
                </a:lnTo>
                <a:lnTo>
                  <a:pt x="1407" y="55891"/>
                </a:lnTo>
                <a:lnTo>
                  <a:pt x="3131" y="49170"/>
                </a:lnTo>
                <a:lnTo>
                  <a:pt x="5488" y="42733"/>
                </a:lnTo>
                <a:lnTo>
                  <a:pt x="8018" y="37482"/>
                </a:lnTo>
                <a:lnTo>
                  <a:pt x="29385" y="47778"/>
                </a:lnTo>
                <a:lnTo>
                  <a:pt x="27108" y="52507"/>
                </a:lnTo>
                <a:lnTo>
                  <a:pt x="27567" y="51431"/>
                </a:lnTo>
                <a:lnTo>
                  <a:pt x="25605" y="56777"/>
                </a:lnTo>
                <a:lnTo>
                  <a:pt x="25969" y="55654"/>
                </a:lnTo>
                <a:lnTo>
                  <a:pt x="24530" y="61221"/>
                </a:lnTo>
                <a:lnTo>
                  <a:pt x="24767" y="60067"/>
                </a:lnTo>
                <a:lnTo>
                  <a:pt x="23881" y="65823"/>
                </a:lnTo>
                <a:lnTo>
                  <a:pt x="24008" y="64637"/>
                </a:lnTo>
                <a:lnTo>
                  <a:pt x="23708" y="70584"/>
                </a:lnTo>
                <a:lnTo>
                  <a:pt x="23723" y="69983"/>
                </a:lnTo>
                <a:lnTo>
                  <a:pt x="23723" y="136407"/>
                </a:lnTo>
                <a:lnTo>
                  <a:pt x="0" y="136407"/>
                </a:lnTo>
                <a:moveTo>
                  <a:pt x="78350" y="0"/>
                </a:moveTo>
                <a:lnTo>
                  <a:pt x="173242" y="0"/>
                </a:lnTo>
                <a:lnTo>
                  <a:pt x="173242" y="23723"/>
                </a:lnTo>
                <a:lnTo>
                  <a:pt x="78350" y="23723"/>
                </a:lnTo>
                <a:lnTo>
                  <a:pt x="78350" y="0"/>
                </a:lnTo>
                <a:moveTo>
                  <a:pt x="244411" y="0"/>
                </a:moveTo>
                <a:lnTo>
                  <a:pt x="339301" y="0"/>
                </a:lnTo>
                <a:lnTo>
                  <a:pt x="339301" y="23723"/>
                </a:lnTo>
                <a:lnTo>
                  <a:pt x="244411" y="23723"/>
                </a:lnTo>
                <a:lnTo>
                  <a:pt x="244411" y="0"/>
                </a:lnTo>
                <a:moveTo>
                  <a:pt x="410470" y="0"/>
                </a:moveTo>
                <a:lnTo>
                  <a:pt x="505362" y="0"/>
                </a:lnTo>
                <a:lnTo>
                  <a:pt x="505362" y="23723"/>
                </a:lnTo>
                <a:lnTo>
                  <a:pt x="410470" y="23723"/>
                </a:lnTo>
                <a:lnTo>
                  <a:pt x="410470" y="0"/>
                </a:lnTo>
                <a:moveTo>
                  <a:pt x="576531" y="0"/>
                </a:moveTo>
                <a:lnTo>
                  <a:pt x="671423" y="0"/>
                </a:lnTo>
                <a:lnTo>
                  <a:pt x="671423" y="23723"/>
                </a:lnTo>
                <a:lnTo>
                  <a:pt x="576531" y="23723"/>
                </a:lnTo>
                <a:lnTo>
                  <a:pt x="576531" y="0"/>
                </a:lnTo>
                <a:moveTo>
                  <a:pt x="742592" y="0"/>
                </a:moveTo>
                <a:lnTo>
                  <a:pt x="837484" y="0"/>
                </a:lnTo>
                <a:lnTo>
                  <a:pt x="837484" y="23723"/>
                </a:lnTo>
                <a:lnTo>
                  <a:pt x="742592" y="23723"/>
                </a:lnTo>
                <a:lnTo>
                  <a:pt x="742592" y="0"/>
                </a:lnTo>
                <a:moveTo>
                  <a:pt x="908653" y="0"/>
                </a:moveTo>
                <a:lnTo>
                  <a:pt x="1003545" y="0"/>
                </a:lnTo>
                <a:lnTo>
                  <a:pt x="1003545" y="23723"/>
                </a:lnTo>
                <a:lnTo>
                  <a:pt x="908653" y="23723"/>
                </a:lnTo>
                <a:lnTo>
                  <a:pt x="908653" y="0"/>
                </a:lnTo>
                <a:moveTo>
                  <a:pt x="1074713" y="0"/>
                </a:moveTo>
                <a:lnTo>
                  <a:pt x="1156795" y="0"/>
                </a:lnTo>
                <a:lnTo>
                  <a:pt x="1163627" y="348"/>
                </a:lnTo>
                <a:lnTo>
                  <a:pt x="1170586" y="1407"/>
                </a:lnTo>
                <a:lnTo>
                  <a:pt x="1172435" y="1882"/>
                </a:lnTo>
                <a:lnTo>
                  <a:pt x="1166537" y="24862"/>
                </a:lnTo>
                <a:lnTo>
                  <a:pt x="1165256" y="24530"/>
                </a:lnTo>
                <a:lnTo>
                  <a:pt x="1166410" y="24767"/>
                </a:lnTo>
                <a:lnTo>
                  <a:pt x="1160654" y="23881"/>
                </a:lnTo>
                <a:lnTo>
                  <a:pt x="1161840" y="24008"/>
                </a:lnTo>
                <a:lnTo>
                  <a:pt x="1155893" y="23707"/>
                </a:lnTo>
                <a:lnTo>
                  <a:pt x="1156495" y="23723"/>
                </a:lnTo>
                <a:lnTo>
                  <a:pt x="1074713" y="23723"/>
                </a:lnTo>
                <a:lnTo>
                  <a:pt x="1074713" y="0"/>
                </a:lnTo>
                <a:moveTo>
                  <a:pt x="1225876" y="61221"/>
                </a:moveTo>
                <a:lnTo>
                  <a:pt x="1226130" y="62850"/>
                </a:lnTo>
                <a:lnTo>
                  <a:pt x="1226476" y="69682"/>
                </a:lnTo>
                <a:lnTo>
                  <a:pt x="1226476" y="157884"/>
                </a:lnTo>
                <a:lnTo>
                  <a:pt x="1202753" y="157884"/>
                </a:lnTo>
                <a:lnTo>
                  <a:pt x="1202753" y="69983"/>
                </a:lnTo>
                <a:lnTo>
                  <a:pt x="1202771" y="70584"/>
                </a:lnTo>
                <a:lnTo>
                  <a:pt x="1202468" y="64637"/>
                </a:lnTo>
                <a:lnTo>
                  <a:pt x="1202596" y="65823"/>
                </a:lnTo>
                <a:lnTo>
                  <a:pt x="1202438" y="64795"/>
                </a:lnTo>
                <a:lnTo>
                  <a:pt x="1225876" y="61221"/>
                </a:lnTo>
                <a:moveTo>
                  <a:pt x="1226476" y="229053"/>
                </a:moveTo>
                <a:lnTo>
                  <a:pt x="1226476" y="302768"/>
                </a:lnTo>
                <a:lnTo>
                  <a:pt x="1226130" y="309601"/>
                </a:lnTo>
                <a:lnTo>
                  <a:pt x="1225069" y="316559"/>
                </a:lnTo>
                <a:lnTo>
                  <a:pt x="1223345" y="323281"/>
                </a:lnTo>
                <a:lnTo>
                  <a:pt x="1221796" y="327519"/>
                </a:lnTo>
                <a:lnTo>
                  <a:pt x="1199513" y="319374"/>
                </a:lnTo>
                <a:lnTo>
                  <a:pt x="1200856" y="315674"/>
                </a:lnTo>
                <a:lnTo>
                  <a:pt x="1200508" y="316797"/>
                </a:lnTo>
                <a:lnTo>
                  <a:pt x="1201948" y="311230"/>
                </a:lnTo>
                <a:lnTo>
                  <a:pt x="1201710" y="312384"/>
                </a:lnTo>
                <a:lnTo>
                  <a:pt x="1202596" y="306627"/>
                </a:lnTo>
                <a:lnTo>
                  <a:pt x="1202468" y="307813"/>
                </a:lnTo>
                <a:lnTo>
                  <a:pt x="1202771" y="301867"/>
                </a:lnTo>
                <a:lnTo>
                  <a:pt x="1202753" y="302468"/>
                </a:lnTo>
                <a:lnTo>
                  <a:pt x="1202753" y="229053"/>
                </a:lnTo>
                <a:lnTo>
                  <a:pt x="1226476" y="229053"/>
                </a:lnTo>
                <a:moveTo>
                  <a:pt x="1155119" y="372451"/>
                </a:moveTo>
                <a:lnTo>
                  <a:pt x="1060227" y="372451"/>
                </a:lnTo>
                <a:lnTo>
                  <a:pt x="1060227" y="348728"/>
                </a:lnTo>
                <a:lnTo>
                  <a:pt x="1155119" y="348728"/>
                </a:lnTo>
                <a:lnTo>
                  <a:pt x="1155119" y="372451"/>
                </a:lnTo>
                <a:moveTo>
                  <a:pt x="989058" y="372451"/>
                </a:moveTo>
                <a:lnTo>
                  <a:pt x="894166" y="372451"/>
                </a:lnTo>
                <a:lnTo>
                  <a:pt x="894166" y="348728"/>
                </a:lnTo>
                <a:lnTo>
                  <a:pt x="989058" y="348728"/>
                </a:lnTo>
                <a:lnTo>
                  <a:pt x="989058" y="372451"/>
                </a:lnTo>
                <a:moveTo>
                  <a:pt x="822997" y="372451"/>
                </a:moveTo>
                <a:lnTo>
                  <a:pt x="728106" y="372451"/>
                </a:lnTo>
                <a:lnTo>
                  <a:pt x="728106" y="348728"/>
                </a:lnTo>
                <a:lnTo>
                  <a:pt x="822997" y="348728"/>
                </a:lnTo>
                <a:lnTo>
                  <a:pt x="822997" y="372451"/>
                </a:lnTo>
                <a:moveTo>
                  <a:pt x="656937" y="372451"/>
                </a:moveTo>
                <a:lnTo>
                  <a:pt x="562045" y="372451"/>
                </a:lnTo>
                <a:lnTo>
                  <a:pt x="562045" y="348728"/>
                </a:lnTo>
                <a:lnTo>
                  <a:pt x="656937" y="348728"/>
                </a:lnTo>
                <a:lnTo>
                  <a:pt x="656937" y="372451"/>
                </a:lnTo>
                <a:moveTo>
                  <a:pt x="490876" y="372451"/>
                </a:moveTo>
                <a:lnTo>
                  <a:pt x="395984" y="372451"/>
                </a:lnTo>
                <a:lnTo>
                  <a:pt x="395984" y="348728"/>
                </a:lnTo>
                <a:lnTo>
                  <a:pt x="490876" y="348728"/>
                </a:lnTo>
                <a:lnTo>
                  <a:pt x="490876" y="372451"/>
                </a:lnTo>
                <a:moveTo>
                  <a:pt x="324815" y="372451"/>
                </a:moveTo>
                <a:lnTo>
                  <a:pt x="229923" y="372451"/>
                </a:lnTo>
                <a:lnTo>
                  <a:pt x="229923" y="348728"/>
                </a:lnTo>
                <a:lnTo>
                  <a:pt x="324815" y="348728"/>
                </a:lnTo>
                <a:lnTo>
                  <a:pt x="324815" y="372451"/>
                </a:lnTo>
                <a:moveTo>
                  <a:pt x="158754" y="372451"/>
                </a:moveTo>
                <a:lnTo>
                  <a:pt x="69682" y="372451"/>
                </a:lnTo>
                <a:lnTo>
                  <a:pt x="62850" y="372102"/>
                </a:lnTo>
                <a:lnTo>
                  <a:pt x="62092" y="371992"/>
                </a:lnTo>
                <a:lnTo>
                  <a:pt x="65666" y="348538"/>
                </a:lnTo>
                <a:lnTo>
                  <a:pt x="65238" y="348475"/>
                </a:lnTo>
                <a:lnTo>
                  <a:pt x="65823" y="348569"/>
                </a:lnTo>
                <a:lnTo>
                  <a:pt x="64638" y="348443"/>
                </a:lnTo>
                <a:lnTo>
                  <a:pt x="70584" y="348743"/>
                </a:lnTo>
                <a:lnTo>
                  <a:pt x="69983" y="348728"/>
                </a:lnTo>
                <a:lnTo>
                  <a:pt x="158754" y="348728"/>
                </a:lnTo>
                <a:lnTo>
                  <a:pt x="158754" y="372451"/>
                </a:lnTo>
                <a:moveTo>
                  <a:pt x="2103" y="319264"/>
                </a:moveTo>
                <a:lnTo>
                  <a:pt x="1407" y="316559"/>
                </a:lnTo>
                <a:lnTo>
                  <a:pt x="349" y="309601"/>
                </a:lnTo>
                <a:lnTo>
                  <a:pt x="16" y="303069"/>
                </a:lnTo>
                <a:lnTo>
                  <a:pt x="23708" y="301867"/>
                </a:lnTo>
                <a:lnTo>
                  <a:pt x="24008" y="307813"/>
                </a:lnTo>
                <a:lnTo>
                  <a:pt x="23881" y="306627"/>
                </a:lnTo>
                <a:lnTo>
                  <a:pt x="24767" y="312384"/>
                </a:lnTo>
                <a:lnTo>
                  <a:pt x="24530" y="311230"/>
                </a:lnTo>
                <a:lnTo>
                  <a:pt x="25083" y="313365"/>
                </a:lnTo>
                <a:lnTo>
                  <a:pt x="2103" y="319264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182">
            <a:extLst xmlns:a="http://schemas.openxmlformats.org/drawingml/2006/main">
              <a:ext uri="{FF2B5EF4-FFF2-40B4-BE49-F238E27FC236}">
                <a16:creationId xmlns:a16="http://schemas.microsoft.com/office/drawing/2014/main" id="{2826828F-918E-41D9-8132-6781F75D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285" y="2412324"/>
            <a:ext cx="258105" cy="260003"/>
          </a:xfrm>
          <a:custGeom xmlns:a="http://schemas.openxmlformats.org/drawingml/2006/main">
            <a:pathLst>
              <a:path w="258105" h="260003">
                <a:moveTo>
                  <a:pt x="0" y="0"/>
                </a:moveTo>
                <a:lnTo>
                  <a:pt x="0" y="260003"/>
                </a:lnTo>
                <a:lnTo>
                  <a:pt x="258105" y="260003"/>
                </a:lnTo>
                <a:lnTo>
                  <a:pt x="258105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183">
            <a:extLst xmlns:a="http://schemas.openxmlformats.org/drawingml/2006/main">
              <a:ext uri="{FF2B5EF4-FFF2-40B4-BE49-F238E27FC236}">
                <a16:creationId xmlns:a16="http://schemas.microsoft.com/office/drawing/2014/main" id="{D1FC1507-6595-47EB-8B5F-46F017CF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7507" y="2412324"/>
            <a:ext cx="258106" cy="260003"/>
          </a:xfrm>
          <a:custGeom xmlns:a="http://schemas.openxmlformats.org/drawingml/2006/main">
            <a:pathLst>
              <a:path w="258106" h="260003">
                <a:moveTo>
                  <a:pt x="0" y="0"/>
                </a:moveTo>
                <a:lnTo>
                  <a:pt x="0" y="260003"/>
                </a:lnTo>
                <a:lnTo>
                  <a:pt x="258106" y="260003"/>
                </a:lnTo>
                <a:lnTo>
                  <a:pt x="258106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184">
            <a:extLst xmlns:a="http://schemas.openxmlformats.org/drawingml/2006/main">
              <a:ext uri="{FF2B5EF4-FFF2-40B4-BE49-F238E27FC236}">
                <a16:creationId xmlns:a16="http://schemas.microsoft.com/office/drawing/2014/main" id="{C36C38A0-BF77-4C07-AFE1-ACA12FE9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478" y="2412324"/>
            <a:ext cx="256208" cy="260003"/>
          </a:xfrm>
          <a:custGeom xmlns:a="http://schemas.openxmlformats.org/drawingml/2006/main">
            <a:pathLst>
              <a:path w="256208" h="260003">
                <a:moveTo>
                  <a:pt x="0" y="0"/>
                </a:moveTo>
                <a:lnTo>
                  <a:pt x="0" y="260003"/>
                </a:lnTo>
                <a:lnTo>
                  <a:pt x="256208" y="260003"/>
                </a:lnTo>
                <a:lnTo>
                  <a:pt x="256208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text-185 …">
            <a:extLst xmlns:a="http://schemas.openxmlformats.org/drawingml/2006/main">
              <a:ext uri="{FF2B5EF4-FFF2-40B4-BE49-F238E27FC236}">
                <a16:creationId xmlns:a16="http://schemas.microsoft.com/office/drawing/2014/main" id="{F636600C-D4AD-4E8B-A210-ED6DC683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5857" y="2394918"/>
            <a:ext cx="185689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14" name="path-186">
            <a:extLst xmlns:a="http://schemas.openxmlformats.org/drawingml/2006/main">
              <a:ext uri="{FF2B5EF4-FFF2-40B4-BE49-F238E27FC236}">
                <a16:creationId xmlns:a16="http://schemas.microsoft.com/office/drawing/2014/main" id="{6A366989-7E87-4B5C-A31D-B91C6CA7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220" y="3815142"/>
            <a:ext cx="158137" cy="313285"/>
          </a:xfrm>
          <a:custGeom xmlns:a="http://schemas.openxmlformats.org/drawingml/2006/main">
            <a:pathLst>
              <a:path w="158137" h="313285">
                <a:moveTo>
                  <a:pt x="158137" y="156935"/>
                </a:moveTo>
                <a:lnTo>
                  <a:pt x="77874" y="79061"/>
                </a:lnTo>
                <a:lnTo>
                  <a:pt x="0" y="159339"/>
                </a:lnTo>
                <a:lnTo>
                  <a:pt x="76672" y="0"/>
                </a:lnTo>
                <a:lnTo>
                  <a:pt x="158137" y="156935"/>
                </a:lnTo>
                <a:moveTo>
                  <a:pt x="71533" y="313285"/>
                </a:moveTo>
                <a:lnTo>
                  <a:pt x="67689" y="59450"/>
                </a:lnTo>
                <a:lnTo>
                  <a:pt x="87459" y="59149"/>
                </a:lnTo>
                <a:lnTo>
                  <a:pt x="91301" y="313001"/>
                </a:lnTo>
                <a:lnTo>
                  <a:pt x="71533" y="313285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187">
            <a:extLst xmlns:a="http://schemas.openxmlformats.org/drawingml/2006/main">
              <a:ext uri="{FF2B5EF4-FFF2-40B4-BE49-F238E27FC236}">
                <a16:creationId xmlns:a16="http://schemas.microsoft.com/office/drawing/2014/main" id="{35480549-1EEE-443E-9987-7FA5ECBE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556" y="2051735"/>
            <a:ext cx="158153" cy="250688"/>
          </a:xfrm>
          <a:custGeom xmlns:a="http://schemas.openxmlformats.org/drawingml/2006/main">
            <a:pathLst>
              <a:path w="158153" h="250688">
                <a:moveTo>
                  <a:pt x="0" y="157900"/>
                </a:moveTo>
                <a:lnTo>
                  <a:pt x="79330" y="79077"/>
                </a:lnTo>
                <a:lnTo>
                  <a:pt x="158153" y="158406"/>
                </a:lnTo>
                <a:lnTo>
                  <a:pt x="79582" y="0"/>
                </a:lnTo>
                <a:lnTo>
                  <a:pt x="0" y="157900"/>
                </a:lnTo>
                <a:moveTo>
                  <a:pt x="84723" y="250688"/>
                </a:moveTo>
                <a:lnTo>
                  <a:pt x="85324" y="59323"/>
                </a:lnTo>
                <a:lnTo>
                  <a:pt x="73462" y="59291"/>
                </a:lnTo>
                <a:lnTo>
                  <a:pt x="72862" y="250657"/>
                </a:lnTo>
                <a:lnTo>
                  <a:pt x="84723" y="250688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ath-188">
            <a:extLst xmlns:a="http://schemas.openxmlformats.org/drawingml/2006/main">
              <a:ext uri="{FF2B5EF4-FFF2-40B4-BE49-F238E27FC236}">
                <a16:creationId xmlns:a16="http://schemas.microsoft.com/office/drawing/2014/main" id="{6AFDA670-22A5-4B00-8BD8-3309E29B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070" y="3076567"/>
            <a:ext cx="1948446" cy="736361"/>
          </a:xfrm>
          <a:custGeom xmlns:a="http://schemas.openxmlformats.org/drawingml/2006/main">
            <a:pathLst>
              <a:path w="1948446" h="736361">
                <a:moveTo>
                  <a:pt x="791" y="123360"/>
                </a:moveTo>
                <a:cubicBezTo>
                  <a:pt x="0" y="55670"/>
                  <a:pt x="54879" y="791"/>
                  <a:pt x="122252" y="0"/>
                </a:cubicBezTo>
                <a:lnTo>
                  <a:pt x="1826511" y="0"/>
                </a:lnTo>
                <a:cubicBezTo>
                  <a:pt x="1893567" y="791"/>
                  <a:pt x="1948446" y="55670"/>
                  <a:pt x="1947972" y="123360"/>
                </a:cubicBezTo>
                <a:lnTo>
                  <a:pt x="1947972" y="613002"/>
                </a:lnTo>
                <a:cubicBezTo>
                  <a:pt x="1948446" y="681324"/>
                  <a:pt x="1893567" y="736203"/>
                  <a:pt x="1826511" y="736361"/>
                </a:cubicBezTo>
                <a:lnTo>
                  <a:pt x="122252" y="736361"/>
                </a:lnTo>
                <a:cubicBezTo>
                  <a:pt x="54879" y="736203"/>
                  <a:pt x="0" y="681324"/>
                  <a:pt x="791" y="613002"/>
                </a:cubicBezTo>
                <a:lnTo>
                  <a:pt x="791" y="123360"/>
                </a:lnTo>
              </a:path>
            </a:pathLst>
          </a:custGeom>
          <a:solidFill xmlns:a="http://schemas.openxmlformats.org/drawingml/2006/main">
            <a:srgbClr val="CAD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189">
            <a:extLst xmlns:a="http://schemas.openxmlformats.org/drawingml/2006/main">
              <a:ext uri="{FF2B5EF4-FFF2-40B4-BE49-F238E27FC236}">
                <a16:creationId xmlns:a16="http://schemas.microsoft.com/office/drawing/2014/main" id="{D11FF126-836F-4AE2-BFE6-D49F31D0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208" y="3065497"/>
            <a:ext cx="1972169" cy="759134"/>
          </a:xfrm>
          <a:custGeom xmlns:a="http://schemas.openxmlformats.org/drawingml/2006/main">
            <a:pathLst>
              <a:path w="1972169" h="759134">
                <a:moveTo>
                  <a:pt x="174" y="127519"/>
                </a:moveTo>
                <a:lnTo>
                  <a:pt x="696" y="120702"/>
                </a:lnTo>
                <a:lnTo>
                  <a:pt x="1550" y="113980"/>
                </a:lnTo>
                <a:lnTo>
                  <a:pt x="2721" y="107354"/>
                </a:lnTo>
                <a:lnTo>
                  <a:pt x="4223" y="100838"/>
                </a:lnTo>
                <a:lnTo>
                  <a:pt x="6041" y="94465"/>
                </a:lnTo>
                <a:lnTo>
                  <a:pt x="8161" y="88202"/>
                </a:lnTo>
                <a:lnTo>
                  <a:pt x="10564" y="82097"/>
                </a:lnTo>
                <a:lnTo>
                  <a:pt x="13253" y="76151"/>
                </a:lnTo>
                <a:lnTo>
                  <a:pt x="16227" y="70346"/>
                </a:lnTo>
                <a:lnTo>
                  <a:pt x="19469" y="64716"/>
                </a:lnTo>
                <a:lnTo>
                  <a:pt x="22964" y="59260"/>
                </a:lnTo>
                <a:lnTo>
                  <a:pt x="26712" y="53993"/>
                </a:lnTo>
                <a:lnTo>
                  <a:pt x="30697" y="48917"/>
                </a:lnTo>
                <a:lnTo>
                  <a:pt x="34921" y="44045"/>
                </a:lnTo>
                <a:lnTo>
                  <a:pt x="39364" y="39364"/>
                </a:lnTo>
                <a:lnTo>
                  <a:pt x="44046" y="34920"/>
                </a:lnTo>
                <a:lnTo>
                  <a:pt x="48917" y="30697"/>
                </a:lnTo>
                <a:lnTo>
                  <a:pt x="53993" y="26712"/>
                </a:lnTo>
                <a:lnTo>
                  <a:pt x="59260" y="22964"/>
                </a:lnTo>
                <a:lnTo>
                  <a:pt x="64716" y="19469"/>
                </a:lnTo>
                <a:lnTo>
                  <a:pt x="70347" y="16226"/>
                </a:lnTo>
                <a:lnTo>
                  <a:pt x="76135" y="13253"/>
                </a:lnTo>
                <a:lnTo>
                  <a:pt x="82097" y="10564"/>
                </a:lnTo>
                <a:lnTo>
                  <a:pt x="88203" y="8161"/>
                </a:lnTo>
                <a:lnTo>
                  <a:pt x="94465" y="6041"/>
                </a:lnTo>
                <a:lnTo>
                  <a:pt x="100839" y="4223"/>
                </a:lnTo>
                <a:lnTo>
                  <a:pt x="107355" y="2720"/>
                </a:lnTo>
                <a:lnTo>
                  <a:pt x="113981" y="1550"/>
                </a:lnTo>
                <a:lnTo>
                  <a:pt x="120703" y="695"/>
                </a:lnTo>
                <a:lnTo>
                  <a:pt x="127519" y="174"/>
                </a:lnTo>
                <a:lnTo>
                  <a:pt x="134288" y="0"/>
                </a:lnTo>
                <a:lnTo>
                  <a:pt x="1837882" y="0"/>
                </a:lnTo>
                <a:lnTo>
                  <a:pt x="1844650" y="174"/>
                </a:lnTo>
                <a:lnTo>
                  <a:pt x="1851467" y="695"/>
                </a:lnTo>
                <a:lnTo>
                  <a:pt x="1858189" y="1550"/>
                </a:lnTo>
                <a:lnTo>
                  <a:pt x="1864815" y="2720"/>
                </a:lnTo>
                <a:lnTo>
                  <a:pt x="1871331" y="4223"/>
                </a:lnTo>
                <a:lnTo>
                  <a:pt x="1877705" y="6041"/>
                </a:lnTo>
                <a:lnTo>
                  <a:pt x="1883951" y="8161"/>
                </a:lnTo>
                <a:lnTo>
                  <a:pt x="1890072" y="10564"/>
                </a:lnTo>
                <a:lnTo>
                  <a:pt x="1896018" y="13253"/>
                </a:lnTo>
                <a:lnTo>
                  <a:pt x="1901822" y="16226"/>
                </a:lnTo>
                <a:lnTo>
                  <a:pt x="1907453" y="19469"/>
                </a:lnTo>
                <a:lnTo>
                  <a:pt x="1912909" y="22964"/>
                </a:lnTo>
                <a:lnTo>
                  <a:pt x="1918176" y="26712"/>
                </a:lnTo>
                <a:lnTo>
                  <a:pt x="1923252" y="30697"/>
                </a:lnTo>
                <a:lnTo>
                  <a:pt x="1928124" y="34920"/>
                </a:lnTo>
                <a:lnTo>
                  <a:pt x="1932789" y="39364"/>
                </a:lnTo>
                <a:lnTo>
                  <a:pt x="1937249" y="44045"/>
                </a:lnTo>
                <a:lnTo>
                  <a:pt x="1941472" y="48917"/>
                </a:lnTo>
                <a:lnTo>
                  <a:pt x="1945458" y="53993"/>
                </a:lnTo>
                <a:lnTo>
                  <a:pt x="1949205" y="59260"/>
                </a:lnTo>
                <a:lnTo>
                  <a:pt x="1952701" y="64716"/>
                </a:lnTo>
                <a:lnTo>
                  <a:pt x="1955942" y="70346"/>
                </a:lnTo>
                <a:lnTo>
                  <a:pt x="1958915" y="76151"/>
                </a:lnTo>
                <a:lnTo>
                  <a:pt x="1961605" y="82097"/>
                </a:lnTo>
                <a:lnTo>
                  <a:pt x="1964009" y="88202"/>
                </a:lnTo>
                <a:lnTo>
                  <a:pt x="1966129" y="94465"/>
                </a:lnTo>
                <a:lnTo>
                  <a:pt x="1967947" y="100838"/>
                </a:lnTo>
                <a:lnTo>
                  <a:pt x="1969450" y="107354"/>
                </a:lnTo>
                <a:lnTo>
                  <a:pt x="1970620" y="113980"/>
                </a:lnTo>
                <a:lnTo>
                  <a:pt x="1971473" y="120702"/>
                </a:lnTo>
                <a:lnTo>
                  <a:pt x="1971996" y="127519"/>
                </a:lnTo>
                <a:lnTo>
                  <a:pt x="1972169" y="134288"/>
                </a:lnTo>
                <a:lnTo>
                  <a:pt x="1972169" y="624847"/>
                </a:lnTo>
                <a:lnTo>
                  <a:pt x="1971996" y="631616"/>
                </a:lnTo>
                <a:lnTo>
                  <a:pt x="1971473" y="638432"/>
                </a:lnTo>
                <a:lnTo>
                  <a:pt x="1970620" y="645154"/>
                </a:lnTo>
                <a:lnTo>
                  <a:pt x="1969450" y="651780"/>
                </a:lnTo>
                <a:lnTo>
                  <a:pt x="1967947" y="658296"/>
                </a:lnTo>
                <a:lnTo>
                  <a:pt x="1966129" y="664670"/>
                </a:lnTo>
                <a:lnTo>
                  <a:pt x="1964009" y="670917"/>
                </a:lnTo>
                <a:lnTo>
                  <a:pt x="1961605" y="677038"/>
                </a:lnTo>
                <a:lnTo>
                  <a:pt x="1958915" y="682984"/>
                </a:lnTo>
                <a:lnTo>
                  <a:pt x="1955942" y="688788"/>
                </a:lnTo>
                <a:lnTo>
                  <a:pt x="1952701" y="694418"/>
                </a:lnTo>
                <a:lnTo>
                  <a:pt x="1949205" y="699875"/>
                </a:lnTo>
                <a:lnTo>
                  <a:pt x="1945458" y="705141"/>
                </a:lnTo>
                <a:lnTo>
                  <a:pt x="1941472" y="710218"/>
                </a:lnTo>
                <a:lnTo>
                  <a:pt x="1937249" y="715089"/>
                </a:lnTo>
                <a:lnTo>
                  <a:pt x="1932789" y="719770"/>
                </a:lnTo>
                <a:lnTo>
                  <a:pt x="1928124" y="724215"/>
                </a:lnTo>
                <a:lnTo>
                  <a:pt x="1923252" y="728437"/>
                </a:lnTo>
                <a:lnTo>
                  <a:pt x="1918176" y="732423"/>
                </a:lnTo>
                <a:lnTo>
                  <a:pt x="1912909" y="736171"/>
                </a:lnTo>
                <a:lnTo>
                  <a:pt x="1907453" y="739666"/>
                </a:lnTo>
                <a:lnTo>
                  <a:pt x="1901822" y="742908"/>
                </a:lnTo>
                <a:lnTo>
                  <a:pt x="1896018" y="745881"/>
                </a:lnTo>
                <a:lnTo>
                  <a:pt x="1890072" y="748570"/>
                </a:lnTo>
                <a:lnTo>
                  <a:pt x="1883951" y="750974"/>
                </a:lnTo>
                <a:lnTo>
                  <a:pt x="1877705" y="753094"/>
                </a:lnTo>
                <a:lnTo>
                  <a:pt x="1871331" y="754912"/>
                </a:lnTo>
                <a:lnTo>
                  <a:pt x="1864815" y="756414"/>
                </a:lnTo>
                <a:lnTo>
                  <a:pt x="1858189" y="757585"/>
                </a:lnTo>
                <a:lnTo>
                  <a:pt x="1851467" y="758439"/>
                </a:lnTo>
                <a:lnTo>
                  <a:pt x="1844650" y="758961"/>
                </a:lnTo>
                <a:lnTo>
                  <a:pt x="1837882" y="759134"/>
                </a:lnTo>
                <a:lnTo>
                  <a:pt x="134288" y="759134"/>
                </a:lnTo>
                <a:lnTo>
                  <a:pt x="127519" y="758961"/>
                </a:lnTo>
                <a:lnTo>
                  <a:pt x="120703" y="758439"/>
                </a:lnTo>
                <a:lnTo>
                  <a:pt x="113981" y="757585"/>
                </a:lnTo>
                <a:lnTo>
                  <a:pt x="107355" y="756414"/>
                </a:lnTo>
                <a:lnTo>
                  <a:pt x="100839" y="754912"/>
                </a:lnTo>
                <a:lnTo>
                  <a:pt x="94465" y="753094"/>
                </a:lnTo>
                <a:lnTo>
                  <a:pt x="88203" y="750974"/>
                </a:lnTo>
                <a:lnTo>
                  <a:pt x="82097" y="748570"/>
                </a:lnTo>
                <a:lnTo>
                  <a:pt x="76135" y="745881"/>
                </a:lnTo>
                <a:lnTo>
                  <a:pt x="70347" y="742908"/>
                </a:lnTo>
                <a:lnTo>
                  <a:pt x="64716" y="739666"/>
                </a:lnTo>
                <a:lnTo>
                  <a:pt x="59260" y="736171"/>
                </a:lnTo>
                <a:lnTo>
                  <a:pt x="53993" y="732423"/>
                </a:lnTo>
                <a:lnTo>
                  <a:pt x="48917" y="728437"/>
                </a:lnTo>
                <a:lnTo>
                  <a:pt x="44046" y="724215"/>
                </a:lnTo>
                <a:lnTo>
                  <a:pt x="39364" y="719770"/>
                </a:lnTo>
                <a:lnTo>
                  <a:pt x="34921" y="715089"/>
                </a:lnTo>
                <a:lnTo>
                  <a:pt x="30697" y="710218"/>
                </a:lnTo>
                <a:lnTo>
                  <a:pt x="26712" y="705141"/>
                </a:lnTo>
                <a:lnTo>
                  <a:pt x="22964" y="699875"/>
                </a:lnTo>
                <a:lnTo>
                  <a:pt x="19469" y="694418"/>
                </a:lnTo>
                <a:lnTo>
                  <a:pt x="16227" y="688788"/>
                </a:lnTo>
                <a:lnTo>
                  <a:pt x="13253" y="682984"/>
                </a:lnTo>
                <a:lnTo>
                  <a:pt x="10564" y="677038"/>
                </a:lnTo>
                <a:lnTo>
                  <a:pt x="8161" y="670917"/>
                </a:lnTo>
                <a:lnTo>
                  <a:pt x="6041" y="664670"/>
                </a:lnTo>
                <a:lnTo>
                  <a:pt x="4223" y="658296"/>
                </a:lnTo>
                <a:lnTo>
                  <a:pt x="2721" y="651780"/>
                </a:lnTo>
                <a:lnTo>
                  <a:pt x="1550" y="645154"/>
                </a:lnTo>
                <a:lnTo>
                  <a:pt x="696" y="638432"/>
                </a:lnTo>
                <a:lnTo>
                  <a:pt x="174" y="631616"/>
                </a:lnTo>
                <a:lnTo>
                  <a:pt x="0" y="624847"/>
                </a:lnTo>
                <a:lnTo>
                  <a:pt x="0" y="134288"/>
                </a:lnTo>
                <a:lnTo>
                  <a:pt x="174" y="127519"/>
                </a:lnTo>
                <a:moveTo>
                  <a:pt x="23723" y="134730"/>
                </a:moveTo>
                <a:lnTo>
                  <a:pt x="23723" y="134430"/>
                </a:lnTo>
                <a:lnTo>
                  <a:pt x="23723" y="624705"/>
                </a:lnTo>
                <a:lnTo>
                  <a:pt x="23723" y="624404"/>
                </a:lnTo>
                <a:lnTo>
                  <a:pt x="23881" y="630714"/>
                </a:lnTo>
                <a:lnTo>
                  <a:pt x="23850" y="630114"/>
                </a:lnTo>
                <a:lnTo>
                  <a:pt x="24324" y="636329"/>
                </a:lnTo>
                <a:lnTo>
                  <a:pt x="24261" y="635744"/>
                </a:lnTo>
                <a:lnTo>
                  <a:pt x="25036" y="641880"/>
                </a:lnTo>
                <a:lnTo>
                  <a:pt x="24957" y="641279"/>
                </a:lnTo>
                <a:lnTo>
                  <a:pt x="26032" y="647320"/>
                </a:lnTo>
                <a:lnTo>
                  <a:pt x="25905" y="646735"/>
                </a:lnTo>
                <a:lnTo>
                  <a:pt x="27282" y="652666"/>
                </a:lnTo>
                <a:lnTo>
                  <a:pt x="27124" y="652097"/>
                </a:lnTo>
                <a:lnTo>
                  <a:pt x="28784" y="657917"/>
                </a:lnTo>
                <a:lnTo>
                  <a:pt x="28610" y="657347"/>
                </a:lnTo>
                <a:lnTo>
                  <a:pt x="30540" y="663041"/>
                </a:lnTo>
                <a:lnTo>
                  <a:pt x="30334" y="662487"/>
                </a:lnTo>
                <a:lnTo>
                  <a:pt x="32533" y="668055"/>
                </a:lnTo>
                <a:lnTo>
                  <a:pt x="32295" y="667533"/>
                </a:lnTo>
                <a:lnTo>
                  <a:pt x="34762" y="672957"/>
                </a:lnTo>
                <a:lnTo>
                  <a:pt x="34510" y="672435"/>
                </a:lnTo>
                <a:lnTo>
                  <a:pt x="37214" y="677717"/>
                </a:lnTo>
                <a:lnTo>
                  <a:pt x="36944" y="677211"/>
                </a:lnTo>
                <a:lnTo>
                  <a:pt x="39887" y="682351"/>
                </a:lnTo>
                <a:lnTo>
                  <a:pt x="39586" y="681861"/>
                </a:lnTo>
                <a:lnTo>
                  <a:pt x="42780" y="686827"/>
                </a:lnTo>
                <a:lnTo>
                  <a:pt x="42465" y="686352"/>
                </a:lnTo>
                <a:lnTo>
                  <a:pt x="45881" y="691161"/>
                </a:lnTo>
                <a:lnTo>
                  <a:pt x="45532" y="690702"/>
                </a:lnTo>
                <a:lnTo>
                  <a:pt x="49170" y="695335"/>
                </a:lnTo>
                <a:lnTo>
                  <a:pt x="48823" y="694909"/>
                </a:lnTo>
                <a:lnTo>
                  <a:pt x="52665" y="699353"/>
                </a:lnTo>
                <a:lnTo>
                  <a:pt x="52285" y="698926"/>
                </a:lnTo>
                <a:lnTo>
                  <a:pt x="56350" y="703180"/>
                </a:lnTo>
                <a:lnTo>
                  <a:pt x="55938" y="702785"/>
                </a:lnTo>
                <a:lnTo>
                  <a:pt x="60209" y="706849"/>
                </a:lnTo>
                <a:lnTo>
                  <a:pt x="59782" y="706470"/>
                </a:lnTo>
                <a:lnTo>
                  <a:pt x="64226" y="710313"/>
                </a:lnTo>
                <a:lnTo>
                  <a:pt x="63800" y="709965"/>
                </a:lnTo>
                <a:lnTo>
                  <a:pt x="68433" y="713602"/>
                </a:lnTo>
                <a:lnTo>
                  <a:pt x="67975" y="713254"/>
                </a:lnTo>
                <a:lnTo>
                  <a:pt x="72783" y="716670"/>
                </a:lnTo>
                <a:lnTo>
                  <a:pt x="72307" y="716355"/>
                </a:lnTo>
                <a:lnTo>
                  <a:pt x="77273" y="719549"/>
                </a:lnTo>
                <a:lnTo>
                  <a:pt x="76784" y="719249"/>
                </a:lnTo>
                <a:lnTo>
                  <a:pt x="81923" y="722190"/>
                </a:lnTo>
                <a:lnTo>
                  <a:pt x="81417" y="721921"/>
                </a:lnTo>
                <a:lnTo>
                  <a:pt x="86699" y="724626"/>
                </a:lnTo>
                <a:lnTo>
                  <a:pt x="86178" y="724373"/>
                </a:lnTo>
                <a:lnTo>
                  <a:pt x="91603" y="726840"/>
                </a:lnTo>
                <a:lnTo>
                  <a:pt x="91080" y="726603"/>
                </a:lnTo>
                <a:lnTo>
                  <a:pt x="96631" y="728801"/>
                </a:lnTo>
                <a:lnTo>
                  <a:pt x="96094" y="728595"/>
                </a:lnTo>
                <a:lnTo>
                  <a:pt x="101788" y="730525"/>
                </a:lnTo>
                <a:lnTo>
                  <a:pt x="101218" y="730351"/>
                </a:lnTo>
                <a:lnTo>
                  <a:pt x="107039" y="732011"/>
                </a:lnTo>
                <a:lnTo>
                  <a:pt x="106469" y="731853"/>
                </a:lnTo>
                <a:lnTo>
                  <a:pt x="112400" y="733229"/>
                </a:lnTo>
                <a:lnTo>
                  <a:pt x="111814" y="733103"/>
                </a:lnTo>
                <a:lnTo>
                  <a:pt x="117856" y="734178"/>
                </a:lnTo>
                <a:lnTo>
                  <a:pt x="117254" y="734099"/>
                </a:lnTo>
                <a:lnTo>
                  <a:pt x="123391" y="734874"/>
                </a:lnTo>
                <a:lnTo>
                  <a:pt x="122806" y="734811"/>
                </a:lnTo>
                <a:lnTo>
                  <a:pt x="129021" y="735285"/>
                </a:lnTo>
                <a:lnTo>
                  <a:pt x="128420" y="735254"/>
                </a:lnTo>
                <a:lnTo>
                  <a:pt x="134730" y="735412"/>
                </a:lnTo>
                <a:lnTo>
                  <a:pt x="134430" y="735412"/>
                </a:lnTo>
                <a:lnTo>
                  <a:pt x="1837739" y="735412"/>
                </a:lnTo>
                <a:lnTo>
                  <a:pt x="1837439" y="735412"/>
                </a:lnTo>
                <a:lnTo>
                  <a:pt x="1843749" y="735254"/>
                </a:lnTo>
                <a:lnTo>
                  <a:pt x="1843149" y="735285"/>
                </a:lnTo>
                <a:lnTo>
                  <a:pt x="1849363" y="734811"/>
                </a:lnTo>
                <a:lnTo>
                  <a:pt x="1848778" y="734874"/>
                </a:lnTo>
                <a:lnTo>
                  <a:pt x="1854915" y="734099"/>
                </a:lnTo>
                <a:lnTo>
                  <a:pt x="1854314" y="734178"/>
                </a:lnTo>
                <a:lnTo>
                  <a:pt x="1860355" y="733103"/>
                </a:lnTo>
                <a:lnTo>
                  <a:pt x="1859770" y="733229"/>
                </a:lnTo>
                <a:lnTo>
                  <a:pt x="1865700" y="731853"/>
                </a:lnTo>
                <a:lnTo>
                  <a:pt x="1865132" y="732011"/>
                </a:lnTo>
                <a:lnTo>
                  <a:pt x="1870952" y="730351"/>
                </a:lnTo>
                <a:lnTo>
                  <a:pt x="1870382" y="730525"/>
                </a:lnTo>
                <a:lnTo>
                  <a:pt x="1876075" y="728595"/>
                </a:lnTo>
                <a:lnTo>
                  <a:pt x="1875523" y="728801"/>
                </a:lnTo>
                <a:lnTo>
                  <a:pt x="1881090" y="726603"/>
                </a:lnTo>
                <a:lnTo>
                  <a:pt x="1880567" y="726840"/>
                </a:lnTo>
                <a:lnTo>
                  <a:pt x="1885992" y="724373"/>
                </a:lnTo>
                <a:lnTo>
                  <a:pt x="1885470" y="724626"/>
                </a:lnTo>
                <a:lnTo>
                  <a:pt x="1890752" y="721921"/>
                </a:lnTo>
                <a:lnTo>
                  <a:pt x="1890246" y="722190"/>
                </a:lnTo>
                <a:lnTo>
                  <a:pt x="1895387" y="719249"/>
                </a:lnTo>
                <a:lnTo>
                  <a:pt x="1894896" y="719549"/>
                </a:lnTo>
                <a:lnTo>
                  <a:pt x="1899862" y="716355"/>
                </a:lnTo>
                <a:lnTo>
                  <a:pt x="1899388" y="716670"/>
                </a:lnTo>
                <a:lnTo>
                  <a:pt x="1904195" y="713254"/>
                </a:lnTo>
                <a:lnTo>
                  <a:pt x="1903737" y="713602"/>
                </a:lnTo>
                <a:lnTo>
                  <a:pt x="1908371" y="709965"/>
                </a:lnTo>
                <a:lnTo>
                  <a:pt x="1907944" y="710313"/>
                </a:lnTo>
                <a:lnTo>
                  <a:pt x="1912388" y="706470"/>
                </a:lnTo>
                <a:lnTo>
                  <a:pt x="1911960" y="706849"/>
                </a:lnTo>
                <a:lnTo>
                  <a:pt x="1916216" y="702785"/>
                </a:lnTo>
                <a:lnTo>
                  <a:pt x="1915819" y="703180"/>
                </a:lnTo>
                <a:lnTo>
                  <a:pt x="1919884" y="698926"/>
                </a:lnTo>
                <a:lnTo>
                  <a:pt x="1919504" y="699353"/>
                </a:lnTo>
                <a:lnTo>
                  <a:pt x="1923348" y="694909"/>
                </a:lnTo>
                <a:lnTo>
                  <a:pt x="1922984" y="695335"/>
                </a:lnTo>
                <a:lnTo>
                  <a:pt x="1926637" y="690702"/>
                </a:lnTo>
                <a:lnTo>
                  <a:pt x="1926289" y="691161"/>
                </a:lnTo>
                <a:lnTo>
                  <a:pt x="1929705" y="686352"/>
                </a:lnTo>
                <a:lnTo>
                  <a:pt x="1929388" y="686827"/>
                </a:lnTo>
                <a:lnTo>
                  <a:pt x="1932583" y="681861"/>
                </a:lnTo>
                <a:lnTo>
                  <a:pt x="1932283" y="682351"/>
                </a:lnTo>
                <a:lnTo>
                  <a:pt x="1935225" y="677211"/>
                </a:lnTo>
                <a:lnTo>
                  <a:pt x="1934956" y="677717"/>
                </a:lnTo>
                <a:lnTo>
                  <a:pt x="1937660" y="672435"/>
                </a:lnTo>
                <a:lnTo>
                  <a:pt x="1937407" y="672957"/>
                </a:lnTo>
                <a:lnTo>
                  <a:pt x="1939875" y="667533"/>
                </a:lnTo>
                <a:lnTo>
                  <a:pt x="1939637" y="668055"/>
                </a:lnTo>
                <a:lnTo>
                  <a:pt x="1941836" y="662487"/>
                </a:lnTo>
                <a:lnTo>
                  <a:pt x="1941630" y="663041"/>
                </a:lnTo>
                <a:lnTo>
                  <a:pt x="1943560" y="657347"/>
                </a:lnTo>
                <a:lnTo>
                  <a:pt x="1943385" y="657917"/>
                </a:lnTo>
                <a:lnTo>
                  <a:pt x="1945030" y="652097"/>
                </a:lnTo>
                <a:lnTo>
                  <a:pt x="1944888" y="652666"/>
                </a:lnTo>
                <a:lnTo>
                  <a:pt x="1946264" y="646735"/>
                </a:lnTo>
                <a:lnTo>
                  <a:pt x="1946137" y="647320"/>
                </a:lnTo>
                <a:lnTo>
                  <a:pt x="1947213" y="641279"/>
                </a:lnTo>
                <a:lnTo>
                  <a:pt x="1947133" y="641880"/>
                </a:lnTo>
                <a:lnTo>
                  <a:pt x="1947909" y="635744"/>
                </a:lnTo>
                <a:lnTo>
                  <a:pt x="1947846" y="636329"/>
                </a:lnTo>
                <a:lnTo>
                  <a:pt x="1948319" y="630114"/>
                </a:lnTo>
                <a:lnTo>
                  <a:pt x="1948288" y="630714"/>
                </a:lnTo>
                <a:lnTo>
                  <a:pt x="1948446" y="624404"/>
                </a:lnTo>
                <a:lnTo>
                  <a:pt x="1948446" y="624705"/>
                </a:lnTo>
                <a:lnTo>
                  <a:pt x="1948446" y="134430"/>
                </a:lnTo>
                <a:lnTo>
                  <a:pt x="1948446" y="134730"/>
                </a:lnTo>
                <a:lnTo>
                  <a:pt x="1948288" y="128420"/>
                </a:lnTo>
                <a:lnTo>
                  <a:pt x="1948319" y="129021"/>
                </a:lnTo>
                <a:lnTo>
                  <a:pt x="1947846" y="122805"/>
                </a:lnTo>
                <a:lnTo>
                  <a:pt x="1947909" y="123391"/>
                </a:lnTo>
                <a:lnTo>
                  <a:pt x="1947133" y="117254"/>
                </a:lnTo>
                <a:lnTo>
                  <a:pt x="1947213" y="117856"/>
                </a:lnTo>
                <a:lnTo>
                  <a:pt x="1946137" y="111814"/>
                </a:lnTo>
                <a:lnTo>
                  <a:pt x="1946264" y="112399"/>
                </a:lnTo>
                <a:lnTo>
                  <a:pt x="1944888" y="106469"/>
                </a:lnTo>
                <a:lnTo>
                  <a:pt x="1945030" y="107038"/>
                </a:lnTo>
                <a:lnTo>
                  <a:pt x="1943385" y="101218"/>
                </a:lnTo>
                <a:lnTo>
                  <a:pt x="1943560" y="101787"/>
                </a:lnTo>
                <a:lnTo>
                  <a:pt x="1941630" y="96094"/>
                </a:lnTo>
                <a:lnTo>
                  <a:pt x="1941836" y="96631"/>
                </a:lnTo>
                <a:lnTo>
                  <a:pt x="1939637" y="91080"/>
                </a:lnTo>
                <a:lnTo>
                  <a:pt x="1939875" y="91602"/>
                </a:lnTo>
                <a:lnTo>
                  <a:pt x="1937407" y="86177"/>
                </a:lnTo>
                <a:lnTo>
                  <a:pt x="1937660" y="86699"/>
                </a:lnTo>
                <a:lnTo>
                  <a:pt x="1934956" y="81417"/>
                </a:lnTo>
                <a:lnTo>
                  <a:pt x="1935225" y="81923"/>
                </a:lnTo>
                <a:lnTo>
                  <a:pt x="1932283" y="76783"/>
                </a:lnTo>
                <a:lnTo>
                  <a:pt x="1932583" y="77273"/>
                </a:lnTo>
                <a:lnTo>
                  <a:pt x="1929388" y="72307"/>
                </a:lnTo>
                <a:lnTo>
                  <a:pt x="1929705" y="72782"/>
                </a:lnTo>
                <a:lnTo>
                  <a:pt x="1926289" y="67974"/>
                </a:lnTo>
                <a:lnTo>
                  <a:pt x="1926637" y="68433"/>
                </a:lnTo>
                <a:lnTo>
                  <a:pt x="1922984" y="63798"/>
                </a:lnTo>
                <a:lnTo>
                  <a:pt x="1923348" y="64226"/>
                </a:lnTo>
                <a:lnTo>
                  <a:pt x="1919504" y="59781"/>
                </a:lnTo>
                <a:lnTo>
                  <a:pt x="1919884" y="60209"/>
                </a:lnTo>
                <a:lnTo>
                  <a:pt x="1915819" y="55955"/>
                </a:lnTo>
                <a:lnTo>
                  <a:pt x="1916216" y="56350"/>
                </a:lnTo>
                <a:lnTo>
                  <a:pt x="1911960" y="52285"/>
                </a:lnTo>
                <a:lnTo>
                  <a:pt x="1912388" y="52665"/>
                </a:lnTo>
                <a:lnTo>
                  <a:pt x="1907944" y="48821"/>
                </a:lnTo>
                <a:lnTo>
                  <a:pt x="1908371" y="49170"/>
                </a:lnTo>
                <a:lnTo>
                  <a:pt x="1903737" y="45532"/>
                </a:lnTo>
                <a:lnTo>
                  <a:pt x="1904195" y="45880"/>
                </a:lnTo>
                <a:lnTo>
                  <a:pt x="1899388" y="42464"/>
                </a:lnTo>
                <a:lnTo>
                  <a:pt x="1899862" y="42780"/>
                </a:lnTo>
                <a:lnTo>
                  <a:pt x="1894896" y="39586"/>
                </a:lnTo>
                <a:lnTo>
                  <a:pt x="1895387" y="39886"/>
                </a:lnTo>
                <a:lnTo>
                  <a:pt x="1890246" y="36944"/>
                </a:lnTo>
                <a:lnTo>
                  <a:pt x="1890752" y="37213"/>
                </a:lnTo>
                <a:lnTo>
                  <a:pt x="1885470" y="34509"/>
                </a:lnTo>
                <a:lnTo>
                  <a:pt x="1885992" y="34762"/>
                </a:lnTo>
                <a:lnTo>
                  <a:pt x="1880567" y="32295"/>
                </a:lnTo>
                <a:lnTo>
                  <a:pt x="1881090" y="32532"/>
                </a:lnTo>
                <a:lnTo>
                  <a:pt x="1875523" y="30333"/>
                </a:lnTo>
                <a:lnTo>
                  <a:pt x="1876075" y="30539"/>
                </a:lnTo>
                <a:lnTo>
                  <a:pt x="1870382" y="28610"/>
                </a:lnTo>
                <a:lnTo>
                  <a:pt x="1870952" y="28784"/>
                </a:lnTo>
                <a:lnTo>
                  <a:pt x="1865132" y="27123"/>
                </a:lnTo>
                <a:lnTo>
                  <a:pt x="1865700" y="27281"/>
                </a:lnTo>
                <a:lnTo>
                  <a:pt x="1859770" y="25905"/>
                </a:lnTo>
                <a:lnTo>
                  <a:pt x="1860355" y="26032"/>
                </a:lnTo>
                <a:lnTo>
                  <a:pt x="1854314" y="24957"/>
                </a:lnTo>
                <a:lnTo>
                  <a:pt x="1854915" y="25036"/>
                </a:lnTo>
                <a:lnTo>
                  <a:pt x="1848778" y="24261"/>
                </a:lnTo>
                <a:lnTo>
                  <a:pt x="1849363" y="24324"/>
                </a:lnTo>
                <a:lnTo>
                  <a:pt x="1843149" y="23850"/>
                </a:lnTo>
                <a:lnTo>
                  <a:pt x="1843749" y="23881"/>
                </a:lnTo>
                <a:lnTo>
                  <a:pt x="1837439" y="23723"/>
                </a:lnTo>
                <a:lnTo>
                  <a:pt x="1837739" y="23723"/>
                </a:lnTo>
                <a:lnTo>
                  <a:pt x="134430" y="23723"/>
                </a:lnTo>
                <a:lnTo>
                  <a:pt x="134730" y="23723"/>
                </a:lnTo>
                <a:lnTo>
                  <a:pt x="128420" y="23881"/>
                </a:lnTo>
                <a:lnTo>
                  <a:pt x="129021" y="23850"/>
                </a:lnTo>
                <a:lnTo>
                  <a:pt x="122806" y="24324"/>
                </a:lnTo>
                <a:lnTo>
                  <a:pt x="123391" y="24261"/>
                </a:lnTo>
                <a:lnTo>
                  <a:pt x="117254" y="25036"/>
                </a:lnTo>
                <a:lnTo>
                  <a:pt x="117856" y="24957"/>
                </a:lnTo>
                <a:lnTo>
                  <a:pt x="111814" y="26032"/>
                </a:lnTo>
                <a:lnTo>
                  <a:pt x="112400" y="25905"/>
                </a:lnTo>
                <a:lnTo>
                  <a:pt x="106469" y="27281"/>
                </a:lnTo>
                <a:lnTo>
                  <a:pt x="107039" y="27123"/>
                </a:lnTo>
                <a:lnTo>
                  <a:pt x="101218" y="28784"/>
                </a:lnTo>
                <a:lnTo>
                  <a:pt x="101788" y="28610"/>
                </a:lnTo>
                <a:lnTo>
                  <a:pt x="96094" y="30539"/>
                </a:lnTo>
                <a:lnTo>
                  <a:pt x="96631" y="30333"/>
                </a:lnTo>
                <a:lnTo>
                  <a:pt x="91080" y="32532"/>
                </a:lnTo>
                <a:lnTo>
                  <a:pt x="91603" y="32295"/>
                </a:lnTo>
                <a:lnTo>
                  <a:pt x="86178" y="34762"/>
                </a:lnTo>
                <a:lnTo>
                  <a:pt x="86699" y="34509"/>
                </a:lnTo>
                <a:lnTo>
                  <a:pt x="81417" y="37213"/>
                </a:lnTo>
                <a:lnTo>
                  <a:pt x="81923" y="36944"/>
                </a:lnTo>
                <a:lnTo>
                  <a:pt x="76784" y="39886"/>
                </a:lnTo>
                <a:lnTo>
                  <a:pt x="77273" y="39586"/>
                </a:lnTo>
                <a:lnTo>
                  <a:pt x="72307" y="42780"/>
                </a:lnTo>
                <a:lnTo>
                  <a:pt x="72783" y="42464"/>
                </a:lnTo>
                <a:lnTo>
                  <a:pt x="67975" y="45880"/>
                </a:lnTo>
                <a:lnTo>
                  <a:pt x="68433" y="45532"/>
                </a:lnTo>
                <a:lnTo>
                  <a:pt x="63800" y="49170"/>
                </a:lnTo>
                <a:lnTo>
                  <a:pt x="64226" y="48821"/>
                </a:lnTo>
                <a:lnTo>
                  <a:pt x="59782" y="52665"/>
                </a:lnTo>
                <a:lnTo>
                  <a:pt x="60209" y="52285"/>
                </a:lnTo>
                <a:lnTo>
                  <a:pt x="55938" y="56350"/>
                </a:lnTo>
                <a:lnTo>
                  <a:pt x="56350" y="55955"/>
                </a:lnTo>
                <a:lnTo>
                  <a:pt x="52285" y="60209"/>
                </a:lnTo>
                <a:lnTo>
                  <a:pt x="52665" y="59781"/>
                </a:lnTo>
                <a:lnTo>
                  <a:pt x="48823" y="64226"/>
                </a:lnTo>
                <a:lnTo>
                  <a:pt x="49170" y="63798"/>
                </a:lnTo>
                <a:lnTo>
                  <a:pt x="45532" y="68433"/>
                </a:lnTo>
                <a:lnTo>
                  <a:pt x="45881" y="67974"/>
                </a:lnTo>
                <a:lnTo>
                  <a:pt x="42465" y="72782"/>
                </a:lnTo>
                <a:lnTo>
                  <a:pt x="42780" y="72307"/>
                </a:lnTo>
                <a:lnTo>
                  <a:pt x="39586" y="77273"/>
                </a:lnTo>
                <a:lnTo>
                  <a:pt x="39887" y="76783"/>
                </a:lnTo>
                <a:lnTo>
                  <a:pt x="36944" y="81923"/>
                </a:lnTo>
                <a:lnTo>
                  <a:pt x="37214" y="81417"/>
                </a:lnTo>
                <a:lnTo>
                  <a:pt x="34510" y="86699"/>
                </a:lnTo>
                <a:lnTo>
                  <a:pt x="34762" y="86177"/>
                </a:lnTo>
                <a:lnTo>
                  <a:pt x="32295" y="91602"/>
                </a:lnTo>
                <a:lnTo>
                  <a:pt x="32533" y="91080"/>
                </a:lnTo>
                <a:lnTo>
                  <a:pt x="30334" y="96631"/>
                </a:lnTo>
                <a:lnTo>
                  <a:pt x="30540" y="96094"/>
                </a:lnTo>
                <a:lnTo>
                  <a:pt x="28610" y="101787"/>
                </a:lnTo>
                <a:lnTo>
                  <a:pt x="28784" y="101218"/>
                </a:lnTo>
                <a:lnTo>
                  <a:pt x="27124" y="107038"/>
                </a:lnTo>
                <a:lnTo>
                  <a:pt x="27282" y="106469"/>
                </a:lnTo>
                <a:lnTo>
                  <a:pt x="25905" y="112399"/>
                </a:lnTo>
                <a:lnTo>
                  <a:pt x="26032" y="111814"/>
                </a:lnTo>
                <a:lnTo>
                  <a:pt x="24957" y="117856"/>
                </a:lnTo>
                <a:lnTo>
                  <a:pt x="25036" y="117254"/>
                </a:lnTo>
                <a:lnTo>
                  <a:pt x="24261" y="123391"/>
                </a:lnTo>
                <a:lnTo>
                  <a:pt x="24324" y="122805"/>
                </a:lnTo>
                <a:lnTo>
                  <a:pt x="23850" y="129021"/>
                </a:lnTo>
                <a:lnTo>
                  <a:pt x="23881" y="128420"/>
                </a:lnTo>
                <a:lnTo>
                  <a:pt x="23723" y="13473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text-190 Ray-">
            <a:extLst xmlns:a="http://schemas.openxmlformats.org/drawingml/2006/main">
              <a:ext uri="{FF2B5EF4-FFF2-40B4-BE49-F238E27FC236}">
                <a16:creationId xmlns:a16="http://schemas.microsoft.com/office/drawing/2014/main" id="{CED6CFA5-8D58-4BDA-8C5F-E7EAB21B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9352" y="3157117"/>
            <a:ext cx="470505" cy="310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Ray-</a:t>
            </a:r>
          </a:p>
        </p:txBody>
      </p:sp>
      <p:sp>
        <p:nvSpPr>
          <p:cNvPr id="219" name="text-191 Time">
            <a:extLst xmlns:a="http://schemas.openxmlformats.org/drawingml/2006/main">
              <a:ext uri="{FF2B5EF4-FFF2-40B4-BE49-F238E27FC236}">
                <a16:creationId xmlns:a16="http://schemas.microsoft.com/office/drawing/2014/main" id="{B0196E8C-4781-49D4-A73D-BF3920C4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29" y="3156964"/>
            <a:ext cx="499906" cy="310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Time</a:t>
            </a:r>
          </a:p>
        </p:txBody>
      </p:sp>
      <p:sp>
        <p:nvSpPr>
          <p:cNvPr id="220" name="text-191 Geometry">
            <a:extLst xmlns:a="http://schemas.openxmlformats.org/drawingml/2006/main">
              <a:ext uri="{FF2B5EF4-FFF2-40B4-BE49-F238E27FC236}">
                <a16:creationId xmlns:a16="http://schemas.microsoft.com/office/drawing/2014/main" id="{21555F15-DF9F-4743-BBDD-D69C8028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4317" y="3157241"/>
            <a:ext cx="925115" cy="309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Geometry</a:t>
            </a:r>
          </a:p>
        </p:txBody>
      </p:sp>
      <p:sp>
        <p:nvSpPr>
          <p:cNvPr id="221" name="text-192 Encoder">
            <a:extLst xmlns:a="http://schemas.openxmlformats.org/drawingml/2006/main">
              <a:ext uri="{FF2B5EF4-FFF2-40B4-BE49-F238E27FC236}">
                <a16:creationId xmlns:a16="http://schemas.microsoft.com/office/drawing/2014/main" id="{D54A7712-C130-4B99-990F-D2C53597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771" y="3422983"/>
            <a:ext cx="777292" cy="309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222" name="path-193">
            <a:extLst xmlns:a="http://schemas.openxmlformats.org/drawingml/2006/main">
              <a:ext uri="{FF2B5EF4-FFF2-40B4-BE49-F238E27FC236}">
                <a16:creationId xmlns:a16="http://schemas.microsoft.com/office/drawing/2014/main" id="{F704D1E6-EEF4-421C-A9E0-6F84B11F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946" y="2350644"/>
            <a:ext cx="951290" cy="372451"/>
          </a:xfrm>
          <a:custGeom xmlns:a="http://schemas.openxmlformats.org/drawingml/2006/main">
            <a:pathLst>
              <a:path w="951290" h="372451">
                <a:moveTo>
                  <a:pt x="0" y="302468"/>
                </a:moveTo>
                <a:lnTo>
                  <a:pt x="0" y="207576"/>
                </a:lnTo>
                <a:lnTo>
                  <a:pt x="23723" y="207576"/>
                </a:lnTo>
                <a:lnTo>
                  <a:pt x="23723" y="302468"/>
                </a:lnTo>
                <a:lnTo>
                  <a:pt x="0" y="302468"/>
                </a:lnTo>
                <a:moveTo>
                  <a:pt x="0" y="136407"/>
                </a:moveTo>
                <a:lnTo>
                  <a:pt x="0" y="69682"/>
                </a:lnTo>
                <a:lnTo>
                  <a:pt x="348" y="62850"/>
                </a:lnTo>
                <a:lnTo>
                  <a:pt x="1407" y="55891"/>
                </a:lnTo>
                <a:lnTo>
                  <a:pt x="3131" y="49170"/>
                </a:lnTo>
                <a:lnTo>
                  <a:pt x="5488" y="42733"/>
                </a:lnTo>
                <a:lnTo>
                  <a:pt x="8017" y="37482"/>
                </a:lnTo>
                <a:lnTo>
                  <a:pt x="29384" y="47778"/>
                </a:lnTo>
                <a:lnTo>
                  <a:pt x="27123" y="52507"/>
                </a:lnTo>
                <a:lnTo>
                  <a:pt x="27566" y="51431"/>
                </a:lnTo>
                <a:lnTo>
                  <a:pt x="25621" y="56777"/>
                </a:lnTo>
                <a:lnTo>
                  <a:pt x="25968" y="55654"/>
                </a:lnTo>
                <a:lnTo>
                  <a:pt x="24529" y="61221"/>
                </a:lnTo>
                <a:lnTo>
                  <a:pt x="24766" y="60067"/>
                </a:lnTo>
                <a:lnTo>
                  <a:pt x="23880" y="65823"/>
                </a:lnTo>
                <a:lnTo>
                  <a:pt x="24008" y="64637"/>
                </a:lnTo>
                <a:lnTo>
                  <a:pt x="23707" y="70584"/>
                </a:lnTo>
                <a:lnTo>
                  <a:pt x="23723" y="69983"/>
                </a:lnTo>
                <a:lnTo>
                  <a:pt x="23723" y="136407"/>
                </a:lnTo>
                <a:lnTo>
                  <a:pt x="0" y="136407"/>
                </a:lnTo>
                <a:moveTo>
                  <a:pt x="78349" y="0"/>
                </a:moveTo>
                <a:lnTo>
                  <a:pt x="173241" y="0"/>
                </a:lnTo>
                <a:lnTo>
                  <a:pt x="173241" y="23723"/>
                </a:lnTo>
                <a:lnTo>
                  <a:pt x="78349" y="23723"/>
                </a:lnTo>
                <a:lnTo>
                  <a:pt x="78349" y="0"/>
                </a:lnTo>
                <a:moveTo>
                  <a:pt x="244410" y="0"/>
                </a:moveTo>
                <a:lnTo>
                  <a:pt x="339301" y="0"/>
                </a:lnTo>
                <a:lnTo>
                  <a:pt x="339301" y="23723"/>
                </a:lnTo>
                <a:lnTo>
                  <a:pt x="244410" y="23723"/>
                </a:lnTo>
                <a:lnTo>
                  <a:pt x="244410" y="0"/>
                </a:lnTo>
                <a:moveTo>
                  <a:pt x="410470" y="0"/>
                </a:moveTo>
                <a:lnTo>
                  <a:pt x="505362" y="0"/>
                </a:lnTo>
                <a:lnTo>
                  <a:pt x="505362" y="23723"/>
                </a:lnTo>
                <a:lnTo>
                  <a:pt x="410470" y="23723"/>
                </a:lnTo>
                <a:lnTo>
                  <a:pt x="410470" y="0"/>
                </a:lnTo>
                <a:moveTo>
                  <a:pt x="576531" y="0"/>
                </a:moveTo>
                <a:lnTo>
                  <a:pt x="671423" y="0"/>
                </a:lnTo>
                <a:lnTo>
                  <a:pt x="671423" y="23723"/>
                </a:lnTo>
                <a:lnTo>
                  <a:pt x="576531" y="23723"/>
                </a:lnTo>
                <a:lnTo>
                  <a:pt x="576531" y="0"/>
                </a:lnTo>
                <a:moveTo>
                  <a:pt x="742592" y="0"/>
                </a:moveTo>
                <a:lnTo>
                  <a:pt x="837484" y="0"/>
                </a:lnTo>
                <a:lnTo>
                  <a:pt x="837484" y="23723"/>
                </a:lnTo>
                <a:lnTo>
                  <a:pt x="742592" y="23723"/>
                </a:lnTo>
                <a:lnTo>
                  <a:pt x="742592" y="0"/>
                </a:lnTo>
                <a:moveTo>
                  <a:pt x="912797" y="7528"/>
                </a:moveTo>
                <a:lnTo>
                  <a:pt x="914678" y="8445"/>
                </a:lnTo>
                <a:lnTo>
                  <a:pt x="920450" y="11941"/>
                </a:lnTo>
                <a:lnTo>
                  <a:pt x="925827" y="15973"/>
                </a:lnTo>
                <a:lnTo>
                  <a:pt x="930809" y="20481"/>
                </a:lnTo>
                <a:lnTo>
                  <a:pt x="935316" y="25463"/>
                </a:lnTo>
                <a:lnTo>
                  <a:pt x="939350" y="30840"/>
                </a:lnTo>
                <a:lnTo>
                  <a:pt x="942845" y="36612"/>
                </a:lnTo>
                <a:lnTo>
                  <a:pt x="945803" y="42733"/>
                </a:lnTo>
                <a:lnTo>
                  <a:pt x="948158" y="49170"/>
                </a:lnTo>
                <a:lnTo>
                  <a:pt x="949883" y="55891"/>
                </a:lnTo>
                <a:lnTo>
                  <a:pt x="950943" y="62850"/>
                </a:lnTo>
                <a:lnTo>
                  <a:pt x="951290" y="69682"/>
                </a:lnTo>
                <a:lnTo>
                  <a:pt x="951290" y="100949"/>
                </a:lnTo>
                <a:lnTo>
                  <a:pt x="927567" y="100949"/>
                </a:lnTo>
                <a:lnTo>
                  <a:pt x="927567" y="69983"/>
                </a:lnTo>
                <a:lnTo>
                  <a:pt x="927584" y="70584"/>
                </a:lnTo>
                <a:lnTo>
                  <a:pt x="927283" y="64637"/>
                </a:lnTo>
                <a:lnTo>
                  <a:pt x="927409" y="65823"/>
                </a:lnTo>
                <a:lnTo>
                  <a:pt x="926524" y="60067"/>
                </a:lnTo>
                <a:lnTo>
                  <a:pt x="926761" y="61221"/>
                </a:lnTo>
                <a:lnTo>
                  <a:pt x="925321" y="55654"/>
                </a:lnTo>
                <a:lnTo>
                  <a:pt x="925669" y="56777"/>
                </a:lnTo>
                <a:lnTo>
                  <a:pt x="923724" y="51431"/>
                </a:lnTo>
                <a:lnTo>
                  <a:pt x="924183" y="52507"/>
                </a:lnTo>
                <a:lnTo>
                  <a:pt x="921732" y="47430"/>
                </a:lnTo>
                <a:lnTo>
                  <a:pt x="922269" y="48442"/>
                </a:lnTo>
                <a:lnTo>
                  <a:pt x="919359" y="43650"/>
                </a:lnTo>
                <a:lnTo>
                  <a:pt x="920008" y="44583"/>
                </a:lnTo>
                <a:lnTo>
                  <a:pt x="916655" y="40124"/>
                </a:lnTo>
                <a:lnTo>
                  <a:pt x="917382" y="40993"/>
                </a:lnTo>
                <a:lnTo>
                  <a:pt x="913634" y="36865"/>
                </a:lnTo>
                <a:lnTo>
                  <a:pt x="914424" y="37656"/>
                </a:lnTo>
                <a:lnTo>
                  <a:pt x="910297" y="33908"/>
                </a:lnTo>
                <a:lnTo>
                  <a:pt x="911166" y="34636"/>
                </a:lnTo>
                <a:lnTo>
                  <a:pt x="906707" y="31283"/>
                </a:lnTo>
                <a:lnTo>
                  <a:pt x="907640" y="31931"/>
                </a:lnTo>
                <a:lnTo>
                  <a:pt x="902848" y="29021"/>
                </a:lnTo>
                <a:lnTo>
                  <a:pt x="903861" y="29559"/>
                </a:lnTo>
                <a:lnTo>
                  <a:pt x="902501" y="28910"/>
                </a:lnTo>
                <a:lnTo>
                  <a:pt x="912797" y="7528"/>
                </a:lnTo>
                <a:moveTo>
                  <a:pt x="951290" y="172118"/>
                </a:moveTo>
                <a:lnTo>
                  <a:pt x="951290" y="267010"/>
                </a:lnTo>
                <a:lnTo>
                  <a:pt x="927567" y="267010"/>
                </a:lnTo>
                <a:lnTo>
                  <a:pt x="927567" y="172118"/>
                </a:lnTo>
                <a:lnTo>
                  <a:pt x="951290" y="172118"/>
                </a:lnTo>
                <a:moveTo>
                  <a:pt x="938259" y="343050"/>
                </a:moveTo>
                <a:lnTo>
                  <a:pt x="935316" y="346988"/>
                </a:lnTo>
                <a:lnTo>
                  <a:pt x="930809" y="351970"/>
                </a:lnTo>
                <a:lnTo>
                  <a:pt x="925827" y="356477"/>
                </a:lnTo>
                <a:lnTo>
                  <a:pt x="920450" y="360510"/>
                </a:lnTo>
                <a:lnTo>
                  <a:pt x="914678" y="364005"/>
                </a:lnTo>
                <a:lnTo>
                  <a:pt x="908557" y="366963"/>
                </a:lnTo>
                <a:lnTo>
                  <a:pt x="902121" y="369319"/>
                </a:lnTo>
                <a:lnTo>
                  <a:pt x="895399" y="371043"/>
                </a:lnTo>
                <a:lnTo>
                  <a:pt x="888440" y="372102"/>
                </a:lnTo>
                <a:lnTo>
                  <a:pt x="881608" y="372451"/>
                </a:lnTo>
                <a:lnTo>
                  <a:pt x="841975" y="372451"/>
                </a:lnTo>
                <a:lnTo>
                  <a:pt x="841975" y="348728"/>
                </a:lnTo>
                <a:lnTo>
                  <a:pt x="881308" y="348728"/>
                </a:lnTo>
                <a:lnTo>
                  <a:pt x="880707" y="348743"/>
                </a:lnTo>
                <a:lnTo>
                  <a:pt x="886653" y="348443"/>
                </a:lnTo>
                <a:lnTo>
                  <a:pt x="885467" y="348569"/>
                </a:lnTo>
                <a:lnTo>
                  <a:pt x="891224" y="347684"/>
                </a:lnTo>
                <a:lnTo>
                  <a:pt x="890069" y="347921"/>
                </a:lnTo>
                <a:lnTo>
                  <a:pt x="895636" y="346482"/>
                </a:lnTo>
                <a:lnTo>
                  <a:pt x="894514" y="346830"/>
                </a:lnTo>
                <a:lnTo>
                  <a:pt x="899859" y="344885"/>
                </a:lnTo>
                <a:lnTo>
                  <a:pt x="898784" y="345343"/>
                </a:lnTo>
                <a:lnTo>
                  <a:pt x="903861" y="342892"/>
                </a:lnTo>
                <a:lnTo>
                  <a:pt x="902848" y="343430"/>
                </a:lnTo>
                <a:lnTo>
                  <a:pt x="907640" y="340519"/>
                </a:lnTo>
                <a:lnTo>
                  <a:pt x="906707" y="341168"/>
                </a:lnTo>
                <a:lnTo>
                  <a:pt x="911166" y="337815"/>
                </a:lnTo>
                <a:lnTo>
                  <a:pt x="910297" y="338543"/>
                </a:lnTo>
                <a:lnTo>
                  <a:pt x="914424" y="334794"/>
                </a:lnTo>
                <a:lnTo>
                  <a:pt x="913634" y="335585"/>
                </a:lnTo>
                <a:lnTo>
                  <a:pt x="917382" y="331457"/>
                </a:lnTo>
                <a:lnTo>
                  <a:pt x="916655" y="332327"/>
                </a:lnTo>
                <a:lnTo>
                  <a:pt x="919265" y="328848"/>
                </a:lnTo>
                <a:lnTo>
                  <a:pt x="938259" y="343050"/>
                </a:lnTo>
                <a:moveTo>
                  <a:pt x="770806" y="372451"/>
                </a:moveTo>
                <a:lnTo>
                  <a:pt x="675915" y="372451"/>
                </a:lnTo>
                <a:lnTo>
                  <a:pt x="675915" y="348728"/>
                </a:lnTo>
                <a:lnTo>
                  <a:pt x="770806" y="348728"/>
                </a:lnTo>
                <a:lnTo>
                  <a:pt x="770806" y="372451"/>
                </a:lnTo>
                <a:moveTo>
                  <a:pt x="604746" y="372451"/>
                </a:moveTo>
                <a:lnTo>
                  <a:pt x="509854" y="372451"/>
                </a:lnTo>
                <a:lnTo>
                  <a:pt x="509854" y="348728"/>
                </a:lnTo>
                <a:lnTo>
                  <a:pt x="604746" y="348728"/>
                </a:lnTo>
                <a:lnTo>
                  <a:pt x="604746" y="372451"/>
                </a:lnTo>
                <a:moveTo>
                  <a:pt x="438685" y="372451"/>
                </a:moveTo>
                <a:lnTo>
                  <a:pt x="343793" y="372451"/>
                </a:lnTo>
                <a:lnTo>
                  <a:pt x="343793" y="348728"/>
                </a:lnTo>
                <a:lnTo>
                  <a:pt x="438685" y="348728"/>
                </a:lnTo>
                <a:lnTo>
                  <a:pt x="438685" y="372451"/>
                </a:lnTo>
                <a:moveTo>
                  <a:pt x="272624" y="372451"/>
                </a:moveTo>
                <a:lnTo>
                  <a:pt x="177732" y="372451"/>
                </a:lnTo>
                <a:lnTo>
                  <a:pt x="177732" y="348728"/>
                </a:lnTo>
                <a:lnTo>
                  <a:pt x="272624" y="348728"/>
                </a:lnTo>
                <a:lnTo>
                  <a:pt x="272624" y="372451"/>
                </a:lnTo>
                <a:moveTo>
                  <a:pt x="106563" y="372451"/>
                </a:moveTo>
                <a:lnTo>
                  <a:pt x="69682" y="372451"/>
                </a:lnTo>
                <a:lnTo>
                  <a:pt x="62850" y="372102"/>
                </a:lnTo>
                <a:lnTo>
                  <a:pt x="55891" y="371043"/>
                </a:lnTo>
                <a:lnTo>
                  <a:pt x="49169" y="369319"/>
                </a:lnTo>
                <a:lnTo>
                  <a:pt x="42732" y="366963"/>
                </a:lnTo>
                <a:lnTo>
                  <a:pt x="36612" y="364005"/>
                </a:lnTo>
                <a:lnTo>
                  <a:pt x="30839" y="360510"/>
                </a:lnTo>
                <a:lnTo>
                  <a:pt x="25462" y="356477"/>
                </a:lnTo>
                <a:lnTo>
                  <a:pt x="20480" y="351970"/>
                </a:lnTo>
                <a:lnTo>
                  <a:pt x="15972" y="346988"/>
                </a:lnTo>
                <a:lnTo>
                  <a:pt x="11940" y="341611"/>
                </a:lnTo>
                <a:lnTo>
                  <a:pt x="10864" y="339840"/>
                </a:lnTo>
                <a:lnTo>
                  <a:pt x="31140" y="327519"/>
                </a:lnTo>
                <a:lnTo>
                  <a:pt x="31931" y="328800"/>
                </a:lnTo>
                <a:lnTo>
                  <a:pt x="31282" y="327867"/>
                </a:lnTo>
                <a:lnTo>
                  <a:pt x="34635" y="332327"/>
                </a:lnTo>
                <a:lnTo>
                  <a:pt x="33907" y="331457"/>
                </a:lnTo>
                <a:lnTo>
                  <a:pt x="37656" y="335585"/>
                </a:lnTo>
                <a:lnTo>
                  <a:pt x="36865" y="334794"/>
                </a:lnTo>
                <a:lnTo>
                  <a:pt x="40993" y="338543"/>
                </a:lnTo>
                <a:lnTo>
                  <a:pt x="40123" y="337815"/>
                </a:lnTo>
                <a:lnTo>
                  <a:pt x="44582" y="341168"/>
                </a:lnTo>
                <a:lnTo>
                  <a:pt x="43650" y="340519"/>
                </a:lnTo>
                <a:lnTo>
                  <a:pt x="48442" y="343430"/>
                </a:lnTo>
                <a:lnTo>
                  <a:pt x="47430" y="342892"/>
                </a:lnTo>
                <a:lnTo>
                  <a:pt x="52506" y="345343"/>
                </a:lnTo>
                <a:lnTo>
                  <a:pt x="51431" y="344885"/>
                </a:lnTo>
                <a:lnTo>
                  <a:pt x="56777" y="346830"/>
                </a:lnTo>
                <a:lnTo>
                  <a:pt x="55654" y="346482"/>
                </a:lnTo>
                <a:lnTo>
                  <a:pt x="61221" y="347921"/>
                </a:lnTo>
                <a:lnTo>
                  <a:pt x="60066" y="347684"/>
                </a:lnTo>
                <a:lnTo>
                  <a:pt x="65823" y="348569"/>
                </a:lnTo>
                <a:lnTo>
                  <a:pt x="64637" y="348443"/>
                </a:lnTo>
                <a:lnTo>
                  <a:pt x="70583" y="348743"/>
                </a:lnTo>
                <a:lnTo>
                  <a:pt x="69982" y="348728"/>
                </a:lnTo>
                <a:lnTo>
                  <a:pt x="106563" y="348728"/>
                </a:lnTo>
                <a:lnTo>
                  <a:pt x="106563" y="37245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text-194 [TRK]">
            <a:extLst xmlns:a="http://schemas.openxmlformats.org/drawingml/2006/main">
              <a:ext uri="{FF2B5EF4-FFF2-40B4-BE49-F238E27FC236}">
                <a16:creationId xmlns:a16="http://schemas.microsoft.com/office/drawing/2014/main" id="{83A126CE-37EB-4AD6-9AAD-8A2054E5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1856" y="2433898"/>
            <a:ext cx="440628" cy="221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[TRK]</a:t>
            </a:r>
          </a:p>
        </p:txBody>
      </p:sp>
      <p:sp>
        <p:nvSpPr>
          <p:cNvPr id="224" name="text-195 [TRK]">
            <a:extLst xmlns:a="http://schemas.openxmlformats.org/drawingml/2006/main">
              <a:ext uri="{FF2B5EF4-FFF2-40B4-BE49-F238E27FC236}">
                <a16:creationId xmlns:a16="http://schemas.microsoft.com/office/drawing/2014/main" id="{28A517C7-65D2-4E03-8B17-DC3CB635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5986" y="2433898"/>
            <a:ext cx="440628" cy="221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[TRK]</a:t>
            </a:r>
          </a:p>
        </p:txBody>
      </p:sp>
      <p:sp>
        <p:nvSpPr>
          <p:cNvPr id="225" name="path-196">
            <a:extLst xmlns:a="http://schemas.openxmlformats.org/drawingml/2006/main">
              <a:ext uri="{FF2B5EF4-FFF2-40B4-BE49-F238E27FC236}">
                <a16:creationId xmlns:a16="http://schemas.microsoft.com/office/drawing/2014/main" id="{B1E324C5-20C4-43A8-8D69-13AD6FE5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3992" y="3101872"/>
            <a:ext cx="1708843" cy="1038275"/>
          </a:xfrm>
          <a:custGeom xmlns:a="http://schemas.openxmlformats.org/drawingml/2006/main">
            <a:pathLst>
              <a:path w="1708843" h="1038275">
                <a:moveTo>
                  <a:pt x="0" y="950611"/>
                </a:moveTo>
                <a:lnTo>
                  <a:pt x="0" y="855719"/>
                </a:lnTo>
                <a:lnTo>
                  <a:pt x="23723" y="855719"/>
                </a:lnTo>
                <a:lnTo>
                  <a:pt x="23723" y="950611"/>
                </a:lnTo>
                <a:lnTo>
                  <a:pt x="0" y="950611"/>
                </a:lnTo>
                <a:moveTo>
                  <a:pt x="0" y="784550"/>
                </a:moveTo>
                <a:lnTo>
                  <a:pt x="0" y="689658"/>
                </a:lnTo>
                <a:lnTo>
                  <a:pt x="23723" y="689658"/>
                </a:lnTo>
                <a:lnTo>
                  <a:pt x="23723" y="784550"/>
                </a:lnTo>
                <a:lnTo>
                  <a:pt x="0" y="784550"/>
                </a:lnTo>
                <a:moveTo>
                  <a:pt x="0" y="618490"/>
                </a:moveTo>
                <a:lnTo>
                  <a:pt x="0" y="523598"/>
                </a:lnTo>
                <a:lnTo>
                  <a:pt x="23723" y="523598"/>
                </a:lnTo>
                <a:lnTo>
                  <a:pt x="23723" y="618490"/>
                </a:lnTo>
                <a:lnTo>
                  <a:pt x="0" y="618490"/>
                </a:lnTo>
                <a:moveTo>
                  <a:pt x="0" y="452429"/>
                </a:moveTo>
                <a:lnTo>
                  <a:pt x="0" y="357537"/>
                </a:lnTo>
                <a:lnTo>
                  <a:pt x="23723" y="357537"/>
                </a:lnTo>
                <a:lnTo>
                  <a:pt x="23723" y="452429"/>
                </a:lnTo>
                <a:lnTo>
                  <a:pt x="0" y="452429"/>
                </a:lnTo>
                <a:moveTo>
                  <a:pt x="0" y="286368"/>
                </a:moveTo>
                <a:lnTo>
                  <a:pt x="0" y="191476"/>
                </a:lnTo>
                <a:lnTo>
                  <a:pt x="23723" y="191476"/>
                </a:lnTo>
                <a:lnTo>
                  <a:pt x="23723" y="286368"/>
                </a:lnTo>
                <a:lnTo>
                  <a:pt x="0" y="286368"/>
                </a:lnTo>
                <a:moveTo>
                  <a:pt x="0" y="120307"/>
                </a:moveTo>
                <a:lnTo>
                  <a:pt x="0" y="87506"/>
                </a:lnTo>
                <a:lnTo>
                  <a:pt x="110" y="83157"/>
                </a:lnTo>
                <a:lnTo>
                  <a:pt x="443" y="78713"/>
                </a:lnTo>
                <a:lnTo>
                  <a:pt x="1013" y="74332"/>
                </a:lnTo>
                <a:lnTo>
                  <a:pt x="1771" y="69999"/>
                </a:lnTo>
                <a:lnTo>
                  <a:pt x="2752" y="65760"/>
                </a:lnTo>
                <a:lnTo>
                  <a:pt x="3986" y="61458"/>
                </a:lnTo>
                <a:lnTo>
                  <a:pt x="6880" y="53535"/>
                </a:lnTo>
                <a:lnTo>
                  <a:pt x="10581" y="45864"/>
                </a:lnTo>
                <a:lnTo>
                  <a:pt x="14961" y="38637"/>
                </a:lnTo>
                <a:lnTo>
                  <a:pt x="20007" y="31884"/>
                </a:lnTo>
                <a:lnTo>
                  <a:pt x="25668" y="25668"/>
                </a:lnTo>
                <a:lnTo>
                  <a:pt x="28088" y="23454"/>
                </a:lnTo>
                <a:lnTo>
                  <a:pt x="44046" y="41009"/>
                </a:lnTo>
                <a:lnTo>
                  <a:pt x="42037" y="42843"/>
                </a:lnTo>
                <a:lnTo>
                  <a:pt x="42844" y="42037"/>
                </a:lnTo>
                <a:lnTo>
                  <a:pt x="37941" y="47430"/>
                </a:lnTo>
                <a:lnTo>
                  <a:pt x="38669" y="46544"/>
                </a:lnTo>
                <a:lnTo>
                  <a:pt x="34304" y="52380"/>
                </a:lnTo>
                <a:lnTo>
                  <a:pt x="34936" y="51431"/>
                </a:lnTo>
                <a:lnTo>
                  <a:pt x="31140" y="57694"/>
                </a:lnTo>
                <a:lnTo>
                  <a:pt x="31695" y="56682"/>
                </a:lnTo>
                <a:lnTo>
                  <a:pt x="28499" y="63308"/>
                </a:lnTo>
                <a:lnTo>
                  <a:pt x="28958" y="62233"/>
                </a:lnTo>
                <a:lnTo>
                  <a:pt x="26411" y="69192"/>
                </a:lnTo>
                <a:lnTo>
                  <a:pt x="26681" y="68353"/>
                </a:lnTo>
                <a:lnTo>
                  <a:pt x="25653" y="71960"/>
                </a:lnTo>
                <a:lnTo>
                  <a:pt x="25811" y="71390"/>
                </a:lnTo>
                <a:lnTo>
                  <a:pt x="24957" y="75044"/>
                </a:lnTo>
                <a:lnTo>
                  <a:pt x="25083" y="74474"/>
                </a:lnTo>
                <a:lnTo>
                  <a:pt x="24419" y="78206"/>
                </a:lnTo>
                <a:lnTo>
                  <a:pt x="24499" y="77605"/>
                </a:lnTo>
                <a:lnTo>
                  <a:pt x="24023" y="81401"/>
                </a:lnTo>
                <a:lnTo>
                  <a:pt x="24087" y="80800"/>
                </a:lnTo>
                <a:lnTo>
                  <a:pt x="23787" y="84659"/>
                </a:lnTo>
                <a:lnTo>
                  <a:pt x="23818" y="84058"/>
                </a:lnTo>
                <a:lnTo>
                  <a:pt x="23723" y="87965"/>
                </a:lnTo>
                <a:lnTo>
                  <a:pt x="23723" y="87664"/>
                </a:lnTo>
                <a:lnTo>
                  <a:pt x="23723" y="120307"/>
                </a:lnTo>
                <a:lnTo>
                  <a:pt x="0" y="120307"/>
                </a:lnTo>
                <a:moveTo>
                  <a:pt x="102024" y="0"/>
                </a:moveTo>
                <a:lnTo>
                  <a:pt x="196916" y="0"/>
                </a:lnTo>
                <a:lnTo>
                  <a:pt x="196916" y="23723"/>
                </a:lnTo>
                <a:lnTo>
                  <a:pt x="102024" y="23723"/>
                </a:lnTo>
                <a:lnTo>
                  <a:pt x="102024" y="0"/>
                </a:lnTo>
                <a:moveTo>
                  <a:pt x="268085" y="0"/>
                </a:moveTo>
                <a:lnTo>
                  <a:pt x="362977" y="0"/>
                </a:lnTo>
                <a:lnTo>
                  <a:pt x="362977" y="23723"/>
                </a:lnTo>
                <a:lnTo>
                  <a:pt x="268085" y="23723"/>
                </a:lnTo>
                <a:lnTo>
                  <a:pt x="268085" y="0"/>
                </a:lnTo>
                <a:moveTo>
                  <a:pt x="434146" y="0"/>
                </a:moveTo>
                <a:lnTo>
                  <a:pt x="529037" y="0"/>
                </a:lnTo>
                <a:lnTo>
                  <a:pt x="529037" y="23723"/>
                </a:lnTo>
                <a:lnTo>
                  <a:pt x="434146" y="23723"/>
                </a:lnTo>
                <a:lnTo>
                  <a:pt x="434146" y="0"/>
                </a:lnTo>
                <a:moveTo>
                  <a:pt x="600206" y="0"/>
                </a:moveTo>
                <a:lnTo>
                  <a:pt x="695098" y="0"/>
                </a:lnTo>
                <a:lnTo>
                  <a:pt x="695098" y="23723"/>
                </a:lnTo>
                <a:lnTo>
                  <a:pt x="600206" y="23723"/>
                </a:lnTo>
                <a:lnTo>
                  <a:pt x="600206" y="0"/>
                </a:lnTo>
                <a:moveTo>
                  <a:pt x="766267" y="0"/>
                </a:moveTo>
                <a:lnTo>
                  <a:pt x="861159" y="0"/>
                </a:lnTo>
                <a:lnTo>
                  <a:pt x="861159" y="23723"/>
                </a:lnTo>
                <a:lnTo>
                  <a:pt x="766267" y="23723"/>
                </a:lnTo>
                <a:lnTo>
                  <a:pt x="766267" y="0"/>
                </a:lnTo>
                <a:moveTo>
                  <a:pt x="932328" y="0"/>
                </a:moveTo>
                <a:lnTo>
                  <a:pt x="1027220" y="0"/>
                </a:lnTo>
                <a:lnTo>
                  <a:pt x="1027220" y="23723"/>
                </a:lnTo>
                <a:lnTo>
                  <a:pt x="932328" y="23723"/>
                </a:lnTo>
                <a:lnTo>
                  <a:pt x="932328" y="0"/>
                </a:lnTo>
                <a:moveTo>
                  <a:pt x="1098389" y="0"/>
                </a:moveTo>
                <a:lnTo>
                  <a:pt x="1193281" y="0"/>
                </a:lnTo>
                <a:lnTo>
                  <a:pt x="1193281" y="23723"/>
                </a:lnTo>
                <a:lnTo>
                  <a:pt x="1098389" y="23723"/>
                </a:lnTo>
                <a:lnTo>
                  <a:pt x="1098389" y="0"/>
                </a:lnTo>
                <a:moveTo>
                  <a:pt x="1264450" y="0"/>
                </a:moveTo>
                <a:lnTo>
                  <a:pt x="1359341" y="0"/>
                </a:lnTo>
                <a:lnTo>
                  <a:pt x="1359341" y="23723"/>
                </a:lnTo>
                <a:lnTo>
                  <a:pt x="1264450" y="23723"/>
                </a:lnTo>
                <a:lnTo>
                  <a:pt x="1264450" y="0"/>
                </a:lnTo>
                <a:moveTo>
                  <a:pt x="1430510" y="0"/>
                </a:moveTo>
                <a:lnTo>
                  <a:pt x="1525402" y="0"/>
                </a:lnTo>
                <a:lnTo>
                  <a:pt x="1525402" y="23723"/>
                </a:lnTo>
                <a:lnTo>
                  <a:pt x="1430510" y="23723"/>
                </a:lnTo>
                <a:lnTo>
                  <a:pt x="1430510" y="0"/>
                </a:lnTo>
                <a:moveTo>
                  <a:pt x="1596571" y="0"/>
                </a:moveTo>
                <a:lnTo>
                  <a:pt x="1621338" y="0"/>
                </a:lnTo>
                <a:lnTo>
                  <a:pt x="1625687" y="111"/>
                </a:lnTo>
                <a:lnTo>
                  <a:pt x="1630131" y="442"/>
                </a:lnTo>
                <a:lnTo>
                  <a:pt x="1634513" y="1012"/>
                </a:lnTo>
                <a:lnTo>
                  <a:pt x="1638845" y="1771"/>
                </a:lnTo>
                <a:lnTo>
                  <a:pt x="1643085" y="2752"/>
                </a:lnTo>
                <a:lnTo>
                  <a:pt x="1647385" y="3985"/>
                </a:lnTo>
                <a:lnTo>
                  <a:pt x="1655309" y="6879"/>
                </a:lnTo>
                <a:lnTo>
                  <a:pt x="1662980" y="10580"/>
                </a:lnTo>
                <a:lnTo>
                  <a:pt x="1670207" y="14961"/>
                </a:lnTo>
                <a:lnTo>
                  <a:pt x="1676960" y="20006"/>
                </a:lnTo>
                <a:lnTo>
                  <a:pt x="1683176" y="25668"/>
                </a:lnTo>
                <a:lnTo>
                  <a:pt x="1688838" y="31884"/>
                </a:lnTo>
                <a:lnTo>
                  <a:pt x="1691257" y="35126"/>
                </a:lnTo>
                <a:lnTo>
                  <a:pt x="1672263" y="49328"/>
                </a:lnTo>
                <a:lnTo>
                  <a:pt x="1670176" y="46544"/>
                </a:lnTo>
                <a:lnTo>
                  <a:pt x="1670903" y="47430"/>
                </a:lnTo>
                <a:lnTo>
                  <a:pt x="1666001" y="42037"/>
                </a:lnTo>
                <a:lnTo>
                  <a:pt x="1666808" y="42843"/>
                </a:lnTo>
                <a:lnTo>
                  <a:pt x="1661415" y="37941"/>
                </a:lnTo>
                <a:lnTo>
                  <a:pt x="1662300" y="38668"/>
                </a:lnTo>
                <a:lnTo>
                  <a:pt x="1656464" y="34303"/>
                </a:lnTo>
                <a:lnTo>
                  <a:pt x="1657413" y="34936"/>
                </a:lnTo>
                <a:lnTo>
                  <a:pt x="1651150" y="31141"/>
                </a:lnTo>
                <a:lnTo>
                  <a:pt x="1652162" y="31694"/>
                </a:lnTo>
                <a:lnTo>
                  <a:pt x="1645536" y="28499"/>
                </a:lnTo>
                <a:lnTo>
                  <a:pt x="1646611" y="28958"/>
                </a:lnTo>
                <a:lnTo>
                  <a:pt x="1639652" y="26412"/>
                </a:lnTo>
                <a:lnTo>
                  <a:pt x="1640491" y="26680"/>
                </a:lnTo>
                <a:lnTo>
                  <a:pt x="1636884" y="25653"/>
                </a:lnTo>
                <a:lnTo>
                  <a:pt x="1637454" y="25811"/>
                </a:lnTo>
                <a:lnTo>
                  <a:pt x="1633800" y="24957"/>
                </a:lnTo>
                <a:lnTo>
                  <a:pt x="1634370" y="25083"/>
                </a:lnTo>
                <a:lnTo>
                  <a:pt x="1630638" y="24419"/>
                </a:lnTo>
                <a:lnTo>
                  <a:pt x="1631239" y="24498"/>
                </a:lnTo>
                <a:lnTo>
                  <a:pt x="1627443" y="24024"/>
                </a:lnTo>
                <a:lnTo>
                  <a:pt x="1628027" y="24086"/>
                </a:lnTo>
                <a:lnTo>
                  <a:pt x="1624185" y="23786"/>
                </a:lnTo>
                <a:lnTo>
                  <a:pt x="1624786" y="23818"/>
                </a:lnTo>
                <a:lnTo>
                  <a:pt x="1620880" y="23723"/>
                </a:lnTo>
                <a:lnTo>
                  <a:pt x="1621180" y="23723"/>
                </a:lnTo>
                <a:lnTo>
                  <a:pt x="1596571" y="23723"/>
                </a:lnTo>
                <a:lnTo>
                  <a:pt x="1596571" y="0"/>
                </a:lnTo>
                <a:moveTo>
                  <a:pt x="1708843" y="110059"/>
                </a:moveTo>
                <a:lnTo>
                  <a:pt x="1708843" y="204951"/>
                </a:lnTo>
                <a:lnTo>
                  <a:pt x="1685120" y="204951"/>
                </a:lnTo>
                <a:lnTo>
                  <a:pt x="1685120" y="110059"/>
                </a:lnTo>
                <a:lnTo>
                  <a:pt x="1708843" y="110059"/>
                </a:lnTo>
                <a:moveTo>
                  <a:pt x="1708843" y="276120"/>
                </a:moveTo>
                <a:lnTo>
                  <a:pt x="1708843" y="371012"/>
                </a:lnTo>
                <a:lnTo>
                  <a:pt x="1685120" y="371012"/>
                </a:lnTo>
                <a:lnTo>
                  <a:pt x="1685120" y="276120"/>
                </a:lnTo>
                <a:lnTo>
                  <a:pt x="1708843" y="276120"/>
                </a:lnTo>
                <a:moveTo>
                  <a:pt x="1708843" y="442180"/>
                </a:moveTo>
                <a:lnTo>
                  <a:pt x="1708843" y="537072"/>
                </a:lnTo>
                <a:lnTo>
                  <a:pt x="1685120" y="537072"/>
                </a:lnTo>
                <a:lnTo>
                  <a:pt x="1685120" y="442180"/>
                </a:lnTo>
                <a:lnTo>
                  <a:pt x="1708843" y="442180"/>
                </a:lnTo>
                <a:moveTo>
                  <a:pt x="1708843" y="608241"/>
                </a:moveTo>
                <a:lnTo>
                  <a:pt x="1708843" y="703133"/>
                </a:lnTo>
                <a:lnTo>
                  <a:pt x="1685120" y="703133"/>
                </a:lnTo>
                <a:lnTo>
                  <a:pt x="1685120" y="608241"/>
                </a:lnTo>
                <a:lnTo>
                  <a:pt x="1708843" y="608241"/>
                </a:lnTo>
                <a:moveTo>
                  <a:pt x="1708843" y="774302"/>
                </a:moveTo>
                <a:lnTo>
                  <a:pt x="1708843" y="869193"/>
                </a:lnTo>
                <a:lnTo>
                  <a:pt x="1685120" y="869193"/>
                </a:lnTo>
                <a:lnTo>
                  <a:pt x="1685120" y="774302"/>
                </a:lnTo>
                <a:lnTo>
                  <a:pt x="1708843" y="774302"/>
                </a:lnTo>
                <a:moveTo>
                  <a:pt x="1708843" y="940362"/>
                </a:moveTo>
                <a:lnTo>
                  <a:pt x="1708843" y="950769"/>
                </a:lnTo>
                <a:lnTo>
                  <a:pt x="1708734" y="955118"/>
                </a:lnTo>
                <a:lnTo>
                  <a:pt x="1708402" y="959562"/>
                </a:lnTo>
                <a:lnTo>
                  <a:pt x="1707832" y="963943"/>
                </a:lnTo>
                <a:lnTo>
                  <a:pt x="1707073" y="968276"/>
                </a:lnTo>
                <a:lnTo>
                  <a:pt x="1706092" y="972515"/>
                </a:lnTo>
                <a:lnTo>
                  <a:pt x="1704859" y="976817"/>
                </a:lnTo>
                <a:lnTo>
                  <a:pt x="1701965" y="984740"/>
                </a:lnTo>
                <a:lnTo>
                  <a:pt x="1698264" y="992411"/>
                </a:lnTo>
                <a:lnTo>
                  <a:pt x="1693883" y="999638"/>
                </a:lnTo>
                <a:lnTo>
                  <a:pt x="1688838" y="1006391"/>
                </a:lnTo>
                <a:lnTo>
                  <a:pt x="1683176" y="1012607"/>
                </a:lnTo>
                <a:lnTo>
                  <a:pt x="1676960" y="1018269"/>
                </a:lnTo>
                <a:lnTo>
                  <a:pt x="1670207" y="1023314"/>
                </a:lnTo>
                <a:lnTo>
                  <a:pt x="1662980" y="1027695"/>
                </a:lnTo>
                <a:lnTo>
                  <a:pt x="1659548" y="1029355"/>
                </a:lnTo>
                <a:lnTo>
                  <a:pt x="1649252" y="1007989"/>
                </a:lnTo>
                <a:lnTo>
                  <a:pt x="1652162" y="1006581"/>
                </a:lnTo>
                <a:lnTo>
                  <a:pt x="1651150" y="1007134"/>
                </a:lnTo>
                <a:lnTo>
                  <a:pt x="1657413" y="1003339"/>
                </a:lnTo>
                <a:lnTo>
                  <a:pt x="1656464" y="1003972"/>
                </a:lnTo>
                <a:lnTo>
                  <a:pt x="1662300" y="999607"/>
                </a:lnTo>
                <a:lnTo>
                  <a:pt x="1661415" y="1000334"/>
                </a:lnTo>
                <a:lnTo>
                  <a:pt x="1666808" y="995432"/>
                </a:lnTo>
                <a:lnTo>
                  <a:pt x="1666001" y="996238"/>
                </a:lnTo>
                <a:lnTo>
                  <a:pt x="1670903" y="990845"/>
                </a:lnTo>
                <a:lnTo>
                  <a:pt x="1670176" y="991731"/>
                </a:lnTo>
                <a:lnTo>
                  <a:pt x="1674541" y="985895"/>
                </a:lnTo>
                <a:lnTo>
                  <a:pt x="1673908" y="986844"/>
                </a:lnTo>
                <a:lnTo>
                  <a:pt x="1677703" y="980581"/>
                </a:lnTo>
                <a:lnTo>
                  <a:pt x="1677150" y="981593"/>
                </a:lnTo>
                <a:lnTo>
                  <a:pt x="1680345" y="974967"/>
                </a:lnTo>
                <a:lnTo>
                  <a:pt x="1679886" y="976042"/>
                </a:lnTo>
                <a:lnTo>
                  <a:pt x="1682432" y="969083"/>
                </a:lnTo>
                <a:lnTo>
                  <a:pt x="1682164" y="969922"/>
                </a:lnTo>
                <a:lnTo>
                  <a:pt x="1683193" y="966315"/>
                </a:lnTo>
                <a:lnTo>
                  <a:pt x="1683033" y="966885"/>
                </a:lnTo>
                <a:lnTo>
                  <a:pt x="1683887" y="963231"/>
                </a:lnTo>
                <a:lnTo>
                  <a:pt x="1683761" y="963801"/>
                </a:lnTo>
                <a:lnTo>
                  <a:pt x="1684426" y="960069"/>
                </a:lnTo>
                <a:lnTo>
                  <a:pt x="1684347" y="960669"/>
                </a:lnTo>
                <a:lnTo>
                  <a:pt x="1684820" y="956874"/>
                </a:lnTo>
                <a:lnTo>
                  <a:pt x="1684758" y="957475"/>
                </a:lnTo>
                <a:lnTo>
                  <a:pt x="1685058" y="953616"/>
                </a:lnTo>
                <a:lnTo>
                  <a:pt x="1685026" y="954217"/>
                </a:lnTo>
                <a:lnTo>
                  <a:pt x="1685120" y="950310"/>
                </a:lnTo>
                <a:lnTo>
                  <a:pt x="1685120" y="950611"/>
                </a:lnTo>
                <a:lnTo>
                  <a:pt x="1685120" y="940362"/>
                </a:lnTo>
                <a:lnTo>
                  <a:pt x="1708843" y="940362"/>
                </a:lnTo>
                <a:moveTo>
                  <a:pt x="1584424" y="1038275"/>
                </a:moveTo>
                <a:lnTo>
                  <a:pt x="1489532" y="1038275"/>
                </a:lnTo>
                <a:lnTo>
                  <a:pt x="1489532" y="1014552"/>
                </a:lnTo>
                <a:lnTo>
                  <a:pt x="1584424" y="1014552"/>
                </a:lnTo>
                <a:lnTo>
                  <a:pt x="1584424" y="1038275"/>
                </a:lnTo>
                <a:moveTo>
                  <a:pt x="1418363" y="1038275"/>
                </a:moveTo>
                <a:lnTo>
                  <a:pt x="1323472" y="1038275"/>
                </a:lnTo>
                <a:lnTo>
                  <a:pt x="1323472" y="1014552"/>
                </a:lnTo>
                <a:lnTo>
                  <a:pt x="1418363" y="1014552"/>
                </a:lnTo>
                <a:lnTo>
                  <a:pt x="1418363" y="1038275"/>
                </a:lnTo>
                <a:moveTo>
                  <a:pt x="1252303" y="1038275"/>
                </a:moveTo>
                <a:lnTo>
                  <a:pt x="1157411" y="1038275"/>
                </a:lnTo>
                <a:lnTo>
                  <a:pt x="1157411" y="1014552"/>
                </a:lnTo>
                <a:lnTo>
                  <a:pt x="1252303" y="1014552"/>
                </a:lnTo>
                <a:lnTo>
                  <a:pt x="1252303" y="1038275"/>
                </a:lnTo>
                <a:moveTo>
                  <a:pt x="1086243" y="1038275"/>
                </a:moveTo>
                <a:lnTo>
                  <a:pt x="991351" y="1038275"/>
                </a:lnTo>
                <a:lnTo>
                  <a:pt x="991351" y="1014552"/>
                </a:lnTo>
                <a:lnTo>
                  <a:pt x="1086243" y="1014552"/>
                </a:lnTo>
                <a:lnTo>
                  <a:pt x="1086243" y="1038275"/>
                </a:lnTo>
                <a:moveTo>
                  <a:pt x="920182" y="1038275"/>
                </a:moveTo>
                <a:lnTo>
                  <a:pt x="825290" y="1038275"/>
                </a:lnTo>
                <a:lnTo>
                  <a:pt x="825290" y="1014552"/>
                </a:lnTo>
                <a:lnTo>
                  <a:pt x="920182" y="1014552"/>
                </a:lnTo>
                <a:lnTo>
                  <a:pt x="920182" y="1038275"/>
                </a:lnTo>
                <a:moveTo>
                  <a:pt x="754121" y="1038275"/>
                </a:moveTo>
                <a:lnTo>
                  <a:pt x="659230" y="1038275"/>
                </a:lnTo>
                <a:lnTo>
                  <a:pt x="659230" y="1014552"/>
                </a:lnTo>
                <a:lnTo>
                  <a:pt x="754121" y="1014552"/>
                </a:lnTo>
                <a:lnTo>
                  <a:pt x="754121" y="1038275"/>
                </a:lnTo>
                <a:moveTo>
                  <a:pt x="588061" y="1038275"/>
                </a:moveTo>
                <a:lnTo>
                  <a:pt x="493169" y="1038275"/>
                </a:lnTo>
                <a:lnTo>
                  <a:pt x="493169" y="1014552"/>
                </a:lnTo>
                <a:lnTo>
                  <a:pt x="588061" y="1014552"/>
                </a:lnTo>
                <a:lnTo>
                  <a:pt x="588061" y="1038275"/>
                </a:lnTo>
                <a:moveTo>
                  <a:pt x="422000" y="1038275"/>
                </a:moveTo>
                <a:lnTo>
                  <a:pt x="327108" y="1038275"/>
                </a:lnTo>
                <a:lnTo>
                  <a:pt x="327108" y="1014552"/>
                </a:lnTo>
                <a:lnTo>
                  <a:pt x="422000" y="1014552"/>
                </a:lnTo>
                <a:lnTo>
                  <a:pt x="422000" y="1038275"/>
                </a:lnTo>
                <a:moveTo>
                  <a:pt x="255939" y="1038275"/>
                </a:moveTo>
                <a:lnTo>
                  <a:pt x="161047" y="1038275"/>
                </a:lnTo>
                <a:lnTo>
                  <a:pt x="161047" y="1014552"/>
                </a:lnTo>
                <a:lnTo>
                  <a:pt x="255939" y="1014552"/>
                </a:lnTo>
                <a:lnTo>
                  <a:pt x="255939" y="1038275"/>
                </a:lnTo>
                <a:moveTo>
                  <a:pt x="89878" y="1038275"/>
                </a:moveTo>
                <a:lnTo>
                  <a:pt x="87506" y="1038275"/>
                </a:lnTo>
                <a:lnTo>
                  <a:pt x="83157" y="1038164"/>
                </a:lnTo>
                <a:lnTo>
                  <a:pt x="78713" y="1037833"/>
                </a:lnTo>
                <a:lnTo>
                  <a:pt x="74333" y="1037263"/>
                </a:lnTo>
                <a:lnTo>
                  <a:pt x="69999" y="1036504"/>
                </a:lnTo>
                <a:lnTo>
                  <a:pt x="65760" y="1035523"/>
                </a:lnTo>
                <a:lnTo>
                  <a:pt x="61458" y="1034290"/>
                </a:lnTo>
                <a:lnTo>
                  <a:pt x="53535" y="1031395"/>
                </a:lnTo>
                <a:lnTo>
                  <a:pt x="45865" y="1027695"/>
                </a:lnTo>
                <a:lnTo>
                  <a:pt x="38637" y="1023314"/>
                </a:lnTo>
                <a:lnTo>
                  <a:pt x="31884" y="1018269"/>
                </a:lnTo>
                <a:lnTo>
                  <a:pt x="25668" y="1012607"/>
                </a:lnTo>
                <a:lnTo>
                  <a:pt x="20007" y="1006391"/>
                </a:lnTo>
                <a:lnTo>
                  <a:pt x="14961" y="999638"/>
                </a:lnTo>
                <a:lnTo>
                  <a:pt x="10581" y="992411"/>
                </a:lnTo>
                <a:lnTo>
                  <a:pt x="6880" y="984740"/>
                </a:lnTo>
                <a:lnTo>
                  <a:pt x="5330" y="980517"/>
                </a:lnTo>
                <a:lnTo>
                  <a:pt x="27615" y="972357"/>
                </a:lnTo>
                <a:lnTo>
                  <a:pt x="28958" y="976042"/>
                </a:lnTo>
                <a:lnTo>
                  <a:pt x="28499" y="974967"/>
                </a:lnTo>
                <a:lnTo>
                  <a:pt x="31695" y="981593"/>
                </a:lnTo>
                <a:lnTo>
                  <a:pt x="31140" y="980581"/>
                </a:lnTo>
                <a:lnTo>
                  <a:pt x="34936" y="986844"/>
                </a:lnTo>
                <a:lnTo>
                  <a:pt x="34304" y="985895"/>
                </a:lnTo>
                <a:lnTo>
                  <a:pt x="38669" y="991731"/>
                </a:lnTo>
                <a:lnTo>
                  <a:pt x="37941" y="990845"/>
                </a:lnTo>
                <a:lnTo>
                  <a:pt x="42844" y="996238"/>
                </a:lnTo>
                <a:lnTo>
                  <a:pt x="42037" y="995432"/>
                </a:lnTo>
                <a:lnTo>
                  <a:pt x="47431" y="1000334"/>
                </a:lnTo>
                <a:lnTo>
                  <a:pt x="46545" y="999607"/>
                </a:lnTo>
                <a:lnTo>
                  <a:pt x="52381" y="1003972"/>
                </a:lnTo>
                <a:lnTo>
                  <a:pt x="51432" y="1003339"/>
                </a:lnTo>
                <a:lnTo>
                  <a:pt x="57694" y="1007134"/>
                </a:lnTo>
                <a:lnTo>
                  <a:pt x="56681" y="1006581"/>
                </a:lnTo>
                <a:lnTo>
                  <a:pt x="63309" y="1009776"/>
                </a:lnTo>
                <a:lnTo>
                  <a:pt x="62233" y="1009317"/>
                </a:lnTo>
                <a:lnTo>
                  <a:pt x="69192" y="1011863"/>
                </a:lnTo>
                <a:lnTo>
                  <a:pt x="68354" y="1011595"/>
                </a:lnTo>
                <a:lnTo>
                  <a:pt x="71960" y="1012622"/>
                </a:lnTo>
                <a:lnTo>
                  <a:pt x="71391" y="1012464"/>
                </a:lnTo>
                <a:lnTo>
                  <a:pt x="75043" y="1013319"/>
                </a:lnTo>
                <a:lnTo>
                  <a:pt x="74475" y="1013192"/>
                </a:lnTo>
                <a:lnTo>
                  <a:pt x="78207" y="1013856"/>
                </a:lnTo>
                <a:lnTo>
                  <a:pt x="77606" y="1013777"/>
                </a:lnTo>
                <a:lnTo>
                  <a:pt x="81402" y="1014251"/>
                </a:lnTo>
                <a:lnTo>
                  <a:pt x="80801" y="1014189"/>
                </a:lnTo>
                <a:lnTo>
                  <a:pt x="84660" y="1014489"/>
                </a:lnTo>
                <a:lnTo>
                  <a:pt x="84059" y="1014457"/>
                </a:lnTo>
                <a:lnTo>
                  <a:pt x="87964" y="1014552"/>
                </a:lnTo>
                <a:lnTo>
                  <a:pt x="87664" y="1014552"/>
                </a:lnTo>
                <a:lnTo>
                  <a:pt x="89878" y="1014552"/>
                </a:lnTo>
                <a:lnTo>
                  <a:pt x="89878" y="1038275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197">
            <a:extLst xmlns:a="http://schemas.openxmlformats.org/drawingml/2006/main">
              <a:ext uri="{FF2B5EF4-FFF2-40B4-BE49-F238E27FC236}">
                <a16:creationId xmlns:a16="http://schemas.microsoft.com/office/drawing/2014/main" id="{68F18CB4-C005-4948-9980-6433B17F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782" y="4177312"/>
            <a:ext cx="1708845" cy="913335"/>
          </a:xfrm>
          <a:custGeom xmlns:a="http://schemas.openxmlformats.org/drawingml/2006/main">
            <a:pathLst>
              <a:path w="1708845" h="913335">
                <a:moveTo>
                  <a:pt x="0" y="835016"/>
                </a:moveTo>
                <a:lnTo>
                  <a:pt x="0" y="740125"/>
                </a:lnTo>
                <a:lnTo>
                  <a:pt x="23723" y="740125"/>
                </a:lnTo>
                <a:lnTo>
                  <a:pt x="23723" y="835016"/>
                </a:lnTo>
                <a:lnTo>
                  <a:pt x="0" y="835016"/>
                </a:lnTo>
                <a:moveTo>
                  <a:pt x="0" y="668956"/>
                </a:moveTo>
                <a:lnTo>
                  <a:pt x="0" y="574064"/>
                </a:lnTo>
                <a:lnTo>
                  <a:pt x="23723" y="574064"/>
                </a:lnTo>
                <a:lnTo>
                  <a:pt x="23723" y="668956"/>
                </a:lnTo>
                <a:lnTo>
                  <a:pt x="0" y="668956"/>
                </a:lnTo>
                <a:moveTo>
                  <a:pt x="0" y="502895"/>
                </a:moveTo>
                <a:lnTo>
                  <a:pt x="0" y="408004"/>
                </a:lnTo>
                <a:lnTo>
                  <a:pt x="23723" y="408004"/>
                </a:lnTo>
                <a:lnTo>
                  <a:pt x="23723" y="502895"/>
                </a:lnTo>
                <a:lnTo>
                  <a:pt x="0" y="502895"/>
                </a:lnTo>
                <a:moveTo>
                  <a:pt x="0" y="336835"/>
                </a:moveTo>
                <a:lnTo>
                  <a:pt x="0" y="241943"/>
                </a:lnTo>
                <a:lnTo>
                  <a:pt x="23723" y="241943"/>
                </a:lnTo>
                <a:lnTo>
                  <a:pt x="23723" y="336835"/>
                </a:lnTo>
                <a:lnTo>
                  <a:pt x="0" y="336835"/>
                </a:lnTo>
                <a:moveTo>
                  <a:pt x="0" y="170774"/>
                </a:moveTo>
                <a:lnTo>
                  <a:pt x="0" y="78175"/>
                </a:lnTo>
                <a:lnTo>
                  <a:pt x="64" y="75581"/>
                </a:lnTo>
                <a:lnTo>
                  <a:pt x="23787" y="76183"/>
                </a:lnTo>
                <a:lnTo>
                  <a:pt x="23723" y="78618"/>
                </a:lnTo>
                <a:lnTo>
                  <a:pt x="23723" y="78317"/>
                </a:lnTo>
                <a:lnTo>
                  <a:pt x="23723" y="170774"/>
                </a:lnTo>
                <a:lnTo>
                  <a:pt x="0" y="170774"/>
                </a:lnTo>
                <a:moveTo>
                  <a:pt x="43524" y="8224"/>
                </a:moveTo>
                <a:lnTo>
                  <a:pt x="47826" y="6153"/>
                </a:lnTo>
                <a:lnTo>
                  <a:pt x="55037" y="3511"/>
                </a:lnTo>
                <a:lnTo>
                  <a:pt x="62550" y="1582"/>
                </a:lnTo>
                <a:lnTo>
                  <a:pt x="70189" y="412"/>
                </a:lnTo>
                <a:lnTo>
                  <a:pt x="74300" y="95"/>
                </a:lnTo>
                <a:lnTo>
                  <a:pt x="78175" y="0"/>
                </a:lnTo>
                <a:lnTo>
                  <a:pt x="142465" y="0"/>
                </a:lnTo>
                <a:lnTo>
                  <a:pt x="142465" y="23723"/>
                </a:lnTo>
                <a:lnTo>
                  <a:pt x="78317" y="23723"/>
                </a:lnTo>
                <a:lnTo>
                  <a:pt x="78618" y="23723"/>
                </a:lnTo>
                <a:lnTo>
                  <a:pt x="75202" y="23802"/>
                </a:lnTo>
                <a:lnTo>
                  <a:pt x="75804" y="23771"/>
                </a:lnTo>
                <a:lnTo>
                  <a:pt x="72434" y="24039"/>
                </a:lnTo>
                <a:lnTo>
                  <a:pt x="73320" y="23929"/>
                </a:lnTo>
                <a:lnTo>
                  <a:pt x="66725" y="24941"/>
                </a:lnTo>
                <a:lnTo>
                  <a:pt x="67880" y="24704"/>
                </a:lnTo>
                <a:lnTo>
                  <a:pt x="61522" y="26333"/>
                </a:lnTo>
                <a:lnTo>
                  <a:pt x="62644" y="25984"/>
                </a:lnTo>
                <a:lnTo>
                  <a:pt x="56524" y="28231"/>
                </a:lnTo>
                <a:lnTo>
                  <a:pt x="57600" y="27772"/>
                </a:lnTo>
                <a:lnTo>
                  <a:pt x="53820" y="29591"/>
                </a:lnTo>
                <a:lnTo>
                  <a:pt x="43524" y="8224"/>
                </a:lnTo>
                <a:moveTo>
                  <a:pt x="213633" y="0"/>
                </a:moveTo>
                <a:lnTo>
                  <a:pt x="308525" y="0"/>
                </a:lnTo>
                <a:lnTo>
                  <a:pt x="308525" y="23723"/>
                </a:lnTo>
                <a:lnTo>
                  <a:pt x="213633" y="23723"/>
                </a:lnTo>
                <a:lnTo>
                  <a:pt x="213633" y="0"/>
                </a:lnTo>
                <a:moveTo>
                  <a:pt x="379694" y="0"/>
                </a:moveTo>
                <a:lnTo>
                  <a:pt x="474586" y="0"/>
                </a:lnTo>
                <a:lnTo>
                  <a:pt x="474586" y="23723"/>
                </a:lnTo>
                <a:lnTo>
                  <a:pt x="379694" y="23723"/>
                </a:lnTo>
                <a:lnTo>
                  <a:pt x="379694" y="0"/>
                </a:lnTo>
                <a:moveTo>
                  <a:pt x="545755" y="0"/>
                </a:moveTo>
                <a:lnTo>
                  <a:pt x="640647" y="0"/>
                </a:lnTo>
                <a:lnTo>
                  <a:pt x="640647" y="23723"/>
                </a:lnTo>
                <a:lnTo>
                  <a:pt x="545755" y="23723"/>
                </a:lnTo>
                <a:lnTo>
                  <a:pt x="545755" y="0"/>
                </a:lnTo>
                <a:moveTo>
                  <a:pt x="711816" y="0"/>
                </a:moveTo>
                <a:lnTo>
                  <a:pt x="806707" y="0"/>
                </a:lnTo>
                <a:lnTo>
                  <a:pt x="806707" y="23723"/>
                </a:lnTo>
                <a:lnTo>
                  <a:pt x="711816" y="23723"/>
                </a:lnTo>
                <a:lnTo>
                  <a:pt x="711816" y="0"/>
                </a:lnTo>
                <a:moveTo>
                  <a:pt x="877875" y="0"/>
                </a:moveTo>
                <a:lnTo>
                  <a:pt x="972767" y="0"/>
                </a:lnTo>
                <a:lnTo>
                  <a:pt x="972767" y="23723"/>
                </a:lnTo>
                <a:lnTo>
                  <a:pt x="877875" y="23723"/>
                </a:lnTo>
                <a:lnTo>
                  <a:pt x="877875" y="0"/>
                </a:lnTo>
                <a:moveTo>
                  <a:pt x="1043936" y="0"/>
                </a:moveTo>
                <a:lnTo>
                  <a:pt x="1138828" y="0"/>
                </a:lnTo>
                <a:lnTo>
                  <a:pt x="1138828" y="23723"/>
                </a:lnTo>
                <a:lnTo>
                  <a:pt x="1043936" y="23723"/>
                </a:lnTo>
                <a:lnTo>
                  <a:pt x="1043936" y="0"/>
                </a:lnTo>
                <a:moveTo>
                  <a:pt x="1209997" y="0"/>
                </a:moveTo>
                <a:lnTo>
                  <a:pt x="1304889" y="0"/>
                </a:lnTo>
                <a:lnTo>
                  <a:pt x="1304889" y="23723"/>
                </a:lnTo>
                <a:lnTo>
                  <a:pt x="1209997" y="23723"/>
                </a:lnTo>
                <a:lnTo>
                  <a:pt x="1209997" y="0"/>
                </a:lnTo>
                <a:moveTo>
                  <a:pt x="1376058" y="0"/>
                </a:moveTo>
                <a:lnTo>
                  <a:pt x="1470950" y="0"/>
                </a:lnTo>
                <a:lnTo>
                  <a:pt x="1470950" y="23723"/>
                </a:lnTo>
                <a:lnTo>
                  <a:pt x="1376058" y="23723"/>
                </a:lnTo>
                <a:lnTo>
                  <a:pt x="1376058" y="0"/>
                </a:lnTo>
                <a:moveTo>
                  <a:pt x="1542119" y="0"/>
                </a:moveTo>
                <a:lnTo>
                  <a:pt x="1630669" y="0"/>
                </a:lnTo>
                <a:lnTo>
                  <a:pt x="1634544" y="95"/>
                </a:lnTo>
                <a:lnTo>
                  <a:pt x="1637897" y="348"/>
                </a:lnTo>
                <a:lnTo>
                  <a:pt x="1636093" y="24008"/>
                </a:lnTo>
                <a:lnTo>
                  <a:pt x="1633041" y="23771"/>
                </a:lnTo>
                <a:lnTo>
                  <a:pt x="1633643" y="23802"/>
                </a:lnTo>
                <a:lnTo>
                  <a:pt x="1630227" y="23723"/>
                </a:lnTo>
                <a:lnTo>
                  <a:pt x="1630527" y="23723"/>
                </a:lnTo>
                <a:lnTo>
                  <a:pt x="1542119" y="23723"/>
                </a:lnTo>
                <a:lnTo>
                  <a:pt x="1542119" y="0"/>
                </a:lnTo>
                <a:moveTo>
                  <a:pt x="1702376" y="47162"/>
                </a:moveTo>
                <a:lnTo>
                  <a:pt x="1702691" y="47826"/>
                </a:lnTo>
                <a:lnTo>
                  <a:pt x="1705333" y="55037"/>
                </a:lnTo>
                <a:lnTo>
                  <a:pt x="1707262" y="62550"/>
                </a:lnTo>
                <a:lnTo>
                  <a:pt x="1708433" y="70189"/>
                </a:lnTo>
                <a:lnTo>
                  <a:pt x="1708749" y="74300"/>
                </a:lnTo>
                <a:lnTo>
                  <a:pt x="1708845" y="78175"/>
                </a:lnTo>
                <a:lnTo>
                  <a:pt x="1708845" y="146497"/>
                </a:lnTo>
                <a:lnTo>
                  <a:pt x="1685122" y="146497"/>
                </a:lnTo>
                <a:lnTo>
                  <a:pt x="1685122" y="78317"/>
                </a:lnTo>
                <a:lnTo>
                  <a:pt x="1685122" y="78618"/>
                </a:lnTo>
                <a:lnTo>
                  <a:pt x="1685042" y="75202"/>
                </a:lnTo>
                <a:lnTo>
                  <a:pt x="1685074" y="75803"/>
                </a:lnTo>
                <a:lnTo>
                  <a:pt x="1684805" y="72434"/>
                </a:lnTo>
                <a:lnTo>
                  <a:pt x="1684916" y="73320"/>
                </a:lnTo>
                <a:lnTo>
                  <a:pt x="1683903" y="66725"/>
                </a:lnTo>
                <a:lnTo>
                  <a:pt x="1684141" y="67880"/>
                </a:lnTo>
                <a:lnTo>
                  <a:pt x="1682511" y="61522"/>
                </a:lnTo>
                <a:lnTo>
                  <a:pt x="1682860" y="62645"/>
                </a:lnTo>
                <a:lnTo>
                  <a:pt x="1680614" y="56524"/>
                </a:lnTo>
                <a:lnTo>
                  <a:pt x="1681072" y="57600"/>
                </a:lnTo>
                <a:lnTo>
                  <a:pt x="1680819" y="57078"/>
                </a:lnTo>
                <a:lnTo>
                  <a:pt x="1681010" y="57457"/>
                </a:lnTo>
                <a:lnTo>
                  <a:pt x="1702376" y="47162"/>
                </a:lnTo>
                <a:moveTo>
                  <a:pt x="1708845" y="217666"/>
                </a:moveTo>
                <a:lnTo>
                  <a:pt x="1708845" y="312558"/>
                </a:lnTo>
                <a:lnTo>
                  <a:pt x="1685122" y="312558"/>
                </a:lnTo>
                <a:lnTo>
                  <a:pt x="1685122" y="217666"/>
                </a:lnTo>
                <a:lnTo>
                  <a:pt x="1708845" y="217666"/>
                </a:lnTo>
                <a:moveTo>
                  <a:pt x="1708845" y="383727"/>
                </a:moveTo>
                <a:lnTo>
                  <a:pt x="1708845" y="478620"/>
                </a:lnTo>
                <a:lnTo>
                  <a:pt x="1685122" y="478620"/>
                </a:lnTo>
                <a:lnTo>
                  <a:pt x="1685122" y="383727"/>
                </a:lnTo>
                <a:lnTo>
                  <a:pt x="1708845" y="383727"/>
                </a:lnTo>
                <a:moveTo>
                  <a:pt x="1708845" y="549789"/>
                </a:moveTo>
                <a:lnTo>
                  <a:pt x="1708845" y="644680"/>
                </a:lnTo>
                <a:lnTo>
                  <a:pt x="1685122" y="644680"/>
                </a:lnTo>
                <a:lnTo>
                  <a:pt x="1685122" y="549789"/>
                </a:lnTo>
                <a:lnTo>
                  <a:pt x="1708845" y="549789"/>
                </a:lnTo>
                <a:moveTo>
                  <a:pt x="1708845" y="715849"/>
                </a:moveTo>
                <a:lnTo>
                  <a:pt x="1708845" y="810741"/>
                </a:lnTo>
                <a:lnTo>
                  <a:pt x="1685122" y="810741"/>
                </a:lnTo>
                <a:lnTo>
                  <a:pt x="1685122" y="715849"/>
                </a:lnTo>
                <a:lnTo>
                  <a:pt x="1708845" y="715849"/>
                </a:lnTo>
                <a:moveTo>
                  <a:pt x="1689849" y="886069"/>
                </a:moveTo>
                <a:lnTo>
                  <a:pt x="1685912" y="890403"/>
                </a:lnTo>
                <a:lnTo>
                  <a:pt x="1680361" y="895463"/>
                </a:lnTo>
                <a:lnTo>
                  <a:pt x="1674319" y="899971"/>
                </a:lnTo>
                <a:lnTo>
                  <a:pt x="1667867" y="903893"/>
                </a:lnTo>
                <a:lnTo>
                  <a:pt x="1661018" y="907182"/>
                </a:lnTo>
                <a:lnTo>
                  <a:pt x="1653807" y="909824"/>
                </a:lnTo>
                <a:lnTo>
                  <a:pt x="1646295" y="911753"/>
                </a:lnTo>
                <a:lnTo>
                  <a:pt x="1638656" y="912923"/>
                </a:lnTo>
                <a:lnTo>
                  <a:pt x="1634544" y="913240"/>
                </a:lnTo>
                <a:lnTo>
                  <a:pt x="1630669" y="913335"/>
                </a:lnTo>
                <a:lnTo>
                  <a:pt x="1593107" y="913335"/>
                </a:lnTo>
                <a:lnTo>
                  <a:pt x="1593107" y="889612"/>
                </a:lnTo>
                <a:lnTo>
                  <a:pt x="1630527" y="889612"/>
                </a:lnTo>
                <a:lnTo>
                  <a:pt x="1630227" y="889612"/>
                </a:lnTo>
                <a:lnTo>
                  <a:pt x="1633643" y="889533"/>
                </a:lnTo>
                <a:lnTo>
                  <a:pt x="1633041" y="889564"/>
                </a:lnTo>
                <a:lnTo>
                  <a:pt x="1636411" y="889295"/>
                </a:lnTo>
                <a:lnTo>
                  <a:pt x="1635525" y="889406"/>
                </a:lnTo>
                <a:lnTo>
                  <a:pt x="1642120" y="888393"/>
                </a:lnTo>
                <a:lnTo>
                  <a:pt x="1640965" y="888631"/>
                </a:lnTo>
                <a:lnTo>
                  <a:pt x="1647323" y="887002"/>
                </a:lnTo>
                <a:lnTo>
                  <a:pt x="1646201" y="887350"/>
                </a:lnTo>
                <a:lnTo>
                  <a:pt x="1652320" y="885104"/>
                </a:lnTo>
                <a:lnTo>
                  <a:pt x="1651245" y="885563"/>
                </a:lnTo>
                <a:lnTo>
                  <a:pt x="1657049" y="882764"/>
                </a:lnTo>
                <a:lnTo>
                  <a:pt x="1656036" y="883317"/>
                </a:lnTo>
                <a:lnTo>
                  <a:pt x="1661525" y="879980"/>
                </a:lnTo>
                <a:lnTo>
                  <a:pt x="1660577" y="880628"/>
                </a:lnTo>
                <a:lnTo>
                  <a:pt x="1665701" y="876801"/>
                </a:lnTo>
                <a:lnTo>
                  <a:pt x="1664815" y="877513"/>
                </a:lnTo>
                <a:lnTo>
                  <a:pt x="1669543" y="873227"/>
                </a:lnTo>
                <a:lnTo>
                  <a:pt x="1668737" y="874033"/>
                </a:lnTo>
                <a:lnTo>
                  <a:pt x="1672294" y="870111"/>
                </a:lnTo>
                <a:lnTo>
                  <a:pt x="1689849" y="886069"/>
                </a:lnTo>
                <a:moveTo>
                  <a:pt x="1521938" y="913335"/>
                </a:moveTo>
                <a:lnTo>
                  <a:pt x="1427047" y="913335"/>
                </a:lnTo>
                <a:lnTo>
                  <a:pt x="1427047" y="889612"/>
                </a:lnTo>
                <a:lnTo>
                  <a:pt x="1521938" y="889612"/>
                </a:lnTo>
                <a:lnTo>
                  <a:pt x="1521938" y="913335"/>
                </a:lnTo>
                <a:moveTo>
                  <a:pt x="1355878" y="913335"/>
                </a:moveTo>
                <a:lnTo>
                  <a:pt x="1260986" y="913335"/>
                </a:lnTo>
                <a:lnTo>
                  <a:pt x="1260986" y="889612"/>
                </a:lnTo>
                <a:lnTo>
                  <a:pt x="1355878" y="889612"/>
                </a:lnTo>
                <a:lnTo>
                  <a:pt x="1355878" y="913335"/>
                </a:lnTo>
                <a:moveTo>
                  <a:pt x="1189817" y="913335"/>
                </a:moveTo>
                <a:lnTo>
                  <a:pt x="1094925" y="913335"/>
                </a:lnTo>
                <a:lnTo>
                  <a:pt x="1094925" y="889612"/>
                </a:lnTo>
                <a:lnTo>
                  <a:pt x="1189817" y="889612"/>
                </a:lnTo>
                <a:lnTo>
                  <a:pt x="1189817" y="913335"/>
                </a:lnTo>
                <a:moveTo>
                  <a:pt x="1023756" y="913335"/>
                </a:moveTo>
                <a:lnTo>
                  <a:pt x="928864" y="913335"/>
                </a:lnTo>
                <a:lnTo>
                  <a:pt x="928864" y="889612"/>
                </a:lnTo>
                <a:lnTo>
                  <a:pt x="1023756" y="889612"/>
                </a:lnTo>
                <a:lnTo>
                  <a:pt x="1023756" y="913335"/>
                </a:lnTo>
                <a:moveTo>
                  <a:pt x="857695" y="913335"/>
                </a:moveTo>
                <a:lnTo>
                  <a:pt x="762803" y="913335"/>
                </a:lnTo>
                <a:lnTo>
                  <a:pt x="762803" y="889612"/>
                </a:lnTo>
                <a:lnTo>
                  <a:pt x="857695" y="889612"/>
                </a:lnTo>
                <a:lnTo>
                  <a:pt x="857695" y="913335"/>
                </a:lnTo>
                <a:moveTo>
                  <a:pt x="691635" y="913335"/>
                </a:moveTo>
                <a:lnTo>
                  <a:pt x="596743" y="913335"/>
                </a:lnTo>
                <a:lnTo>
                  <a:pt x="596743" y="889612"/>
                </a:lnTo>
                <a:lnTo>
                  <a:pt x="691635" y="889612"/>
                </a:lnTo>
                <a:lnTo>
                  <a:pt x="691635" y="913335"/>
                </a:lnTo>
                <a:moveTo>
                  <a:pt x="525574" y="913335"/>
                </a:moveTo>
                <a:lnTo>
                  <a:pt x="430682" y="913335"/>
                </a:lnTo>
                <a:lnTo>
                  <a:pt x="430682" y="889612"/>
                </a:lnTo>
                <a:lnTo>
                  <a:pt x="525574" y="889612"/>
                </a:lnTo>
                <a:lnTo>
                  <a:pt x="525574" y="913335"/>
                </a:lnTo>
                <a:moveTo>
                  <a:pt x="359513" y="913335"/>
                </a:moveTo>
                <a:lnTo>
                  <a:pt x="264621" y="913335"/>
                </a:lnTo>
                <a:lnTo>
                  <a:pt x="264621" y="889612"/>
                </a:lnTo>
                <a:lnTo>
                  <a:pt x="359513" y="889612"/>
                </a:lnTo>
                <a:lnTo>
                  <a:pt x="359513" y="913335"/>
                </a:lnTo>
                <a:moveTo>
                  <a:pt x="193453" y="913335"/>
                </a:moveTo>
                <a:lnTo>
                  <a:pt x="98561" y="913335"/>
                </a:lnTo>
                <a:lnTo>
                  <a:pt x="98561" y="889612"/>
                </a:lnTo>
                <a:lnTo>
                  <a:pt x="193453" y="889612"/>
                </a:lnTo>
                <a:lnTo>
                  <a:pt x="193453" y="913335"/>
                </a:lnTo>
                <a:moveTo>
                  <a:pt x="24276" y="891636"/>
                </a:moveTo>
                <a:lnTo>
                  <a:pt x="22932" y="890403"/>
                </a:lnTo>
                <a:lnTo>
                  <a:pt x="17871" y="884851"/>
                </a:lnTo>
                <a:lnTo>
                  <a:pt x="13364" y="878810"/>
                </a:lnTo>
                <a:lnTo>
                  <a:pt x="9442" y="872357"/>
                </a:lnTo>
                <a:lnTo>
                  <a:pt x="6153" y="865509"/>
                </a:lnTo>
                <a:lnTo>
                  <a:pt x="3511" y="858298"/>
                </a:lnTo>
                <a:lnTo>
                  <a:pt x="1582" y="850785"/>
                </a:lnTo>
                <a:lnTo>
                  <a:pt x="412" y="843146"/>
                </a:lnTo>
                <a:lnTo>
                  <a:pt x="95" y="839034"/>
                </a:lnTo>
                <a:lnTo>
                  <a:pt x="0" y="835318"/>
                </a:lnTo>
                <a:lnTo>
                  <a:pt x="23723" y="834716"/>
                </a:lnTo>
                <a:lnTo>
                  <a:pt x="23802" y="838133"/>
                </a:lnTo>
                <a:lnTo>
                  <a:pt x="23771" y="837531"/>
                </a:lnTo>
                <a:lnTo>
                  <a:pt x="24039" y="840900"/>
                </a:lnTo>
                <a:lnTo>
                  <a:pt x="23929" y="840015"/>
                </a:lnTo>
                <a:lnTo>
                  <a:pt x="24942" y="846609"/>
                </a:lnTo>
                <a:lnTo>
                  <a:pt x="24703" y="845455"/>
                </a:lnTo>
                <a:lnTo>
                  <a:pt x="26333" y="851813"/>
                </a:lnTo>
                <a:lnTo>
                  <a:pt x="25984" y="850690"/>
                </a:lnTo>
                <a:lnTo>
                  <a:pt x="28231" y="856810"/>
                </a:lnTo>
                <a:lnTo>
                  <a:pt x="27773" y="855735"/>
                </a:lnTo>
                <a:lnTo>
                  <a:pt x="30571" y="861539"/>
                </a:lnTo>
                <a:lnTo>
                  <a:pt x="30018" y="860527"/>
                </a:lnTo>
                <a:lnTo>
                  <a:pt x="33355" y="866015"/>
                </a:lnTo>
                <a:lnTo>
                  <a:pt x="32707" y="865066"/>
                </a:lnTo>
                <a:lnTo>
                  <a:pt x="36534" y="870190"/>
                </a:lnTo>
                <a:lnTo>
                  <a:pt x="35822" y="869304"/>
                </a:lnTo>
                <a:lnTo>
                  <a:pt x="40108" y="874033"/>
                </a:lnTo>
                <a:lnTo>
                  <a:pt x="39302" y="873227"/>
                </a:lnTo>
                <a:lnTo>
                  <a:pt x="40235" y="874080"/>
                </a:lnTo>
                <a:lnTo>
                  <a:pt x="24276" y="891636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text-198 Who">
            <a:extLst xmlns:a="http://schemas.openxmlformats.org/drawingml/2006/main">
              <a:ext uri="{FF2B5EF4-FFF2-40B4-BE49-F238E27FC236}">
                <a16:creationId xmlns:a16="http://schemas.microsoft.com/office/drawing/2014/main" id="{8BA2214F-E777-4FB4-A150-A777E169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0563" y="3267181"/>
            <a:ext cx="335673" cy="221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Who</a:t>
            </a:r>
          </a:p>
        </p:txBody>
      </p:sp>
      <p:sp>
        <p:nvSpPr>
          <p:cNvPr id="228" name="text-198 scored">
            <a:extLst xmlns:a="http://schemas.openxmlformats.org/drawingml/2006/main">
              <a:ext uri="{FF2B5EF4-FFF2-40B4-BE49-F238E27FC236}">
                <a16:creationId xmlns:a16="http://schemas.microsoft.com/office/drawing/2014/main" id="{70F60E9E-8030-48EF-9195-92BE85B7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7710" y="3266917"/>
            <a:ext cx="441683" cy="22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scored</a:t>
            </a:r>
          </a:p>
        </p:txBody>
      </p:sp>
      <p:sp>
        <p:nvSpPr>
          <p:cNvPr id="229" name="text-198 the">
            <a:extLst xmlns:a="http://schemas.openxmlformats.org/drawingml/2006/main">
              <a:ext uri="{FF2B5EF4-FFF2-40B4-BE49-F238E27FC236}">
                <a16:creationId xmlns:a16="http://schemas.microsoft.com/office/drawing/2014/main" id="{B7848F45-6548-458B-95BF-11D702F2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0818" y="3267122"/>
            <a:ext cx="221676" cy="221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30" name="text-198 three-">
            <a:extLst xmlns:a="http://schemas.openxmlformats.org/drawingml/2006/main">
              <a:ext uri="{FF2B5EF4-FFF2-40B4-BE49-F238E27FC236}">
                <a16:creationId xmlns:a16="http://schemas.microsoft.com/office/drawing/2014/main" id="{60091166-20D7-4935-B17E-A63AB018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4095" y="3266777"/>
            <a:ext cx="398033" cy="221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three-</a:t>
            </a:r>
          </a:p>
        </p:txBody>
      </p:sp>
      <p:sp>
        <p:nvSpPr>
          <p:cNvPr id="231" name="text-199 pointer">
            <a:extLst xmlns:a="http://schemas.openxmlformats.org/drawingml/2006/main">
              <a:ext uri="{FF2B5EF4-FFF2-40B4-BE49-F238E27FC236}">
                <a16:creationId xmlns:a16="http://schemas.microsoft.com/office/drawing/2014/main" id="{B2C09C5A-C259-48A3-B0EF-22E52C87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2606" y="3456658"/>
            <a:ext cx="477092" cy="221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pointer</a:t>
            </a:r>
          </a:p>
        </p:txBody>
      </p:sp>
      <p:sp>
        <p:nvSpPr>
          <p:cNvPr id="232" name="text-199 around">
            <a:extLst xmlns:a="http://schemas.openxmlformats.org/drawingml/2006/main">
              <a:ext uri="{FF2B5EF4-FFF2-40B4-BE49-F238E27FC236}">
                <a16:creationId xmlns:a16="http://schemas.microsoft.com/office/drawing/2014/main" id="{61F7067D-CCD3-4111-8B25-40C3D00A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1299" y="3456832"/>
            <a:ext cx="467754" cy="221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around</a:t>
            </a:r>
          </a:p>
        </p:txBody>
      </p:sp>
      <p:sp>
        <p:nvSpPr>
          <p:cNvPr id="233" name="text-199 t">
            <a:extLst xmlns:a="http://schemas.openxmlformats.org/drawingml/2006/main">
              <a:ext uri="{FF2B5EF4-FFF2-40B4-BE49-F238E27FC236}">
                <a16:creationId xmlns:a16="http://schemas.microsoft.com/office/drawing/2014/main" id="{F404F776-8583-4049-BD96-8075A872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0502" y="3457713"/>
            <a:ext cx="72046" cy="220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34" name="text-199 =">
            <a:extLst xmlns:a="http://schemas.openxmlformats.org/drawingml/2006/main">
              <a:ext uri="{FF2B5EF4-FFF2-40B4-BE49-F238E27FC236}">
                <a16:creationId xmlns:a16="http://schemas.microsoft.com/office/drawing/2014/main" id="{4F87ADE4-A072-4994-AA26-8405EEB9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4324" y="3457593"/>
            <a:ext cx="117094" cy="220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235" name="text-199 0.8s,">
            <a:extLst xmlns:a="http://schemas.openxmlformats.org/drawingml/2006/main">
              <a:ext uri="{FF2B5EF4-FFF2-40B4-BE49-F238E27FC236}">
                <a16:creationId xmlns:a16="http://schemas.microsoft.com/office/drawing/2014/main" id="{52E1714F-8674-43DC-838C-A0671B19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3218" y="3456905"/>
            <a:ext cx="327183" cy="221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0.8s,</a:t>
            </a:r>
          </a:p>
        </p:txBody>
      </p:sp>
      <p:sp>
        <p:nvSpPr>
          <p:cNvPr id="236" name="text-200 and">
            <a:extLst xmlns:a="http://schemas.openxmlformats.org/drawingml/2006/main">
              <a:ext uri="{FF2B5EF4-FFF2-40B4-BE49-F238E27FC236}">
                <a16:creationId xmlns:a16="http://schemas.microsoft.com/office/drawing/2014/main" id="{417FE455-E917-4574-A70A-98563449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3811" y="3646831"/>
            <a:ext cx="256582" cy="221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237" name="text-200 what">
            <a:extLst xmlns:a="http://schemas.openxmlformats.org/drawingml/2006/main">
              <a:ext uri="{FF2B5EF4-FFF2-40B4-BE49-F238E27FC236}">
                <a16:creationId xmlns:a16="http://schemas.microsoft.com/office/drawing/2014/main" id="{14A5D279-16C6-458B-A682-AE3BEB22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1880" y="3646834"/>
            <a:ext cx="335490" cy="221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</a:t>
            </a:r>
          </a:p>
        </p:txBody>
      </p:sp>
      <p:sp>
        <p:nvSpPr>
          <p:cNvPr id="238" name="text-200 happened">
            <a:extLst xmlns:a="http://schemas.openxmlformats.org/drawingml/2006/main">
              <a:ext uri="{FF2B5EF4-FFF2-40B4-BE49-F238E27FC236}">
                <a16:creationId xmlns:a16="http://schemas.microsoft.com/office/drawing/2014/main" id="{08BD76D7-0221-4664-B23B-AD909924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9027" y="3646617"/>
            <a:ext cx="634606" cy="221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happened</a:t>
            </a:r>
          </a:p>
        </p:txBody>
      </p:sp>
      <p:sp>
        <p:nvSpPr>
          <p:cNvPr id="239" name="text-200 to">
            <a:extLst xmlns:a="http://schemas.openxmlformats.org/drawingml/2006/main">
              <a:ext uri="{FF2B5EF4-FFF2-40B4-BE49-F238E27FC236}">
                <a16:creationId xmlns:a16="http://schemas.microsoft.com/office/drawing/2014/main" id="{8A8A6BCD-A050-4CC4-B8A6-2558AB44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5081" y="3646769"/>
            <a:ext cx="151421" cy="221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240" name="text-200 the">
            <a:extLst xmlns:a="http://schemas.openxmlformats.org/drawingml/2006/main">
              <a:ext uri="{FF2B5EF4-FFF2-40B4-BE49-F238E27FC236}">
                <a16:creationId xmlns:a16="http://schemas.microsoft.com/office/drawing/2014/main" id="{AF65B2D4-179E-4F94-AC31-12A87872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7980" y="3646690"/>
            <a:ext cx="221674" cy="221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41" name="text-201 ball">
            <a:extLst xmlns:a="http://schemas.openxmlformats.org/drawingml/2006/main">
              <a:ext uri="{FF2B5EF4-FFF2-40B4-BE49-F238E27FC236}">
                <a16:creationId xmlns:a16="http://schemas.microsoft.com/office/drawing/2014/main" id="{81A60E64-EBB5-4BC9-8744-B17AC453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5142" y="3836267"/>
            <a:ext cx="265966" cy="221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ball</a:t>
            </a:r>
          </a:p>
        </p:txBody>
      </p:sp>
      <p:sp>
        <p:nvSpPr>
          <p:cNvPr id="242" name="text-201 afterward?">
            <a:extLst xmlns:a="http://schemas.openxmlformats.org/drawingml/2006/main">
              <a:ext uri="{FF2B5EF4-FFF2-40B4-BE49-F238E27FC236}">
                <a16:creationId xmlns:a16="http://schemas.microsoft.com/office/drawing/2014/main" id="{82C3552D-F8C1-444E-AE2E-9AA3243F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2700" y="3836164"/>
            <a:ext cx="705677" cy="22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afterward?</a:t>
            </a:r>
          </a:p>
        </p:txBody>
      </p:sp>
      <p:sp>
        <p:nvSpPr>
          <p:cNvPr id="243" name="path-202">
            <a:extLst xmlns:a="http://schemas.openxmlformats.org/drawingml/2006/main">
              <a:ext uri="{FF2B5EF4-FFF2-40B4-BE49-F238E27FC236}">
                <a16:creationId xmlns:a16="http://schemas.microsoft.com/office/drawing/2014/main" id="{E6B5B6B6-144A-4FDD-9028-D54453D3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4283" y="3034657"/>
            <a:ext cx="526491" cy="222205"/>
          </a:xfrm>
          <a:custGeom xmlns:a="http://schemas.openxmlformats.org/drawingml/2006/main">
            <a:pathLst>
              <a:path w="526491" h="222205">
                <a:moveTo>
                  <a:pt x="0" y="36217"/>
                </a:moveTo>
                <a:cubicBezTo>
                  <a:pt x="633" y="16575"/>
                  <a:pt x="17207" y="0"/>
                  <a:pt x="37957" y="158"/>
                </a:cubicBezTo>
                <a:lnTo>
                  <a:pt x="489642" y="158"/>
                </a:lnTo>
                <a:cubicBezTo>
                  <a:pt x="509918" y="0"/>
                  <a:pt x="526491" y="16575"/>
                  <a:pt x="525702" y="36217"/>
                </a:cubicBezTo>
                <a:lnTo>
                  <a:pt x="525702" y="184248"/>
                </a:lnTo>
                <a:cubicBezTo>
                  <a:pt x="526491" y="205630"/>
                  <a:pt x="509918" y="222205"/>
                  <a:pt x="489642" y="222205"/>
                </a:cubicBezTo>
                <a:lnTo>
                  <a:pt x="37957" y="222205"/>
                </a:lnTo>
                <a:cubicBezTo>
                  <a:pt x="17207" y="222205"/>
                  <a:pt x="633" y="205630"/>
                  <a:pt x="0" y="184248"/>
                </a:cubicBezTo>
                <a:lnTo>
                  <a:pt x="0" y="36217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text-203 turn">
            <a:extLst xmlns:a="http://schemas.openxmlformats.org/drawingml/2006/main">
              <a:ext uri="{FF2B5EF4-FFF2-40B4-BE49-F238E27FC236}">
                <a16:creationId xmlns:a16="http://schemas.microsoft.com/office/drawing/2014/main" id="{13F83179-C073-4DF0-864C-AF478B89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9807" y="3040217"/>
            <a:ext cx="278746" cy="199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turn</a:t>
            </a:r>
          </a:p>
        </p:txBody>
      </p:sp>
      <p:sp>
        <p:nvSpPr>
          <p:cNvPr id="245" name="text-203 1">
            <a:extLst xmlns:a="http://schemas.openxmlformats.org/drawingml/2006/main">
              <a:ext uri="{FF2B5EF4-FFF2-40B4-BE49-F238E27FC236}">
                <a16:creationId xmlns:a16="http://schemas.microsoft.com/office/drawing/2014/main" id="{98D50442-9A5C-4C18-A4FC-69D7B3AF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8436" y="3040158"/>
            <a:ext cx="96796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46" name="path-204">
            <a:extLst xmlns:a="http://schemas.openxmlformats.org/drawingml/2006/main">
              <a:ext uri="{FF2B5EF4-FFF2-40B4-BE49-F238E27FC236}">
                <a16:creationId xmlns:a16="http://schemas.microsoft.com/office/drawing/2014/main" id="{90C6EEA5-3414-4335-83D6-6FC8F179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041" y="4146472"/>
            <a:ext cx="526333" cy="222522"/>
          </a:xfrm>
          <a:custGeom xmlns:a="http://schemas.openxmlformats.org/drawingml/2006/main">
            <a:pathLst>
              <a:path w="526333" h="222522">
                <a:moveTo>
                  <a:pt x="0" y="36534"/>
                </a:moveTo>
                <a:cubicBezTo>
                  <a:pt x="474" y="16575"/>
                  <a:pt x="17049" y="0"/>
                  <a:pt x="37956" y="475"/>
                </a:cubicBezTo>
                <a:lnTo>
                  <a:pt x="489641" y="475"/>
                </a:lnTo>
                <a:cubicBezTo>
                  <a:pt x="509758" y="0"/>
                  <a:pt x="526333" y="16575"/>
                  <a:pt x="525700" y="36534"/>
                </a:cubicBezTo>
                <a:lnTo>
                  <a:pt x="525700" y="184565"/>
                </a:lnTo>
                <a:cubicBezTo>
                  <a:pt x="526333" y="205631"/>
                  <a:pt x="509758" y="222206"/>
                  <a:pt x="489641" y="222522"/>
                </a:cubicBezTo>
                <a:lnTo>
                  <a:pt x="37956" y="222522"/>
                </a:lnTo>
                <a:cubicBezTo>
                  <a:pt x="17049" y="222206"/>
                  <a:pt x="474" y="205631"/>
                  <a:pt x="0" y="184565"/>
                </a:cubicBezTo>
                <a:lnTo>
                  <a:pt x="0" y="36534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text-205 turn">
            <a:extLst xmlns:a="http://schemas.openxmlformats.org/drawingml/2006/main">
              <a:ext uri="{FF2B5EF4-FFF2-40B4-BE49-F238E27FC236}">
                <a16:creationId xmlns:a16="http://schemas.microsoft.com/office/drawing/2014/main" id="{ED497D93-2AD5-49F5-9B01-917E89E1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2081" y="4157569"/>
            <a:ext cx="278746" cy="199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turn</a:t>
            </a:r>
          </a:p>
        </p:txBody>
      </p:sp>
      <p:sp>
        <p:nvSpPr>
          <p:cNvPr id="248" name="text-205 2">
            <a:extLst xmlns:a="http://schemas.openxmlformats.org/drawingml/2006/main">
              <a:ext uri="{FF2B5EF4-FFF2-40B4-BE49-F238E27FC236}">
                <a16:creationId xmlns:a16="http://schemas.microsoft.com/office/drawing/2014/main" id="{3D85D262-7F6A-40DA-9EC2-FABEBFA2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0711" y="4157510"/>
            <a:ext cx="96796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49" name="text-206 Now">
            <a:extLst xmlns:a="http://schemas.openxmlformats.org/drawingml/2006/main">
              <a:ext uri="{FF2B5EF4-FFF2-40B4-BE49-F238E27FC236}">
                <a16:creationId xmlns:a16="http://schemas.microsoft.com/office/drawing/2014/main" id="{A3902721-0D0D-4EBF-834B-635A9731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8584" y="4417324"/>
            <a:ext cx="334983" cy="220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Now</a:t>
            </a:r>
          </a:p>
        </p:txBody>
      </p:sp>
      <p:sp>
        <p:nvSpPr>
          <p:cNvPr id="250" name="text-206 plot">
            <a:extLst xmlns:a="http://schemas.openxmlformats.org/drawingml/2006/main">
              <a:ext uri="{FF2B5EF4-FFF2-40B4-BE49-F238E27FC236}">
                <a16:creationId xmlns:a16="http://schemas.microsoft.com/office/drawing/2014/main" id="{B74701B9-6510-4ED3-89CF-DBC4861C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4939" y="4416767"/>
            <a:ext cx="274650" cy="221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plot</a:t>
            </a:r>
          </a:p>
        </p:txBody>
      </p:sp>
      <p:sp>
        <p:nvSpPr>
          <p:cNvPr id="251" name="text-207 #6">
            <a:extLst xmlns:a="http://schemas.openxmlformats.org/drawingml/2006/main">
              <a:ext uri="{FF2B5EF4-FFF2-40B4-BE49-F238E27FC236}">
                <a16:creationId xmlns:a16="http://schemas.microsoft.com/office/drawing/2014/main" id="{501D69A9-4DBD-48E8-98DC-B5E42961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1196" y="4417301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252" name="text-208 's">
            <a:extLst xmlns:a="http://schemas.openxmlformats.org/drawingml/2006/main">
              <a:ext uri="{FF2B5EF4-FFF2-40B4-BE49-F238E27FC236}">
                <a16:creationId xmlns:a16="http://schemas.microsoft.com/office/drawing/2014/main" id="{0E8A2D73-3F40-4EB7-9AFA-1EB648DB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9349" y="4417405"/>
            <a:ext cx="118086" cy="220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's</a:t>
            </a:r>
          </a:p>
        </p:txBody>
      </p:sp>
      <p:sp>
        <p:nvSpPr>
          <p:cNvPr id="253" name="text-209 continuous">
            <a:extLst xmlns:a="http://schemas.openxmlformats.org/drawingml/2006/main">
              <a:ext uri="{FF2B5EF4-FFF2-40B4-BE49-F238E27FC236}">
                <a16:creationId xmlns:a16="http://schemas.microsoft.com/office/drawing/2014/main" id="{F32AEA54-8450-4C5D-91B9-BBFBFF6C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438" y="4606516"/>
            <a:ext cx="723143" cy="221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continuous</a:t>
            </a:r>
          </a:p>
        </p:txBody>
      </p:sp>
      <p:sp>
        <p:nvSpPr>
          <p:cNvPr id="254" name="text-209 3D">
            <a:extLst xmlns:a="http://schemas.openxmlformats.org/drawingml/2006/main">
              <a:ext uri="{FF2B5EF4-FFF2-40B4-BE49-F238E27FC236}">
                <a16:creationId xmlns:a16="http://schemas.microsoft.com/office/drawing/2014/main" id="{98A28631-1F71-4F8D-A590-07025A3D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6059" y="4607077"/>
            <a:ext cx="221118" cy="220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</a:t>
            </a:r>
          </a:p>
        </p:txBody>
      </p:sp>
      <p:sp>
        <p:nvSpPr>
          <p:cNvPr id="255" name="text-209 trajectory">
            <a:extLst xmlns:a="http://schemas.openxmlformats.org/drawingml/2006/main">
              <a:ext uri="{FF2B5EF4-FFF2-40B4-BE49-F238E27FC236}">
                <a16:creationId xmlns:a16="http://schemas.microsoft.com/office/drawing/2014/main" id="{735428CA-DE40-44CC-BD35-781B03E9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8544" y="4606169"/>
            <a:ext cx="636265" cy="222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256" name="text-210 from">
            <a:extLst xmlns:a="http://schemas.openxmlformats.org/drawingml/2006/main">
              <a:ext uri="{FF2B5EF4-FFF2-40B4-BE49-F238E27FC236}">
                <a16:creationId xmlns:a16="http://schemas.microsoft.com/office/drawing/2014/main" id="{0D436F12-245C-46E5-B149-A013B06F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1207" y="4796405"/>
            <a:ext cx="335921" cy="22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</a:t>
            </a:r>
          </a:p>
        </p:txBody>
      </p:sp>
      <p:sp>
        <p:nvSpPr>
          <p:cNvPr id="257" name="text-211 t">
            <a:extLst xmlns:a="http://schemas.openxmlformats.org/drawingml/2006/main">
              <a:ext uri="{FF2B5EF4-FFF2-40B4-BE49-F238E27FC236}">
                <a16:creationId xmlns:a16="http://schemas.microsoft.com/office/drawing/2014/main" id="{2A672371-584D-4326-966A-ADFE6FB7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9143" y="4797270"/>
            <a:ext cx="72046" cy="220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58" name="text-211 =">
            <a:extLst xmlns:a="http://schemas.openxmlformats.org/drawingml/2006/main">
              <a:ext uri="{FF2B5EF4-FFF2-40B4-BE49-F238E27FC236}">
                <a16:creationId xmlns:a16="http://schemas.microsoft.com/office/drawing/2014/main" id="{7D98E3DA-50A7-4B9E-A276-4619E028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2965" y="4797205"/>
            <a:ext cx="118006" cy="220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259" name="text-211 0.5s">
            <a:extLst xmlns:a="http://schemas.openxmlformats.org/drawingml/2006/main">
              <a:ext uri="{FF2B5EF4-FFF2-40B4-BE49-F238E27FC236}">
                <a16:creationId xmlns:a16="http://schemas.microsoft.com/office/drawing/2014/main" id="{85727E3F-F0D5-4F06-964B-545ABB87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2650" y="4796608"/>
            <a:ext cx="287376" cy="22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0.5s</a:t>
            </a:r>
          </a:p>
        </p:txBody>
      </p:sp>
      <p:sp>
        <p:nvSpPr>
          <p:cNvPr id="260" name="text-212 to">
            <a:extLst xmlns:a="http://schemas.openxmlformats.org/drawingml/2006/main">
              <a:ext uri="{FF2B5EF4-FFF2-40B4-BE49-F238E27FC236}">
                <a16:creationId xmlns:a16="http://schemas.microsoft.com/office/drawing/2014/main" id="{2A553D7D-6AFE-43CC-8DB1-CA927E61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1559" y="4796542"/>
            <a:ext cx="151421" cy="221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261" name="text-213 t">
            <a:extLst xmlns:a="http://schemas.openxmlformats.org/drawingml/2006/main">
              <a:ext uri="{FF2B5EF4-FFF2-40B4-BE49-F238E27FC236}">
                <a16:creationId xmlns:a16="http://schemas.microsoft.com/office/drawing/2014/main" id="{1468D9FC-8C3F-4DD8-BCB6-1A012413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4458" y="4797270"/>
            <a:ext cx="72046" cy="220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62" name="text-213 =">
            <a:extLst xmlns:a="http://schemas.openxmlformats.org/drawingml/2006/main">
              <a:ext uri="{FF2B5EF4-FFF2-40B4-BE49-F238E27FC236}">
                <a16:creationId xmlns:a16="http://schemas.microsoft.com/office/drawing/2014/main" id="{0993EE9D-9453-4622-A23F-C3ACAC7C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8278" y="4797205"/>
            <a:ext cx="118006" cy="220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263" name="text-213 1.2s">
            <a:extLst xmlns:a="http://schemas.openxmlformats.org/drawingml/2006/main">
              <a:ext uri="{FF2B5EF4-FFF2-40B4-BE49-F238E27FC236}">
                <a16:creationId xmlns:a16="http://schemas.microsoft.com/office/drawing/2014/main" id="{E0955A51-F5B4-45CC-BF62-257C01CD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7964" y="4796608"/>
            <a:ext cx="287376" cy="22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1.2s</a:t>
            </a:r>
          </a:p>
        </p:txBody>
      </p:sp>
      <p:sp>
        <p:nvSpPr>
          <p:cNvPr id="264" name="text-214 .">
            <a:extLst xmlns:a="http://schemas.openxmlformats.org/drawingml/2006/main">
              <a:ext uri="{FF2B5EF4-FFF2-40B4-BE49-F238E27FC236}">
                <a16:creationId xmlns:a16="http://schemas.microsoft.com/office/drawing/2014/main" id="{A7693441-B40D-4BE7-B93C-EF20B58E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7336" y="4797264"/>
            <a:ext cx="67668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265" name="path-215">
            <a:extLst xmlns:a="http://schemas.openxmlformats.org/drawingml/2006/main">
              <a:ext uri="{FF2B5EF4-FFF2-40B4-BE49-F238E27FC236}">
                <a16:creationId xmlns:a16="http://schemas.microsoft.com/office/drawing/2014/main" id="{FF6B3867-5599-49FC-860D-77CF1153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819" y="4038771"/>
            <a:ext cx="182192" cy="406137"/>
          </a:xfrm>
          <a:custGeom xmlns:a="http://schemas.openxmlformats.org/drawingml/2006/main">
            <a:pathLst>
              <a:path w="182192" h="406137">
                <a:moveTo>
                  <a:pt x="0" y="315041"/>
                </a:moveTo>
                <a:lnTo>
                  <a:pt x="45548" y="315041"/>
                </a:lnTo>
                <a:lnTo>
                  <a:pt x="45548" y="0"/>
                </a:lnTo>
                <a:lnTo>
                  <a:pt x="136645" y="0"/>
                </a:lnTo>
                <a:lnTo>
                  <a:pt x="136645" y="315041"/>
                </a:lnTo>
                <a:lnTo>
                  <a:pt x="182192" y="315041"/>
                </a:lnTo>
                <a:lnTo>
                  <a:pt x="91097" y="406137"/>
                </a:lnTo>
                <a:lnTo>
                  <a:pt x="0" y="315041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text-216 [TRK]">
            <a:extLst xmlns:a="http://schemas.openxmlformats.org/drawingml/2006/main">
              <a:ext uri="{FF2B5EF4-FFF2-40B4-BE49-F238E27FC236}">
                <a16:creationId xmlns:a16="http://schemas.microsoft.com/office/drawing/2014/main" id="{470038C1-A524-4A51-970F-F9255B90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4310" y="4192202"/>
            <a:ext cx="529933" cy="265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[TRK]</a:t>
            </a:r>
          </a:p>
        </p:txBody>
      </p:sp>
      <p:sp>
        <p:nvSpPr>
          <p:cNvPr id="267" name="path-217">
            <a:extLst xmlns:a="http://schemas.openxmlformats.org/drawingml/2006/main">
              <a:ext uri="{FF2B5EF4-FFF2-40B4-BE49-F238E27FC236}">
                <a16:creationId xmlns:a16="http://schemas.microsoft.com/office/drawing/2014/main" id="{9211EEB7-3437-49BB-ACEF-9EAD3254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119" y="2710443"/>
            <a:ext cx="1020877" cy="243160"/>
          </a:xfrm>
          <a:custGeom xmlns:a="http://schemas.openxmlformats.org/drawingml/2006/main">
            <a:pathLst>
              <a:path w="1020877" h="243160">
                <a:moveTo>
                  <a:pt x="158153" y="158153"/>
                </a:moveTo>
                <a:lnTo>
                  <a:pt x="79077" y="79077"/>
                </a:lnTo>
                <a:lnTo>
                  <a:pt x="0" y="158153"/>
                </a:lnTo>
                <a:lnTo>
                  <a:pt x="79077" y="0"/>
                </a:lnTo>
                <a:lnTo>
                  <a:pt x="158153" y="158153"/>
                </a:lnTo>
                <a:moveTo>
                  <a:pt x="1020877" y="243160"/>
                </a:moveTo>
                <a:lnTo>
                  <a:pt x="69191" y="243160"/>
                </a:lnTo>
                <a:lnTo>
                  <a:pt x="69191" y="59307"/>
                </a:lnTo>
                <a:lnTo>
                  <a:pt x="88961" y="59307"/>
                </a:lnTo>
                <a:lnTo>
                  <a:pt x="88961" y="233276"/>
                </a:lnTo>
                <a:lnTo>
                  <a:pt x="79077" y="223391"/>
                </a:lnTo>
                <a:lnTo>
                  <a:pt x="1020877" y="223391"/>
                </a:lnTo>
                <a:lnTo>
                  <a:pt x="1020877" y="243160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ath-218">
            <a:extLst xmlns:a="http://schemas.openxmlformats.org/drawingml/2006/main">
              <a:ext uri="{FF2B5EF4-FFF2-40B4-BE49-F238E27FC236}">
                <a16:creationId xmlns:a16="http://schemas.microsoft.com/office/drawing/2014/main" id="{E6919C18-8D3E-407D-94B5-7B62EEDA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586" y="1508954"/>
            <a:ext cx="3146457" cy="542782"/>
          </a:xfrm>
          <a:custGeom xmlns:a="http://schemas.openxmlformats.org/drawingml/2006/main">
            <a:pathLst>
              <a:path w="3146457" h="542782">
                <a:moveTo>
                  <a:pt x="949" y="129053"/>
                </a:moveTo>
                <a:cubicBezTo>
                  <a:pt x="0" y="58201"/>
                  <a:pt x="57885" y="316"/>
                  <a:pt x="130003" y="0"/>
                </a:cubicBezTo>
                <a:lnTo>
                  <a:pt x="3016612" y="0"/>
                </a:lnTo>
                <a:cubicBezTo>
                  <a:pt x="3088572" y="316"/>
                  <a:pt x="3146457" y="58201"/>
                  <a:pt x="3145666" y="129053"/>
                </a:cubicBezTo>
                <a:lnTo>
                  <a:pt x="3145666" y="413729"/>
                </a:lnTo>
                <a:cubicBezTo>
                  <a:pt x="3146457" y="484897"/>
                  <a:pt x="3088572" y="542782"/>
                  <a:pt x="3016612" y="542782"/>
                </a:cubicBezTo>
                <a:lnTo>
                  <a:pt x="130003" y="542782"/>
                </a:lnTo>
                <a:cubicBezTo>
                  <a:pt x="57885" y="542782"/>
                  <a:pt x="0" y="484897"/>
                  <a:pt x="949" y="413729"/>
                </a:cubicBezTo>
                <a:lnTo>
                  <a:pt x="949" y="129053"/>
                </a:lnTo>
              </a:path>
            </a:pathLst>
          </a:custGeom>
          <a:solidFill xmlns:a="http://schemas.openxmlformats.org/drawingml/2006/main">
            <a:srgbClr val="F8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219">
            <a:extLst xmlns:a="http://schemas.openxmlformats.org/drawingml/2006/main">
              <a:ext uri="{FF2B5EF4-FFF2-40B4-BE49-F238E27FC236}">
                <a16:creationId xmlns:a16="http://schemas.microsoft.com/office/drawing/2014/main" id="{48864433-F9F5-4BF5-90AA-F93F8413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725" y="1497408"/>
            <a:ext cx="3170179" cy="566188"/>
          </a:xfrm>
          <a:custGeom xmlns:a="http://schemas.openxmlformats.org/drawingml/2006/main">
            <a:pathLst>
              <a:path w="3170179" h="566188">
                <a:moveTo>
                  <a:pt x="173" y="133877"/>
                </a:moveTo>
                <a:lnTo>
                  <a:pt x="727" y="126728"/>
                </a:lnTo>
                <a:lnTo>
                  <a:pt x="1629" y="119659"/>
                </a:lnTo>
                <a:lnTo>
                  <a:pt x="2863" y="112700"/>
                </a:lnTo>
                <a:lnTo>
                  <a:pt x="4444" y="105868"/>
                </a:lnTo>
                <a:lnTo>
                  <a:pt x="6341" y="99178"/>
                </a:lnTo>
                <a:lnTo>
                  <a:pt x="8572" y="92615"/>
                </a:lnTo>
                <a:lnTo>
                  <a:pt x="11087" y="86194"/>
                </a:lnTo>
                <a:lnTo>
                  <a:pt x="13918" y="79947"/>
                </a:lnTo>
                <a:lnTo>
                  <a:pt x="17033" y="73857"/>
                </a:lnTo>
                <a:lnTo>
                  <a:pt x="20432" y="67943"/>
                </a:lnTo>
                <a:lnTo>
                  <a:pt x="24102" y="62217"/>
                </a:lnTo>
                <a:lnTo>
                  <a:pt x="28040" y="56682"/>
                </a:lnTo>
                <a:lnTo>
                  <a:pt x="32232" y="51352"/>
                </a:lnTo>
                <a:lnTo>
                  <a:pt x="36659" y="46228"/>
                </a:lnTo>
                <a:lnTo>
                  <a:pt x="41342" y="41341"/>
                </a:lnTo>
                <a:lnTo>
                  <a:pt x="46227" y="36660"/>
                </a:lnTo>
                <a:lnTo>
                  <a:pt x="51353" y="32232"/>
                </a:lnTo>
                <a:lnTo>
                  <a:pt x="56681" y="28040"/>
                </a:lnTo>
                <a:lnTo>
                  <a:pt x="62217" y="24103"/>
                </a:lnTo>
                <a:lnTo>
                  <a:pt x="67942" y="20433"/>
                </a:lnTo>
                <a:lnTo>
                  <a:pt x="73857" y="17033"/>
                </a:lnTo>
                <a:lnTo>
                  <a:pt x="79946" y="13917"/>
                </a:lnTo>
                <a:lnTo>
                  <a:pt x="86194" y="11087"/>
                </a:lnTo>
                <a:lnTo>
                  <a:pt x="92614" y="8556"/>
                </a:lnTo>
                <a:lnTo>
                  <a:pt x="99178" y="6342"/>
                </a:lnTo>
                <a:lnTo>
                  <a:pt x="105867" y="4444"/>
                </a:lnTo>
                <a:lnTo>
                  <a:pt x="112700" y="2863"/>
                </a:lnTo>
                <a:lnTo>
                  <a:pt x="119659" y="1629"/>
                </a:lnTo>
                <a:lnTo>
                  <a:pt x="126728" y="728"/>
                </a:lnTo>
                <a:lnTo>
                  <a:pt x="133877" y="174"/>
                </a:lnTo>
                <a:lnTo>
                  <a:pt x="140994" y="0"/>
                </a:lnTo>
                <a:lnTo>
                  <a:pt x="3029185" y="0"/>
                </a:lnTo>
                <a:lnTo>
                  <a:pt x="3036287" y="174"/>
                </a:lnTo>
                <a:lnTo>
                  <a:pt x="3043450" y="728"/>
                </a:lnTo>
                <a:lnTo>
                  <a:pt x="3050520" y="1629"/>
                </a:lnTo>
                <a:lnTo>
                  <a:pt x="3057478" y="2863"/>
                </a:lnTo>
                <a:lnTo>
                  <a:pt x="3064311" y="4444"/>
                </a:lnTo>
                <a:lnTo>
                  <a:pt x="3071001" y="6342"/>
                </a:lnTo>
                <a:lnTo>
                  <a:pt x="3077564" y="8556"/>
                </a:lnTo>
                <a:lnTo>
                  <a:pt x="3083985" y="11087"/>
                </a:lnTo>
                <a:lnTo>
                  <a:pt x="3090232" y="13917"/>
                </a:lnTo>
                <a:lnTo>
                  <a:pt x="3096321" y="17033"/>
                </a:lnTo>
                <a:lnTo>
                  <a:pt x="3102236" y="20433"/>
                </a:lnTo>
                <a:lnTo>
                  <a:pt x="3107961" y="24103"/>
                </a:lnTo>
                <a:lnTo>
                  <a:pt x="3113497" y="28040"/>
                </a:lnTo>
                <a:lnTo>
                  <a:pt x="3118826" y="32232"/>
                </a:lnTo>
                <a:lnTo>
                  <a:pt x="3123950" y="36660"/>
                </a:lnTo>
                <a:lnTo>
                  <a:pt x="3128837" y="41341"/>
                </a:lnTo>
                <a:lnTo>
                  <a:pt x="3133519" y="46228"/>
                </a:lnTo>
                <a:lnTo>
                  <a:pt x="3137947" y="51352"/>
                </a:lnTo>
                <a:lnTo>
                  <a:pt x="3142138" y="56682"/>
                </a:lnTo>
                <a:lnTo>
                  <a:pt x="3146077" y="62217"/>
                </a:lnTo>
                <a:lnTo>
                  <a:pt x="3149746" y="67943"/>
                </a:lnTo>
                <a:lnTo>
                  <a:pt x="3153145" y="73857"/>
                </a:lnTo>
                <a:lnTo>
                  <a:pt x="3156261" y="79947"/>
                </a:lnTo>
                <a:lnTo>
                  <a:pt x="3159092" y="86194"/>
                </a:lnTo>
                <a:lnTo>
                  <a:pt x="3161622" y="92615"/>
                </a:lnTo>
                <a:lnTo>
                  <a:pt x="3163837" y="99178"/>
                </a:lnTo>
                <a:lnTo>
                  <a:pt x="3165735" y="105868"/>
                </a:lnTo>
                <a:lnTo>
                  <a:pt x="3167316" y="112700"/>
                </a:lnTo>
                <a:lnTo>
                  <a:pt x="3168550" y="119659"/>
                </a:lnTo>
                <a:lnTo>
                  <a:pt x="3169451" y="126728"/>
                </a:lnTo>
                <a:lnTo>
                  <a:pt x="3170005" y="133877"/>
                </a:lnTo>
                <a:lnTo>
                  <a:pt x="3170179" y="140993"/>
                </a:lnTo>
                <a:lnTo>
                  <a:pt x="3170179" y="425195"/>
                </a:lnTo>
                <a:lnTo>
                  <a:pt x="3170005" y="432312"/>
                </a:lnTo>
                <a:lnTo>
                  <a:pt x="3169451" y="439460"/>
                </a:lnTo>
                <a:lnTo>
                  <a:pt x="3168550" y="446529"/>
                </a:lnTo>
                <a:lnTo>
                  <a:pt x="3167316" y="453488"/>
                </a:lnTo>
                <a:lnTo>
                  <a:pt x="3165735" y="460320"/>
                </a:lnTo>
                <a:lnTo>
                  <a:pt x="3163837" y="467010"/>
                </a:lnTo>
                <a:lnTo>
                  <a:pt x="3161622" y="473574"/>
                </a:lnTo>
                <a:lnTo>
                  <a:pt x="3159092" y="479995"/>
                </a:lnTo>
                <a:lnTo>
                  <a:pt x="3156261" y="486242"/>
                </a:lnTo>
                <a:lnTo>
                  <a:pt x="3153145" y="492331"/>
                </a:lnTo>
                <a:lnTo>
                  <a:pt x="3149746" y="498245"/>
                </a:lnTo>
                <a:lnTo>
                  <a:pt x="3146077" y="503971"/>
                </a:lnTo>
                <a:lnTo>
                  <a:pt x="3142138" y="509506"/>
                </a:lnTo>
                <a:lnTo>
                  <a:pt x="3137947" y="514836"/>
                </a:lnTo>
                <a:lnTo>
                  <a:pt x="3133519" y="519960"/>
                </a:lnTo>
                <a:lnTo>
                  <a:pt x="3128837" y="524847"/>
                </a:lnTo>
                <a:lnTo>
                  <a:pt x="3123950" y="529528"/>
                </a:lnTo>
                <a:lnTo>
                  <a:pt x="3118826" y="533957"/>
                </a:lnTo>
                <a:lnTo>
                  <a:pt x="3113497" y="538148"/>
                </a:lnTo>
                <a:lnTo>
                  <a:pt x="3107961" y="542086"/>
                </a:lnTo>
                <a:lnTo>
                  <a:pt x="3102236" y="545755"/>
                </a:lnTo>
                <a:lnTo>
                  <a:pt x="3096321" y="549155"/>
                </a:lnTo>
                <a:lnTo>
                  <a:pt x="3090232" y="552271"/>
                </a:lnTo>
                <a:lnTo>
                  <a:pt x="3083985" y="555102"/>
                </a:lnTo>
                <a:lnTo>
                  <a:pt x="3077564" y="557616"/>
                </a:lnTo>
                <a:lnTo>
                  <a:pt x="3071001" y="559846"/>
                </a:lnTo>
                <a:lnTo>
                  <a:pt x="3064311" y="561744"/>
                </a:lnTo>
                <a:lnTo>
                  <a:pt x="3057478" y="563326"/>
                </a:lnTo>
                <a:lnTo>
                  <a:pt x="3050520" y="564559"/>
                </a:lnTo>
                <a:lnTo>
                  <a:pt x="3043450" y="565461"/>
                </a:lnTo>
                <a:lnTo>
                  <a:pt x="3036287" y="566014"/>
                </a:lnTo>
                <a:lnTo>
                  <a:pt x="3029185" y="566188"/>
                </a:lnTo>
                <a:lnTo>
                  <a:pt x="140994" y="566188"/>
                </a:lnTo>
                <a:lnTo>
                  <a:pt x="133877" y="566014"/>
                </a:lnTo>
                <a:lnTo>
                  <a:pt x="126728" y="565461"/>
                </a:lnTo>
                <a:lnTo>
                  <a:pt x="119659" y="564559"/>
                </a:lnTo>
                <a:lnTo>
                  <a:pt x="112700" y="563326"/>
                </a:lnTo>
                <a:lnTo>
                  <a:pt x="105867" y="561744"/>
                </a:lnTo>
                <a:lnTo>
                  <a:pt x="99178" y="559846"/>
                </a:lnTo>
                <a:lnTo>
                  <a:pt x="92614" y="557616"/>
                </a:lnTo>
                <a:lnTo>
                  <a:pt x="86194" y="555102"/>
                </a:lnTo>
                <a:lnTo>
                  <a:pt x="79946" y="552271"/>
                </a:lnTo>
                <a:lnTo>
                  <a:pt x="73857" y="549155"/>
                </a:lnTo>
                <a:lnTo>
                  <a:pt x="67942" y="545755"/>
                </a:lnTo>
                <a:lnTo>
                  <a:pt x="62217" y="542086"/>
                </a:lnTo>
                <a:lnTo>
                  <a:pt x="56681" y="538148"/>
                </a:lnTo>
                <a:lnTo>
                  <a:pt x="51353" y="533957"/>
                </a:lnTo>
                <a:lnTo>
                  <a:pt x="46227" y="529528"/>
                </a:lnTo>
                <a:lnTo>
                  <a:pt x="41342" y="524847"/>
                </a:lnTo>
                <a:lnTo>
                  <a:pt x="36659" y="519960"/>
                </a:lnTo>
                <a:lnTo>
                  <a:pt x="32232" y="514836"/>
                </a:lnTo>
                <a:lnTo>
                  <a:pt x="28040" y="509506"/>
                </a:lnTo>
                <a:lnTo>
                  <a:pt x="24102" y="503971"/>
                </a:lnTo>
                <a:lnTo>
                  <a:pt x="20432" y="498245"/>
                </a:lnTo>
                <a:lnTo>
                  <a:pt x="17033" y="492331"/>
                </a:lnTo>
                <a:lnTo>
                  <a:pt x="13918" y="486242"/>
                </a:lnTo>
                <a:lnTo>
                  <a:pt x="11087" y="479995"/>
                </a:lnTo>
                <a:lnTo>
                  <a:pt x="8572" y="473574"/>
                </a:lnTo>
                <a:lnTo>
                  <a:pt x="6341" y="467010"/>
                </a:lnTo>
                <a:lnTo>
                  <a:pt x="4444" y="460320"/>
                </a:lnTo>
                <a:lnTo>
                  <a:pt x="2863" y="453488"/>
                </a:lnTo>
                <a:lnTo>
                  <a:pt x="1629" y="446529"/>
                </a:lnTo>
                <a:lnTo>
                  <a:pt x="727" y="439460"/>
                </a:lnTo>
                <a:lnTo>
                  <a:pt x="173" y="432312"/>
                </a:lnTo>
                <a:lnTo>
                  <a:pt x="0" y="425195"/>
                </a:lnTo>
                <a:lnTo>
                  <a:pt x="0" y="140993"/>
                </a:lnTo>
                <a:lnTo>
                  <a:pt x="173" y="133877"/>
                </a:lnTo>
                <a:moveTo>
                  <a:pt x="23723" y="141436"/>
                </a:moveTo>
                <a:lnTo>
                  <a:pt x="23723" y="141136"/>
                </a:lnTo>
                <a:lnTo>
                  <a:pt x="23723" y="425052"/>
                </a:lnTo>
                <a:lnTo>
                  <a:pt x="23723" y="424752"/>
                </a:lnTo>
                <a:lnTo>
                  <a:pt x="23881" y="431410"/>
                </a:lnTo>
                <a:lnTo>
                  <a:pt x="23849" y="430809"/>
                </a:lnTo>
                <a:lnTo>
                  <a:pt x="24355" y="437372"/>
                </a:lnTo>
                <a:lnTo>
                  <a:pt x="24293" y="436771"/>
                </a:lnTo>
                <a:lnTo>
                  <a:pt x="25115" y="443240"/>
                </a:lnTo>
                <a:lnTo>
                  <a:pt x="25019" y="442655"/>
                </a:lnTo>
                <a:lnTo>
                  <a:pt x="26158" y="449012"/>
                </a:lnTo>
                <a:lnTo>
                  <a:pt x="26047" y="448443"/>
                </a:lnTo>
                <a:lnTo>
                  <a:pt x="27487" y="454690"/>
                </a:lnTo>
                <a:lnTo>
                  <a:pt x="27345" y="454121"/>
                </a:lnTo>
                <a:lnTo>
                  <a:pt x="29084" y="460257"/>
                </a:lnTo>
                <a:lnTo>
                  <a:pt x="28910" y="459688"/>
                </a:lnTo>
                <a:lnTo>
                  <a:pt x="30934" y="465698"/>
                </a:lnTo>
                <a:lnTo>
                  <a:pt x="30745" y="465144"/>
                </a:lnTo>
                <a:lnTo>
                  <a:pt x="33054" y="471027"/>
                </a:lnTo>
                <a:lnTo>
                  <a:pt x="32832" y="470490"/>
                </a:lnTo>
                <a:lnTo>
                  <a:pt x="35411" y="476215"/>
                </a:lnTo>
                <a:lnTo>
                  <a:pt x="35173" y="475693"/>
                </a:lnTo>
                <a:lnTo>
                  <a:pt x="38020" y="481260"/>
                </a:lnTo>
                <a:lnTo>
                  <a:pt x="37751" y="480754"/>
                </a:lnTo>
                <a:lnTo>
                  <a:pt x="40866" y="486178"/>
                </a:lnTo>
                <a:lnTo>
                  <a:pt x="40566" y="485688"/>
                </a:lnTo>
                <a:lnTo>
                  <a:pt x="43919" y="490923"/>
                </a:lnTo>
                <a:lnTo>
                  <a:pt x="43602" y="490449"/>
                </a:lnTo>
                <a:lnTo>
                  <a:pt x="47208" y="495525"/>
                </a:lnTo>
                <a:lnTo>
                  <a:pt x="46876" y="495067"/>
                </a:lnTo>
                <a:lnTo>
                  <a:pt x="50704" y="499953"/>
                </a:lnTo>
                <a:lnTo>
                  <a:pt x="50340" y="499511"/>
                </a:lnTo>
                <a:lnTo>
                  <a:pt x="54405" y="504208"/>
                </a:lnTo>
                <a:lnTo>
                  <a:pt x="54025" y="503781"/>
                </a:lnTo>
                <a:lnTo>
                  <a:pt x="58310" y="508273"/>
                </a:lnTo>
                <a:lnTo>
                  <a:pt x="57915" y="507877"/>
                </a:lnTo>
                <a:lnTo>
                  <a:pt x="62407" y="512163"/>
                </a:lnTo>
                <a:lnTo>
                  <a:pt x="61980" y="511784"/>
                </a:lnTo>
                <a:lnTo>
                  <a:pt x="66677" y="515848"/>
                </a:lnTo>
                <a:lnTo>
                  <a:pt x="66234" y="515485"/>
                </a:lnTo>
                <a:lnTo>
                  <a:pt x="71121" y="519312"/>
                </a:lnTo>
                <a:lnTo>
                  <a:pt x="70662" y="518980"/>
                </a:lnTo>
                <a:lnTo>
                  <a:pt x="75723" y="522585"/>
                </a:lnTo>
                <a:lnTo>
                  <a:pt x="75265" y="522269"/>
                </a:lnTo>
                <a:lnTo>
                  <a:pt x="80500" y="525622"/>
                </a:lnTo>
                <a:lnTo>
                  <a:pt x="80009" y="525321"/>
                </a:lnTo>
                <a:lnTo>
                  <a:pt x="85434" y="528437"/>
                </a:lnTo>
                <a:lnTo>
                  <a:pt x="84927" y="528168"/>
                </a:lnTo>
                <a:lnTo>
                  <a:pt x="90494" y="531015"/>
                </a:lnTo>
                <a:lnTo>
                  <a:pt x="89972" y="530778"/>
                </a:lnTo>
                <a:lnTo>
                  <a:pt x="95698" y="533356"/>
                </a:lnTo>
                <a:lnTo>
                  <a:pt x="95160" y="533134"/>
                </a:lnTo>
                <a:lnTo>
                  <a:pt x="101044" y="535443"/>
                </a:lnTo>
                <a:lnTo>
                  <a:pt x="100490" y="535254"/>
                </a:lnTo>
                <a:lnTo>
                  <a:pt x="106500" y="537278"/>
                </a:lnTo>
                <a:lnTo>
                  <a:pt x="105931" y="537104"/>
                </a:lnTo>
                <a:lnTo>
                  <a:pt x="112066" y="538844"/>
                </a:lnTo>
                <a:lnTo>
                  <a:pt x="111498" y="538701"/>
                </a:lnTo>
                <a:lnTo>
                  <a:pt x="117745" y="540141"/>
                </a:lnTo>
                <a:lnTo>
                  <a:pt x="117175" y="540030"/>
                </a:lnTo>
                <a:lnTo>
                  <a:pt x="123533" y="541153"/>
                </a:lnTo>
                <a:lnTo>
                  <a:pt x="122947" y="541074"/>
                </a:lnTo>
                <a:lnTo>
                  <a:pt x="129417" y="541896"/>
                </a:lnTo>
                <a:lnTo>
                  <a:pt x="128815" y="541833"/>
                </a:lnTo>
                <a:lnTo>
                  <a:pt x="135379" y="542339"/>
                </a:lnTo>
                <a:lnTo>
                  <a:pt x="134778" y="542307"/>
                </a:lnTo>
                <a:lnTo>
                  <a:pt x="141436" y="542465"/>
                </a:lnTo>
                <a:lnTo>
                  <a:pt x="141136" y="542465"/>
                </a:lnTo>
                <a:lnTo>
                  <a:pt x="3029043" y="542465"/>
                </a:lnTo>
                <a:lnTo>
                  <a:pt x="3028743" y="542465"/>
                </a:lnTo>
                <a:lnTo>
                  <a:pt x="3035401" y="542307"/>
                </a:lnTo>
                <a:lnTo>
                  <a:pt x="3034800" y="542339"/>
                </a:lnTo>
                <a:lnTo>
                  <a:pt x="3041363" y="541833"/>
                </a:lnTo>
                <a:lnTo>
                  <a:pt x="3040762" y="541896"/>
                </a:lnTo>
                <a:lnTo>
                  <a:pt x="3047230" y="541074"/>
                </a:lnTo>
                <a:lnTo>
                  <a:pt x="3046645" y="541153"/>
                </a:lnTo>
                <a:lnTo>
                  <a:pt x="3053003" y="540030"/>
                </a:lnTo>
                <a:lnTo>
                  <a:pt x="3052433" y="540141"/>
                </a:lnTo>
                <a:lnTo>
                  <a:pt x="3058681" y="538701"/>
                </a:lnTo>
                <a:lnTo>
                  <a:pt x="3058111" y="538844"/>
                </a:lnTo>
                <a:lnTo>
                  <a:pt x="3064248" y="537104"/>
                </a:lnTo>
                <a:lnTo>
                  <a:pt x="3063678" y="537278"/>
                </a:lnTo>
                <a:lnTo>
                  <a:pt x="3069688" y="535254"/>
                </a:lnTo>
                <a:lnTo>
                  <a:pt x="3069135" y="535443"/>
                </a:lnTo>
                <a:lnTo>
                  <a:pt x="3075018" y="533134"/>
                </a:lnTo>
                <a:lnTo>
                  <a:pt x="3074480" y="533356"/>
                </a:lnTo>
                <a:lnTo>
                  <a:pt x="3080205" y="530778"/>
                </a:lnTo>
                <a:lnTo>
                  <a:pt x="3079684" y="531015"/>
                </a:lnTo>
                <a:lnTo>
                  <a:pt x="3085251" y="528168"/>
                </a:lnTo>
                <a:lnTo>
                  <a:pt x="3084744" y="528437"/>
                </a:lnTo>
                <a:lnTo>
                  <a:pt x="3090168" y="525321"/>
                </a:lnTo>
                <a:lnTo>
                  <a:pt x="3089679" y="525622"/>
                </a:lnTo>
                <a:lnTo>
                  <a:pt x="3094913" y="522269"/>
                </a:lnTo>
                <a:lnTo>
                  <a:pt x="3094439" y="522585"/>
                </a:lnTo>
                <a:lnTo>
                  <a:pt x="3099515" y="518980"/>
                </a:lnTo>
                <a:lnTo>
                  <a:pt x="3099057" y="519312"/>
                </a:lnTo>
                <a:lnTo>
                  <a:pt x="3103944" y="515485"/>
                </a:lnTo>
                <a:lnTo>
                  <a:pt x="3103501" y="515848"/>
                </a:lnTo>
                <a:lnTo>
                  <a:pt x="3108199" y="511784"/>
                </a:lnTo>
                <a:lnTo>
                  <a:pt x="3107772" y="512163"/>
                </a:lnTo>
                <a:lnTo>
                  <a:pt x="3112264" y="507877"/>
                </a:lnTo>
                <a:lnTo>
                  <a:pt x="3111867" y="508273"/>
                </a:lnTo>
                <a:lnTo>
                  <a:pt x="3116154" y="503781"/>
                </a:lnTo>
                <a:lnTo>
                  <a:pt x="3115774" y="504208"/>
                </a:lnTo>
                <a:lnTo>
                  <a:pt x="3119839" y="499511"/>
                </a:lnTo>
                <a:lnTo>
                  <a:pt x="3119475" y="499953"/>
                </a:lnTo>
                <a:lnTo>
                  <a:pt x="3123302" y="495067"/>
                </a:lnTo>
                <a:lnTo>
                  <a:pt x="3122970" y="495525"/>
                </a:lnTo>
                <a:lnTo>
                  <a:pt x="3126575" y="490449"/>
                </a:lnTo>
                <a:lnTo>
                  <a:pt x="3126259" y="490923"/>
                </a:lnTo>
                <a:lnTo>
                  <a:pt x="3129612" y="485688"/>
                </a:lnTo>
                <a:lnTo>
                  <a:pt x="3129312" y="486178"/>
                </a:lnTo>
                <a:lnTo>
                  <a:pt x="3132427" y="480754"/>
                </a:lnTo>
                <a:lnTo>
                  <a:pt x="3132159" y="481260"/>
                </a:lnTo>
                <a:lnTo>
                  <a:pt x="3135005" y="475693"/>
                </a:lnTo>
                <a:lnTo>
                  <a:pt x="3134768" y="476215"/>
                </a:lnTo>
                <a:lnTo>
                  <a:pt x="3137347" y="470490"/>
                </a:lnTo>
                <a:lnTo>
                  <a:pt x="3137125" y="471027"/>
                </a:lnTo>
                <a:lnTo>
                  <a:pt x="3139433" y="465144"/>
                </a:lnTo>
                <a:lnTo>
                  <a:pt x="3139244" y="465698"/>
                </a:lnTo>
                <a:lnTo>
                  <a:pt x="3141269" y="459688"/>
                </a:lnTo>
                <a:lnTo>
                  <a:pt x="3141094" y="460257"/>
                </a:lnTo>
                <a:lnTo>
                  <a:pt x="3142834" y="454121"/>
                </a:lnTo>
                <a:lnTo>
                  <a:pt x="3142691" y="454690"/>
                </a:lnTo>
                <a:lnTo>
                  <a:pt x="3144130" y="448443"/>
                </a:lnTo>
                <a:lnTo>
                  <a:pt x="3144021" y="449012"/>
                </a:lnTo>
                <a:lnTo>
                  <a:pt x="3145143" y="442655"/>
                </a:lnTo>
                <a:lnTo>
                  <a:pt x="3145064" y="443240"/>
                </a:lnTo>
                <a:lnTo>
                  <a:pt x="3145886" y="436771"/>
                </a:lnTo>
                <a:lnTo>
                  <a:pt x="3145823" y="437372"/>
                </a:lnTo>
                <a:lnTo>
                  <a:pt x="3146329" y="430809"/>
                </a:lnTo>
                <a:lnTo>
                  <a:pt x="3146297" y="431410"/>
                </a:lnTo>
                <a:lnTo>
                  <a:pt x="3146456" y="424752"/>
                </a:lnTo>
                <a:lnTo>
                  <a:pt x="3146456" y="425052"/>
                </a:lnTo>
                <a:lnTo>
                  <a:pt x="3146456" y="141136"/>
                </a:lnTo>
                <a:lnTo>
                  <a:pt x="3146456" y="141436"/>
                </a:lnTo>
                <a:lnTo>
                  <a:pt x="3146297" y="134778"/>
                </a:lnTo>
                <a:lnTo>
                  <a:pt x="3146329" y="135379"/>
                </a:lnTo>
                <a:lnTo>
                  <a:pt x="3145823" y="128816"/>
                </a:lnTo>
                <a:lnTo>
                  <a:pt x="3145886" y="129417"/>
                </a:lnTo>
                <a:lnTo>
                  <a:pt x="3145064" y="122948"/>
                </a:lnTo>
                <a:lnTo>
                  <a:pt x="3145143" y="123533"/>
                </a:lnTo>
                <a:lnTo>
                  <a:pt x="3144021" y="117176"/>
                </a:lnTo>
                <a:lnTo>
                  <a:pt x="3144130" y="117745"/>
                </a:lnTo>
                <a:lnTo>
                  <a:pt x="3142691" y="111498"/>
                </a:lnTo>
                <a:lnTo>
                  <a:pt x="3142834" y="112067"/>
                </a:lnTo>
                <a:lnTo>
                  <a:pt x="3141094" y="105931"/>
                </a:lnTo>
                <a:lnTo>
                  <a:pt x="3141269" y="106500"/>
                </a:lnTo>
                <a:lnTo>
                  <a:pt x="3139244" y="100491"/>
                </a:lnTo>
                <a:lnTo>
                  <a:pt x="3139433" y="101044"/>
                </a:lnTo>
                <a:lnTo>
                  <a:pt x="3137125" y="95161"/>
                </a:lnTo>
                <a:lnTo>
                  <a:pt x="3137347" y="95699"/>
                </a:lnTo>
                <a:lnTo>
                  <a:pt x="3134768" y="89973"/>
                </a:lnTo>
                <a:lnTo>
                  <a:pt x="3135005" y="90495"/>
                </a:lnTo>
                <a:lnTo>
                  <a:pt x="3132159" y="84928"/>
                </a:lnTo>
                <a:lnTo>
                  <a:pt x="3132427" y="85434"/>
                </a:lnTo>
                <a:lnTo>
                  <a:pt x="3129312" y="80010"/>
                </a:lnTo>
                <a:lnTo>
                  <a:pt x="3129612" y="80500"/>
                </a:lnTo>
                <a:lnTo>
                  <a:pt x="3126259" y="75265"/>
                </a:lnTo>
                <a:lnTo>
                  <a:pt x="3126575" y="75724"/>
                </a:lnTo>
                <a:lnTo>
                  <a:pt x="3122970" y="70663"/>
                </a:lnTo>
                <a:lnTo>
                  <a:pt x="3123302" y="71122"/>
                </a:lnTo>
                <a:lnTo>
                  <a:pt x="3119475" y="66235"/>
                </a:lnTo>
                <a:lnTo>
                  <a:pt x="3119839" y="66677"/>
                </a:lnTo>
                <a:lnTo>
                  <a:pt x="3115774" y="61980"/>
                </a:lnTo>
                <a:lnTo>
                  <a:pt x="3116154" y="62407"/>
                </a:lnTo>
                <a:lnTo>
                  <a:pt x="3111867" y="57916"/>
                </a:lnTo>
                <a:lnTo>
                  <a:pt x="3112264" y="58311"/>
                </a:lnTo>
                <a:lnTo>
                  <a:pt x="3107772" y="54025"/>
                </a:lnTo>
                <a:lnTo>
                  <a:pt x="3108199" y="54405"/>
                </a:lnTo>
                <a:lnTo>
                  <a:pt x="3103501" y="50340"/>
                </a:lnTo>
                <a:lnTo>
                  <a:pt x="3103944" y="50704"/>
                </a:lnTo>
                <a:lnTo>
                  <a:pt x="3099057" y="46876"/>
                </a:lnTo>
                <a:lnTo>
                  <a:pt x="3099515" y="47209"/>
                </a:lnTo>
                <a:lnTo>
                  <a:pt x="3094439" y="43603"/>
                </a:lnTo>
                <a:lnTo>
                  <a:pt x="3094913" y="43919"/>
                </a:lnTo>
                <a:lnTo>
                  <a:pt x="3089679" y="40566"/>
                </a:lnTo>
                <a:lnTo>
                  <a:pt x="3090168" y="40867"/>
                </a:lnTo>
                <a:lnTo>
                  <a:pt x="3084744" y="37751"/>
                </a:lnTo>
                <a:lnTo>
                  <a:pt x="3085251" y="38020"/>
                </a:lnTo>
                <a:lnTo>
                  <a:pt x="3079684" y="35173"/>
                </a:lnTo>
                <a:lnTo>
                  <a:pt x="3080205" y="35411"/>
                </a:lnTo>
                <a:lnTo>
                  <a:pt x="3074480" y="32833"/>
                </a:lnTo>
                <a:lnTo>
                  <a:pt x="3075018" y="33054"/>
                </a:lnTo>
                <a:lnTo>
                  <a:pt x="3069135" y="30745"/>
                </a:lnTo>
                <a:lnTo>
                  <a:pt x="3069688" y="30935"/>
                </a:lnTo>
                <a:lnTo>
                  <a:pt x="3063678" y="28910"/>
                </a:lnTo>
                <a:lnTo>
                  <a:pt x="3064248" y="29085"/>
                </a:lnTo>
                <a:lnTo>
                  <a:pt x="3058111" y="27345"/>
                </a:lnTo>
                <a:lnTo>
                  <a:pt x="3058681" y="27487"/>
                </a:lnTo>
                <a:lnTo>
                  <a:pt x="3052433" y="26048"/>
                </a:lnTo>
                <a:lnTo>
                  <a:pt x="3053003" y="26159"/>
                </a:lnTo>
                <a:lnTo>
                  <a:pt x="3046645" y="25036"/>
                </a:lnTo>
                <a:lnTo>
                  <a:pt x="3047230" y="25115"/>
                </a:lnTo>
                <a:lnTo>
                  <a:pt x="3040762" y="24292"/>
                </a:lnTo>
                <a:lnTo>
                  <a:pt x="3041363" y="24356"/>
                </a:lnTo>
                <a:lnTo>
                  <a:pt x="3034800" y="23849"/>
                </a:lnTo>
                <a:lnTo>
                  <a:pt x="3035401" y="23881"/>
                </a:lnTo>
                <a:lnTo>
                  <a:pt x="3028743" y="23723"/>
                </a:lnTo>
                <a:lnTo>
                  <a:pt x="3029043" y="23723"/>
                </a:lnTo>
                <a:lnTo>
                  <a:pt x="141136" y="23723"/>
                </a:lnTo>
                <a:lnTo>
                  <a:pt x="141436" y="23723"/>
                </a:lnTo>
                <a:lnTo>
                  <a:pt x="134778" y="23881"/>
                </a:lnTo>
                <a:lnTo>
                  <a:pt x="135379" y="23849"/>
                </a:lnTo>
                <a:lnTo>
                  <a:pt x="128815" y="24356"/>
                </a:lnTo>
                <a:lnTo>
                  <a:pt x="129417" y="24292"/>
                </a:lnTo>
                <a:lnTo>
                  <a:pt x="122947" y="25115"/>
                </a:lnTo>
                <a:lnTo>
                  <a:pt x="123533" y="25036"/>
                </a:lnTo>
                <a:lnTo>
                  <a:pt x="117175" y="26159"/>
                </a:lnTo>
                <a:lnTo>
                  <a:pt x="117745" y="26048"/>
                </a:lnTo>
                <a:lnTo>
                  <a:pt x="111498" y="27487"/>
                </a:lnTo>
                <a:lnTo>
                  <a:pt x="112066" y="27345"/>
                </a:lnTo>
                <a:lnTo>
                  <a:pt x="105931" y="29085"/>
                </a:lnTo>
                <a:lnTo>
                  <a:pt x="106500" y="28910"/>
                </a:lnTo>
                <a:lnTo>
                  <a:pt x="100490" y="30935"/>
                </a:lnTo>
                <a:lnTo>
                  <a:pt x="101044" y="30745"/>
                </a:lnTo>
                <a:lnTo>
                  <a:pt x="95160" y="33054"/>
                </a:lnTo>
                <a:lnTo>
                  <a:pt x="95698" y="32833"/>
                </a:lnTo>
                <a:lnTo>
                  <a:pt x="89972" y="35411"/>
                </a:lnTo>
                <a:lnTo>
                  <a:pt x="90494" y="35173"/>
                </a:lnTo>
                <a:lnTo>
                  <a:pt x="84927" y="38020"/>
                </a:lnTo>
                <a:lnTo>
                  <a:pt x="85434" y="37751"/>
                </a:lnTo>
                <a:lnTo>
                  <a:pt x="80009" y="40867"/>
                </a:lnTo>
                <a:lnTo>
                  <a:pt x="80500" y="40566"/>
                </a:lnTo>
                <a:lnTo>
                  <a:pt x="75265" y="43919"/>
                </a:lnTo>
                <a:lnTo>
                  <a:pt x="75723" y="43603"/>
                </a:lnTo>
                <a:lnTo>
                  <a:pt x="70662" y="47209"/>
                </a:lnTo>
                <a:lnTo>
                  <a:pt x="71121" y="46876"/>
                </a:lnTo>
                <a:lnTo>
                  <a:pt x="66234" y="50704"/>
                </a:lnTo>
                <a:lnTo>
                  <a:pt x="66677" y="50340"/>
                </a:lnTo>
                <a:lnTo>
                  <a:pt x="61980" y="54405"/>
                </a:lnTo>
                <a:lnTo>
                  <a:pt x="62407" y="54025"/>
                </a:lnTo>
                <a:lnTo>
                  <a:pt x="57915" y="58311"/>
                </a:lnTo>
                <a:lnTo>
                  <a:pt x="58310" y="57916"/>
                </a:lnTo>
                <a:lnTo>
                  <a:pt x="54025" y="62407"/>
                </a:lnTo>
                <a:lnTo>
                  <a:pt x="54405" y="61980"/>
                </a:lnTo>
                <a:lnTo>
                  <a:pt x="50340" y="66677"/>
                </a:lnTo>
                <a:lnTo>
                  <a:pt x="50704" y="66235"/>
                </a:lnTo>
                <a:lnTo>
                  <a:pt x="46876" y="71122"/>
                </a:lnTo>
                <a:lnTo>
                  <a:pt x="47208" y="70663"/>
                </a:lnTo>
                <a:lnTo>
                  <a:pt x="43602" y="75724"/>
                </a:lnTo>
                <a:lnTo>
                  <a:pt x="43919" y="75265"/>
                </a:lnTo>
                <a:lnTo>
                  <a:pt x="40566" y="80500"/>
                </a:lnTo>
                <a:lnTo>
                  <a:pt x="40866" y="80010"/>
                </a:lnTo>
                <a:lnTo>
                  <a:pt x="37751" y="85434"/>
                </a:lnTo>
                <a:lnTo>
                  <a:pt x="38020" y="84928"/>
                </a:lnTo>
                <a:lnTo>
                  <a:pt x="35173" y="90495"/>
                </a:lnTo>
                <a:lnTo>
                  <a:pt x="35411" y="89973"/>
                </a:lnTo>
                <a:lnTo>
                  <a:pt x="32832" y="95699"/>
                </a:lnTo>
                <a:lnTo>
                  <a:pt x="33054" y="95161"/>
                </a:lnTo>
                <a:lnTo>
                  <a:pt x="30745" y="101044"/>
                </a:lnTo>
                <a:lnTo>
                  <a:pt x="30934" y="100491"/>
                </a:lnTo>
                <a:lnTo>
                  <a:pt x="28910" y="106500"/>
                </a:lnTo>
                <a:lnTo>
                  <a:pt x="29084" y="105931"/>
                </a:lnTo>
                <a:lnTo>
                  <a:pt x="27345" y="112067"/>
                </a:lnTo>
                <a:lnTo>
                  <a:pt x="27487" y="111498"/>
                </a:lnTo>
                <a:lnTo>
                  <a:pt x="26047" y="117745"/>
                </a:lnTo>
                <a:lnTo>
                  <a:pt x="26158" y="117176"/>
                </a:lnTo>
                <a:lnTo>
                  <a:pt x="25019" y="123533"/>
                </a:lnTo>
                <a:lnTo>
                  <a:pt x="25115" y="122948"/>
                </a:lnTo>
                <a:lnTo>
                  <a:pt x="24293" y="129417"/>
                </a:lnTo>
                <a:lnTo>
                  <a:pt x="24355" y="128816"/>
                </a:lnTo>
                <a:lnTo>
                  <a:pt x="23849" y="135379"/>
                </a:lnTo>
                <a:lnTo>
                  <a:pt x="23881" y="134778"/>
                </a:lnTo>
                <a:lnTo>
                  <a:pt x="23723" y="141436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text-220 Large">
            <a:extLst xmlns:a="http://schemas.openxmlformats.org/drawingml/2006/main">
              <a:ext uri="{FF2B5EF4-FFF2-40B4-BE49-F238E27FC236}">
                <a16:creationId xmlns:a16="http://schemas.microsoft.com/office/drawing/2014/main" id="{57952CA9-3D94-4C8A-B482-82390F74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2924" y="1557392"/>
            <a:ext cx="709800" cy="39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Large</a:t>
            </a:r>
          </a:p>
        </p:txBody>
      </p:sp>
      <p:sp>
        <p:nvSpPr>
          <p:cNvPr id="271" name="text-220 Language">
            <a:extLst xmlns:a="http://schemas.openxmlformats.org/drawingml/2006/main">
              <a:ext uri="{FF2B5EF4-FFF2-40B4-BE49-F238E27FC236}">
                <a16:creationId xmlns:a16="http://schemas.microsoft.com/office/drawing/2014/main" id="{E2F329E0-E426-4274-9D49-AA5F8267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2800" y="1557288"/>
            <a:ext cx="1173999" cy="398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Language</a:t>
            </a:r>
          </a:p>
        </p:txBody>
      </p:sp>
      <p:sp>
        <p:nvSpPr>
          <p:cNvPr id="272" name="text-220 Model">
            <a:extLst xmlns:a="http://schemas.openxmlformats.org/drawingml/2006/main">
              <a:ext uri="{FF2B5EF4-FFF2-40B4-BE49-F238E27FC236}">
                <a16:creationId xmlns:a16="http://schemas.microsoft.com/office/drawing/2014/main" id="{297C26BF-1AC8-4E00-B3A1-5287C5AF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6856" y="1557359"/>
            <a:ext cx="794603" cy="398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273" name="text-221 Tracjetory">
            <a:extLst xmlns:a="http://schemas.openxmlformats.org/drawingml/2006/main">
              <a:ext uri="{FF2B5EF4-FFF2-40B4-BE49-F238E27FC236}">
                <a16:creationId xmlns:a16="http://schemas.microsoft.com/office/drawing/2014/main" id="{28F49504-36E1-4FA4-8099-A81B4CC2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2115" y="1854734"/>
            <a:ext cx="682401" cy="202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0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0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0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Tracjetory</a:t>
            </a:r>
          </a:p>
        </p:txBody>
      </p:sp>
      <p:sp>
        <p:nvSpPr>
          <p:cNvPr id="274" name="text-222 Decoder">
            <a:extLst xmlns:a="http://schemas.openxmlformats.org/drawingml/2006/main">
              <a:ext uri="{FF2B5EF4-FFF2-40B4-BE49-F238E27FC236}">
                <a16:creationId xmlns:a16="http://schemas.microsoft.com/office/drawing/2014/main" id="{E4A7EEA4-A978-424C-99ED-6081B7CC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2115" y="2027895"/>
            <a:ext cx="531647" cy="199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275" name="path-223">
            <a:extLst xmlns:a="http://schemas.openxmlformats.org/drawingml/2006/main">
              <a:ext uri="{FF2B5EF4-FFF2-40B4-BE49-F238E27FC236}">
                <a16:creationId xmlns:a16="http://schemas.microsoft.com/office/drawing/2014/main" id="{470BE4E2-D476-4843-8CCF-B7C5E02A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73" y="1267296"/>
            <a:ext cx="158137" cy="253931"/>
          </a:xfrm>
          <a:custGeom xmlns:a="http://schemas.openxmlformats.org/drawingml/2006/main">
            <a:pathLst>
              <a:path w="158137" h="253931">
                <a:moveTo>
                  <a:pt x="0" y="157410"/>
                </a:moveTo>
                <a:lnTo>
                  <a:pt x="79803" y="79077"/>
                </a:lnTo>
                <a:lnTo>
                  <a:pt x="158137" y="158881"/>
                </a:lnTo>
                <a:lnTo>
                  <a:pt x="80547" y="0"/>
                </a:lnTo>
                <a:lnTo>
                  <a:pt x="0" y="157410"/>
                </a:lnTo>
                <a:moveTo>
                  <a:pt x="88060" y="253931"/>
                </a:moveTo>
                <a:lnTo>
                  <a:pt x="89878" y="59402"/>
                </a:lnTo>
                <a:lnTo>
                  <a:pt x="70109" y="59212"/>
                </a:lnTo>
                <a:lnTo>
                  <a:pt x="68290" y="253741"/>
                </a:lnTo>
                <a:lnTo>
                  <a:pt x="88060" y="253931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24">
            <a:extLst xmlns:a="http://schemas.openxmlformats.org/drawingml/2006/main">
              <a:ext uri="{FF2B5EF4-FFF2-40B4-BE49-F238E27FC236}">
                <a16:creationId xmlns:a16="http://schemas.microsoft.com/office/drawing/2014/main" id="{3B7B6348-3865-42D1-83FB-23FC5AA4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36" y="637846"/>
            <a:ext cx="5155791" cy="631031"/>
          </a:xfrm>
          <a:custGeom xmlns:a="http://schemas.openxmlformats.org/drawingml/2006/main">
            <a:pathLst>
              <a:path w="5155791" h="631031">
                <a:moveTo>
                  <a:pt x="0" y="619169"/>
                </a:moveTo>
                <a:lnTo>
                  <a:pt x="0" y="524278"/>
                </a:lnTo>
                <a:lnTo>
                  <a:pt x="23723" y="524278"/>
                </a:lnTo>
                <a:lnTo>
                  <a:pt x="23723" y="619169"/>
                </a:lnTo>
                <a:lnTo>
                  <a:pt x="0" y="619169"/>
                </a:lnTo>
                <a:moveTo>
                  <a:pt x="0" y="453109"/>
                </a:moveTo>
                <a:lnTo>
                  <a:pt x="0" y="358217"/>
                </a:lnTo>
                <a:lnTo>
                  <a:pt x="23723" y="358217"/>
                </a:lnTo>
                <a:lnTo>
                  <a:pt x="23723" y="453109"/>
                </a:lnTo>
                <a:lnTo>
                  <a:pt x="0" y="453109"/>
                </a:lnTo>
                <a:moveTo>
                  <a:pt x="0" y="287048"/>
                </a:moveTo>
                <a:lnTo>
                  <a:pt x="0" y="192156"/>
                </a:lnTo>
                <a:lnTo>
                  <a:pt x="23723" y="192156"/>
                </a:lnTo>
                <a:lnTo>
                  <a:pt x="23723" y="287048"/>
                </a:lnTo>
                <a:lnTo>
                  <a:pt x="0" y="287048"/>
                </a:lnTo>
                <a:moveTo>
                  <a:pt x="0" y="120987"/>
                </a:moveTo>
                <a:lnTo>
                  <a:pt x="0" y="26095"/>
                </a:lnTo>
                <a:lnTo>
                  <a:pt x="23723" y="26095"/>
                </a:lnTo>
                <a:lnTo>
                  <a:pt x="23723" y="120987"/>
                </a:lnTo>
                <a:lnTo>
                  <a:pt x="0" y="120987"/>
                </a:lnTo>
                <a:moveTo>
                  <a:pt x="68797" y="0"/>
                </a:moveTo>
                <a:lnTo>
                  <a:pt x="163689" y="0"/>
                </a:lnTo>
                <a:lnTo>
                  <a:pt x="163689" y="23723"/>
                </a:lnTo>
                <a:lnTo>
                  <a:pt x="68797" y="23723"/>
                </a:lnTo>
                <a:lnTo>
                  <a:pt x="68797" y="0"/>
                </a:lnTo>
                <a:moveTo>
                  <a:pt x="234858" y="0"/>
                </a:moveTo>
                <a:lnTo>
                  <a:pt x="329750" y="0"/>
                </a:lnTo>
                <a:lnTo>
                  <a:pt x="329750" y="23723"/>
                </a:lnTo>
                <a:lnTo>
                  <a:pt x="234858" y="23723"/>
                </a:lnTo>
                <a:lnTo>
                  <a:pt x="234858" y="0"/>
                </a:lnTo>
                <a:moveTo>
                  <a:pt x="400919" y="0"/>
                </a:moveTo>
                <a:lnTo>
                  <a:pt x="495810" y="0"/>
                </a:lnTo>
                <a:lnTo>
                  <a:pt x="495810" y="23723"/>
                </a:lnTo>
                <a:lnTo>
                  <a:pt x="400919" y="23723"/>
                </a:lnTo>
                <a:lnTo>
                  <a:pt x="400919" y="0"/>
                </a:lnTo>
                <a:moveTo>
                  <a:pt x="566979" y="0"/>
                </a:moveTo>
                <a:lnTo>
                  <a:pt x="661871" y="0"/>
                </a:lnTo>
                <a:lnTo>
                  <a:pt x="661871" y="23723"/>
                </a:lnTo>
                <a:lnTo>
                  <a:pt x="566979" y="23723"/>
                </a:lnTo>
                <a:lnTo>
                  <a:pt x="566979" y="0"/>
                </a:lnTo>
                <a:moveTo>
                  <a:pt x="733040" y="0"/>
                </a:moveTo>
                <a:lnTo>
                  <a:pt x="827932" y="0"/>
                </a:lnTo>
                <a:lnTo>
                  <a:pt x="827932" y="23723"/>
                </a:lnTo>
                <a:lnTo>
                  <a:pt x="733040" y="23723"/>
                </a:lnTo>
                <a:lnTo>
                  <a:pt x="733040" y="0"/>
                </a:lnTo>
                <a:moveTo>
                  <a:pt x="899101" y="0"/>
                </a:moveTo>
                <a:lnTo>
                  <a:pt x="993993" y="0"/>
                </a:lnTo>
                <a:lnTo>
                  <a:pt x="993993" y="23723"/>
                </a:lnTo>
                <a:lnTo>
                  <a:pt x="899101" y="23723"/>
                </a:lnTo>
                <a:lnTo>
                  <a:pt x="899101" y="0"/>
                </a:lnTo>
                <a:moveTo>
                  <a:pt x="1065162" y="0"/>
                </a:moveTo>
                <a:lnTo>
                  <a:pt x="1160054" y="0"/>
                </a:lnTo>
                <a:lnTo>
                  <a:pt x="1160054" y="23723"/>
                </a:lnTo>
                <a:lnTo>
                  <a:pt x="1065162" y="23723"/>
                </a:lnTo>
                <a:lnTo>
                  <a:pt x="1065162" y="0"/>
                </a:lnTo>
                <a:moveTo>
                  <a:pt x="1231221" y="0"/>
                </a:moveTo>
                <a:lnTo>
                  <a:pt x="1326113" y="0"/>
                </a:lnTo>
                <a:lnTo>
                  <a:pt x="1326113" y="23723"/>
                </a:lnTo>
                <a:lnTo>
                  <a:pt x="1231221" y="23723"/>
                </a:lnTo>
                <a:lnTo>
                  <a:pt x="1231221" y="0"/>
                </a:lnTo>
                <a:moveTo>
                  <a:pt x="1397282" y="0"/>
                </a:moveTo>
                <a:lnTo>
                  <a:pt x="1492174" y="0"/>
                </a:lnTo>
                <a:lnTo>
                  <a:pt x="1492174" y="23723"/>
                </a:lnTo>
                <a:lnTo>
                  <a:pt x="1397282" y="23723"/>
                </a:lnTo>
                <a:lnTo>
                  <a:pt x="1397282" y="0"/>
                </a:lnTo>
                <a:moveTo>
                  <a:pt x="1563343" y="0"/>
                </a:moveTo>
                <a:lnTo>
                  <a:pt x="1658235" y="0"/>
                </a:lnTo>
                <a:lnTo>
                  <a:pt x="1658235" y="23723"/>
                </a:lnTo>
                <a:lnTo>
                  <a:pt x="1563343" y="23723"/>
                </a:lnTo>
                <a:lnTo>
                  <a:pt x="1563343" y="0"/>
                </a:lnTo>
                <a:moveTo>
                  <a:pt x="1729404" y="0"/>
                </a:moveTo>
                <a:lnTo>
                  <a:pt x="1824296" y="0"/>
                </a:lnTo>
                <a:lnTo>
                  <a:pt x="1824296" y="23723"/>
                </a:lnTo>
                <a:lnTo>
                  <a:pt x="1729404" y="23723"/>
                </a:lnTo>
                <a:lnTo>
                  <a:pt x="1729404" y="0"/>
                </a:lnTo>
                <a:moveTo>
                  <a:pt x="1895465" y="0"/>
                </a:moveTo>
                <a:lnTo>
                  <a:pt x="1990356" y="0"/>
                </a:lnTo>
                <a:lnTo>
                  <a:pt x="1990356" y="23723"/>
                </a:lnTo>
                <a:lnTo>
                  <a:pt x="1895465" y="23723"/>
                </a:lnTo>
                <a:lnTo>
                  <a:pt x="1895465" y="0"/>
                </a:lnTo>
                <a:moveTo>
                  <a:pt x="2061525" y="0"/>
                </a:moveTo>
                <a:lnTo>
                  <a:pt x="2156417" y="0"/>
                </a:lnTo>
                <a:lnTo>
                  <a:pt x="2156417" y="23723"/>
                </a:lnTo>
                <a:lnTo>
                  <a:pt x="2061525" y="23723"/>
                </a:lnTo>
                <a:lnTo>
                  <a:pt x="2061525" y="0"/>
                </a:lnTo>
                <a:moveTo>
                  <a:pt x="2227586" y="0"/>
                </a:moveTo>
                <a:lnTo>
                  <a:pt x="2322478" y="0"/>
                </a:lnTo>
                <a:lnTo>
                  <a:pt x="2322478" y="23723"/>
                </a:lnTo>
                <a:lnTo>
                  <a:pt x="2227586" y="23723"/>
                </a:lnTo>
                <a:lnTo>
                  <a:pt x="2227586" y="0"/>
                </a:lnTo>
                <a:moveTo>
                  <a:pt x="2393647" y="0"/>
                </a:moveTo>
                <a:lnTo>
                  <a:pt x="2488539" y="0"/>
                </a:lnTo>
                <a:lnTo>
                  <a:pt x="2488539" y="23723"/>
                </a:lnTo>
                <a:lnTo>
                  <a:pt x="2393647" y="23723"/>
                </a:lnTo>
                <a:lnTo>
                  <a:pt x="2393647" y="0"/>
                </a:lnTo>
                <a:moveTo>
                  <a:pt x="2559708" y="0"/>
                </a:moveTo>
                <a:lnTo>
                  <a:pt x="2654600" y="0"/>
                </a:lnTo>
                <a:lnTo>
                  <a:pt x="2654600" y="23723"/>
                </a:lnTo>
                <a:lnTo>
                  <a:pt x="2559708" y="23723"/>
                </a:lnTo>
                <a:lnTo>
                  <a:pt x="2559708" y="0"/>
                </a:lnTo>
                <a:moveTo>
                  <a:pt x="2725769" y="0"/>
                </a:moveTo>
                <a:lnTo>
                  <a:pt x="2820660" y="0"/>
                </a:lnTo>
                <a:lnTo>
                  <a:pt x="2820660" y="23723"/>
                </a:lnTo>
                <a:lnTo>
                  <a:pt x="2725769" y="23723"/>
                </a:lnTo>
                <a:lnTo>
                  <a:pt x="2725769" y="0"/>
                </a:lnTo>
                <a:moveTo>
                  <a:pt x="2891829" y="0"/>
                </a:moveTo>
                <a:lnTo>
                  <a:pt x="2986721" y="0"/>
                </a:lnTo>
                <a:lnTo>
                  <a:pt x="2986721" y="23723"/>
                </a:lnTo>
                <a:lnTo>
                  <a:pt x="2891829" y="23723"/>
                </a:lnTo>
                <a:lnTo>
                  <a:pt x="2891829" y="0"/>
                </a:lnTo>
                <a:moveTo>
                  <a:pt x="3057890" y="0"/>
                </a:moveTo>
                <a:lnTo>
                  <a:pt x="3152782" y="0"/>
                </a:lnTo>
                <a:lnTo>
                  <a:pt x="3152782" y="23723"/>
                </a:lnTo>
                <a:lnTo>
                  <a:pt x="3057890" y="23723"/>
                </a:lnTo>
                <a:lnTo>
                  <a:pt x="3057890" y="0"/>
                </a:lnTo>
                <a:moveTo>
                  <a:pt x="3223951" y="0"/>
                </a:moveTo>
                <a:lnTo>
                  <a:pt x="3318843" y="0"/>
                </a:lnTo>
                <a:lnTo>
                  <a:pt x="3318843" y="23723"/>
                </a:lnTo>
                <a:lnTo>
                  <a:pt x="3223951" y="23723"/>
                </a:lnTo>
                <a:lnTo>
                  <a:pt x="3223951" y="0"/>
                </a:lnTo>
                <a:moveTo>
                  <a:pt x="3390012" y="0"/>
                </a:moveTo>
                <a:lnTo>
                  <a:pt x="3484904" y="0"/>
                </a:lnTo>
                <a:lnTo>
                  <a:pt x="3484904" y="23723"/>
                </a:lnTo>
                <a:lnTo>
                  <a:pt x="3390012" y="23723"/>
                </a:lnTo>
                <a:lnTo>
                  <a:pt x="3390012" y="0"/>
                </a:lnTo>
                <a:moveTo>
                  <a:pt x="3556072" y="0"/>
                </a:moveTo>
                <a:lnTo>
                  <a:pt x="3650964" y="0"/>
                </a:lnTo>
                <a:lnTo>
                  <a:pt x="3650964" y="23723"/>
                </a:lnTo>
                <a:lnTo>
                  <a:pt x="3556072" y="23723"/>
                </a:lnTo>
                <a:lnTo>
                  <a:pt x="3556072" y="0"/>
                </a:lnTo>
                <a:moveTo>
                  <a:pt x="3722133" y="0"/>
                </a:moveTo>
                <a:lnTo>
                  <a:pt x="3817025" y="0"/>
                </a:lnTo>
                <a:lnTo>
                  <a:pt x="3817025" y="23723"/>
                </a:lnTo>
                <a:lnTo>
                  <a:pt x="3722133" y="23723"/>
                </a:lnTo>
                <a:lnTo>
                  <a:pt x="3722133" y="0"/>
                </a:lnTo>
                <a:moveTo>
                  <a:pt x="3888194" y="0"/>
                </a:moveTo>
                <a:lnTo>
                  <a:pt x="3983086" y="0"/>
                </a:lnTo>
                <a:lnTo>
                  <a:pt x="3983086" y="23723"/>
                </a:lnTo>
                <a:lnTo>
                  <a:pt x="3888194" y="23723"/>
                </a:lnTo>
                <a:lnTo>
                  <a:pt x="3888194" y="0"/>
                </a:lnTo>
                <a:moveTo>
                  <a:pt x="4054255" y="0"/>
                </a:moveTo>
                <a:lnTo>
                  <a:pt x="4149147" y="0"/>
                </a:lnTo>
                <a:lnTo>
                  <a:pt x="4149147" y="23723"/>
                </a:lnTo>
                <a:lnTo>
                  <a:pt x="4054255" y="23723"/>
                </a:lnTo>
                <a:lnTo>
                  <a:pt x="4054255" y="0"/>
                </a:lnTo>
                <a:moveTo>
                  <a:pt x="4220316" y="0"/>
                </a:moveTo>
                <a:lnTo>
                  <a:pt x="4315208" y="0"/>
                </a:lnTo>
                <a:lnTo>
                  <a:pt x="4315208" y="23723"/>
                </a:lnTo>
                <a:lnTo>
                  <a:pt x="4220316" y="23723"/>
                </a:lnTo>
                <a:lnTo>
                  <a:pt x="4220316" y="0"/>
                </a:lnTo>
                <a:moveTo>
                  <a:pt x="4386376" y="0"/>
                </a:moveTo>
                <a:lnTo>
                  <a:pt x="4481268" y="0"/>
                </a:lnTo>
                <a:lnTo>
                  <a:pt x="4481268" y="23723"/>
                </a:lnTo>
                <a:lnTo>
                  <a:pt x="4386376" y="23723"/>
                </a:lnTo>
                <a:lnTo>
                  <a:pt x="4386376" y="0"/>
                </a:lnTo>
                <a:moveTo>
                  <a:pt x="4552437" y="0"/>
                </a:moveTo>
                <a:lnTo>
                  <a:pt x="4647329" y="0"/>
                </a:lnTo>
                <a:lnTo>
                  <a:pt x="4647329" y="23723"/>
                </a:lnTo>
                <a:lnTo>
                  <a:pt x="4552437" y="23723"/>
                </a:lnTo>
                <a:lnTo>
                  <a:pt x="4552437" y="0"/>
                </a:lnTo>
                <a:moveTo>
                  <a:pt x="4718498" y="0"/>
                </a:moveTo>
                <a:lnTo>
                  <a:pt x="4813390" y="0"/>
                </a:lnTo>
                <a:lnTo>
                  <a:pt x="4813390" y="23723"/>
                </a:lnTo>
                <a:lnTo>
                  <a:pt x="4718498" y="23723"/>
                </a:lnTo>
                <a:lnTo>
                  <a:pt x="4718498" y="0"/>
                </a:lnTo>
                <a:moveTo>
                  <a:pt x="4884559" y="0"/>
                </a:moveTo>
                <a:lnTo>
                  <a:pt x="4979451" y="0"/>
                </a:lnTo>
                <a:lnTo>
                  <a:pt x="4979451" y="23723"/>
                </a:lnTo>
                <a:lnTo>
                  <a:pt x="4884559" y="23723"/>
                </a:lnTo>
                <a:lnTo>
                  <a:pt x="4884559" y="0"/>
                </a:lnTo>
                <a:moveTo>
                  <a:pt x="5050620" y="0"/>
                </a:moveTo>
                <a:lnTo>
                  <a:pt x="5155791" y="0"/>
                </a:lnTo>
                <a:lnTo>
                  <a:pt x="5155791" y="13443"/>
                </a:lnTo>
                <a:lnTo>
                  <a:pt x="5132068" y="13443"/>
                </a:lnTo>
                <a:lnTo>
                  <a:pt x="5132068" y="23723"/>
                </a:lnTo>
                <a:lnTo>
                  <a:pt x="5132068" y="11861"/>
                </a:lnTo>
                <a:lnTo>
                  <a:pt x="5143930" y="23723"/>
                </a:lnTo>
                <a:lnTo>
                  <a:pt x="5050620" y="23723"/>
                </a:lnTo>
                <a:lnTo>
                  <a:pt x="5050620" y="0"/>
                </a:lnTo>
                <a:moveTo>
                  <a:pt x="5155791" y="84612"/>
                </a:moveTo>
                <a:lnTo>
                  <a:pt x="5155791" y="179504"/>
                </a:lnTo>
                <a:lnTo>
                  <a:pt x="5132068" y="179504"/>
                </a:lnTo>
                <a:lnTo>
                  <a:pt x="5132068" y="84612"/>
                </a:lnTo>
                <a:lnTo>
                  <a:pt x="5155791" y="84612"/>
                </a:lnTo>
                <a:moveTo>
                  <a:pt x="5155791" y="250673"/>
                </a:moveTo>
                <a:lnTo>
                  <a:pt x="5155791" y="345565"/>
                </a:lnTo>
                <a:lnTo>
                  <a:pt x="5132068" y="345565"/>
                </a:lnTo>
                <a:lnTo>
                  <a:pt x="5132068" y="250673"/>
                </a:lnTo>
                <a:lnTo>
                  <a:pt x="5155791" y="250673"/>
                </a:lnTo>
                <a:moveTo>
                  <a:pt x="5155791" y="416734"/>
                </a:moveTo>
                <a:lnTo>
                  <a:pt x="5155791" y="511625"/>
                </a:lnTo>
                <a:lnTo>
                  <a:pt x="5132068" y="511625"/>
                </a:lnTo>
                <a:lnTo>
                  <a:pt x="5132068" y="416734"/>
                </a:lnTo>
                <a:lnTo>
                  <a:pt x="5155791" y="416734"/>
                </a:lnTo>
                <a:moveTo>
                  <a:pt x="5155791" y="582794"/>
                </a:moveTo>
                <a:lnTo>
                  <a:pt x="5155791" y="631031"/>
                </a:lnTo>
                <a:lnTo>
                  <a:pt x="5085413" y="631031"/>
                </a:lnTo>
                <a:lnTo>
                  <a:pt x="5085413" y="607308"/>
                </a:lnTo>
                <a:lnTo>
                  <a:pt x="5143930" y="607308"/>
                </a:lnTo>
                <a:lnTo>
                  <a:pt x="5132068" y="619169"/>
                </a:lnTo>
                <a:lnTo>
                  <a:pt x="5132068" y="582794"/>
                </a:lnTo>
                <a:lnTo>
                  <a:pt x="5155791" y="582794"/>
                </a:lnTo>
                <a:moveTo>
                  <a:pt x="5014244" y="631031"/>
                </a:moveTo>
                <a:lnTo>
                  <a:pt x="4919352" y="631031"/>
                </a:lnTo>
                <a:lnTo>
                  <a:pt x="4919352" y="607308"/>
                </a:lnTo>
                <a:lnTo>
                  <a:pt x="5014244" y="607308"/>
                </a:lnTo>
                <a:lnTo>
                  <a:pt x="5014244" y="631031"/>
                </a:lnTo>
                <a:moveTo>
                  <a:pt x="4848183" y="631031"/>
                </a:moveTo>
                <a:lnTo>
                  <a:pt x="4753291" y="631031"/>
                </a:lnTo>
                <a:lnTo>
                  <a:pt x="4753291" y="607308"/>
                </a:lnTo>
                <a:lnTo>
                  <a:pt x="4848183" y="607308"/>
                </a:lnTo>
                <a:lnTo>
                  <a:pt x="4848183" y="631031"/>
                </a:lnTo>
                <a:moveTo>
                  <a:pt x="4682122" y="631031"/>
                </a:moveTo>
                <a:lnTo>
                  <a:pt x="4587230" y="631031"/>
                </a:lnTo>
                <a:lnTo>
                  <a:pt x="4587230" y="607308"/>
                </a:lnTo>
                <a:lnTo>
                  <a:pt x="4682122" y="607308"/>
                </a:lnTo>
                <a:lnTo>
                  <a:pt x="4682122" y="631031"/>
                </a:lnTo>
                <a:moveTo>
                  <a:pt x="4516062" y="631031"/>
                </a:moveTo>
                <a:lnTo>
                  <a:pt x="4421170" y="631031"/>
                </a:lnTo>
                <a:lnTo>
                  <a:pt x="4421170" y="607308"/>
                </a:lnTo>
                <a:lnTo>
                  <a:pt x="4516062" y="607308"/>
                </a:lnTo>
                <a:lnTo>
                  <a:pt x="4516062" y="631031"/>
                </a:lnTo>
                <a:moveTo>
                  <a:pt x="4350001" y="631031"/>
                </a:moveTo>
                <a:lnTo>
                  <a:pt x="4255109" y="631031"/>
                </a:lnTo>
                <a:lnTo>
                  <a:pt x="4255109" y="607308"/>
                </a:lnTo>
                <a:lnTo>
                  <a:pt x="4350001" y="607308"/>
                </a:lnTo>
                <a:lnTo>
                  <a:pt x="4350001" y="631031"/>
                </a:lnTo>
                <a:moveTo>
                  <a:pt x="4183941" y="631031"/>
                </a:moveTo>
                <a:lnTo>
                  <a:pt x="4089049" y="631031"/>
                </a:lnTo>
                <a:lnTo>
                  <a:pt x="4089049" y="607308"/>
                </a:lnTo>
                <a:lnTo>
                  <a:pt x="4183941" y="607308"/>
                </a:lnTo>
                <a:lnTo>
                  <a:pt x="4183941" y="631031"/>
                </a:lnTo>
                <a:moveTo>
                  <a:pt x="4017880" y="631031"/>
                </a:moveTo>
                <a:lnTo>
                  <a:pt x="3922988" y="631031"/>
                </a:lnTo>
                <a:lnTo>
                  <a:pt x="3922988" y="607308"/>
                </a:lnTo>
                <a:lnTo>
                  <a:pt x="4017880" y="607308"/>
                </a:lnTo>
                <a:lnTo>
                  <a:pt x="4017880" y="631031"/>
                </a:lnTo>
                <a:moveTo>
                  <a:pt x="3851820" y="631031"/>
                </a:moveTo>
                <a:lnTo>
                  <a:pt x="3756928" y="631031"/>
                </a:lnTo>
                <a:lnTo>
                  <a:pt x="3756928" y="607308"/>
                </a:lnTo>
                <a:lnTo>
                  <a:pt x="3851820" y="607308"/>
                </a:lnTo>
                <a:lnTo>
                  <a:pt x="3851820" y="631031"/>
                </a:lnTo>
                <a:moveTo>
                  <a:pt x="3685759" y="631031"/>
                </a:moveTo>
                <a:lnTo>
                  <a:pt x="3590867" y="631031"/>
                </a:lnTo>
                <a:lnTo>
                  <a:pt x="3590867" y="607308"/>
                </a:lnTo>
                <a:lnTo>
                  <a:pt x="3685759" y="607308"/>
                </a:lnTo>
                <a:lnTo>
                  <a:pt x="3685759" y="631031"/>
                </a:lnTo>
                <a:moveTo>
                  <a:pt x="3519698" y="631031"/>
                </a:moveTo>
                <a:lnTo>
                  <a:pt x="3424806" y="631031"/>
                </a:lnTo>
                <a:lnTo>
                  <a:pt x="3424806" y="607308"/>
                </a:lnTo>
                <a:lnTo>
                  <a:pt x="3519698" y="607308"/>
                </a:lnTo>
                <a:lnTo>
                  <a:pt x="3519698" y="631031"/>
                </a:lnTo>
                <a:moveTo>
                  <a:pt x="3353637" y="631031"/>
                </a:moveTo>
                <a:lnTo>
                  <a:pt x="3258745" y="631031"/>
                </a:lnTo>
                <a:lnTo>
                  <a:pt x="3258745" y="607308"/>
                </a:lnTo>
                <a:lnTo>
                  <a:pt x="3353637" y="607308"/>
                </a:lnTo>
                <a:lnTo>
                  <a:pt x="3353637" y="631031"/>
                </a:lnTo>
                <a:moveTo>
                  <a:pt x="3187576" y="631031"/>
                </a:moveTo>
                <a:lnTo>
                  <a:pt x="3092684" y="631031"/>
                </a:lnTo>
                <a:lnTo>
                  <a:pt x="3092684" y="607308"/>
                </a:lnTo>
                <a:lnTo>
                  <a:pt x="3187576" y="607308"/>
                </a:lnTo>
                <a:lnTo>
                  <a:pt x="3187576" y="631031"/>
                </a:lnTo>
                <a:moveTo>
                  <a:pt x="3021516" y="631031"/>
                </a:moveTo>
                <a:lnTo>
                  <a:pt x="2926624" y="631031"/>
                </a:lnTo>
                <a:lnTo>
                  <a:pt x="2926624" y="607308"/>
                </a:lnTo>
                <a:lnTo>
                  <a:pt x="3021516" y="607308"/>
                </a:lnTo>
                <a:lnTo>
                  <a:pt x="3021516" y="631031"/>
                </a:lnTo>
                <a:moveTo>
                  <a:pt x="2855455" y="631031"/>
                </a:moveTo>
                <a:lnTo>
                  <a:pt x="2760563" y="631031"/>
                </a:lnTo>
                <a:lnTo>
                  <a:pt x="2760563" y="607308"/>
                </a:lnTo>
                <a:lnTo>
                  <a:pt x="2855455" y="607308"/>
                </a:lnTo>
                <a:lnTo>
                  <a:pt x="2855455" y="631031"/>
                </a:lnTo>
                <a:moveTo>
                  <a:pt x="2689394" y="631031"/>
                </a:moveTo>
                <a:lnTo>
                  <a:pt x="2594502" y="631031"/>
                </a:lnTo>
                <a:lnTo>
                  <a:pt x="2594502" y="607308"/>
                </a:lnTo>
                <a:lnTo>
                  <a:pt x="2689394" y="607308"/>
                </a:lnTo>
                <a:lnTo>
                  <a:pt x="2689394" y="631031"/>
                </a:lnTo>
                <a:moveTo>
                  <a:pt x="2523333" y="631031"/>
                </a:moveTo>
                <a:lnTo>
                  <a:pt x="2428441" y="631031"/>
                </a:lnTo>
                <a:lnTo>
                  <a:pt x="2428441" y="607308"/>
                </a:lnTo>
                <a:lnTo>
                  <a:pt x="2523333" y="607308"/>
                </a:lnTo>
                <a:lnTo>
                  <a:pt x="2523333" y="631031"/>
                </a:lnTo>
                <a:moveTo>
                  <a:pt x="2357272" y="631031"/>
                </a:moveTo>
                <a:lnTo>
                  <a:pt x="2262381" y="631031"/>
                </a:lnTo>
                <a:lnTo>
                  <a:pt x="2262381" y="607308"/>
                </a:lnTo>
                <a:lnTo>
                  <a:pt x="2357272" y="607308"/>
                </a:lnTo>
                <a:lnTo>
                  <a:pt x="2357272" y="631031"/>
                </a:lnTo>
                <a:moveTo>
                  <a:pt x="2191212" y="631031"/>
                </a:moveTo>
                <a:lnTo>
                  <a:pt x="2096320" y="631031"/>
                </a:lnTo>
                <a:lnTo>
                  <a:pt x="2096320" y="607308"/>
                </a:lnTo>
                <a:lnTo>
                  <a:pt x="2191212" y="607308"/>
                </a:lnTo>
                <a:lnTo>
                  <a:pt x="2191212" y="631031"/>
                </a:lnTo>
                <a:moveTo>
                  <a:pt x="2025151" y="631031"/>
                </a:moveTo>
                <a:lnTo>
                  <a:pt x="1930259" y="631031"/>
                </a:lnTo>
                <a:lnTo>
                  <a:pt x="1930259" y="607308"/>
                </a:lnTo>
                <a:lnTo>
                  <a:pt x="2025151" y="607308"/>
                </a:lnTo>
                <a:lnTo>
                  <a:pt x="2025151" y="631031"/>
                </a:lnTo>
                <a:moveTo>
                  <a:pt x="1859090" y="631031"/>
                </a:moveTo>
                <a:lnTo>
                  <a:pt x="1764198" y="631031"/>
                </a:lnTo>
                <a:lnTo>
                  <a:pt x="1764198" y="607308"/>
                </a:lnTo>
                <a:lnTo>
                  <a:pt x="1859090" y="607308"/>
                </a:lnTo>
                <a:lnTo>
                  <a:pt x="1859090" y="631031"/>
                </a:lnTo>
                <a:moveTo>
                  <a:pt x="1693029" y="631031"/>
                </a:moveTo>
                <a:lnTo>
                  <a:pt x="1598137" y="631031"/>
                </a:lnTo>
                <a:lnTo>
                  <a:pt x="1598137" y="607308"/>
                </a:lnTo>
                <a:lnTo>
                  <a:pt x="1693029" y="607308"/>
                </a:lnTo>
                <a:lnTo>
                  <a:pt x="1693029" y="631031"/>
                </a:lnTo>
                <a:moveTo>
                  <a:pt x="1526968" y="631031"/>
                </a:moveTo>
                <a:lnTo>
                  <a:pt x="1432077" y="631031"/>
                </a:lnTo>
                <a:lnTo>
                  <a:pt x="1432077" y="607308"/>
                </a:lnTo>
                <a:lnTo>
                  <a:pt x="1526968" y="607308"/>
                </a:lnTo>
                <a:lnTo>
                  <a:pt x="1526968" y="631031"/>
                </a:lnTo>
                <a:moveTo>
                  <a:pt x="1360908" y="631031"/>
                </a:moveTo>
                <a:lnTo>
                  <a:pt x="1266016" y="631031"/>
                </a:lnTo>
                <a:lnTo>
                  <a:pt x="1266016" y="607308"/>
                </a:lnTo>
                <a:lnTo>
                  <a:pt x="1360908" y="607308"/>
                </a:lnTo>
                <a:lnTo>
                  <a:pt x="1360908" y="631031"/>
                </a:lnTo>
                <a:moveTo>
                  <a:pt x="1194847" y="631031"/>
                </a:moveTo>
                <a:lnTo>
                  <a:pt x="1099955" y="631031"/>
                </a:lnTo>
                <a:lnTo>
                  <a:pt x="1099955" y="607308"/>
                </a:lnTo>
                <a:lnTo>
                  <a:pt x="1194847" y="607308"/>
                </a:lnTo>
                <a:lnTo>
                  <a:pt x="1194847" y="631031"/>
                </a:lnTo>
                <a:moveTo>
                  <a:pt x="1028786" y="631031"/>
                </a:moveTo>
                <a:lnTo>
                  <a:pt x="933894" y="631031"/>
                </a:lnTo>
                <a:lnTo>
                  <a:pt x="933894" y="607308"/>
                </a:lnTo>
                <a:lnTo>
                  <a:pt x="1028786" y="607308"/>
                </a:lnTo>
                <a:lnTo>
                  <a:pt x="1028786" y="631031"/>
                </a:lnTo>
                <a:moveTo>
                  <a:pt x="862725" y="631031"/>
                </a:moveTo>
                <a:lnTo>
                  <a:pt x="767833" y="631031"/>
                </a:lnTo>
                <a:lnTo>
                  <a:pt x="767833" y="607308"/>
                </a:lnTo>
                <a:lnTo>
                  <a:pt x="862725" y="607308"/>
                </a:lnTo>
                <a:lnTo>
                  <a:pt x="862725" y="631031"/>
                </a:lnTo>
                <a:moveTo>
                  <a:pt x="696664" y="631031"/>
                </a:moveTo>
                <a:lnTo>
                  <a:pt x="601773" y="631031"/>
                </a:lnTo>
                <a:lnTo>
                  <a:pt x="601773" y="607308"/>
                </a:lnTo>
                <a:lnTo>
                  <a:pt x="696664" y="607308"/>
                </a:lnTo>
                <a:lnTo>
                  <a:pt x="696664" y="631031"/>
                </a:lnTo>
                <a:moveTo>
                  <a:pt x="530604" y="631031"/>
                </a:moveTo>
                <a:lnTo>
                  <a:pt x="435712" y="631031"/>
                </a:lnTo>
                <a:lnTo>
                  <a:pt x="435712" y="607308"/>
                </a:lnTo>
                <a:lnTo>
                  <a:pt x="530604" y="607308"/>
                </a:lnTo>
                <a:lnTo>
                  <a:pt x="530604" y="631031"/>
                </a:lnTo>
                <a:moveTo>
                  <a:pt x="364543" y="631031"/>
                </a:moveTo>
                <a:lnTo>
                  <a:pt x="269651" y="631031"/>
                </a:lnTo>
                <a:lnTo>
                  <a:pt x="269651" y="607308"/>
                </a:lnTo>
                <a:lnTo>
                  <a:pt x="364543" y="607308"/>
                </a:lnTo>
                <a:lnTo>
                  <a:pt x="364543" y="631031"/>
                </a:lnTo>
                <a:moveTo>
                  <a:pt x="198482" y="631031"/>
                </a:moveTo>
                <a:lnTo>
                  <a:pt x="103590" y="631031"/>
                </a:lnTo>
                <a:lnTo>
                  <a:pt x="103590" y="607308"/>
                </a:lnTo>
                <a:lnTo>
                  <a:pt x="198482" y="607308"/>
                </a:lnTo>
                <a:lnTo>
                  <a:pt x="198482" y="631031"/>
                </a:lnTo>
                <a:moveTo>
                  <a:pt x="32421" y="631031"/>
                </a:moveTo>
                <a:lnTo>
                  <a:pt x="11861" y="631031"/>
                </a:lnTo>
                <a:lnTo>
                  <a:pt x="11861" y="607308"/>
                </a:lnTo>
                <a:lnTo>
                  <a:pt x="32421" y="607308"/>
                </a:lnTo>
                <a:lnTo>
                  <a:pt x="32421" y="63103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text-225 (1)">
            <a:extLst xmlns:a="http://schemas.openxmlformats.org/drawingml/2006/main">
              <a:ext uri="{FF2B5EF4-FFF2-40B4-BE49-F238E27FC236}">
                <a16:creationId xmlns:a16="http://schemas.microsoft.com/office/drawing/2014/main" id="{706E7869-BE66-4977-8918-B5EC9626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423" y="698659"/>
            <a:ext cx="191649" cy="199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(1)</a:t>
            </a:r>
          </a:p>
        </p:txBody>
      </p:sp>
      <p:sp>
        <p:nvSpPr>
          <p:cNvPr id="278" name="text-226 Player">
            <a:extLst xmlns:a="http://schemas.openxmlformats.org/drawingml/2006/main">
              <a:ext uri="{FF2B5EF4-FFF2-40B4-BE49-F238E27FC236}">
                <a16:creationId xmlns:a16="http://schemas.microsoft.com/office/drawing/2014/main" id="{833E697A-4D02-408F-BC35-49E05A2B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9068" y="698645"/>
            <a:ext cx="389343" cy="19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279" name="text-227 #6">
            <a:extLst xmlns:a="http://schemas.openxmlformats.org/drawingml/2006/main">
              <a:ext uri="{FF2B5EF4-FFF2-40B4-BE49-F238E27FC236}">
                <a16:creationId xmlns:a16="http://schemas.microsoft.com/office/drawing/2014/main" id="{E5D4B518-3788-4DE5-A5A1-FD9CBDB6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405" y="698701"/>
            <a:ext cx="167965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280" name="text-228 dribbles">
            <a:extLst xmlns:a="http://schemas.openxmlformats.org/drawingml/2006/main">
              <a:ext uri="{FF2B5EF4-FFF2-40B4-BE49-F238E27FC236}">
                <a16:creationId xmlns:a16="http://schemas.microsoft.com/office/drawing/2014/main" id="{7E63AB6B-CC46-41DF-B223-A1A38E20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6327" y="698630"/>
            <a:ext cx="484322" cy="199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dribbles</a:t>
            </a:r>
          </a:p>
        </p:txBody>
      </p:sp>
      <p:sp>
        <p:nvSpPr>
          <p:cNvPr id="281" name="text-228 right">
            <a:extLst xmlns:a="http://schemas.openxmlformats.org/drawingml/2006/main">
              <a:ext uri="{FF2B5EF4-FFF2-40B4-BE49-F238E27FC236}">
                <a16:creationId xmlns:a16="http://schemas.microsoft.com/office/drawing/2014/main" id="{53E511FC-2A4A-47C9-B02F-28A7D998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0555" y="698646"/>
            <a:ext cx="294505" cy="199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right</a:t>
            </a:r>
          </a:p>
        </p:txBody>
      </p:sp>
      <p:sp>
        <p:nvSpPr>
          <p:cNvPr id="282" name="text-228 and">
            <a:extLst xmlns:a="http://schemas.openxmlformats.org/drawingml/2006/main">
              <a:ext uri="{FF2B5EF4-FFF2-40B4-BE49-F238E27FC236}">
                <a16:creationId xmlns:a16="http://schemas.microsoft.com/office/drawing/2014/main" id="{BBD2F25C-2469-48C8-BCA2-8D95C5E0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5000" y="698635"/>
            <a:ext cx="231238" cy="199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283" name="text-228 releases">
            <a:extLst xmlns:a="http://schemas.openxmlformats.org/drawingml/2006/main">
              <a:ext uri="{FF2B5EF4-FFF2-40B4-BE49-F238E27FC236}">
                <a16:creationId xmlns:a16="http://schemas.microsoft.com/office/drawing/2014/main" id="{5E0DBDC6-E6F6-4364-9FC3-6528F512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6183" y="698568"/>
            <a:ext cx="476426" cy="199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releases</a:t>
            </a:r>
          </a:p>
        </p:txBody>
      </p:sp>
      <p:sp>
        <p:nvSpPr>
          <p:cNvPr id="284" name="text-228 a">
            <a:extLst xmlns:a="http://schemas.openxmlformats.org/drawingml/2006/main">
              <a:ext uri="{FF2B5EF4-FFF2-40B4-BE49-F238E27FC236}">
                <a16:creationId xmlns:a16="http://schemas.microsoft.com/office/drawing/2014/main" id="{47E7FAA1-B1A5-4682-B7ED-8925510B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505" y="698678"/>
            <a:ext cx="88808" cy="199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85" name="text-228 three-point">
            <a:extLst xmlns:a="http://schemas.openxmlformats.org/drawingml/2006/main">
              <a:ext uri="{FF2B5EF4-FFF2-40B4-BE49-F238E27FC236}">
                <a16:creationId xmlns:a16="http://schemas.microsoft.com/office/drawing/2014/main" id="{7C032AFC-B085-4CB5-ACC0-E77580AA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1350" y="698612"/>
            <a:ext cx="650356" cy="199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three-point</a:t>
            </a:r>
          </a:p>
        </p:txBody>
      </p:sp>
      <p:sp>
        <p:nvSpPr>
          <p:cNvPr id="286" name="text-228 shot">
            <a:extLst xmlns:a="http://schemas.openxmlformats.org/drawingml/2006/main">
              <a:ext uri="{FF2B5EF4-FFF2-40B4-BE49-F238E27FC236}">
                <a16:creationId xmlns:a16="http://schemas.microsoft.com/office/drawing/2014/main" id="{ED4CA5C7-1001-4E96-BF81-4492FCB7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1640" y="698696"/>
            <a:ext cx="262866" cy="19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shot</a:t>
            </a:r>
          </a:p>
        </p:txBody>
      </p:sp>
      <p:sp>
        <p:nvSpPr>
          <p:cNvPr id="287" name="text-228 at">
            <a:extLst xmlns:a="http://schemas.openxmlformats.org/drawingml/2006/main">
              <a:ext uri="{FF2B5EF4-FFF2-40B4-BE49-F238E27FC236}">
                <a16:creationId xmlns:a16="http://schemas.microsoft.com/office/drawing/2014/main" id="{40ADC360-7B2C-4E5F-8F1C-6614D397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4453" y="698558"/>
            <a:ext cx="128460" cy="19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288" name="text-229 t">
            <a:extLst xmlns:a="http://schemas.openxmlformats.org/drawingml/2006/main">
              <a:ext uri="{FF2B5EF4-FFF2-40B4-BE49-F238E27FC236}">
                <a16:creationId xmlns:a16="http://schemas.microsoft.com/office/drawing/2014/main" id="{4FE991F5-6744-4409-B407-C47A2070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2837" y="698672"/>
            <a:ext cx="65179" cy="199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89" name="text-229 =">
            <a:extLst xmlns:a="http://schemas.openxmlformats.org/drawingml/2006/main">
              <a:ext uri="{FF2B5EF4-FFF2-40B4-BE49-F238E27FC236}">
                <a16:creationId xmlns:a16="http://schemas.microsoft.com/office/drawing/2014/main" id="{1F54B7BF-2ACD-4246-9C20-424A2D4B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7960" y="698647"/>
            <a:ext cx="106744" cy="199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290" name="text-229 0.8s">
            <a:extLst xmlns:a="http://schemas.openxmlformats.org/drawingml/2006/main">
              <a:ext uri="{FF2B5EF4-FFF2-40B4-BE49-F238E27FC236}">
                <a16:creationId xmlns:a16="http://schemas.microsoft.com/office/drawing/2014/main" id="{8E9436B8-8154-44CA-B445-B6847678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4994" y="698648"/>
            <a:ext cx="258951" cy="199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0.8s</a:t>
            </a:r>
          </a:p>
        </p:txBody>
      </p:sp>
      <p:sp>
        <p:nvSpPr>
          <p:cNvPr id="291" name="text-230 .The">
            <a:extLst xmlns:a="http://schemas.openxmlformats.org/drawingml/2006/main">
              <a:ext uri="{FF2B5EF4-FFF2-40B4-BE49-F238E27FC236}">
                <a16:creationId xmlns:a16="http://schemas.microsoft.com/office/drawing/2014/main" id="{73D6E18D-C641-4630-868F-496F31AF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8270" y="698669"/>
            <a:ext cx="282546" cy="199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.The</a:t>
            </a:r>
          </a:p>
        </p:txBody>
      </p:sp>
      <p:sp>
        <p:nvSpPr>
          <p:cNvPr id="292" name="text-230 ball">
            <a:extLst xmlns:a="http://schemas.openxmlformats.org/drawingml/2006/main">
              <a:ext uri="{FF2B5EF4-FFF2-40B4-BE49-F238E27FC236}">
                <a16:creationId xmlns:a16="http://schemas.microsoft.com/office/drawing/2014/main" id="{ACAAEE85-F271-485F-9E2E-7DFB5D1C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0852" y="698632"/>
            <a:ext cx="239154" cy="199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ball</a:t>
            </a:r>
          </a:p>
        </p:txBody>
      </p:sp>
      <p:sp>
        <p:nvSpPr>
          <p:cNvPr id="293" name="text-231 is">
            <a:extLst xmlns:a="http://schemas.openxmlformats.org/drawingml/2006/main">
              <a:ext uri="{FF2B5EF4-FFF2-40B4-BE49-F238E27FC236}">
                <a16:creationId xmlns:a16="http://schemas.microsoft.com/office/drawing/2014/main" id="{589BEDB6-ED91-43FD-9074-66119424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423" y="869449"/>
            <a:ext cx="120568" cy="199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294" name="text-231 intercepted">
            <a:extLst xmlns:a="http://schemas.openxmlformats.org/drawingml/2006/main">
              <a:ext uri="{FF2B5EF4-FFF2-40B4-BE49-F238E27FC236}">
                <a16:creationId xmlns:a16="http://schemas.microsoft.com/office/drawing/2014/main" id="{DACAEF70-CD71-43C3-AE7B-C617CB73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899" y="869399"/>
            <a:ext cx="658259" cy="19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intercepted</a:t>
            </a:r>
          </a:p>
        </p:txBody>
      </p:sp>
      <p:sp>
        <p:nvSpPr>
          <p:cNvPr id="295" name="text-231 by">
            <a:extLst xmlns:a="http://schemas.openxmlformats.org/drawingml/2006/main">
              <a:ext uri="{FF2B5EF4-FFF2-40B4-BE49-F238E27FC236}">
                <a16:creationId xmlns:a16="http://schemas.microsoft.com/office/drawing/2014/main" id="{8FE62D82-2396-44F4-8C82-8EA12982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6095" y="869506"/>
            <a:ext cx="167965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by</a:t>
            </a:r>
          </a:p>
        </p:txBody>
      </p:sp>
      <p:sp>
        <p:nvSpPr>
          <p:cNvPr id="296" name="text-232 #4">
            <a:extLst xmlns:a="http://schemas.openxmlformats.org/drawingml/2006/main">
              <a:ext uri="{FF2B5EF4-FFF2-40B4-BE49-F238E27FC236}">
                <a16:creationId xmlns:a16="http://schemas.microsoft.com/office/drawing/2014/main" id="{5AAF5420-D770-499A-B6A3-A838038B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4018" y="869506"/>
            <a:ext cx="167965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#4</a:t>
            </a:r>
          </a:p>
        </p:txBody>
      </p:sp>
      <p:sp>
        <p:nvSpPr>
          <p:cNvPr id="297" name="text-233 at">
            <a:extLst xmlns:a="http://schemas.openxmlformats.org/drawingml/2006/main">
              <a:ext uri="{FF2B5EF4-FFF2-40B4-BE49-F238E27FC236}">
                <a16:creationId xmlns:a16="http://schemas.microsoft.com/office/drawing/2014/main" id="{30F2F600-5AC7-4690-9A4C-CAA08126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1940" y="869363"/>
            <a:ext cx="128460" cy="19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298" name="text-234 t">
            <a:extLst xmlns:a="http://schemas.openxmlformats.org/drawingml/2006/main">
              <a:ext uri="{FF2B5EF4-FFF2-40B4-BE49-F238E27FC236}">
                <a16:creationId xmlns:a16="http://schemas.microsoft.com/office/drawing/2014/main" id="{B2C427F7-827D-45CD-86AE-527CD40A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0325" y="869477"/>
            <a:ext cx="65179" cy="199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99" name="text-234 =">
            <a:extLst xmlns:a="http://schemas.openxmlformats.org/drawingml/2006/main">
              <a:ext uri="{FF2B5EF4-FFF2-40B4-BE49-F238E27FC236}">
                <a16:creationId xmlns:a16="http://schemas.microsoft.com/office/drawing/2014/main" id="{AD02C077-CADE-4E80-AEBF-5AEC7A4A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5447" y="869453"/>
            <a:ext cx="106744" cy="199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300" name="text-234 1.1s">
            <a:extLst xmlns:a="http://schemas.openxmlformats.org/drawingml/2006/main">
              <a:ext uri="{FF2B5EF4-FFF2-40B4-BE49-F238E27FC236}">
                <a16:creationId xmlns:a16="http://schemas.microsoft.com/office/drawing/2014/main" id="{5D61EA84-5F9B-47D6-9BA1-857DCEE2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2480" y="869453"/>
            <a:ext cx="258951" cy="199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1.1s</a:t>
            </a:r>
          </a:p>
        </p:txBody>
      </p:sp>
      <p:sp>
        <p:nvSpPr>
          <p:cNvPr id="301" name="text-236 (2)">
            <a:extLst xmlns:a="http://schemas.openxmlformats.org/drawingml/2006/main">
              <a:ext uri="{FF2B5EF4-FFF2-40B4-BE49-F238E27FC236}">
                <a16:creationId xmlns:a16="http://schemas.microsoft.com/office/drawing/2014/main" id="{ED83B622-245A-415F-89B1-FC4C9C6F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6926" y="869464"/>
            <a:ext cx="191649" cy="199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(2)</a:t>
            </a:r>
          </a:p>
        </p:txBody>
      </p:sp>
      <p:sp>
        <p:nvSpPr>
          <p:cNvPr id="302" name="text-237 #6">
            <a:extLst xmlns:a="http://schemas.openxmlformats.org/drawingml/2006/main">
              <a:ext uri="{FF2B5EF4-FFF2-40B4-BE49-F238E27FC236}">
                <a16:creationId xmlns:a16="http://schemas.microsoft.com/office/drawing/2014/main" id="{C5EE0324-1568-4600-ACD3-08915797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0" y="869506"/>
            <a:ext cx="167965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303" name="text-238 's">
            <a:extLst xmlns:a="http://schemas.openxmlformats.org/drawingml/2006/main">
              <a:ext uri="{FF2B5EF4-FFF2-40B4-BE49-F238E27FC236}">
                <a16:creationId xmlns:a16="http://schemas.microsoft.com/office/drawing/2014/main" id="{FE05ED25-7BE6-4FE1-99E5-B91920D0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0908" y="870007"/>
            <a:ext cx="106234" cy="19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's</a:t>
            </a:r>
          </a:p>
        </p:txBody>
      </p:sp>
      <p:sp>
        <p:nvSpPr>
          <p:cNvPr id="304" name="text-238 3D">
            <a:extLst xmlns:a="http://schemas.openxmlformats.org/drawingml/2006/main">
              <a:ext uri="{FF2B5EF4-FFF2-40B4-BE49-F238E27FC236}">
                <a16:creationId xmlns:a16="http://schemas.microsoft.com/office/drawing/2014/main" id="{4237EB40-D2A5-4D5B-9761-17F29462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7151" y="869513"/>
            <a:ext cx="199586" cy="199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</a:t>
            </a:r>
          </a:p>
        </p:txBody>
      </p:sp>
      <p:sp>
        <p:nvSpPr>
          <p:cNvPr id="305" name="text-238 trajectory">
            <a:extLst xmlns:a="http://schemas.openxmlformats.org/drawingml/2006/main">
              <a:ext uri="{FF2B5EF4-FFF2-40B4-BE49-F238E27FC236}">
                <a16:creationId xmlns:a16="http://schemas.microsoft.com/office/drawing/2014/main" id="{B16BFC03-9FDC-4C96-A79E-EB9FC6BF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6705" y="869407"/>
            <a:ext cx="571273" cy="19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306" name="text-238 (world">
            <a:extLst xmlns:a="http://schemas.openxmlformats.org/drawingml/2006/main">
              <a:ext uri="{FF2B5EF4-FFF2-40B4-BE49-F238E27FC236}">
                <a16:creationId xmlns:a16="http://schemas.microsoft.com/office/drawing/2014/main" id="{5D17AA1E-9FCF-4482-B60B-489B6169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7917" y="869435"/>
            <a:ext cx="405207" cy="199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(world</a:t>
            </a:r>
          </a:p>
        </p:txBody>
      </p:sp>
      <p:sp>
        <p:nvSpPr>
          <p:cNvPr id="307" name="text-238 coords,">
            <a:extLst xmlns:a="http://schemas.openxmlformats.org/drawingml/2006/main">
              <a:ext uri="{FF2B5EF4-FFF2-40B4-BE49-F238E27FC236}">
                <a16:creationId xmlns:a16="http://schemas.microsoft.com/office/drawing/2014/main" id="{62889B7A-51EF-4AD7-A608-640FCD06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3069" y="869457"/>
            <a:ext cx="440787" cy="199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coords,</a:t>
            </a:r>
          </a:p>
        </p:txBody>
      </p:sp>
      <p:sp>
        <p:nvSpPr>
          <p:cNvPr id="308" name="text-238 meters):">
            <a:extLst xmlns:a="http://schemas.openxmlformats.org/drawingml/2006/main">
              <a:ext uri="{FF2B5EF4-FFF2-40B4-BE49-F238E27FC236}">
                <a16:creationId xmlns:a16="http://schemas.microsoft.com/office/drawing/2014/main" id="{691F2F1D-21BE-4545-A48C-A874DA62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806" y="869417"/>
            <a:ext cx="492202" cy="199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meters):</a:t>
            </a:r>
          </a:p>
        </p:txBody>
      </p:sp>
      <p:sp>
        <p:nvSpPr>
          <p:cNvPr id="309" name="text-239 smooth">
            <a:extLst xmlns:a="http://schemas.openxmlformats.org/drawingml/2006/main">
              <a:ext uri="{FF2B5EF4-FFF2-40B4-BE49-F238E27FC236}">
                <a16:creationId xmlns:a16="http://schemas.microsoft.com/office/drawing/2014/main" id="{48F00C61-52C3-4452-82D5-9CF459DE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423" y="1040312"/>
            <a:ext cx="444733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smooth</a:t>
            </a:r>
          </a:p>
        </p:txBody>
      </p:sp>
      <p:sp>
        <p:nvSpPr>
          <p:cNvPr id="310" name="text-239 curve">
            <a:extLst xmlns:a="http://schemas.openxmlformats.org/drawingml/2006/main">
              <a:ext uri="{FF2B5EF4-FFF2-40B4-BE49-F238E27FC236}">
                <a16:creationId xmlns:a16="http://schemas.microsoft.com/office/drawing/2014/main" id="{A3DE5265-E7AC-4BA5-A212-DFA4AA49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2113" y="1040221"/>
            <a:ext cx="341865" cy="199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curve</a:t>
            </a:r>
          </a:p>
        </p:txBody>
      </p:sp>
      <p:sp>
        <p:nvSpPr>
          <p:cNvPr id="311" name="text-239 from">
            <a:extLst xmlns:a="http://schemas.openxmlformats.org/drawingml/2006/main">
              <a:ext uri="{FF2B5EF4-FFF2-40B4-BE49-F238E27FC236}">
                <a16:creationId xmlns:a16="http://schemas.microsoft.com/office/drawing/2014/main" id="{9C6D4E37-74E2-49A5-A7A2-E55249F0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4003" y="1040258"/>
            <a:ext cx="302413" cy="199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</a:t>
            </a:r>
          </a:p>
        </p:txBody>
      </p:sp>
      <p:sp>
        <p:nvSpPr>
          <p:cNvPr id="312" name="text-240 (x=2.1,">
            <a:extLst xmlns:a="http://schemas.openxmlformats.org/drawingml/2006/main">
              <a:ext uri="{FF2B5EF4-FFF2-40B4-BE49-F238E27FC236}">
                <a16:creationId xmlns:a16="http://schemas.microsoft.com/office/drawing/2014/main" id="{FCAB973B-AF83-4A79-987C-AC3E1D12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6356" y="1040151"/>
            <a:ext cx="439226" cy="199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(x=2.1,</a:t>
            </a:r>
          </a:p>
        </p:txBody>
      </p:sp>
      <p:sp>
        <p:nvSpPr>
          <p:cNvPr id="313" name="text-240 y=4.3,">
            <a:extLst xmlns:a="http://schemas.openxmlformats.org/drawingml/2006/main">
              <a:ext uri="{FF2B5EF4-FFF2-40B4-BE49-F238E27FC236}">
                <a16:creationId xmlns:a16="http://schemas.microsoft.com/office/drawing/2014/main" id="{C605AE97-B69A-4CCD-AD38-E09C9D22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511" y="1040126"/>
            <a:ext cx="383876" cy="199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y=4.3,</a:t>
            </a:r>
          </a:p>
        </p:txBody>
      </p:sp>
      <p:sp>
        <p:nvSpPr>
          <p:cNvPr id="314" name="text-240 z=0.0)">
            <a:extLst xmlns:a="http://schemas.openxmlformats.org/drawingml/2006/main">
              <a:ext uri="{FF2B5EF4-FFF2-40B4-BE49-F238E27FC236}">
                <a16:creationId xmlns:a16="http://schemas.microsoft.com/office/drawing/2014/main" id="{15B1DAFE-A373-4C75-B60B-D7D62158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9312" y="1040165"/>
            <a:ext cx="387778" cy="199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z=0.0)</a:t>
            </a:r>
          </a:p>
        </p:txBody>
      </p:sp>
      <p:sp>
        <p:nvSpPr>
          <p:cNvPr id="315" name="text-241 at">
            <a:extLst xmlns:a="http://schemas.openxmlformats.org/drawingml/2006/main">
              <a:ext uri="{FF2B5EF4-FFF2-40B4-BE49-F238E27FC236}">
                <a16:creationId xmlns:a16="http://schemas.microsoft.com/office/drawing/2014/main" id="{09C99564-F007-4615-92D9-4254DE2E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7068" y="1040168"/>
            <a:ext cx="128460" cy="19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316" name="text-242 0.5s">
            <a:extLst xmlns:a="http://schemas.openxmlformats.org/drawingml/2006/main">
              <a:ext uri="{FF2B5EF4-FFF2-40B4-BE49-F238E27FC236}">
                <a16:creationId xmlns:a16="http://schemas.microsoft.com/office/drawing/2014/main" id="{907B5C35-2537-4E2F-8A46-23FCF185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5451" y="1040259"/>
            <a:ext cx="258951" cy="199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0.5s</a:t>
            </a:r>
          </a:p>
        </p:txBody>
      </p:sp>
      <p:sp>
        <p:nvSpPr>
          <p:cNvPr id="317" name="text-244 →">
            <a:extLst xmlns:a="http://schemas.openxmlformats.org/drawingml/2006/main">
              <a:ext uri="{FF2B5EF4-FFF2-40B4-BE49-F238E27FC236}">
                <a16:creationId xmlns:a16="http://schemas.microsoft.com/office/drawing/2014/main" id="{3DFB4611-5819-4E11-8D3A-29BF5D83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4311" y="1040311"/>
            <a:ext cx="167965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318" name="text-246 (4.8,">
            <a:extLst xmlns:a="http://schemas.openxmlformats.org/drawingml/2006/main">
              <a:ext uri="{FF2B5EF4-FFF2-40B4-BE49-F238E27FC236}">
                <a16:creationId xmlns:a16="http://schemas.microsoft.com/office/drawing/2014/main" id="{11429E36-D900-46CB-8950-8DF7A3DA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2234" y="1040260"/>
            <a:ext cx="286588" cy="199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(4.8,</a:t>
            </a:r>
          </a:p>
        </p:txBody>
      </p:sp>
      <p:sp>
        <p:nvSpPr>
          <p:cNvPr id="319" name="text-246 5.7,">
            <a:extLst xmlns:a="http://schemas.openxmlformats.org/drawingml/2006/main">
              <a:ext uri="{FF2B5EF4-FFF2-40B4-BE49-F238E27FC236}">
                <a16:creationId xmlns:a16="http://schemas.microsoft.com/office/drawing/2014/main" id="{052BD4F1-9C8D-4952-8DBE-F8B4ACEA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8771" y="1040311"/>
            <a:ext cx="239134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5.7,</a:t>
            </a:r>
          </a:p>
        </p:txBody>
      </p:sp>
      <p:sp>
        <p:nvSpPr>
          <p:cNvPr id="320" name="text-246 0.0)">
            <a:extLst xmlns:a="http://schemas.openxmlformats.org/drawingml/2006/main">
              <a:ext uri="{FF2B5EF4-FFF2-40B4-BE49-F238E27FC236}">
                <a16:creationId xmlns:a16="http://schemas.microsoft.com/office/drawing/2014/main" id="{F19E1C0A-9AF5-40D7-90E8-6BDF31E6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7863" y="1040311"/>
            <a:ext cx="250948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0.0)</a:t>
            </a:r>
          </a:p>
        </p:txBody>
      </p:sp>
      <p:sp>
        <p:nvSpPr>
          <p:cNvPr id="321" name="text-247 at">
            <a:extLst xmlns:a="http://schemas.openxmlformats.org/drawingml/2006/main">
              <a:ext uri="{FF2B5EF4-FFF2-40B4-BE49-F238E27FC236}">
                <a16:creationId xmlns:a16="http://schemas.microsoft.com/office/drawing/2014/main" id="{8524E404-A296-4FD4-AE73-50BB15CD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8815" y="1040168"/>
            <a:ext cx="128460" cy="19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322" name="text-248 1.2s">
            <a:extLst xmlns:a="http://schemas.openxmlformats.org/drawingml/2006/main">
              <a:ext uri="{FF2B5EF4-FFF2-40B4-BE49-F238E27FC236}">
                <a16:creationId xmlns:a16="http://schemas.microsoft.com/office/drawing/2014/main" id="{B708BE0E-67F0-462D-9136-D27893E1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7199" y="1040259"/>
            <a:ext cx="258950" cy="199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1.2s</a:t>
            </a:r>
          </a:p>
        </p:txBody>
      </p:sp>
      <p:sp>
        <p:nvSpPr>
          <p:cNvPr id="323" name="text-249 .">
            <a:extLst xmlns:a="http://schemas.openxmlformats.org/drawingml/2006/main">
              <a:ext uri="{FF2B5EF4-FFF2-40B4-BE49-F238E27FC236}">
                <a16:creationId xmlns:a16="http://schemas.microsoft.com/office/drawing/2014/main" id="{DF81AB49-576C-4457-A5B2-61656BDD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0474" y="1040123"/>
            <a:ext cx="61245" cy="19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324" name="text-250 Multi-View">
            <a:extLst xmlns:a="http://schemas.openxmlformats.org/drawingml/2006/main">
              <a:ext uri="{FF2B5EF4-FFF2-40B4-BE49-F238E27FC236}">
                <a16:creationId xmlns:a16="http://schemas.microsoft.com/office/drawing/2014/main" id="{4A4D48D2-65C2-45A4-8491-A7EB44FE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8385" y="5020984"/>
            <a:ext cx="1224887" cy="354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Multi-View</a:t>
            </a:r>
          </a:p>
        </p:txBody>
      </p:sp>
      <p:sp>
        <p:nvSpPr>
          <p:cNvPr id="325" name="path-251">
            <a:extLst xmlns:a="http://schemas.openxmlformats.org/drawingml/2006/main">
              <a:ext uri="{FF2B5EF4-FFF2-40B4-BE49-F238E27FC236}">
                <a16:creationId xmlns:a16="http://schemas.microsoft.com/office/drawing/2014/main" id="{3C7406FF-FDB0-40AD-83BC-E9C4F463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655" y="4356817"/>
            <a:ext cx="247509" cy="337657"/>
          </a:xfrm>
          <a:custGeom xmlns:a="http://schemas.openxmlformats.org/drawingml/2006/main">
            <a:pathLst>
              <a:path w="247509" h="337657">
                <a:moveTo>
                  <a:pt x="247509" y="0"/>
                </a:moveTo>
                <a:lnTo>
                  <a:pt x="247509" y="337657"/>
                </a:lnTo>
                <a:lnTo>
                  <a:pt x="0" y="337657"/>
                </a:lnTo>
                <a:lnTo>
                  <a:pt x="0" y="0"/>
                </a:lnTo>
                <a:lnTo>
                  <a:pt x="247509" y="0"/>
                </a:lnTo>
                <a:moveTo>
                  <a:pt x="11861" y="23723"/>
                </a:moveTo>
                <a:lnTo>
                  <a:pt x="23723" y="11861"/>
                </a:lnTo>
                <a:lnTo>
                  <a:pt x="23723" y="325795"/>
                </a:lnTo>
                <a:lnTo>
                  <a:pt x="11861" y="313934"/>
                </a:lnTo>
                <a:lnTo>
                  <a:pt x="235647" y="313934"/>
                </a:lnTo>
                <a:lnTo>
                  <a:pt x="223786" y="325795"/>
                </a:lnTo>
                <a:lnTo>
                  <a:pt x="223786" y="11861"/>
                </a:lnTo>
                <a:lnTo>
                  <a:pt x="235647" y="23723"/>
                </a:lnTo>
                <a:lnTo>
                  <a:pt x="11861" y="23723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846AD1ED-C0EE-4BAE-8AAB-5B7795535D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c43c2d59f4b10"/>
          <a:stretch xmlns:a="http://schemas.openxmlformats.org/drawingml/2006/main"/>
        </p:blipFill>
        <p:spPr>
          <a:xfrm xmlns:a="http://schemas.openxmlformats.org/drawingml/2006/main">
            <a:off x="6762750" y="4229100"/>
            <a:ext cx="190500" cy="152400"/>
          </a:xfrm>
          <a:prstGeom xmlns:a="http://schemas.openxmlformats.org/drawingml/2006/main" prst="rect">
            <a:avLst/>
          </a:prstGeom>
        </p:spPr>
      </p:pic>
      <p:sp>
        <p:nvSpPr>
          <p:cNvPr id="327" name="path-253">
            <a:extLst xmlns:a="http://schemas.openxmlformats.org/drawingml/2006/main">
              <a:ext uri="{FF2B5EF4-FFF2-40B4-BE49-F238E27FC236}">
                <a16:creationId xmlns:a16="http://schemas.microsoft.com/office/drawing/2014/main" id="{1AF0F779-62A5-4034-8856-D38BB838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457" y="4467524"/>
            <a:ext cx="247509" cy="337657"/>
          </a:xfrm>
          <a:custGeom xmlns:a="http://schemas.openxmlformats.org/drawingml/2006/main">
            <a:pathLst>
              <a:path w="247509" h="337657">
                <a:moveTo>
                  <a:pt x="247509" y="0"/>
                </a:moveTo>
                <a:lnTo>
                  <a:pt x="247509" y="337657"/>
                </a:lnTo>
                <a:lnTo>
                  <a:pt x="0" y="337657"/>
                </a:lnTo>
                <a:lnTo>
                  <a:pt x="0" y="0"/>
                </a:lnTo>
                <a:lnTo>
                  <a:pt x="247509" y="0"/>
                </a:lnTo>
                <a:moveTo>
                  <a:pt x="11861" y="23723"/>
                </a:moveTo>
                <a:lnTo>
                  <a:pt x="23723" y="11861"/>
                </a:lnTo>
                <a:lnTo>
                  <a:pt x="23723" y="325795"/>
                </a:lnTo>
                <a:lnTo>
                  <a:pt x="11861" y="313934"/>
                </a:lnTo>
                <a:lnTo>
                  <a:pt x="235648" y="313934"/>
                </a:lnTo>
                <a:lnTo>
                  <a:pt x="223786" y="325795"/>
                </a:lnTo>
                <a:lnTo>
                  <a:pt x="223786" y="11861"/>
                </a:lnTo>
                <a:lnTo>
                  <a:pt x="235648" y="23723"/>
                </a:lnTo>
                <a:lnTo>
                  <a:pt x="11861" y="23723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67C42DAC-6F82-4D09-9833-7FEFA91B76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78315fd9d457e"/>
          <a:stretch xmlns:a="http://schemas.openxmlformats.org/drawingml/2006/main"/>
        </p:blipFill>
        <p:spPr>
          <a:xfrm xmlns:a="http://schemas.openxmlformats.org/drawingml/2006/main">
            <a:off x="8267700" y="4352925"/>
            <a:ext cx="190500" cy="152400"/>
          </a:xfrm>
          <a:prstGeom xmlns:a="http://schemas.openxmlformats.org/drawingml/2006/main" prst="rect">
            <a:avLst/>
          </a:prstGeom>
        </p:spPr>
      </p:pic>
      <p:sp>
        <p:nvSpPr>
          <p:cNvPr id="329" name="path-255">
            <a:extLst xmlns:a="http://schemas.openxmlformats.org/drawingml/2006/main">
              <a:ext uri="{FF2B5EF4-FFF2-40B4-BE49-F238E27FC236}">
                <a16:creationId xmlns:a16="http://schemas.microsoft.com/office/drawing/2014/main" id="{F81B2A44-6A5F-4A69-848B-9F1B838B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847" y="4563206"/>
            <a:ext cx="140755" cy="147082"/>
          </a:xfrm>
          <a:custGeom xmlns:a="http://schemas.openxmlformats.org/drawingml/2006/main">
            <a:pathLst>
              <a:path w="140755" h="147082">
                <a:moveTo>
                  <a:pt x="140755" y="0"/>
                </a:moveTo>
                <a:lnTo>
                  <a:pt x="140755" y="147082"/>
                </a:lnTo>
                <a:lnTo>
                  <a:pt x="0" y="147082"/>
                </a:lnTo>
                <a:lnTo>
                  <a:pt x="0" y="0"/>
                </a:lnTo>
                <a:lnTo>
                  <a:pt x="140755" y="0"/>
                </a:lnTo>
                <a:moveTo>
                  <a:pt x="11861" y="23723"/>
                </a:moveTo>
                <a:lnTo>
                  <a:pt x="23723" y="11861"/>
                </a:lnTo>
                <a:lnTo>
                  <a:pt x="23723" y="135221"/>
                </a:lnTo>
                <a:lnTo>
                  <a:pt x="11861" y="123359"/>
                </a:lnTo>
                <a:lnTo>
                  <a:pt x="128894" y="123359"/>
                </a:lnTo>
                <a:lnTo>
                  <a:pt x="117032" y="135221"/>
                </a:lnTo>
                <a:lnTo>
                  <a:pt x="117032" y="11861"/>
                </a:lnTo>
                <a:lnTo>
                  <a:pt x="128894" y="23723"/>
                </a:lnTo>
                <a:lnTo>
                  <a:pt x="11861" y="23723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text-256 #ball">
            <a:extLst xmlns:a="http://schemas.openxmlformats.org/drawingml/2006/main">
              <a:ext uri="{FF2B5EF4-FFF2-40B4-BE49-F238E27FC236}">
                <a16:creationId xmlns:a16="http://schemas.microsoft.com/office/drawing/2014/main" id="{70E501CE-EB61-48D2-B51B-732DACEB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5045" y="4558452"/>
            <a:ext cx="282726" cy="177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#ball</a:t>
            </a:r>
          </a:p>
        </p:txBody>
      </p:sp>
      <p:sp>
        <p:nvSpPr>
          <p:cNvPr id="331" name="path-257">
            <a:extLst xmlns:a="http://schemas.openxmlformats.org/drawingml/2006/main">
              <a:ext uri="{FF2B5EF4-FFF2-40B4-BE49-F238E27FC236}">
                <a16:creationId xmlns:a16="http://schemas.microsoft.com/office/drawing/2014/main" id="{10103FB4-45D4-4602-B765-DE8F5DF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987" y="4496782"/>
            <a:ext cx="140757" cy="147082"/>
          </a:xfrm>
          <a:custGeom xmlns:a="http://schemas.openxmlformats.org/drawingml/2006/main">
            <a:pathLst>
              <a:path w="140757" h="147082">
                <a:moveTo>
                  <a:pt x="140757" y="0"/>
                </a:moveTo>
                <a:lnTo>
                  <a:pt x="140757" y="147082"/>
                </a:lnTo>
                <a:lnTo>
                  <a:pt x="0" y="147082"/>
                </a:lnTo>
                <a:lnTo>
                  <a:pt x="0" y="0"/>
                </a:lnTo>
                <a:lnTo>
                  <a:pt x="140757" y="0"/>
                </a:lnTo>
                <a:moveTo>
                  <a:pt x="11861" y="23723"/>
                </a:moveTo>
                <a:lnTo>
                  <a:pt x="23723" y="11861"/>
                </a:lnTo>
                <a:lnTo>
                  <a:pt x="23723" y="135221"/>
                </a:lnTo>
                <a:lnTo>
                  <a:pt x="11861" y="123359"/>
                </a:lnTo>
                <a:lnTo>
                  <a:pt x="128896" y="123359"/>
                </a:lnTo>
                <a:lnTo>
                  <a:pt x="117034" y="135221"/>
                </a:lnTo>
                <a:lnTo>
                  <a:pt x="117034" y="11861"/>
                </a:lnTo>
                <a:lnTo>
                  <a:pt x="128896" y="23723"/>
                </a:lnTo>
                <a:lnTo>
                  <a:pt x="11861" y="23723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text-258 #ball">
            <a:extLst xmlns:a="http://schemas.openxmlformats.org/drawingml/2006/main">
              <a:ext uri="{FF2B5EF4-FFF2-40B4-BE49-F238E27FC236}">
                <a16:creationId xmlns:a16="http://schemas.microsoft.com/office/drawing/2014/main" id="{E3291C9F-A8AC-42F4-829E-882750B0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6027" y="4605898"/>
            <a:ext cx="282726" cy="177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#ball</a:t>
            </a:r>
          </a:p>
        </p:txBody>
      </p:sp>
      <p:sp>
        <p:nvSpPr>
          <p:cNvPr id="333" name="path-259">
            <a:extLst xmlns:a="http://schemas.openxmlformats.org/drawingml/2006/main">
              <a:ext uri="{FF2B5EF4-FFF2-40B4-BE49-F238E27FC236}">
                <a16:creationId xmlns:a16="http://schemas.microsoft.com/office/drawing/2014/main" id="{3B47EAD9-2007-4BAA-8D3E-9F7CF6B7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6816" y="4658098"/>
            <a:ext cx="140757" cy="147082"/>
          </a:xfrm>
          <a:custGeom xmlns:a="http://schemas.openxmlformats.org/drawingml/2006/main">
            <a:pathLst>
              <a:path w="140757" h="147082">
                <a:moveTo>
                  <a:pt x="140757" y="0"/>
                </a:moveTo>
                <a:lnTo>
                  <a:pt x="140757" y="147082"/>
                </a:lnTo>
                <a:lnTo>
                  <a:pt x="0" y="147082"/>
                </a:lnTo>
                <a:lnTo>
                  <a:pt x="0" y="0"/>
                </a:lnTo>
                <a:lnTo>
                  <a:pt x="140757" y="0"/>
                </a:lnTo>
                <a:moveTo>
                  <a:pt x="11862" y="23723"/>
                </a:moveTo>
                <a:lnTo>
                  <a:pt x="23723" y="11861"/>
                </a:lnTo>
                <a:lnTo>
                  <a:pt x="23723" y="135221"/>
                </a:lnTo>
                <a:lnTo>
                  <a:pt x="11862" y="123359"/>
                </a:lnTo>
                <a:lnTo>
                  <a:pt x="128896" y="123359"/>
                </a:lnTo>
                <a:lnTo>
                  <a:pt x="117034" y="135221"/>
                </a:lnTo>
                <a:lnTo>
                  <a:pt x="117034" y="11861"/>
                </a:lnTo>
                <a:lnTo>
                  <a:pt x="128896" y="23723"/>
                </a:lnTo>
                <a:lnTo>
                  <a:pt x="11862" y="23723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text-260 #ball">
            <a:extLst xmlns:a="http://schemas.openxmlformats.org/drawingml/2006/main">
              <a:ext uri="{FF2B5EF4-FFF2-40B4-BE49-F238E27FC236}">
                <a16:creationId xmlns:a16="http://schemas.microsoft.com/office/drawing/2014/main" id="{AC9362BC-ED03-45EA-BB3F-8D56680E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9946" y="4648601"/>
            <a:ext cx="282725" cy="17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6" b="1" i="1">
                <a:solidFill>
                  <a:srgbClr val="4874CB"/>
                </a:solidFill>
                <a:latin typeface="Times New Roman"/>
                <a:ea typeface="Times New Roman"/>
                <a:cs typeface="Times New Roman"/>
              </a:rPr>
              <a:t>#ball</a:t>
            </a:r>
          </a:p>
        </p:txBody>
      </p:sp>
      <p:sp>
        <p:nvSpPr>
          <p:cNvPr id="335" name="path-261">
            <a:extLst xmlns:a="http://schemas.openxmlformats.org/drawingml/2006/main">
              <a:ext uri="{FF2B5EF4-FFF2-40B4-BE49-F238E27FC236}">
                <a16:creationId xmlns:a16="http://schemas.microsoft.com/office/drawing/2014/main" id="{7B30E138-89A4-4387-B299-3EC0BE1A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061" y="598703"/>
            <a:ext cx="4223478" cy="4770689"/>
          </a:xfrm>
          <a:custGeom xmlns:a="http://schemas.openxmlformats.org/drawingml/2006/main">
            <a:pathLst>
              <a:path w="4223478" h="4770689">
                <a:moveTo>
                  <a:pt x="0" y="4756850"/>
                </a:moveTo>
                <a:lnTo>
                  <a:pt x="0" y="4646143"/>
                </a:lnTo>
                <a:lnTo>
                  <a:pt x="27677" y="4646143"/>
                </a:lnTo>
                <a:lnTo>
                  <a:pt x="27677" y="4756850"/>
                </a:lnTo>
                <a:lnTo>
                  <a:pt x="0" y="4756850"/>
                </a:lnTo>
                <a:moveTo>
                  <a:pt x="0" y="4563113"/>
                </a:moveTo>
                <a:lnTo>
                  <a:pt x="0" y="4452406"/>
                </a:lnTo>
                <a:lnTo>
                  <a:pt x="27677" y="4452406"/>
                </a:lnTo>
                <a:lnTo>
                  <a:pt x="27677" y="4563113"/>
                </a:lnTo>
                <a:lnTo>
                  <a:pt x="0" y="4563113"/>
                </a:lnTo>
                <a:moveTo>
                  <a:pt x="0" y="4369375"/>
                </a:moveTo>
                <a:lnTo>
                  <a:pt x="0" y="4258668"/>
                </a:lnTo>
                <a:lnTo>
                  <a:pt x="27677" y="4258668"/>
                </a:lnTo>
                <a:lnTo>
                  <a:pt x="27677" y="4369375"/>
                </a:lnTo>
                <a:lnTo>
                  <a:pt x="0" y="4369375"/>
                </a:lnTo>
                <a:moveTo>
                  <a:pt x="0" y="4175638"/>
                </a:moveTo>
                <a:lnTo>
                  <a:pt x="0" y="4064931"/>
                </a:lnTo>
                <a:lnTo>
                  <a:pt x="27677" y="4064931"/>
                </a:lnTo>
                <a:lnTo>
                  <a:pt x="27677" y="4175638"/>
                </a:lnTo>
                <a:lnTo>
                  <a:pt x="0" y="4175638"/>
                </a:lnTo>
                <a:moveTo>
                  <a:pt x="0" y="3981900"/>
                </a:moveTo>
                <a:lnTo>
                  <a:pt x="0" y="3871192"/>
                </a:lnTo>
                <a:lnTo>
                  <a:pt x="27677" y="3871192"/>
                </a:lnTo>
                <a:lnTo>
                  <a:pt x="27677" y="3981900"/>
                </a:lnTo>
                <a:lnTo>
                  <a:pt x="0" y="3981900"/>
                </a:lnTo>
                <a:moveTo>
                  <a:pt x="0" y="3788163"/>
                </a:moveTo>
                <a:lnTo>
                  <a:pt x="0" y="3677455"/>
                </a:lnTo>
                <a:lnTo>
                  <a:pt x="27677" y="3677455"/>
                </a:lnTo>
                <a:lnTo>
                  <a:pt x="27677" y="3788163"/>
                </a:lnTo>
                <a:lnTo>
                  <a:pt x="0" y="3788163"/>
                </a:lnTo>
                <a:moveTo>
                  <a:pt x="0" y="3594424"/>
                </a:moveTo>
                <a:lnTo>
                  <a:pt x="0" y="3483717"/>
                </a:lnTo>
                <a:lnTo>
                  <a:pt x="27677" y="3483717"/>
                </a:lnTo>
                <a:lnTo>
                  <a:pt x="27677" y="3594424"/>
                </a:lnTo>
                <a:lnTo>
                  <a:pt x="0" y="3594424"/>
                </a:lnTo>
                <a:moveTo>
                  <a:pt x="0" y="3400687"/>
                </a:moveTo>
                <a:lnTo>
                  <a:pt x="0" y="3289980"/>
                </a:lnTo>
                <a:lnTo>
                  <a:pt x="27677" y="3289980"/>
                </a:lnTo>
                <a:lnTo>
                  <a:pt x="27677" y="3400687"/>
                </a:lnTo>
                <a:lnTo>
                  <a:pt x="0" y="3400687"/>
                </a:lnTo>
                <a:moveTo>
                  <a:pt x="0" y="3206949"/>
                </a:moveTo>
                <a:lnTo>
                  <a:pt x="0" y="3096242"/>
                </a:lnTo>
                <a:lnTo>
                  <a:pt x="27677" y="3096242"/>
                </a:lnTo>
                <a:lnTo>
                  <a:pt x="27677" y="3206949"/>
                </a:lnTo>
                <a:lnTo>
                  <a:pt x="0" y="3206949"/>
                </a:lnTo>
                <a:moveTo>
                  <a:pt x="0" y="3013212"/>
                </a:moveTo>
                <a:lnTo>
                  <a:pt x="0" y="2902505"/>
                </a:lnTo>
                <a:lnTo>
                  <a:pt x="27677" y="2902505"/>
                </a:lnTo>
                <a:lnTo>
                  <a:pt x="27677" y="3013212"/>
                </a:lnTo>
                <a:lnTo>
                  <a:pt x="0" y="3013212"/>
                </a:lnTo>
                <a:moveTo>
                  <a:pt x="0" y="2819474"/>
                </a:moveTo>
                <a:lnTo>
                  <a:pt x="0" y="2708767"/>
                </a:lnTo>
                <a:lnTo>
                  <a:pt x="27677" y="2708767"/>
                </a:lnTo>
                <a:lnTo>
                  <a:pt x="27677" y="2819474"/>
                </a:lnTo>
                <a:lnTo>
                  <a:pt x="0" y="2819474"/>
                </a:lnTo>
                <a:moveTo>
                  <a:pt x="0" y="2625737"/>
                </a:moveTo>
                <a:lnTo>
                  <a:pt x="0" y="2515030"/>
                </a:lnTo>
                <a:lnTo>
                  <a:pt x="27677" y="2515030"/>
                </a:lnTo>
                <a:lnTo>
                  <a:pt x="27677" y="2625737"/>
                </a:lnTo>
                <a:lnTo>
                  <a:pt x="0" y="2625737"/>
                </a:lnTo>
                <a:moveTo>
                  <a:pt x="0" y="2432000"/>
                </a:moveTo>
                <a:lnTo>
                  <a:pt x="0" y="2321292"/>
                </a:lnTo>
                <a:lnTo>
                  <a:pt x="27677" y="2321292"/>
                </a:lnTo>
                <a:lnTo>
                  <a:pt x="27677" y="2432000"/>
                </a:lnTo>
                <a:lnTo>
                  <a:pt x="0" y="2432000"/>
                </a:lnTo>
                <a:moveTo>
                  <a:pt x="0" y="2238262"/>
                </a:moveTo>
                <a:lnTo>
                  <a:pt x="0" y="2127555"/>
                </a:lnTo>
                <a:lnTo>
                  <a:pt x="27677" y="2127555"/>
                </a:lnTo>
                <a:lnTo>
                  <a:pt x="27677" y="2238262"/>
                </a:lnTo>
                <a:lnTo>
                  <a:pt x="0" y="2238262"/>
                </a:lnTo>
                <a:moveTo>
                  <a:pt x="0" y="2044524"/>
                </a:moveTo>
                <a:lnTo>
                  <a:pt x="0" y="1933817"/>
                </a:lnTo>
                <a:lnTo>
                  <a:pt x="27677" y="1933817"/>
                </a:lnTo>
                <a:lnTo>
                  <a:pt x="27677" y="2044524"/>
                </a:lnTo>
                <a:lnTo>
                  <a:pt x="0" y="2044524"/>
                </a:lnTo>
                <a:moveTo>
                  <a:pt x="0" y="1850787"/>
                </a:moveTo>
                <a:lnTo>
                  <a:pt x="0" y="1740080"/>
                </a:lnTo>
                <a:lnTo>
                  <a:pt x="27677" y="1740080"/>
                </a:lnTo>
                <a:lnTo>
                  <a:pt x="27677" y="1850787"/>
                </a:lnTo>
                <a:lnTo>
                  <a:pt x="0" y="1850787"/>
                </a:lnTo>
                <a:moveTo>
                  <a:pt x="0" y="1657049"/>
                </a:moveTo>
                <a:lnTo>
                  <a:pt x="0" y="1546342"/>
                </a:lnTo>
                <a:lnTo>
                  <a:pt x="27677" y="1546342"/>
                </a:lnTo>
                <a:lnTo>
                  <a:pt x="27677" y="1657049"/>
                </a:lnTo>
                <a:lnTo>
                  <a:pt x="0" y="1657049"/>
                </a:lnTo>
                <a:moveTo>
                  <a:pt x="0" y="1463312"/>
                </a:moveTo>
                <a:lnTo>
                  <a:pt x="0" y="1352604"/>
                </a:lnTo>
                <a:lnTo>
                  <a:pt x="27677" y="1352604"/>
                </a:lnTo>
                <a:lnTo>
                  <a:pt x="27677" y="1463312"/>
                </a:lnTo>
                <a:lnTo>
                  <a:pt x="0" y="1463312"/>
                </a:lnTo>
                <a:moveTo>
                  <a:pt x="0" y="1269574"/>
                </a:moveTo>
                <a:lnTo>
                  <a:pt x="0" y="1158867"/>
                </a:lnTo>
                <a:lnTo>
                  <a:pt x="27677" y="1158867"/>
                </a:lnTo>
                <a:lnTo>
                  <a:pt x="27677" y="1269574"/>
                </a:lnTo>
                <a:lnTo>
                  <a:pt x="0" y="1269574"/>
                </a:lnTo>
                <a:moveTo>
                  <a:pt x="0" y="1075836"/>
                </a:moveTo>
                <a:lnTo>
                  <a:pt x="0" y="965129"/>
                </a:lnTo>
                <a:lnTo>
                  <a:pt x="27677" y="965129"/>
                </a:lnTo>
                <a:lnTo>
                  <a:pt x="27677" y="1075836"/>
                </a:lnTo>
                <a:lnTo>
                  <a:pt x="0" y="1075836"/>
                </a:lnTo>
                <a:moveTo>
                  <a:pt x="0" y="882099"/>
                </a:moveTo>
                <a:lnTo>
                  <a:pt x="0" y="771392"/>
                </a:lnTo>
                <a:lnTo>
                  <a:pt x="27677" y="771392"/>
                </a:lnTo>
                <a:lnTo>
                  <a:pt x="27677" y="882099"/>
                </a:lnTo>
                <a:lnTo>
                  <a:pt x="0" y="882099"/>
                </a:lnTo>
                <a:moveTo>
                  <a:pt x="0" y="688361"/>
                </a:moveTo>
                <a:lnTo>
                  <a:pt x="0" y="577654"/>
                </a:lnTo>
                <a:lnTo>
                  <a:pt x="27677" y="577654"/>
                </a:lnTo>
                <a:lnTo>
                  <a:pt x="27677" y="688361"/>
                </a:lnTo>
                <a:lnTo>
                  <a:pt x="0" y="688361"/>
                </a:lnTo>
                <a:moveTo>
                  <a:pt x="0" y="494624"/>
                </a:moveTo>
                <a:lnTo>
                  <a:pt x="0" y="383917"/>
                </a:lnTo>
                <a:lnTo>
                  <a:pt x="27677" y="383917"/>
                </a:lnTo>
                <a:lnTo>
                  <a:pt x="27677" y="494624"/>
                </a:lnTo>
                <a:lnTo>
                  <a:pt x="0" y="494624"/>
                </a:lnTo>
                <a:moveTo>
                  <a:pt x="0" y="300886"/>
                </a:moveTo>
                <a:lnTo>
                  <a:pt x="0" y="190179"/>
                </a:lnTo>
                <a:lnTo>
                  <a:pt x="27677" y="190179"/>
                </a:lnTo>
                <a:lnTo>
                  <a:pt x="27677" y="300886"/>
                </a:lnTo>
                <a:lnTo>
                  <a:pt x="0" y="300886"/>
                </a:lnTo>
                <a:moveTo>
                  <a:pt x="0" y="107149"/>
                </a:moveTo>
                <a:lnTo>
                  <a:pt x="0" y="0"/>
                </a:lnTo>
                <a:lnTo>
                  <a:pt x="31235" y="0"/>
                </a:lnTo>
                <a:lnTo>
                  <a:pt x="31235" y="27677"/>
                </a:lnTo>
                <a:lnTo>
                  <a:pt x="13839" y="27677"/>
                </a:lnTo>
                <a:lnTo>
                  <a:pt x="27677" y="13838"/>
                </a:lnTo>
                <a:lnTo>
                  <a:pt x="27677" y="107149"/>
                </a:lnTo>
                <a:lnTo>
                  <a:pt x="0" y="107149"/>
                </a:lnTo>
                <a:moveTo>
                  <a:pt x="114265" y="0"/>
                </a:moveTo>
                <a:lnTo>
                  <a:pt x="224972" y="0"/>
                </a:lnTo>
                <a:lnTo>
                  <a:pt x="224972" y="27677"/>
                </a:lnTo>
                <a:lnTo>
                  <a:pt x="114265" y="27677"/>
                </a:lnTo>
                <a:lnTo>
                  <a:pt x="114265" y="0"/>
                </a:lnTo>
                <a:moveTo>
                  <a:pt x="308003" y="0"/>
                </a:moveTo>
                <a:lnTo>
                  <a:pt x="418710" y="0"/>
                </a:lnTo>
                <a:lnTo>
                  <a:pt x="418710" y="27677"/>
                </a:lnTo>
                <a:lnTo>
                  <a:pt x="308003" y="27677"/>
                </a:lnTo>
                <a:lnTo>
                  <a:pt x="308003" y="0"/>
                </a:lnTo>
                <a:moveTo>
                  <a:pt x="501740" y="0"/>
                </a:moveTo>
                <a:lnTo>
                  <a:pt x="612448" y="0"/>
                </a:lnTo>
                <a:lnTo>
                  <a:pt x="612448" y="27677"/>
                </a:lnTo>
                <a:lnTo>
                  <a:pt x="501740" y="27677"/>
                </a:lnTo>
                <a:lnTo>
                  <a:pt x="501740" y="0"/>
                </a:lnTo>
                <a:moveTo>
                  <a:pt x="695478" y="0"/>
                </a:moveTo>
                <a:lnTo>
                  <a:pt x="806186" y="0"/>
                </a:lnTo>
                <a:lnTo>
                  <a:pt x="806186" y="27677"/>
                </a:lnTo>
                <a:lnTo>
                  <a:pt x="695478" y="27677"/>
                </a:lnTo>
                <a:lnTo>
                  <a:pt x="695478" y="0"/>
                </a:lnTo>
                <a:moveTo>
                  <a:pt x="889215" y="0"/>
                </a:moveTo>
                <a:lnTo>
                  <a:pt x="999923" y="0"/>
                </a:lnTo>
                <a:lnTo>
                  <a:pt x="999923" y="27677"/>
                </a:lnTo>
                <a:lnTo>
                  <a:pt x="889215" y="27677"/>
                </a:lnTo>
                <a:lnTo>
                  <a:pt x="889215" y="0"/>
                </a:lnTo>
                <a:moveTo>
                  <a:pt x="1082954" y="0"/>
                </a:moveTo>
                <a:lnTo>
                  <a:pt x="1193661" y="0"/>
                </a:lnTo>
                <a:lnTo>
                  <a:pt x="1193661" y="27677"/>
                </a:lnTo>
                <a:lnTo>
                  <a:pt x="1082954" y="27677"/>
                </a:lnTo>
                <a:lnTo>
                  <a:pt x="1082954" y="0"/>
                </a:lnTo>
                <a:moveTo>
                  <a:pt x="1276691" y="0"/>
                </a:moveTo>
                <a:lnTo>
                  <a:pt x="1387398" y="0"/>
                </a:lnTo>
                <a:lnTo>
                  <a:pt x="1387398" y="27677"/>
                </a:lnTo>
                <a:lnTo>
                  <a:pt x="1276691" y="27677"/>
                </a:lnTo>
                <a:lnTo>
                  <a:pt x="1276691" y="0"/>
                </a:lnTo>
                <a:moveTo>
                  <a:pt x="1470429" y="0"/>
                </a:moveTo>
                <a:lnTo>
                  <a:pt x="1581136" y="0"/>
                </a:lnTo>
                <a:lnTo>
                  <a:pt x="1581136" y="27677"/>
                </a:lnTo>
                <a:lnTo>
                  <a:pt x="1470429" y="27677"/>
                </a:lnTo>
                <a:lnTo>
                  <a:pt x="1470429" y="0"/>
                </a:lnTo>
                <a:moveTo>
                  <a:pt x="1664166" y="0"/>
                </a:moveTo>
                <a:lnTo>
                  <a:pt x="1774873" y="0"/>
                </a:lnTo>
                <a:lnTo>
                  <a:pt x="1774873" y="27677"/>
                </a:lnTo>
                <a:lnTo>
                  <a:pt x="1664166" y="27677"/>
                </a:lnTo>
                <a:lnTo>
                  <a:pt x="1664166" y="0"/>
                </a:lnTo>
                <a:moveTo>
                  <a:pt x="1857904" y="0"/>
                </a:moveTo>
                <a:lnTo>
                  <a:pt x="1968610" y="0"/>
                </a:lnTo>
                <a:lnTo>
                  <a:pt x="1968610" y="27677"/>
                </a:lnTo>
                <a:lnTo>
                  <a:pt x="1857904" y="27677"/>
                </a:lnTo>
                <a:lnTo>
                  <a:pt x="1857904" y="0"/>
                </a:lnTo>
                <a:moveTo>
                  <a:pt x="2051641" y="0"/>
                </a:moveTo>
                <a:lnTo>
                  <a:pt x="2162348" y="0"/>
                </a:lnTo>
                <a:lnTo>
                  <a:pt x="2162348" y="27677"/>
                </a:lnTo>
                <a:lnTo>
                  <a:pt x="2051641" y="27677"/>
                </a:lnTo>
                <a:lnTo>
                  <a:pt x="2051641" y="0"/>
                </a:lnTo>
                <a:moveTo>
                  <a:pt x="2245378" y="0"/>
                </a:moveTo>
                <a:lnTo>
                  <a:pt x="2356085" y="0"/>
                </a:lnTo>
                <a:lnTo>
                  <a:pt x="2356085" y="27677"/>
                </a:lnTo>
                <a:lnTo>
                  <a:pt x="2245378" y="27677"/>
                </a:lnTo>
                <a:lnTo>
                  <a:pt x="2245378" y="0"/>
                </a:lnTo>
                <a:moveTo>
                  <a:pt x="2439116" y="0"/>
                </a:moveTo>
                <a:lnTo>
                  <a:pt x="2549823" y="0"/>
                </a:lnTo>
                <a:lnTo>
                  <a:pt x="2549823" y="27677"/>
                </a:lnTo>
                <a:lnTo>
                  <a:pt x="2439116" y="27677"/>
                </a:lnTo>
                <a:lnTo>
                  <a:pt x="2439116" y="0"/>
                </a:lnTo>
                <a:moveTo>
                  <a:pt x="2632853" y="0"/>
                </a:moveTo>
                <a:lnTo>
                  <a:pt x="2743560" y="0"/>
                </a:lnTo>
                <a:lnTo>
                  <a:pt x="2743560" y="27677"/>
                </a:lnTo>
                <a:lnTo>
                  <a:pt x="2632853" y="27677"/>
                </a:lnTo>
                <a:lnTo>
                  <a:pt x="2632853" y="0"/>
                </a:lnTo>
                <a:moveTo>
                  <a:pt x="2826591" y="0"/>
                </a:moveTo>
                <a:lnTo>
                  <a:pt x="2937299" y="0"/>
                </a:lnTo>
                <a:lnTo>
                  <a:pt x="2937299" y="27677"/>
                </a:lnTo>
                <a:lnTo>
                  <a:pt x="2826591" y="27677"/>
                </a:lnTo>
                <a:lnTo>
                  <a:pt x="2826591" y="0"/>
                </a:lnTo>
                <a:moveTo>
                  <a:pt x="3020328" y="0"/>
                </a:moveTo>
                <a:lnTo>
                  <a:pt x="3131036" y="0"/>
                </a:lnTo>
                <a:lnTo>
                  <a:pt x="3131036" y="27677"/>
                </a:lnTo>
                <a:lnTo>
                  <a:pt x="3020328" y="27677"/>
                </a:lnTo>
                <a:lnTo>
                  <a:pt x="3020328" y="0"/>
                </a:lnTo>
                <a:moveTo>
                  <a:pt x="3214067" y="0"/>
                </a:moveTo>
                <a:lnTo>
                  <a:pt x="3324774" y="0"/>
                </a:lnTo>
                <a:lnTo>
                  <a:pt x="3324774" y="27677"/>
                </a:lnTo>
                <a:lnTo>
                  <a:pt x="3214067" y="27677"/>
                </a:lnTo>
                <a:lnTo>
                  <a:pt x="3214067" y="0"/>
                </a:lnTo>
                <a:moveTo>
                  <a:pt x="3407804" y="0"/>
                </a:moveTo>
                <a:lnTo>
                  <a:pt x="3518511" y="0"/>
                </a:lnTo>
                <a:lnTo>
                  <a:pt x="3518511" y="27677"/>
                </a:lnTo>
                <a:lnTo>
                  <a:pt x="3407804" y="27677"/>
                </a:lnTo>
                <a:lnTo>
                  <a:pt x="3407804" y="0"/>
                </a:lnTo>
                <a:moveTo>
                  <a:pt x="3601542" y="0"/>
                </a:moveTo>
                <a:lnTo>
                  <a:pt x="3712249" y="0"/>
                </a:lnTo>
                <a:lnTo>
                  <a:pt x="3712249" y="27677"/>
                </a:lnTo>
                <a:lnTo>
                  <a:pt x="3601542" y="27677"/>
                </a:lnTo>
                <a:lnTo>
                  <a:pt x="3601542" y="0"/>
                </a:lnTo>
                <a:moveTo>
                  <a:pt x="3795279" y="0"/>
                </a:moveTo>
                <a:lnTo>
                  <a:pt x="3905986" y="0"/>
                </a:lnTo>
                <a:lnTo>
                  <a:pt x="3905986" y="27677"/>
                </a:lnTo>
                <a:lnTo>
                  <a:pt x="3795279" y="27677"/>
                </a:lnTo>
                <a:lnTo>
                  <a:pt x="3795279" y="0"/>
                </a:lnTo>
                <a:moveTo>
                  <a:pt x="3989017" y="0"/>
                </a:moveTo>
                <a:lnTo>
                  <a:pt x="4099724" y="0"/>
                </a:lnTo>
                <a:lnTo>
                  <a:pt x="4099724" y="27677"/>
                </a:lnTo>
                <a:lnTo>
                  <a:pt x="3989017" y="27677"/>
                </a:lnTo>
                <a:lnTo>
                  <a:pt x="3989017" y="0"/>
                </a:lnTo>
                <a:moveTo>
                  <a:pt x="4182754" y="0"/>
                </a:moveTo>
                <a:lnTo>
                  <a:pt x="4223478" y="0"/>
                </a:lnTo>
                <a:lnTo>
                  <a:pt x="4223478" y="97660"/>
                </a:lnTo>
                <a:lnTo>
                  <a:pt x="4195802" y="97660"/>
                </a:lnTo>
                <a:lnTo>
                  <a:pt x="4195802" y="13838"/>
                </a:lnTo>
                <a:lnTo>
                  <a:pt x="4209641" y="27677"/>
                </a:lnTo>
                <a:lnTo>
                  <a:pt x="4182754" y="27677"/>
                </a:lnTo>
                <a:lnTo>
                  <a:pt x="4182754" y="0"/>
                </a:lnTo>
                <a:moveTo>
                  <a:pt x="4223478" y="180690"/>
                </a:moveTo>
                <a:lnTo>
                  <a:pt x="4223478" y="291397"/>
                </a:lnTo>
                <a:lnTo>
                  <a:pt x="4195802" y="291397"/>
                </a:lnTo>
                <a:lnTo>
                  <a:pt x="4195802" y="180690"/>
                </a:lnTo>
                <a:lnTo>
                  <a:pt x="4223478" y="180690"/>
                </a:lnTo>
                <a:moveTo>
                  <a:pt x="4223478" y="374427"/>
                </a:moveTo>
                <a:lnTo>
                  <a:pt x="4223478" y="485135"/>
                </a:lnTo>
                <a:lnTo>
                  <a:pt x="4195802" y="485135"/>
                </a:lnTo>
                <a:lnTo>
                  <a:pt x="4195802" y="374427"/>
                </a:lnTo>
                <a:lnTo>
                  <a:pt x="4223478" y="374427"/>
                </a:lnTo>
                <a:moveTo>
                  <a:pt x="4223478" y="568165"/>
                </a:moveTo>
                <a:lnTo>
                  <a:pt x="4223478" y="678872"/>
                </a:lnTo>
                <a:lnTo>
                  <a:pt x="4195802" y="678872"/>
                </a:lnTo>
                <a:lnTo>
                  <a:pt x="4195802" y="568165"/>
                </a:lnTo>
                <a:lnTo>
                  <a:pt x="4223478" y="568165"/>
                </a:lnTo>
                <a:moveTo>
                  <a:pt x="4223478" y="761903"/>
                </a:moveTo>
                <a:lnTo>
                  <a:pt x="4223478" y="872610"/>
                </a:lnTo>
                <a:lnTo>
                  <a:pt x="4195802" y="872610"/>
                </a:lnTo>
                <a:lnTo>
                  <a:pt x="4195802" y="761903"/>
                </a:lnTo>
                <a:lnTo>
                  <a:pt x="4223478" y="761903"/>
                </a:lnTo>
                <a:moveTo>
                  <a:pt x="4223478" y="955640"/>
                </a:moveTo>
                <a:lnTo>
                  <a:pt x="4223478" y="1066347"/>
                </a:lnTo>
                <a:lnTo>
                  <a:pt x="4195802" y="1066347"/>
                </a:lnTo>
                <a:lnTo>
                  <a:pt x="4195802" y="955640"/>
                </a:lnTo>
                <a:lnTo>
                  <a:pt x="4223478" y="955640"/>
                </a:lnTo>
                <a:moveTo>
                  <a:pt x="4223478" y="1149378"/>
                </a:moveTo>
                <a:lnTo>
                  <a:pt x="4223478" y="1260085"/>
                </a:lnTo>
                <a:lnTo>
                  <a:pt x="4195802" y="1260085"/>
                </a:lnTo>
                <a:lnTo>
                  <a:pt x="4195802" y="1149378"/>
                </a:lnTo>
                <a:lnTo>
                  <a:pt x="4223478" y="1149378"/>
                </a:lnTo>
                <a:moveTo>
                  <a:pt x="4223478" y="1343115"/>
                </a:moveTo>
                <a:lnTo>
                  <a:pt x="4223478" y="1453823"/>
                </a:lnTo>
                <a:lnTo>
                  <a:pt x="4195802" y="1453823"/>
                </a:lnTo>
                <a:lnTo>
                  <a:pt x="4195802" y="1343115"/>
                </a:lnTo>
                <a:lnTo>
                  <a:pt x="4223478" y="1343115"/>
                </a:lnTo>
                <a:moveTo>
                  <a:pt x="4223478" y="1536853"/>
                </a:moveTo>
                <a:lnTo>
                  <a:pt x="4223478" y="1647560"/>
                </a:lnTo>
                <a:lnTo>
                  <a:pt x="4195802" y="1647560"/>
                </a:lnTo>
                <a:lnTo>
                  <a:pt x="4195802" y="1536853"/>
                </a:lnTo>
                <a:lnTo>
                  <a:pt x="4223478" y="1536853"/>
                </a:lnTo>
                <a:moveTo>
                  <a:pt x="4223478" y="1730591"/>
                </a:moveTo>
                <a:lnTo>
                  <a:pt x="4223478" y="1841298"/>
                </a:lnTo>
                <a:lnTo>
                  <a:pt x="4195802" y="1841298"/>
                </a:lnTo>
                <a:lnTo>
                  <a:pt x="4195802" y="1730591"/>
                </a:lnTo>
                <a:lnTo>
                  <a:pt x="4223478" y="1730591"/>
                </a:lnTo>
                <a:moveTo>
                  <a:pt x="4223478" y="1924328"/>
                </a:moveTo>
                <a:lnTo>
                  <a:pt x="4223478" y="2035035"/>
                </a:lnTo>
                <a:lnTo>
                  <a:pt x="4195802" y="2035035"/>
                </a:lnTo>
                <a:lnTo>
                  <a:pt x="4195802" y="1924328"/>
                </a:lnTo>
                <a:lnTo>
                  <a:pt x="4223478" y="1924328"/>
                </a:lnTo>
                <a:moveTo>
                  <a:pt x="4223478" y="2118066"/>
                </a:moveTo>
                <a:lnTo>
                  <a:pt x="4223478" y="2228773"/>
                </a:lnTo>
                <a:lnTo>
                  <a:pt x="4195802" y="2228773"/>
                </a:lnTo>
                <a:lnTo>
                  <a:pt x="4195802" y="2118066"/>
                </a:lnTo>
                <a:lnTo>
                  <a:pt x="4223478" y="2118066"/>
                </a:lnTo>
                <a:moveTo>
                  <a:pt x="4223478" y="2311803"/>
                </a:moveTo>
                <a:lnTo>
                  <a:pt x="4223478" y="2422510"/>
                </a:lnTo>
                <a:lnTo>
                  <a:pt x="4195802" y="2422510"/>
                </a:lnTo>
                <a:lnTo>
                  <a:pt x="4195802" y="2311803"/>
                </a:lnTo>
                <a:lnTo>
                  <a:pt x="4223478" y="2311803"/>
                </a:lnTo>
                <a:moveTo>
                  <a:pt x="4223478" y="2505541"/>
                </a:moveTo>
                <a:lnTo>
                  <a:pt x="4223478" y="2616248"/>
                </a:lnTo>
                <a:lnTo>
                  <a:pt x="4195802" y="2616248"/>
                </a:lnTo>
                <a:lnTo>
                  <a:pt x="4195802" y="2505541"/>
                </a:lnTo>
                <a:lnTo>
                  <a:pt x="4223478" y="2505541"/>
                </a:lnTo>
                <a:moveTo>
                  <a:pt x="4223478" y="2699278"/>
                </a:moveTo>
                <a:lnTo>
                  <a:pt x="4223478" y="2809985"/>
                </a:lnTo>
                <a:lnTo>
                  <a:pt x="4195802" y="2809985"/>
                </a:lnTo>
                <a:lnTo>
                  <a:pt x="4195802" y="2699278"/>
                </a:lnTo>
                <a:lnTo>
                  <a:pt x="4223478" y="2699278"/>
                </a:lnTo>
                <a:moveTo>
                  <a:pt x="4223478" y="2893016"/>
                </a:moveTo>
                <a:lnTo>
                  <a:pt x="4223478" y="3003723"/>
                </a:lnTo>
                <a:lnTo>
                  <a:pt x="4195802" y="3003723"/>
                </a:lnTo>
                <a:lnTo>
                  <a:pt x="4195802" y="2893016"/>
                </a:lnTo>
                <a:lnTo>
                  <a:pt x="4223478" y="2893016"/>
                </a:lnTo>
                <a:moveTo>
                  <a:pt x="4223478" y="3086753"/>
                </a:moveTo>
                <a:lnTo>
                  <a:pt x="4223478" y="3197460"/>
                </a:lnTo>
                <a:lnTo>
                  <a:pt x="4195802" y="3197460"/>
                </a:lnTo>
                <a:lnTo>
                  <a:pt x="4195802" y="3086753"/>
                </a:lnTo>
                <a:lnTo>
                  <a:pt x="4223478" y="3086753"/>
                </a:lnTo>
                <a:moveTo>
                  <a:pt x="4223478" y="3280491"/>
                </a:moveTo>
                <a:lnTo>
                  <a:pt x="4223478" y="3391199"/>
                </a:lnTo>
                <a:lnTo>
                  <a:pt x="4195802" y="3391199"/>
                </a:lnTo>
                <a:lnTo>
                  <a:pt x="4195802" y="3280491"/>
                </a:lnTo>
                <a:lnTo>
                  <a:pt x="4223478" y="3280491"/>
                </a:lnTo>
                <a:moveTo>
                  <a:pt x="4223478" y="3474228"/>
                </a:moveTo>
                <a:lnTo>
                  <a:pt x="4223478" y="3584936"/>
                </a:lnTo>
                <a:lnTo>
                  <a:pt x="4195802" y="3584936"/>
                </a:lnTo>
                <a:lnTo>
                  <a:pt x="4195802" y="3474228"/>
                </a:lnTo>
                <a:lnTo>
                  <a:pt x="4223478" y="3474228"/>
                </a:lnTo>
                <a:moveTo>
                  <a:pt x="4223478" y="3667966"/>
                </a:moveTo>
                <a:lnTo>
                  <a:pt x="4223478" y="3778673"/>
                </a:lnTo>
                <a:lnTo>
                  <a:pt x="4195802" y="3778673"/>
                </a:lnTo>
                <a:lnTo>
                  <a:pt x="4195802" y="3667966"/>
                </a:lnTo>
                <a:lnTo>
                  <a:pt x="4223478" y="3667966"/>
                </a:lnTo>
                <a:moveTo>
                  <a:pt x="4223478" y="3861704"/>
                </a:moveTo>
                <a:lnTo>
                  <a:pt x="4223478" y="3972411"/>
                </a:lnTo>
                <a:lnTo>
                  <a:pt x="4195802" y="3972411"/>
                </a:lnTo>
                <a:lnTo>
                  <a:pt x="4195802" y="3861704"/>
                </a:lnTo>
                <a:lnTo>
                  <a:pt x="4223478" y="3861704"/>
                </a:lnTo>
                <a:moveTo>
                  <a:pt x="4223478" y="4055441"/>
                </a:moveTo>
                <a:lnTo>
                  <a:pt x="4223478" y="4166148"/>
                </a:lnTo>
                <a:lnTo>
                  <a:pt x="4195802" y="4166148"/>
                </a:lnTo>
                <a:lnTo>
                  <a:pt x="4195802" y="4055441"/>
                </a:lnTo>
                <a:lnTo>
                  <a:pt x="4223478" y="4055441"/>
                </a:lnTo>
                <a:moveTo>
                  <a:pt x="4223478" y="4249179"/>
                </a:moveTo>
                <a:lnTo>
                  <a:pt x="4223478" y="4359886"/>
                </a:lnTo>
                <a:lnTo>
                  <a:pt x="4195802" y="4359886"/>
                </a:lnTo>
                <a:lnTo>
                  <a:pt x="4195802" y="4249179"/>
                </a:lnTo>
                <a:lnTo>
                  <a:pt x="4223478" y="4249179"/>
                </a:lnTo>
                <a:moveTo>
                  <a:pt x="4223478" y="4442916"/>
                </a:moveTo>
                <a:lnTo>
                  <a:pt x="4223478" y="4553624"/>
                </a:lnTo>
                <a:lnTo>
                  <a:pt x="4195802" y="4553624"/>
                </a:lnTo>
                <a:lnTo>
                  <a:pt x="4195802" y="4442916"/>
                </a:lnTo>
                <a:lnTo>
                  <a:pt x="4223478" y="4442916"/>
                </a:lnTo>
                <a:moveTo>
                  <a:pt x="4223478" y="4636654"/>
                </a:moveTo>
                <a:lnTo>
                  <a:pt x="4223478" y="4747361"/>
                </a:lnTo>
                <a:lnTo>
                  <a:pt x="4195802" y="4747361"/>
                </a:lnTo>
                <a:lnTo>
                  <a:pt x="4195802" y="4636654"/>
                </a:lnTo>
                <a:lnTo>
                  <a:pt x="4223478" y="4636654"/>
                </a:lnTo>
                <a:moveTo>
                  <a:pt x="4136100" y="4770689"/>
                </a:moveTo>
                <a:lnTo>
                  <a:pt x="4025393" y="4770689"/>
                </a:lnTo>
                <a:lnTo>
                  <a:pt x="4025393" y="4743012"/>
                </a:lnTo>
                <a:lnTo>
                  <a:pt x="4136100" y="4743012"/>
                </a:lnTo>
                <a:lnTo>
                  <a:pt x="4136100" y="4770689"/>
                </a:lnTo>
                <a:moveTo>
                  <a:pt x="3942362" y="4770689"/>
                </a:moveTo>
                <a:lnTo>
                  <a:pt x="3831654" y="4770689"/>
                </a:lnTo>
                <a:lnTo>
                  <a:pt x="3831654" y="4743012"/>
                </a:lnTo>
                <a:lnTo>
                  <a:pt x="3942362" y="4743012"/>
                </a:lnTo>
                <a:lnTo>
                  <a:pt x="3942362" y="4770689"/>
                </a:lnTo>
                <a:moveTo>
                  <a:pt x="3748625" y="4770689"/>
                </a:moveTo>
                <a:lnTo>
                  <a:pt x="3637917" y="4770689"/>
                </a:lnTo>
                <a:lnTo>
                  <a:pt x="3637917" y="4743012"/>
                </a:lnTo>
                <a:lnTo>
                  <a:pt x="3748625" y="4743012"/>
                </a:lnTo>
                <a:lnTo>
                  <a:pt x="3748625" y="4770689"/>
                </a:lnTo>
                <a:moveTo>
                  <a:pt x="3554887" y="4770689"/>
                </a:moveTo>
                <a:lnTo>
                  <a:pt x="3444179" y="4770689"/>
                </a:lnTo>
                <a:lnTo>
                  <a:pt x="3444179" y="4743012"/>
                </a:lnTo>
                <a:lnTo>
                  <a:pt x="3554887" y="4743012"/>
                </a:lnTo>
                <a:lnTo>
                  <a:pt x="3554887" y="4770689"/>
                </a:lnTo>
                <a:moveTo>
                  <a:pt x="3361149" y="4770689"/>
                </a:moveTo>
                <a:lnTo>
                  <a:pt x="3250442" y="4770689"/>
                </a:lnTo>
                <a:lnTo>
                  <a:pt x="3250442" y="4743012"/>
                </a:lnTo>
                <a:lnTo>
                  <a:pt x="3361149" y="4743012"/>
                </a:lnTo>
                <a:lnTo>
                  <a:pt x="3361149" y="4770689"/>
                </a:lnTo>
                <a:moveTo>
                  <a:pt x="3167412" y="4770689"/>
                </a:moveTo>
                <a:lnTo>
                  <a:pt x="3056705" y="4770689"/>
                </a:lnTo>
                <a:lnTo>
                  <a:pt x="3056705" y="4743012"/>
                </a:lnTo>
                <a:lnTo>
                  <a:pt x="3167412" y="4743012"/>
                </a:lnTo>
                <a:lnTo>
                  <a:pt x="3167412" y="4770689"/>
                </a:lnTo>
                <a:moveTo>
                  <a:pt x="2973674" y="4770689"/>
                </a:moveTo>
                <a:lnTo>
                  <a:pt x="2862967" y="4770689"/>
                </a:lnTo>
                <a:lnTo>
                  <a:pt x="2862967" y="4743012"/>
                </a:lnTo>
                <a:lnTo>
                  <a:pt x="2973674" y="4743012"/>
                </a:lnTo>
                <a:lnTo>
                  <a:pt x="2973674" y="4770689"/>
                </a:lnTo>
                <a:moveTo>
                  <a:pt x="2779937" y="4770689"/>
                </a:moveTo>
                <a:lnTo>
                  <a:pt x="2669230" y="4770689"/>
                </a:lnTo>
                <a:lnTo>
                  <a:pt x="2669230" y="4743012"/>
                </a:lnTo>
                <a:lnTo>
                  <a:pt x="2779937" y="4743012"/>
                </a:lnTo>
                <a:lnTo>
                  <a:pt x="2779937" y="4770689"/>
                </a:lnTo>
                <a:moveTo>
                  <a:pt x="2586199" y="4770689"/>
                </a:moveTo>
                <a:lnTo>
                  <a:pt x="2475492" y="4770689"/>
                </a:lnTo>
                <a:lnTo>
                  <a:pt x="2475492" y="4743012"/>
                </a:lnTo>
                <a:lnTo>
                  <a:pt x="2586199" y="4743012"/>
                </a:lnTo>
                <a:lnTo>
                  <a:pt x="2586199" y="4770689"/>
                </a:lnTo>
                <a:moveTo>
                  <a:pt x="2392462" y="4770689"/>
                </a:moveTo>
                <a:lnTo>
                  <a:pt x="2281755" y="4770689"/>
                </a:lnTo>
                <a:lnTo>
                  <a:pt x="2281755" y="4743012"/>
                </a:lnTo>
                <a:lnTo>
                  <a:pt x="2392462" y="4743012"/>
                </a:lnTo>
                <a:lnTo>
                  <a:pt x="2392462" y="4770689"/>
                </a:lnTo>
                <a:moveTo>
                  <a:pt x="2198724" y="4770689"/>
                </a:moveTo>
                <a:lnTo>
                  <a:pt x="2088017" y="4770689"/>
                </a:lnTo>
                <a:lnTo>
                  <a:pt x="2088017" y="4743012"/>
                </a:lnTo>
                <a:lnTo>
                  <a:pt x="2198724" y="4743012"/>
                </a:lnTo>
                <a:lnTo>
                  <a:pt x="2198724" y="4770689"/>
                </a:lnTo>
                <a:moveTo>
                  <a:pt x="2004987" y="4770689"/>
                </a:moveTo>
                <a:lnTo>
                  <a:pt x="1894280" y="4770689"/>
                </a:lnTo>
                <a:lnTo>
                  <a:pt x="1894280" y="4743012"/>
                </a:lnTo>
                <a:lnTo>
                  <a:pt x="2004987" y="4743012"/>
                </a:lnTo>
                <a:lnTo>
                  <a:pt x="2004987" y="4770689"/>
                </a:lnTo>
                <a:moveTo>
                  <a:pt x="1811249" y="4770689"/>
                </a:moveTo>
                <a:lnTo>
                  <a:pt x="1700542" y="4770689"/>
                </a:lnTo>
                <a:lnTo>
                  <a:pt x="1700542" y="4743012"/>
                </a:lnTo>
                <a:lnTo>
                  <a:pt x="1811249" y="4743012"/>
                </a:lnTo>
                <a:lnTo>
                  <a:pt x="1811249" y="4770689"/>
                </a:lnTo>
                <a:moveTo>
                  <a:pt x="1617512" y="4770689"/>
                </a:moveTo>
                <a:lnTo>
                  <a:pt x="1506805" y="4770689"/>
                </a:lnTo>
                <a:lnTo>
                  <a:pt x="1506805" y="4743012"/>
                </a:lnTo>
                <a:lnTo>
                  <a:pt x="1617512" y="4743012"/>
                </a:lnTo>
                <a:lnTo>
                  <a:pt x="1617512" y="4770689"/>
                </a:lnTo>
                <a:moveTo>
                  <a:pt x="1423774" y="4770689"/>
                </a:moveTo>
                <a:lnTo>
                  <a:pt x="1313066" y="4770689"/>
                </a:lnTo>
                <a:lnTo>
                  <a:pt x="1313066" y="4743012"/>
                </a:lnTo>
                <a:lnTo>
                  <a:pt x="1423774" y="4743012"/>
                </a:lnTo>
                <a:lnTo>
                  <a:pt x="1423774" y="4770689"/>
                </a:lnTo>
                <a:moveTo>
                  <a:pt x="1230037" y="4770689"/>
                </a:moveTo>
                <a:lnTo>
                  <a:pt x="1119329" y="4770689"/>
                </a:lnTo>
                <a:lnTo>
                  <a:pt x="1119329" y="4743012"/>
                </a:lnTo>
                <a:lnTo>
                  <a:pt x="1230037" y="4743012"/>
                </a:lnTo>
                <a:lnTo>
                  <a:pt x="1230037" y="4770689"/>
                </a:lnTo>
                <a:moveTo>
                  <a:pt x="1036298" y="4770689"/>
                </a:moveTo>
                <a:lnTo>
                  <a:pt x="925591" y="4770689"/>
                </a:lnTo>
                <a:lnTo>
                  <a:pt x="925591" y="4743012"/>
                </a:lnTo>
                <a:lnTo>
                  <a:pt x="1036298" y="4743012"/>
                </a:lnTo>
                <a:lnTo>
                  <a:pt x="1036298" y="4770689"/>
                </a:lnTo>
                <a:moveTo>
                  <a:pt x="842561" y="4770689"/>
                </a:moveTo>
                <a:lnTo>
                  <a:pt x="731854" y="4770689"/>
                </a:lnTo>
                <a:lnTo>
                  <a:pt x="731854" y="4743012"/>
                </a:lnTo>
                <a:lnTo>
                  <a:pt x="842561" y="4743012"/>
                </a:lnTo>
                <a:lnTo>
                  <a:pt x="842561" y="4770689"/>
                </a:lnTo>
                <a:moveTo>
                  <a:pt x="648823" y="4770689"/>
                </a:moveTo>
                <a:lnTo>
                  <a:pt x="538117" y="4770689"/>
                </a:lnTo>
                <a:lnTo>
                  <a:pt x="538117" y="4743012"/>
                </a:lnTo>
                <a:lnTo>
                  <a:pt x="648823" y="4743012"/>
                </a:lnTo>
                <a:lnTo>
                  <a:pt x="648823" y="4770689"/>
                </a:lnTo>
                <a:moveTo>
                  <a:pt x="455086" y="4770689"/>
                </a:moveTo>
                <a:lnTo>
                  <a:pt x="344379" y="4770689"/>
                </a:lnTo>
                <a:lnTo>
                  <a:pt x="344379" y="4743012"/>
                </a:lnTo>
                <a:lnTo>
                  <a:pt x="455086" y="4743012"/>
                </a:lnTo>
                <a:lnTo>
                  <a:pt x="455086" y="4770689"/>
                </a:lnTo>
                <a:moveTo>
                  <a:pt x="261349" y="4770689"/>
                </a:moveTo>
                <a:lnTo>
                  <a:pt x="150642" y="4770689"/>
                </a:lnTo>
                <a:lnTo>
                  <a:pt x="150642" y="4743012"/>
                </a:lnTo>
                <a:lnTo>
                  <a:pt x="261349" y="4743012"/>
                </a:lnTo>
                <a:lnTo>
                  <a:pt x="261349" y="4770689"/>
                </a:lnTo>
                <a:moveTo>
                  <a:pt x="67611" y="4770689"/>
                </a:moveTo>
                <a:lnTo>
                  <a:pt x="13839" y="4770689"/>
                </a:lnTo>
                <a:lnTo>
                  <a:pt x="13839" y="4743012"/>
                </a:lnTo>
                <a:lnTo>
                  <a:pt x="67611" y="4743012"/>
                </a:lnTo>
                <a:lnTo>
                  <a:pt x="67611" y="4770689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262">
            <a:extLst xmlns:a="http://schemas.openxmlformats.org/drawingml/2006/main">
              <a:ext uri="{FF2B5EF4-FFF2-40B4-BE49-F238E27FC236}">
                <a16:creationId xmlns:a16="http://schemas.microsoft.com/office/drawing/2014/main" id="{7EAD0E07-4F18-4643-BBA0-EE110655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24" y="5837920"/>
            <a:ext cx="4881396" cy="2755660"/>
          </a:xfrm>
          <a:custGeom xmlns:a="http://schemas.openxmlformats.org/drawingml/2006/main">
            <a:pathLst>
              <a:path w="4881396" h="2755660">
                <a:moveTo>
                  <a:pt x="0" y="132849"/>
                </a:moveTo>
                <a:cubicBezTo>
                  <a:pt x="0" y="59481"/>
                  <a:pt x="59481" y="0"/>
                  <a:pt x="132849" y="0"/>
                </a:cubicBezTo>
                <a:lnTo>
                  <a:pt x="4748389" y="0"/>
                </a:lnTo>
                <a:cubicBezTo>
                  <a:pt x="4821914" y="0"/>
                  <a:pt x="4881396" y="59481"/>
                  <a:pt x="4881238" y="132849"/>
                </a:cubicBezTo>
                <a:lnTo>
                  <a:pt x="4881238" y="2622811"/>
                </a:lnTo>
                <a:cubicBezTo>
                  <a:pt x="4881396" y="2695546"/>
                  <a:pt x="4821914" y="2755027"/>
                  <a:pt x="4748389" y="2755660"/>
                </a:cubicBezTo>
                <a:lnTo>
                  <a:pt x="132849" y="2755660"/>
                </a:lnTo>
                <a:cubicBezTo>
                  <a:pt x="59481" y="2755027"/>
                  <a:pt x="0" y="2695546"/>
                  <a:pt x="0" y="2622811"/>
                </a:cubicBezTo>
                <a:lnTo>
                  <a:pt x="0" y="132849"/>
                </a:lnTo>
              </a:path>
            </a:pathLst>
          </a:custGeom>
          <a:solidFill xmlns:a="http://schemas.openxmlformats.org/drawingml/2006/main">
            <a:srgbClr val="FFF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263">
            <a:extLst xmlns:a="http://schemas.openxmlformats.org/drawingml/2006/main">
              <a:ext uri="{FF2B5EF4-FFF2-40B4-BE49-F238E27FC236}">
                <a16:creationId xmlns:a16="http://schemas.microsoft.com/office/drawing/2014/main" id="{3E0BF92F-5F60-48DD-865D-42594CE1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86" y="5824082"/>
            <a:ext cx="4909073" cy="2782704"/>
          </a:xfrm>
          <a:custGeom xmlns:a="http://schemas.openxmlformats.org/drawingml/2006/main">
            <a:pathLst>
              <a:path w="4909073" h="2782704">
                <a:moveTo>
                  <a:pt x="190" y="139143"/>
                </a:moveTo>
                <a:lnTo>
                  <a:pt x="759" y="131710"/>
                </a:lnTo>
                <a:lnTo>
                  <a:pt x="1692" y="124371"/>
                </a:lnTo>
                <a:lnTo>
                  <a:pt x="2973" y="117143"/>
                </a:lnTo>
                <a:lnTo>
                  <a:pt x="4618" y="110042"/>
                </a:lnTo>
                <a:lnTo>
                  <a:pt x="6595" y="103068"/>
                </a:lnTo>
                <a:lnTo>
                  <a:pt x="8904" y="96252"/>
                </a:lnTo>
                <a:lnTo>
                  <a:pt x="11529" y="89578"/>
                </a:lnTo>
                <a:lnTo>
                  <a:pt x="14471" y="83077"/>
                </a:lnTo>
                <a:lnTo>
                  <a:pt x="17713" y="76752"/>
                </a:lnTo>
                <a:lnTo>
                  <a:pt x="21240" y="70615"/>
                </a:lnTo>
                <a:lnTo>
                  <a:pt x="25051" y="64652"/>
                </a:lnTo>
                <a:lnTo>
                  <a:pt x="29148" y="58912"/>
                </a:lnTo>
                <a:lnTo>
                  <a:pt x="33497" y="53376"/>
                </a:lnTo>
                <a:lnTo>
                  <a:pt x="38099" y="48046"/>
                </a:lnTo>
                <a:lnTo>
                  <a:pt x="42954" y="42954"/>
                </a:lnTo>
                <a:lnTo>
                  <a:pt x="48047" y="38099"/>
                </a:lnTo>
                <a:lnTo>
                  <a:pt x="53377" y="33496"/>
                </a:lnTo>
                <a:lnTo>
                  <a:pt x="58912" y="29147"/>
                </a:lnTo>
                <a:lnTo>
                  <a:pt x="64669" y="25051"/>
                </a:lnTo>
                <a:lnTo>
                  <a:pt x="70615" y="21239"/>
                </a:lnTo>
                <a:lnTo>
                  <a:pt x="76752" y="17713"/>
                </a:lnTo>
                <a:lnTo>
                  <a:pt x="83078" y="14471"/>
                </a:lnTo>
                <a:lnTo>
                  <a:pt x="89578" y="11529"/>
                </a:lnTo>
                <a:lnTo>
                  <a:pt x="96252" y="8904"/>
                </a:lnTo>
                <a:lnTo>
                  <a:pt x="103068" y="6595"/>
                </a:lnTo>
                <a:lnTo>
                  <a:pt x="110043" y="4618"/>
                </a:lnTo>
                <a:lnTo>
                  <a:pt x="117144" y="2973"/>
                </a:lnTo>
                <a:lnTo>
                  <a:pt x="124371" y="1692"/>
                </a:lnTo>
                <a:lnTo>
                  <a:pt x="131710" y="759"/>
                </a:lnTo>
                <a:lnTo>
                  <a:pt x="139143" y="190"/>
                </a:lnTo>
                <a:lnTo>
                  <a:pt x="146513" y="0"/>
                </a:lnTo>
                <a:lnTo>
                  <a:pt x="4762559" y="0"/>
                </a:lnTo>
                <a:lnTo>
                  <a:pt x="4769929" y="190"/>
                </a:lnTo>
                <a:lnTo>
                  <a:pt x="4777362" y="759"/>
                </a:lnTo>
                <a:lnTo>
                  <a:pt x="4784700" y="1692"/>
                </a:lnTo>
                <a:lnTo>
                  <a:pt x="4791928" y="2973"/>
                </a:lnTo>
                <a:lnTo>
                  <a:pt x="4799029" y="4618"/>
                </a:lnTo>
                <a:lnTo>
                  <a:pt x="4806003" y="6595"/>
                </a:lnTo>
                <a:lnTo>
                  <a:pt x="4812820" y="8904"/>
                </a:lnTo>
                <a:lnTo>
                  <a:pt x="4819494" y="11529"/>
                </a:lnTo>
                <a:lnTo>
                  <a:pt x="4825994" y="14471"/>
                </a:lnTo>
                <a:lnTo>
                  <a:pt x="4832320" y="17713"/>
                </a:lnTo>
                <a:lnTo>
                  <a:pt x="4838457" y="21239"/>
                </a:lnTo>
                <a:lnTo>
                  <a:pt x="4844403" y="25051"/>
                </a:lnTo>
                <a:lnTo>
                  <a:pt x="4850160" y="29147"/>
                </a:lnTo>
                <a:lnTo>
                  <a:pt x="4855696" y="33496"/>
                </a:lnTo>
                <a:lnTo>
                  <a:pt x="4861026" y="38099"/>
                </a:lnTo>
                <a:lnTo>
                  <a:pt x="4866118" y="42954"/>
                </a:lnTo>
                <a:lnTo>
                  <a:pt x="4870973" y="48046"/>
                </a:lnTo>
                <a:lnTo>
                  <a:pt x="4875575" y="53376"/>
                </a:lnTo>
                <a:lnTo>
                  <a:pt x="4879925" y="58912"/>
                </a:lnTo>
                <a:lnTo>
                  <a:pt x="4884021" y="64652"/>
                </a:lnTo>
                <a:lnTo>
                  <a:pt x="4887832" y="70615"/>
                </a:lnTo>
                <a:lnTo>
                  <a:pt x="4891359" y="76752"/>
                </a:lnTo>
                <a:lnTo>
                  <a:pt x="4894602" y="83077"/>
                </a:lnTo>
                <a:lnTo>
                  <a:pt x="4897543" y="89578"/>
                </a:lnTo>
                <a:lnTo>
                  <a:pt x="4900169" y="96252"/>
                </a:lnTo>
                <a:lnTo>
                  <a:pt x="4902478" y="103068"/>
                </a:lnTo>
                <a:lnTo>
                  <a:pt x="4904454" y="110042"/>
                </a:lnTo>
                <a:lnTo>
                  <a:pt x="4906100" y="117143"/>
                </a:lnTo>
                <a:lnTo>
                  <a:pt x="4907380" y="124371"/>
                </a:lnTo>
                <a:lnTo>
                  <a:pt x="4908313" y="131710"/>
                </a:lnTo>
                <a:lnTo>
                  <a:pt x="4908882" y="139143"/>
                </a:lnTo>
                <a:lnTo>
                  <a:pt x="4909073" y="146513"/>
                </a:lnTo>
                <a:lnTo>
                  <a:pt x="4909073" y="2636190"/>
                </a:lnTo>
                <a:lnTo>
                  <a:pt x="4908882" y="2643560"/>
                </a:lnTo>
                <a:lnTo>
                  <a:pt x="4908313" y="2650993"/>
                </a:lnTo>
                <a:lnTo>
                  <a:pt x="4907380" y="2658333"/>
                </a:lnTo>
                <a:lnTo>
                  <a:pt x="4906100" y="2665560"/>
                </a:lnTo>
                <a:lnTo>
                  <a:pt x="4904454" y="2672660"/>
                </a:lnTo>
                <a:lnTo>
                  <a:pt x="4902478" y="2679636"/>
                </a:lnTo>
                <a:lnTo>
                  <a:pt x="4900169" y="2686452"/>
                </a:lnTo>
                <a:lnTo>
                  <a:pt x="4897543" y="2693126"/>
                </a:lnTo>
                <a:lnTo>
                  <a:pt x="4894602" y="2699625"/>
                </a:lnTo>
                <a:lnTo>
                  <a:pt x="4891359" y="2705952"/>
                </a:lnTo>
                <a:lnTo>
                  <a:pt x="4887832" y="2712087"/>
                </a:lnTo>
                <a:lnTo>
                  <a:pt x="4884021" y="2718035"/>
                </a:lnTo>
                <a:lnTo>
                  <a:pt x="4879925" y="2723791"/>
                </a:lnTo>
                <a:lnTo>
                  <a:pt x="4875575" y="2729326"/>
                </a:lnTo>
                <a:lnTo>
                  <a:pt x="4870973" y="2734656"/>
                </a:lnTo>
                <a:lnTo>
                  <a:pt x="4866118" y="2739748"/>
                </a:lnTo>
                <a:lnTo>
                  <a:pt x="4861026" y="2744604"/>
                </a:lnTo>
                <a:lnTo>
                  <a:pt x="4855696" y="2749206"/>
                </a:lnTo>
                <a:lnTo>
                  <a:pt x="4850160" y="2753556"/>
                </a:lnTo>
                <a:lnTo>
                  <a:pt x="4844403" y="2757652"/>
                </a:lnTo>
                <a:lnTo>
                  <a:pt x="4838457" y="2761463"/>
                </a:lnTo>
                <a:lnTo>
                  <a:pt x="4832320" y="2764991"/>
                </a:lnTo>
                <a:lnTo>
                  <a:pt x="4825994" y="2768233"/>
                </a:lnTo>
                <a:lnTo>
                  <a:pt x="4819494" y="2771174"/>
                </a:lnTo>
                <a:lnTo>
                  <a:pt x="4812820" y="2773800"/>
                </a:lnTo>
                <a:lnTo>
                  <a:pt x="4806003" y="2776109"/>
                </a:lnTo>
                <a:lnTo>
                  <a:pt x="4799029" y="2778086"/>
                </a:lnTo>
                <a:lnTo>
                  <a:pt x="4791928" y="2779730"/>
                </a:lnTo>
                <a:lnTo>
                  <a:pt x="4784700" y="2781011"/>
                </a:lnTo>
                <a:lnTo>
                  <a:pt x="4777362" y="2781944"/>
                </a:lnTo>
                <a:lnTo>
                  <a:pt x="4769929" y="2782513"/>
                </a:lnTo>
                <a:lnTo>
                  <a:pt x="4762559" y="2782704"/>
                </a:lnTo>
                <a:lnTo>
                  <a:pt x="146513" y="2782704"/>
                </a:lnTo>
                <a:lnTo>
                  <a:pt x="139143" y="2782513"/>
                </a:lnTo>
                <a:lnTo>
                  <a:pt x="131710" y="2781944"/>
                </a:lnTo>
                <a:lnTo>
                  <a:pt x="124371" y="2781011"/>
                </a:lnTo>
                <a:lnTo>
                  <a:pt x="117144" y="2779730"/>
                </a:lnTo>
                <a:lnTo>
                  <a:pt x="110043" y="2778086"/>
                </a:lnTo>
                <a:lnTo>
                  <a:pt x="103068" y="2776109"/>
                </a:lnTo>
                <a:lnTo>
                  <a:pt x="96252" y="2773800"/>
                </a:lnTo>
                <a:lnTo>
                  <a:pt x="89578" y="2771174"/>
                </a:lnTo>
                <a:lnTo>
                  <a:pt x="83078" y="2768233"/>
                </a:lnTo>
                <a:lnTo>
                  <a:pt x="76752" y="2764991"/>
                </a:lnTo>
                <a:lnTo>
                  <a:pt x="70615" y="2761463"/>
                </a:lnTo>
                <a:lnTo>
                  <a:pt x="64669" y="2757652"/>
                </a:lnTo>
                <a:lnTo>
                  <a:pt x="58912" y="2753556"/>
                </a:lnTo>
                <a:lnTo>
                  <a:pt x="53377" y="2749206"/>
                </a:lnTo>
                <a:lnTo>
                  <a:pt x="48047" y="2744604"/>
                </a:lnTo>
                <a:lnTo>
                  <a:pt x="42954" y="2739748"/>
                </a:lnTo>
                <a:lnTo>
                  <a:pt x="38099" y="2734656"/>
                </a:lnTo>
                <a:lnTo>
                  <a:pt x="33497" y="2729326"/>
                </a:lnTo>
                <a:lnTo>
                  <a:pt x="29148" y="2723791"/>
                </a:lnTo>
                <a:lnTo>
                  <a:pt x="25051" y="2718035"/>
                </a:lnTo>
                <a:lnTo>
                  <a:pt x="21240" y="2712087"/>
                </a:lnTo>
                <a:lnTo>
                  <a:pt x="17713" y="2705952"/>
                </a:lnTo>
                <a:lnTo>
                  <a:pt x="14471" y="2699625"/>
                </a:lnTo>
                <a:lnTo>
                  <a:pt x="11529" y="2693126"/>
                </a:lnTo>
                <a:lnTo>
                  <a:pt x="8904" y="2686452"/>
                </a:lnTo>
                <a:lnTo>
                  <a:pt x="6595" y="2679636"/>
                </a:lnTo>
                <a:lnTo>
                  <a:pt x="4618" y="2672660"/>
                </a:lnTo>
                <a:lnTo>
                  <a:pt x="2973" y="2665560"/>
                </a:lnTo>
                <a:lnTo>
                  <a:pt x="1692" y="2658333"/>
                </a:lnTo>
                <a:lnTo>
                  <a:pt x="759" y="2650993"/>
                </a:lnTo>
                <a:lnTo>
                  <a:pt x="190" y="2643560"/>
                </a:lnTo>
                <a:lnTo>
                  <a:pt x="0" y="2636190"/>
                </a:lnTo>
                <a:lnTo>
                  <a:pt x="0" y="146513"/>
                </a:lnTo>
                <a:lnTo>
                  <a:pt x="190" y="139143"/>
                </a:lnTo>
                <a:moveTo>
                  <a:pt x="27677" y="147035"/>
                </a:moveTo>
                <a:lnTo>
                  <a:pt x="27677" y="146687"/>
                </a:lnTo>
                <a:lnTo>
                  <a:pt x="27677" y="2636016"/>
                </a:lnTo>
                <a:lnTo>
                  <a:pt x="27677" y="2635669"/>
                </a:lnTo>
                <a:lnTo>
                  <a:pt x="27851" y="2642501"/>
                </a:lnTo>
                <a:lnTo>
                  <a:pt x="27803" y="2641806"/>
                </a:lnTo>
                <a:lnTo>
                  <a:pt x="28325" y="2648559"/>
                </a:lnTo>
                <a:lnTo>
                  <a:pt x="28246" y="2647862"/>
                </a:lnTo>
                <a:lnTo>
                  <a:pt x="29100" y="2654505"/>
                </a:lnTo>
                <a:lnTo>
                  <a:pt x="28990" y="2653810"/>
                </a:lnTo>
                <a:lnTo>
                  <a:pt x="30160" y="2660356"/>
                </a:lnTo>
                <a:lnTo>
                  <a:pt x="30017" y="2659677"/>
                </a:lnTo>
                <a:lnTo>
                  <a:pt x="31504" y="2666113"/>
                </a:lnTo>
                <a:lnTo>
                  <a:pt x="31330" y="2665432"/>
                </a:lnTo>
                <a:lnTo>
                  <a:pt x="33117" y="2671743"/>
                </a:lnTo>
                <a:lnTo>
                  <a:pt x="32912" y="2671079"/>
                </a:lnTo>
                <a:lnTo>
                  <a:pt x="35015" y="2677263"/>
                </a:lnTo>
                <a:lnTo>
                  <a:pt x="34778" y="2676614"/>
                </a:lnTo>
                <a:lnTo>
                  <a:pt x="37150" y="2682657"/>
                </a:lnTo>
                <a:lnTo>
                  <a:pt x="36881" y="2682023"/>
                </a:lnTo>
                <a:lnTo>
                  <a:pt x="39554" y="2687907"/>
                </a:lnTo>
                <a:lnTo>
                  <a:pt x="39253" y="2687305"/>
                </a:lnTo>
                <a:lnTo>
                  <a:pt x="42195" y="2693030"/>
                </a:lnTo>
                <a:lnTo>
                  <a:pt x="41863" y="2692446"/>
                </a:lnTo>
                <a:lnTo>
                  <a:pt x="45074" y="2698013"/>
                </a:lnTo>
                <a:lnTo>
                  <a:pt x="44726" y="2697428"/>
                </a:lnTo>
                <a:lnTo>
                  <a:pt x="48173" y="2702820"/>
                </a:lnTo>
                <a:lnTo>
                  <a:pt x="47810" y="2702267"/>
                </a:lnTo>
                <a:lnTo>
                  <a:pt x="51511" y="2707485"/>
                </a:lnTo>
                <a:lnTo>
                  <a:pt x="51115" y="2706948"/>
                </a:lnTo>
                <a:lnTo>
                  <a:pt x="55053" y="2711978"/>
                </a:lnTo>
                <a:lnTo>
                  <a:pt x="54642" y="2711455"/>
                </a:lnTo>
                <a:lnTo>
                  <a:pt x="58817" y="2716280"/>
                </a:lnTo>
                <a:lnTo>
                  <a:pt x="58358" y="2715789"/>
                </a:lnTo>
                <a:lnTo>
                  <a:pt x="62771" y="2720408"/>
                </a:lnTo>
                <a:lnTo>
                  <a:pt x="62296" y="2719932"/>
                </a:lnTo>
                <a:lnTo>
                  <a:pt x="66915" y="2724345"/>
                </a:lnTo>
                <a:lnTo>
                  <a:pt x="66424" y="2723887"/>
                </a:lnTo>
                <a:lnTo>
                  <a:pt x="71248" y="2728062"/>
                </a:lnTo>
                <a:lnTo>
                  <a:pt x="70726" y="2727650"/>
                </a:lnTo>
                <a:lnTo>
                  <a:pt x="75755" y="2731588"/>
                </a:lnTo>
                <a:lnTo>
                  <a:pt x="75218" y="2731193"/>
                </a:lnTo>
                <a:lnTo>
                  <a:pt x="80437" y="2734894"/>
                </a:lnTo>
                <a:lnTo>
                  <a:pt x="79883" y="2734530"/>
                </a:lnTo>
                <a:lnTo>
                  <a:pt x="85260" y="2737978"/>
                </a:lnTo>
                <a:lnTo>
                  <a:pt x="84691" y="2737630"/>
                </a:lnTo>
                <a:lnTo>
                  <a:pt x="90258" y="2740840"/>
                </a:lnTo>
                <a:lnTo>
                  <a:pt x="89673" y="2740509"/>
                </a:lnTo>
                <a:lnTo>
                  <a:pt x="95398" y="2743451"/>
                </a:lnTo>
                <a:lnTo>
                  <a:pt x="94797" y="2743149"/>
                </a:lnTo>
                <a:lnTo>
                  <a:pt x="100680" y="2745823"/>
                </a:lnTo>
                <a:lnTo>
                  <a:pt x="100048" y="2745553"/>
                </a:lnTo>
                <a:lnTo>
                  <a:pt x="106089" y="2747925"/>
                </a:lnTo>
                <a:lnTo>
                  <a:pt x="105441" y="2747689"/>
                </a:lnTo>
                <a:lnTo>
                  <a:pt x="111609" y="2749776"/>
                </a:lnTo>
                <a:lnTo>
                  <a:pt x="110960" y="2749586"/>
                </a:lnTo>
                <a:lnTo>
                  <a:pt x="117270" y="2751373"/>
                </a:lnTo>
                <a:lnTo>
                  <a:pt x="116590" y="2751199"/>
                </a:lnTo>
                <a:lnTo>
                  <a:pt x="123027" y="2752686"/>
                </a:lnTo>
                <a:lnTo>
                  <a:pt x="122347" y="2752543"/>
                </a:lnTo>
                <a:lnTo>
                  <a:pt x="128895" y="2753714"/>
                </a:lnTo>
                <a:lnTo>
                  <a:pt x="128199" y="2753603"/>
                </a:lnTo>
                <a:lnTo>
                  <a:pt x="134841" y="2754457"/>
                </a:lnTo>
                <a:lnTo>
                  <a:pt x="134145" y="2754378"/>
                </a:lnTo>
                <a:lnTo>
                  <a:pt x="140899" y="2754900"/>
                </a:lnTo>
                <a:lnTo>
                  <a:pt x="140203" y="2754852"/>
                </a:lnTo>
                <a:lnTo>
                  <a:pt x="147035" y="2755027"/>
                </a:lnTo>
                <a:lnTo>
                  <a:pt x="146687" y="2755027"/>
                </a:lnTo>
                <a:lnTo>
                  <a:pt x="4762385" y="2755027"/>
                </a:lnTo>
                <a:lnTo>
                  <a:pt x="4762038" y="2755027"/>
                </a:lnTo>
                <a:lnTo>
                  <a:pt x="4768870" y="2754852"/>
                </a:lnTo>
                <a:lnTo>
                  <a:pt x="4768174" y="2754900"/>
                </a:lnTo>
                <a:lnTo>
                  <a:pt x="4774927" y="2754378"/>
                </a:lnTo>
                <a:lnTo>
                  <a:pt x="4774231" y="2754457"/>
                </a:lnTo>
                <a:lnTo>
                  <a:pt x="4780874" y="2753603"/>
                </a:lnTo>
                <a:lnTo>
                  <a:pt x="4780178" y="2753714"/>
                </a:lnTo>
                <a:lnTo>
                  <a:pt x="4786726" y="2752543"/>
                </a:lnTo>
                <a:lnTo>
                  <a:pt x="4786045" y="2752686"/>
                </a:lnTo>
                <a:lnTo>
                  <a:pt x="4792482" y="2751199"/>
                </a:lnTo>
                <a:lnTo>
                  <a:pt x="4791802" y="2751373"/>
                </a:lnTo>
                <a:lnTo>
                  <a:pt x="4798112" y="2749586"/>
                </a:lnTo>
                <a:lnTo>
                  <a:pt x="4797447" y="2749776"/>
                </a:lnTo>
                <a:lnTo>
                  <a:pt x="4803632" y="2747689"/>
                </a:lnTo>
                <a:lnTo>
                  <a:pt x="4802983" y="2747925"/>
                </a:lnTo>
                <a:lnTo>
                  <a:pt x="4809024" y="2745553"/>
                </a:lnTo>
                <a:lnTo>
                  <a:pt x="4808392" y="2745823"/>
                </a:lnTo>
                <a:lnTo>
                  <a:pt x="4814275" y="2743149"/>
                </a:lnTo>
                <a:lnTo>
                  <a:pt x="4813674" y="2743451"/>
                </a:lnTo>
                <a:lnTo>
                  <a:pt x="4819399" y="2740509"/>
                </a:lnTo>
                <a:lnTo>
                  <a:pt x="4818814" y="2740840"/>
                </a:lnTo>
                <a:lnTo>
                  <a:pt x="4824381" y="2737630"/>
                </a:lnTo>
                <a:lnTo>
                  <a:pt x="4823797" y="2737978"/>
                </a:lnTo>
                <a:lnTo>
                  <a:pt x="4829189" y="2734530"/>
                </a:lnTo>
                <a:lnTo>
                  <a:pt x="4828636" y="2734894"/>
                </a:lnTo>
                <a:lnTo>
                  <a:pt x="4833854" y="2731193"/>
                </a:lnTo>
                <a:lnTo>
                  <a:pt x="4833317" y="2731588"/>
                </a:lnTo>
                <a:lnTo>
                  <a:pt x="4838347" y="2727650"/>
                </a:lnTo>
                <a:lnTo>
                  <a:pt x="4837825" y="2728062"/>
                </a:lnTo>
                <a:lnTo>
                  <a:pt x="4842648" y="2723887"/>
                </a:lnTo>
                <a:lnTo>
                  <a:pt x="4842158" y="2724345"/>
                </a:lnTo>
                <a:lnTo>
                  <a:pt x="4846775" y="2719932"/>
                </a:lnTo>
                <a:lnTo>
                  <a:pt x="4846301" y="2720408"/>
                </a:lnTo>
                <a:lnTo>
                  <a:pt x="4850714" y="2715789"/>
                </a:lnTo>
                <a:lnTo>
                  <a:pt x="4850255" y="2716280"/>
                </a:lnTo>
                <a:lnTo>
                  <a:pt x="4854431" y="2711455"/>
                </a:lnTo>
                <a:lnTo>
                  <a:pt x="4854019" y="2711978"/>
                </a:lnTo>
                <a:lnTo>
                  <a:pt x="4857957" y="2706948"/>
                </a:lnTo>
                <a:lnTo>
                  <a:pt x="4857562" y="2707485"/>
                </a:lnTo>
                <a:lnTo>
                  <a:pt x="4861263" y="2702267"/>
                </a:lnTo>
                <a:lnTo>
                  <a:pt x="4860899" y="2702820"/>
                </a:lnTo>
                <a:lnTo>
                  <a:pt x="4864346" y="2697428"/>
                </a:lnTo>
                <a:lnTo>
                  <a:pt x="4863999" y="2698013"/>
                </a:lnTo>
                <a:lnTo>
                  <a:pt x="4867209" y="2692446"/>
                </a:lnTo>
                <a:lnTo>
                  <a:pt x="4866876" y="2693030"/>
                </a:lnTo>
                <a:lnTo>
                  <a:pt x="4869818" y="2687305"/>
                </a:lnTo>
                <a:lnTo>
                  <a:pt x="4869518" y="2687907"/>
                </a:lnTo>
                <a:lnTo>
                  <a:pt x="4872191" y="2682023"/>
                </a:lnTo>
                <a:lnTo>
                  <a:pt x="4871922" y="2682657"/>
                </a:lnTo>
                <a:lnTo>
                  <a:pt x="4874295" y="2676614"/>
                </a:lnTo>
                <a:lnTo>
                  <a:pt x="4874057" y="2677263"/>
                </a:lnTo>
                <a:lnTo>
                  <a:pt x="4876145" y="2671079"/>
                </a:lnTo>
                <a:lnTo>
                  <a:pt x="4875955" y="2671743"/>
                </a:lnTo>
                <a:lnTo>
                  <a:pt x="4877742" y="2665432"/>
                </a:lnTo>
                <a:lnTo>
                  <a:pt x="4877568" y="2666113"/>
                </a:lnTo>
                <a:lnTo>
                  <a:pt x="4879055" y="2659677"/>
                </a:lnTo>
                <a:lnTo>
                  <a:pt x="4878912" y="2660356"/>
                </a:lnTo>
                <a:lnTo>
                  <a:pt x="4880083" y="2653810"/>
                </a:lnTo>
                <a:lnTo>
                  <a:pt x="4879972" y="2654505"/>
                </a:lnTo>
                <a:lnTo>
                  <a:pt x="4880826" y="2647862"/>
                </a:lnTo>
                <a:lnTo>
                  <a:pt x="4880748" y="2648559"/>
                </a:lnTo>
                <a:lnTo>
                  <a:pt x="4881269" y="2641806"/>
                </a:lnTo>
                <a:lnTo>
                  <a:pt x="4881222" y="2642501"/>
                </a:lnTo>
                <a:lnTo>
                  <a:pt x="4881395" y="2635669"/>
                </a:lnTo>
                <a:lnTo>
                  <a:pt x="4881395" y="2636016"/>
                </a:lnTo>
                <a:lnTo>
                  <a:pt x="4881395" y="146687"/>
                </a:lnTo>
                <a:lnTo>
                  <a:pt x="4881395" y="147035"/>
                </a:lnTo>
                <a:lnTo>
                  <a:pt x="4881222" y="140202"/>
                </a:lnTo>
                <a:lnTo>
                  <a:pt x="4881269" y="140898"/>
                </a:lnTo>
                <a:lnTo>
                  <a:pt x="4880748" y="134145"/>
                </a:lnTo>
                <a:lnTo>
                  <a:pt x="4880826" y="134841"/>
                </a:lnTo>
                <a:lnTo>
                  <a:pt x="4879972" y="128199"/>
                </a:lnTo>
                <a:lnTo>
                  <a:pt x="4880083" y="128894"/>
                </a:lnTo>
                <a:lnTo>
                  <a:pt x="4878912" y="122347"/>
                </a:lnTo>
                <a:lnTo>
                  <a:pt x="4879055" y="123027"/>
                </a:lnTo>
                <a:lnTo>
                  <a:pt x="4877568" y="116590"/>
                </a:lnTo>
                <a:lnTo>
                  <a:pt x="4877742" y="117270"/>
                </a:lnTo>
                <a:lnTo>
                  <a:pt x="4875955" y="110960"/>
                </a:lnTo>
                <a:lnTo>
                  <a:pt x="4876145" y="111608"/>
                </a:lnTo>
                <a:lnTo>
                  <a:pt x="4874057" y="105440"/>
                </a:lnTo>
                <a:lnTo>
                  <a:pt x="4874295" y="106088"/>
                </a:lnTo>
                <a:lnTo>
                  <a:pt x="4871922" y="100047"/>
                </a:lnTo>
                <a:lnTo>
                  <a:pt x="4872191" y="100680"/>
                </a:lnTo>
                <a:lnTo>
                  <a:pt x="4869518" y="94797"/>
                </a:lnTo>
                <a:lnTo>
                  <a:pt x="4869818" y="95398"/>
                </a:lnTo>
                <a:lnTo>
                  <a:pt x="4866876" y="89672"/>
                </a:lnTo>
                <a:lnTo>
                  <a:pt x="4867209" y="90258"/>
                </a:lnTo>
                <a:lnTo>
                  <a:pt x="4863999" y="84691"/>
                </a:lnTo>
                <a:lnTo>
                  <a:pt x="4864346" y="85260"/>
                </a:lnTo>
                <a:lnTo>
                  <a:pt x="4860899" y="79883"/>
                </a:lnTo>
                <a:lnTo>
                  <a:pt x="4861263" y="80436"/>
                </a:lnTo>
                <a:lnTo>
                  <a:pt x="4857562" y="75217"/>
                </a:lnTo>
                <a:lnTo>
                  <a:pt x="4857957" y="75755"/>
                </a:lnTo>
                <a:lnTo>
                  <a:pt x="4854019" y="70726"/>
                </a:lnTo>
                <a:lnTo>
                  <a:pt x="4854431" y="71247"/>
                </a:lnTo>
                <a:lnTo>
                  <a:pt x="4850255" y="66424"/>
                </a:lnTo>
                <a:lnTo>
                  <a:pt x="4850714" y="66914"/>
                </a:lnTo>
                <a:lnTo>
                  <a:pt x="4846301" y="62296"/>
                </a:lnTo>
                <a:lnTo>
                  <a:pt x="4846775" y="62771"/>
                </a:lnTo>
                <a:lnTo>
                  <a:pt x="4842158" y="58358"/>
                </a:lnTo>
                <a:lnTo>
                  <a:pt x="4842648" y="58817"/>
                </a:lnTo>
                <a:lnTo>
                  <a:pt x="4837825" y="54626"/>
                </a:lnTo>
                <a:lnTo>
                  <a:pt x="4838347" y="55052"/>
                </a:lnTo>
                <a:lnTo>
                  <a:pt x="4833317" y="51115"/>
                </a:lnTo>
                <a:lnTo>
                  <a:pt x="4833854" y="51510"/>
                </a:lnTo>
                <a:lnTo>
                  <a:pt x="4828636" y="47809"/>
                </a:lnTo>
                <a:lnTo>
                  <a:pt x="4829189" y="48173"/>
                </a:lnTo>
                <a:lnTo>
                  <a:pt x="4823797" y="44726"/>
                </a:lnTo>
                <a:lnTo>
                  <a:pt x="4824381" y="45073"/>
                </a:lnTo>
                <a:lnTo>
                  <a:pt x="4818814" y="41863"/>
                </a:lnTo>
                <a:lnTo>
                  <a:pt x="4819399" y="42195"/>
                </a:lnTo>
                <a:lnTo>
                  <a:pt x="4813674" y="39253"/>
                </a:lnTo>
                <a:lnTo>
                  <a:pt x="4814275" y="39553"/>
                </a:lnTo>
                <a:lnTo>
                  <a:pt x="4808392" y="36881"/>
                </a:lnTo>
                <a:lnTo>
                  <a:pt x="4809024" y="37150"/>
                </a:lnTo>
                <a:lnTo>
                  <a:pt x="4802983" y="34778"/>
                </a:lnTo>
                <a:lnTo>
                  <a:pt x="4803632" y="35015"/>
                </a:lnTo>
                <a:lnTo>
                  <a:pt x="4797447" y="32911"/>
                </a:lnTo>
                <a:lnTo>
                  <a:pt x="4798112" y="33117"/>
                </a:lnTo>
                <a:lnTo>
                  <a:pt x="4791802" y="31329"/>
                </a:lnTo>
                <a:lnTo>
                  <a:pt x="4792482" y="31503"/>
                </a:lnTo>
                <a:lnTo>
                  <a:pt x="4786045" y="30017"/>
                </a:lnTo>
                <a:lnTo>
                  <a:pt x="4786726" y="30159"/>
                </a:lnTo>
                <a:lnTo>
                  <a:pt x="4780178" y="28989"/>
                </a:lnTo>
                <a:lnTo>
                  <a:pt x="4780874" y="29100"/>
                </a:lnTo>
                <a:lnTo>
                  <a:pt x="4774231" y="28245"/>
                </a:lnTo>
                <a:lnTo>
                  <a:pt x="4774927" y="28325"/>
                </a:lnTo>
                <a:lnTo>
                  <a:pt x="4768174" y="27803"/>
                </a:lnTo>
                <a:lnTo>
                  <a:pt x="4768870" y="27851"/>
                </a:lnTo>
                <a:lnTo>
                  <a:pt x="4762038" y="27677"/>
                </a:lnTo>
                <a:lnTo>
                  <a:pt x="4762385" y="27677"/>
                </a:lnTo>
                <a:lnTo>
                  <a:pt x="146687" y="27677"/>
                </a:lnTo>
                <a:lnTo>
                  <a:pt x="147035" y="27677"/>
                </a:lnTo>
                <a:lnTo>
                  <a:pt x="140203" y="27851"/>
                </a:lnTo>
                <a:lnTo>
                  <a:pt x="140899" y="27803"/>
                </a:lnTo>
                <a:lnTo>
                  <a:pt x="134145" y="28325"/>
                </a:lnTo>
                <a:lnTo>
                  <a:pt x="134841" y="28245"/>
                </a:lnTo>
                <a:lnTo>
                  <a:pt x="128199" y="29100"/>
                </a:lnTo>
                <a:lnTo>
                  <a:pt x="128895" y="28989"/>
                </a:lnTo>
                <a:lnTo>
                  <a:pt x="122347" y="30159"/>
                </a:lnTo>
                <a:lnTo>
                  <a:pt x="123027" y="30017"/>
                </a:lnTo>
                <a:lnTo>
                  <a:pt x="116590" y="31503"/>
                </a:lnTo>
                <a:lnTo>
                  <a:pt x="117270" y="31329"/>
                </a:lnTo>
                <a:lnTo>
                  <a:pt x="110960" y="33117"/>
                </a:lnTo>
                <a:lnTo>
                  <a:pt x="111609" y="32911"/>
                </a:lnTo>
                <a:lnTo>
                  <a:pt x="105441" y="35015"/>
                </a:lnTo>
                <a:lnTo>
                  <a:pt x="106089" y="34778"/>
                </a:lnTo>
                <a:lnTo>
                  <a:pt x="100048" y="37150"/>
                </a:lnTo>
                <a:lnTo>
                  <a:pt x="100680" y="36881"/>
                </a:lnTo>
                <a:lnTo>
                  <a:pt x="94797" y="39553"/>
                </a:lnTo>
                <a:lnTo>
                  <a:pt x="95398" y="39253"/>
                </a:lnTo>
                <a:lnTo>
                  <a:pt x="89673" y="42195"/>
                </a:lnTo>
                <a:lnTo>
                  <a:pt x="90258" y="41863"/>
                </a:lnTo>
                <a:lnTo>
                  <a:pt x="84691" y="45073"/>
                </a:lnTo>
                <a:lnTo>
                  <a:pt x="85260" y="44726"/>
                </a:lnTo>
                <a:lnTo>
                  <a:pt x="79883" y="48173"/>
                </a:lnTo>
                <a:lnTo>
                  <a:pt x="80437" y="47809"/>
                </a:lnTo>
                <a:lnTo>
                  <a:pt x="75218" y="51510"/>
                </a:lnTo>
                <a:lnTo>
                  <a:pt x="75755" y="51115"/>
                </a:lnTo>
                <a:lnTo>
                  <a:pt x="70726" y="55052"/>
                </a:lnTo>
                <a:lnTo>
                  <a:pt x="71248" y="54626"/>
                </a:lnTo>
                <a:lnTo>
                  <a:pt x="66424" y="58817"/>
                </a:lnTo>
                <a:lnTo>
                  <a:pt x="66915" y="58358"/>
                </a:lnTo>
                <a:lnTo>
                  <a:pt x="62296" y="62771"/>
                </a:lnTo>
                <a:lnTo>
                  <a:pt x="62771" y="62296"/>
                </a:lnTo>
                <a:lnTo>
                  <a:pt x="58358" y="66914"/>
                </a:lnTo>
                <a:lnTo>
                  <a:pt x="58817" y="66424"/>
                </a:lnTo>
                <a:lnTo>
                  <a:pt x="54642" y="71247"/>
                </a:lnTo>
                <a:lnTo>
                  <a:pt x="55053" y="70726"/>
                </a:lnTo>
                <a:lnTo>
                  <a:pt x="51115" y="75755"/>
                </a:lnTo>
                <a:lnTo>
                  <a:pt x="51511" y="75217"/>
                </a:lnTo>
                <a:lnTo>
                  <a:pt x="47810" y="80436"/>
                </a:lnTo>
                <a:lnTo>
                  <a:pt x="48173" y="79883"/>
                </a:lnTo>
                <a:lnTo>
                  <a:pt x="44726" y="85260"/>
                </a:lnTo>
                <a:lnTo>
                  <a:pt x="45074" y="84691"/>
                </a:lnTo>
                <a:lnTo>
                  <a:pt x="41863" y="90258"/>
                </a:lnTo>
                <a:lnTo>
                  <a:pt x="42195" y="89672"/>
                </a:lnTo>
                <a:lnTo>
                  <a:pt x="39253" y="95398"/>
                </a:lnTo>
                <a:lnTo>
                  <a:pt x="39554" y="94797"/>
                </a:lnTo>
                <a:lnTo>
                  <a:pt x="36881" y="100680"/>
                </a:lnTo>
                <a:lnTo>
                  <a:pt x="37150" y="100047"/>
                </a:lnTo>
                <a:lnTo>
                  <a:pt x="34778" y="106088"/>
                </a:lnTo>
                <a:lnTo>
                  <a:pt x="35015" y="105440"/>
                </a:lnTo>
                <a:lnTo>
                  <a:pt x="32912" y="111608"/>
                </a:lnTo>
                <a:lnTo>
                  <a:pt x="33117" y="110960"/>
                </a:lnTo>
                <a:lnTo>
                  <a:pt x="31330" y="117270"/>
                </a:lnTo>
                <a:lnTo>
                  <a:pt x="31504" y="116590"/>
                </a:lnTo>
                <a:lnTo>
                  <a:pt x="30017" y="123027"/>
                </a:lnTo>
                <a:lnTo>
                  <a:pt x="30160" y="122347"/>
                </a:lnTo>
                <a:lnTo>
                  <a:pt x="28990" y="128894"/>
                </a:lnTo>
                <a:lnTo>
                  <a:pt x="29100" y="128199"/>
                </a:lnTo>
                <a:lnTo>
                  <a:pt x="28246" y="134841"/>
                </a:lnTo>
                <a:lnTo>
                  <a:pt x="28325" y="134145"/>
                </a:lnTo>
                <a:lnTo>
                  <a:pt x="27803" y="140898"/>
                </a:lnTo>
                <a:lnTo>
                  <a:pt x="27851" y="140202"/>
                </a:lnTo>
                <a:lnTo>
                  <a:pt x="27677" y="147035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264">
            <a:extLst xmlns:a="http://schemas.openxmlformats.org/drawingml/2006/main">
              <a:ext uri="{FF2B5EF4-FFF2-40B4-BE49-F238E27FC236}">
                <a16:creationId xmlns:a16="http://schemas.microsoft.com/office/drawing/2014/main" id="{25734DAB-EF3C-4409-9528-86B90C00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635" y="5837920"/>
            <a:ext cx="4882028" cy="2755660"/>
          </a:xfrm>
          <a:custGeom xmlns:a="http://schemas.openxmlformats.org/drawingml/2006/main">
            <a:pathLst>
              <a:path w="4882028" h="2755660">
                <a:moveTo>
                  <a:pt x="791" y="132849"/>
                </a:moveTo>
                <a:cubicBezTo>
                  <a:pt x="0" y="59481"/>
                  <a:pt x="59481" y="0"/>
                  <a:pt x="133640" y="0"/>
                </a:cubicBezTo>
                <a:lnTo>
                  <a:pt x="4749179" y="0"/>
                </a:lnTo>
                <a:cubicBezTo>
                  <a:pt x="4821914" y="0"/>
                  <a:pt x="4881395" y="59481"/>
                  <a:pt x="4882028" y="132849"/>
                </a:cubicBezTo>
                <a:lnTo>
                  <a:pt x="4882028" y="2622811"/>
                </a:lnTo>
                <a:cubicBezTo>
                  <a:pt x="4881395" y="2695546"/>
                  <a:pt x="4821914" y="2755027"/>
                  <a:pt x="4749179" y="2755660"/>
                </a:cubicBezTo>
                <a:lnTo>
                  <a:pt x="133640" y="2755660"/>
                </a:lnTo>
                <a:cubicBezTo>
                  <a:pt x="59481" y="2755027"/>
                  <a:pt x="0" y="2695546"/>
                  <a:pt x="791" y="2622811"/>
                </a:cubicBezTo>
                <a:lnTo>
                  <a:pt x="791" y="132849"/>
                </a:lnTo>
              </a:path>
            </a:pathLst>
          </a:custGeom>
          <a:solidFill xmlns:a="http://schemas.openxmlformats.org/drawingml/2006/main">
            <a:srgbClr val="FFF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265">
            <a:extLst xmlns:a="http://schemas.openxmlformats.org/drawingml/2006/main">
              <a:ext uri="{FF2B5EF4-FFF2-40B4-BE49-F238E27FC236}">
                <a16:creationId xmlns:a16="http://schemas.microsoft.com/office/drawing/2014/main" id="{263F8FCB-51E5-4DD6-B9B7-E1BCB828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796" y="5824082"/>
            <a:ext cx="4909072" cy="2782704"/>
          </a:xfrm>
          <a:custGeom xmlns:a="http://schemas.openxmlformats.org/drawingml/2006/main">
            <a:pathLst>
              <a:path w="4909072" h="2782704">
                <a:moveTo>
                  <a:pt x="190" y="139143"/>
                </a:moveTo>
                <a:lnTo>
                  <a:pt x="759" y="131710"/>
                </a:lnTo>
                <a:lnTo>
                  <a:pt x="1692" y="124371"/>
                </a:lnTo>
                <a:lnTo>
                  <a:pt x="2973" y="117143"/>
                </a:lnTo>
                <a:lnTo>
                  <a:pt x="4618" y="110042"/>
                </a:lnTo>
                <a:lnTo>
                  <a:pt x="6595" y="103068"/>
                </a:lnTo>
                <a:lnTo>
                  <a:pt x="8904" y="96252"/>
                </a:lnTo>
                <a:lnTo>
                  <a:pt x="11530" y="89578"/>
                </a:lnTo>
                <a:lnTo>
                  <a:pt x="14471" y="83077"/>
                </a:lnTo>
                <a:lnTo>
                  <a:pt x="17713" y="76752"/>
                </a:lnTo>
                <a:lnTo>
                  <a:pt x="21239" y="70615"/>
                </a:lnTo>
                <a:lnTo>
                  <a:pt x="25052" y="64652"/>
                </a:lnTo>
                <a:lnTo>
                  <a:pt x="29147" y="58912"/>
                </a:lnTo>
                <a:lnTo>
                  <a:pt x="33497" y="53376"/>
                </a:lnTo>
                <a:lnTo>
                  <a:pt x="38099" y="48046"/>
                </a:lnTo>
                <a:lnTo>
                  <a:pt x="42954" y="42954"/>
                </a:lnTo>
                <a:lnTo>
                  <a:pt x="48047" y="38099"/>
                </a:lnTo>
                <a:lnTo>
                  <a:pt x="53377" y="33496"/>
                </a:lnTo>
                <a:lnTo>
                  <a:pt x="58913" y="29147"/>
                </a:lnTo>
                <a:lnTo>
                  <a:pt x="64653" y="25051"/>
                </a:lnTo>
                <a:lnTo>
                  <a:pt x="70615" y="21239"/>
                </a:lnTo>
                <a:lnTo>
                  <a:pt x="76752" y="17713"/>
                </a:lnTo>
                <a:lnTo>
                  <a:pt x="83077" y="14471"/>
                </a:lnTo>
                <a:lnTo>
                  <a:pt x="89578" y="11529"/>
                </a:lnTo>
                <a:lnTo>
                  <a:pt x="96252" y="8904"/>
                </a:lnTo>
                <a:lnTo>
                  <a:pt x="103068" y="6595"/>
                </a:lnTo>
                <a:lnTo>
                  <a:pt x="110043" y="4618"/>
                </a:lnTo>
                <a:lnTo>
                  <a:pt x="117144" y="2973"/>
                </a:lnTo>
                <a:lnTo>
                  <a:pt x="124371" y="1692"/>
                </a:lnTo>
                <a:lnTo>
                  <a:pt x="131711" y="759"/>
                </a:lnTo>
                <a:lnTo>
                  <a:pt x="139143" y="190"/>
                </a:lnTo>
                <a:lnTo>
                  <a:pt x="146513" y="0"/>
                </a:lnTo>
                <a:lnTo>
                  <a:pt x="4762559" y="0"/>
                </a:lnTo>
                <a:lnTo>
                  <a:pt x="4769929" y="190"/>
                </a:lnTo>
                <a:lnTo>
                  <a:pt x="4777363" y="759"/>
                </a:lnTo>
                <a:lnTo>
                  <a:pt x="4784701" y="1692"/>
                </a:lnTo>
                <a:lnTo>
                  <a:pt x="4791927" y="2973"/>
                </a:lnTo>
                <a:lnTo>
                  <a:pt x="4799029" y="4618"/>
                </a:lnTo>
                <a:lnTo>
                  <a:pt x="4806003" y="6595"/>
                </a:lnTo>
                <a:lnTo>
                  <a:pt x="4812820" y="8904"/>
                </a:lnTo>
                <a:lnTo>
                  <a:pt x="4819494" y="11529"/>
                </a:lnTo>
                <a:lnTo>
                  <a:pt x="4825994" y="14471"/>
                </a:lnTo>
                <a:lnTo>
                  <a:pt x="4832320" y="17713"/>
                </a:lnTo>
                <a:lnTo>
                  <a:pt x="4838457" y="21239"/>
                </a:lnTo>
                <a:lnTo>
                  <a:pt x="4844403" y="25051"/>
                </a:lnTo>
                <a:lnTo>
                  <a:pt x="4850160" y="29147"/>
                </a:lnTo>
                <a:lnTo>
                  <a:pt x="4855695" y="33496"/>
                </a:lnTo>
                <a:lnTo>
                  <a:pt x="4861025" y="38099"/>
                </a:lnTo>
                <a:lnTo>
                  <a:pt x="4866118" y="42954"/>
                </a:lnTo>
                <a:lnTo>
                  <a:pt x="4870957" y="48046"/>
                </a:lnTo>
                <a:lnTo>
                  <a:pt x="4875574" y="53376"/>
                </a:lnTo>
                <a:lnTo>
                  <a:pt x="4879924" y="58912"/>
                </a:lnTo>
                <a:lnTo>
                  <a:pt x="4884020" y="64652"/>
                </a:lnTo>
                <a:lnTo>
                  <a:pt x="4887832" y="70615"/>
                </a:lnTo>
                <a:lnTo>
                  <a:pt x="4891360" y="76752"/>
                </a:lnTo>
                <a:lnTo>
                  <a:pt x="4894601" y="83077"/>
                </a:lnTo>
                <a:lnTo>
                  <a:pt x="4897543" y="89578"/>
                </a:lnTo>
                <a:lnTo>
                  <a:pt x="4900167" y="96252"/>
                </a:lnTo>
                <a:lnTo>
                  <a:pt x="4902476" y="103068"/>
                </a:lnTo>
                <a:lnTo>
                  <a:pt x="4904454" y="110042"/>
                </a:lnTo>
                <a:lnTo>
                  <a:pt x="4906098" y="117143"/>
                </a:lnTo>
                <a:lnTo>
                  <a:pt x="4907381" y="124371"/>
                </a:lnTo>
                <a:lnTo>
                  <a:pt x="4908313" y="131710"/>
                </a:lnTo>
                <a:lnTo>
                  <a:pt x="4908882" y="139143"/>
                </a:lnTo>
                <a:lnTo>
                  <a:pt x="4909072" y="146513"/>
                </a:lnTo>
                <a:lnTo>
                  <a:pt x="4909072" y="2636190"/>
                </a:lnTo>
                <a:lnTo>
                  <a:pt x="4908882" y="2643560"/>
                </a:lnTo>
                <a:lnTo>
                  <a:pt x="4908313" y="2650993"/>
                </a:lnTo>
                <a:lnTo>
                  <a:pt x="4907381" y="2658333"/>
                </a:lnTo>
                <a:lnTo>
                  <a:pt x="4906098" y="2665560"/>
                </a:lnTo>
                <a:lnTo>
                  <a:pt x="4904454" y="2672660"/>
                </a:lnTo>
                <a:lnTo>
                  <a:pt x="4902476" y="2679636"/>
                </a:lnTo>
                <a:lnTo>
                  <a:pt x="4900167" y="2686452"/>
                </a:lnTo>
                <a:lnTo>
                  <a:pt x="4897543" y="2693126"/>
                </a:lnTo>
                <a:lnTo>
                  <a:pt x="4894601" y="2699625"/>
                </a:lnTo>
                <a:lnTo>
                  <a:pt x="4891360" y="2705952"/>
                </a:lnTo>
                <a:lnTo>
                  <a:pt x="4887832" y="2712087"/>
                </a:lnTo>
                <a:lnTo>
                  <a:pt x="4884020" y="2718035"/>
                </a:lnTo>
                <a:lnTo>
                  <a:pt x="4879924" y="2723791"/>
                </a:lnTo>
                <a:lnTo>
                  <a:pt x="4875574" y="2729326"/>
                </a:lnTo>
                <a:lnTo>
                  <a:pt x="4870957" y="2734656"/>
                </a:lnTo>
                <a:lnTo>
                  <a:pt x="4866118" y="2739748"/>
                </a:lnTo>
                <a:lnTo>
                  <a:pt x="4861025" y="2744604"/>
                </a:lnTo>
                <a:lnTo>
                  <a:pt x="4855695" y="2749206"/>
                </a:lnTo>
                <a:lnTo>
                  <a:pt x="4850160" y="2753556"/>
                </a:lnTo>
                <a:lnTo>
                  <a:pt x="4844403" y="2757652"/>
                </a:lnTo>
                <a:lnTo>
                  <a:pt x="4838457" y="2761463"/>
                </a:lnTo>
                <a:lnTo>
                  <a:pt x="4832320" y="2764991"/>
                </a:lnTo>
                <a:lnTo>
                  <a:pt x="4825994" y="2768233"/>
                </a:lnTo>
                <a:lnTo>
                  <a:pt x="4819494" y="2771174"/>
                </a:lnTo>
                <a:lnTo>
                  <a:pt x="4812820" y="2773800"/>
                </a:lnTo>
                <a:lnTo>
                  <a:pt x="4806003" y="2776109"/>
                </a:lnTo>
                <a:lnTo>
                  <a:pt x="4799029" y="2778086"/>
                </a:lnTo>
                <a:lnTo>
                  <a:pt x="4791927" y="2779730"/>
                </a:lnTo>
                <a:lnTo>
                  <a:pt x="4784701" y="2781011"/>
                </a:lnTo>
                <a:lnTo>
                  <a:pt x="4777363" y="2781944"/>
                </a:lnTo>
                <a:lnTo>
                  <a:pt x="4769929" y="2782513"/>
                </a:lnTo>
                <a:lnTo>
                  <a:pt x="4762559" y="2782704"/>
                </a:lnTo>
                <a:lnTo>
                  <a:pt x="146513" y="2782704"/>
                </a:lnTo>
                <a:lnTo>
                  <a:pt x="139143" y="2782513"/>
                </a:lnTo>
                <a:lnTo>
                  <a:pt x="131711" y="2781944"/>
                </a:lnTo>
                <a:lnTo>
                  <a:pt x="124371" y="2781011"/>
                </a:lnTo>
                <a:lnTo>
                  <a:pt x="117144" y="2779730"/>
                </a:lnTo>
                <a:lnTo>
                  <a:pt x="110043" y="2778086"/>
                </a:lnTo>
                <a:lnTo>
                  <a:pt x="103068" y="2776109"/>
                </a:lnTo>
                <a:lnTo>
                  <a:pt x="96252" y="2773800"/>
                </a:lnTo>
                <a:lnTo>
                  <a:pt x="89578" y="2771174"/>
                </a:lnTo>
                <a:lnTo>
                  <a:pt x="83077" y="2768233"/>
                </a:lnTo>
                <a:lnTo>
                  <a:pt x="76752" y="2764991"/>
                </a:lnTo>
                <a:lnTo>
                  <a:pt x="70615" y="2761463"/>
                </a:lnTo>
                <a:lnTo>
                  <a:pt x="64653" y="2757652"/>
                </a:lnTo>
                <a:lnTo>
                  <a:pt x="58913" y="2753556"/>
                </a:lnTo>
                <a:lnTo>
                  <a:pt x="53377" y="2749206"/>
                </a:lnTo>
                <a:lnTo>
                  <a:pt x="48047" y="2744604"/>
                </a:lnTo>
                <a:lnTo>
                  <a:pt x="42954" y="2739748"/>
                </a:lnTo>
                <a:lnTo>
                  <a:pt x="38099" y="2734656"/>
                </a:lnTo>
                <a:lnTo>
                  <a:pt x="33497" y="2729326"/>
                </a:lnTo>
                <a:lnTo>
                  <a:pt x="29147" y="2723791"/>
                </a:lnTo>
                <a:lnTo>
                  <a:pt x="25052" y="2718035"/>
                </a:lnTo>
                <a:lnTo>
                  <a:pt x="21239" y="2712087"/>
                </a:lnTo>
                <a:lnTo>
                  <a:pt x="17713" y="2705952"/>
                </a:lnTo>
                <a:lnTo>
                  <a:pt x="14471" y="2699625"/>
                </a:lnTo>
                <a:lnTo>
                  <a:pt x="11530" y="2693126"/>
                </a:lnTo>
                <a:lnTo>
                  <a:pt x="8904" y="2686452"/>
                </a:lnTo>
                <a:lnTo>
                  <a:pt x="6595" y="2679636"/>
                </a:lnTo>
                <a:lnTo>
                  <a:pt x="4618" y="2672660"/>
                </a:lnTo>
                <a:lnTo>
                  <a:pt x="2973" y="2665560"/>
                </a:lnTo>
                <a:lnTo>
                  <a:pt x="1692" y="2658333"/>
                </a:lnTo>
                <a:lnTo>
                  <a:pt x="759" y="2650993"/>
                </a:lnTo>
                <a:lnTo>
                  <a:pt x="190" y="2643560"/>
                </a:lnTo>
                <a:lnTo>
                  <a:pt x="0" y="2636190"/>
                </a:lnTo>
                <a:lnTo>
                  <a:pt x="0" y="146513"/>
                </a:lnTo>
                <a:lnTo>
                  <a:pt x="190" y="139143"/>
                </a:lnTo>
                <a:moveTo>
                  <a:pt x="27677" y="147035"/>
                </a:moveTo>
                <a:lnTo>
                  <a:pt x="27677" y="146687"/>
                </a:lnTo>
                <a:lnTo>
                  <a:pt x="27677" y="2636016"/>
                </a:lnTo>
                <a:lnTo>
                  <a:pt x="27677" y="2635669"/>
                </a:lnTo>
                <a:lnTo>
                  <a:pt x="27851" y="2642501"/>
                </a:lnTo>
                <a:lnTo>
                  <a:pt x="27803" y="2641806"/>
                </a:lnTo>
                <a:lnTo>
                  <a:pt x="28325" y="2648559"/>
                </a:lnTo>
                <a:lnTo>
                  <a:pt x="28246" y="2647862"/>
                </a:lnTo>
                <a:lnTo>
                  <a:pt x="29101" y="2654505"/>
                </a:lnTo>
                <a:lnTo>
                  <a:pt x="28990" y="2653810"/>
                </a:lnTo>
                <a:lnTo>
                  <a:pt x="30160" y="2660356"/>
                </a:lnTo>
                <a:lnTo>
                  <a:pt x="30018" y="2659677"/>
                </a:lnTo>
                <a:lnTo>
                  <a:pt x="31504" y="2666113"/>
                </a:lnTo>
                <a:lnTo>
                  <a:pt x="31329" y="2665432"/>
                </a:lnTo>
                <a:lnTo>
                  <a:pt x="33118" y="2671743"/>
                </a:lnTo>
                <a:lnTo>
                  <a:pt x="32912" y="2671079"/>
                </a:lnTo>
                <a:lnTo>
                  <a:pt x="35015" y="2677263"/>
                </a:lnTo>
                <a:lnTo>
                  <a:pt x="34778" y="2676614"/>
                </a:lnTo>
                <a:lnTo>
                  <a:pt x="37150" y="2682657"/>
                </a:lnTo>
                <a:lnTo>
                  <a:pt x="36881" y="2682023"/>
                </a:lnTo>
                <a:lnTo>
                  <a:pt x="39555" y="2687907"/>
                </a:lnTo>
                <a:lnTo>
                  <a:pt x="39253" y="2687305"/>
                </a:lnTo>
                <a:lnTo>
                  <a:pt x="42195" y="2693030"/>
                </a:lnTo>
                <a:lnTo>
                  <a:pt x="41864" y="2692446"/>
                </a:lnTo>
                <a:lnTo>
                  <a:pt x="45074" y="2698013"/>
                </a:lnTo>
                <a:lnTo>
                  <a:pt x="44726" y="2697428"/>
                </a:lnTo>
                <a:lnTo>
                  <a:pt x="48174" y="2702820"/>
                </a:lnTo>
                <a:lnTo>
                  <a:pt x="47810" y="2702267"/>
                </a:lnTo>
                <a:lnTo>
                  <a:pt x="51511" y="2707485"/>
                </a:lnTo>
                <a:lnTo>
                  <a:pt x="51115" y="2706948"/>
                </a:lnTo>
                <a:lnTo>
                  <a:pt x="55052" y="2711978"/>
                </a:lnTo>
                <a:lnTo>
                  <a:pt x="54626" y="2711455"/>
                </a:lnTo>
                <a:lnTo>
                  <a:pt x="58817" y="2716280"/>
                </a:lnTo>
                <a:lnTo>
                  <a:pt x="58358" y="2715789"/>
                </a:lnTo>
                <a:lnTo>
                  <a:pt x="62771" y="2720408"/>
                </a:lnTo>
                <a:lnTo>
                  <a:pt x="62296" y="2719932"/>
                </a:lnTo>
                <a:lnTo>
                  <a:pt x="66915" y="2724345"/>
                </a:lnTo>
                <a:lnTo>
                  <a:pt x="66425" y="2723887"/>
                </a:lnTo>
                <a:lnTo>
                  <a:pt x="71248" y="2728062"/>
                </a:lnTo>
                <a:lnTo>
                  <a:pt x="70726" y="2727650"/>
                </a:lnTo>
                <a:lnTo>
                  <a:pt x="75756" y="2731588"/>
                </a:lnTo>
                <a:lnTo>
                  <a:pt x="75218" y="2731193"/>
                </a:lnTo>
                <a:lnTo>
                  <a:pt x="80437" y="2734894"/>
                </a:lnTo>
                <a:lnTo>
                  <a:pt x="79883" y="2734530"/>
                </a:lnTo>
                <a:lnTo>
                  <a:pt x="85260" y="2737978"/>
                </a:lnTo>
                <a:lnTo>
                  <a:pt x="84691" y="2737630"/>
                </a:lnTo>
                <a:lnTo>
                  <a:pt x="90258" y="2740840"/>
                </a:lnTo>
                <a:lnTo>
                  <a:pt x="89674" y="2740509"/>
                </a:lnTo>
                <a:lnTo>
                  <a:pt x="95398" y="2743451"/>
                </a:lnTo>
                <a:lnTo>
                  <a:pt x="94797" y="2743149"/>
                </a:lnTo>
                <a:lnTo>
                  <a:pt x="100680" y="2745823"/>
                </a:lnTo>
                <a:lnTo>
                  <a:pt x="100047" y="2745553"/>
                </a:lnTo>
                <a:lnTo>
                  <a:pt x="106089" y="2747925"/>
                </a:lnTo>
                <a:lnTo>
                  <a:pt x="105440" y="2747689"/>
                </a:lnTo>
                <a:lnTo>
                  <a:pt x="111608" y="2749776"/>
                </a:lnTo>
                <a:lnTo>
                  <a:pt x="110961" y="2749586"/>
                </a:lnTo>
                <a:lnTo>
                  <a:pt x="117271" y="2751373"/>
                </a:lnTo>
                <a:lnTo>
                  <a:pt x="116591" y="2751199"/>
                </a:lnTo>
                <a:lnTo>
                  <a:pt x="123027" y="2752686"/>
                </a:lnTo>
                <a:lnTo>
                  <a:pt x="122347" y="2752543"/>
                </a:lnTo>
                <a:lnTo>
                  <a:pt x="128894" y="2753714"/>
                </a:lnTo>
                <a:lnTo>
                  <a:pt x="128199" y="2753603"/>
                </a:lnTo>
                <a:lnTo>
                  <a:pt x="134842" y="2754457"/>
                </a:lnTo>
                <a:lnTo>
                  <a:pt x="134145" y="2754378"/>
                </a:lnTo>
                <a:lnTo>
                  <a:pt x="140898" y="2754900"/>
                </a:lnTo>
                <a:lnTo>
                  <a:pt x="140203" y="2754852"/>
                </a:lnTo>
                <a:lnTo>
                  <a:pt x="147035" y="2755027"/>
                </a:lnTo>
                <a:lnTo>
                  <a:pt x="146686" y="2755027"/>
                </a:lnTo>
                <a:lnTo>
                  <a:pt x="4762385" y="2755027"/>
                </a:lnTo>
                <a:lnTo>
                  <a:pt x="4762037" y="2755027"/>
                </a:lnTo>
                <a:lnTo>
                  <a:pt x="4768869" y="2754852"/>
                </a:lnTo>
                <a:lnTo>
                  <a:pt x="4768174" y="2754900"/>
                </a:lnTo>
                <a:lnTo>
                  <a:pt x="4774927" y="2754378"/>
                </a:lnTo>
                <a:lnTo>
                  <a:pt x="4774231" y="2754457"/>
                </a:lnTo>
                <a:lnTo>
                  <a:pt x="4780873" y="2753603"/>
                </a:lnTo>
                <a:lnTo>
                  <a:pt x="4780177" y="2753714"/>
                </a:lnTo>
                <a:lnTo>
                  <a:pt x="4786725" y="2752543"/>
                </a:lnTo>
                <a:lnTo>
                  <a:pt x="4786044" y="2752686"/>
                </a:lnTo>
                <a:lnTo>
                  <a:pt x="4792482" y="2751199"/>
                </a:lnTo>
                <a:lnTo>
                  <a:pt x="4791802" y="2751373"/>
                </a:lnTo>
                <a:lnTo>
                  <a:pt x="4798112" y="2749586"/>
                </a:lnTo>
                <a:lnTo>
                  <a:pt x="4797448" y="2749776"/>
                </a:lnTo>
                <a:lnTo>
                  <a:pt x="4803631" y="2747689"/>
                </a:lnTo>
                <a:lnTo>
                  <a:pt x="4802984" y="2747925"/>
                </a:lnTo>
                <a:lnTo>
                  <a:pt x="4809024" y="2745553"/>
                </a:lnTo>
                <a:lnTo>
                  <a:pt x="4808391" y="2745823"/>
                </a:lnTo>
                <a:lnTo>
                  <a:pt x="4814275" y="2743149"/>
                </a:lnTo>
                <a:lnTo>
                  <a:pt x="4813674" y="2743451"/>
                </a:lnTo>
                <a:lnTo>
                  <a:pt x="4819399" y="2740509"/>
                </a:lnTo>
                <a:lnTo>
                  <a:pt x="4818814" y="2740840"/>
                </a:lnTo>
                <a:lnTo>
                  <a:pt x="4824381" y="2737630"/>
                </a:lnTo>
                <a:lnTo>
                  <a:pt x="4823796" y="2737978"/>
                </a:lnTo>
                <a:lnTo>
                  <a:pt x="4829189" y="2734530"/>
                </a:lnTo>
                <a:lnTo>
                  <a:pt x="4828635" y="2734894"/>
                </a:lnTo>
                <a:lnTo>
                  <a:pt x="4833854" y="2731193"/>
                </a:lnTo>
                <a:lnTo>
                  <a:pt x="4833317" y="2731588"/>
                </a:lnTo>
                <a:lnTo>
                  <a:pt x="4838330" y="2727650"/>
                </a:lnTo>
                <a:lnTo>
                  <a:pt x="4837824" y="2728062"/>
                </a:lnTo>
                <a:lnTo>
                  <a:pt x="4842647" y="2723887"/>
                </a:lnTo>
                <a:lnTo>
                  <a:pt x="4842158" y="2724345"/>
                </a:lnTo>
                <a:lnTo>
                  <a:pt x="4846775" y="2719932"/>
                </a:lnTo>
                <a:lnTo>
                  <a:pt x="4846302" y="2720408"/>
                </a:lnTo>
                <a:lnTo>
                  <a:pt x="4850698" y="2715789"/>
                </a:lnTo>
                <a:lnTo>
                  <a:pt x="4850255" y="2716280"/>
                </a:lnTo>
                <a:lnTo>
                  <a:pt x="4854430" y="2711455"/>
                </a:lnTo>
                <a:lnTo>
                  <a:pt x="4854019" y="2711978"/>
                </a:lnTo>
                <a:lnTo>
                  <a:pt x="4857957" y="2706948"/>
                </a:lnTo>
                <a:lnTo>
                  <a:pt x="4857562" y="2707485"/>
                </a:lnTo>
                <a:lnTo>
                  <a:pt x="4861263" y="2702267"/>
                </a:lnTo>
                <a:lnTo>
                  <a:pt x="4860899" y="2702820"/>
                </a:lnTo>
                <a:lnTo>
                  <a:pt x="4864347" y="2697428"/>
                </a:lnTo>
                <a:lnTo>
                  <a:pt x="4863998" y="2698013"/>
                </a:lnTo>
                <a:lnTo>
                  <a:pt x="4867209" y="2692446"/>
                </a:lnTo>
                <a:lnTo>
                  <a:pt x="4866876" y="2693030"/>
                </a:lnTo>
                <a:lnTo>
                  <a:pt x="4869819" y="2687305"/>
                </a:lnTo>
                <a:lnTo>
                  <a:pt x="4869518" y="2687907"/>
                </a:lnTo>
                <a:lnTo>
                  <a:pt x="4872191" y="2682023"/>
                </a:lnTo>
                <a:lnTo>
                  <a:pt x="4871922" y="2682657"/>
                </a:lnTo>
                <a:lnTo>
                  <a:pt x="4874294" y="2676614"/>
                </a:lnTo>
                <a:lnTo>
                  <a:pt x="4874057" y="2677263"/>
                </a:lnTo>
                <a:lnTo>
                  <a:pt x="4876144" y="2671079"/>
                </a:lnTo>
                <a:lnTo>
                  <a:pt x="4875956" y="2671743"/>
                </a:lnTo>
                <a:lnTo>
                  <a:pt x="4877742" y="2665432"/>
                </a:lnTo>
                <a:lnTo>
                  <a:pt x="4877569" y="2666113"/>
                </a:lnTo>
                <a:lnTo>
                  <a:pt x="4879055" y="2659677"/>
                </a:lnTo>
                <a:lnTo>
                  <a:pt x="4878911" y="2660356"/>
                </a:lnTo>
                <a:lnTo>
                  <a:pt x="4880082" y="2653810"/>
                </a:lnTo>
                <a:lnTo>
                  <a:pt x="4879972" y="2654505"/>
                </a:lnTo>
                <a:lnTo>
                  <a:pt x="4880826" y="2647862"/>
                </a:lnTo>
                <a:lnTo>
                  <a:pt x="4880747" y="2648559"/>
                </a:lnTo>
                <a:lnTo>
                  <a:pt x="4881269" y="2641806"/>
                </a:lnTo>
                <a:lnTo>
                  <a:pt x="4881221" y="2642501"/>
                </a:lnTo>
                <a:lnTo>
                  <a:pt x="4881396" y="2635669"/>
                </a:lnTo>
                <a:lnTo>
                  <a:pt x="4881396" y="2636016"/>
                </a:lnTo>
                <a:lnTo>
                  <a:pt x="4881396" y="146687"/>
                </a:lnTo>
                <a:lnTo>
                  <a:pt x="4881396" y="147035"/>
                </a:lnTo>
                <a:lnTo>
                  <a:pt x="4881221" y="140202"/>
                </a:lnTo>
                <a:lnTo>
                  <a:pt x="4881269" y="140898"/>
                </a:lnTo>
                <a:lnTo>
                  <a:pt x="4880747" y="134145"/>
                </a:lnTo>
                <a:lnTo>
                  <a:pt x="4880826" y="134841"/>
                </a:lnTo>
                <a:lnTo>
                  <a:pt x="4879972" y="128199"/>
                </a:lnTo>
                <a:lnTo>
                  <a:pt x="4880082" y="128894"/>
                </a:lnTo>
                <a:lnTo>
                  <a:pt x="4878911" y="122347"/>
                </a:lnTo>
                <a:lnTo>
                  <a:pt x="4879055" y="123027"/>
                </a:lnTo>
                <a:lnTo>
                  <a:pt x="4877569" y="116590"/>
                </a:lnTo>
                <a:lnTo>
                  <a:pt x="4877742" y="117270"/>
                </a:lnTo>
                <a:lnTo>
                  <a:pt x="4875956" y="110960"/>
                </a:lnTo>
                <a:lnTo>
                  <a:pt x="4876144" y="111608"/>
                </a:lnTo>
                <a:lnTo>
                  <a:pt x="4874057" y="105440"/>
                </a:lnTo>
                <a:lnTo>
                  <a:pt x="4874294" y="106088"/>
                </a:lnTo>
                <a:lnTo>
                  <a:pt x="4871922" y="100047"/>
                </a:lnTo>
                <a:lnTo>
                  <a:pt x="4872191" y="100680"/>
                </a:lnTo>
                <a:lnTo>
                  <a:pt x="4869518" y="94797"/>
                </a:lnTo>
                <a:lnTo>
                  <a:pt x="4869819" y="95398"/>
                </a:lnTo>
                <a:lnTo>
                  <a:pt x="4866876" y="89672"/>
                </a:lnTo>
                <a:lnTo>
                  <a:pt x="4867209" y="90258"/>
                </a:lnTo>
                <a:lnTo>
                  <a:pt x="4863998" y="84691"/>
                </a:lnTo>
                <a:lnTo>
                  <a:pt x="4864347" y="85260"/>
                </a:lnTo>
                <a:lnTo>
                  <a:pt x="4860899" y="79883"/>
                </a:lnTo>
                <a:lnTo>
                  <a:pt x="4861263" y="80436"/>
                </a:lnTo>
                <a:lnTo>
                  <a:pt x="4857562" y="75217"/>
                </a:lnTo>
                <a:lnTo>
                  <a:pt x="4857957" y="75755"/>
                </a:lnTo>
                <a:lnTo>
                  <a:pt x="4854019" y="70726"/>
                </a:lnTo>
                <a:lnTo>
                  <a:pt x="4854430" y="71247"/>
                </a:lnTo>
                <a:lnTo>
                  <a:pt x="4850255" y="66424"/>
                </a:lnTo>
                <a:lnTo>
                  <a:pt x="4850698" y="66914"/>
                </a:lnTo>
                <a:lnTo>
                  <a:pt x="4846302" y="62296"/>
                </a:lnTo>
                <a:lnTo>
                  <a:pt x="4846775" y="62771"/>
                </a:lnTo>
                <a:lnTo>
                  <a:pt x="4842158" y="58358"/>
                </a:lnTo>
                <a:lnTo>
                  <a:pt x="4842647" y="58817"/>
                </a:lnTo>
                <a:lnTo>
                  <a:pt x="4837824" y="54626"/>
                </a:lnTo>
                <a:lnTo>
                  <a:pt x="4838330" y="55052"/>
                </a:lnTo>
                <a:lnTo>
                  <a:pt x="4833317" y="51115"/>
                </a:lnTo>
                <a:lnTo>
                  <a:pt x="4833854" y="51510"/>
                </a:lnTo>
                <a:lnTo>
                  <a:pt x="4828635" y="47809"/>
                </a:lnTo>
                <a:lnTo>
                  <a:pt x="4829189" y="48173"/>
                </a:lnTo>
                <a:lnTo>
                  <a:pt x="4823796" y="44726"/>
                </a:lnTo>
                <a:lnTo>
                  <a:pt x="4824381" y="45073"/>
                </a:lnTo>
                <a:lnTo>
                  <a:pt x="4818814" y="41863"/>
                </a:lnTo>
                <a:lnTo>
                  <a:pt x="4819399" y="42195"/>
                </a:lnTo>
                <a:lnTo>
                  <a:pt x="4813674" y="39253"/>
                </a:lnTo>
                <a:lnTo>
                  <a:pt x="4814275" y="39553"/>
                </a:lnTo>
                <a:lnTo>
                  <a:pt x="4808391" y="36881"/>
                </a:lnTo>
                <a:lnTo>
                  <a:pt x="4809024" y="37150"/>
                </a:lnTo>
                <a:lnTo>
                  <a:pt x="4802984" y="34778"/>
                </a:lnTo>
                <a:lnTo>
                  <a:pt x="4803631" y="35015"/>
                </a:lnTo>
                <a:lnTo>
                  <a:pt x="4797448" y="32911"/>
                </a:lnTo>
                <a:lnTo>
                  <a:pt x="4798112" y="33117"/>
                </a:lnTo>
                <a:lnTo>
                  <a:pt x="4791802" y="31329"/>
                </a:lnTo>
                <a:lnTo>
                  <a:pt x="4792482" y="31503"/>
                </a:lnTo>
                <a:lnTo>
                  <a:pt x="4786044" y="30017"/>
                </a:lnTo>
                <a:lnTo>
                  <a:pt x="4786725" y="30159"/>
                </a:lnTo>
                <a:lnTo>
                  <a:pt x="4780177" y="28989"/>
                </a:lnTo>
                <a:lnTo>
                  <a:pt x="4780873" y="29100"/>
                </a:lnTo>
                <a:lnTo>
                  <a:pt x="4774231" y="28245"/>
                </a:lnTo>
                <a:lnTo>
                  <a:pt x="4774927" y="28325"/>
                </a:lnTo>
                <a:lnTo>
                  <a:pt x="4768174" y="27803"/>
                </a:lnTo>
                <a:lnTo>
                  <a:pt x="4768869" y="27851"/>
                </a:lnTo>
                <a:lnTo>
                  <a:pt x="4762037" y="27677"/>
                </a:lnTo>
                <a:lnTo>
                  <a:pt x="4762385" y="27677"/>
                </a:lnTo>
                <a:lnTo>
                  <a:pt x="146686" y="27677"/>
                </a:lnTo>
                <a:lnTo>
                  <a:pt x="147035" y="27677"/>
                </a:lnTo>
                <a:lnTo>
                  <a:pt x="140203" y="27851"/>
                </a:lnTo>
                <a:lnTo>
                  <a:pt x="140898" y="27803"/>
                </a:lnTo>
                <a:lnTo>
                  <a:pt x="134145" y="28325"/>
                </a:lnTo>
                <a:lnTo>
                  <a:pt x="134842" y="28245"/>
                </a:lnTo>
                <a:lnTo>
                  <a:pt x="128199" y="29100"/>
                </a:lnTo>
                <a:lnTo>
                  <a:pt x="128894" y="28989"/>
                </a:lnTo>
                <a:lnTo>
                  <a:pt x="122347" y="30159"/>
                </a:lnTo>
                <a:lnTo>
                  <a:pt x="123027" y="30017"/>
                </a:lnTo>
                <a:lnTo>
                  <a:pt x="116591" y="31503"/>
                </a:lnTo>
                <a:lnTo>
                  <a:pt x="117271" y="31329"/>
                </a:lnTo>
                <a:lnTo>
                  <a:pt x="110961" y="33117"/>
                </a:lnTo>
                <a:lnTo>
                  <a:pt x="111608" y="32911"/>
                </a:lnTo>
                <a:lnTo>
                  <a:pt x="105440" y="35015"/>
                </a:lnTo>
                <a:lnTo>
                  <a:pt x="106089" y="34778"/>
                </a:lnTo>
                <a:lnTo>
                  <a:pt x="100047" y="37150"/>
                </a:lnTo>
                <a:lnTo>
                  <a:pt x="100680" y="36881"/>
                </a:lnTo>
                <a:lnTo>
                  <a:pt x="94797" y="39553"/>
                </a:lnTo>
                <a:lnTo>
                  <a:pt x="95398" y="39253"/>
                </a:lnTo>
                <a:lnTo>
                  <a:pt x="89674" y="42195"/>
                </a:lnTo>
                <a:lnTo>
                  <a:pt x="90258" y="41863"/>
                </a:lnTo>
                <a:lnTo>
                  <a:pt x="84691" y="45073"/>
                </a:lnTo>
                <a:lnTo>
                  <a:pt x="85260" y="44726"/>
                </a:lnTo>
                <a:lnTo>
                  <a:pt x="79883" y="48173"/>
                </a:lnTo>
                <a:lnTo>
                  <a:pt x="80437" y="47809"/>
                </a:lnTo>
                <a:lnTo>
                  <a:pt x="75218" y="51510"/>
                </a:lnTo>
                <a:lnTo>
                  <a:pt x="75756" y="51115"/>
                </a:lnTo>
                <a:lnTo>
                  <a:pt x="70726" y="55052"/>
                </a:lnTo>
                <a:lnTo>
                  <a:pt x="71248" y="54626"/>
                </a:lnTo>
                <a:lnTo>
                  <a:pt x="66425" y="58817"/>
                </a:lnTo>
                <a:lnTo>
                  <a:pt x="66915" y="58358"/>
                </a:lnTo>
                <a:lnTo>
                  <a:pt x="62296" y="62771"/>
                </a:lnTo>
                <a:lnTo>
                  <a:pt x="62771" y="62296"/>
                </a:lnTo>
                <a:lnTo>
                  <a:pt x="58358" y="66914"/>
                </a:lnTo>
                <a:lnTo>
                  <a:pt x="58817" y="66424"/>
                </a:lnTo>
                <a:lnTo>
                  <a:pt x="54626" y="71247"/>
                </a:lnTo>
                <a:lnTo>
                  <a:pt x="55052" y="70726"/>
                </a:lnTo>
                <a:lnTo>
                  <a:pt x="51115" y="75755"/>
                </a:lnTo>
                <a:lnTo>
                  <a:pt x="51511" y="75217"/>
                </a:lnTo>
                <a:lnTo>
                  <a:pt x="47810" y="80436"/>
                </a:lnTo>
                <a:lnTo>
                  <a:pt x="48174" y="79883"/>
                </a:lnTo>
                <a:lnTo>
                  <a:pt x="44726" y="85260"/>
                </a:lnTo>
                <a:lnTo>
                  <a:pt x="45074" y="84691"/>
                </a:lnTo>
                <a:lnTo>
                  <a:pt x="41864" y="90258"/>
                </a:lnTo>
                <a:lnTo>
                  <a:pt x="42195" y="89672"/>
                </a:lnTo>
                <a:lnTo>
                  <a:pt x="39253" y="95398"/>
                </a:lnTo>
                <a:lnTo>
                  <a:pt x="39555" y="94797"/>
                </a:lnTo>
                <a:lnTo>
                  <a:pt x="36881" y="100680"/>
                </a:lnTo>
                <a:lnTo>
                  <a:pt x="37150" y="100047"/>
                </a:lnTo>
                <a:lnTo>
                  <a:pt x="34778" y="106088"/>
                </a:lnTo>
                <a:lnTo>
                  <a:pt x="35015" y="105440"/>
                </a:lnTo>
                <a:lnTo>
                  <a:pt x="32912" y="111608"/>
                </a:lnTo>
                <a:lnTo>
                  <a:pt x="33118" y="110960"/>
                </a:lnTo>
                <a:lnTo>
                  <a:pt x="31329" y="117270"/>
                </a:lnTo>
                <a:lnTo>
                  <a:pt x="31504" y="116590"/>
                </a:lnTo>
                <a:lnTo>
                  <a:pt x="30018" y="123027"/>
                </a:lnTo>
                <a:lnTo>
                  <a:pt x="30160" y="122347"/>
                </a:lnTo>
                <a:lnTo>
                  <a:pt x="28990" y="128894"/>
                </a:lnTo>
                <a:lnTo>
                  <a:pt x="29101" y="128199"/>
                </a:lnTo>
                <a:lnTo>
                  <a:pt x="28246" y="134841"/>
                </a:lnTo>
                <a:lnTo>
                  <a:pt x="28325" y="134145"/>
                </a:lnTo>
                <a:lnTo>
                  <a:pt x="27803" y="140898"/>
                </a:lnTo>
                <a:lnTo>
                  <a:pt x="27851" y="140202"/>
                </a:lnTo>
                <a:lnTo>
                  <a:pt x="27677" y="147035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266">
            <a:extLst xmlns:a="http://schemas.openxmlformats.org/drawingml/2006/main">
              <a:ext uri="{FF2B5EF4-FFF2-40B4-BE49-F238E27FC236}">
                <a16:creationId xmlns:a16="http://schemas.microsoft.com/office/drawing/2014/main" id="{EAAFAA39-F454-472C-91CB-08A1AAB9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370" y="5837920"/>
            <a:ext cx="4681964" cy="2755660"/>
          </a:xfrm>
          <a:custGeom xmlns:a="http://schemas.openxmlformats.org/drawingml/2006/main">
            <a:pathLst>
              <a:path w="4681964" h="2755660">
                <a:moveTo>
                  <a:pt x="0" y="127155"/>
                </a:moveTo>
                <a:cubicBezTo>
                  <a:pt x="789" y="56998"/>
                  <a:pt x="57788" y="0"/>
                  <a:pt x="127155" y="0"/>
                </a:cubicBezTo>
                <a:lnTo>
                  <a:pt x="4554809" y="0"/>
                </a:lnTo>
                <a:cubicBezTo>
                  <a:pt x="4624333" y="0"/>
                  <a:pt x="4681332" y="56998"/>
                  <a:pt x="4681964" y="127155"/>
                </a:cubicBezTo>
                <a:lnTo>
                  <a:pt x="4681964" y="2628505"/>
                </a:lnTo>
                <a:cubicBezTo>
                  <a:pt x="4681332" y="2698028"/>
                  <a:pt x="4624333" y="2755027"/>
                  <a:pt x="4554809" y="2755660"/>
                </a:cubicBezTo>
                <a:lnTo>
                  <a:pt x="127155" y="2755660"/>
                </a:lnTo>
                <a:cubicBezTo>
                  <a:pt x="57788" y="2755027"/>
                  <a:pt x="789" y="2698028"/>
                  <a:pt x="0" y="2628505"/>
                </a:cubicBezTo>
                <a:lnTo>
                  <a:pt x="0" y="127155"/>
                </a:lnTo>
              </a:path>
            </a:pathLst>
          </a:custGeom>
          <a:solidFill xmlns:a="http://schemas.openxmlformats.org/drawingml/2006/main">
            <a:srgbClr val="FFF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th-267">
            <a:extLst xmlns:a="http://schemas.openxmlformats.org/drawingml/2006/main">
              <a:ext uri="{FF2B5EF4-FFF2-40B4-BE49-F238E27FC236}">
                <a16:creationId xmlns:a16="http://schemas.microsoft.com/office/drawing/2014/main" id="{D0A314C2-B7A4-4313-944F-87882DD1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322" y="5824082"/>
            <a:ext cx="4708217" cy="2782704"/>
          </a:xfrm>
          <a:custGeom xmlns:a="http://schemas.openxmlformats.org/drawingml/2006/main">
            <a:pathLst>
              <a:path w="4708217" h="2782704">
                <a:moveTo>
                  <a:pt x="174" y="133892"/>
                </a:moveTo>
                <a:lnTo>
                  <a:pt x="728" y="126728"/>
                </a:lnTo>
                <a:lnTo>
                  <a:pt x="1614" y="119674"/>
                </a:lnTo>
                <a:lnTo>
                  <a:pt x="2863" y="112715"/>
                </a:lnTo>
                <a:lnTo>
                  <a:pt x="4444" y="105883"/>
                </a:lnTo>
                <a:lnTo>
                  <a:pt x="6341" y="99178"/>
                </a:lnTo>
                <a:lnTo>
                  <a:pt x="8573" y="92614"/>
                </a:lnTo>
                <a:lnTo>
                  <a:pt x="11087" y="86209"/>
                </a:lnTo>
                <a:lnTo>
                  <a:pt x="13918" y="79946"/>
                </a:lnTo>
                <a:lnTo>
                  <a:pt x="17033" y="73857"/>
                </a:lnTo>
                <a:lnTo>
                  <a:pt x="20434" y="67942"/>
                </a:lnTo>
                <a:lnTo>
                  <a:pt x="24103" y="62217"/>
                </a:lnTo>
                <a:lnTo>
                  <a:pt x="28040" y="56681"/>
                </a:lnTo>
                <a:lnTo>
                  <a:pt x="32232" y="51352"/>
                </a:lnTo>
                <a:lnTo>
                  <a:pt x="36661" y="46244"/>
                </a:lnTo>
                <a:lnTo>
                  <a:pt x="41340" y="41340"/>
                </a:lnTo>
                <a:lnTo>
                  <a:pt x="46244" y="36659"/>
                </a:lnTo>
                <a:lnTo>
                  <a:pt x="51353" y="32231"/>
                </a:lnTo>
                <a:lnTo>
                  <a:pt x="56683" y="28040"/>
                </a:lnTo>
                <a:lnTo>
                  <a:pt x="62217" y="24102"/>
                </a:lnTo>
                <a:lnTo>
                  <a:pt x="67942" y="20433"/>
                </a:lnTo>
                <a:lnTo>
                  <a:pt x="73858" y="17033"/>
                </a:lnTo>
                <a:lnTo>
                  <a:pt x="79947" y="13917"/>
                </a:lnTo>
                <a:lnTo>
                  <a:pt x="86210" y="11086"/>
                </a:lnTo>
                <a:lnTo>
                  <a:pt x="92614" y="8572"/>
                </a:lnTo>
                <a:lnTo>
                  <a:pt x="99178" y="6342"/>
                </a:lnTo>
                <a:lnTo>
                  <a:pt x="105883" y="4443"/>
                </a:lnTo>
                <a:lnTo>
                  <a:pt x="112715" y="2863"/>
                </a:lnTo>
                <a:lnTo>
                  <a:pt x="119674" y="1613"/>
                </a:lnTo>
                <a:lnTo>
                  <a:pt x="126727" y="727"/>
                </a:lnTo>
                <a:lnTo>
                  <a:pt x="133892" y="174"/>
                </a:lnTo>
                <a:lnTo>
                  <a:pt x="140977" y="0"/>
                </a:lnTo>
                <a:lnTo>
                  <a:pt x="4567240" y="0"/>
                </a:lnTo>
                <a:lnTo>
                  <a:pt x="4574325" y="174"/>
                </a:lnTo>
                <a:lnTo>
                  <a:pt x="4581490" y="727"/>
                </a:lnTo>
                <a:lnTo>
                  <a:pt x="4588543" y="1613"/>
                </a:lnTo>
                <a:lnTo>
                  <a:pt x="4595502" y="2863"/>
                </a:lnTo>
                <a:lnTo>
                  <a:pt x="4602334" y="4443"/>
                </a:lnTo>
                <a:lnTo>
                  <a:pt x="4609040" y="6342"/>
                </a:lnTo>
                <a:lnTo>
                  <a:pt x="4615603" y="8572"/>
                </a:lnTo>
                <a:lnTo>
                  <a:pt x="4622009" y="11086"/>
                </a:lnTo>
                <a:lnTo>
                  <a:pt x="4628271" y="13917"/>
                </a:lnTo>
                <a:lnTo>
                  <a:pt x="4634360" y="17033"/>
                </a:lnTo>
                <a:lnTo>
                  <a:pt x="4640276" y="20433"/>
                </a:lnTo>
                <a:lnTo>
                  <a:pt x="4646001" y="24102"/>
                </a:lnTo>
                <a:lnTo>
                  <a:pt x="4651536" y="28040"/>
                </a:lnTo>
                <a:lnTo>
                  <a:pt x="4656866" y="32231"/>
                </a:lnTo>
                <a:lnTo>
                  <a:pt x="4661974" y="36659"/>
                </a:lnTo>
                <a:lnTo>
                  <a:pt x="4666877" y="41340"/>
                </a:lnTo>
                <a:lnTo>
                  <a:pt x="4671558" y="46244"/>
                </a:lnTo>
                <a:lnTo>
                  <a:pt x="4675987" y="51352"/>
                </a:lnTo>
                <a:lnTo>
                  <a:pt x="4680177" y="56681"/>
                </a:lnTo>
                <a:lnTo>
                  <a:pt x="4684100" y="62217"/>
                </a:lnTo>
                <a:lnTo>
                  <a:pt x="4687785" y="67942"/>
                </a:lnTo>
                <a:lnTo>
                  <a:pt x="4691186" y="73857"/>
                </a:lnTo>
                <a:lnTo>
                  <a:pt x="4694301" y="79946"/>
                </a:lnTo>
                <a:lnTo>
                  <a:pt x="4697132" y="86209"/>
                </a:lnTo>
                <a:lnTo>
                  <a:pt x="4699646" y="92614"/>
                </a:lnTo>
                <a:lnTo>
                  <a:pt x="4701876" y="99178"/>
                </a:lnTo>
                <a:lnTo>
                  <a:pt x="4703773" y="105883"/>
                </a:lnTo>
                <a:lnTo>
                  <a:pt x="4705356" y="112715"/>
                </a:lnTo>
                <a:lnTo>
                  <a:pt x="4706589" y="119674"/>
                </a:lnTo>
                <a:lnTo>
                  <a:pt x="4707491" y="126728"/>
                </a:lnTo>
                <a:lnTo>
                  <a:pt x="4708044" y="133892"/>
                </a:lnTo>
                <a:lnTo>
                  <a:pt x="4708217" y="140977"/>
                </a:lnTo>
                <a:lnTo>
                  <a:pt x="4708217" y="2641727"/>
                </a:lnTo>
                <a:lnTo>
                  <a:pt x="4708044" y="2648811"/>
                </a:lnTo>
                <a:lnTo>
                  <a:pt x="4707491" y="2655975"/>
                </a:lnTo>
                <a:lnTo>
                  <a:pt x="4706589" y="2663030"/>
                </a:lnTo>
                <a:lnTo>
                  <a:pt x="4705356" y="2669988"/>
                </a:lnTo>
                <a:lnTo>
                  <a:pt x="4703773" y="2676820"/>
                </a:lnTo>
                <a:lnTo>
                  <a:pt x="4701876" y="2683526"/>
                </a:lnTo>
                <a:lnTo>
                  <a:pt x="4699646" y="2690089"/>
                </a:lnTo>
                <a:lnTo>
                  <a:pt x="4697132" y="2696494"/>
                </a:lnTo>
                <a:lnTo>
                  <a:pt x="4694301" y="2702758"/>
                </a:lnTo>
                <a:lnTo>
                  <a:pt x="4691186" y="2708846"/>
                </a:lnTo>
                <a:lnTo>
                  <a:pt x="4687785" y="2714762"/>
                </a:lnTo>
                <a:lnTo>
                  <a:pt x="4684100" y="2720487"/>
                </a:lnTo>
                <a:lnTo>
                  <a:pt x="4680177" y="2726021"/>
                </a:lnTo>
                <a:lnTo>
                  <a:pt x="4675987" y="2731351"/>
                </a:lnTo>
                <a:lnTo>
                  <a:pt x="4671558" y="2736460"/>
                </a:lnTo>
                <a:lnTo>
                  <a:pt x="4666877" y="2741362"/>
                </a:lnTo>
                <a:lnTo>
                  <a:pt x="4661974" y="2746027"/>
                </a:lnTo>
                <a:lnTo>
                  <a:pt x="4656866" y="2750471"/>
                </a:lnTo>
                <a:lnTo>
                  <a:pt x="4651536" y="2754664"/>
                </a:lnTo>
                <a:lnTo>
                  <a:pt x="4646001" y="2758585"/>
                </a:lnTo>
                <a:lnTo>
                  <a:pt x="4640276" y="2762270"/>
                </a:lnTo>
                <a:lnTo>
                  <a:pt x="4634360" y="2765670"/>
                </a:lnTo>
                <a:lnTo>
                  <a:pt x="4628271" y="2768786"/>
                </a:lnTo>
                <a:lnTo>
                  <a:pt x="4622009" y="2771616"/>
                </a:lnTo>
                <a:lnTo>
                  <a:pt x="4615603" y="2774132"/>
                </a:lnTo>
                <a:lnTo>
                  <a:pt x="4609040" y="2776361"/>
                </a:lnTo>
                <a:lnTo>
                  <a:pt x="4602334" y="2778259"/>
                </a:lnTo>
                <a:lnTo>
                  <a:pt x="4595502" y="2779841"/>
                </a:lnTo>
                <a:lnTo>
                  <a:pt x="4588543" y="2781074"/>
                </a:lnTo>
                <a:lnTo>
                  <a:pt x="4581490" y="2781976"/>
                </a:lnTo>
                <a:lnTo>
                  <a:pt x="4574325" y="2782530"/>
                </a:lnTo>
                <a:lnTo>
                  <a:pt x="4567240" y="2782704"/>
                </a:lnTo>
                <a:lnTo>
                  <a:pt x="140977" y="2782704"/>
                </a:lnTo>
                <a:lnTo>
                  <a:pt x="133892" y="2782530"/>
                </a:lnTo>
                <a:lnTo>
                  <a:pt x="126727" y="2781976"/>
                </a:lnTo>
                <a:lnTo>
                  <a:pt x="119674" y="2781074"/>
                </a:lnTo>
                <a:lnTo>
                  <a:pt x="112715" y="2779841"/>
                </a:lnTo>
                <a:lnTo>
                  <a:pt x="105883" y="2778259"/>
                </a:lnTo>
                <a:lnTo>
                  <a:pt x="99178" y="2776361"/>
                </a:lnTo>
                <a:lnTo>
                  <a:pt x="92614" y="2774132"/>
                </a:lnTo>
                <a:lnTo>
                  <a:pt x="86210" y="2771616"/>
                </a:lnTo>
                <a:lnTo>
                  <a:pt x="79947" y="2768786"/>
                </a:lnTo>
                <a:lnTo>
                  <a:pt x="73858" y="2765670"/>
                </a:lnTo>
                <a:lnTo>
                  <a:pt x="67942" y="2762270"/>
                </a:lnTo>
                <a:lnTo>
                  <a:pt x="62217" y="2758585"/>
                </a:lnTo>
                <a:lnTo>
                  <a:pt x="56683" y="2754664"/>
                </a:lnTo>
                <a:lnTo>
                  <a:pt x="51353" y="2750471"/>
                </a:lnTo>
                <a:lnTo>
                  <a:pt x="46244" y="2746027"/>
                </a:lnTo>
                <a:lnTo>
                  <a:pt x="41340" y="2741362"/>
                </a:lnTo>
                <a:lnTo>
                  <a:pt x="36661" y="2736460"/>
                </a:lnTo>
                <a:lnTo>
                  <a:pt x="32232" y="2731351"/>
                </a:lnTo>
                <a:lnTo>
                  <a:pt x="28040" y="2726021"/>
                </a:lnTo>
                <a:lnTo>
                  <a:pt x="24103" y="2720487"/>
                </a:lnTo>
                <a:lnTo>
                  <a:pt x="20434" y="2714762"/>
                </a:lnTo>
                <a:lnTo>
                  <a:pt x="17033" y="2708846"/>
                </a:lnTo>
                <a:lnTo>
                  <a:pt x="13918" y="2702758"/>
                </a:lnTo>
                <a:lnTo>
                  <a:pt x="11087" y="2696494"/>
                </a:lnTo>
                <a:lnTo>
                  <a:pt x="8573" y="2690089"/>
                </a:lnTo>
                <a:lnTo>
                  <a:pt x="6341" y="2683526"/>
                </a:lnTo>
                <a:lnTo>
                  <a:pt x="4444" y="2676820"/>
                </a:lnTo>
                <a:lnTo>
                  <a:pt x="2863" y="2669988"/>
                </a:lnTo>
                <a:lnTo>
                  <a:pt x="1614" y="2663030"/>
                </a:lnTo>
                <a:lnTo>
                  <a:pt x="728" y="2655975"/>
                </a:lnTo>
                <a:lnTo>
                  <a:pt x="174" y="2648811"/>
                </a:lnTo>
                <a:lnTo>
                  <a:pt x="0" y="2641727"/>
                </a:lnTo>
                <a:lnTo>
                  <a:pt x="0" y="140977"/>
                </a:lnTo>
                <a:lnTo>
                  <a:pt x="174" y="133892"/>
                </a:lnTo>
                <a:moveTo>
                  <a:pt x="27676" y="141500"/>
                </a:moveTo>
                <a:lnTo>
                  <a:pt x="27676" y="141151"/>
                </a:lnTo>
                <a:lnTo>
                  <a:pt x="27676" y="2641552"/>
                </a:lnTo>
                <a:lnTo>
                  <a:pt x="27676" y="2641203"/>
                </a:lnTo>
                <a:lnTo>
                  <a:pt x="27834" y="2647752"/>
                </a:lnTo>
                <a:lnTo>
                  <a:pt x="27803" y="2647055"/>
                </a:lnTo>
                <a:lnTo>
                  <a:pt x="28294" y="2653523"/>
                </a:lnTo>
                <a:lnTo>
                  <a:pt x="28231" y="2652828"/>
                </a:lnTo>
                <a:lnTo>
                  <a:pt x="29037" y="2659202"/>
                </a:lnTo>
                <a:lnTo>
                  <a:pt x="28926" y="2658506"/>
                </a:lnTo>
                <a:lnTo>
                  <a:pt x="30049" y="2664784"/>
                </a:lnTo>
                <a:lnTo>
                  <a:pt x="29907" y="2664104"/>
                </a:lnTo>
                <a:lnTo>
                  <a:pt x="31329" y="2670257"/>
                </a:lnTo>
                <a:lnTo>
                  <a:pt x="31156" y="2669592"/>
                </a:lnTo>
                <a:lnTo>
                  <a:pt x="32881" y="2675634"/>
                </a:lnTo>
                <a:lnTo>
                  <a:pt x="32675" y="2674985"/>
                </a:lnTo>
                <a:lnTo>
                  <a:pt x="34666" y="2680901"/>
                </a:lnTo>
                <a:lnTo>
                  <a:pt x="34429" y="2680252"/>
                </a:lnTo>
                <a:lnTo>
                  <a:pt x="36723" y="2686040"/>
                </a:lnTo>
                <a:lnTo>
                  <a:pt x="36455" y="2685408"/>
                </a:lnTo>
                <a:lnTo>
                  <a:pt x="39000" y="2691054"/>
                </a:lnTo>
                <a:lnTo>
                  <a:pt x="38715" y="2690438"/>
                </a:lnTo>
                <a:lnTo>
                  <a:pt x="41515" y="2695926"/>
                </a:lnTo>
                <a:lnTo>
                  <a:pt x="41199" y="2695340"/>
                </a:lnTo>
                <a:lnTo>
                  <a:pt x="44267" y="2700669"/>
                </a:lnTo>
                <a:lnTo>
                  <a:pt x="43919" y="2700100"/>
                </a:lnTo>
                <a:lnTo>
                  <a:pt x="47225" y="2705272"/>
                </a:lnTo>
                <a:lnTo>
                  <a:pt x="46861" y="2704718"/>
                </a:lnTo>
                <a:lnTo>
                  <a:pt x="50403" y="2709699"/>
                </a:lnTo>
                <a:lnTo>
                  <a:pt x="50009" y="2709178"/>
                </a:lnTo>
                <a:lnTo>
                  <a:pt x="53787" y="2713986"/>
                </a:lnTo>
                <a:lnTo>
                  <a:pt x="53376" y="2713480"/>
                </a:lnTo>
                <a:lnTo>
                  <a:pt x="57378" y="2718099"/>
                </a:lnTo>
                <a:lnTo>
                  <a:pt x="56919" y="2717608"/>
                </a:lnTo>
                <a:lnTo>
                  <a:pt x="61142" y="2722019"/>
                </a:lnTo>
                <a:lnTo>
                  <a:pt x="60667" y="2721561"/>
                </a:lnTo>
                <a:lnTo>
                  <a:pt x="65096" y="2725768"/>
                </a:lnTo>
                <a:lnTo>
                  <a:pt x="64605" y="2725326"/>
                </a:lnTo>
                <a:lnTo>
                  <a:pt x="69224" y="2729326"/>
                </a:lnTo>
                <a:lnTo>
                  <a:pt x="68718" y="2728915"/>
                </a:lnTo>
                <a:lnTo>
                  <a:pt x="73526" y="2732695"/>
                </a:lnTo>
                <a:lnTo>
                  <a:pt x="73004" y="2732300"/>
                </a:lnTo>
                <a:lnTo>
                  <a:pt x="77986" y="2735843"/>
                </a:lnTo>
                <a:lnTo>
                  <a:pt x="77431" y="2735479"/>
                </a:lnTo>
                <a:lnTo>
                  <a:pt x="82603" y="2738783"/>
                </a:lnTo>
                <a:lnTo>
                  <a:pt x="82033" y="2738437"/>
                </a:lnTo>
                <a:lnTo>
                  <a:pt x="87364" y="2741504"/>
                </a:lnTo>
                <a:lnTo>
                  <a:pt x="86778" y="2741188"/>
                </a:lnTo>
                <a:lnTo>
                  <a:pt x="92266" y="2743988"/>
                </a:lnTo>
                <a:lnTo>
                  <a:pt x="91650" y="2743703"/>
                </a:lnTo>
                <a:lnTo>
                  <a:pt x="97296" y="2746249"/>
                </a:lnTo>
                <a:lnTo>
                  <a:pt x="96663" y="2745981"/>
                </a:lnTo>
                <a:lnTo>
                  <a:pt x="102452" y="2748274"/>
                </a:lnTo>
                <a:lnTo>
                  <a:pt x="101803" y="2748036"/>
                </a:lnTo>
                <a:lnTo>
                  <a:pt x="107718" y="2750029"/>
                </a:lnTo>
                <a:lnTo>
                  <a:pt x="107069" y="2749823"/>
                </a:lnTo>
                <a:lnTo>
                  <a:pt x="113112" y="2751548"/>
                </a:lnTo>
                <a:lnTo>
                  <a:pt x="112448" y="2751373"/>
                </a:lnTo>
                <a:lnTo>
                  <a:pt x="118599" y="2752797"/>
                </a:lnTo>
                <a:lnTo>
                  <a:pt x="117920" y="2752655"/>
                </a:lnTo>
                <a:lnTo>
                  <a:pt x="124198" y="2753778"/>
                </a:lnTo>
                <a:lnTo>
                  <a:pt x="123502" y="2753666"/>
                </a:lnTo>
                <a:lnTo>
                  <a:pt x="129876" y="2754473"/>
                </a:lnTo>
                <a:lnTo>
                  <a:pt x="129179" y="2754410"/>
                </a:lnTo>
                <a:lnTo>
                  <a:pt x="135648" y="2754900"/>
                </a:lnTo>
                <a:lnTo>
                  <a:pt x="134952" y="2754868"/>
                </a:lnTo>
                <a:lnTo>
                  <a:pt x="141500" y="2755027"/>
                </a:lnTo>
                <a:lnTo>
                  <a:pt x="141152" y="2755027"/>
                </a:lnTo>
                <a:lnTo>
                  <a:pt x="4567067" y="2755027"/>
                </a:lnTo>
                <a:lnTo>
                  <a:pt x="4566719" y="2755027"/>
                </a:lnTo>
                <a:lnTo>
                  <a:pt x="4573266" y="2754868"/>
                </a:lnTo>
                <a:lnTo>
                  <a:pt x="4572571" y="2754900"/>
                </a:lnTo>
                <a:lnTo>
                  <a:pt x="4579039" y="2754410"/>
                </a:lnTo>
                <a:lnTo>
                  <a:pt x="4578343" y="2754473"/>
                </a:lnTo>
                <a:lnTo>
                  <a:pt x="4584717" y="2753666"/>
                </a:lnTo>
                <a:lnTo>
                  <a:pt x="4584020" y="2753778"/>
                </a:lnTo>
                <a:lnTo>
                  <a:pt x="4590299" y="2752655"/>
                </a:lnTo>
                <a:lnTo>
                  <a:pt x="4589620" y="2752797"/>
                </a:lnTo>
                <a:lnTo>
                  <a:pt x="4595771" y="2751373"/>
                </a:lnTo>
                <a:lnTo>
                  <a:pt x="4595107" y="2751548"/>
                </a:lnTo>
                <a:lnTo>
                  <a:pt x="4601148" y="2749823"/>
                </a:lnTo>
                <a:lnTo>
                  <a:pt x="4600483" y="2750029"/>
                </a:lnTo>
                <a:lnTo>
                  <a:pt x="4606399" y="2748036"/>
                </a:lnTo>
                <a:lnTo>
                  <a:pt x="4605767" y="2748274"/>
                </a:lnTo>
                <a:lnTo>
                  <a:pt x="4611555" y="2745981"/>
                </a:lnTo>
                <a:lnTo>
                  <a:pt x="4610922" y="2746249"/>
                </a:lnTo>
                <a:lnTo>
                  <a:pt x="4616568" y="2743703"/>
                </a:lnTo>
                <a:lnTo>
                  <a:pt x="4615952" y="2743988"/>
                </a:lnTo>
                <a:lnTo>
                  <a:pt x="4621439" y="2741188"/>
                </a:lnTo>
                <a:lnTo>
                  <a:pt x="4620854" y="2741504"/>
                </a:lnTo>
                <a:lnTo>
                  <a:pt x="4626184" y="2738437"/>
                </a:lnTo>
                <a:lnTo>
                  <a:pt x="4625615" y="2738783"/>
                </a:lnTo>
                <a:lnTo>
                  <a:pt x="4630786" y="2735479"/>
                </a:lnTo>
                <a:lnTo>
                  <a:pt x="4630232" y="2735843"/>
                </a:lnTo>
                <a:lnTo>
                  <a:pt x="4635215" y="2732300"/>
                </a:lnTo>
                <a:lnTo>
                  <a:pt x="4634693" y="2732695"/>
                </a:lnTo>
                <a:lnTo>
                  <a:pt x="4639501" y="2728915"/>
                </a:lnTo>
                <a:lnTo>
                  <a:pt x="4638994" y="2729326"/>
                </a:lnTo>
                <a:lnTo>
                  <a:pt x="4643613" y="2725326"/>
                </a:lnTo>
                <a:lnTo>
                  <a:pt x="4643122" y="2725768"/>
                </a:lnTo>
                <a:lnTo>
                  <a:pt x="4647535" y="2721561"/>
                </a:lnTo>
                <a:lnTo>
                  <a:pt x="4647077" y="2722019"/>
                </a:lnTo>
                <a:lnTo>
                  <a:pt x="4651299" y="2717608"/>
                </a:lnTo>
                <a:lnTo>
                  <a:pt x="4650839" y="2718099"/>
                </a:lnTo>
                <a:lnTo>
                  <a:pt x="4654841" y="2713480"/>
                </a:lnTo>
                <a:lnTo>
                  <a:pt x="4654430" y="2713986"/>
                </a:lnTo>
                <a:lnTo>
                  <a:pt x="4658210" y="2709178"/>
                </a:lnTo>
                <a:lnTo>
                  <a:pt x="4657815" y="2709699"/>
                </a:lnTo>
                <a:lnTo>
                  <a:pt x="4661356" y="2704718"/>
                </a:lnTo>
                <a:lnTo>
                  <a:pt x="4660993" y="2705272"/>
                </a:lnTo>
                <a:lnTo>
                  <a:pt x="4664299" y="2700100"/>
                </a:lnTo>
                <a:lnTo>
                  <a:pt x="4663950" y="2700669"/>
                </a:lnTo>
                <a:lnTo>
                  <a:pt x="4667019" y="2695340"/>
                </a:lnTo>
                <a:lnTo>
                  <a:pt x="4666702" y="2695926"/>
                </a:lnTo>
                <a:lnTo>
                  <a:pt x="4669502" y="2690438"/>
                </a:lnTo>
                <a:lnTo>
                  <a:pt x="4669217" y="2691054"/>
                </a:lnTo>
                <a:lnTo>
                  <a:pt x="4671764" y="2685408"/>
                </a:lnTo>
                <a:lnTo>
                  <a:pt x="4671495" y="2686040"/>
                </a:lnTo>
                <a:lnTo>
                  <a:pt x="4673773" y="2680252"/>
                </a:lnTo>
                <a:lnTo>
                  <a:pt x="4673551" y="2680901"/>
                </a:lnTo>
                <a:lnTo>
                  <a:pt x="4675544" y="2674985"/>
                </a:lnTo>
                <a:lnTo>
                  <a:pt x="4675338" y="2675634"/>
                </a:lnTo>
                <a:lnTo>
                  <a:pt x="4677062" y="2669592"/>
                </a:lnTo>
                <a:lnTo>
                  <a:pt x="4676888" y="2670257"/>
                </a:lnTo>
                <a:lnTo>
                  <a:pt x="4678311" y="2664104"/>
                </a:lnTo>
                <a:lnTo>
                  <a:pt x="4678169" y="2664784"/>
                </a:lnTo>
                <a:lnTo>
                  <a:pt x="4679292" y="2658506"/>
                </a:lnTo>
                <a:lnTo>
                  <a:pt x="4679181" y="2659202"/>
                </a:lnTo>
                <a:lnTo>
                  <a:pt x="4679988" y="2652828"/>
                </a:lnTo>
                <a:lnTo>
                  <a:pt x="4679924" y="2653523"/>
                </a:lnTo>
                <a:lnTo>
                  <a:pt x="4680414" y="2647055"/>
                </a:lnTo>
                <a:lnTo>
                  <a:pt x="4680383" y="2647752"/>
                </a:lnTo>
                <a:lnTo>
                  <a:pt x="4680541" y="2641203"/>
                </a:lnTo>
                <a:lnTo>
                  <a:pt x="4680541" y="2641552"/>
                </a:lnTo>
                <a:lnTo>
                  <a:pt x="4680541" y="141151"/>
                </a:lnTo>
                <a:lnTo>
                  <a:pt x="4680541" y="141500"/>
                </a:lnTo>
                <a:lnTo>
                  <a:pt x="4680383" y="134952"/>
                </a:lnTo>
                <a:lnTo>
                  <a:pt x="4680414" y="135648"/>
                </a:lnTo>
                <a:lnTo>
                  <a:pt x="4679924" y="129179"/>
                </a:lnTo>
                <a:lnTo>
                  <a:pt x="4679988" y="129875"/>
                </a:lnTo>
                <a:lnTo>
                  <a:pt x="4679181" y="123501"/>
                </a:lnTo>
                <a:lnTo>
                  <a:pt x="4679292" y="124198"/>
                </a:lnTo>
                <a:lnTo>
                  <a:pt x="4678169" y="117918"/>
                </a:lnTo>
                <a:lnTo>
                  <a:pt x="4678311" y="118599"/>
                </a:lnTo>
                <a:lnTo>
                  <a:pt x="4676888" y="112447"/>
                </a:lnTo>
                <a:lnTo>
                  <a:pt x="4677062" y="113111"/>
                </a:lnTo>
                <a:lnTo>
                  <a:pt x="4675338" y="107069"/>
                </a:lnTo>
                <a:lnTo>
                  <a:pt x="4675544" y="107717"/>
                </a:lnTo>
                <a:lnTo>
                  <a:pt x="4673551" y="101803"/>
                </a:lnTo>
                <a:lnTo>
                  <a:pt x="4673773" y="102451"/>
                </a:lnTo>
                <a:lnTo>
                  <a:pt x="4671495" y="96663"/>
                </a:lnTo>
                <a:lnTo>
                  <a:pt x="4671764" y="97295"/>
                </a:lnTo>
                <a:lnTo>
                  <a:pt x="4669217" y="91649"/>
                </a:lnTo>
                <a:lnTo>
                  <a:pt x="4669502" y="92266"/>
                </a:lnTo>
                <a:lnTo>
                  <a:pt x="4666702" y="86778"/>
                </a:lnTo>
                <a:lnTo>
                  <a:pt x="4667019" y="87363"/>
                </a:lnTo>
                <a:lnTo>
                  <a:pt x="4663950" y="82033"/>
                </a:lnTo>
                <a:lnTo>
                  <a:pt x="4664299" y="82603"/>
                </a:lnTo>
                <a:lnTo>
                  <a:pt x="4660993" y="77431"/>
                </a:lnTo>
                <a:lnTo>
                  <a:pt x="4661356" y="77985"/>
                </a:lnTo>
                <a:lnTo>
                  <a:pt x="4657815" y="73003"/>
                </a:lnTo>
                <a:lnTo>
                  <a:pt x="4658210" y="73525"/>
                </a:lnTo>
                <a:lnTo>
                  <a:pt x="4654430" y="68717"/>
                </a:lnTo>
                <a:lnTo>
                  <a:pt x="4654841" y="69223"/>
                </a:lnTo>
                <a:lnTo>
                  <a:pt x="4650839" y="64605"/>
                </a:lnTo>
                <a:lnTo>
                  <a:pt x="4651299" y="65095"/>
                </a:lnTo>
                <a:lnTo>
                  <a:pt x="4647077" y="60667"/>
                </a:lnTo>
                <a:lnTo>
                  <a:pt x="4647535" y="61142"/>
                </a:lnTo>
                <a:lnTo>
                  <a:pt x="4643122" y="56919"/>
                </a:lnTo>
                <a:lnTo>
                  <a:pt x="4643613" y="57378"/>
                </a:lnTo>
                <a:lnTo>
                  <a:pt x="4638994" y="53376"/>
                </a:lnTo>
                <a:lnTo>
                  <a:pt x="4639501" y="53787"/>
                </a:lnTo>
                <a:lnTo>
                  <a:pt x="4634693" y="50007"/>
                </a:lnTo>
                <a:lnTo>
                  <a:pt x="4635215" y="50403"/>
                </a:lnTo>
                <a:lnTo>
                  <a:pt x="4630232" y="46861"/>
                </a:lnTo>
                <a:lnTo>
                  <a:pt x="4630786" y="47224"/>
                </a:lnTo>
                <a:lnTo>
                  <a:pt x="4625615" y="43919"/>
                </a:lnTo>
                <a:lnTo>
                  <a:pt x="4626184" y="44266"/>
                </a:lnTo>
                <a:lnTo>
                  <a:pt x="4620854" y="41199"/>
                </a:lnTo>
                <a:lnTo>
                  <a:pt x="4621439" y="41515"/>
                </a:lnTo>
                <a:lnTo>
                  <a:pt x="4615952" y="38716"/>
                </a:lnTo>
                <a:lnTo>
                  <a:pt x="4616568" y="39000"/>
                </a:lnTo>
                <a:lnTo>
                  <a:pt x="4610922" y="36454"/>
                </a:lnTo>
                <a:lnTo>
                  <a:pt x="4611555" y="36723"/>
                </a:lnTo>
                <a:lnTo>
                  <a:pt x="4605767" y="34430"/>
                </a:lnTo>
                <a:lnTo>
                  <a:pt x="4606399" y="34666"/>
                </a:lnTo>
                <a:lnTo>
                  <a:pt x="4600483" y="32674"/>
                </a:lnTo>
                <a:lnTo>
                  <a:pt x="4601148" y="32879"/>
                </a:lnTo>
                <a:lnTo>
                  <a:pt x="4595107" y="31156"/>
                </a:lnTo>
                <a:lnTo>
                  <a:pt x="4595771" y="31329"/>
                </a:lnTo>
                <a:lnTo>
                  <a:pt x="4589620" y="29906"/>
                </a:lnTo>
                <a:lnTo>
                  <a:pt x="4590299" y="30049"/>
                </a:lnTo>
                <a:lnTo>
                  <a:pt x="4584020" y="28926"/>
                </a:lnTo>
                <a:lnTo>
                  <a:pt x="4584717" y="29037"/>
                </a:lnTo>
                <a:lnTo>
                  <a:pt x="4578343" y="28230"/>
                </a:lnTo>
                <a:lnTo>
                  <a:pt x="4579039" y="28294"/>
                </a:lnTo>
                <a:lnTo>
                  <a:pt x="4572571" y="27803"/>
                </a:lnTo>
                <a:lnTo>
                  <a:pt x="4573266" y="27834"/>
                </a:lnTo>
                <a:lnTo>
                  <a:pt x="4566719" y="27677"/>
                </a:lnTo>
                <a:lnTo>
                  <a:pt x="4567067" y="27677"/>
                </a:lnTo>
                <a:lnTo>
                  <a:pt x="141152" y="27677"/>
                </a:lnTo>
                <a:lnTo>
                  <a:pt x="141500" y="27677"/>
                </a:lnTo>
                <a:lnTo>
                  <a:pt x="134952" y="27834"/>
                </a:lnTo>
                <a:lnTo>
                  <a:pt x="135648" y="27803"/>
                </a:lnTo>
                <a:lnTo>
                  <a:pt x="129179" y="28294"/>
                </a:lnTo>
                <a:lnTo>
                  <a:pt x="129876" y="28230"/>
                </a:lnTo>
                <a:lnTo>
                  <a:pt x="123502" y="29037"/>
                </a:lnTo>
                <a:lnTo>
                  <a:pt x="124198" y="28926"/>
                </a:lnTo>
                <a:lnTo>
                  <a:pt x="117920" y="30049"/>
                </a:lnTo>
                <a:lnTo>
                  <a:pt x="118599" y="29906"/>
                </a:lnTo>
                <a:lnTo>
                  <a:pt x="112448" y="31329"/>
                </a:lnTo>
                <a:lnTo>
                  <a:pt x="113112" y="31156"/>
                </a:lnTo>
                <a:lnTo>
                  <a:pt x="107069" y="32879"/>
                </a:lnTo>
                <a:lnTo>
                  <a:pt x="107718" y="32674"/>
                </a:lnTo>
                <a:lnTo>
                  <a:pt x="101803" y="34666"/>
                </a:lnTo>
                <a:lnTo>
                  <a:pt x="102452" y="34430"/>
                </a:lnTo>
                <a:lnTo>
                  <a:pt x="96663" y="36723"/>
                </a:lnTo>
                <a:lnTo>
                  <a:pt x="97296" y="36454"/>
                </a:lnTo>
                <a:lnTo>
                  <a:pt x="91650" y="39000"/>
                </a:lnTo>
                <a:lnTo>
                  <a:pt x="92266" y="38716"/>
                </a:lnTo>
                <a:lnTo>
                  <a:pt x="86778" y="41515"/>
                </a:lnTo>
                <a:lnTo>
                  <a:pt x="87364" y="41199"/>
                </a:lnTo>
                <a:lnTo>
                  <a:pt x="82033" y="44266"/>
                </a:lnTo>
                <a:lnTo>
                  <a:pt x="82603" y="43919"/>
                </a:lnTo>
                <a:lnTo>
                  <a:pt x="77431" y="47224"/>
                </a:lnTo>
                <a:lnTo>
                  <a:pt x="77986" y="46861"/>
                </a:lnTo>
                <a:lnTo>
                  <a:pt x="73004" y="50403"/>
                </a:lnTo>
                <a:lnTo>
                  <a:pt x="73526" y="50007"/>
                </a:lnTo>
                <a:lnTo>
                  <a:pt x="68718" y="53787"/>
                </a:lnTo>
                <a:lnTo>
                  <a:pt x="69224" y="53376"/>
                </a:lnTo>
                <a:lnTo>
                  <a:pt x="64605" y="57378"/>
                </a:lnTo>
                <a:lnTo>
                  <a:pt x="65096" y="56919"/>
                </a:lnTo>
                <a:lnTo>
                  <a:pt x="60667" y="61142"/>
                </a:lnTo>
                <a:lnTo>
                  <a:pt x="61142" y="60667"/>
                </a:lnTo>
                <a:lnTo>
                  <a:pt x="56919" y="65095"/>
                </a:lnTo>
                <a:lnTo>
                  <a:pt x="57378" y="64605"/>
                </a:lnTo>
                <a:lnTo>
                  <a:pt x="53376" y="69223"/>
                </a:lnTo>
                <a:lnTo>
                  <a:pt x="53787" y="68717"/>
                </a:lnTo>
                <a:lnTo>
                  <a:pt x="50009" y="73525"/>
                </a:lnTo>
                <a:lnTo>
                  <a:pt x="50403" y="73003"/>
                </a:lnTo>
                <a:lnTo>
                  <a:pt x="46861" y="77985"/>
                </a:lnTo>
                <a:lnTo>
                  <a:pt x="47225" y="77431"/>
                </a:lnTo>
                <a:lnTo>
                  <a:pt x="43919" y="82603"/>
                </a:lnTo>
                <a:lnTo>
                  <a:pt x="44267" y="82033"/>
                </a:lnTo>
                <a:lnTo>
                  <a:pt x="41199" y="87363"/>
                </a:lnTo>
                <a:lnTo>
                  <a:pt x="41515" y="86778"/>
                </a:lnTo>
                <a:lnTo>
                  <a:pt x="38715" y="92266"/>
                </a:lnTo>
                <a:lnTo>
                  <a:pt x="39000" y="91649"/>
                </a:lnTo>
                <a:lnTo>
                  <a:pt x="36455" y="97295"/>
                </a:lnTo>
                <a:lnTo>
                  <a:pt x="36723" y="96663"/>
                </a:lnTo>
                <a:lnTo>
                  <a:pt x="34429" y="102451"/>
                </a:lnTo>
                <a:lnTo>
                  <a:pt x="34666" y="101803"/>
                </a:lnTo>
                <a:lnTo>
                  <a:pt x="32675" y="107717"/>
                </a:lnTo>
                <a:lnTo>
                  <a:pt x="32881" y="107069"/>
                </a:lnTo>
                <a:lnTo>
                  <a:pt x="31156" y="113111"/>
                </a:lnTo>
                <a:lnTo>
                  <a:pt x="31329" y="112447"/>
                </a:lnTo>
                <a:lnTo>
                  <a:pt x="29907" y="118599"/>
                </a:lnTo>
                <a:lnTo>
                  <a:pt x="30049" y="117918"/>
                </a:lnTo>
                <a:lnTo>
                  <a:pt x="28926" y="124198"/>
                </a:lnTo>
                <a:lnTo>
                  <a:pt x="29037" y="123501"/>
                </a:lnTo>
                <a:lnTo>
                  <a:pt x="28231" y="129875"/>
                </a:lnTo>
                <a:lnTo>
                  <a:pt x="28294" y="129179"/>
                </a:lnTo>
                <a:lnTo>
                  <a:pt x="27803" y="135648"/>
                </a:lnTo>
                <a:lnTo>
                  <a:pt x="27834" y="134952"/>
                </a:lnTo>
                <a:lnTo>
                  <a:pt x="27676" y="141500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text-268 …">
            <a:extLst xmlns:a="http://schemas.openxmlformats.org/drawingml/2006/main">
              <a:ext uri="{FF2B5EF4-FFF2-40B4-BE49-F238E27FC236}">
                <a16:creationId xmlns:a16="http://schemas.microsoft.com/office/drawing/2014/main" id="{6A9E5C9E-1405-4E74-91A5-5980ACE5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3107" y="6929108"/>
            <a:ext cx="335930" cy="398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343" name="text-269 Instruction">
            <a:extLst xmlns:a="http://schemas.openxmlformats.org/drawingml/2006/main">
              <a:ext uri="{FF2B5EF4-FFF2-40B4-BE49-F238E27FC236}">
                <a16:creationId xmlns:a16="http://schemas.microsoft.com/office/drawing/2014/main" id="{A4970C38-EAFF-4E64-9538-956438A4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3973" y="5071337"/>
            <a:ext cx="1142794" cy="354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Instruction</a:t>
            </a:r>
          </a:p>
        </p:txBody>
      </p:sp>
      <p:sp>
        <p:nvSpPr>
          <p:cNvPr id="344" name="path-270">
            <a:extLst xmlns:a="http://schemas.openxmlformats.org/drawingml/2006/main">
              <a:ext uri="{FF2B5EF4-FFF2-40B4-BE49-F238E27FC236}">
                <a16:creationId xmlns:a16="http://schemas.microsoft.com/office/drawing/2014/main" id="{02CDE8CF-B2F8-41D1-957F-344F75FA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043" y="1703798"/>
            <a:ext cx="790766" cy="158153"/>
          </a:xfrm>
          <a:custGeom xmlns:a="http://schemas.openxmlformats.org/drawingml/2006/main">
            <a:pathLst>
              <a:path w="790766" h="158153">
                <a:moveTo>
                  <a:pt x="632613" y="158153"/>
                </a:moveTo>
                <a:lnTo>
                  <a:pt x="711689" y="79077"/>
                </a:lnTo>
                <a:lnTo>
                  <a:pt x="632613" y="0"/>
                </a:lnTo>
                <a:lnTo>
                  <a:pt x="790766" y="79077"/>
                </a:lnTo>
                <a:lnTo>
                  <a:pt x="632613" y="158153"/>
                </a:lnTo>
                <a:moveTo>
                  <a:pt x="0" y="69192"/>
                </a:moveTo>
                <a:lnTo>
                  <a:pt x="731458" y="69192"/>
                </a:lnTo>
                <a:lnTo>
                  <a:pt x="731458" y="88961"/>
                </a:lnTo>
                <a:lnTo>
                  <a:pt x="0" y="88961"/>
                </a:lnTo>
                <a:lnTo>
                  <a:pt x="0" y="69192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1F5401CA-287E-4638-A2C5-81106C94AF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23d817fb24a2c"/>
          <a:stretch xmlns:a="http://schemas.openxmlformats.org/drawingml/2006/main"/>
        </p:blipFill>
        <p:spPr>
          <a:xfrm xmlns:a="http://schemas.openxmlformats.org/drawingml/2006/main">
            <a:off x="5238750" y="6238875"/>
            <a:ext cx="2085975" cy="914400"/>
          </a:xfrm>
          <a:prstGeom xmlns:a="http://schemas.openxmlformats.org/drawingml/2006/main" prst="rect">
            <a:avLst/>
          </a:prstGeom>
        </p:spPr>
      </p:pic>
      <p:pic>
        <p:nvPic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0746391D-49EE-4C99-8740-E7754BAFF2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9e0976594464c"/>
          <a:stretch xmlns:a="http://schemas.openxmlformats.org/drawingml/2006/main"/>
        </p:blipFill>
        <p:spPr>
          <a:xfrm xmlns:a="http://schemas.openxmlformats.org/drawingml/2006/main">
            <a:off x="10544175" y="6267450"/>
            <a:ext cx="2085975" cy="942975"/>
          </a:xfrm>
          <a:prstGeom xmlns:a="http://schemas.openxmlformats.org/drawingml/2006/main" prst="rect">
            <a:avLst/>
          </a:prstGeom>
        </p:spPr>
      </p:pic>
      <p:pic>
        <p:nvPic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7E72DBE6-7226-458B-A8F9-33B2A3A41D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0b815b9c2438b"/>
          <a:stretch xmlns:a="http://schemas.openxmlformats.org/drawingml/2006/main"/>
        </p:blipFill>
        <p:spPr>
          <a:xfrm xmlns:a="http://schemas.openxmlformats.org/drawingml/2006/main">
            <a:off x="209550" y="6238875"/>
            <a:ext cx="2095500" cy="914400"/>
          </a:xfrm>
          <a:prstGeom xmlns:a="http://schemas.openxmlformats.org/drawingml/2006/main" prst="rect">
            <a:avLst/>
          </a:prstGeom>
        </p:spPr>
      </p:pic>
      <p:sp>
        <p:nvSpPr>
          <p:cNvPr id="348" name="path-274">
            <a:extLst xmlns:a="http://schemas.openxmlformats.org/drawingml/2006/main">
              <a:ext uri="{FF2B5EF4-FFF2-40B4-BE49-F238E27FC236}">
                <a16:creationId xmlns:a16="http://schemas.microsoft.com/office/drawing/2014/main" id="{AC8C6D7A-678E-4141-9503-F11E7BBB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694" y="6401736"/>
            <a:ext cx="200064" cy="371660"/>
          </a:xfrm>
          <a:custGeom xmlns:a="http://schemas.openxmlformats.org/drawingml/2006/main">
            <a:pathLst>
              <a:path w="200064" h="371660">
                <a:moveTo>
                  <a:pt x="200064" y="0"/>
                </a:moveTo>
                <a:lnTo>
                  <a:pt x="200064" y="371660"/>
                </a:lnTo>
                <a:lnTo>
                  <a:pt x="0" y="371660"/>
                </a:lnTo>
                <a:lnTo>
                  <a:pt x="0" y="0"/>
                </a:lnTo>
                <a:lnTo>
                  <a:pt x="200064" y="0"/>
                </a:lnTo>
                <a:moveTo>
                  <a:pt x="11861" y="23723"/>
                </a:moveTo>
                <a:lnTo>
                  <a:pt x="23723" y="11861"/>
                </a:lnTo>
                <a:lnTo>
                  <a:pt x="23723" y="359798"/>
                </a:lnTo>
                <a:lnTo>
                  <a:pt x="11861" y="347937"/>
                </a:lnTo>
                <a:lnTo>
                  <a:pt x="188202" y="347937"/>
                </a:lnTo>
                <a:lnTo>
                  <a:pt x="176341" y="359798"/>
                </a:lnTo>
                <a:lnTo>
                  <a:pt x="176341" y="11861"/>
                </a:lnTo>
                <a:lnTo>
                  <a:pt x="188202" y="23723"/>
                </a:lnTo>
                <a:lnTo>
                  <a:pt x="11861" y="23723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text-275 #6">
            <a:extLst xmlns:a="http://schemas.openxmlformats.org/drawingml/2006/main">
              <a:ext uri="{FF2B5EF4-FFF2-40B4-BE49-F238E27FC236}">
                <a16:creationId xmlns:a16="http://schemas.microsoft.com/office/drawing/2014/main" id="{901D8B38-71A4-4BD6-9CD6-D39ABAF5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8718" y="6177113"/>
            <a:ext cx="223953" cy="265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1" i="1">
                <a:solidFill>
                  <a:srgbClr val="EF949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1" i="1">
                <a:solidFill>
                  <a:srgbClr val="EF949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1" i="1">
                <a:solidFill>
                  <a:srgbClr val="EF949E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350" name="path-276">
            <a:extLst xmlns:a="http://schemas.openxmlformats.org/drawingml/2006/main">
              <a:ext uri="{FF2B5EF4-FFF2-40B4-BE49-F238E27FC236}">
                <a16:creationId xmlns:a16="http://schemas.microsoft.com/office/drawing/2014/main" id="{123A482C-D818-4D51-986B-EF224134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411" y="6462625"/>
            <a:ext cx="188993" cy="189784"/>
          </a:xfrm>
          <a:custGeom xmlns:a="http://schemas.openxmlformats.org/drawingml/2006/main">
            <a:pathLst>
              <a:path w="188993" h="189784">
                <a:moveTo>
                  <a:pt x="188993" y="0"/>
                </a:moveTo>
                <a:lnTo>
                  <a:pt x="188993" y="189784"/>
                </a:lnTo>
                <a:lnTo>
                  <a:pt x="0" y="189784"/>
                </a:lnTo>
                <a:lnTo>
                  <a:pt x="0" y="0"/>
                </a:lnTo>
                <a:lnTo>
                  <a:pt x="188993" y="0"/>
                </a:lnTo>
                <a:moveTo>
                  <a:pt x="11861" y="23723"/>
                </a:moveTo>
                <a:lnTo>
                  <a:pt x="23723" y="11861"/>
                </a:lnTo>
                <a:lnTo>
                  <a:pt x="23723" y="177922"/>
                </a:lnTo>
                <a:lnTo>
                  <a:pt x="11861" y="166061"/>
                </a:lnTo>
                <a:lnTo>
                  <a:pt x="177132" y="166061"/>
                </a:lnTo>
                <a:lnTo>
                  <a:pt x="165270" y="177922"/>
                </a:lnTo>
                <a:lnTo>
                  <a:pt x="165270" y="11861"/>
                </a:lnTo>
                <a:lnTo>
                  <a:pt x="177132" y="23723"/>
                </a:lnTo>
                <a:lnTo>
                  <a:pt x="11861" y="23723"/>
                </a:lnTo>
              </a:path>
            </a:pathLst>
          </a:custGeom>
          <a:solidFill xmlns:a="http://schemas.openxmlformats.org/drawingml/2006/main">
            <a:srgbClr val="7DD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text-277 #ball">
            <a:extLst xmlns:a="http://schemas.openxmlformats.org/drawingml/2006/main">
              <a:ext uri="{FF2B5EF4-FFF2-40B4-BE49-F238E27FC236}">
                <a16:creationId xmlns:a16="http://schemas.microsoft.com/office/drawing/2014/main" id="{114ABCFF-429F-4DF3-971D-27CFDF00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5261" y="6605590"/>
            <a:ext cx="424575" cy="265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6" b="1" i="1">
                <a:solidFill>
                  <a:srgbClr val="7DDFD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6" b="1" i="1">
                <a:solidFill>
                  <a:srgbClr val="7DDFD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6" b="1" i="1">
                <a:solidFill>
                  <a:srgbClr val="7DDFD7"/>
                </a:solidFill>
                <a:latin typeface="Times New Roman"/>
                <a:ea typeface="Times New Roman"/>
                <a:cs typeface="Times New Roman"/>
              </a:rPr>
              <a:t>#ball</a:t>
            </a:r>
          </a:p>
        </p:txBody>
      </p:sp>
      <p:sp>
        <p:nvSpPr>
          <p:cNvPr id="352" name="path-278">
            <a:extLst xmlns:a="http://schemas.openxmlformats.org/drawingml/2006/main">
              <a:ext uri="{FF2B5EF4-FFF2-40B4-BE49-F238E27FC236}">
                <a16:creationId xmlns:a16="http://schemas.microsoft.com/office/drawing/2014/main" id="{D345F774-F692-4DC7-85DC-6746EAB8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22" y="6184370"/>
            <a:ext cx="996301" cy="343129"/>
          </a:xfrm>
          <a:custGeom xmlns:a="http://schemas.openxmlformats.org/drawingml/2006/main">
            <a:pathLst>
              <a:path w="996301" h="343129">
                <a:moveTo>
                  <a:pt x="981514" y="343129"/>
                </a:moveTo>
                <a:lnTo>
                  <a:pt x="965003" y="329971"/>
                </a:lnTo>
                <a:lnTo>
                  <a:pt x="946199" y="314092"/>
                </a:lnTo>
                <a:lnTo>
                  <a:pt x="908732" y="281450"/>
                </a:lnTo>
                <a:lnTo>
                  <a:pt x="924310" y="263562"/>
                </a:lnTo>
                <a:lnTo>
                  <a:pt x="961713" y="296142"/>
                </a:lnTo>
                <a:lnTo>
                  <a:pt x="961587" y="296031"/>
                </a:lnTo>
                <a:lnTo>
                  <a:pt x="980170" y="311736"/>
                </a:lnTo>
                <a:lnTo>
                  <a:pt x="979917" y="311515"/>
                </a:lnTo>
                <a:lnTo>
                  <a:pt x="996301" y="324578"/>
                </a:lnTo>
                <a:lnTo>
                  <a:pt x="981514" y="343129"/>
                </a:lnTo>
                <a:moveTo>
                  <a:pt x="854897" y="235126"/>
                </a:moveTo>
                <a:lnTo>
                  <a:pt x="852097" y="232738"/>
                </a:lnTo>
                <a:lnTo>
                  <a:pt x="852224" y="232849"/>
                </a:lnTo>
                <a:lnTo>
                  <a:pt x="824357" y="209838"/>
                </a:lnTo>
                <a:lnTo>
                  <a:pt x="824484" y="209933"/>
                </a:lnTo>
                <a:lnTo>
                  <a:pt x="809981" y="198308"/>
                </a:lnTo>
                <a:lnTo>
                  <a:pt x="810076" y="198387"/>
                </a:lnTo>
                <a:lnTo>
                  <a:pt x="795210" y="186732"/>
                </a:lnTo>
                <a:lnTo>
                  <a:pt x="795321" y="186811"/>
                </a:lnTo>
                <a:lnTo>
                  <a:pt x="781371" y="176151"/>
                </a:lnTo>
                <a:lnTo>
                  <a:pt x="795779" y="157300"/>
                </a:lnTo>
                <a:lnTo>
                  <a:pt x="809791" y="168007"/>
                </a:lnTo>
                <a:lnTo>
                  <a:pt x="824768" y="179757"/>
                </a:lnTo>
                <a:lnTo>
                  <a:pt x="839382" y="191477"/>
                </a:lnTo>
                <a:lnTo>
                  <a:pt x="867391" y="214614"/>
                </a:lnTo>
                <a:lnTo>
                  <a:pt x="870269" y="217050"/>
                </a:lnTo>
                <a:lnTo>
                  <a:pt x="854897" y="235126"/>
                </a:lnTo>
                <a:moveTo>
                  <a:pt x="724025" y="135285"/>
                </a:moveTo>
                <a:lnTo>
                  <a:pt x="716750" y="130398"/>
                </a:lnTo>
                <a:lnTo>
                  <a:pt x="716940" y="130524"/>
                </a:lnTo>
                <a:lnTo>
                  <a:pt x="700223" y="119785"/>
                </a:lnTo>
                <a:lnTo>
                  <a:pt x="700429" y="119928"/>
                </a:lnTo>
                <a:lnTo>
                  <a:pt x="683475" y="109506"/>
                </a:lnTo>
                <a:lnTo>
                  <a:pt x="683712" y="109648"/>
                </a:lnTo>
                <a:lnTo>
                  <a:pt x="666505" y="99605"/>
                </a:lnTo>
                <a:lnTo>
                  <a:pt x="666758" y="99747"/>
                </a:lnTo>
                <a:lnTo>
                  <a:pt x="649329" y="90147"/>
                </a:lnTo>
                <a:lnTo>
                  <a:pt x="649614" y="90290"/>
                </a:lnTo>
                <a:lnTo>
                  <a:pt x="643778" y="87269"/>
                </a:lnTo>
                <a:lnTo>
                  <a:pt x="654690" y="66203"/>
                </a:lnTo>
                <a:lnTo>
                  <a:pt x="660653" y="69303"/>
                </a:lnTo>
                <a:lnTo>
                  <a:pt x="678335" y="79045"/>
                </a:lnTo>
                <a:lnTo>
                  <a:pt x="695779" y="89230"/>
                </a:lnTo>
                <a:lnTo>
                  <a:pt x="712954" y="99763"/>
                </a:lnTo>
                <a:lnTo>
                  <a:pt x="729861" y="110629"/>
                </a:lnTo>
                <a:lnTo>
                  <a:pt x="737231" y="115578"/>
                </a:lnTo>
                <a:lnTo>
                  <a:pt x="724025" y="135285"/>
                </a:lnTo>
                <a:moveTo>
                  <a:pt x="580122" y="58010"/>
                </a:moveTo>
                <a:lnTo>
                  <a:pt x="578951" y="57536"/>
                </a:lnTo>
                <a:lnTo>
                  <a:pt x="579347" y="57678"/>
                </a:lnTo>
                <a:lnTo>
                  <a:pt x="561033" y="50941"/>
                </a:lnTo>
                <a:lnTo>
                  <a:pt x="561333" y="51036"/>
                </a:lnTo>
                <a:lnTo>
                  <a:pt x="552129" y="47937"/>
                </a:lnTo>
                <a:lnTo>
                  <a:pt x="552350" y="48016"/>
                </a:lnTo>
                <a:lnTo>
                  <a:pt x="543098" y="45090"/>
                </a:lnTo>
                <a:lnTo>
                  <a:pt x="543335" y="45153"/>
                </a:lnTo>
                <a:lnTo>
                  <a:pt x="534051" y="42433"/>
                </a:lnTo>
                <a:lnTo>
                  <a:pt x="534289" y="42496"/>
                </a:lnTo>
                <a:lnTo>
                  <a:pt x="524989" y="39966"/>
                </a:lnTo>
                <a:lnTo>
                  <a:pt x="525242" y="40029"/>
                </a:lnTo>
                <a:lnTo>
                  <a:pt x="515895" y="37704"/>
                </a:lnTo>
                <a:lnTo>
                  <a:pt x="516133" y="37767"/>
                </a:lnTo>
                <a:lnTo>
                  <a:pt x="506754" y="35632"/>
                </a:lnTo>
                <a:lnTo>
                  <a:pt x="506992" y="35680"/>
                </a:lnTo>
                <a:lnTo>
                  <a:pt x="497550" y="33735"/>
                </a:lnTo>
                <a:lnTo>
                  <a:pt x="497787" y="33782"/>
                </a:lnTo>
                <a:lnTo>
                  <a:pt x="491366" y="32579"/>
                </a:lnTo>
                <a:lnTo>
                  <a:pt x="495699" y="9268"/>
                </a:lnTo>
                <a:lnTo>
                  <a:pt x="502231" y="10470"/>
                </a:lnTo>
                <a:lnTo>
                  <a:pt x="511894" y="12463"/>
                </a:lnTo>
                <a:lnTo>
                  <a:pt x="521510" y="14661"/>
                </a:lnTo>
                <a:lnTo>
                  <a:pt x="531094" y="17049"/>
                </a:lnTo>
                <a:lnTo>
                  <a:pt x="540631" y="19643"/>
                </a:lnTo>
                <a:lnTo>
                  <a:pt x="550136" y="22426"/>
                </a:lnTo>
                <a:lnTo>
                  <a:pt x="559593" y="25416"/>
                </a:lnTo>
                <a:lnTo>
                  <a:pt x="569066" y="28610"/>
                </a:lnTo>
                <a:lnTo>
                  <a:pt x="587729" y="35490"/>
                </a:lnTo>
                <a:lnTo>
                  <a:pt x="589088" y="36044"/>
                </a:lnTo>
                <a:lnTo>
                  <a:pt x="580122" y="58010"/>
                </a:lnTo>
                <a:moveTo>
                  <a:pt x="422221" y="24688"/>
                </a:moveTo>
                <a:lnTo>
                  <a:pt x="413064" y="24182"/>
                </a:lnTo>
                <a:lnTo>
                  <a:pt x="413413" y="24197"/>
                </a:lnTo>
                <a:lnTo>
                  <a:pt x="394086" y="23723"/>
                </a:lnTo>
                <a:lnTo>
                  <a:pt x="394418" y="23723"/>
                </a:lnTo>
                <a:lnTo>
                  <a:pt x="375092" y="23771"/>
                </a:lnTo>
                <a:lnTo>
                  <a:pt x="375392" y="23771"/>
                </a:lnTo>
                <a:lnTo>
                  <a:pt x="356113" y="24325"/>
                </a:lnTo>
                <a:lnTo>
                  <a:pt x="356398" y="24308"/>
                </a:lnTo>
                <a:lnTo>
                  <a:pt x="337182" y="25321"/>
                </a:lnTo>
                <a:lnTo>
                  <a:pt x="337435" y="25305"/>
                </a:lnTo>
                <a:lnTo>
                  <a:pt x="328943" y="25937"/>
                </a:lnTo>
                <a:lnTo>
                  <a:pt x="327171" y="2278"/>
                </a:lnTo>
                <a:lnTo>
                  <a:pt x="335791" y="1630"/>
                </a:lnTo>
                <a:lnTo>
                  <a:pt x="355291" y="617"/>
                </a:lnTo>
                <a:lnTo>
                  <a:pt x="374870" y="48"/>
                </a:lnTo>
                <a:lnTo>
                  <a:pt x="394513" y="0"/>
                </a:lnTo>
                <a:lnTo>
                  <a:pt x="414188" y="491"/>
                </a:lnTo>
                <a:lnTo>
                  <a:pt x="423518" y="997"/>
                </a:lnTo>
                <a:lnTo>
                  <a:pt x="422221" y="24688"/>
                </a:lnTo>
                <a:moveTo>
                  <a:pt x="259087" y="33656"/>
                </a:moveTo>
                <a:lnTo>
                  <a:pt x="244315" y="35869"/>
                </a:lnTo>
                <a:lnTo>
                  <a:pt x="244489" y="35838"/>
                </a:lnTo>
                <a:lnTo>
                  <a:pt x="226333" y="38843"/>
                </a:lnTo>
                <a:lnTo>
                  <a:pt x="226491" y="38811"/>
                </a:lnTo>
                <a:lnTo>
                  <a:pt x="208620" y="42022"/>
                </a:lnTo>
                <a:lnTo>
                  <a:pt x="208762" y="41990"/>
                </a:lnTo>
                <a:lnTo>
                  <a:pt x="191191" y="45359"/>
                </a:lnTo>
                <a:lnTo>
                  <a:pt x="191381" y="45311"/>
                </a:lnTo>
                <a:lnTo>
                  <a:pt x="166409" y="50514"/>
                </a:lnTo>
                <a:lnTo>
                  <a:pt x="161585" y="27281"/>
                </a:lnTo>
                <a:lnTo>
                  <a:pt x="186636" y="22079"/>
                </a:lnTo>
                <a:lnTo>
                  <a:pt x="204365" y="18678"/>
                </a:lnTo>
                <a:lnTo>
                  <a:pt x="222395" y="15452"/>
                </a:lnTo>
                <a:lnTo>
                  <a:pt x="240725" y="12415"/>
                </a:lnTo>
                <a:lnTo>
                  <a:pt x="255576" y="10201"/>
                </a:lnTo>
                <a:lnTo>
                  <a:pt x="259087" y="33656"/>
                </a:lnTo>
                <a:moveTo>
                  <a:pt x="97327" y="66235"/>
                </a:moveTo>
                <a:lnTo>
                  <a:pt x="94639" y="66867"/>
                </a:lnTo>
                <a:lnTo>
                  <a:pt x="94670" y="66867"/>
                </a:lnTo>
                <a:lnTo>
                  <a:pt x="40060" y="79931"/>
                </a:lnTo>
                <a:lnTo>
                  <a:pt x="16385" y="85213"/>
                </a:lnTo>
                <a:lnTo>
                  <a:pt x="5488" y="87427"/>
                </a:lnTo>
                <a:lnTo>
                  <a:pt x="4270" y="87649"/>
                </a:lnTo>
                <a:lnTo>
                  <a:pt x="0" y="64321"/>
                </a:lnTo>
                <a:lnTo>
                  <a:pt x="1107" y="64116"/>
                </a:lnTo>
                <a:lnTo>
                  <a:pt x="886" y="64163"/>
                </a:lnTo>
                <a:lnTo>
                  <a:pt x="11561" y="61996"/>
                </a:lnTo>
                <a:lnTo>
                  <a:pt x="11340" y="62044"/>
                </a:lnTo>
                <a:lnTo>
                  <a:pt x="34794" y="56809"/>
                </a:lnTo>
                <a:lnTo>
                  <a:pt x="34620" y="56841"/>
                </a:lnTo>
                <a:lnTo>
                  <a:pt x="89151" y="43793"/>
                </a:lnTo>
                <a:lnTo>
                  <a:pt x="91871" y="43144"/>
                </a:lnTo>
                <a:lnTo>
                  <a:pt x="97327" y="66235"/>
                </a:lnTo>
              </a:path>
            </a:pathLst>
          </a:custGeom>
          <a:solidFill xmlns:a="http://schemas.openxmlformats.org/drawingml/2006/main">
            <a:srgbClr val="7DD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279">
            <a:extLst xmlns:a="http://schemas.openxmlformats.org/drawingml/2006/main">
              <a:ext uri="{FF2B5EF4-FFF2-40B4-BE49-F238E27FC236}">
                <a16:creationId xmlns:a16="http://schemas.microsoft.com/office/drawing/2014/main" id="{AA025ADB-8A65-4351-8E66-BE68F191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206" y="6554354"/>
            <a:ext cx="187459" cy="67974"/>
          </a:xfrm>
          <a:custGeom xmlns:a="http://schemas.openxmlformats.org/drawingml/2006/main">
            <a:pathLst>
              <a:path w="187459" h="67974">
                <a:moveTo>
                  <a:pt x="0" y="9378"/>
                </a:moveTo>
                <a:lnTo>
                  <a:pt x="4587" y="8113"/>
                </a:lnTo>
                <a:lnTo>
                  <a:pt x="4017" y="8287"/>
                </a:lnTo>
                <a:lnTo>
                  <a:pt x="9600" y="6437"/>
                </a:lnTo>
                <a:lnTo>
                  <a:pt x="16480" y="4286"/>
                </a:lnTo>
                <a:lnTo>
                  <a:pt x="24672" y="2246"/>
                </a:lnTo>
                <a:lnTo>
                  <a:pt x="29480" y="1344"/>
                </a:lnTo>
                <a:lnTo>
                  <a:pt x="34541" y="648"/>
                </a:lnTo>
                <a:lnTo>
                  <a:pt x="39950" y="190"/>
                </a:lnTo>
                <a:lnTo>
                  <a:pt x="45707" y="0"/>
                </a:lnTo>
                <a:lnTo>
                  <a:pt x="51811" y="142"/>
                </a:lnTo>
                <a:lnTo>
                  <a:pt x="58248" y="648"/>
                </a:lnTo>
                <a:lnTo>
                  <a:pt x="65033" y="1566"/>
                </a:lnTo>
                <a:lnTo>
                  <a:pt x="72055" y="2925"/>
                </a:lnTo>
                <a:lnTo>
                  <a:pt x="86178" y="6183"/>
                </a:lnTo>
                <a:lnTo>
                  <a:pt x="98909" y="9441"/>
                </a:lnTo>
                <a:lnTo>
                  <a:pt x="93026" y="32421"/>
                </a:lnTo>
                <a:lnTo>
                  <a:pt x="80437" y="29195"/>
                </a:lnTo>
                <a:lnTo>
                  <a:pt x="80706" y="29258"/>
                </a:lnTo>
                <a:lnTo>
                  <a:pt x="66931" y="26079"/>
                </a:lnTo>
                <a:lnTo>
                  <a:pt x="67358" y="26174"/>
                </a:lnTo>
                <a:lnTo>
                  <a:pt x="60873" y="24925"/>
                </a:lnTo>
                <a:lnTo>
                  <a:pt x="61522" y="25036"/>
                </a:lnTo>
                <a:lnTo>
                  <a:pt x="55385" y="24197"/>
                </a:lnTo>
                <a:lnTo>
                  <a:pt x="56049" y="24276"/>
                </a:lnTo>
                <a:lnTo>
                  <a:pt x="50277" y="23818"/>
                </a:lnTo>
                <a:lnTo>
                  <a:pt x="50941" y="23849"/>
                </a:lnTo>
                <a:lnTo>
                  <a:pt x="45501" y="23723"/>
                </a:lnTo>
                <a:lnTo>
                  <a:pt x="46150" y="23723"/>
                </a:lnTo>
                <a:lnTo>
                  <a:pt x="41041" y="23881"/>
                </a:lnTo>
                <a:lnTo>
                  <a:pt x="41673" y="23849"/>
                </a:lnTo>
                <a:lnTo>
                  <a:pt x="36881" y="24261"/>
                </a:lnTo>
                <a:lnTo>
                  <a:pt x="37483" y="24197"/>
                </a:lnTo>
                <a:lnTo>
                  <a:pt x="33007" y="24814"/>
                </a:lnTo>
                <a:lnTo>
                  <a:pt x="33560" y="24719"/>
                </a:lnTo>
                <a:lnTo>
                  <a:pt x="29369" y="25494"/>
                </a:lnTo>
                <a:lnTo>
                  <a:pt x="30065" y="25352"/>
                </a:lnTo>
                <a:lnTo>
                  <a:pt x="22553" y="27218"/>
                </a:lnTo>
                <a:lnTo>
                  <a:pt x="23217" y="27044"/>
                </a:lnTo>
                <a:lnTo>
                  <a:pt x="16764" y="29053"/>
                </a:lnTo>
                <a:lnTo>
                  <a:pt x="16954" y="28990"/>
                </a:lnTo>
                <a:lnTo>
                  <a:pt x="11198" y="30887"/>
                </a:lnTo>
                <a:lnTo>
                  <a:pt x="6358" y="32247"/>
                </a:lnTo>
                <a:lnTo>
                  <a:pt x="0" y="9378"/>
                </a:lnTo>
                <a:moveTo>
                  <a:pt x="167880" y="35932"/>
                </a:moveTo>
                <a:lnTo>
                  <a:pt x="168148" y="36075"/>
                </a:lnTo>
                <a:lnTo>
                  <a:pt x="174981" y="40171"/>
                </a:lnTo>
                <a:lnTo>
                  <a:pt x="181528" y="44567"/>
                </a:lnTo>
                <a:lnTo>
                  <a:pt x="187459" y="49059"/>
                </a:lnTo>
                <a:lnTo>
                  <a:pt x="173162" y="67974"/>
                </a:lnTo>
                <a:lnTo>
                  <a:pt x="167484" y="63688"/>
                </a:lnTo>
                <a:lnTo>
                  <a:pt x="168022" y="64068"/>
                </a:lnTo>
                <a:lnTo>
                  <a:pt x="161997" y="60035"/>
                </a:lnTo>
                <a:lnTo>
                  <a:pt x="162502" y="60351"/>
                </a:lnTo>
                <a:lnTo>
                  <a:pt x="156177" y="56555"/>
                </a:lnTo>
                <a:lnTo>
                  <a:pt x="156635" y="56809"/>
                </a:lnTo>
                <a:lnTo>
                  <a:pt x="156397" y="56682"/>
                </a:lnTo>
                <a:lnTo>
                  <a:pt x="156603" y="56792"/>
                </a:lnTo>
                <a:lnTo>
                  <a:pt x="167880" y="35932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280">
            <a:extLst xmlns:a="http://schemas.openxmlformats.org/drawingml/2006/main">
              <a:ext uri="{FF2B5EF4-FFF2-40B4-BE49-F238E27FC236}">
                <a16:creationId xmlns:a16="http://schemas.microsoft.com/office/drawing/2014/main" id="{85F99B8C-F388-4D5D-A457-E0973A90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66" y="5872081"/>
            <a:ext cx="4750286" cy="373874"/>
          </a:xfrm>
          <a:custGeom xmlns:a="http://schemas.openxmlformats.org/drawingml/2006/main">
            <a:pathLst>
              <a:path w="4750286" h="373874">
                <a:moveTo>
                  <a:pt x="0" y="0"/>
                </a:moveTo>
                <a:lnTo>
                  <a:pt x="0" y="373874"/>
                </a:lnTo>
                <a:lnTo>
                  <a:pt x="4750286" y="373874"/>
                </a:lnTo>
                <a:lnTo>
                  <a:pt x="4750286" y="0"/>
                </a:lnTo>
                <a:close/>
              </a:path>
            </a:pathLst>
          </a:custGeom>
          <a:solidFill xmlns:a="http://schemas.openxmlformats.org/drawingml/2006/main">
            <a:srgbClr val="F0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text-281 (1)">
            <a:extLst xmlns:a="http://schemas.openxmlformats.org/drawingml/2006/main">
              <a:ext uri="{FF2B5EF4-FFF2-40B4-BE49-F238E27FC236}">
                <a16:creationId xmlns:a16="http://schemas.microsoft.com/office/drawing/2014/main" id="{DA57CB40-7F03-454D-986A-926F9BA6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217" y="5882129"/>
            <a:ext cx="298112" cy="310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(1)</a:t>
            </a:r>
          </a:p>
        </p:txBody>
      </p:sp>
      <p:sp>
        <p:nvSpPr>
          <p:cNvPr id="356" name="text-282 Multi-turn">
            <a:extLst xmlns:a="http://schemas.openxmlformats.org/drawingml/2006/main">
              <a:ext uri="{FF2B5EF4-FFF2-40B4-BE49-F238E27FC236}">
                <a16:creationId xmlns:a16="http://schemas.microsoft.com/office/drawing/2014/main" id="{8167FCE9-F994-46FE-8837-99F07828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361" y="5881888"/>
            <a:ext cx="1013564" cy="31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6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Multi-turn</a:t>
            </a:r>
          </a:p>
        </p:txBody>
      </p:sp>
      <p:sp>
        <p:nvSpPr>
          <p:cNvPr id="357" name="text-282 Trajectory">
            <a:extLst xmlns:a="http://schemas.openxmlformats.org/drawingml/2006/main">
              <a:ext uri="{FF2B5EF4-FFF2-40B4-BE49-F238E27FC236}">
                <a16:creationId xmlns:a16="http://schemas.microsoft.com/office/drawing/2014/main" id="{0CD4DC4A-FBDB-4C8F-963D-AE5EAFE2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2147" y="5882240"/>
            <a:ext cx="978266" cy="3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3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358" name="text-282 QA">
            <a:extLst xmlns:a="http://schemas.openxmlformats.org/drawingml/2006/main">
              <a:ext uri="{FF2B5EF4-FFF2-40B4-BE49-F238E27FC236}">
                <a16:creationId xmlns:a16="http://schemas.microsoft.com/office/drawing/2014/main" id="{2AD13558-52BE-4289-87CA-559F546C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5349" y="5881961"/>
            <a:ext cx="347842" cy="31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QA</a:t>
            </a:r>
          </a:p>
        </p:txBody>
      </p:sp>
      <p:sp>
        <p:nvSpPr>
          <p:cNvPr id="359" name="path-283">
            <a:extLst xmlns:a="http://schemas.openxmlformats.org/drawingml/2006/main">
              <a:ext uri="{FF2B5EF4-FFF2-40B4-BE49-F238E27FC236}">
                <a16:creationId xmlns:a16="http://schemas.microsoft.com/office/drawing/2014/main" id="{3AE315D2-981D-433D-998E-9368BB32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011" y="5866388"/>
            <a:ext cx="4716125" cy="371976"/>
          </a:xfrm>
          <a:custGeom xmlns:a="http://schemas.openxmlformats.org/drawingml/2006/main">
            <a:pathLst>
              <a:path w="4716125" h="371976">
                <a:moveTo>
                  <a:pt x="0" y="0"/>
                </a:moveTo>
                <a:lnTo>
                  <a:pt x="0" y="371976"/>
                </a:lnTo>
                <a:lnTo>
                  <a:pt x="4716125" y="371976"/>
                </a:lnTo>
                <a:lnTo>
                  <a:pt x="4716125" y="0"/>
                </a:lnTo>
                <a:close/>
              </a:path>
            </a:pathLst>
          </a:custGeom>
          <a:solidFill xmlns:a="http://schemas.openxmlformats.org/drawingml/2006/main">
            <a:srgbClr val="F0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text-284 (2)">
            <a:extLst xmlns:a="http://schemas.openxmlformats.org/drawingml/2006/main">
              <a:ext uri="{FF2B5EF4-FFF2-40B4-BE49-F238E27FC236}">
                <a16:creationId xmlns:a16="http://schemas.microsoft.com/office/drawing/2014/main" id="{84C406E4-8F0E-4071-8D35-CD7AED2F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1858" y="5882128"/>
            <a:ext cx="298113" cy="310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(2)</a:t>
            </a:r>
          </a:p>
        </p:txBody>
      </p:sp>
      <p:sp>
        <p:nvSpPr>
          <p:cNvPr id="361" name="text-285 Occlusion">
            <a:extLst xmlns:a="http://schemas.openxmlformats.org/drawingml/2006/main">
              <a:ext uri="{FF2B5EF4-FFF2-40B4-BE49-F238E27FC236}">
                <a16:creationId xmlns:a16="http://schemas.microsoft.com/office/drawing/2014/main" id="{828905A8-DB79-4A34-AD6B-5CA8A1DF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5002" y="5882104"/>
            <a:ext cx="962916" cy="310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Occlusion</a:t>
            </a:r>
          </a:p>
        </p:txBody>
      </p:sp>
      <p:sp>
        <p:nvSpPr>
          <p:cNvPr id="362" name="text-285 Recovery">
            <a:extLst xmlns:a="http://schemas.openxmlformats.org/drawingml/2006/main">
              <a:ext uri="{FF2B5EF4-FFF2-40B4-BE49-F238E27FC236}">
                <a16:creationId xmlns:a16="http://schemas.microsoft.com/office/drawing/2014/main" id="{01A63155-C07E-4837-95D2-36E48AF5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3178" y="5882272"/>
            <a:ext cx="875462" cy="309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3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Recovery</a:t>
            </a:r>
          </a:p>
        </p:txBody>
      </p:sp>
      <p:sp>
        <p:nvSpPr>
          <p:cNvPr id="363" name="path-286">
            <a:extLst xmlns:a="http://schemas.openxmlformats.org/drawingml/2006/main">
              <a:ext uri="{FF2B5EF4-FFF2-40B4-BE49-F238E27FC236}">
                <a16:creationId xmlns:a16="http://schemas.microsoft.com/office/drawing/2014/main" id="{FD24EB48-EA47-4230-8800-7973EFCF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159" y="5887264"/>
            <a:ext cx="4539626" cy="373874"/>
          </a:xfrm>
          <a:custGeom xmlns:a="http://schemas.openxmlformats.org/drawingml/2006/main">
            <a:pathLst>
              <a:path w="4539626" h="373874">
                <a:moveTo>
                  <a:pt x="0" y="0"/>
                </a:moveTo>
                <a:lnTo>
                  <a:pt x="0" y="373874"/>
                </a:lnTo>
                <a:lnTo>
                  <a:pt x="4539626" y="373874"/>
                </a:lnTo>
                <a:lnTo>
                  <a:pt x="4539626" y="0"/>
                </a:lnTo>
                <a:close/>
              </a:path>
            </a:pathLst>
          </a:custGeom>
          <a:solidFill xmlns:a="http://schemas.openxmlformats.org/drawingml/2006/main">
            <a:srgbClr val="F0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text-287 (3)">
            <a:extLst xmlns:a="http://schemas.openxmlformats.org/drawingml/2006/main">
              <a:ext uri="{FF2B5EF4-FFF2-40B4-BE49-F238E27FC236}">
                <a16:creationId xmlns:a16="http://schemas.microsoft.com/office/drawing/2014/main" id="{8C38550E-D174-468B-8863-B521D838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8636" y="5901107"/>
            <a:ext cx="298113" cy="310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(3)</a:t>
            </a:r>
          </a:p>
        </p:txBody>
      </p:sp>
      <p:sp>
        <p:nvSpPr>
          <p:cNvPr id="365" name="text-288 Identity-Preserving">
            <a:extLst xmlns:a="http://schemas.openxmlformats.org/drawingml/2006/main">
              <a:ext uri="{FF2B5EF4-FFF2-40B4-BE49-F238E27FC236}">
                <a16:creationId xmlns:a16="http://schemas.microsoft.com/office/drawing/2014/main" id="{5FBBD78A-197B-4FCD-97C5-C0563409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1780" y="5901136"/>
            <a:ext cx="1798924" cy="31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Identity-Preserving</a:t>
            </a:r>
          </a:p>
        </p:txBody>
      </p:sp>
      <p:sp>
        <p:nvSpPr>
          <p:cNvPr id="366" name="text-288 Multi-Object">
            <a:extLst xmlns:a="http://schemas.openxmlformats.org/drawingml/2006/main">
              <a:ext uri="{FF2B5EF4-FFF2-40B4-BE49-F238E27FC236}">
                <a16:creationId xmlns:a16="http://schemas.microsoft.com/office/drawing/2014/main" id="{91E3C1F3-6454-4FC1-BF97-68E49714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5799" y="5901114"/>
            <a:ext cx="1208676" cy="31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4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Multi-Object</a:t>
            </a:r>
          </a:p>
        </p:txBody>
      </p:sp>
      <p:sp>
        <p:nvSpPr>
          <p:cNvPr id="367" name="text-288 Dialog">
            <a:extLst xmlns:a="http://schemas.openxmlformats.org/drawingml/2006/main">
              <a:ext uri="{FF2B5EF4-FFF2-40B4-BE49-F238E27FC236}">
                <a16:creationId xmlns:a16="http://schemas.microsoft.com/office/drawing/2014/main" id="{A7DCD51C-19ED-4A4E-8DE7-9DB3EEE5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9906" y="5900970"/>
            <a:ext cx="655504" cy="310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Dialog</a:t>
            </a:r>
          </a:p>
        </p:txBody>
      </p:sp>
      <p:sp>
        <p:nvSpPr>
          <p:cNvPr id="368" name="text-289 Q(turn">
            <a:extLst xmlns:a="http://schemas.openxmlformats.org/drawingml/2006/main">
              <a:ext uri="{FF2B5EF4-FFF2-40B4-BE49-F238E27FC236}">
                <a16:creationId xmlns:a16="http://schemas.microsoft.com/office/drawing/2014/main" id="{8079F5A6-848C-4132-9777-2B41BC9C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6257" y="6308426"/>
            <a:ext cx="476575" cy="221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Q(turn</a:t>
            </a:r>
          </a:p>
        </p:txBody>
      </p:sp>
      <p:sp>
        <p:nvSpPr>
          <p:cNvPr id="369" name="text-289 1):">
            <a:extLst xmlns:a="http://schemas.openxmlformats.org/drawingml/2006/main">
              <a:ext uri="{FF2B5EF4-FFF2-40B4-BE49-F238E27FC236}">
                <a16:creationId xmlns:a16="http://schemas.microsoft.com/office/drawing/2014/main" id="{8D9C20D2-C992-400D-A3DA-EAACD4D4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4160" y="6308351"/>
            <a:ext cx="212942" cy="2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1):</a:t>
            </a:r>
          </a:p>
        </p:txBody>
      </p:sp>
      <p:sp>
        <p:nvSpPr>
          <p:cNvPr id="370" name="text-290 Who">
            <a:extLst xmlns:a="http://schemas.openxmlformats.org/drawingml/2006/main">
              <a:ext uri="{FF2B5EF4-FFF2-40B4-BE49-F238E27FC236}">
                <a16:creationId xmlns:a16="http://schemas.microsoft.com/office/drawing/2014/main" id="{FDF45AA1-217F-491B-8652-36AECE5D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8736" y="6308465"/>
            <a:ext cx="335673" cy="221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Who</a:t>
            </a:r>
          </a:p>
        </p:txBody>
      </p:sp>
      <p:sp>
        <p:nvSpPr>
          <p:cNvPr id="371" name="text-290 scored">
            <a:extLst xmlns:a="http://schemas.openxmlformats.org/drawingml/2006/main">
              <a:ext uri="{FF2B5EF4-FFF2-40B4-BE49-F238E27FC236}">
                <a16:creationId xmlns:a16="http://schemas.microsoft.com/office/drawing/2014/main" id="{B7A142C0-2BB3-41C3-B638-2E985CEC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5883" y="6308202"/>
            <a:ext cx="441683" cy="22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scored</a:t>
            </a:r>
          </a:p>
        </p:txBody>
      </p:sp>
      <p:sp>
        <p:nvSpPr>
          <p:cNvPr id="372" name="text-290 the">
            <a:extLst xmlns:a="http://schemas.openxmlformats.org/drawingml/2006/main">
              <a:ext uri="{FF2B5EF4-FFF2-40B4-BE49-F238E27FC236}">
                <a16:creationId xmlns:a16="http://schemas.microsoft.com/office/drawing/2014/main" id="{E42C1C78-8701-431E-8DCA-8021EE40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8991" y="6308406"/>
            <a:ext cx="221676" cy="221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73" name="text-290 three-pointer">
            <a:extLst xmlns:a="http://schemas.openxmlformats.org/drawingml/2006/main">
              <a:ext uri="{FF2B5EF4-FFF2-40B4-BE49-F238E27FC236}">
                <a16:creationId xmlns:a16="http://schemas.microsoft.com/office/drawing/2014/main" id="{80D2912B-9EB5-4BA1-9F3C-32D6E871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2266" y="6308003"/>
            <a:ext cx="847198" cy="222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three-pointer</a:t>
            </a:r>
          </a:p>
        </p:txBody>
      </p:sp>
      <p:sp>
        <p:nvSpPr>
          <p:cNvPr id="374" name="text-291 at">
            <a:extLst xmlns:a="http://schemas.openxmlformats.org/drawingml/2006/main">
              <a:ext uri="{FF2B5EF4-FFF2-40B4-BE49-F238E27FC236}">
                <a16:creationId xmlns:a16="http://schemas.microsoft.com/office/drawing/2014/main" id="{9108353A-699D-404A-9034-908DE9E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6257" y="6498223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375" name="text-291 t=0.8s?">
            <a:extLst xmlns:a="http://schemas.openxmlformats.org/drawingml/2006/main">
              <a:ext uri="{FF2B5EF4-FFF2-40B4-BE49-F238E27FC236}">
                <a16:creationId xmlns:a16="http://schemas.microsoft.com/office/drawing/2014/main" id="{B30ED6A7-FAE4-4D17-9ABA-C0BD0709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0457" y="6498076"/>
            <a:ext cx="491346" cy="221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t=0.8s?</a:t>
            </a:r>
          </a:p>
        </p:txBody>
      </p:sp>
      <p:sp>
        <p:nvSpPr>
          <p:cNvPr id="376" name="text-292 Q(turn">
            <a:extLst xmlns:a="http://schemas.openxmlformats.org/drawingml/2006/main">
              <a:ext uri="{FF2B5EF4-FFF2-40B4-BE49-F238E27FC236}">
                <a16:creationId xmlns:a16="http://schemas.microsoft.com/office/drawing/2014/main" id="{74AFB25A-A201-4D5A-8BFA-9934DC11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6257" y="6687993"/>
            <a:ext cx="476575" cy="221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Q(turn</a:t>
            </a:r>
          </a:p>
        </p:txBody>
      </p:sp>
      <p:sp>
        <p:nvSpPr>
          <p:cNvPr id="377" name="text-292 2):">
            <a:extLst xmlns:a="http://schemas.openxmlformats.org/drawingml/2006/main">
              <a:ext uri="{FF2B5EF4-FFF2-40B4-BE49-F238E27FC236}">
                <a16:creationId xmlns:a16="http://schemas.microsoft.com/office/drawing/2014/main" id="{516302C3-3F83-475A-B441-08C01B51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4160" y="6687919"/>
            <a:ext cx="212942" cy="2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2):</a:t>
            </a:r>
          </a:p>
        </p:txBody>
      </p:sp>
      <p:sp>
        <p:nvSpPr>
          <p:cNvPr id="378" name="text-294 Show">
            <a:extLst xmlns:a="http://schemas.openxmlformats.org/drawingml/2006/main">
              <a:ext uri="{FF2B5EF4-FFF2-40B4-BE49-F238E27FC236}">
                <a16:creationId xmlns:a16="http://schemas.microsoft.com/office/drawing/2014/main" id="{B837F60B-9528-4ACC-953F-BF37BD51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8736" y="6688282"/>
            <a:ext cx="387986" cy="221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</a:t>
            </a:r>
          </a:p>
        </p:txBody>
      </p:sp>
      <p:sp>
        <p:nvSpPr>
          <p:cNvPr id="379" name="text-296 his">
            <a:extLst xmlns:a="http://schemas.openxmlformats.org/drawingml/2006/main">
              <a:ext uri="{FF2B5EF4-FFF2-40B4-BE49-F238E27FC236}">
                <a16:creationId xmlns:a16="http://schemas.microsoft.com/office/drawing/2014/main" id="{47E18030-FAE7-48B1-B402-16CE0A06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8073" y="6688055"/>
            <a:ext cx="221753" cy="22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his</a:t>
            </a:r>
          </a:p>
        </p:txBody>
      </p:sp>
      <p:sp>
        <p:nvSpPr>
          <p:cNvPr id="380" name="text-297 trajectory">
            <a:extLst xmlns:a="http://schemas.openxmlformats.org/drawingml/2006/main">
              <a:ext uri="{FF2B5EF4-FFF2-40B4-BE49-F238E27FC236}">
                <a16:creationId xmlns:a16="http://schemas.microsoft.com/office/drawing/2014/main" id="{2A6D79AB-1A2C-4B86-975A-4179C3B8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1349" y="6687464"/>
            <a:ext cx="636267" cy="222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381" name="text-297 from">
            <a:extLst xmlns:a="http://schemas.openxmlformats.org/drawingml/2006/main">
              <a:ext uri="{FF2B5EF4-FFF2-40B4-BE49-F238E27FC236}">
                <a16:creationId xmlns:a16="http://schemas.microsoft.com/office/drawing/2014/main" id="{5CF76425-F27A-419E-BD2D-F1ABCD2B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8986" y="6687916"/>
            <a:ext cx="335922" cy="221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</a:t>
            </a:r>
          </a:p>
        </p:txBody>
      </p:sp>
      <p:sp>
        <p:nvSpPr>
          <p:cNvPr id="382" name="text-297 0.5s">
            <a:extLst xmlns:a="http://schemas.openxmlformats.org/drawingml/2006/main">
              <a:ext uri="{FF2B5EF4-FFF2-40B4-BE49-F238E27FC236}">
                <a16:creationId xmlns:a16="http://schemas.microsoft.com/office/drawing/2014/main" id="{C3DF5419-B28E-448F-9211-11637F8E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6923" y="6688120"/>
            <a:ext cx="287376" cy="22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0.5s</a:t>
            </a:r>
          </a:p>
        </p:txBody>
      </p:sp>
      <p:sp>
        <p:nvSpPr>
          <p:cNvPr id="383" name="text-298 to">
            <a:extLst xmlns:a="http://schemas.openxmlformats.org/drawingml/2006/main">
              <a:ext uri="{FF2B5EF4-FFF2-40B4-BE49-F238E27FC236}">
                <a16:creationId xmlns:a16="http://schemas.microsoft.com/office/drawing/2014/main" id="{BEAF0CE6-D6B2-4433-9936-4547FBB2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6257" y="6877837"/>
            <a:ext cx="151421" cy="221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384" name="text-298 1.2s">
            <a:extLst xmlns:a="http://schemas.openxmlformats.org/drawingml/2006/main">
              <a:ext uri="{FF2B5EF4-FFF2-40B4-BE49-F238E27FC236}">
                <a16:creationId xmlns:a16="http://schemas.microsoft.com/office/drawing/2014/main" id="{1085A39E-2731-48F9-8EE4-49BE8B23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9155" y="6877903"/>
            <a:ext cx="287376" cy="22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1.2s</a:t>
            </a:r>
          </a:p>
        </p:txBody>
      </p:sp>
      <p:sp>
        <p:nvSpPr>
          <p:cNvPr id="385" name="path-299">
            <a:extLst xmlns:a="http://schemas.openxmlformats.org/drawingml/2006/main">
              <a:ext uri="{FF2B5EF4-FFF2-40B4-BE49-F238E27FC236}">
                <a16:creationId xmlns:a16="http://schemas.microsoft.com/office/drawing/2014/main" id="{4D08FDFD-30CE-48C5-B9F4-021F335D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329" y="6488878"/>
            <a:ext cx="182192" cy="222047"/>
          </a:xfrm>
          <a:custGeom xmlns:a="http://schemas.openxmlformats.org/drawingml/2006/main">
            <a:pathLst>
              <a:path w="182192" h="222047">
                <a:moveTo>
                  <a:pt x="0" y="130951"/>
                </a:moveTo>
                <a:lnTo>
                  <a:pt x="45548" y="130951"/>
                </a:lnTo>
                <a:lnTo>
                  <a:pt x="45548" y="0"/>
                </a:lnTo>
                <a:lnTo>
                  <a:pt x="136644" y="0"/>
                </a:lnTo>
                <a:lnTo>
                  <a:pt x="136644" y="130951"/>
                </a:lnTo>
                <a:lnTo>
                  <a:pt x="182192" y="130951"/>
                </a:lnTo>
                <a:lnTo>
                  <a:pt x="91096" y="222047"/>
                </a:lnTo>
                <a:lnTo>
                  <a:pt x="0" y="130951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text-300 Q(turn">
            <a:extLst xmlns:a="http://schemas.openxmlformats.org/drawingml/2006/main">
              <a:ext uri="{FF2B5EF4-FFF2-40B4-BE49-F238E27FC236}">
                <a16:creationId xmlns:a16="http://schemas.microsoft.com/office/drawing/2014/main" id="{625E9C60-7425-4546-BD71-81C0DDC2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8129" y="6367733"/>
            <a:ext cx="476575" cy="221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Q(turn</a:t>
            </a:r>
          </a:p>
        </p:txBody>
      </p:sp>
      <p:sp>
        <p:nvSpPr>
          <p:cNvPr id="387" name="text-300 1):">
            <a:extLst xmlns:a="http://schemas.openxmlformats.org/drawingml/2006/main">
              <a:ext uri="{FF2B5EF4-FFF2-40B4-BE49-F238E27FC236}">
                <a16:creationId xmlns:a16="http://schemas.microsoft.com/office/drawing/2014/main" id="{99413FFC-6ACE-4769-B54F-815037B4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6030" y="6367658"/>
            <a:ext cx="212942" cy="2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1):</a:t>
            </a:r>
          </a:p>
        </p:txBody>
      </p:sp>
      <p:sp>
        <p:nvSpPr>
          <p:cNvPr id="388" name="text-302 Is">
            <a:extLst xmlns:a="http://schemas.openxmlformats.org/drawingml/2006/main">
              <a:ext uri="{FF2B5EF4-FFF2-40B4-BE49-F238E27FC236}">
                <a16:creationId xmlns:a16="http://schemas.microsoft.com/office/drawing/2014/main" id="{51CC0308-E32B-4E63-8ECB-89324F6E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0608" y="6367710"/>
            <a:ext cx="142693" cy="221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389" name="text-302 there">
            <a:extLst xmlns:a="http://schemas.openxmlformats.org/drawingml/2006/main">
              <a:ext uri="{FF2B5EF4-FFF2-40B4-BE49-F238E27FC236}">
                <a16:creationId xmlns:a16="http://schemas.microsoft.com/office/drawing/2014/main" id="{F555644C-AED5-4A65-A4C3-355C15BB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4808" y="6367452"/>
            <a:ext cx="345082" cy="221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there</a:t>
            </a:r>
          </a:p>
        </p:txBody>
      </p:sp>
      <p:sp>
        <p:nvSpPr>
          <p:cNvPr id="390" name="text-302 a">
            <a:extLst xmlns:a="http://schemas.openxmlformats.org/drawingml/2006/main">
              <a:ext uri="{FF2B5EF4-FFF2-40B4-BE49-F238E27FC236}">
                <a16:creationId xmlns:a16="http://schemas.microsoft.com/office/drawing/2014/main" id="{AC945888-9965-45C2-A965-F4CD6326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1444" y="6368465"/>
            <a:ext cx="98180" cy="220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91" name="text-302 cyclist">
            <a:extLst xmlns:a="http://schemas.openxmlformats.org/drawingml/2006/main">
              <a:ext uri="{FF2B5EF4-FFF2-40B4-BE49-F238E27FC236}">
                <a16:creationId xmlns:a16="http://schemas.microsoft.com/office/drawing/2014/main" id="{F46727D4-82E0-4D8A-A984-23A8CE95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1360" y="6367307"/>
            <a:ext cx="442343" cy="222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cyclist</a:t>
            </a:r>
          </a:p>
        </p:txBody>
      </p:sp>
      <p:sp>
        <p:nvSpPr>
          <p:cNvPr id="392" name="text-302 near">
            <a:extLst xmlns:a="http://schemas.openxmlformats.org/drawingml/2006/main">
              <a:ext uri="{FF2B5EF4-FFF2-40B4-BE49-F238E27FC236}">
                <a16:creationId xmlns:a16="http://schemas.microsoft.com/office/drawing/2014/main" id="{1CE7F98C-8BB4-4AD0-B7EF-5C2A8B44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5259" y="6367632"/>
            <a:ext cx="300722" cy="221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near</a:t>
            </a:r>
          </a:p>
        </p:txBody>
      </p:sp>
      <p:sp>
        <p:nvSpPr>
          <p:cNvPr id="393" name="text-302 the">
            <a:extLst xmlns:a="http://schemas.openxmlformats.org/drawingml/2006/main">
              <a:ext uri="{FF2B5EF4-FFF2-40B4-BE49-F238E27FC236}">
                <a16:creationId xmlns:a16="http://schemas.microsoft.com/office/drawing/2014/main" id="{3971E04C-6109-426E-8EDE-EDADD14C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612" y="6367715"/>
            <a:ext cx="221674" cy="221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94" name="text-302 van">
            <a:extLst xmlns:a="http://schemas.openxmlformats.org/drawingml/2006/main">
              <a:ext uri="{FF2B5EF4-FFF2-40B4-BE49-F238E27FC236}">
                <a16:creationId xmlns:a16="http://schemas.microsoft.com/office/drawing/2014/main" id="{5B03619D-FE87-48E9-9A56-4123C4C6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0887" y="6367856"/>
            <a:ext cx="256582" cy="221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van</a:t>
            </a:r>
          </a:p>
        </p:txBody>
      </p:sp>
      <p:sp>
        <p:nvSpPr>
          <p:cNvPr id="395" name="text-303 at">
            <a:extLst xmlns:a="http://schemas.openxmlformats.org/drawingml/2006/main">
              <a:ext uri="{FF2B5EF4-FFF2-40B4-BE49-F238E27FC236}">
                <a16:creationId xmlns:a16="http://schemas.microsoft.com/office/drawing/2014/main" id="{643F9087-311D-43A8-9AF5-24B69AAD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8129" y="6557531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396" name="text-303 t=1.0s?">
            <a:extLst xmlns:a="http://schemas.openxmlformats.org/drawingml/2006/main">
              <a:ext uri="{FF2B5EF4-FFF2-40B4-BE49-F238E27FC236}">
                <a16:creationId xmlns:a16="http://schemas.microsoft.com/office/drawing/2014/main" id="{EB48138A-6FFF-42E1-B989-72936B49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329" y="6557384"/>
            <a:ext cx="491346" cy="221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t=1.0s?</a:t>
            </a:r>
          </a:p>
        </p:txBody>
      </p:sp>
      <p:sp>
        <p:nvSpPr>
          <p:cNvPr id="397" name="text-304 Q(turn">
            <a:extLst xmlns:a="http://schemas.openxmlformats.org/drawingml/2006/main">
              <a:ext uri="{FF2B5EF4-FFF2-40B4-BE49-F238E27FC236}">
                <a16:creationId xmlns:a16="http://schemas.microsoft.com/office/drawing/2014/main" id="{9CD53511-E24C-42D4-8CBD-0F4CE582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8129" y="6747300"/>
            <a:ext cx="476575" cy="221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Q(turn</a:t>
            </a:r>
          </a:p>
        </p:txBody>
      </p:sp>
      <p:sp>
        <p:nvSpPr>
          <p:cNvPr id="398" name="text-304 2):">
            <a:extLst xmlns:a="http://schemas.openxmlformats.org/drawingml/2006/main">
              <a:ext uri="{FF2B5EF4-FFF2-40B4-BE49-F238E27FC236}">
                <a16:creationId xmlns:a16="http://schemas.microsoft.com/office/drawing/2014/main" id="{262143E3-C58B-4F7A-A558-CEA86ADE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6030" y="6747226"/>
            <a:ext cx="212942" cy="2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2):</a:t>
            </a:r>
          </a:p>
        </p:txBody>
      </p:sp>
      <p:sp>
        <p:nvSpPr>
          <p:cNvPr id="399" name="text-306 Where">
            <a:extLst xmlns:a="http://schemas.openxmlformats.org/drawingml/2006/main">
              <a:ext uri="{FF2B5EF4-FFF2-40B4-BE49-F238E27FC236}">
                <a16:creationId xmlns:a16="http://schemas.microsoft.com/office/drawing/2014/main" id="{BDC98ED8-1B40-406F-A403-0C61B5C6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0608" y="6747138"/>
            <a:ext cx="450232" cy="221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Where</a:t>
            </a:r>
          </a:p>
        </p:txBody>
      </p:sp>
      <p:sp>
        <p:nvSpPr>
          <p:cNvPr id="400" name="text-306 is">
            <a:extLst xmlns:a="http://schemas.openxmlformats.org/drawingml/2006/main">
              <a:ext uri="{FF2B5EF4-FFF2-40B4-BE49-F238E27FC236}">
                <a16:creationId xmlns:a16="http://schemas.microsoft.com/office/drawing/2014/main" id="{B67157D1-5CC0-4929-BC87-5553A4CD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2415" y="6747258"/>
            <a:ext cx="133997" cy="221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401" name="text-307 the">
            <a:extLst xmlns:a="http://schemas.openxmlformats.org/drawingml/2006/main">
              <a:ext uri="{FF2B5EF4-FFF2-40B4-BE49-F238E27FC236}">
                <a16:creationId xmlns:a16="http://schemas.microsoft.com/office/drawing/2014/main" id="{6B6F807B-9D5F-4547-8C58-D9BDBB54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7917" y="6747447"/>
            <a:ext cx="239041" cy="221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402" name="text-307 cyclist">
            <a:extLst xmlns:a="http://schemas.openxmlformats.org/drawingml/2006/main">
              <a:ext uri="{FF2B5EF4-FFF2-40B4-BE49-F238E27FC236}">
                <a16:creationId xmlns:a16="http://schemas.microsoft.com/office/drawing/2014/main" id="{C8E78384-1FCB-42DC-B32D-6E5092D2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8589" y="6746894"/>
            <a:ext cx="451022" cy="22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cyclist</a:t>
            </a:r>
          </a:p>
        </p:txBody>
      </p:sp>
      <p:sp>
        <p:nvSpPr>
          <p:cNvPr id="403" name="text-309 during">
            <a:extLst xmlns:a="http://schemas.openxmlformats.org/drawingml/2006/main">
              <a:ext uri="{FF2B5EF4-FFF2-40B4-BE49-F238E27FC236}">
                <a16:creationId xmlns:a16="http://schemas.microsoft.com/office/drawing/2014/main" id="{284B872B-DB12-4CE1-97A4-D2AFF948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1187" y="6747150"/>
            <a:ext cx="441669" cy="22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during</a:t>
            </a:r>
          </a:p>
        </p:txBody>
      </p:sp>
      <p:sp>
        <p:nvSpPr>
          <p:cNvPr id="404" name="text-310 1.0–2.0s">
            <a:extLst xmlns:a="http://schemas.openxmlformats.org/drawingml/2006/main">
              <a:ext uri="{FF2B5EF4-FFF2-40B4-BE49-F238E27FC236}">
                <a16:creationId xmlns:a16="http://schemas.microsoft.com/office/drawing/2014/main" id="{F3970275-F5B9-4CE9-B8CD-2F1C488D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8129" y="6937113"/>
            <a:ext cx="564161" cy="22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1.0–2.0s</a:t>
            </a:r>
          </a:p>
        </p:txBody>
      </p:sp>
      <p:sp>
        <p:nvSpPr>
          <p:cNvPr id="405" name="text-310 when">
            <a:extLst xmlns:a="http://schemas.openxmlformats.org/drawingml/2006/main">
              <a:ext uri="{FF2B5EF4-FFF2-40B4-BE49-F238E27FC236}">
                <a16:creationId xmlns:a16="http://schemas.microsoft.com/office/drawing/2014/main" id="{751ED018-03AB-4E3F-B597-97F6152C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3806" y="6937277"/>
            <a:ext cx="370439" cy="221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when</a:t>
            </a:r>
          </a:p>
        </p:txBody>
      </p:sp>
      <p:sp>
        <p:nvSpPr>
          <p:cNvPr id="406" name="text-311 occluded">
            <a:extLst xmlns:a="http://schemas.openxmlformats.org/drawingml/2006/main">
              <a:ext uri="{FF2B5EF4-FFF2-40B4-BE49-F238E27FC236}">
                <a16:creationId xmlns:a16="http://schemas.microsoft.com/office/drawing/2014/main" id="{731822BC-0162-48AE-A754-3FFC0856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5746" y="6937002"/>
            <a:ext cx="626045" cy="221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occluded</a:t>
            </a:r>
          </a:p>
        </p:txBody>
      </p:sp>
      <p:sp>
        <p:nvSpPr>
          <p:cNvPr id="407" name="text-311 by">
            <a:extLst xmlns:a="http://schemas.openxmlformats.org/drawingml/2006/main">
              <a:ext uri="{FF2B5EF4-FFF2-40B4-BE49-F238E27FC236}">
                <a16:creationId xmlns:a16="http://schemas.microsoft.com/office/drawing/2014/main" id="{6973F2B5-ACFE-495F-89B2-0C7CE4D7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3103" y="6937553"/>
            <a:ext cx="194839" cy="220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by</a:t>
            </a:r>
          </a:p>
        </p:txBody>
      </p:sp>
      <p:sp>
        <p:nvSpPr>
          <p:cNvPr id="408" name="text-311 the">
            <a:extLst xmlns:a="http://schemas.openxmlformats.org/drawingml/2006/main">
              <a:ext uri="{FF2B5EF4-FFF2-40B4-BE49-F238E27FC236}">
                <a16:creationId xmlns:a16="http://schemas.microsoft.com/office/drawing/2014/main" id="{101026F3-0140-4239-B393-6647084F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9493" y="6937231"/>
            <a:ext cx="239041" cy="221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409" name="text-311 car">
            <a:extLst xmlns:a="http://schemas.openxmlformats.org/drawingml/2006/main">
              <a:ext uri="{FF2B5EF4-FFF2-40B4-BE49-F238E27FC236}">
                <a16:creationId xmlns:a16="http://schemas.microsoft.com/office/drawing/2014/main" id="{ED3E1DD3-6CE3-4174-A367-9FE2E7B1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0165" y="6937164"/>
            <a:ext cx="247753" cy="221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car</a:t>
            </a:r>
          </a:p>
        </p:txBody>
      </p:sp>
      <p:sp>
        <p:nvSpPr>
          <p:cNvPr id="410" name="text-312 ?">
            <a:extLst xmlns:a="http://schemas.openxmlformats.org/drawingml/2006/main">
              <a:ext uri="{FF2B5EF4-FFF2-40B4-BE49-F238E27FC236}">
                <a16:creationId xmlns:a16="http://schemas.microsoft.com/office/drawing/2014/main" id="{C4472D3B-D1D3-408C-809C-4538289B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9998" y="6937816"/>
            <a:ext cx="98180" cy="220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sp>
        <p:nvSpPr>
          <p:cNvPr id="411" name="path-313">
            <a:extLst xmlns:a="http://schemas.openxmlformats.org/drawingml/2006/main">
              <a:ext uri="{FF2B5EF4-FFF2-40B4-BE49-F238E27FC236}">
                <a16:creationId xmlns:a16="http://schemas.microsoft.com/office/drawing/2014/main" id="{B1A89C42-B742-47C9-AB81-9471C062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252" y="6566690"/>
            <a:ext cx="182191" cy="220149"/>
          </a:xfrm>
          <a:custGeom xmlns:a="http://schemas.openxmlformats.org/drawingml/2006/main">
            <a:pathLst>
              <a:path w="182191" h="220149">
                <a:moveTo>
                  <a:pt x="0" y="129053"/>
                </a:moveTo>
                <a:lnTo>
                  <a:pt x="45548" y="129053"/>
                </a:lnTo>
                <a:lnTo>
                  <a:pt x="45548" y="0"/>
                </a:lnTo>
                <a:lnTo>
                  <a:pt x="136643" y="0"/>
                </a:lnTo>
                <a:lnTo>
                  <a:pt x="136643" y="129053"/>
                </a:lnTo>
                <a:lnTo>
                  <a:pt x="182191" y="129053"/>
                </a:lnTo>
                <a:lnTo>
                  <a:pt x="91096" y="220149"/>
                </a:lnTo>
                <a:lnTo>
                  <a:pt x="0" y="129053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text-314 Q(turn">
            <a:extLst xmlns:a="http://schemas.openxmlformats.org/drawingml/2006/main">
              <a:ext uri="{FF2B5EF4-FFF2-40B4-BE49-F238E27FC236}">
                <a16:creationId xmlns:a16="http://schemas.microsoft.com/office/drawing/2014/main" id="{1E8BF060-FF62-4566-A601-E19C49BE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3143" y="6367733"/>
            <a:ext cx="476574" cy="221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Q(turn</a:t>
            </a:r>
          </a:p>
        </p:txBody>
      </p:sp>
      <p:sp>
        <p:nvSpPr>
          <p:cNvPr id="413" name="text-314 1):">
            <a:extLst xmlns:a="http://schemas.openxmlformats.org/drawingml/2006/main">
              <a:ext uri="{FF2B5EF4-FFF2-40B4-BE49-F238E27FC236}">
                <a16:creationId xmlns:a16="http://schemas.microsoft.com/office/drawing/2014/main" id="{5F30094B-4458-420F-A60B-20E8C3FB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1045" y="6367658"/>
            <a:ext cx="212942" cy="2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1):</a:t>
            </a:r>
          </a:p>
        </p:txBody>
      </p:sp>
      <p:sp>
        <p:nvSpPr>
          <p:cNvPr id="414" name="text-316 Who">
            <a:extLst xmlns:a="http://schemas.openxmlformats.org/drawingml/2006/main">
              <a:ext uri="{FF2B5EF4-FFF2-40B4-BE49-F238E27FC236}">
                <a16:creationId xmlns:a16="http://schemas.microsoft.com/office/drawing/2014/main" id="{FA8632D3-13C4-4CFF-BCD6-5566B8C6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5623" y="6367773"/>
            <a:ext cx="335673" cy="221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Who</a:t>
            </a:r>
          </a:p>
        </p:txBody>
      </p:sp>
      <p:sp>
        <p:nvSpPr>
          <p:cNvPr id="415" name="text-316 are">
            <a:extLst xmlns:a="http://schemas.openxmlformats.org/drawingml/2006/main">
              <a:ext uri="{FF2B5EF4-FFF2-40B4-BE49-F238E27FC236}">
                <a16:creationId xmlns:a16="http://schemas.microsoft.com/office/drawing/2014/main" id="{8F0611E6-2050-4A5D-8967-A8DC9270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2769" y="6367558"/>
            <a:ext cx="221703" cy="221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are</a:t>
            </a:r>
          </a:p>
        </p:txBody>
      </p:sp>
      <p:sp>
        <p:nvSpPr>
          <p:cNvPr id="416" name="text-316 the">
            <a:extLst xmlns:a="http://schemas.openxmlformats.org/drawingml/2006/main">
              <a:ext uri="{FF2B5EF4-FFF2-40B4-BE49-F238E27FC236}">
                <a16:creationId xmlns:a16="http://schemas.microsoft.com/office/drawing/2014/main" id="{A075BB4D-CB5E-4AC8-A521-1A91044C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6045" y="6367714"/>
            <a:ext cx="221676" cy="221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417" name="text-316 foreground">
            <a:extLst xmlns:a="http://schemas.openxmlformats.org/drawingml/2006/main">
              <a:ext uri="{FF2B5EF4-FFF2-40B4-BE49-F238E27FC236}">
                <a16:creationId xmlns:a16="http://schemas.microsoft.com/office/drawing/2014/main" id="{31B3BD65-C38A-4495-9A84-AC06450E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9321" y="6367524"/>
            <a:ext cx="731890" cy="221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foreground</a:t>
            </a:r>
          </a:p>
        </p:txBody>
      </p:sp>
      <p:sp>
        <p:nvSpPr>
          <p:cNvPr id="418" name="text-317 pedestrians?">
            <a:extLst xmlns:a="http://schemas.openxmlformats.org/drawingml/2006/main">
              <a:ext uri="{FF2B5EF4-FFF2-40B4-BE49-F238E27FC236}">
                <a16:creationId xmlns:a16="http://schemas.microsoft.com/office/drawing/2014/main" id="{B0ACFB6D-420A-4237-B30B-92D08880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3143" y="6557177"/>
            <a:ext cx="811645" cy="221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pedestrians?</a:t>
            </a:r>
          </a:p>
        </p:txBody>
      </p:sp>
      <p:sp>
        <p:nvSpPr>
          <p:cNvPr id="419" name="text-318 Q(turn">
            <a:extLst xmlns:a="http://schemas.openxmlformats.org/drawingml/2006/main">
              <a:ext uri="{FF2B5EF4-FFF2-40B4-BE49-F238E27FC236}">
                <a16:creationId xmlns:a16="http://schemas.microsoft.com/office/drawing/2014/main" id="{7C29D0B6-1A75-42CD-905F-DE760DBE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3143" y="6747301"/>
            <a:ext cx="476574" cy="221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Q(turn</a:t>
            </a:r>
          </a:p>
        </p:txBody>
      </p:sp>
      <p:sp>
        <p:nvSpPr>
          <p:cNvPr id="420" name="text-318 2):">
            <a:extLst xmlns:a="http://schemas.openxmlformats.org/drawingml/2006/main">
              <a:ext uri="{FF2B5EF4-FFF2-40B4-BE49-F238E27FC236}">
                <a16:creationId xmlns:a16="http://schemas.microsoft.com/office/drawing/2014/main" id="{38850BE0-D55F-4569-8EC1-F420C5FB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1045" y="6747226"/>
            <a:ext cx="212942" cy="2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2):</a:t>
            </a:r>
          </a:p>
        </p:txBody>
      </p:sp>
      <p:sp>
        <p:nvSpPr>
          <p:cNvPr id="421" name="text-320 Trajectory">
            <a:extLst xmlns:a="http://schemas.openxmlformats.org/drawingml/2006/main">
              <a:ext uri="{FF2B5EF4-FFF2-40B4-BE49-F238E27FC236}">
                <a16:creationId xmlns:a16="http://schemas.microsoft.com/office/drawing/2014/main" id="{7EC4C5D2-893C-46FE-8989-A5779F34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5623" y="6745576"/>
            <a:ext cx="688670" cy="223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422" name="text-320 of">
            <a:extLst xmlns:a="http://schemas.openxmlformats.org/drawingml/2006/main">
              <a:ext uri="{FF2B5EF4-FFF2-40B4-BE49-F238E27FC236}">
                <a16:creationId xmlns:a16="http://schemas.microsoft.com/office/drawing/2014/main" id="{38A737C9-CB50-4739-9C44-24FCF5F2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5449" y="6747593"/>
            <a:ext cx="159894" cy="2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423" name="text-321 the">
            <a:extLst xmlns:a="http://schemas.openxmlformats.org/drawingml/2006/main">
              <a:ext uri="{FF2B5EF4-FFF2-40B4-BE49-F238E27FC236}">
                <a16:creationId xmlns:a16="http://schemas.microsoft.com/office/drawing/2014/main" id="{734AD0FC-4C84-45E4-87AC-4583CB13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047" y="6747446"/>
            <a:ext cx="239043" cy="221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424" name="text-321 one">
            <a:extLst xmlns:a="http://schemas.openxmlformats.org/drawingml/2006/main">
              <a:ext uri="{FF2B5EF4-FFF2-40B4-BE49-F238E27FC236}">
                <a16:creationId xmlns:a16="http://schemas.microsoft.com/office/drawing/2014/main" id="{A4A8C906-79A9-4EF8-8291-4C9155E4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7720" y="6747584"/>
            <a:ext cx="265113" cy="221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one</a:t>
            </a:r>
          </a:p>
        </p:txBody>
      </p:sp>
      <p:sp>
        <p:nvSpPr>
          <p:cNvPr id="425" name="text-321 with">
            <a:extLst xmlns:a="http://schemas.openxmlformats.org/drawingml/2006/main">
              <a:ext uri="{FF2B5EF4-FFF2-40B4-BE49-F238E27FC236}">
                <a16:creationId xmlns:a16="http://schemas.microsoft.com/office/drawing/2014/main" id="{75183A17-E62D-48D4-9A80-FF391050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4488" y="6747313"/>
            <a:ext cx="327117" cy="22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with</a:t>
            </a:r>
          </a:p>
        </p:txBody>
      </p:sp>
      <p:sp>
        <p:nvSpPr>
          <p:cNvPr id="426" name="text-322 the">
            <a:extLst xmlns:a="http://schemas.openxmlformats.org/drawingml/2006/main">
              <a:ext uri="{FF2B5EF4-FFF2-40B4-BE49-F238E27FC236}">
                <a16:creationId xmlns:a16="http://schemas.microsoft.com/office/drawing/2014/main" id="{5CE6B3B8-389D-43F3-8624-1BEF5E1E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3143" y="6937231"/>
            <a:ext cx="239041" cy="221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427" name="text-322 backpack">
            <a:extLst xmlns:a="http://schemas.openxmlformats.org/drawingml/2006/main">
              <a:ext uri="{FF2B5EF4-FFF2-40B4-BE49-F238E27FC236}">
                <a16:creationId xmlns:a16="http://schemas.microsoft.com/office/drawing/2014/main" id="{B604FE06-54B2-4078-A5EA-AF21423A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3815" y="6937191"/>
            <a:ext cx="678201" cy="221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0">
                <a:solidFill>
                  <a:srgbClr val="75BD42"/>
                </a:solidFill>
                <a:latin typeface="Times New Roman"/>
                <a:ea typeface="Times New Roman"/>
                <a:cs typeface="Times New Roman"/>
              </a:rPr>
              <a:t>backpack</a:t>
            </a:r>
          </a:p>
        </p:txBody>
      </p:sp>
      <p:sp>
        <p:nvSpPr>
          <p:cNvPr id="428" name="text-323 .">
            <a:extLst xmlns:a="http://schemas.openxmlformats.org/drawingml/2006/main">
              <a:ext uri="{FF2B5EF4-FFF2-40B4-BE49-F238E27FC236}">
                <a16:creationId xmlns:a16="http://schemas.microsoft.com/office/drawing/2014/main" id="{02F95A11-3431-4239-921C-BE2A90D0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3825" y="6937866"/>
            <a:ext cx="67668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29" name="path-324">
            <a:extLst xmlns:a="http://schemas.openxmlformats.org/drawingml/2006/main">
              <a:ext uri="{FF2B5EF4-FFF2-40B4-BE49-F238E27FC236}">
                <a16:creationId xmlns:a16="http://schemas.microsoft.com/office/drawing/2014/main" id="{7A79E458-5DF5-4C03-9824-E7ECC26F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2462" y="6566690"/>
            <a:ext cx="182192" cy="220149"/>
          </a:xfrm>
          <a:custGeom xmlns:a="http://schemas.openxmlformats.org/drawingml/2006/main">
            <a:pathLst>
              <a:path w="182192" h="220149">
                <a:moveTo>
                  <a:pt x="0" y="130951"/>
                </a:moveTo>
                <a:lnTo>
                  <a:pt x="45548" y="130951"/>
                </a:lnTo>
                <a:lnTo>
                  <a:pt x="45548" y="0"/>
                </a:lnTo>
                <a:lnTo>
                  <a:pt x="136645" y="0"/>
                </a:lnTo>
                <a:lnTo>
                  <a:pt x="136645" y="130951"/>
                </a:lnTo>
                <a:lnTo>
                  <a:pt x="182192" y="130951"/>
                </a:lnTo>
                <a:lnTo>
                  <a:pt x="91097" y="220149"/>
                </a:lnTo>
                <a:lnTo>
                  <a:pt x="0" y="130951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325">
            <a:extLst xmlns:a="http://schemas.openxmlformats.org/drawingml/2006/main">
              <a:ext uri="{FF2B5EF4-FFF2-40B4-BE49-F238E27FC236}">
                <a16:creationId xmlns:a16="http://schemas.microsoft.com/office/drawing/2014/main" id="{DB1A01D9-20F0-4F29-8236-C5C4C18C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95" y="7194874"/>
            <a:ext cx="4750919" cy="1325322"/>
          </a:xfrm>
          <a:custGeom xmlns:a="http://schemas.openxmlformats.org/drawingml/2006/main">
            <a:pathLst>
              <a:path w="4750919" h="1325322">
                <a:moveTo>
                  <a:pt x="0" y="1216212"/>
                </a:moveTo>
                <a:lnTo>
                  <a:pt x="0" y="1121321"/>
                </a:lnTo>
                <a:lnTo>
                  <a:pt x="23723" y="1121321"/>
                </a:lnTo>
                <a:lnTo>
                  <a:pt x="23723" y="1216212"/>
                </a:lnTo>
                <a:lnTo>
                  <a:pt x="0" y="1216212"/>
                </a:lnTo>
                <a:moveTo>
                  <a:pt x="0" y="1050153"/>
                </a:moveTo>
                <a:lnTo>
                  <a:pt x="0" y="955261"/>
                </a:lnTo>
                <a:lnTo>
                  <a:pt x="23723" y="955261"/>
                </a:lnTo>
                <a:lnTo>
                  <a:pt x="23723" y="1050153"/>
                </a:lnTo>
                <a:lnTo>
                  <a:pt x="0" y="1050153"/>
                </a:lnTo>
                <a:moveTo>
                  <a:pt x="0" y="884091"/>
                </a:moveTo>
                <a:lnTo>
                  <a:pt x="0" y="789199"/>
                </a:lnTo>
                <a:lnTo>
                  <a:pt x="23723" y="789199"/>
                </a:lnTo>
                <a:lnTo>
                  <a:pt x="23723" y="884091"/>
                </a:lnTo>
                <a:lnTo>
                  <a:pt x="0" y="884091"/>
                </a:lnTo>
                <a:moveTo>
                  <a:pt x="0" y="718031"/>
                </a:moveTo>
                <a:lnTo>
                  <a:pt x="0" y="623139"/>
                </a:lnTo>
                <a:lnTo>
                  <a:pt x="23723" y="623139"/>
                </a:lnTo>
                <a:lnTo>
                  <a:pt x="23723" y="718031"/>
                </a:lnTo>
                <a:lnTo>
                  <a:pt x="0" y="718031"/>
                </a:lnTo>
                <a:moveTo>
                  <a:pt x="0" y="551969"/>
                </a:moveTo>
                <a:lnTo>
                  <a:pt x="0" y="457077"/>
                </a:lnTo>
                <a:lnTo>
                  <a:pt x="23723" y="457077"/>
                </a:lnTo>
                <a:lnTo>
                  <a:pt x="23723" y="551969"/>
                </a:lnTo>
                <a:lnTo>
                  <a:pt x="0" y="551969"/>
                </a:lnTo>
                <a:moveTo>
                  <a:pt x="0" y="385910"/>
                </a:moveTo>
                <a:lnTo>
                  <a:pt x="0" y="291017"/>
                </a:lnTo>
                <a:lnTo>
                  <a:pt x="23723" y="291017"/>
                </a:lnTo>
                <a:lnTo>
                  <a:pt x="23723" y="385910"/>
                </a:lnTo>
                <a:lnTo>
                  <a:pt x="0" y="385910"/>
                </a:lnTo>
                <a:moveTo>
                  <a:pt x="0" y="219848"/>
                </a:moveTo>
                <a:lnTo>
                  <a:pt x="0" y="124956"/>
                </a:lnTo>
                <a:lnTo>
                  <a:pt x="23723" y="124956"/>
                </a:lnTo>
                <a:lnTo>
                  <a:pt x="23723" y="219848"/>
                </a:lnTo>
                <a:lnTo>
                  <a:pt x="0" y="219848"/>
                </a:lnTo>
                <a:moveTo>
                  <a:pt x="17191" y="50340"/>
                </a:moveTo>
                <a:lnTo>
                  <a:pt x="18631" y="48094"/>
                </a:lnTo>
                <a:lnTo>
                  <a:pt x="21683" y="43824"/>
                </a:lnTo>
                <a:lnTo>
                  <a:pt x="24909" y="39696"/>
                </a:lnTo>
                <a:lnTo>
                  <a:pt x="28341" y="35743"/>
                </a:lnTo>
                <a:lnTo>
                  <a:pt x="31947" y="31946"/>
                </a:lnTo>
                <a:lnTo>
                  <a:pt x="35743" y="28341"/>
                </a:lnTo>
                <a:lnTo>
                  <a:pt x="39696" y="24909"/>
                </a:lnTo>
                <a:lnTo>
                  <a:pt x="43824" y="21682"/>
                </a:lnTo>
                <a:lnTo>
                  <a:pt x="48094" y="18630"/>
                </a:lnTo>
                <a:lnTo>
                  <a:pt x="52523" y="15799"/>
                </a:lnTo>
                <a:lnTo>
                  <a:pt x="57093" y="13174"/>
                </a:lnTo>
                <a:lnTo>
                  <a:pt x="61790" y="10754"/>
                </a:lnTo>
                <a:lnTo>
                  <a:pt x="66630" y="8572"/>
                </a:lnTo>
                <a:lnTo>
                  <a:pt x="71596" y="6626"/>
                </a:lnTo>
                <a:lnTo>
                  <a:pt x="76657" y="4903"/>
                </a:lnTo>
                <a:lnTo>
                  <a:pt x="81844" y="3432"/>
                </a:lnTo>
                <a:lnTo>
                  <a:pt x="87127" y="2214"/>
                </a:lnTo>
                <a:lnTo>
                  <a:pt x="92504" y="1249"/>
                </a:lnTo>
                <a:lnTo>
                  <a:pt x="97960" y="553"/>
                </a:lnTo>
                <a:lnTo>
                  <a:pt x="103495" y="142"/>
                </a:lnTo>
                <a:lnTo>
                  <a:pt x="106247" y="63"/>
                </a:lnTo>
                <a:lnTo>
                  <a:pt x="106848" y="23786"/>
                </a:lnTo>
                <a:lnTo>
                  <a:pt x="104397" y="23849"/>
                </a:lnTo>
                <a:lnTo>
                  <a:pt x="104998" y="23818"/>
                </a:lnTo>
                <a:lnTo>
                  <a:pt x="100064" y="24197"/>
                </a:lnTo>
                <a:lnTo>
                  <a:pt x="100664" y="24134"/>
                </a:lnTo>
                <a:lnTo>
                  <a:pt x="95793" y="24751"/>
                </a:lnTo>
                <a:lnTo>
                  <a:pt x="96379" y="24655"/>
                </a:lnTo>
                <a:lnTo>
                  <a:pt x="91587" y="25510"/>
                </a:lnTo>
                <a:lnTo>
                  <a:pt x="92172" y="25399"/>
                </a:lnTo>
                <a:lnTo>
                  <a:pt x="87475" y="26475"/>
                </a:lnTo>
                <a:lnTo>
                  <a:pt x="88044" y="26332"/>
                </a:lnTo>
                <a:lnTo>
                  <a:pt x="83426" y="27645"/>
                </a:lnTo>
                <a:lnTo>
                  <a:pt x="83995" y="27471"/>
                </a:lnTo>
                <a:lnTo>
                  <a:pt x="79472" y="29005"/>
                </a:lnTo>
                <a:lnTo>
                  <a:pt x="80026" y="28799"/>
                </a:lnTo>
                <a:lnTo>
                  <a:pt x="75597" y="30539"/>
                </a:lnTo>
                <a:lnTo>
                  <a:pt x="76135" y="30317"/>
                </a:lnTo>
                <a:lnTo>
                  <a:pt x="71833" y="32263"/>
                </a:lnTo>
                <a:lnTo>
                  <a:pt x="72355" y="32010"/>
                </a:lnTo>
                <a:lnTo>
                  <a:pt x="68164" y="34161"/>
                </a:lnTo>
                <a:lnTo>
                  <a:pt x="68670" y="33876"/>
                </a:lnTo>
                <a:lnTo>
                  <a:pt x="64590" y="36217"/>
                </a:lnTo>
                <a:lnTo>
                  <a:pt x="65080" y="35932"/>
                </a:lnTo>
                <a:lnTo>
                  <a:pt x="61142" y="38446"/>
                </a:lnTo>
                <a:lnTo>
                  <a:pt x="61617" y="38131"/>
                </a:lnTo>
                <a:lnTo>
                  <a:pt x="57789" y="40851"/>
                </a:lnTo>
                <a:lnTo>
                  <a:pt x="58248" y="40503"/>
                </a:lnTo>
                <a:lnTo>
                  <a:pt x="54579" y="43397"/>
                </a:lnTo>
                <a:lnTo>
                  <a:pt x="55022" y="43033"/>
                </a:lnTo>
                <a:lnTo>
                  <a:pt x="51479" y="46086"/>
                </a:lnTo>
                <a:lnTo>
                  <a:pt x="51906" y="45706"/>
                </a:lnTo>
                <a:lnTo>
                  <a:pt x="48521" y="48932"/>
                </a:lnTo>
                <a:lnTo>
                  <a:pt x="48933" y="48521"/>
                </a:lnTo>
                <a:lnTo>
                  <a:pt x="45706" y="51906"/>
                </a:lnTo>
                <a:lnTo>
                  <a:pt x="46086" y="51479"/>
                </a:lnTo>
                <a:lnTo>
                  <a:pt x="43033" y="55021"/>
                </a:lnTo>
                <a:lnTo>
                  <a:pt x="43397" y="54578"/>
                </a:lnTo>
                <a:lnTo>
                  <a:pt x="40503" y="58248"/>
                </a:lnTo>
                <a:lnTo>
                  <a:pt x="40851" y="57789"/>
                </a:lnTo>
                <a:lnTo>
                  <a:pt x="38131" y="61616"/>
                </a:lnTo>
                <a:lnTo>
                  <a:pt x="38447" y="61142"/>
                </a:lnTo>
                <a:lnTo>
                  <a:pt x="37166" y="63135"/>
                </a:lnTo>
                <a:lnTo>
                  <a:pt x="17191" y="50340"/>
                </a:lnTo>
                <a:moveTo>
                  <a:pt x="177717" y="0"/>
                </a:moveTo>
                <a:lnTo>
                  <a:pt x="272609" y="0"/>
                </a:lnTo>
                <a:lnTo>
                  <a:pt x="272609" y="23723"/>
                </a:lnTo>
                <a:lnTo>
                  <a:pt x="177717" y="23723"/>
                </a:lnTo>
                <a:lnTo>
                  <a:pt x="177717" y="0"/>
                </a:lnTo>
                <a:moveTo>
                  <a:pt x="343778" y="0"/>
                </a:moveTo>
                <a:lnTo>
                  <a:pt x="438669" y="0"/>
                </a:lnTo>
                <a:lnTo>
                  <a:pt x="438669" y="23723"/>
                </a:lnTo>
                <a:lnTo>
                  <a:pt x="343778" y="23723"/>
                </a:lnTo>
                <a:lnTo>
                  <a:pt x="343778" y="0"/>
                </a:lnTo>
                <a:moveTo>
                  <a:pt x="509838" y="0"/>
                </a:moveTo>
                <a:lnTo>
                  <a:pt x="604730" y="0"/>
                </a:lnTo>
                <a:lnTo>
                  <a:pt x="604730" y="23723"/>
                </a:lnTo>
                <a:lnTo>
                  <a:pt x="509838" y="23723"/>
                </a:lnTo>
                <a:lnTo>
                  <a:pt x="509838" y="0"/>
                </a:lnTo>
                <a:moveTo>
                  <a:pt x="675899" y="0"/>
                </a:moveTo>
                <a:lnTo>
                  <a:pt x="770791" y="0"/>
                </a:lnTo>
                <a:lnTo>
                  <a:pt x="770791" y="23723"/>
                </a:lnTo>
                <a:lnTo>
                  <a:pt x="675899" y="23723"/>
                </a:lnTo>
                <a:lnTo>
                  <a:pt x="675899" y="0"/>
                </a:lnTo>
                <a:moveTo>
                  <a:pt x="841960" y="0"/>
                </a:moveTo>
                <a:lnTo>
                  <a:pt x="936852" y="0"/>
                </a:lnTo>
                <a:lnTo>
                  <a:pt x="936852" y="23723"/>
                </a:lnTo>
                <a:lnTo>
                  <a:pt x="841960" y="23723"/>
                </a:lnTo>
                <a:lnTo>
                  <a:pt x="841960" y="0"/>
                </a:lnTo>
                <a:moveTo>
                  <a:pt x="1008021" y="0"/>
                </a:moveTo>
                <a:lnTo>
                  <a:pt x="1102913" y="0"/>
                </a:lnTo>
                <a:lnTo>
                  <a:pt x="1102913" y="23723"/>
                </a:lnTo>
                <a:lnTo>
                  <a:pt x="1008021" y="23723"/>
                </a:lnTo>
                <a:lnTo>
                  <a:pt x="1008021" y="0"/>
                </a:lnTo>
                <a:moveTo>
                  <a:pt x="1174082" y="0"/>
                </a:moveTo>
                <a:lnTo>
                  <a:pt x="1268973" y="0"/>
                </a:lnTo>
                <a:lnTo>
                  <a:pt x="1268973" y="23723"/>
                </a:lnTo>
                <a:lnTo>
                  <a:pt x="1174082" y="23723"/>
                </a:lnTo>
                <a:lnTo>
                  <a:pt x="1174082" y="0"/>
                </a:lnTo>
                <a:moveTo>
                  <a:pt x="1340142" y="0"/>
                </a:moveTo>
                <a:lnTo>
                  <a:pt x="1435034" y="0"/>
                </a:lnTo>
                <a:lnTo>
                  <a:pt x="1435034" y="23723"/>
                </a:lnTo>
                <a:lnTo>
                  <a:pt x="1340142" y="23723"/>
                </a:lnTo>
                <a:lnTo>
                  <a:pt x="1340142" y="0"/>
                </a:lnTo>
                <a:moveTo>
                  <a:pt x="1506203" y="0"/>
                </a:moveTo>
                <a:lnTo>
                  <a:pt x="1601095" y="0"/>
                </a:lnTo>
                <a:lnTo>
                  <a:pt x="1601095" y="23723"/>
                </a:lnTo>
                <a:lnTo>
                  <a:pt x="1506203" y="23723"/>
                </a:lnTo>
                <a:lnTo>
                  <a:pt x="1506203" y="0"/>
                </a:lnTo>
                <a:moveTo>
                  <a:pt x="1672264" y="0"/>
                </a:moveTo>
                <a:lnTo>
                  <a:pt x="1767156" y="0"/>
                </a:lnTo>
                <a:lnTo>
                  <a:pt x="1767156" y="23723"/>
                </a:lnTo>
                <a:lnTo>
                  <a:pt x="1672264" y="23723"/>
                </a:lnTo>
                <a:lnTo>
                  <a:pt x="1672264" y="0"/>
                </a:lnTo>
                <a:moveTo>
                  <a:pt x="1838324" y="0"/>
                </a:moveTo>
                <a:lnTo>
                  <a:pt x="1933216" y="0"/>
                </a:lnTo>
                <a:lnTo>
                  <a:pt x="1933216" y="23723"/>
                </a:lnTo>
                <a:lnTo>
                  <a:pt x="1838324" y="23723"/>
                </a:lnTo>
                <a:lnTo>
                  <a:pt x="1838324" y="0"/>
                </a:lnTo>
                <a:moveTo>
                  <a:pt x="2004385" y="0"/>
                </a:moveTo>
                <a:lnTo>
                  <a:pt x="2099277" y="0"/>
                </a:lnTo>
                <a:lnTo>
                  <a:pt x="2099277" y="23723"/>
                </a:lnTo>
                <a:lnTo>
                  <a:pt x="2004385" y="23723"/>
                </a:lnTo>
                <a:lnTo>
                  <a:pt x="2004385" y="0"/>
                </a:lnTo>
                <a:moveTo>
                  <a:pt x="2170446" y="0"/>
                </a:moveTo>
                <a:lnTo>
                  <a:pt x="2265338" y="0"/>
                </a:lnTo>
                <a:lnTo>
                  <a:pt x="2265338" y="23723"/>
                </a:lnTo>
                <a:lnTo>
                  <a:pt x="2170446" y="23723"/>
                </a:lnTo>
                <a:lnTo>
                  <a:pt x="2170446" y="0"/>
                </a:lnTo>
                <a:moveTo>
                  <a:pt x="2336507" y="0"/>
                </a:moveTo>
                <a:lnTo>
                  <a:pt x="2431398" y="0"/>
                </a:lnTo>
                <a:lnTo>
                  <a:pt x="2431398" y="23723"/>
                </a:lnTo>
                <a:lnTo>
                  <a:pt x="2336507" y="23723"/>
                </a:lnTo>
                <a:lnTo>
                  <a:pt x="2336507" y="0"/>
                </a:lnTo>
                <a:moveTo>
                  <a:pt x="2502567" y="0"/>
                </a:moveTo>
                <a:lnTo>
                  <a:pt x="2597459" y="0"/>
                </a:lnTo>
                <a:lnTo>
                  <a:pt x="2597459" y="23723"/>
                </a:lnTo>
                <a:lnTo>
                  <a:pt x="2502567" y="23723"/>
                </a:lnTo>
                <a:lnTo>
                  <a:pt x="2502567" y="0"/>
                </a:lnTo>
                <a:moveTo>
                  <a:pt x="2668628" y="0"/>
                </a:moveTo>
                <a:lnTo>
                  <a:pt x="2763520" y="0"/>
                </a:lnTo>
                <a:lnTo>
                  <a:pt x="2763520" y="23723"/>
                </a:lnTo>
                <a:lnTo>
                  <a:pt x="2668628" y="23723"/>
                </a:lnTo>
                <a:lnTo>
                  <a:pt x="2668628" y="0"/>
                </a:lnTo>
                <a:moveTo>
                  <a:pt x="2834689" y="0"/>
                </a:moveTo>
                <a:lnTo>
                  <a:pt x="2929581" y="0"/>
                </a:lnTo>
                <a:lnTo>
                  <a:pt x="2929581" y="23723"/>
                </a:lnTo>
                <a:lnTo>
                  <a:pt x="2834689" y="23723"/>
                </a:lnTo>
                <a:lnTo>
                  <a:pt x="2834689" y="0"/>
                </a:lnTo>
                <a:moveTo>
                  <a:pt x="3000750" y="0"/>
                </a:moveTo>
                <a:lnTo>
                  <a:pt x="3095642" y="0"/>
                </a:lnTo>
                <a:lnTo>
                  <a:pt x="3095642" y="23723"/>
                </a:lnTo>
                <a:lnTo>
                  <a:pt x="3000750" y="23723"/>
                </a:lnTo>
                <a:lnTo>
                  <a:pt x="3000750" y="0"/>
                </a:lnTo>
                <a:moveTo>
                  <a:pt x="3166810" y="0"/>
                </a:moveTo>
                <a:lnTo>
                  <a:pt x="3261702" y="0"/>
                </a:lnTo>
                <a:lnTo>
                  <a:pt x="3261702" y="23723"/>
                </a:lnTo>
                <a:lnTo>
                  <a:pt x="3166810" y="23723"/>
                </a:lnTo>
                <a:lnTo>
                  <a:pt x="3166810" y="0"/>
                </a:lnTo>
                <a:moveTo>
                  <a:pt x="3332871" y="0"/>
                </a:moveTo>
                <a:lnTo>
                  <a:pt x="3427763" y="0"/>
                </a:lnTo>
                <a:lnTo>
                  <a:pt x="3427763" y="23723"/>
                </a:lnTo>
                <a:lnTo>
                  <a:pt x="3332871" y="23723"/>
                </a:lnTo>
                <a:lnTo>
                  <a:pt x="3332871" y="0"/>
                </a:lnTo>
                <a:moveTo>
                  <a:pt x="3498932" y="0"/>
                </a:moveTo>
                <a:lnTo>
                  <a:pt x="3593823" y="0"/>
                </a:lnTo>
                <a:lnTo>
                  <a:pt x="3593823" y="23723"/>
                </a:lnTo>
                <a:lnTo>
                  <a:pt x="3498932" y="23723"/>
                </a:lnTo>
                <a:lnTo>
                  <a:pt x="3498932" y="0"/>
                </a:lnTo>
                <a:moveTo>
                  <a:pt x="3664992" y="0"/>
                </a:moveTo>
                <a:lnTo>
                  <a:pt x="3759884" y="0"/>
                </a:lnTo>
                <a:lnTo>
                  <a:pt x="3759884" y="23723"/>
                </a:lnTo>
                <a:lnTo>
                  <a:pt x="3664992" y="23723"/>
                </a:lnTo>
                <a:lnTo>
                  <a:pt x="3664992" y="0"/>
                </a:lnTo>
                <a:moveTo>
                  <a:pt x="3831053" y="0"/>
                </a:moveTo>
                <a:lnTo>
                  <a:pt x="3925945" y="0"/>
                </a:lnTo>
                <a:lnTo>
                  <a:pt x="3925945" y="23723"/>
                </a:lnTo>
                <a:lnTo>
                  <a:pt x="3831053" y="23723"/>
                </a:lnTo>
                <a:lnTo>
                  <a:pt x="3831053" y="0"/>
                </a:lnTo>
                <a:moveTo>
                  <a:pt x="3997114" y="0"/>
                </a:moveTo>
                <a:lnTo>
                  <a:pt x="4092006" y="0"/>
                </a:lnTo>
                <a:lnTo>
                  <a:pt x="4092006" y="23723"/>
                </a:lnTo>
                <a:lnTo>
                  <a:pt x="3997114" y="23723"/>
                </a:lnTo>
                <a:lnTo>
                  <a:pt x="3997114" y="0"/>
                </a:lnTo>
                <a:moveTo>
                  <a:pt x="4163175" y="0"/>
                </a:moveTo>
                <a:lnTo>
                  <a:pt x="4258067" y="0"/>
                </a:lnTo>
                <a:lnTo>
                  <a:pt x="4258067" y="23723"/>
                </a:lnTo>
                <a:lnTo>
                  <a:pt x="4163175" y="23723"/>
                </a:lnTo>
                <a:lnTo>
                  <a:pt x="4163175" y="0"/>
                </a:lnTo>
                <a:moveTo>
                  <a:pt x="4329235" y="0"/>
                </a:moveTo>
                <a:lnTo>
                  <a:pt x="4424127" y="0"/>
                </a:lnTo>
                <a:lnTo>
                  <a:pt x="4424127" y="23723"/>
                </a:lnTo>
                <a:lnTo>
                  <a:pt x="4329235" y="23723"/>
                </a:lnTo>
                <a:lnTo>
                  <a:pt x="4329235" y="0"/>
                </a:lnTo>
                <a:moveTo>
                  <a:pt x="4495296" y="0"/>
                </a:moveTo>
                <a:lnTo>
                  <a:pt x="4590188" y="0"/>
                </a:lnTo>
                <a:lnTo>
                  <a:pt x="4590188" y="23723"/>
                </a:lnTo>
                <a:lnTo>
                  <a:pt x="4495296" y="23723"/>
                </a:lnTo>
                <a:lnTo>
                  <a:pt x="4495296" y="0"/>
                </a:lnTo>
                <a:moveTo>
                  <a:pt x="4663319" y="2135"/>
                </a:moveTo>
                <a:lnTo>
                  <a:pt x="4663793" y="2214"/>
                </a:lnTo>
                <a:lnTo>
                  <a:pt x="4669075" y="3432"/>
                </a:lnTo>
                <a:lnTo>
                  <a:pt x="4674262" y="4903"/>
                </a:lnTo>
                <a:lnTo>
                  <a:pt x="4679323" y="6626"/>
                </a:lnTo>
                <a:lnTo>
                  <a:pt x="4684289" y="8572"/>
                </a:lnTo>
                <a:lnTo>
                  <a:pt x="4689129" y="10754"/>
                </a:lnTo>
                <a:lnTo>
                  <a:pt x="4693826" y="13174"/>
                </a:lnTo>
                <a:lnTo>
                  <a:pt x="4698397" y="15799"/>
                </a:lnTo>
                <a:lnTo>
                  <a:pt x="4702825" y="18630"/>
                </a:lnTo>
                <a:lnTo>
                  <a:pt x="4707095" y="21682"/>
                </a:lnTo>
                <a:lnTo>
                  <a:pt x="4711223" y="24909"/>
                </a:lnTo>
                <a:lnTo>
                  <a:pt x="4715177" y="28341"/>
                </a:lnTo>
                <a:lnTo>
                  <a:pt x="4718972" y="31946"/>
                </a:lnTo>
                <a:lnTo>
                  <a:pt x="4722578" y="35743"/>
                </a:lnTo>
                <a:lnTo>
                  <a:pt x="4726010" y="39696"/>
                </a:lnTo>
                <a:lnTo>
                  <a:pt x="4729237" y="43824"/>
                </a:lnTo>
                <a:lnTo>
                  <a:pt x="4732289" y="48094"/>
                </a:lnTo>
                <a:lnTo>
                  <a:pt x="4735120" y="52522"/>
                </a:lnTo>
                <a:lnTo>
                  <a:pt x="4737745" y="57093"/>
                </a:lnTo>
                <a:lnTo>
                  <a:pt x="4740165" y="61790"/>
                </a:lnTo>
                <a:lnTo>
                  <a:pt x="4742347" y="66630"/>
                </a:lnTo>
                <a:lnTo>
                  <a:pt x="4742647" y="67420"/>
                </a:lnTo>
                <a:lnTo>
                  <a:pt x="4720586" y="76119"/>
                </a:lnTo>
                <a:lnTo>
                  <a:pt x="4720380" y="75597"/>
                </a:lnTo>
                <a:lnTo>
                  <a:pt x="4720601" y="76134"/>
                </a:lnTo>
                <a:lnTo>
                  <a:pt x="4718656" y="71833"/>
                </a:lnTo>
                <a:lnTo>
                  <a:pt x="4718909" y="72355"/>
                </a:lnTo>
                <a:lnTo>
                  <a:pt x="4716758" y="68164"/>
                </a:lnTo>
                <a:lnTo>
                  <a:pt x="4717043" y="68670"/>
                </a:lnTo>
                <a:lnTo>
                  <a:pt x="4714703" y="64590"/>
                </a:lnTo>
                <a:lnTo>
                  <a:pt x="4714987" y="65080"/>
                </a:lnTo>
                <a:lnTo>
                  <a:pt x="4712473" y="61142"/>
                </a:lnTo>
                <a:lnTo>
                  <a:pt x="4712789" y="61616"/>
                </a:lnTo>
                <a:lnTo>
                  <a:pt x="4710068" y="57789"/>
                </a:lnTo>
                <a:lnTo>
                  <a:pt x="4710417" y="58248"/>
                </a:lnTo>
                <a:lnTo>
                  <a:pt x="4707522" y="54578"/>
                </a:lnTo>
                <a:lnTo>
                  <a:pt x="4707886" y="55021"/>
                </a:lnTo>
                <a:lnTo>
                  <a:pt x="4704833" y="51479"/>
                </a:lnTo>
                <a:lnTo>
                  <a:pt x="4705213" y="51906"/>
                </a:lnTo>
                <a:lnTo>
                  <a:pt x="4701987" y="48521"/>
                </a:lnTo>
                <a:lnTo>
                  <a:pt x="4702398" y="48932"/>
                </a:lnTo>
                <a:lnTo>
                  <a:pt x="4699013" y="45706"/>
                </a:lnTo>
                <a:lnTo>
                  <a:pt x="4699424" y="46086"/>
                </a:lnTo>
                <a:lnTo>
                  <a:pt x="4695898" y="43033"/>
                </a:lnTo>
                <a:lnTo>
                  <a:pt x="4696341" y="43397"/>
                </a:lnTo>
                <a:lnTo>
                  <a:pt x="4692671" y="40503"/>
                </a:lnTo>
                <a:lnTo>
                  <a:pt x="4693130" y="40851"/>
                </a:lnTo>
                <a:lnTo>
                  <a:pt x="4689303" y="38131"/>
                </a:lnTo>
                <a:lnTo>
                  <a:pt x="4689777" y="38446"/>
                </a:lnTo>
                <a:lnTo>
                  <a:pt x="4685839" y="35932"/>
                </a:lnTo>
                <a:lnTo>
                  <a:pt x="4686330" y="36217"/>
                </a:lnTo>
                <a:lnTo>
                  <a:pt x="4682249" y="33876"/>
                </a:lnTo>
                <a:lnTo>
                  <a:pt x="4682756" y="34161"/>
                </a:lnTo>
                <a:lnTo>
                  <a:pt x="4678564" y="32010"/>
                </a:lnTo>
                <a:lnTo>
                  <a:pt x="4679086" y="32263"/>
                </a:lnTo>
                <a:lnTo>
                  <a:pt x="4674784" y="30317"/>
                </a:lnTo>
                <a:lnTo>
                  <a:pt x="4675322" y="30539"/>
                </a:lnTo>
                <a:lnTo>
                  <a:pt x="4670894" y="28799"/>
                </a:lnTo>
                <a:lnTo>
                  <a:pt x="4671447" y="29005"/>
                </a:lnTo>
                <a:lnTo>
                  <a:pt x="4666924" y="27471"/>
                </a:lnTo>
                <a:lnTo>
                  <a:pt x="4667493" y="27645"/>
                </a:lnTo>
                <a:lnTo>
                  <a:pt x="4662876" y="26332"/>
                </a:lnTo>
                <a:lnTo>
                  <a:pt x="4663445" y="26475"/>
                </a:lnTo>
                <a:lnTo>
                  <a:pt x="4658748" y="25399"/>
                </a:lnTo>
                <a:lnTo>
                  <a:pt x="4659333" y="25510"/>
                </a:lnTo>
                <a:lnTo>
                  <a:pt x="4659033" y="25462"/>
                </a:lnTo>
                <a:lnTo>
                  <a:pt x="4659143" y="25478"/>
                </a:lnTo>
                <a:lnTo>
                  <a:pt x="4663319" y="2135"/>
                </a:lnTo>
                <a:moveTo>
                  <a:pt x="4750919" y="141958"/>
                </a:moveTo>
                <a:lnTo>
                  <a:pt x="4750919" y="236850"/>
                </a:lnTo>
                <a:lnTo>
                  <a:pt x="4727196" y="236850"/>
                </a:lnTo>
                <a:lnTo>
                  <a:pt x="4727196" y="141958"/>
                </a:lnTo>
                <a:lnTo>
                  <a:pt x="4750919" y="141958"/>
                </a:lnTo>
                <a:moveTo>
                  <a:pt x="4750919" y="308019"/>
                </a:moveTo>
                <a:lnTo>
                  <a:pt x="4750919" y="402911"/>
                </a:lnTo>
                <a:lnTo>
                  <a:pt x="4727196" y="402911"/>
                </a:lnTo>
                <a:lnTo>
                  <a:pt x="4727196" y="308019"/>
                </a:lnTo>
                <a:lnTo>
                  <a:pt x="4750919" y="308019"/>
                </a:lnTo>
                <a:moveTo>
                  <a:pt x="4750919" y="474080"/>
                </a:moveTo>
                <a:lnTo>
                  <a:pt x="4750919" y="568972"/>
                </a:lnTo>
                <a:lnTo>
                  <a:pt x="4727196" y="568972"/>
                </a:lnTo>
                <a:lnTo>
                  <a:pt x="4727196" y="474080"/>
                </a:lnTo>
                <a:lnTo>
                  <a:pt x="4750919" y="474080"/>
                </a:lnTo>
                <a:moveTo>
                  <a:pt x="4750919" y="640141"/>
                </a:moveTo>
                <a:lnTo>
                  <a:pt x="4750919" y="735032"/>
                </a:lnTo>
                <a:lnTo>
                  <a:pt x="4727196" y="735032"/>
                </a:lnTo>
                <a:lnTo>
                  <a:pt x="4727196" y="640141"/>
                </a:lnTo>
                <a:lnTo>
                  <a:pt x="4750919" y="640141"/>
                </a:lnTo>
                <a:moveTo>
                  <a:pt x="4750919" y="806201"/>
                </a:moveTo>
                <a:lnTo>
                  <a:pt x="4750919" y="901093"/>
                </a:lnTo>
                <a:lnTo>
                  <a:pt x="4727196" y="901093"/>
                </a:lnTo>
                <a:lnTo>
                  <a:pt x="4727196" y="806201"/>
                </a:lnTo>
                <a:lnTo>
                  <a:pt x="4750919" y="806201"/>
                </a:lnTo>
                <a:moveTo>
                  <a:pt x="4750919" y="972262"/>
                </a:moveTo>
                <a:lnTo>
                  <a:pt x="4750919" y="1067154"/>
                </a:lnTo>
                <a:lnTo>
                  <a:pt x="4727196" y="1067154"/>
                </a:lnTo>
                <a:lnTo>
                  <a:pt x="4727196" y="972262"/>
                </a:lnTo>
                <a:lnTo>
                  <a:pt x="4750919" y="972262"/>
                </a:lnTo>
                <a:moveTo>
                  <a:pt x="4750919" y="1138323"/>
                </a:moveTo>
                <a:lnTo>
                  <a:pt x="4750919" y="1216371"/>
                </a:lnTo>
                <a:lnTo>
                  <a:pt x="4750777" y="1221828"/>
                </a:lnTo>
                <a:lnTo>
                  <a:pt x="4750366" y="1227363"/>
                </a:lnTo>
                <a:lnTo>
                  <a:pt x="4749670" y="1232818"/>
                </a:lnTo>
                <a:lnTo>
                  <a:pt x="4749242" y="1235207"/>
                </a:lnTo>
                <a:lnTo>
                  <a:pt x="4725883" y="1231032"/>
                </a:lnTo>
                <a:lnTo>
                  <a:pt x="4726264" y="1228944"/>
                </a:lnTo>
                <a:lnTo>
                  <a:pt x="4726168" y="1229530"/>
                </a:lnTo>
                <a:lnTo>
                  <a:pt x="4726786" y="1224658"/>
                </a:lnTo>
                <a:lnTo>
                  <a:pt x="4726722" y="1225258"/>
                </a:lnTo>
                <a:lnTo>
                  <a:pt x="4727102" y="1220325"/>
                </a:lnTo>
                <a:lnTo>
                  <a:pt x="4727069" y="1220926"/>
                </a:lnTo>
                <a:lnTo>
                  <a:pt x="4727196" y="1215912"/>
                </a:lnTo>
                <a:lnTo>
                  <a:pt x="4727196" y="1216212"/>
                </a:lnTo>
                <a:lnTo>
                  <a:pt x="4727196" y="1138323"/>
                </a:lnTo>
                <a:lnTo>
                  <a:pt x="4750919" y="1138323"/>
                </a:lnTo>
                <a:moveTo>
                  <a:pt x="4709072" y="1302090"/>
                </a:moveTo>
                <a:lnTo>
                  <a:pt x="4707095" y="1303640"/>
                </a:lnTo>
                <a:lnTo>
                  <a:pt x="4702825" y="1306693"/>
                </a:lnTo>
                <a:lnTo>
                  <a:pt x="4698397" y="1309523"/>
                </a:lnTo>
                <a:lnTo>
                  <a:pt x="4693826" y="1312148"/>
                </a:lnTo>
                <a:lnTo>
                  <a:pt x="4689129" y="1314568"/>
                </a:lnTo>
                <a:lnTo>
                  <a:pt x="4684289" y="1316750"/>
                </a:lnTo>
                <a:lnTo>
                  <a:pt x="4679323" y="1318697"/>
                </a:lnTo>
                <a:lnTo>
                  <a:pt x="4674262" y="1320420"/>
                </a:lnTo>
                <a:lnTo>
                  <a:pt x="4669075" y="1321891"/>
                </a:lnTo>
                <a:lnTo>
                  <a:pt x="4663793" y="1323108"/>
                </a:lnTo>
                <a:lnTo>
                  <a:pt x="4658415" y="1324073"/>
                </a:lnTo>
                <a:lnTo>
                  <a:pt x="4652960" y="1324770"/>
                </a:lnTo>
                <a:lnTo>
                  <a:pt x="4647424" y="1325180"/>
                </a:lnTo>
                <a:lnTo>
                  <a:pt x="4641968" y="1325322"/>
                </a:lnTo>
                <a:lnTo>
                  <a:pt x="4611508" y="1325322"/>
                </a:lnTo>
                <a:lnTo>
                  <a:pt x="4611508" y="1301600"/>
                </a:lnTo>
                <a:lnTo>
                  <a:pt x="4641809" y="1301600"/>
                </a:lnTo>
                <a:lnTo>
                  <a:pt x="4641509" y="1301600"/>
                </a:lnTo>
                <a:lnTo>
                  <a:pt x="4646522" y="1301472"/>
                </a:lnTo>
                <a:lnTo>
                  <a:pt x="4645922" y="1301505"/>
                </a:lnTo>
                <a:lnTo>
                  <a:pt x="4650855" y="1301126"/>
                </a:lnTo>
                <a:lnTo>
                  <a:pt x="4650255" y="1301189"/>
                </a:lnTo>
                <a:lnTo>
                  <a:pt x="4655126" y="1300572"/>
                </a:lnTo>
                <a:lnTo>
                  <a:pt x="4654541" y="1300667"/>
                </a:lnTo>
                <a:lnTo>
                  <a:pt x="4659333" y="1299813"/>
                </a:lnTo>
                <a:lnTo>
                  <a:pt x="4658748" y="1299924"/>
                </a:lnTo>
                <a:lnTo>
                  <a:pt x="4663445" y="1298848"/>
                </a:lnTo>
                <a:lnTo>
                  <a:pt x="4662876" y="1298991"/>
                </a:lnTo>
                <a:lnTo>
                  <a:pt x="4667493" y="1297677"/>
                </a:lnTo>
                <a:lnTo>
                  <a:pt x="4666924" y="1297852"/>
                </a:lnTo>
                <a:lnTo>
                  <a:pt x="4671447" y="1296317"/>
                </a:lnTo>
                <a:lnTo>
                  <a:pt x="4670894" y="1296524"/>
                </a:lnTo>
                <a:lnTo>
                  <a:pt x="4675322" y="1294783"/>
                </a:lnTo>
                <a:lnTo>
                  <a:pt x="4674784" y="1295005"/>
                </a:lnTo>
                <a:lnTo>
                  <a:pt x="4679086" y="1293059"/>
                </a:lnTo>
                <a:lnTo>
                  <a:pt x="4678564" y="1293312"/>
                </a:lnTo>
                <a:lnTo>
                  <a:pt x="4682756" y="1291161"/>
                </a:lnTo>
                <a:lnTo>
                  <a:pt x="4682249" y="1291446"/>
                </a:lnTo>
                <a:lnTo>
                  <a:pt x="4686330" y="1289106"/>
                </a:lnTo>
                <a:lnTo>
                  <a:pt x="4685839" y="1289390"/>
                </a:lnTo>
                <a:lnTo>
                  <a:pt x="4689777" y="1286859"/>
                </a:lnTo>
                <a:lnTo>
                  <a:pt x="4689303" y="1287192"/>
                </a:lnTo>
                <a:lnTo>
                  <a:pt x="4693130" y="1284472"/>
                </a:lnTo>
                <a:lnTo>
                  <a:pt x="4692671" y="1284820"/>
                </a:lnTo>
                <a:lnTo>
                  <a:pt x="4694411" y="1283443"/>
                </a:lnTo>
                <a:lnTo>
                  <a:pt x="4709072" y="1302090"/>
                </a:lnTo>
                <a:moveTo>
                  <a:pt x="4540339" y="1325322"/>
                </a:moveTo>
                <a:lnTo>
                  <a:pt x="4445447" y="1325322"/>
                </a:lnTo>
                <a:lnTo>
                  <a:pt x="4445447" y="1301600"/>
                </a:lnTo>
                <a:lnTo>
                  <a:pt x="4540339" y="1301600"/>
                </a:lnTo>
                <a:lnTo>
                  <a:pt x="4540339" y="1325322"/>
                </a:lnTo>
                <a:moveTo>
                  <a:pt x="4374278" y="1325322"/>
                </a:moveTo>
                <a:lnTo>
                  <a:pt x="4279386" y="1325322"/>
                </a:lnTo>
                <a:lnTo>
                  <a:pt x="4279386" y="1301600"/>
                </a:lnTo>
                <a:lnTo>
                  <a:pt x="4374278" y="1301600"/>
                </a:lnTo>
                <a:lnTo>
                  <a:pt x="4374278" y="1325322"/>
                </a:lnTo>
                <a:moveTo>
                  <a:pt x="4208217" y="1325322"/>
                </a:moveTo>
                <a:lnTo>
                  <a:pt x="4113325" y="1325322"/>
                </a:lnTo>
                <a:lnTo>
                  <a:pt x="4113325" y="1301600"/>
                </a:lnTo>
                <a:lnTo>
                  <a:pt x="4208217" y="1301600"/>
                </a:lnTo>
                <a:lnTo>
                  <a:pt x="4208217" y="1325322"/>
                </a:lnTo>
                <a:moveTo>
                  <a:pt x="4042156" y="1325322"/>
                </a:moveTo>
                <a:lnTo>
                  <a:pt x="3947265" y="1325322"/>
                </a:lnTo>
                <a:lnTo>
                  <a:pt x="3947265" y="1301600"/>
                </a:lnTo>
                <a:lnTo>
                  <a:pt x="4042156" y="1301600"/>
                </a:lnTo>
                <a:lnTo>
                  <a:pt x="4042156" y="1325322"/>
                </a:lnTo>
                <a:moveTo>
                  <a:pt x="3876096" y="1325322"/>
                </a:moveTo>
                <a:lnTo>
                  <a:pt x="3781204" y="1325322"/>
                </a:lnTo>
                <a:lnTo>
                  <a:pt x="3781204" y="1301600"/>
                </a:lnTo>
                <a:lnTo>
                  <a:pt x="3876096" y="1301600"/>
                </a:lnTo>
                <a:lnTo>
                  <a:pt x="3876096" y="1325322"/>
                </a:lnTo>
                <a:moveTo>
                  <a:pt x="3710035" y="1325322"/>
                </a:moveTo>
                <a:lnTo>
                  <a:pt x="3615143" y="1325322"/>
                </a:lnTo>
                <a:lnTo>
                  <a:pt x="3615143" y="1301600"/>
                </a:lnTo>
                <a:lnTo>
                  <a:pt x="3710035" y="1301600"/>
                </a:lnTo>
                <a:lnTo>
                  <a:pt x="3710035" y="1325322"/>
                </a:lnTo>
                <a:moveTo>
                  <a:pt x="3543974" y="1325322"/>
                </a:moveTo>
                <a:lnTo>
                  <a:pt x="3449082" y="1325322"/>
                </a:lnTo>
                <a:lnTo>
                  <a:pt x="3449082" y="1301600"/>
                </a:lnTo>
                <a:lnTo>
                  <a:pt x="3543974" y="1301600"/>
                </a:lnTo>
                <a:lnTo>
                  <a:pt x="3543974" y="1325322"/>
                </a:lnTo>
                <a:moveTo>
                  <a:pt x="3377913" y="1325322"/>
                </a:moveTo>
                <a:lnTo>
                  <a:pt x="3283021" y="1325322"/>
                </a:lnTo>
                <a:lnTo>
                  <a:pt x="3283021" y="1301600"/>
                </a:lnTo>
                <a:lnTo>
                  <a:pt x="3377913" y="1301600"/>
                </a:lnTo>
                <a:lnTo>
                  <a:pt x="3377913" y="1325322"/>
                </a:lnTo>
                <a:moveTo>
                  <a:pt x="3211852" y="1325322"/>
                </a:moveTo>
                <a:lnTo>
                  <a:pt x="3116961" y="1325322"/>
                </a:lnTo>
                <a:lnTo>
                  <a:pt x="3116961" y="1301600"/>
                </a:lnTo>
                <a:lnTo>
                  <a:pt x="3211852" y="1301600"/>
                </a:lnTo>
                <a:lnTo>
                  <a:pt x="3211852" y="1325322"/>
                </a:lnTo>
                <a:moveTo>
                  <a:pt x="3045792" y="1325322"/>
                </a:moveTo>
                <a:lnTo>
                  <a:pt x="2950900" y="1325322"/>
                </a:lnTo>
                <a:lnTo>
                  <a:pt x="2950900" y="1301600"/>
                </a:lnTo>
                <a:lnTo>
                  <a:pt x="3045792" y="1301600"/>
                </a:lnTo>
                <a:lnTo>
                  <a:pt x="3045792" y="1325322"/>
                </a:lnTo>
                <a:moveTo>
                  <a:pt x="2879731" y="1325322"/>
                </a:moveTo>
                <a:lnTo>
                  <a:pt x="2784839" y="1325322"/>
                </a:lnTo>
                <a:lnTo>
                  <a:pt x="2784839" y="1301600"/>
                </a:lnTo>
                <a:lnTo>
                  <a:pt x="2879731" y="1301600"/>
                </a:lnTo>
                <a:lnTo>
                  <a:pt x="2879731" y="1325322"/>
                </a:lnTo>
                <a:moveTo>
                  <a:pt x="2713670" y="1325322"/>
                </a:moveTo>
                <a:lnTo>
                  <a:pt x="2618778" y="1325322"/>
                </a:lnTo>
                <a:lnTo>
                  <a:pt x="2618778" y="1301600"/>
                </a:lnTo>
                <a:lnTo>
                  <a:pt x="2713670" y="1301600"/>
                </a:lnTo>
                <a:lnTo>
                  <a:pt x="2713670" y="1325322"/>
                </a:lnTo>
                <a:moveTo>
                  <a:pt x="2547609" y="1325322"/>
                </a:moveTo>
                <a:lnTo>
                  <a:pt x="2452717" y="1325322"/>
                </a:lnTo>
                <a:lnTo>
                  <a:pt x="2452717" y="1301600"/>
                </a:lnTo>
                <a:lnTo>
                  <a:pt x="2547609" y="1301600"/>
                </a:lnTo>
                <a:lnTo>
                  <a:pt x="2547609" y="1325322"/>
                </a:lnTo>
                <a:moveTo>
                  <a:pt x="2381549" y="1325322"/>
                </a:moveTo>
                <a:lnTo>
                  <a:pt x="2286657" y="1325322"/>
                </a:lnTo>
                <a:lnTo>
                  <a:pt x="2286657" y="1301600"/>
                </a:lnTo>
                <a:lnTo>
                  <a:pt x="2381549" y="1301600"/>
                </a:lnTo>
                <a:lnTo>
                  <a:pt x="2381549" y="1325322"/>
                </a:lnTo>
                <a:moveTo>
                  <a:pt x="2215488" y="1325322"/>
                </a:moveTo>
                <a:lnTo>
                  <a:pt x="2120596" y="1325322"/>
                </a:lnTo>
                <a:lnTo>
                  <a:pt x="2120596" y="1301600"/>
                </a:lnTo>
                <a:lnTo>
                  <a:pt x="2215488" y="1301600"/>
                </a:lnTo>
                <a:lnTo>
                  <a:pt x="2215488" y="1325322"/>
                </a:lnTo>
                <a:moveTo>
                  <a:pt x="2049427" y="1325322"/>
                </a:moveTo>
                <a:lnTo>
                  <a:pt x="1954535" y="1325322"/>
                </a:lnTo>
                <a:lnTo>
                  <a:pt x="1954535" y="1301600"/>
                </a:lnTo>
                <a:lnTo>
                  <a:pt x="2049427" y="1301600"/>
                </a:lnTo>
                <a:lnTo>
                  <a:pt x="2049427" y="1325322"/>
                </a:lnTo>
                <a:moveTo>
                  <a:pt x="1883366" y="1325322"/>
                </a:moveTo>
                <a:lnTo>
                  <a:pt x="1788474" y="1325322"/>
                </a:lnTo>
                <a:lnTo>
                  <a:pt x="1788474" y="1301600"/>
                </a:lnTo>
                <a:lnTo>
                  <a:pt x="1883366" y="1301600"/>
                </a:lnTo>
                <a:lnTo>
                  <a:pt x="1883366" y="1325322"/>
                </a:lnTo>
                <a:moveTo>
                  <a:pt x="1717305" y="1325322"/>
                </a:moveTo>
                <a:lnTo>
                  <a:pt x="1622413" y="1325322"/>
                </a:lnTo>
                <a:lnTo>
                  <a:pt x="1622413" y="1301600"/>
                </a:lnTo>
                <a:lnTo>
                  <a:pt x="1717305" y="1301600"/>
                </a:lnTo>
                <a:lnTo>
                  <a:pt x="1717305" y="1325322"/>
                </a:lnTo>
                <a:moveTo>
                  <a:pt x="1551245" y="1325322"/>
                </a:moveTo>
                <a:lnTo>
                  <a:pt x="1456353" y="1325322"/>
                </a:lnTo>
                <a:lnTo>
                  <a:pt x="1456353" y="1301600"/>
                </a:lnTo>
                <a:lnTo>
                  <a:pt x="1551245" y="1301600"/>
                </a:lnTo>
                <a:lnTo>
                  <a:pt x="1551245" y="1325322"/>
                </a:lnTo>
                <a:moveTo>
                  <a:pt x="1385184" y="1325322"/>
                </a:moveTo>
                <a:lnTo>
                  <a:pt x="1290292" y="1325322"/>
                </a:lnTo>
                <a:lnTo>
                  <a:pt x="1290292" y="1301600"/>
                </a:lnTo>
                <a:lnTo>
                  <a:pt x="1385184" y="1301600"/>
                </a:lnTo>
                <a:lnTo>
                  <a:pt x="1385184" y="1325322"/>
                </a:lnTo>
                <a:moveTo>
                  <a:pt x="1219123" y="1325322"/>
                </a:moveTo>
                <a:lnTo>
                  <a:pt x="1124231" y="1325322"/>
                </a:lnTo>
                <a:lnTo>
                  <a:pt x="1124231" y="1301600"/>
                </a:lnTo>
                <a:lnTo>
                  <a:pt x="1219123" y="1301600"/>
                </a:lnTo>
                <a:lnTo>
                  <a:pt x="1219123" y="1325322"/>
                </a:lnTo>
                <a:moveTo>
                  <a:pt x="1053063" y="1325322"/>
                </a:moveTo>
                <a:lnTo>
                  <a:pt x="958171" y="1325322"/>
                </a:lnTo>
                <a:lnTo>
                  <a:pt x="958171" y="1301600"/>
                </a:lnTo>
                <a:lnTo>
                  <a:pt x="1053063" y="1301600"/>
                </a:lnTo>
                <a:lnTo>
                  <a:pt x="1053063" y="1325322"/>
                </a:lnTo>
                <a:moveTo>
                  <a:pt x="887002" y="1325322"/>
                </a:moveTo>
                <a:lnTo>
                  <a:pt x="792110" y="1325322"/>
                </a:lnTo>
                <a:lnTo>
                  <a:pt x="792110" y="1301600"/>
                </a:lnTo>
                <a:lnTo>
                  <a:pt x="887002" y="1301600"/>
                </a:lnTo>
                <a:lnTo>
                  <a:pt x="887002" y="1325322"/>
                </a:lnTo>
                <a:moveTo>
                  <a:pt x="720941" y="1325322"/>
                </a:moveTo>
                <a:lnTo>
                  <a:pt x="626049" y="1325322"/>
                </a:lnTo>
                <a:lnTo>
                  <a:pt x="626049" y="1301600"/>
                </a:lnTo>
                <a:lnTo>
                  <a:pt x="720941" y="1301600"/>
                </a:lnTo>
                <a:lnTo>
                  <a:pt x="720941" y="1325322"/>
                </a:lnTo>
                <a:moveTo>
                  <a:pt x="554880" y="1325322"/>
                </a:moveTo>
                <a:lnTo>
                  <a:pt x="459988" y="1325322"/>
                </a:lnTo>
                <a:lnTo>
                  <a:pt x="459988" y="1301600"/>
                </a:lnTo>
                <a:lnTo>
                  <a:pt x="554880" y="1301600"/>
                </a:lnTo>
                <a:lnTo>
                  <a:pt x="554880" y="1325322"/>
                </a:lnTo>
                <a:moveTo>
                  <a:pt x="388820" y="1325322"/>
                </a:moveTo>
                <a:lnTo>
                  <a:pt x="293928" y="1325322"/>
                </a:lnTo>
                <a:lnTo>
                  <a:pt x="293928" y="1301600"/>
                </a:lnTo>
                <a:lnTo>
                  <a:pt x="388820" y="1301600"/>
                </a:lnTo>
                <a:lnTo>
                  <a:pt x="388820" y="1325322"/>
                </a:lnTo>
                <a:moveTo>
                  <a:pt x="222759" y="1325322"/>
                </a:moveTo>
                <a:lnTo>
                  <a:pt x="127867" y="1325322"/>
                </a:lnTo>
                <a:lnTo>
                  <a:pt x="127867" y="1301600"/>
                </a:lnTo>
                <a:lnTo>
                  <a:pt x="222759" y="1301600"/>
                </a:lnTo>
                <a:lnTo>
                  <a:pt x="222759" y="1325322"/>
                </a:lnTo>
                <a:moveTo>
                  <a:pt x="53298" y="1309966"/>
                </a:moveTo>
                <a:lnTo>
                  <a:pt x="52523" y="1309523"/>
                </a:lnTo>
                <a:lnTo>
                  <a:pt x="48094" y="1306693"/>
                </a:lnTo>
                <a:lnTo>
                  <a:pt x="43824" y="1303640"/>
                </a:lnTo>
                <a:lnTo>
                  <a:pt x="39696" y="1300414"/>
                </a:lnTo>
                <a:lnTo>
                  <a:pt x="35743" y="1296982"/>
                </a:lnTo>
                <a:lnTo>
                  <a:pt x="31947" y="1293375"/>
                </a:lnTo>
                <a:lnTo>
                  <a:pt x="28341" y="1289580"/>
                </a:lnTo>
                <a:lnTo>
                  <a:pt x="24909" y="1285627"/>
                </a:lnTo>
                <a:lnTo>
                  <a:pt x="21683" y="1281499"/>
                </a:lnTo>
                <a:lnTo>
                  <a:pt x="18631" y="1277228"/>
                </a:lnTo>
                <a:lnTo>
                  <a:pt x="15800" y="1272800"/>
                </a:lnTo>
                <a:lnTo>
                  <a:pt x="13174" y="1268230"/>
                </a:lnTo>
                <a:lnTo>
                  <a:pt x="10755" y="1263533"/>
                </a:lnTo>
                <a:lnTo>
                  <a:pt x="8572" y="1258694"/>
                </a:lnTo>
                <a:lnTo>
                  <a:pt x="6627" y="1253726"/>
                </a:lnTo>
                <a:lnTo>
                  <a:pt x="4903" y="1248666"/>
                </a:lnTo>
                <a:lnTo>
                  <a:pt x="3432" y="1243478"/>
                </a:lnTo>
                <a:lnTo>
                  <a:pt x="2214" y="1238196"/>
                </a:lnTo>
                <a:lnTo>
                  <a:pt x="1250" y="1232818"/>
                </a:lnTo>
                <a:lnTo>
                  <a:pt x="554" y="1227363"/>
                </a:lnTo>
                <a:lnTo>
                  <a:pt x="190" y="1222586"/>
                </a:lnTo>
                <a:lnTo>
                  <a:pt x="23849" y="1220784"/>
                </a:lnTo>
                <a:lnTo>
                  <a:pt x="24198" y="1225258"/>
                </a:lnTo>
                <a:lnTo>
                  <a:pt x="24134" y="1224658"/>
                </a:lnTo>
                <a:lnTo>
                  <a:pt x="24751" y="1229530"/>
                </a:lnTo>
                <a:lnTo>
                  <a:pt x="24656" y="1228944"/>
                </a:lnTo>
                <a:lnTo>
                  <a:pt x="25510" y="1233737"/>
                </a:lnTo>
                <a:lnTo>
                  <a:pt x="25399" y="1233151"/>
                </a:lnTo>
                <a:lnTo>
                  <a:pt x="26475" y="1237848"/>
                </a:lnTo>
                <a:lnTo>
                  <a:pt x="26333" y="1237279"/>
                </a:lnTo>
                <a:lnTo>
                  <a:pt x="27645" y="1241897"/>
                </a:lnTo>
                <a:lnTo>
                  <a:pt x="27471" y="1241327"/>
                </a:lnTo>
                <a:lnTo>
                  <a:pt x="29005" y="1245850"/>
                </a:lnTo>
                <a:lnTo>
                  <a:pt x="28800" y="1245297"/>
                </a:lnTo>
                <a:lnTo>
                  <a:pt x="30539" y="1249725"/>
                </a:lnTo>
                <a:lnTo>
                  <a:pt x="30318" y="1249187"/>
                </a:lnTo>
                <a:lnTo>
                  <a:pt x="32263" y="1253489"/>
                </a:lnTo>
                <a:lnTo>
                  <a:pt x="32010" y="1252968"/>
                </a:lnTo>
                <a:lnTo>
                  <a:pt x="34161" y="1257159"/>
                </a:lnTo>
                <a:lnTo>
                  <a:pt x="33876" y="1256653"/>
                </a:lnTo>
                <a:lnTo>
                  <a:pt x="36217" y="1260733"/>
                </a:lnTo>
                <a:lnTo>
                  <a:pt x="35932" y="1260242"/>
                </a:lnTo>
                <a:lnTo>
                  <a:pt x="38447" y="1264180"/>
                </a:lnTo>
                <a:lnTo>
                  <a:pt x="38131" y="1263706"/>
                </a:lnTo>
                <a:lnTo>
                  <a:pt x="40851" y="1267534"/>
                </a:lnTo>
                <a:lnTo>
                  <a:pt x="40503" y="1267074"/>
                </a:lnTo>
                <a:lnTo>
                  <a:pt x="43397" y="1270744"/>
                </a:lnTo>
                <a:lnTo>
                  <a:pt x="43033" y="1270302"/>
                </a:lnTo>
                <a:lnTo>
                  <a:pt x="46086" y="1273827"/>
                </a:lnTo>
                <a:lnTo>
                  <a:pt x="45706" y="1273417"/>
                </a:lnTo>
                <a:lnTo>
                  <a:pt x="48933" y="1276802"/>
                </a:lnTo>
                <a:lnTo>
                  <a:pt x="48521" y="1276390"/>
                </a:lnTo>
                <a:lnTo>
                  <a:pt x="51906" y="1279617"/>
                </a:lnTo>
                <a:lnTo>
                  <a:pt x="51479" y="1279236"/>
                </a:lnTo>
                <a:lnTo>
                  <a:pt x="55022" y="1282290"/>
                </a:lnTo>
                <a:lnTo>
                  <a:pt x="54579" y="1281925"/>
                </a:lnTo>
                <a:lnTo>
                  <a:pt x="58248" y="1284820"/>
                </a:lnTo>
                <a:lnTo>
                  <a:pt x="57789" y="1284472"/>
                </a:lnTo>
                <a:lnTo>
                  <a:pt x="61617" y="1287192"/>
                </a:lnTo>
                <a:lnTo>
                  <a:pt x="61142" y="1286859"/>
                </a:lnTo>
                <a:lnTo>
                  <a:pt x="65080" y="1289390"/>
                </a:lnTo>
                <a:lnTo>
                  <a:pt x="64590" y="1289106"/>
                </a:lnTo>
                <a:lnTo>
                  <a:pt x="65112" y="1289406"/>
                </a:lnTo>
                <a:lnTo>
                  <a:pt x="53298" y="1309966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4EDCA7AD-AB17-471D-BE76-9E70CDCF6E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2db589bca4c85"/>
          <a:stretch xmlns:a="http://schemas.openxmlformats.org/drawingml/2006/main"/>
        </p:blipFill>
        <p:spPr>
          <a:xfrm xmlns:a="http://schemas.openxmlformats.org/drawingml/2006/main">
            <a:off x="228600" y="7181850"/>
            <a:ext cx="4686300" cy="647700"/>
          </a:xfrm>
          <a:prstGeom xmlns:a="http://schemas.openxmlformats.org/drawingml/2006/main" prst="rect">
            <a:avLst/>
          </a:prstGeom>
        </p:spPr>
      </p:pic>
      <p:pic>
        <p:nvPic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9C91FE5A-CC31-46F2-8229-1FF745749C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ef8157e704bc2"/>
          <a:stretch xmlns:a="http://schemas.openxmlformats.org/drawingml/2006/main"/>
        </p:blipFill>
        <p:spPr>
          <a:xfrm xmlns:a="http://schemas.openxmlformats.org/drawingml/2006/main">
            <a:off x="228600" y="7791450"/>
            <a:ext cx="4686300" cy="647700"/>
          </a:xfrm>
          <a:prstGeom xmlns:a="http://schemas.openxmlformats.org/drawingml/2006/main" prst="rect">
            <a:avLst/>
          </a:prstGeom>
        </p:spPr>
      </p:pic>
      <p:sp>
        <p:nvSpPr>
          <p:cNvPr id="433" name="path-328">
            <a:extLst xmlns:a="http://schemas.openxmlformats.org/drawingml/2006/main">
              <a:ext uri="{FF2B5EF4-FFF2-40B4-BE49-F238E27FC236}">
                <a16:creationId xmlns:a16="http://schemas.microsoft.com/office/drawing/2014/main" id="{29D9F005-5680-44EC-832C-FB541301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120" y="7224100"/>
            <a:ext cx="27677" cy="1212308"/>
          </a:xfrm>
          <a:custGeom xmlns:a="http://schemas.openxmlformats.org/drawingml/2006/main">
            <a:pathLst>
              <a:path w="27677" h="1212308">
                <a:moveTo>
                  <a:pt x="3954" y="0"/>
                </a:moveTo>
                <a:lnTo>
                  <a:pt x="3638" y="94892"/>
                </a:lnTo>
                <a:lnTo>
                  <a:pt x="27361" y="94955"/>
                </a:lnTo>
                <a:lnTo>
                  <a:pt x="27677" y="63"/>
                </a:lnTo>
                <a:lnTo>
                  <a:pt x="3954" y="0"/>
                </a:lnTo>
                <a:moveTo>
                  <a:pt x="3416" y="166061"/>
                </a:moveTo>
                <a:lnTo>
                  <a:pt x="3100" y="260937"/>
                </a:lnTo>
                <a:lnTo>
                  <a:pt x="26823" y="261016"/>
                </a:lnTo>
                <a:lnTo>
                  <a:pt x="27139" y="166124"/>
                </a:lnTo>
                <a:lnTo>
                  <a:pt x="3416" y="166061"/>
                </a:lnTo>
                <a:moveTo>
                  <a:pt x="2878" y="332106"/>
                </a:moveTo>
                <a:lnTo>
                  <a:pt x="2562" y="426998"/>
                </a:lnTo>
                <a:lnTo>
                  <a:pt x="26285" y="427077"/>
                </a:lnTo>
                <a:lnTo>
                  <a:pt x="26601" y="332185"/>
                </a:lnTo>
                <a:lnTo>
                  <a:pt x="2878" y="332106"/>
                </a:lnTo>
                <a:moveTo>
                  <a:pt x="2325" y="498167"/>
                </a:moveTo>
                <a:lnTo>
                  <a:pt x="2025" y="593059"/>
                </a:lnTo>
                <a:lnTo>
                  <a:pt x="25747" y="593138"/>
                </a:lnTo>
                <a:lnTo>
                  <a:pt x="26048" y="498246"/>
                </a:lnTo>
                <a:lnTo>
                  <a:pt x="2325" y="498167"/>
                </a:lnTo>
                <a:moveTo>
                  <a:pt x="1787" y="664227"/>
                </a:moveTo>
                <a:lnTo>
                  <a:pt x="1471" y="759119"/>
                </a:lnTo>
                <a:lnTo>
                  <a:pt x="25194" y="759198"/>
                </a:lnTo>
                <a:lnTo>
                  <a:pt x="25510" y="664307"/>
                </a:lnTo>
                <a:lnTo>
                  <a:pt x="1787" y="664227"/>
                </a:lnTo>
                <a:moveTo>
                  <a:pt x="1249" y="830288"/>
                </a:moveTo>
                <a:lnTo>
                  <a:pt x="933" y="925180"/>
                </a:lnTo>
                <a:lnTo>
                  <a:pt x="24656" y="925259"/>
                </a:lnTo>
                <a:lnTo>
                  <a:pt x="24972" y="830367"/>
                </a:lnTo>
                <a:lnTo>
                  <a:pt x="1249" y="830288"/>
                </a:lnTo>
                <a:moveTo>
                  <a:pt x="712" y="996349"/>
                </a:moveTo>
                <a:lnTo>
                  <a:pt x="395" y="1091241"/>
                </a:lnTo>
                <a:lnTo>
                  <a:pt x="24118" y="1091320"/>
                </a:lnTo>
                <a:lnTo>
                  <a:pt x="24435" y="996428"/>
                </a:lnTo>
                <a:lnTo>
                  <a:pt x="712" y="996349"/>
                </a:lnTo>
                <a:moveTo>
                  <a:pt x="158" y="1162409"/>
                </a:moveTo>
                <a:lnTo>
                  <a:pt x="0" y="1212243"/>
                </a:lnTo>
                <a:lnTo>
                  <a:pt x="23723" y="1212308"/>
                </a:lnTo>
                <a:lnTo>
                  <a:pt x="23881" y="1162489"/>
                </a:lnTo>
                <a:lnTo>
                  <a:pt x="158" y="1162409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text-329 4D">
            <a:extLst xmlns:a="http://schemas.openxmlformats.org/drawingml/2006/main">
              <a:ext uri="{FF2B5EF4-FFF2-40B4-BE49-F238E27FC236}">
                <a16:creationId xmlns:a16="http://schemas.microsoft.com/office/drawing/2014/main" id="{4AD46D0F-454D-4591-B020-7249F664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873" y="7335151"/>
            <a:ext cx="311117" cy="31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</a:t>
            </a:r>
          </a:p>
        </p:txBody>
      </p:sp>
      <p:sp>
        <p:nvSpPr>
          <p:cNvPr id="435" name="text-329 LMM">
            <a:extLst xmlns:a="http://schemas.openxmlformats.org/drawingml/2006/main">
              <a:ext uri="{FF2B5EF4-FFF2-40B4-BE49-F238E27FC236}">
                <a16:creationId xmlns:a16="http://schemas.microsoft.com/office/drawing/2014/main" id="{055DE48E-3A63-49AD-993B-9AEC9988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668" y="7335313"/>
            <a:ext cx="569609" cy="31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LMM</a:t>
            </a:r>
          </a:p>
        </p:txBody>
      </p:sp>
      <p:sp>
        <p:nvSpPr>
          <p:cNvPr id="436" name="text-330 Ours">
            <a:extLst xmlns:a="http://schemas.openxmlformats.org/drawingml/2006/main">
              <a:ext uri="{FF2B5EF4-FFF2-40B4-BE49-F238E27FC236}">
                <a16:creationId xmlns:a16="http://schemas.microsoft.com/office/drawing/2014/main" id="{6E25C51A-7151-4C85-9501-7C8B2A24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284" y="7947452"/>
            <a:ext cx="520170" cy="310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Ours</a:t>
            </a:r>
          </a:p>
        </p:txBody>
      </p:sp>
      <p:sp>
        <p:nvSpPr>
          <p:cNvPr id="437" name="text-331 T1:">
            <a:extLst xmlns:a="http://schemas.openxmlformats.org/drawingml/2006/main">
              <a:ext uri="{FF2B5EF4-FFF2-40B4-BE49-F238E27FC236}">
                <a16:creationId xmlns:a16="http://schemas.microsoft.com/office/drawing/2014/main" id="{C9653F9C-472C-4B69-A7DB-255C1B4F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9907" y="7305750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T1:</a:t>
            </a:r>
          </a:p>
        </p:txBody>
      </p:sp>
      <p:sp>
        <p:nvSpPr>
          <p:cNvPr id="438" name="text-331 A">
            <a:extLst xmlns:a="http://schemas.openxmlformats.org/drawingml/2006/main">
              <a:ext uri="{FF2B5EF4-FFF2-40B4-BE49-F238E27FC236}">
                <a16:creationId xmlns:a16="http://schemas.microsoft.com/office/drawing/2014/main" id="{B37FB5A9-A590-4C47-8EC5-FDBC1648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9278" y="7306360"/>
            <a:ext cx="141969" cy="220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439" name="text-331 player">
            <a:extLst xmlns:a="http://schemas.openxmlformats.org/drawingml/2006/main">
              <a:ext uri="{FF2B5EF4-FFF2-40B4-BE49-F238E27FC236}">
                <a16:creationId xmlns:a16="http://schemas.microsoft.com/office/drawing/2014/main" id="{E1CC58B1-6979-4EBE-9042-901C0422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87" y="7305333"/>
            <a:ext cx="424107" cy="221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440" name="text-331 at">
            <a:extLst xmlns:a="http://schemas.openxmlformats.org/drawingml/2006/main">
              <a:ext uri="{FF2B5EF4-FFF2-40B4-BE49-F238E27FC236}">
                <a16:creationId xmlns:a16="http://schemas.microsoft.com/office/drawing/2014/main" id="{757B0CCA-B36C-4FD5-AFC5-06048C24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8398" y="7305594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441" name="text-331 t=0.8s,">
            <a:extLst xmlns:a="http://schemas.openxmlformats.org/drawingml/2006/main">
              <a:ext uri="{FF2B5EF4-FFF2-40B4-BE49-F238E27FC236}">
                <a16:creationId xmlns:a16="http://schemas.microsoft.com/office/drawing/2014/main" id="{467CFD73-9977-456B-AFB9-8043DF63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2597" y="7305355"/>
            <a:ext cx="460860" cy="221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t=0.8s,</a:t>
            </a:r>
          </a:p>
        </p:txBody>
      </p:sp>
      <p:sp>
        <p:nvSpPr>
          <p:cNvPr id="442" name="text-331 [x,y,z].">
            <a:extLst xmlns:a="http://schemas.openxmlformats.org/drawingml/2006/main">
              <a:ext uri="{FF2B5EF4-FFF2-40B4-BE49-F238E27FC236}">
                <a16:creationId xmlns:a16="http://schemas.microsoft.com/office/drawing/2014/main" id="{65720CC9-34D7-4200-9854-02BCC3F4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4685" y="7301634"/>
            <a:ext cx="482089" cy="226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[x,y,z].</a:t>
            </a:r>
          </a:p>
        </p:txBody>
      </p:sp>
      <p:sp>
        <p:nvSpPr>
          <p:cNvPr id="443" name="text-332 T2:">
            <a:extLst xmlns:a="http://schemas.openxmlformats.org/drawingml/2006/main">
              <a:ext uri="{FF2B5EF4-FFF2-40B4-BE49-F238E27FC236}">
                <a16:creationId xmlns:a16="http://schemas.microsoft.com/office/drawing/2014/main" id="{6E02B965-0301-4B16-81E1-68A605C8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9907" y="7495534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T2:</a:t>
            </a:r>
          </a:p>
        </p:txBody>
      </p:sp>
      <p:sp>
        <p:nvSpPr>
          <p:cNvPr id="444" name="text-332 Identity">
            <a:extLst xmlns:a="http://schemas.openxmlformats.org/drawingml/2006/main">
              <a:ext uri="{FF2B5EF4-FFF2-40B4-BE49-F238E27FC236}">
                <a16:creationId xmlns:a16="http://schemas.microsoft.com/office/drawing/2014/main" id="{E5347AF9-A28A-42EB-896D-24C0919B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9278" y="7494951"/>
            <a:ext cx="521585" cy="221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Identity</a:t>
            </a:r>
          </a:p>
        </p:txBody>
      </p:sp>
      <p:sp>
        <p:nvSpPr>
          <p:cNvPr id="445" name="text-332 lost;">
            <a:extLst xmlns:a="http://schemas.openxmlformats.org/drawingml/2006/main">
              <a:ext uri="{FF2B5EF4-FFF2-40B4-BE49-F238E27FC236}">
                <a16:creationId xmlns:a16="http://schemas.microsoft.com/office/drawing/2014/main" id="{640AD786-1B22-45F3-9FA4-0ED94E27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2254" y="7494961"/>
            <a:ext cx="301583" cy="221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lost;</a:t>
            </a:r>
          </a:p>
        </p:txBody>
      </p:sp>
      <p:sp>
        <p:nvSpPr>
          <p:cNvPr id="446" name="text-332 new">
            <a:extLst xmlns:a="http://schemas.openxmlformats.org/drawingml/2006/main">
              <a:ext uri="{FF2B5EF4-FFF2-40B4-BE49-F238E27FC236}">
                <a16:creationId xmlns:a16="http://schemas.microsoft.com/office/drawing/2014/main" id="{D7A7D101-D462-42A7-955B-F4579B5B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5397" y="7495574"/>
            <a:ext cx="291527" cy="2211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new</a:t>
            </a:r>
          </a:p>
        </p:txBody>
      </p:sp>
      <p:sp>
        <p:nvSpPr>
          <p:cNvPr id="447" name="text-332 player">
            <a:extLst xmlns:a="http://schemas.openxmlformats.org/drawingml/2006/main">
              <a:ext uri="{FF2B5EF4-FFF2-40B4-BE49-F238E27FC236}">
                <a16:creationId xmlns:a16="http://schemas.microsoft.com/office/drawing/2014/main" id="{53EBECC1-5685-4F50-A2D3-4FC6FAAB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8261" y="7495117"/>
            <a:ext cx="424107" cy="221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448" name="text-332 at">
            <a:extLst xmlns:a="http://schemas.openxmlformats.org/drawingml/2006/main">
              <a:ext uri="{FF2B5EF4-FFF2-40B4-BE49-F238E27FC236}">
                <a16:creationId xmlns:a16="http://schemas.microsoft.com/office/drawing/2014/main" id="{38CAF639-57C7-4AB8-A365-4AD0C64F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3973" y="7495379"/>
            <a:ext cx="142563" cy="221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449" name="text-332 t=0.8s.">
            <a:extLst xmlns:a="http://schemas.openxmlformats.org/drawingml/2006/main">
              <a:ext uri="{FF2B5EF4-FFF2-40B4-BE49-F238E27FC236}">
                <a16:creationId xmlns:a16="http://schemas.microsoft.com/office/drawing/2014/main" id="{4BAB4F1F-B630-43E7-8A50-43C33D5B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8171" y="7495139"/>
            <a:ext cx="460860" cy="221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t=0.8s.</a:t>
            </a:r>
          </a:p>
        </p:txBody>
      </p:sp>
      <p:sp>
        <p:nvSpPr>
          <p:cNvPr id="450" name="text-333 ✗">
            <a:extLst xmlns:a="http://schemas.openxmlformats.org/drawingml/2006/main">
              <a:ext uri="{FF2B5EF4-FFF2-40B4-BE49-F238E27FC236}">
                <a16:creationId xmlns:a16="http://schemas.microsoft.com/office/drawing/2014/main" id="{72891FA5-FB5E-49EF-8312-C0CBA490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7370" y="7203480"/>
            <a:ext cx="353014" cy="53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8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8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989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✗</a:t>
            </a:r>
          </a:p>
        </p:txBody>
      </p:sp>
      <p:sp>
        <p:nvSpPr>
          <p:cNvPr id="451" name="text-334 ✓">
            <a:extLst xmlns:a="http://schemas.openxmlformats.org/drawingml/2006/main">
              <a:ext uri="{FF2B5EF4-FFF2-40B4-BE49-F238E27FC236}">
                <a16:creationId xmlns:a16="http://schemas.microsoft.com/office/drawing/2014/main" id="{AA7A47AE-AAFC-4307-B89E-65D0FC66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7370" y="7810789"/>
            <a:ext cx="353014" cy="53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89" b="0" i="0">
                <a:solidFill>
                  <a:srgbClr val="75B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89" b="0" i="0">
                <a:solidFill>
                  <a:srgbClr val="75BD42"/>
                </a:solidFill>
                <a:latin typeface="Arial"/>
                <a:ea typeface="Arial"/>
                <a:cs typeface="Arial"/>
              </a:defRPr>
            </a:pPr>
            <a:r>
              <a:rPr sz="2989" b="0" i="0">
                <a:solidFill>
                  <a:srgbClr val="75BD4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52" name="text-335 T1:">
            <a:extLst xmlns:a="http://schemas.openxmlformats.org/drawingml/2006/main">
              <a:ext uri="{FF2B5EF4-FFF2-40B4-BE49-F238E27FC236}">
                <a16:creationId xmlns:a16="http://schemas.microsoft.com/office/drawing/2014/main" id="{5DA6A200-E353-49F9-9DD6-7D912073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806" y="7802352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T1:</a:t>
            </a:r>
          </a:p>
        </p:txBody>
      </p:sp>
      <p:sp>
        <p:nvSpPr>
          <p:cNvPr id="453" name="text-335 Player">
            <a:extLst xmlns:a="http://schemas.openxmlformats.org/drawingml/2006/main">
              <a:ext uri="{FF2B5EF4-FFF2-40B4-BE49-F238E27FC236}">
                <a16:creationId xmlns:a16="http://schemas.microsoft.com/office/drawing/2014/main" id="{056E65B9-1C7B-44B1-964E-68ABDF50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5177" y="7802020"/>
            <a:ext cx="432789" cy="221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454" name="text-336 #6">
            <a:extLst xmlns:a="http://schemas.openxmlformats.org/drawingml/2006/main">
              <a:ext uri="{FF2B5EF4-FFF2-40B4-BE49-F238E27FC236}">
                <a16:creationId xmlns:a16="http://schemas.microsoft.com/office/drawing/2014/main" id="{6880A4BF-4551-407B-BA61-06371F13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9587" y="7802568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455" name="text-337 scored">
            <a:extLst xmlns:a="http://schemas.openxmlformats.org/drawingml/2006/main">
              <a:ext uri="{FF2B5EF4-FFF2-40B4-BE49-F238E27FC236}">
                <a16:creationId xmlns:a16="http://schemas.microsoft.com/office/drawing/2014/main" id="{54405C6C-5CE6-4C1A-B0DB-479AF619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7279" y="7801958"/>
            <a:ext cx="441683" cy="22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scored</a:t>
            </a:r>
          </a:p>
        </p:txBody>
      </p:sp>
      <p:sp>
        <p:nvSpPr>
          <p:cNvPr id="456" name="text-337 the">
            <a:extLst xmlns:a="http://schemas.openxmlformats.org/drawingml/2006/main">
              <a:ext uri="{FF2B5EF4-FFF2-40B4-BE49-F238E27FC236}">
                <a16:creationId xmlns:a16="http://schemas.microsoft.com/office/drawing/2014/main" id="{5F74B06B-E3C1-49EF-AB76-23E15603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87" y="7802162"/>
            <a:ext cx="221676" cy="221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457" name="text-337 3-pointer">
            <a:extLst xmlns:a="http://schemas.openxmlformats.org/drawingml/2006/main">
              <a:ext uri="{FF2B5EF4-FFF2-40B4-BE49-F238E27FC236}">
                <a16:creationId xmlns:a16="http://schemas.microsoft.com/office/drawing/2014/main" id="{9307798D-03BF-4C62-A6A1-A39B9F3E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3663" y="7801884"/>
            <a:ext cx="609155" cy="221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3-pointer</a:t>
            </a:r>
          </a:p>
        </p:txBody>
      </p:sp>
      <p:sp>
        <p:nvSpPr>
          <p:cNvPr id="458" name="text-337 at">
            <a:extLst xmlns:a="http://schemas.openxmlformats.org/drawingml/2006/main">
              <a:ext uri="{FF2B5EF4-FFF2-40B4-BE49-F238E27FC236}">
                <a16:creationId xmlns:a16="http://schemas.microsoft.com/office/drawing/2014/main" id="{6FE71432-C5CD-43CB-B56D-0DF7CECA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4414" y="7802195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459" name="text-338 t=0.8s">
            <a:extLst xmlns:a="http://schemas.openxmlformats.org/drawingml/2006/main">
              <a:ext uri="{FF2B5EF4-FFF2-40B4-BE49-F238E27FC236}">
                <a16:creationId xmlns:a16="http://schemas.microsoft.com/office/drawing/2014/main" id="{EAD09DB5-CFD4-47FE-926A-B85B6339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8613" y="7802100"/>
            <a:ext cx="421843" cy="221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t=0.8s</a:t>
            </a:r>
          </a:p>
        </p:txBody>
      </p:sp>
      <p:sp>
        <p:nvSpPr>
          <p:cNvPr id="460" name="text-339 .">
            <a:extLst xmlns:a="http://schemas.openxmlformats.org/drawingml/2006/main">
              <a:ext uri="{FF2B5EF4-FFF2-40B4-BE49-F238E27FC236}">
                <a16:creationId xmlns:a16="http://schemas.microsoft.com/office/drawing/2014/main" id="{A9686110-D3FC-4B74-A4A8-464923F3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2414" y="7802963"/>
            <a:ext cx="67668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61" name="text-340 T2:">
            <a:extLst xmlns:a="http://schemas.openxmlformats.org/drawingml/2006/main">
              <a:ext uri="{FF2B5EF4-FFF2-40B4-BE49-F238E27FC236}">
                <a16:creationId xmlns:a16="http://schemas.microsoft.com/office/drawing/2014/main" id="{B935892B-D116-4EBA-A6AD-2471A4AC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806" y="7992135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T2:</a:t>
            </a:r>
          </a:p>
        </p:txBody>
      </p:sp>
      <p:sp>
        <p:nvSpPr>
          <p:cNvPr id="462" name="text-341 #6">
            <a:extLst xmlns:a="http://schemas.openxmlformats.org/drawingml/2006/main">
              <a:ext uri="{FF2B5EF4-FFF2-40B4-BE49-F238E27FC236}">
                <a16:creationId xmlns:a16="http://schemas.microsoft.com/office/drawing/2014/main" id="{AD4EE920-EDEF-4120-BFB0-FDE9C56D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5177" y="7992352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463" name="text-342 's">
            <a:extLst xmlns:a="http://schemas.openxmlformats.org/drawingml/2006/main">
              <a:ext uri="{FF2B5EF4-FFF2-40B4-BE49-F238E27FC236}">
                <a16:creationId xmlns:a16="http://schemas.microsoft.com/office/drawing/2014/main" id="{A05FE661-169D-4890-B667-F8C1142D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3330" y="7992455"/>
            <a:ext cx="118086" cy="220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's</a:t>
            </a:r>
          </a:p>
        </p:txBody>
      </p:sp>
      <p:sp>
        <p:nvSpPr>
          <p:cNvPr id="464" name="text-342 trajectory">
            <a:extLst xmlns:a="http://schemas.openxmlformats.org/drawingml/2006/main">
              <a:ext uri="{FF2B5EF4-FFF2-40B4-BE49-F238E27FC236}">
                <a16:creationId xmlns:a16="http://schemas.microsoft.com/office/drawing/2014/main" id="{A5E68ED9-DDCD-4876-8735-77AA7289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3016" y="7991436"/>
            <a:ext cx="636267" cy="222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465" name="text-343 0.5">
            <a:extLst xmlns:a="http://schemas.openxmlformats.org/drawingml/2006/main">
              <a:ext uri="{FF2B5EF4-FFF2-40B4-BE49-F238E27FC236}">
                <a16:creationId xmlns:a16="http://schemas.microsoft.com/office/drawing/2014/main" id="{73C24585-DCF2-47A1-AB4D-1CDE7649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653" y="7992196"/>
            <a:ext cx="225722" cy="221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0.5</a:t>
            </a:r>
          </a:p>
        </p:txBody>
      </p:sp>
      <p:sp>
        <p:nvSpPr>
          <p:cNvPr id="466" name="text-344 →">
            <a:extLst xmlns:a="http://schemas.openxmlformats.org/drawingml/2006/main">
              <a:ext uri="{FF2B5EF4-FFF2-40B4-BE49-F238E27FC236}">
                <a16:creationId xmlns:a16="http://schemas.microsoft.com/office/drawing/2014/main" id="{CF6BAA68-3D0F-4B61-8197-EB613DC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344" y="7992747"/>
            <a:ext cx="185689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467" name="text-345 1.2s">
            <a:extLst xmlns:a="http://schemas.openxmlformats.org/drawingml/2006/main">
              <a:ext uri="{FF2B5EF4-FFF2-40B4-BE49-F238E27FC236}">
                <a16:creationId xmlns:a16="http://schemas.microsoft.com/office/drawing/2014/main" id="{DA38D359-2470-4031-B70B-2E563806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6497" y="7992092"/>
            <a:ext cx="287376" cy="22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1.2s</a:t>
            </a:r>
          </a:p>
        </p:txBody>
      </p:sp>
      <p:sp>
        <p:nvSpPr>
          <p:cNvPr id="468" name="text-346 :">
            <a:extLst xmlns:a="http://schemas.openxmlformats.org/drawingml/2006/main">
              <a:ext uri="{FF2B5EF4-FFF2-40B4-BE49-F238E27FC236}">
                <a16:creationId xmlns:a16="http://schemas.microsoft.com/office/drawing/2014/main" id="{FB471EC0-244D-464C-BB42-0EFB8121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5868" y="7992753"/>
            <a:ext cx="72046" cy="220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469" name="text-346 smooth">
            <a:extLst xmlns:a="http://schemas.openxmlformats.org/drawingml/2006/main">
              <a:ext uri="{FF2B5EF4-FFF2-40B4-BE49-F238E27FC236}">
                <a16:creationId xmlns:a16="http://schemas.microsoft.com/office/drawing/2014/main" id="{B41D1F44-EDD1-4DB8-8948-A36E7F5D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9689" y="7991785"/>
            <a:ext cx="494657" cy="221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smooth</a:t>
            </a:r>
          </a:p>
        </p:txBody>
      </p:sp>
      <p:sp>
        <p:nvSpPr>
          <p:cNvPr id="470" name="text-346 right-">
            <a:extLst xmlns:a="http://schemas.openxmlformats.org/drawingml/2006/main">
              <a:ext uri="{FF2B5EF4-FFF2-40B4-BE49-F238E27FC236}">
                <a16:creationId xmlns:a16="http://schemas.microsoft.com/office/drawing/2014/main" id="{E8798A75-8B9A-4D41-B56F-3F204412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5779" y="7991572"/>
            <a:ext cx="380641" cy="221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right-</a:t>
            </a:r>
          </a:p>
        </p:txBody>
      </p:sp>
      <p:sp>
        <p:nvSpPr>
          <p:cNvPr id="471" name="text-347 wing">
            <a:extLst xmlns:a="http://schemas.openxmlformats.org/drawingml/2006/main">
              <a:ext uri="{FF2B5EF4-FFF2-40B4-BE49-F238E27FC236}">
                <a16:creationId xmlns:a16="http://schemas.microsoft.com/office/drawing/2014/main" id="{26F7AAB4-572F-4B94-BA21-E3DB1D19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806" y="8181890"/>
            <a:ext cx="344353" cy="22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wing</a:t>
            </a:r>
          </a:p>
        </p:txBody>
      </p:sp>
      <p:sp>
        <p:nvSpPr>
          <p:cNvPr id="472" name="text-347 curve">
            <a:extLst xmlns:a="http://schemas.openxmlformats.org/drawingml/2006/main">
              <a:ext uri="{FF2B5EF4-FFF2-40B4-BE49-F238E27FC236}">
                <a16:creationId xmlns:a16="http://schemas.microsoft.com/office/drawing/2014/main" id="{803D68D8-3DCC-449C-A4B2-7D448C22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1650" y="8181648"/>
            <a:ext cx="379843" cy="2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curve</a:t>
            </a:r>
          </a:p>
        </p:txBody>
      </p:sp>
      <p:sp>
        <p:nvSpPr>
          <p:cNvPr id="473" name="text-347 toward">
            <a:extLst xmlns:a="http://schemas.openxmlformats.org/drawingml/2006/main">
              <a:ext uri="{FF2B5EF4-FFF2-40B4-BE49-F238E27FC236}">
                <a16:creationId xmlns:a16="http://schemas.microsoft.com/office/drawing/2014/main" id="{5BEADB40-F78D-4B94-A88F-4803F2C9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3079" y="8181656"/>
            <a:ext cx="467755" cy="221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toward</a:t>
            </a:r>
          </a:p>
        </p:txBody>
      </p:sp>
      <p:sp>
        <p:nvSpPr>
          <p:cNvPr id="474" name="text-347 arc,">
            <a:extLst xmlns:a="http://schemas.openxmlformats.org/drawingml/2006/main">
              <a:ext uri="{FF2B5EF4-FFF2-40B4-BE49-F238E27FC236}">
                <a16:creationId xmlns:a16="http://schemas.microsoft.com/office/drawing/2014/main" id="{39A1DC27-4A4C-4E64-8B1F-B9E8A2C1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2283" y="8181374"/>
            <a:ext cx="261613" cy="221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arc,</a:t>
            </a:r>
          </a:p>
        </p:txBody>
      </p:sp>
      <p:sp>
        <p:nvSpPr>
          <p:cNvPr id="475" name="text-347 peak">
            <a:extLst xmlns:a="http://schemas.openxmlformats.org/drawingml/2006/main">
              <a:ext uri="{FF2B5EF4-FFF2-40B4-BE49-F238E27FC236}">
                <a16:creationId xmlns:a16="http://schemas.microsoft.com/office/drawing/2014/main" id="{8B21133B-5B7D-4B27-8A90-7EAE9F27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5097" y="8181732"/>
            <a:ext cx="326985" cy="221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peak</a:t>
            </a:r>
          </a:p>
        </p:txBody>
      </p:sp>
      <p:sp>
        <p:nvSpPr>
          <p:cNvPr id="476" name="text-348 z=2.1m">
            <a:extLst xmlns:a="http://schemas.openxmlformats.org/drawingml/2006/main">
              <a:ext uri="{FF2B5EF4-FFF2-40B4-BE49-F238E27FC236}">
                <a16:creationId xmlns:a16="http://schemas.microsoft.com/office/drawing/2014/main" id="{54C706E4-2101-44FA-BAA7-2D509879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3545" y="8181853"/>
            <a:ext cx="500368" cy="221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z=2.1m</a:t>
            </a:r>
          </a:p>
        </p:txBody>
      </p:sp>
      <p:sp>
        <p:nvSpPr>
          <p:cNvPr id="477" name="text-349 at">
            <a:extLst xmlns:a="http://schemas.openxmlformats.org/drawingml/2006/main">
              <a:ext uri="{FF2B5EF4-FFF2-40B4-BE49-F238E27FC236}">
                <a16:creationId xmlns:a16="http://schemas.microsoft.com/office/drawing/2014/main" id="{932BDFC6-2E07-4270-A137-0BD52114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5961" y="8181763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478" name="text-350 0.9s">
            <a:extLst xmlns:a="http://schemas.openxmlformats.org/drawingml/2006/main">
              <a:ext uri="{FF2B5EF4-FFF2-40B4-BE49-F238E27FC236}">
                <a16:creationId xmlns:a16="http://schemas.microsoft.com/office/drawing/2014/main" id="{B0C34452-5E35-4F60-A775-BD5C3CD5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0160" y="8181876"/>
            <a:ext cx="287376" cy="22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0.9s</a:t>
            </a:r>
          </a:p>
        </p:txBody>
      </p:sp>
      <p:sp>
        <p:nvSpPr>
          <p:cNvPr id="479" name="text-351 .">
            <a:extLst xmlns:a="http://schemas.openxmlformats.org/drawingml/2006/main">
              <a:ext uri="{FF2B5EF4-FFF2-40B4-BE49-F238E27FC236}">
                <a16:creationId xmlns:a16="http://schemas.microsoft.com/office/drawing/2014/main" id="{BDADD1A0-6D11-41B1-A31F-946E9CA2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9531" y="8182531"/>
            <a:ext cx="67668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80" name="path-352">
            <a:extLst xmlns:a="http://schemas.openxmlformats.org/drawingml/2006/main">
              <a:ext uri="{FF2B5EF4-FFF2-40B4-BE49-F238E27FC236}">
                <a16:creationId xmlns:a16="http://schemas.microsoft.com/office/drawing/2014/main" id="{C7FDEDBE-3D40-4FA8-BFAA-5BC5C584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572" y="7194874"/>
            <a:ext cx="4750919" cy="1325322"/>
          </a:xfrm>
          <a:custGeom xmlns:a="http://schemas.openxmlformats.org/drawingml/2006/main">
            <a:pathLst>
              <a:path w="4750919" h="1325322">
                <a:moveTo>
                  <a:pt x="0" y="1216212"/>
                </a:moveTo>
                <a:lnTo>
                  <a:pt x="0" y="1121321"/>
                </a:lnTo>
                <a:lnTo>
                  <a:pt x="23723" y="1121321"/>
                </a:lnTo>
                <a:lnTo>
                  <a:pt x="23723" y="1216212"/>
                </a:lnTo>
                <a:lnTo>
                  <a:pt x="0" y="1216212"/>
                </a:lnTo>
                <a:moveTo>
                  <a:pt x="0" y="1050153"/>
                </a:moveTo>
                <a:lnTo>
                  <a:pt x="0" y="955261"/>
                </a:lnTo>
                <a:lnTo>
                  <a:pt x="23723" y="955261"/>
                </a:lnTo>
                <a:lnTo>
                  <a:pt x="23723" y="1050153"/>
                </a:lnTo>
                <a:lnTo>
                  <a:pt x="0" y="1050153"/>
                </a:lnTo>
                <a:moveTo>
                  <a:pt x="0" y="884091"/>
                </a:moveTo>
                <a:lnTo>
                  <a:pt x="0" y="789199"/>
                </a:lnTo>
                <a:lnTo>
                  <a:pt x="23723" y="789199"/>
                </a:lnTo>
                <a:lnTo>
                  <a:pt x="23723" y="884091"/>
                </a:lnTo>
                <a:lnTo>
                  <a:pt x="0" y="884091"/>
                </a:lnTo>
                <a:moveTo>
                  <a:pt x="0" y="718031"/>
                </a:moveTo>
                <a:lnTo>
                  <a:pt x="0" y="623139"/>
                </a:lnTo>
                <a:lnTo>
                  <a:pt x="23723" y="623139"/>
                </a:lnTo>
                <a:lnTo>
                  <a:pt x="23723" y="718031"/>
                </a:lnTo>
                <a:lnTo>
                  <a:pt x="0" y="718031"/>
                </a:lnTo>
                <a:moveTo>
                  <a:pt x="0" y="551969"/>
                </a:moveTo>
                <a:lnTo>
                  <a:pt x="0" y="457077"/>
                </a:lnTo>
                <a:lnTo>
                  <a:pt x="23723" y="457077"/>
                </a:lnTo>
                <a:lnTo>
                  <a:pt x="23723" y="551969"/>
                </a:lnTo>
                <a:lnTo>
                  <a:pt x="0" y="551969"/>
                </a:lnTo>
                <a:moveTo>
                  <a:pt x="0" y="385910"/>
                </a:moveTo>
                <a:lnTo>
                  <a:pt x="0" y="291017"/>
                </a:lnTo>
                <a:lnTo>
                  <a:pt x="23723" y="291017"/>
                </a:lnTo>
                <a:lnTo>
                  <a:pt x="23723" y="385910"/>
                </a:lnTo>
                <a:lnTo>
                  <a:pt x="0" y="385910"/>
                </a:lnTo>
                <a:moveTo>
                  <a:pt x="0" y="219848"/>
                </a:moveTo>
                <a:lnTo>
                  <a:pt x="0" y="124956"/>
                </a:lnTo>
                <a:lnTo>
                  <a:pt x="23723" y="124956"/>
                </a:lnTo>
                <a:lnTo>
                  <a:pt x="23723" y="219848"/>
                </a:lnTo>
                <a:lnTo>
                  <a:pt x="0" y="219848"/>
                </a:lnTo>
                <a:moveTo>
                  <a:pt x="17192" y="50340"/>
                </a:moveTo>
                <a:lnTo>
                  <a:pt x="18631" y="48094"/>
                </a:lnTo>
                <a:lnTo>
                  <a:pt x="21684" y="43824"/>
                </a:lnTo>
                <a:lnTo>
                  <a:pt x="24910" y="39696"/>
                </a:lnTo>
                <a:lnTo>
                  <a:pt x="28341" y="35743"/>
                </a:lnTo>
                <a:lnTo>
                  <a:pt x="31947" y="31946"/>
                </a:lnTo>
                <a:lnTo>
                  <a:pt x="35743" y="28341"/>
                </a:lnTo>
                <a:lnTo>
                  <a:pt x="39696" y="24909"/>
                </a:lnTo>
                <a:lnTo>
                  <a:pt x="43824" y="21682"/>
                </a:lnTo>
                <a:lnTo>
                  <a:pt x="48095" y="18630"/>
                </a:lnTo>
                <a:lnTo>
                  <a:pt x="52524" y="15799"/>
                </a:lnTo>
                <a:lnTo>
                  <a:pt x="57093" y="13174"/>
                </a:lnTo>
                <a:lnTo>
                  <a:pt x="61790" y="10754"/>
                </a:lnTo>
                <a:lnTo>
                  <a:pt x="66631" y="8572"/>
                </a:lnTo>
                <a:lnTo>
                  <a:pt x="71597" y="6626"/>
                </a:lnTo>
                <a:lnTo>
                  <a:pt x="76657" y="4903"/>
                </a:lnTo>
                <a:lnTo>
                  <a:pt x="81844" y="3432"/>
                </a:lnTo>
                <a:lnTo>
                  <a:pt x="87127" y="2214"/>
                </a:lnTo>
                <a:lnTo>
                  <a:pt x="92504" y="1249"/>
                </a:lnTo>
                <a:lnTo>
                  <a:pt x="97960" y="553"/>
                </a:lnTo>
                <a:lnTo>
                  <a:pt x="103496" y="142"/>
                </a:lnTo>
                <a:lnTo>
                  <a:pt x="106247" y="63"/>
                </a:lnTo>
                <a:lnTo>
                  <a:pt x="106849" y="23786"/>
                </a:lnTo>
                <a:lnTo>
                  <a:pt x="104397" y="23849"/>
                </a:lnTo>
                <a:lnTo>
                  <a:pt x="104998" y="23818"/>
                </a:lnTo>
                <a:lnTo>
                  <a:pt x="100064" y="24197"/>
                </a:lnTo>
                <a:lnTo>
                  <a:pt x="100665" y="24134"/>
                </a:lnTo>
                <a:lnTo>
                  <a:pt x="95794" y="24751"/>
                </a:lnTo>
                <a:lnTo>
                  <a:pt x="96379" y="24655"/>
                </a:lnTo>
                <a:lnTo>
                  <a:pt x="91586" y="25510"/>
                </a:lnTo>
                <a:lnTo>
                  <a:pt x="92172" y="25399"/>
                </a:lnTo>
                <a:lnTo>
                  <a:pt x="87475" y="26475"/>
                </a:lnTo>
                <a:lnTo>
                  <a:pt x="88043" y="26332"/>
                </a:lnTo>
                <a:lnTo>
                  <a:pt x="83426" y="27645"/>
                </a:lnTo>
                <a:lnTo>
                  <a:pt x="83996" y="27471"/>
                </a:lnTo>
                <a:lnTo>
                  <a:pt x="79472" y="29005"/>
                </a:lnTo>
                <a:lnTo>
                  <a:pt x="80025" y="28799"/>
                </a:lnTo>
                <a:lnTo>
                  <a:pt x="75598" y="30539"/>
                </a:lnTo>
                <a:lnTo>
                  <a:pt x="76135" y="30317"/>
                </a:lnTo>
                <a:lnTo>
                  <a:pt x="71833" y="32263"/>
                </a:lnTo>
                <a:lnTo>
                  <a:pt x="72356" y="32010"/>
                </a:lnTo>
                <a:lnTo>
                  <a:pt x="68164" y="34161"/>
                </a:lnTo>
                <a:lnTo>
                  <a:pt x="68670" y="33876"/>
                </a:lnTo>
                <a:lnTo>
                  <a:pt x="64590" y="36217"/>
                </a:lnTo>
                <a:lnTo>
                  <a:pt x="65080" y="35932"/>
                </a:lnTo>
                <a:lnTo>
                  <a:pt x="61143" y="38446"/>
                </a:lnTo>
                <a:lnTo>
                  <a:pt x="61617" y="38131"/>
                </a:lnTo>
                <a:lnTo>
                  <a:pt x="57789" y="40851"/>
                </a:lnTo>
                <a:lnTo>
                  <a:pt x="58249" y="40503"/>
                </a:lnTo>
                <a:lnTo>
                  <a:pt x="54579" y="43397"/>
                </a:lnTo>
                <a:lnTo>
                  <a:pt x="55022" y="43033"/>
                </a:lnTo>
                <a:lnTo>
                  <a:pt x="51479" y="46086"/>
                </a:lnTo>
                <a:lnTo>
                  <a:pt x="51906" y="45706"/>
                </a:lnTo>
                <a:lnTo>
                  <a:pt x="48521" y="48932"/>
                </a:lnTo>
                <a:lnTo>
                  <a:pt x="48933" y="48521"/>
                </a:lnTo>
                <a:lnTo>
                  <a:pt x="45707" y="51906"/>
                </a:lnTo>
                <a:lnTo>
                  <a:pt x="46087" y="51479"/>
                </a:lnTo>
                <a:lnTo>
                  <a:pt x="43033" y="55021"/>
                </a:lnTo>
                <a:lnTo>
                  <a:pt x="43397" y="54578"/>
                </a:lnTo>
                <a:lnTo>
                  <a:pt x="40503" y="58248"/>
                </a:lnTo>
                <a:lnTo>
                  <a:pt x="40851" y="57789"/>
                </a:lnTo>
                <a:lnTo>
                  <a:pt x="38131" y="61616"/>
                </a:lnTo>
                <a:lnTo>
                  <a:pt x="38448" y="61142"/>
                </a:lnTo>
                <a:lnTo>
                  <a:pt x="37166" y="63135"/>
                </a:lnTo>
                <a:lnTo>
                  <a:pt x="17192" y="50340"/>
                </a:lnTo>
                <a:moveTo>
                  <a:pt x="177717" y="0"/>
                </a:moveTo>
                <a:lnTo>
                  <a:pt x="272609" y="0"/>
                </a:lnTo>
                <a:lnTo>
                  <a:pt x="272609" y="23723"/>
                </a:lnTo>
                <a:lnTo>
                  <a:pt x="177717" y="23723"/>
                </a:lnTo>
                <a:lnTo>
                  <a:pt x="177717" y="0"/>
                </a:lnTo>
                <a:moveTo>
                  <a:pt x="343778" y="0"/>
                </a:moveTo>
                <a:lnTo>
                  <a:pt x="438670" y="0"/>
                </a:lnTo>
                <a:lnTo>
                  <a:pt x="438670" y="23723"/>
                </a:lnTo>
                <a:lnTo>
                  <a:pt x="343778" y="23723"/>
                </a:lnTo>
                <a:lnTo>
                  <a:pt x="343778" y="0"/>
                </a:lnTo>
                <a:moveTo>
                  <a:pt x="509839" y="0"/>
                </a:moveTo>
                <a:lnTo>
                  <a:pt x="604731" y="0"/>
                </a:lnTo>
                <a:lnTo>
                  <a:pt x="604731" y="23723"/>
                </a:lnTo>
                <a:lnTo>
                  <a:pt x="509839" y="23723"/>
                </a:lnTo>
                <a:lnTo>
                  <a:pt x="509839" y="0"/>
                </a:lnTo>
                <a:moveTo>
                  <a:pt x="675899" y="0"/>
                </a:moveTo>
                <a:lnTo>
                  <a:pt x="770791" y="0"/>
                </a:lnTo>
                <a:lnTo>
                  <a:pt x="770791" y="23723"/>
                </a:lnTo>
                <a:lnTo>
                  <a:pt x="675899" y="23723"/>
                </a:lnTo>
                <a:lnTo>
                  <a:pt x="675899" y="0"/>
                </a:lnTo>
                <a:moveTo>
                  <a:pt x="841960" y="0"/>
                </a:moveTo>
                <a:lnTo>
                  <a:pt x="936852" y="0"/>
                </a:lnTo>
                <a:lnTo>
                  <a:pt x="936852" y="23723"/>
                </a:lnTo>
                <a:lnTo>
                  <a:pt x="841960" y="23723"/>
                </a:lnTo>
                <a:lnTo>
                  <a:pt x="841960" y="0"/>
                </a:lnTo>
                <a:moveTo>
                  <a:pt x="1008021" y="0"/>
                </a:moveTo>
                <a:lnTo>
                  <a:pt x="1102913" y="0"/>
                </a:lnTo>
                <a:lnTo>
                  <a:pt x="1102913" y="23723"/>
                </a:lnTo>
                <a:lnTo>
                  <a:pt x="1008021" y="23723"/>
                </a:lnTo>
                <a:lnTo>
                  <a:pt x="1008021" y="0"/>
                </a:lnTo>
                <a:moveTo>
                  <a:pt x="1174082" y="0"/>
                </a:moveTo>
                <a:lnTo>
                  <a:pt x="1268974" y="0"/>
                </a:lnTo>
                <a:lnTo>
                  <a:pt x="1268974" y="23723"/>
                </a:lnTo>
                <a:lnTo>
                  <a:pt x="1174082" y="23723"/>
                </a:lnTo>
                <a:lnTo>
                  <a:pt x="1174082" y="0"/>
                </a:lnTo>
                <a:moveTo>
                  <a:pt x="1340143" y="0"/>
                </a:moveTo>
                <a:lnTo>
                  <a:pt x="1435035" y="0"/>
                </a:lnTo>
                <a:lnTo>
                  <a:pt x="1435035" y="23723"/>
                </a:lnTo>
                <a:lnTo>
                  <a:pt x="1340143" y="23723"/>
                </a:lnTo>
                <a:lnTo>
                  <a:pt x="1340143" y="0"/>
                </a:lnTo>
                <a:moveTo>
                  <a:pt x="1506203" y="0"/>
                </a:moveTo>
                <a:lnTo>
                  <a:pt x="1601095" y="0"/>
                </a:lnTo>
                <a:lnTo>
                  <a:pt x="1601095" y="23723"/>
                </a:lnTo>
                <a:lnTo>
                  <a:pt x="1506203" y="23723"/>
                </a:lnTo>
                <a:lnTo>
                  <a:pt x="1506203" y="0"/>
                </a:lnTo>
                <a:moveTo>
                  <a:pt x="1672264" y="0"/>
                </a:moveTo>
                <a:lnTo>
                  <a:pt x="1767156" y="0"/>
                </a:lnTo>
                <a:lnTo>
                  <a:pt x="1767156" y="23723"/>
                </a:lnTo>
                <a:lnTo>
                  <a:pt x="1672264" y="23723"/>
                </a:lnTo>
                <a:lnTo>
                  <a:pt x="1672264" y="0"/>
                </a:lnTo>
                <a:moveTo>
                  <a:pt x="1838325" y="0"/>
                </a:moveTo>
                <a:lnTo>
                  <a:pt x="1933217" y="0"/>
                </a:lnTo>
                <a:lnTo>
                  <a:pt x="1933217" y="23723"/>
                </a:lnTo>
                <a:lnTo>
                  <a:pt x="1838325" y="23723"/>
                </a:lnTo>
                <a:lnTo>
                  <a:pt x="1838325" y="0"/>
                </a:lnTo>
                <a:moveTo>
                  <a:pt x="2004386" y="0"/>
                </a:moveTo>
                <a:lnTo>
                  <a:pt x="2099278" y="0"/>
                </a:lnTo>
                <a:lnTo>
                  <a:pt x="2099278" y="23723"/>
                </a:lnTo>
                <a:lnTo>
                  <a:pt x="2004386" y="23723"/>
                </a:lnTo>
                <a:lnTo>
                  <a:pt x="2004386" y="0"/>
                </a:lnTo>
                <a:moveTo>
                  <a:pt x="2170447" y="0"/>
                </a:moveTo>
                <a:lnTo>
                  <a:pt x="2265338" y="0"/>
                </a:lnTo>
                <a:lnTo>
                  <a:pt x="2265338" y="23723"/>
                </a:lnTo>
                <a:lnTo>
                  <a:pt x="2170447" y="23723"/>
                </a:lnTo>
                <a:lnTo>
                  <a:pt x="2170447" y="0"/>
                </a:lnTo>
                <a:moveTo>
                  <a:pt x="2336507" y="0"/>
                </a:moveTo>
                <a:lnTo>
                  <a:pt x="2431399" y="0"/>
                </a:lnTo>
                <a:lnTo>
                  <a:pt x="2431399" y="23723"/>
                </a:lnTo>
                <a:lnTo>
                  <a:pt x="2336507" y="23723"/>
                </a:lnTo>
                <a:lnTo>
                  <a:pt x="2336507" y="0"/>
                </a:lnTo>
                <a:moveTo>
                  <a:pt x="2502567" y="0"/>
                </a:moveTo>
                <a:lnTo>
                  <a:pt x="2597459" y="0"/>
                </a:lnTo>
                <a:lnTo>
                  <a:pt x="2597459" y="23723"/>
                </a:lnTo>
                <a:lnTo>
                  <a:pt x="2502567" y="23723"/>
                </a:lnTo>
                <a:lnTo>
                  <a:pt x="2502567" y="0"/>
                </a:lnTo>
                <a:moveTo>
                  <a:pt x="2668628" y="0"/>
                </a:moveTo>
                <a:lnTo>
                  <a:pt x="2763520" y="0"/>
                </a:lnTo>
                <a:lnTo>
                  <a:pt x="2763520" y="23723"/>
                </a:lnTo>
                <a:lnTo>
                  <a:pt x="2668628" y="23723"/>
                </a:lnTo>
                <a:lnTo>
                  <a:pt x="2668628" y="0"/>
                </a:lnTo>
                <a:moveTo>
                  <a:pt x="2834689" y="0"/>
                </a:moveTo>
                <a:lnTo>
                  <a:pt x="2929580" y="0"/>
                </a:lnTo>
                <a:lnTo>
                  <a:pt x="2929580" y="23723"/>
                </a:lnTo>
                <a:lnTo>
                  <a:pt x="2834689" y="23723"/>
                </a:lnTo>
                <a:lnTo>
                  <a:pt x="2834689" y="0"/>
                </a:lnTo>
                <a:moveTo>
                  <a:pt x="3000749" y="0"/>
                </a:moveTo>
                <a:lnTo>
                  <a:pt x="3095641" y="0"/>
                </a:lnTo>
                <a:lnTo>
                  <a:pt x="3095641" y="23723"/>
                </a:lnTo>
                <a:lnTo>
                  <a:pt x="3000749" y="23723"/>
                </a:lnTo>
                <a:lnTo>
                  <a:pt x="3000749" y="0"/>
                </a:lnTo>
                <a:moveTo>
                  <a:pt x="3166810" y="0"/>
                </a:moveTo>
                <a:lnTo>
                  <a:pt x="3261702" y="0"/>
                </a:lnTo>
                <a:lnTo>
                  <a:pt x="3261702" y="23723"/>
                </a:lnTo>
                <a:lnTo>
                  <a:pt x="3166810" y="23723"/>
                </a:lnTo>
                <a:lnTo>
                  <a:pt x="3166810" y="0"/>
                </a:lnTo>
                <a:moveTo>
                  <a:pt x="3332871" y="0"/>
                </a:moveTo>
                <a:lnTo>
                  <a:pt x="3427763" y="0"/>
                </a:lnTo>
                <a:lnTo>
                  <a:pt x="3427763" y="23723"/>
                </a:lnTo>
                <a:lnTo>
                  <a:pt x="3332871" y="23723"/>
                </a:lnTo>
                <a:lnTo>
                  <a:pt x="3332871" y="0"/>
                </a:lnTo>
                <a:moveTo>
                  <a:pt x="3498932" y="0"/>
                </a:moveTo>
                <a:lnTo>
                  <a:pt x="3593824" y="0"/>
                </a:lnTo>
                <a:lnTo>
                  <a:pt x="3593824" y="23723"/>
                </a:lnTo>
                <a:lnTo>
                  <a:pt x="3498932" y="23723"/>
                </a:lnTo>
                <a:lnTo>
                  <a:pt x="3498932" y="0"/>
                </a:lnTo>
                <a:moveTo>
                  <a:pt x="3664993" y="0"/>
                </a:moveTo>
                <a:lnTo>
                  <a:pt x="3759884" y="0"/>
                </a:lnTo>
                <a:lnTo>
                  <a:pt x="3759884" y="23723"/>
                </a:lnTo>
                <a:lnTo>
                  <a:pt x="3664993" y="23723"/>
                </a:lnTo>
                <a:lnTo>
                  <a:pt x="3664993" y="0"/>
                </a:lnTo>
                <a:moveTo>
                  <a:pt x="3831053" y="0"/>
                </a:moveTo>
                <a:lnTo>
                  <a:pt x="3925945" y="0"/>
                </a:lnTo>
                <a:lnTo>
                  <a:pt x="3925945" y="23723"/>
                </a:lnTo>
                <a:lnTo>
                  <a:pt x="3831053" y="23723"/>
                </a:lnTo>
                <a:lnTo>
                  <a:pt x="3831053" y="0"/>
                </a:lnTo>
                <a:moveTo>
                  <a:pt x="3997114" y="0"/>
                </a:moveTo>
                <a:lnTo>
                  <a:pt x="4092006" y="0"/>
                </a:lnTo>
                <a:lnTo>
                  <a:pt x="4092006" y="23723"/>
                </a:lnTo>
                <a:lnTo>
                  <a:pt x="3997114" y="23723"/>
                </a:lnTo>
                <a:lnTo>
                  <a:pt x="3997114" y="0"/>
                </a:lnTo>
                <a:moveTo>
                  <a:pt x="4163175" y="0"/>
                </a:moveTo>
                <a:lnTo>
                  <a:pt x="4258067" y="0"/>
                </a:lnTo>
                <a:lnTo>
                  <a:pt x="4258067" y="23723"/>
                </a:lnTo>
                <a:lnTo>
                  <a:pt x="4163175" y="23723"/>
                </a:lnTo>
                <a:lnTo>
                  <a:pt x="4163175" y="0"/>
                </a:lnTo>
                <a:moveTo>
                  <a:pt x="4329236" y="0"/>
                </a:moveTo>
                <a:lnTo>
                  <a:pt x="4424128" y="0"/>
                </a:lnTo>
                <a:lnTo>
                  <a:pt x="4424128" y="23723"/>
                </a:lnTo>
                <a:lnTo>
                  <a:pt x="4329236" y="23723"/>
                </a:lnTo>
                <a:lnTo>
                  <a:pt x="4329236" y="0"/>
                </a:lnTo>
                <a:moveTo>
                  <a:pt x="4495297" y="0"/>
                </a:moveTo>
                <a:lnTo>
                  <a:pt x="4590188" y="0"/>
                </a:lnTo>
                <a:lnTo>
                  <a:pt x="4590188" y="23723"/>
                </a:lnTo>
                <a:lnTo>
                  <a:pt x="4495297" y="23723"/>
                </a:lnTo>
                <a:lnTo>
                  <a:pt x="4495297" y="0"/>
                </a:lnTo>
                <a:moveTo>
                  <a:pt x="4663319" y="2135"/>
                </a:moveTo>
                <a:lnTo>
                  <a:pt x="4663792" y="2214"/>
                </a:lnTo>
                <a:lnTo>
                  <a:pt x="4669074" y="3432"/>
                </a:lnTo>
                <a:lnTo>
                  <a:pt x="4674262" y="4903"/>
                </a:lnTo>
                <a:lnTo>
                  <a:pt x="4679324" y="6626"/>
                </a:lnTo>
                <a:lnTo>
                  <a:pt x="4684290" y="8572"/>
                </a:lnTo>
                <a:lnTo>
                  <a:pt x="4689129" y="10754"/>
                </a:lnTo>
                <a:lnTo>
                  <a:pt x="4693825" y="13174"/>
                </a:lnTo>
                <a:lnTo>
                  <a:pt x="4698396" y="15799"/>
                </a:lnTo>
                <a:lnTo>
                  <a:pt x="4702825" y="18630"/>
                </a:lnTo>
                <a:lnTo>
                  <a:pt x="4707095" y="21682"/>
                </a:lnTo>
                <a:lnTo>
                  <a:pt x="4711223" y="24909"/>
                </a:lnTo>
                <a:lnTo>
                  <a:pt x="4715177" y="28341"/>
                </a:lnTo>
                <a:lnTo>
                  <a:pt x="4718972" y="31946"/>
                </a:lnTo>
                <a:lnTo>
                  <a:pt x="4722578" y="35743"/>
                </a:lnTo>
                <a:lnTo>
                  <a:pt x="4726010" y="39696"/>
                </a:lnTo>
                <a:lnTo>
                  <a:pt x="4729237" y="43824"/>
                </a:lnTo>
                <a:lnTo>
                  <a:pt x="4732289" y="48094"/>
                </a:lnTo>
                <a:lnTo>
                  <a:pt x="4735120" y="52522"/>
                </a:lnTo>
                <a:lnTo>
                  <a:pt x="4737746" y="57093"/>
                </a:lnTo>
                <a:lnTo>
                  <a:pt x="4740164" y="61790"/>
                </a:lnTo>
                <a:lnTo>
                  <a:pt x="4742347" y="66630"/>
                </a:lnTo>
                <a:lnTo>
                  <a:pt x="4742648" y="67420"/>
                </a:lnTo>
                <a:lnTo>
                  <a:pt x="4720585" y="76119"/>
                </a:lnTo>
                <a:lnTo>
                  <a:pt x="4720379" y="75597"/>
                </a:lnTo>
                <a:lnTo>
                  <a:pt x="4720601" y="76134"/>
                </a:lnTo>
                <a:lnTo>
                  <a:pt x="4718656" y="71833"/>
                </a:lnTo>
                <a:lnTo>
                  <a:pt x="4718908" y="72355"/>
                </a:lnTo>
                <a:lnTo>
                  <a:pt x="4716759" y="68164"/>
                </a:lnTo>
                <a:lnTo>
                  <a:pt x="4717042" y="68670"/>
                </a:lnTo>
                <a:lnTo>
                  <a:pt x="4714702" y="64590"/>
                </a:lnTo>
                <a:lnTo>
                  <a:pt x="4714987" y="65080"/>
                </a:lnTo>
                <a:lnTo>
                  <a:pt x="4712472" y="61142"/>
                </a:lnTo>
                <a:lnTo>
                  <a:pt x="4712789" y="61616"/>
                </a:lnTo>
                <a:lnTo>
                  <a:pt x="4710068" y="57789"/>
                </a:lnTo>
                <a:lnTo>
                  <a:pt x="4710416" y="58248"/>
                </a:lnTo>
                <a:lnTo>
                  <a:pt x="4707522" y="54578"/>
                </a:lnTo>
                <a:lnTo>
                  <a:pt x="4707886" y="55021"/>
                </a:lnTo>
                <a:lnTo>
                  <a:pt x="4704834" y="51479"/>
                </a:lnTo>
                <a:lnTo>
                  <a:pt x="4705213" y="51906"/>
                </a:lnTo>
                <a:lnTo>
                  <a:pt x="4701987" y="48521"/>
                </a:lnTo>
                <a:lnTo>
                  <a:pt x="4702398" y="48932"/>
                </a:lnTo>
                <a:lnTo>
                  <a:pt x="4699013" y="45706"/>
                </a:lnTo>
                <a:lnTo>
                  <a:pt x="4699425" y="46086"/>
                </a:lnTo>
                <a:lnTo>
                  <a:pt x="4695898" y="43033"/>
                </a:lnTo>
                <a:lnTo>
                  <a:pt x="4696340" y="43397"/>
                </a:lnTo>
                <a:lnTo>
                  <a:pt x="4692672" y="40503"/>
                </a:lnTo>
                <a:lnTo>
                  <a:pt x="4693130" y="40851"/>
                </a:lnTo>
                <a:lnTo>
                  <a:pt x="4689303" y="38131"/>
                </a:lnTo>
                <a:lnTo>
                  <a:pt x="4689778" y="38446"/>
                </a:lnTo>
                <a:lnTo>
                  <a:pt x="4685838" y="35932"/>
                </a:lnTo>
                <a:lnTo>
                  <a:pt x="4686329" y="36217"/>
                </a:lnTo>
                <a:lnTo>
                  <a:pt x="4682249" y="33876"/>
                </a:lnTo>
                <a:lnTo>
                  <a:pt x="4682756" y="34161"/>
                </a:lnTo>
                <a:lnTo>
                  <a:pt x="4678564" y="32010"/>
                </a:lnTo>
                <a:lnTo>
                  <a:pt x="4679085" y="32263"/>
                </a:lnTo>
                <a:lnTo>
                  <a:pt x="4674784" y="30317"/>
                </a:lnTo>
                <a:lnTo>
                  <a:pt x="4675322" y="30539"/>
                </a:lnTo>
                <a:lnTo>
                  <a:pt x="4670894" y="28799"/>
                </a:lnTo>
                <a:lnTo>
                  <a:pt x="4671447" y="29005"/>
                </a:lnTo>
                <a:lnTo>
                  <a:pt x="4666924" y="27471"/>
                </a:lnTo>
                <a:lnTo>
                  <a:pt x="4667493" y="27645"/>
                </a:lnTo>
                <a:lnTo>
                  <a:pt x="4662876" y="26332"/>
                </a:lnTo>
                <a:lnTo>
                  <a:pt x="4663446" y="26475"/>
                </a:lnTo>
                <a:lnTo>
                  <a:pt x="4658748" y="25399"/>
                </a:lnTo>
                <a:lnTo>
                  <a:pt x="4659333" y="25510"/>
                </a:lnTo>
                <a:lnTo>
                  <a:pt x="4659033" y="25462"/>
                </a:lnTo>
                <a:lnTo>
                  <a:pt x="4659142" y="25478"/>
                </a:lnTo>
                <a:lnTo>
                  <a:pt x="4663319" y="2135"/>
                </a:lnTo>
                <a:moveTo>
                  <a:pt x="4750919" y="141958"/>
                </a:moveTo>
                <a:lnTo>
                  <a:pt x="4750919" y="236850"/>
                </a:lnTo>
                <a:lnTo>
                  <a:pt x="4727196" y="236850"/>
                </a:lnTo>
                <a:lnTo>
                  <a:pt x="4727196" y="141958"/>
                </a:lnTo>
                <a:lnTo>
                  <a:pt x="4750919" y="141958"/>
                </a:lnTo>
                <a:moveTo>
                  <a:pt x="4750919" y="308019"/>
                </a:moveTo>
                <a:lnTo>
                  <a:pt x="4750919" y="402911"/>
                </a:lnTo>
                <a:lnTo>
                  <a:pt x="4727196" y="402911"/>
                </a:lnTo>
                <a:lnTo>
                  <a:pt x="4727196" y="308019"/>
                </a:lnTo>
                <a:lnTo>
                  <a:pt x="4750919" y="308019"/>
                </a:lnTo>
                <a:moveTo>
                  <a:pt x="4750919" y="474080"/>
                </a:moveTo>
                <a:lnTo>
                  <a:pt x="4750919" y="568972"/>
                </a:lnTo>
                <a:lnTo>
                  <a:pt x="4727196" y="568972"/>
                </a:lnTo>
                <a:lnTo>
                  <a:pt x="4727196" y="474080"/>
                </a:lnTo>
                <a:lnTo>
                  <a:pt x="4750919" y="474080"/>
                </a:lnTo>
                <a:moveTo>
                  <a:pt x="4750919" y="640141"/>
                </a:moveTo>
                <a:lnTo>
                  <a:pt x="4750919" y="735032"/>
                </a:lnTo>
                <a:lnTo>
                  <a:pt x="4727196" y="735032"/>
                </a:lnTo>
                <a:lnTo>
                  <a:pt x="4727196" y="640141"/>
                </a:lnTo>
                <a:lnTo>
                  <a:pt x="4750919" y="640141"/>
                </a:lnTo>
                <a:moveTo>
                  <a:pt x="4750919" y="806201"/>
                </a:moveTo>
                <a:lnTo>
                  <a:pt x="4750919" y="901093"/>
                </a:lnTo>
                <a:lnTo>
                  <a:pt x="4727196" y="901093"/>
                </a:lnTo>
                <a:lnTo>
                  <a:pt x="4727196" y="806201"/>
                </a:lnTo>
                <a:lnTo>
                  <a:pt x="4750919" y="806201"/>
                </a:lnTo>
                <a:moveTo>
                  <a:pt x="4750919" y="972262"/>
                </a:moveTo>
                <a:lnTo>
                  <a:pt x="4750919" y="1067154"/>
                </a:lnTo>
                <a:lnTo>
                  <a:pt x="4727196" y="1067154"/>
                </a:lnTo>
                <a:lnTo>
                  <a:pt x="4727196" y="972262"/>
                </a:lnTo>
                <a:lnTo>
                  <a:pt x="4750919" y="972262"/>
                </a:lnTo>
                <a:moveTo>
                  <a:pt x="4750919" y="1138323"/>
                </a:moveTo>
                <a:lnTo>
                  <a:pt x="4750919" y="1216371"/>
                </a:lnTo>
                <a:lnTo>
                  <a:pt x="4750776" y="1221828"/>
                </a:lnTo>
                <a:lnTo>
                  <a:pt x="4750366" y="1227363"/>
                </a:lnTo>
                <a:lnTo>
                  <a:pt x="4749669" y="1232818"/>
                </a:lnTo>
                <a:lnTo>
                  <a:pt x="4749243" y="1235207"/>
                </a:lnTo>
                <a:lnTo>
                  <a:pt x="4725884" y="1231032"/>
                </a:lnTo>
                <a:lnTo>
                  <a:pt x="4726263" y="1228944"/>
                </a:lnTo>
                <a:lnTo>
                  <a:pt x="4726168" y="1229530"/>
                </a:lnTo>
                <a:lnTo>
                  <a:pt x="4726786" y="1224658"/>
                </a:lnTo>
                <a:lnTo>
                  <a:pt x="4726722" y="1225258"/>
                </a:lnTo>
                <a:lnTo>
                  <a:pt x="4727101" y="1220325"/>
                </a:lnTo>
                <a:lnTo>
                  <a:pt x="4727071" y="1220926"/>
                </a:lnTo>
                <a:lnTo>
                  <a:pt x="4727196" y="1215912"/>
                </a:lnTo>
                <a:lnTo>
                  <a:pt x="4727196" y="1216212"/>
                </a:lnTo>
                <a:lnTo>
                  <a:pt x="4727196" y="1138323"/>
                </a:lnTo>
                <a:lnTo>
                  <a:pt x="4750919" y="1138323"/>
                </a:lnTo>
                <a:moveTo>
                  <a:pt x="4709072" y="1302090"/>
                </a:moveTo>
                <a:lnTo>
                  <a:pt x="4707095" y="1303640"/>
                </a:lnTo>
                <a:lnTo>
                  <a:pt x="4702825" y="1306693"/>
                </a:lnTo>
                <a:lnTo>
                  <a:pt x="4698396" y="1309523"/>
                </a:lnTo>
                <a:lnTo>
                  <a:pt x="4693825" y="1312148"/>
                </a:lnTo>
                <a:lnTo>
                  <a:pt x="4689129" y="1314568"/>
                </a:lnTo>
                <a:lnTo>
                  <a:pt x="4684290" y="1316750"/>
                </a:lnTo>
                <a:lnTo>
                  <a:pt x="4679324" y="1318697"/>
                </a:lnTo>
                <a:lnTo>
                  <a:pt x="4674262" y="1320420"/>
                </a:lnTo>
                <a:lnTo>
                  <a:pt x="4669074" y="1321891"/>
                </a:lnTo>
                <a:lnTo>
                  <a:pt x="4663792" y="1323108"/>
                </a:lnTo>
                <a:lnTo>
                  <a:pt x="4658416" y="1324073"/>
                </a:lnTo>
                <a:lnTo>
                  <a:pt x="4652959" y="1324770"/>
                </a:lnTo>
                <a:lnTo>
                  <a:pt x="4647424" y="1325180"/>
                </a:lnTo>
                <a:lnTo>
                  <a:pt x="4641968" y="1325322"/>
                </a:lnTo>
                <a:lnTo>
                  <a:pt x="4611508" y="1325322"/>
                </a:lnTo>
                <a:lnTo>
                  <a:pt x="4611508" y="1301600"/>
                </a:lnTo>
                <a:lnTo>
                  <a:pt x="4641809" y="1301600"/>
                </a:lnTo>
                <a:lnTo>
                  <a:pt x="4641509" y="1301600"/>
                </a:lnTo>
                <a:lnTo>
                  <a:pt x="4646522" y="1301472"/>
                </a:lnTo>
                <a:lnTo>
                  <a:pt x="4645921" y="1301505"/>
                </a:lnTo>
                <a:lnTo>
                  <a:pt x="4650856" y="1301126"/>
                </a:lnTo>
                <a:lnTo>
                  <a:pt x="4650255" y="1301189"/>
                </a:lnTo>
                <a:lnTo>
                  <a:pt x="4655126" y="1300572"/>
                </a:lnTo>
                <a:lnTo>
                  <a:pt x="4654541" y="1300667"/>
                </a:lnTo>
                <a:lnTo>
                  <a:pt x="4659333" y="1299813"/>
                </a:lnTo>
                <a:lnTo>
                  <a:pt x="4658748" y="1299924"/>
                </a:lnTo>
                <a:lnTo>
                  <a:pt x="4663446" y="1298848"/>
                </a:lnTo>
                <a:lnTo>
                  <a:pt x="4662876" y="1298991"/>
                </a:lnTo>
                <a:lnTo>
                  <a:pt x="4667493" y="1297677"/>
                </a:lnTo>
                <a:lnTo>
                  <a:pt x="4666924" y="1297852"/>
                </a:lnTo>
                <a:lnTo>
                  <a:pt x="4671447" y="1296317"/>
                </a:lnTo>
                <a:lnTo>
                  <a:pt x="4670894" y="1296524"/>
                </a:lnTo>
                <a:lnTo>
                  <a:pt x="4675322" y="1294783"/>
                </a:lnTo>
                <a:lnTo>
                  <a:pt x="4674784" y="1295005"/>
                </a:lnTo>
                <a:lnTo>
                  <a:pt x="4679085" y="1293059"/>
                </a:lnTo>
                <a:lnTo>
                  <a:pt x="4678564" y="1293312"/>
                </a:lnTo>
                <a:lnTo>
                  <a:pt x="4682756" y="1291161"/>
                </a:lnTo>
                <a:lnTo>
                  <a:pt x="4682249" y="1291446"/>
                </a:lnTo>
                <a:lnTo>
                  <a:pt x="4686329" y="1289106"/>
                </a:lnTo>
                <a:lnTo>
                  <a:pt x="4685838" y="1289390"/>
                </a:lnTo>
                <a:lnTo>
                  <a:pt x="4689778" y="1286859"/>
                </a:lnTo>
                <a:lnTo>
                  <a:pt x="4689303" y="1287192"/>
                </a:lnTo>
                <a:lnTo>
                  <a:pt x="4693130" y="1284472"/>
                </a:lnTo>
                <a:lnTo>
                  <a:pt x="4692672" y="1284820"/>
                </a:lnTo>
                <a:lnTo>
                  <a:pt x="4694411" y="1283443"/>
                </a:lnTo>
                <a:lnTo>
                  <a:pt x="4709072" y="1302090"/>
                </a:lnTo>
                <a:moveTo>
                  <a:pt x="4540339" y="1325322"/>
                </a:moveTo>
                <a:lnTo>
                  <a:pt x="4445447" y="1325322"/>
                </a:lnTo>
                <a:lnTo>
                  <a:pt x="4445447" y="1301600"/>
                </a:lnTo>
                <a:lnTo>
                  <a:pt x="4540339" y="1301600"/>
                </a:lnTo>
                <a:lnTo>
                  <a:pt x="4540339" y="1325322"/>
                </a:lnTo>
                <a:moveTo>
                  <a:pt x="4374278" y="1325322"/>
                </a:moveTo>
                <a:lnTo>
                  <a:pt x="4279386" y="1325322"/>
                </a:lnTo>
                <a:lnTo>
                  <a:pt x="4279386" y="1301600"/>
                </a:lnTo>
                <a:lnTo>
                  <a:pt x="4374278" y="1301600"/>
                </a:lnTo>
                <a:lnTo>
                  <a:pt x="4374278" y="1325322"/>
                </a:lnTo>
                <a:moveTo>
                  <a:pt x="4208218" y="1325322"/>
                </a:moveTo>
                <a:lnTo>
                  <a:pt x="4113326" y="1325322"/>
                </a:lnTo>
                <a:lnTo>
                  <a:pt x="4113326" y="1301600"/>
                </a:lnTo>
                <a:lnTo>
                  <a:pt x="4208218" y="1301600"/>
                </a:lnTo>
                <a:lnTo>
                  <a:pt x="4208218" y="1325322"/>
                </a:lnTo>
                <a:moveTo>
                  <a:pt x="4042157" y="1325322"/>
                </a:moveTo>
                <a:lnTo>
                  <a:pt x="3947265" y="1325322"/>
                </a:lnTo>
                <a:lnTo>
                  <a:pt x="3947265" y="1301600"/>
                </a:lnTo>
                <a:lnTo>
                  <a:pt x="4042157" y="1301600"/>
                </a:lnTo>
                <a:lnTo>
                  <a:pt x="4042157" y="1325322"/>
                </a:lnTo>
                <a:moveTo>
                  <a:pt x="3876096" y="1325322"/>
                </a:moveTo>
                <a:lnTo>
                  <a:pt x="3781204" y="1325322"/>
                </a:lnTo>
                <a:lnTo>
                  <a:pt x="3781204" y="1301600"/>
                </a:lnTo>
                <a:lnTo>
                  <a:pt x="3876096" y="1301600"/>
                </a:lnTo>
                <a:lnTo>
                  <a:pt x="3876096" y="1325322"/>
                </a:lnTo>
                <a:moveTo>
                  <a:pt x="3710035" y="1325322"/>
                </a:moveTo>
                <a:lnTo>
                  <a:pt x="3615143" y="1325322"/>
                </a:lnTo>
                <a:lnTo>
                  <a:pt x="3615143" y="1301600"/>
                </a:lnTo>
                <a:lnTo>
                  <a:pt x="3710035" y="1301600"/>
                </a:lnTo>
                <a:lnTo>
                  <a:pt x="3710035" y="1325322"/>
                </a:lnTo>
                <a:moveTo>
                  <a:pt x="3543974" y="1325322"/>
                </a:moveTo>
                <a:lnTo>
                  <a:pt x="3449082" y="1325322"/>
                </a:lnTo>
                <a:lnTo>
                  <a:pt x="3449082" y="1301600"/>
                </a:lnTo>
                <a:lnTo>
                  <a:pt x="3543974" y="1301600"/>
                </a:lnTo>
                <a:lnTo>
                  <a:pt x="3543974" y="1325322"/>
                </a:lnTo>
                <a:moveTo>
                  <a:pt x="3377914" y="1325322"/>
                </a:moveTo>
                <a:lnTo>
                  <a:pt x="3283022" y="1325322"/>
                </a:lnTo>
                <a:lnTo>
                  <a:pt x="3283022" y="1301600"/>
                </a:lnTo>
                <a:lnTo>
                  <a:pt x="3377914" y="1301600"/>
                </a:lnTo>
                <a:lnTo>
                  <a:pt x="3377914" y="1325322"/>
                </a:lnTo>
                <a:moveTo>
                  <a:pt x="3211853" y="1325322"/>
                </a:moveTo>
                <a:lnTo>
                  <a:pt x="3116961" y="1325322"/>
                </a:lnTo>
                <a:lnTo>
                  <a:pt x="3116961" y="1301600"/>
                </a:lnTo>
                <a:lnTo>
                  <a:pt x="3211853" y="1301600"/>
                </a:lnTo>
                <a:lnTo>
                  <a:pt x="3211853" y="1325322"/>
                </a:lnTo>
                <a:moveTo>
                  <a:pt x="3045792" y="1325322"/>
                </a:moveTo>
                <a:lnTo>
                  <a:pt x="2950900" y="1325322"/>
                </a:lnTo>
                <a:lnTo>
                  <a:pt x="2950900" y="1301600"/>
                </a:lnTo>
                <a:lnTo>
                  <a:pt x="3045792" y="1301600"/>
                </a:lnTo>
                <a:lnTo>
                  <a:pt x="3045792" y="1325322"/>
                </a:lnTo>
                <a:moveTo>
                  <a:pt x="2879731" y="1325322"/>
                </a:moveTo>
                <a:lnTo>
                  <a:pt x="2784839" y="1325322"/>
                </a:lnTo>
                <a:lnTo>
                  <a:pt x="2784839" y="1301600"/>
                </a:lnTo>
                <a:lnTo>
                  <a:pt x="2879731" y="1301600"/>
                </a:lnTo>
                <a:lnTo>
                  <a:pt x="2879731" y="1325322"/>
                </a:lnTo>
                <a:moveTo>
                  <a:pt x="2713670" y="1325322"/>
                </a:moveTo>
                <a:lnTo>
                  <a:pt x="2618779" y="1325322"/>
                </a:lnTo>
                <a:lnTo>
                  <a:pt x="2618779" y="1301600"/>
                </a:lnTo>
                <a:lnTo>
                  <a:pt x="2713670" y="1301600"/>
                </a:lnTo>
                <a:lnTo>
                  <a:pt x="2713670" y="1325322"/>
                </a:lnTo>
                <a:moveTo>
                  <a:pt x="2547610" y="1325322"/>
                </a:moveTo>
                <a:lnTo>
                  <a:pt x="2452718" y="1325322"/>
                </a:lnTo>
                <a:lnTo>
                  <a:pt x="2452718" y="1301600"/>
                </a:lnTo>
                <a:lnTo>
                  <a:pt x="2547610" y="1301600"/>
                </a:lnTo>
                <a:lnTo>
                  <a:pt x="2547610" y="1325322"/>
                </a:lnTo>
                <a:moveTo>
                  <a:pt x="2381549" y="1325322"/>
                </a:moveTo>
                <a:lnTo>
                  <a:pt x="2286657" y="1325322"/>
                </a:lnTo>
                <a:lnTo>
                  <a:pt x="2286657" y="1301600"/>
                </a:lnTo>
                <a:lnTo>
                  <a:pt x="2381549" y="1301600"/>
                </a:lnTo>
                <a:lnTo>
                  <a:pt x="2381549" y="1325322"/>
                </a:lnTo>
                <a:moveTo>
                  <a:pt x="2215488" y="1325322"/>
                </a:moveTo>
                <a:lnTo>
                  <a:pt x="2120596" y="1325322"/>
                </a:lnTo>
                <a:lnTo>
                  <a:pt x="2120596" y="1301600"/>
                </a:lnTo>
                <a:lnTo>
                  <a:pt x="2215488" y="1301600"/>
                </a:lnTo>
                <a:lnTo>
                  <a:pt x="2215488" y="1325322"/>
                </a:lnTo>
                <a:moveTo>
                  <a:pt x="2049427" y="1325322"/>
                </a:moveTo>
                <a:lnTo>
                  <a:pt x="1954535" y="1325322"/>
                </a:lnTo>
                <a:lnTo>
                  <a:pt x="1954535" y="1301600"/>
                </a:lnTo>
                <a:lnTo>
                  <a:pt x="2049427" y="1301600"/>
                </a:lnTo>
                <a:lnTo>
                  <a:pt x="2049427" y="1325322"/>
                </a:lnTo>
                <a:moveTo>
                  <a:pt x="1883366" y="1325322"/>
                </a:moveTo>
                <a:lnTo>
                  <a:pt x="1788475" y="1325322"/>
                </a:lnTo>
                <a:lnTo>
                  <a:pt x="1788475" y="1301600"/>
                </a:lnTo>
                <a:lnTo>
                  <a:pt x="1883366" y="1301600"/>
                </a:lnTo>
                <a:lnTo>
                  <a:pt x="1883366" y="1325322"/>
                </a:lnTo>
                <a:moveTo>
                  <a:pt x="1717306" y="1325322"/>
                </a:moveTo>
                <a:lnTo>
                  <a:pt x="1622414" y="1325322"/>
                </a:lnTo>
                <a:lnTo>
                  <a:pt x="1622414" y="1301600"/>
                </a:lnTo>
                <a:lnTo>
                  <a:pt x="1717306" y="1301600"/>
                </a:lnTo>
                <a:lnTo>
                  <a:pt x="1717306" y="1325322"/>
                </a:lnTo>
                <a:moveTo>
                  <a:pt x="1551245" y="1325322"/>
                </a:moveTo>
                <a:lnTo>
                  <a:pt x="1456353" y="1325322"/>
                </a:lnTo>
                <a:lnTo>
                  <a:pt x="1456353" y="1301600"/>
                </a:lnTo>
                <a:lnTo>
                  <a:pt x="1551245" y="1301600"/>
                </a:lnTo>
                <a:lnTo>
                  <a:pt x="1551245" y="1325322"/>
                </a:lnTo>
                <a:moveTo>
                  <a:pt x="1385184" y="1325322"/>
                </a:moveTo>
                <a:lnTo>
                  <a:pt x="1290292" y="1325322"/>
                </a:lnTo>
                <a:lnTo>
                  <a:pt x="1290292" y="1301600"/>
                </a:lnTo>
                <a:lnTo>
                  <a:pt x="1385184" y="1301600"/>
                </a:lnTo>
                <a:lnTo>
                  <a:pt x="1385184" y="1325322"/>
                </a:lnTo>
                <a:moveTo>
                  <a:pt x="1219123" y="1325322"/>
                </a:moveTo>
                <a:lnTo>
                  <a:pt x="1124231" y="1325322"/>
                </a:lnTo>
                <a:lnTo>
                  <a:pt x="1124231" y="1301600"/>
                </a:lnTo>
                <a:lnTo>
                  <a:pt x="1219123" y="1301600"/>
                </a:lnTo>
                <a:lnTo>
                  <a:pt x="1219123" y="1325322"/>
                </a:lnTo>
                <a:moveTo>
                  <a:pt x="1053062" y="1325322"/>
                </a:moveTo>
                <a:lnTo>
                  <a:pt x="958171" y="1325322"/>
                </a:lnTo>
                <a:lnTo>
                  <a:pt x="958171" y="1301600"/>
                </a:lnTo>
                <a:lnTo>
                  <a:pt x="1053062" y="1301600"/>
                </a:lnTo>
                <a:lnTo>
                  <a:pt x="1053062" y="1325322"/>
                </a:lnTo>
                <a:moveTo>
                  <a:pt x="887002" y="1325322"/>
                </a:moveTo>
                <a:lnTo>
                  <a:pt x="792110" y="1325322"/>
                </a:lnTo>
                <a:lnTo>
                  <a:pt x="792110" y="1301600"/>
                </a:lnTo>
                <a:lnTo>
                  <a:pt x="887002" y="1301600"/>
                </a:lnTo>
                <a:lnTo>
                  <a:pt x="887002" y="1325322"/>
                </a:lnTo>
                <a:moveTo>
                  <a:pt x="720941" y="1325322"/>
                </a:moveTo>
                <a:lnTo>
                  <a:pt x="626049" y="1325322"/>
                </a:lnTo>
                <a:lnTo>
                  <a:pt x="626049" y="1301600"/>
                </a:lnTo>
                <a:lnTo>
                  <a:pt x="720941" y="1301600"/>
                </a:lnTo>
                <a:lnTo>
                  <a:pt x="720941" y="1325322"/>
                </a:lnTo>
                <a:moveTo>
                  <a:pt x="554880" y="1325322"/>
                </a:moveTo>
                <a:lnTo>
                  <a:pt x="459988" y="1325322"/>
                </a:lnTo>
                <a:lnTo>
                  <a:pt x="459988" y="1301600"/>
                </a:lnTo>
                <a:lnTo>
                  <a:pt x="554880" y="1301600"/>
                </a:lnTo>
                <a:lnTo>
                  <a:pt x="554880" y="1325322"/>
                </a:lnTo>
                <a:moveTo>
                  <a:pt x="388819" y="1325322"/>
                </a:moveTo>
                <a:lnTo>
                  <a:pt x="293927" y="1325322"/>
                </a:lnTo>
                <a:lnTo>
                  <a:pt x="293927" y="1301600"/>
                </a:lnTo>
                <a:lnTo>
                  <a:pt x="388819" y="1301600"/>
                </a:lnTo>
                <a:lnTo>
                  <a:pt x="388819" y="1325322"/>
                </a:lnTo>
                <a:moveTo>
                  <a:pt x="222758" y="1325322"/>
                </a:moveTo>
                <a:lnTo>
                  <a:pt x="127867" y="1325322"/>
                </a:lnTo>
                <a:lnTo>
                  <a:pt x="127867" y="1301600"/>
                </a:lnTo>
                <a:lnTo>
                  <a:pt x="222758" y="1301600"/>
                </a:lnTo>
                <a:lnTo>
                  <a:pt x="222758" y="1325322"/>
                </a:lnTo>
                <a:moveTo>
                  <a:pt x="53298" y="1309966"/>
                </a:moveTo>
                <a:lnTo>
                  <a:pt x="52524" y="1309523"/>
                </a:lnTo>
                <a:lnTo>
                  <a:pt x="48095" y="1306693"/>
                </a:lnTo>
                <a:lnTo>
                  <a:pt x="43824" y="1303640"/>
                </a:lnTo>
                <a:lnTo>
                  <a:pt x="39696" y="1300414"/>
                </a:lnTo>
                <a:lnTo>
                  <a:pt x="35743" y="1296982"/>
                </a:lnTo>
                <a:lnTo>
                  <a:pt x="31947" y="1293375"/>
                </a:lnTo>
                <a:lnTo>
                  <a:pt x="28341" y="1289580"/>
                </a:lnTo>
                <a:lnTo>
                  <a:pt x="24910" y="1285627"/>
                </a:lnTo>
                <a:lnTo>
                  <a:pt x="21684" y="1281499"/>
                </a:lnTo>
                <a:lnTo>
                  <a:pt x="18631" y="1277228"/>
                </a:lnTo>
                <a:lnTo>
                  <a:pt x="15800" y="1272800"/>
                </a:lnTo>
                <a:lnTo>
                  <a:pt x="13175" y="1268230"/>
                </a:lnTo>
                <a:lnTo>
                  <a:pt x="10755" y="1263533"/>
                </a:lnTo>
                <a:lnTo>
                  <a:pt x="8572" y="1258694"/>
                </a:lnTo>
                <a:lnTo>
                  <a:pt x="6628" y="1253726"/>
                </a:lnTo>
                <a:lnTo>
                  <a:pt x="4903" y="1248666"/>
                </a:lnTo>
                <a:lnTo>
                  <a:pt x="3432" y="1243478"/>
                </a:lnTo>
                <a:lnTo>
                  <a:pt x="2215" y="1238196"/>
                </a:lnTo>
                <a:lnTo>
                  <a:pt x="1250" y="1232818"/>
                </a:lnTo>
                <a:lnTo>
                  <a:pt x="553" y="1227363"/>
                </a:lnTo>
                <a:lnTo>
                  <a:pt x="190" y="1222586"/>
                </a:lnTo>
                <a:lnTo>
                  <a:pt x="23850" y="1220784"/>
                </a:lnTo>
                <a:lnTo>
                  <a:pt x="24197" y="1225258"/>
                </a:lnTo>
                <a:lnTo>
                  <a:pt x="24135" y="1224658"/>
                </a:lnTo>
                <a:lnTo>
                  <a:pt x="24751" y="1229530"/>
                </a:lnTo>
                <a:lnTo>
                  <a:pt x="24657" y="1228944"/>
                </a:lnTo>
                <a:lnTo>
                  <a:pt x="25510" y="1233737"/>
                </a:lnTo>
                <a:lnTo>
                  <a:pt x="25400" y="1233151"/>
                </a:lnTo>
                <a:lnTo>
                  <a:pt x="26475" y="1237848"/>
                </a:lnTo>
                <a:lnTo>
                  <a:pt x="26333" y="1237279"/>
                </a:lnTo>
                <a:lnTo>
                  <a:pt x="27645" y="1241897"/>
                </a:lnTo>
                <a:lnTo>
                  <a:pt x="27472" y="1241327"/>
                </a:lnTo>
                <a:lnTo>
                  <a:pt x="29006" y="1245850"/>
                </a:lnTo>
                <a:lnTo>
                  <a:pt x="28801" y="1245297"/>
                </a:lnTo>
                <a:lnTo>
                  <a:pt x="30540" y="1249725"/>
                </a:lnTo>
                <a:lnTo>
                  <a:pt x="30318" y="1249187"/>
                </a:lnTo>
                <a:lnTo>
                  <a:pt x="32263" y="1253489"/>
                </a:lnTo>
                <a:lnTo>
                  <a:pt x="32011" y="1252968"/>
                </a:lnTo>
                <a:lnTo>
                  <a:pt x="34162" y="1257159"/>
                </a:lnTo>
                <a:lnTo>
                  <a:pt x="33877" y="1256653"/>
                </a:lnTo>
                <a:lnTo>
                  <a:pt x="36218" y="1260733"/>
                </a:lnTo>
                <a:lnTo>
                  <a:pt x="35933" y="1260242"/>
                </a:lnTo>
                <a:lnTo>
                  <a:pt x="38448" y="1264180"/>
                </a:lnTo>
                <a:lnTo>
                  <a:pt x="38131" y="1263706"/>
                </a:lnTo>
                <a:lnTo>
                  <a:pt x="40851" y="1267534"/>
                </a:lnTo>
                <a:lnTo>
                  <a:pt x="40503" y="1267074"/>
                </a:lnTo>
                <a:lnTo>
                  <a:pt x="43397" y="1270744"/>
                </a:lnTo>
                <a:lnTo>
                  <a:pt x="43033" y="1270302"/>
                </a:lnTo>
                <a:lnTo>
                  <a:pt x="46087" y="1273827"/>
                </a:lnTo>
                <a:lnTo>
                  <a:pt x="45707" y="1273417"/>
                </a:lnTo>
                <a:lnTo>
                  <a:pt x="48933" y="1276802"/>
                </a:lnTo>
                <a:lnTo>
                  <a:pt x="48521" y="1276390"/>
                </a:lnTo>
                <a:lnTo>
                  <a:pt x="51906" y="1279617"/>
                </a:lnTo>
                <a:lnTo>
                  <a:pt x="51479" y="1279236"/>
                </a:lnTo>
                <a:lnTo>
                  <a:pt x="55022" y="1282290"/>
                </a:lnTo>
                <a:lnTo>
                  <a:pt x="54579" y="1281925"/>
                </a:lnTo>
                <a:lnTo>
                  <a:pt x="58249" y="1284820"/>
                </a:lnTo>
                <a:lnTo>
                  <a:pt x="57789" y="1284472"/>
                </a:lnTo>
                <a:lnTo>
                  <a:pt x="61617" y="1287192"/>
                </a:lnTo>
                <a:lnTo>
                  <a:pt x="61143" y="1286859"/>
                </a:lnTo>
                <a:lnTo>
                  <a:pt x="65080" y="1289390"/>
                </a:lnTo>
                <a:lnTo>
                  <a:pt x="64590" y="1289106"/>
                </a:lnTo>
                <a:lnTo>
                  <a:pt x="65112" y="1289406"/>
                </a:lnTo>
                <a:lnTo>
                  <a:pt x="53298" y="1309966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E27E8FAA-22B8-4E3F-ACD7-5110879080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1c08b23794d1a"/>
          <a:stretch xmlns:a="http://schemas.openxmlformats.org/drawingml/2006/main"/>
        </p:blipFill>
        <p:spPr>
          <a:xfrm xmlns:a="http://schemas.openxmlformats.org/drawingml/2006/main">
            <a:off x="5257800" y="7181850"/>
            <a:ext cx="4686300" cy="647700"/>
          </a:xfrm>
          <a:prstGeom xmlns:a="http://schemas.openxmlformats.org/drawingml/2006/main" prst="rect">
            <a:avLst/>
          </a:prstGeom>
        </p:spPr>
      </p:pic>
      <p:pic>
        <p:nvPic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7A24559C-048B-4B29-BFA3-32E48284FB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7de4969a94bd5"/>
          <a:stretch xmlns:a="http://schemas.openxmlformats.org/drawingml/2006/main"/>
        </p:blipFill>
        <p:spPr>
          <a:xfrm xmlns:a="http://schemas.openxmlformats.org/drawingml/2006/main">
            <a:off x="5257800" y="7791450"/>
            <a:ext cx="4686300" cy="647700"/>
          </a:xfrm>
          <a:prstGeom xmlns:a="http://schemas.openxmlformats.org/drawingml/2006/main" prst="rect">
            <a:avLst/>
          </a:prstGeom>
        </p:spPr>
      </p:pic>
      <p:sp>
        <p:nvSpPr>
          <p:cNvPr id="483" name="path-355">
            <a:extLst xmlns:a="http://schemas.openxmlformats.org/drawingml/2006/main">
              <a:ext uri="{FF2B5EF4-FFF2-40B4-BE49-F238E27FC236}">
                <a16:creationId xmlns:a16="http://schemas.microsoft.com/office/drawing/2014/main" id="{D160B836-1932-4D34-8E3D-DD3D5F41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599" y="7224100"/>
            <a:ext cx="27676" cy="1212308"/>
          </a:xfrm>
          <a:custGeom xmlns:a="http://schemas.openxmlformats.org/drawingml/2006/main">
            <a:pathLst>
              <a:path w="27676" h="1212308">
                <a:moveTo>
                  <a:pt x="3953" y="0"/>
                </a:moveTo>
                <a:lnTo>
                  <a:pt x="3637" y="94892"/>
                </a:lnTo>
                <a:lnTo>
                  <a:pt x="27360" y="94955"/>
                </a:lnTo>
                <a:lnTo>
                  <a:pt x="27676" y="63"/>
                </a:lnTo>
                <a:lnTo>
                  <a:pt x="3953" y="0"/>
                </a:lnTo>
                <a:moveTo>
                  <a:pt x="3416" y="166061"/>
                </a:moveTo>
                <a:lnTo>
                  <a:pt x="3100" y="260937"/>
                </a:lnTo>
                <a:lnTo>
                  <a:pt x="26823" y="261016"/>
                </a:lnTo>
                <a:lnTo>
                  <a:pt x="27139" y="166124"/>
                </a:lnTo>
                <a:lnTo>
                  <a:pt x="3416" y="166061"/>
                </a:lnTo>
                <a:moveTo>
                  <a:pt x="2878" y="332106"/>
                </a:moveTo>
                <a:lnTo>
                  <a:pt x="2561" y="426998"/>
                </a:lnTo>
                <a:lnTo>
                  <a:pt x="26284" y="427077"/>
                </a:lnTo>
                <a:lnTo>
                  <a:pt x="26586" y="332185"/>
                </a:lnTo>
                <a:lnTo>
                  <a:pt x="2878" y="332106"/>
                </a:lnTo>
                <a:moveTo>
                  <a:pt x="2324" y="498167"/>
                </a:moveTo>
                <a:lnTo>
                  <a:pt x="2024" y="593059"/>
                </a:lnTo>
                <a:lnTo>
                  <a:pt x="25747" y="593138"/>
                </a:lnTo>
                <a:lnTo>
                  <a:pt x="26047" y="498246"/>
                </a:lnTo>
                <a:lnTo>
                  <a:pt x="2324" y="498167"/>
                </a:lnTo>
                <a:moveTo>
                  <a:pt x="1787" y="664227"/>
                </a:moveTo>
                <a:lnTo>
                  <a:pt x="1470" y="759119"/>
                </a:lnTo>
                <a:lnTo>
                  <a:pt x="25193" y="759198"/>
                </a:lnTo>
                <a:lnTo>
                  <a:pt x="25510" y="664307"/>
                </a:lnTo>
                <a:lnTo>
                  <a:pt x="1787" y="664227"/>
                </a:lnTo>
                <a:moveTo>
                  <a:pt x="1249" y="830288"/>
                </a:moveTo>
                <a:lnTo>
                  <a:pt x="933" y="925180"/>
                </a:lnTo>
                <a:lnTo>
                  <a:pt x="24655" y="925259"/>
                </a:lnTo>
                <a:lnTo>
                  <a:pt x="24972" y="830367"/>
                </a:lnTo>
                <a:lnTo>
                  <a:pt x="1249" y="830288"/>
                </a:lnTo>
                <a:moveTo>
                  <a:pt x="712" y="996349"/>
                </a:moveTo>
                <a:lnTo>
                  <a:pt x="395" y="1091241"/>
                </a:lnTo>
                <a:lnTo>
                  <a:pt x="24118" y="1091320"/>
                </a:lnTo>
                <a:lnTo>
                  <a:pt x="24435" y="996428"/>
                </a:lnTo>
                <a:lnTo>
                  <a:pt x="712" y="996349"/>
                </a:lnTo>
                <a:moveTo>
                  <a:pt x="158" y="1162409"/>
                </a:moveTo>
                <a:lnTo>
                  <a:pt x="0" y="1212243"/>
                </a:lnTo>
                <a:lnTo>
                  <a:pt x="23723" y="1212308"/>
                </a:lnTo>
                <a:lnTo>
                  <a:pt x="23881" y="1162489"/>
                </a:lnTo>
                <a:lnTo>
                  <a:pt x="158" y="1162409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text-356 4D">
            <a:extLst xmlns:a="http://schemas.openxmlformats.org/drawingml/2006/main">
              <a:ext uri="{FF2B5EF4-FFF2-40B4-BE49-F238E27FC236}">
                <a16:creationId xmlns:a16="http://schemas.microsoft.com/office/drawing/2014/main" id="{3EAE70FF-9ED2-458C-9AB7-A633E86C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351" y="7335151"/>
            <a:ext cx="311117" cy="31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</a:t>
            </a:r>
          </a:p>
        </p:txBody>
      </p:sp>
      <p:sp>
        <p:nvSpPr>
          <p:cNvPr id="485" name="text-356 LMM">
            <a:extLst xmlns:a="http://schemas.openxmlformats.org/drawingml/2006/main">
              <a:ext uri="{FF2B5EF4-FFF2-40B4-BE49-F238E27FC236}">
                <a16:creationId xmlns:a16="http://schemas.microsoft.com/office/drawing/2014/main" id="{BA428895-6773-4832-BBF0-B0A27369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1146" y="7335313"/>
            <a:ext cx="569610" cy="31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LMM</a:t>
            </a:r>
          </a:p>
        </p:txBody>
      </p:sp>
      <p:sp>
        <p:nvSpPr>
          <p:cNvPr id="486" name="text-357 Ours">
            <a:extLst xmlns:a="http://schemas.openxmlformats.org/drawingml/2006/main">
              <a:ext uri="{FF2B5EF4-FFF2-40B4-BE49-F238E27FC236}">
                <a16:creationId xmlns:a16="http://schemas.microsoft.com/office/drawing/2014/main" id="{ABC3EEEB-DC1C-46F5-A413-806E9AD6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2762" y="7947452"/>
            <a:ext cx="520171" cy="310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Ours</a:t>
            </a:r>
          </a:p>
        </p:txBody>
      </p:sp>
      <p:sp>
        <p:nvSpPr>
          <p:cNvPr id="487" name="text-358 T1:">
            <a:extLst xmlns:a="http://schemas.openxmlformats.org/drawingml/2006/main">
              <a:ext uri="{FF2B5EF4-FFF2-40B4-BE49-F238E27FC236}">
                <a16:creationId xmlns:a16="http://schemas.microsoft.com/office/drawing/2014/main" id="{6993D526-DA65-48CE-B2F0-E46E7F3A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8385" y="7305750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T1:</a:t>
            </a:r>
          </a:p>
        </p:txBody>
      </p:sp>
      <p:sp>
        <p:nvSpPr>
          <p:cNvPr id="488" name="text-358 Cyclist">
            <a:extLst xmlns:a="http://schemas.openxmlformats.org/drawingml/2006/main">
              <a:ext uri="{FF2B5EF4-FFF2-40B4-BE49-F238E27FC236}">
                <a16:creationId xmlns:a16="http://schemas.microsoft.com/office/drawing/2014/main" id="{B7BB9F22-9FD1-4243-A233-34F0F3A5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7755" y="7305375"/>
            <a:ext cx="477097" cy="221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Cyclist</a:t>
            </a:r>
          </a:p>
        </p:txBody>
      </p:sp>
      <p:sp>
        <p:nvSpPr>
          <p:cNvPr id="489" name="text-358 at">
            <a:extLst xmlns:a="http://schemas.openxmlformats.org/drawingml/2006/main">
              <a:ext uri="{FF2B5EF4-FFF2-40B4-BE49-F238E27FC236}">
                <a16:creationId xmlns:a16="http://schemas.microsoft.com/office/drawing/2014/main" id="{7B7940A1-D1B9-4A25-9EC7-E68338E0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6449" y="7305594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490" name="text-358 t=1.0s,">
            <a:extLst xmlns:a="http://schemas.openxmlformats.org/drawingml/2006/main">
              <a:ext uri="{FF2B5EF4-FFF2-40B4-BE49-F238E27FC236}">
                <a16:creationId xmlns:a16="http://schemas.microsoft.com/office/drawing/2014/main" id="{C5D53D73-35EE-4614-8D11-47302EFA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0647" y="7305356"/>
            <a:ext cx="460858" cy="221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t=1.0s,</a:t>
            </a:r>
          </a:p>
        </p:txBody>
      </p:sp>
      <p:sp>
        <p:nvSpPr>
          <p:cNvPr id="491" name="text-359 [x">
            <a:extLst xmlns:a="http://schemas.openxmlformats.org/drawingml/2006/main">
              <a:ext uri="{FF2B5EF4-FFF2-40B4-BE49-F238E27FC236}">
                <a16:creationId xmlns:a16="http://schemas.microsoft.com/office/drawing/2014/main" id="{300D9BDB-8128-4225-8543-4BD1B042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2735" y="7305819"/>
            <a:ext cx="159949" cy="221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[x</a:t>
            </a:r>
          </a:p>
        </p:txBody>
      </p:sp>
      <p:sp>
        <p:nvSpPr>
          <p:cNvPr id="492" name="text-360 ₁">
            <a:extLst xmlns:a="http://schemas.openxmlformats.org/drawingml/2006/main">
              <a:ext uri="{FF2B5EF4-FFF2-40B4-BE49-F238E27FC236}">
                <a16:creationId xmlns:a16="http://schemas.microsoft.com/office/drawing/2014/main" id="{3F85913A-0244-409A-A3F9-40DA47CD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4793" y="7306272"/>
            <a:ext cx="75522" cy="220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₁</a:t>
            </a:r>
          </a:p>
        </p:txBody>
      </p:sp>
      <p:sp>
        <p:nvSpPr>
          <p:cNvPr id="493" name="text-361 ,y">
            <a:extLst xmlns:a="http://schemas.openxmlformats.org/drawingml/2006/main">
              <a:ext uri="{FF2B5EF4-FFF2-40B4-BE49-F238E27FC236}">
                <a16:creationId xmlns:a16="http://schemas.microsoft.com/office/drawing/2014/main" id="{354331B1-AD4F-4EFF-8B89-33AC2BE0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2239" y="7306045"/>
            <a:ext cx="137767" cy="220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,y</a:t>
            </a:r>
          </a:p>
        </p:txBody>
      </p:sp>
      <p:sp>
        <p:nvSpPr>
          <p:cNvPr id="494" name="text-362 ₁">
            <a:extLst xmlns:a="http://schemas.openxmlformats.org/drawingml/2006/main">
              <a:ext uri="{FF2B5EF4-FFF2-40B4-BE49-F238E27FC236}">
                <a16:creationId xmlns:a16="http://schemas.microsoft.com/office/drawing/2014/main" id="{88D89A1C-058E-4757-82AB-3DB4A354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2156" y="7306272"/>
            <a:ext cx="75522" cy="220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₁</a:t>
            </a:r>
          </a:p>
        </p:txBody>
      </p:sp>
      <p:sp>
        <p:nvSpPr>
          <p:cNvPr id="495" name="text-363 ,z">
            <a:extLst xmlns:a="http://schemas.openxmlformats.org/drawingml/2006/main">
              <a:ext uri="{FF2B5EF4-FFF2-40B4-BE49-F238E27FC236}">
                <a16:creationId xmlns:a16="http://schemas.microsoft.com/office/drawing/2014/main" id="{CBC6D55B-D9A3-496D-9356-FD0B5544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9602" y="7306069"/>
            <a:ext cx="129157" cy="220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,z</a:t>
            </a:r>
          </a:p>
        </p:txBody>
      </p:sp>
      <p:sp>
        <p:nvSpPr>
          <p:cNvPr id="496" name="text-364 ₁">
            <a:extLst xmlns:a="http://schemas.openxmlformats.org/drawingml/2006/main">
              <a:ext uri="{FF2B5EF4-FFF2-40B4-BE49-F238E27FC236}">
                <a16:creationId xmlns:a16="http://schemas.microsoft.com/office/drawing/2014/main" id="{F1C791B9-EE4D-4D06-8AE4-42EA09F0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0820" y="7306272"/>
            <a:ext cx="75522" cy="220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₁</a:t>
            </a:r>
          </a:p>
        </p:txBody>
      </p:sp>
      <p:sp>
        <p:nvSpPr>
          <p:cNvPr id="497" name="text-365 ]">
            <a:extLst xmlns:a="http://schemas.openxmlformats.org/drawingml/2006/main">
              <a:ext uri="{FF2B5EF4-FFF2-40B4-BE49-F238E27FC236}">
                <a16:creationId xmlns:a16="http://schemas.microsoft.com/office/drawing/2014/main" id="{804B7F08-C5DC-4DB1-BB86-80ECDF00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8266" y="7306388"/>
            <a:ext cx="89562" cy="220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498" name="text-366 .">
            <a:extLst xmlns:a="http://schemas.openxmlformats.org/drawingml/2006/main">
              <a:ext uri="{FF2B5EF4-FFF2-40B4-BE49-F238E27FC236}">
                <a16:creationId xmlns:a16="http://schemas.microsoft.com/office/drawing/2014/main" id="{A69C1B34-1DEA-4471-A060-C7BC29A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9946" y="7306362"/>
            <a:ext cx="67668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99" name="text-367 T2:">
            <a:extLst xmlns:a="http://schemas.openxmlformats.org/drawingml/2006/main">
              <a:ext uri="{FF2B5EF4-FFF2-40B4-BE49-F238E27FC236}">
                <a16:creationId xmlns:a16="http://schemas.microsoft.com/office/drawing/2014/main" id="{D114FCA2-4551-4D63-9D7E-BDDBAD92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8385" y="7495534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T2:</a:t>
            </a:r>
          </a:p>
        </p:txBody>
      </p:sp>
      <p:sp>
        <p:nvSpPr>
          <p:cNvPr id="500" name="text-367 Position">
            <a:extLst xmlns:a="http://schemas.openxmlformats.org/drawingml/2006/main">
              <a:ext uri="{FF2B5EF4-FFF2-40B4-BE49-F238E27FC236}">
                <a16:creationId xmlns:a16="http://schemas.microsoft.com/office/drawing/2014/main" id="{C7A1C731-F031-4F71-9BB6-08AA34D6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7755" y="7495131"/>
            <a:ext cx="547647" cy="221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Position</a:t>
            </a:r>
          </a:p>
        </p:txBody>
      </p:sp>
      <p:sp>
        <p:nvSpPr>
          <p:cNvPr id="501" name="text-367 at">
            <a:extLst xmlns:a="http://schemas.openxmlformats.org/drawingml/2006/main">
              <a:ext uri="{FF2B5EF4-FFF2-40B4-BE49-F238E27FC236}">
                <a16:creationId xmlns:a16="http://schemas.microsoft.com/office/drawing/2014/main" id="{F73FEEDD-2083-42CB-8379-7DB1B08D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6826" y="7495378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502" name="text-367 t=2.0s">
            <a:extLst xmlns:a="http://schemas.openxmlformats.org/drawingml/2006/main">
              <a:ext uri="{FF2B5EF4-FFF2-40B4-BE49-F238E27FC236}">
                <a16:creationId xmlns:a16="http://schemas.microsoft.com/office/drawing/2014/main" id="{B347D0C3-799D-4697-87E7-E7D5FDA3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1026" y="7495216"/>
            <a:ext cx="421063" cy="221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t=2.0s</a:t>
            </a:r>
          </a:p>
        </p:txBody>
      </p:sp>
      <p:sp>
        <p:nvSpPr>
          <p:cNvPr id="503" name="text-367 unknown.">
            <a:extLst xmlns:a="http://schemas.openxmlformats.org/drawingml/2006/main">
              <a:ext uri="{FF2B5EF4-FFF2-40B4-BE49-F238E27FC236}">
                <a16:creationId xmlns:a16="http://schemas.microsoft.com/office/drawing/2014/main" id="{372B3CAB-6D41-42EA-8792-2153EC5A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574" y="7495443"/>
            <a:ext cx="656123" cy="221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unknown.</a:t>
            </a:r>
          </a:p>
        </p:txBody>
      </p:sp>
      <p:sp>
        <p:nvSpPr>
          <p:cNvPr id="504" name="text-368 ✗">
            <a:extLst xmlns:a="http://schemas.openxmlformats.org/drawingml/2006/main">
              <a:ext uri="{FF2B5EF4-FFF2-40B4-BE49-F238E27FC236}">
                <a16:creationId xmlns:a16="http://schemas.microsoft.com/office/drawing/2014/main" id="{80BA147E-63B5-4F5A-8D8D-BC21DE80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8171" y="7203480"/>
            <a:ext cx="353014" cy="53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8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8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989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✗</a:t>
            </a:r>
          </a:p>
        </p:txBody>
      </p:sp>
      <p:sp>
        <p:nvSpPr>
          <p:cNvPr id="505" name="text-369 ✓">
            <a:extLst xmlns:a="http://schemas.openxmlformats.org/drawingml/2006/main">
              <a:ext uri="{FF2B5EF4-FFF2-40B4-BE49-F238E27FC236}">
                <a16:creationId xmlns:a16="http://schemas.microsoft.com/office/drawing/2014/main" id="{45FC0177-C97E-4F02-A447-62B0AFDF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1383" y="7810789"/>
            <a:ext cx="353014" cy="53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89" b="0" i="0">
                <a:solidFill>
                  <a:srgbClr val="75B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89" b="0" i="0">
                <a:solidFill>
                  <a:srgbClr val="75BD42"/>
                </a:solidFill>
                <a:latin typeface="Arial"/>
                <a:ea typeface="Arial"/>
                <a:cs typeface="Arial"/>
              </a:defRPr>
            </a:pPr>
            <a:r>
              <a:rPr sz="2989" b="0" i="0">
                <a:solidFill>
                  <a:srgbClr val="75BD4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06" name="text-370 T1:">
            <a:extLst xmlns:a="http://schemas.openxmlformats.org/drawingml/2006/main">
              <a:ext uri="{FF2B5EF4-FFF2-40B4-BE49-F238E27FC236}">
                <a16:creationId xmlns:a16="http://schemas.microsoft.com/office/drawing/2014/main" id="{46389DE9-1711-41E8-AB2A-AF0E3B2D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4185" y="7764907"/>
            <a:ext cx="223340" cy="19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T1:</a:t>
            </a:r>
          </a:p>
        </p:txBody>
      </p:sp>
      <p:sp>
        <p:nvSpPr>
          <p:cNvPr id="507" name="text-370 Cyclist">
            <a:extLst xmlns:a="http://schemas.openxmlformats.org/drawingml/2006/main">
              <a:ext uri="{FF2B5EF4-FFF2-40B4-BE49-F238E27FC236}">
                <a16:creationId xmlns:a16="http://schemas.microsoft.com/office/drawing/2014/main" id="{AA1A61AF-099C-49F0-B229-56A18E2A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7462" y="7764978"/>
            <a:ext cx="428926" cy="19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Cyclist</a:t>
            </a:r>
          </a:p>
        </p:txBody>
      </p:sp>
      <p:sp>
        <p:nvSpPr>
          <p:cNvPr id="508" name="text-371 #1">
            <a:extLst xmlns:a="http://schemas.openxmlformats.org/drawingml/2006/main">
              <a:ext uri="{FF2B5EF4-FFF2-40B4-BE49-F238E27FC236}">
                <a16:creationId xmlns:a16="http://schemas.microsoft.com/office/drawing/2014/main" id="{B316B469-B34C-4A99-B8F6-7CFBB43A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336" y="7764981"/>
            <a:ext cx="167965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#1</a:t>
            </a:r>
          </a:p>
        </p:txBody>
      </p:sp>
      <p:sp>
        <p:nvSpPr>
          <p:cNvPr id="509" name="text-372 beside">
            <a:extLst xmlns:a="http://schemas.openxmlformats.org/drawingml/2006/main">
              <a:ext uri="{FF2B5EF4-FFF2-40B4-BE49-F238E27FC236}">
                <a16:creationId xmlns:a16="http://schemas.microsoft.com/office/drawing/2014/main" id="{E1E073E3-D3E0-469A-BA4B-2452C66E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4259" y="7764940"/>
            <a:ext cx="389302" cy="199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beside</a:t>
            </a:r>
          </a:p>
        </p:txBody>
      </p:sp>
      <p:sp>
        <p:nvSpPr>
          <p:cNvPr id="510" name="text-372 the">
            <a:extLst xmlns:a="http://schemas.openxmlformats.org/drawingml/2006/main">
              <a:ext uri="{FF2B5EF4-FFF2-40B4-BE49-F238E27FC236}">
                <a16:creationId xmlns:a16="http://schemas.microsoft.com/office/drawing/2014/main" id="{5CE2F594-0293-4BD7-8543-7B300900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595" y="7764973"/>
            <a:ext cx="199512" cy="19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511" name="text-372 van">
            <a:extLst xmlns:a="http://schemas.openxmlformats.org/drawingml/2006/main">
              <a:ext uri="{FF2B5EF4-FFF2-40B4-BE49-F238E27FC236}">
                <a16:creationId xmlns:a16="http://schemas.microsoft.com/office/drawing/2014/main" id="{D8BB16C9-8BB0-48FE-BDBA-488EDC3B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3149" y="7764916"/>
            <a:ext cx="231237" cy="199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van</a:t>
            </a:r>
          </a:p>
        </p:txBody>
      </p:sp>
      <p:sp>
        <p:nvSpPr>
          <p:cNvPr id="512" name="text-372 at">
            <a:extLst xmlns:a="http://schemas.openxmlformats.org/drawingml/2006/main">
              <a:ext uri="{FF2B5EF4-FFF2-40B4-BE49-F238E27FC236}">
                <a16:creationId xmlns:a16="http://schemas.microsoft.com/office/drawing/2014/main" id="{2B245EDA-4331-48AF-8C2F-1418753F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4331" y="7764838"/>
            <a:ext cx="128460" cy="19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513" name="text-372 t=1.0s,">
            <a:extLst xmlns:a="http://schemas.openxmlformats.org/drawingml/2006/main">
              <a:ext uri="{FF2B5EF4-FFF2-40B4-BE49-F238E27FC236}">
                <a16:creationId xmlns:a16="http://schemas.microsoft.com/office/drawing/2014/main" id="{5E1C614B-A84F-4235-B8D5-43F86D76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2716" y="7764821"/>
            <a:ext cx="414711" cy="199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t=1.0s,</a:t>
            </a:r>
          </a:p>
        </p:txBody>
      </p:sp>
      <p:sp>
        <p:nvSpPr>
          <p:cNvPr id="514" name="text-373 (5.4,">
            <a:extLst xmlns:a="http://schemas.openxmlformats.org/drawingml/2006/main">
              <a:ext uri="{FF2B5EF4-FFF2-40B4-BE49-F238E27FC236}">
                <a16:creationId xmlns:a16="http://schemas.microsoft.com/office/drawing/2014/main" id="{CE1E34FD-46C8-4814-8E0E-450F8C30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356" y="7764929"/>
            <a:ext cx="286589" cy="199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(5.4,</a:t>
            </a:r>
          </a:p>
        </p:txBody>
      </p:sp>
      <p:sp>
        <p:nvSpPr>
          <p:cNvPr id="515" name="text-373 −1.2,">
            <a:extLst xmlns:a="http://schemas.openxmlformats.org/drawingml/2006/main">
              <a:ext uri="{FF2B5EF4-FFF2-40B4-BE49-F238E27FC236}">
                <a16:creationId xmlns:a16="http://schemas.microsoft.com/office/drawing/2014/main" id="{47BB77F3-3EBA-4777-A8F2-FBD9C0A5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3894" y="7764995"/>
            <a:ext cx="325324" cy="199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−1.2,</a:t>
            </a:r>
          </a:p>
        </p:txBody>
      </p:sp>
      <p:sp>
        <p:nvSpPr>
          <p:cNvPr id="516" name="text-374 0.0)">
            <a:extLst xmlns:a="http://schemas.openxmlformats.org/drawingml/2006/main">
              <a:ext uri="{FF2B5EF4-FFF2-40B4-BE49-F238E27FC236}">
                <a16:creationId xmlns:a16="http://schemas.microsoft.com/office/drawing/2014/main" id="{B649FFE5-7693-4D9A-805B-F974010F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4185" y="7935786"/>
            <a:ext cx="250949" cy="199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0.0)</a:t>
            </a:r>
          </a:p>
        </p:txBody>
      </p:sp>
      <p:sp>
        <p:nvSpPr>
          <p:cNvPr id="517" name="text-375 .T2:">
            <a:extLst xmlns:a="http://schemas.openxmlformats.org/drawingml/2006/main">
              <a:ext uri="{FF2B5EF4-FFF2-40B4-BE49-F238E27FC236}">
                <a16:creationId xmlns:a16="http://schemas.microsoft.com/office/drawing/2014/main" id="{80EE8B49-0421-47E7-8822-7467646E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9554" y="7935753"/>
            <a:ext cx="258916" cy="19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.T2:</a:t>
            </a:r>
          </a:p>
        </p:txBody>
      </p:sp>
      <p:sp>
        <p:nvSpPr>
          <p:cNvPr id="518" name="text-376 #1">
            <a:extLst xmlns:a="http://schemas.openxmlformats.org/drawingml/2006/main">
              <a:ext uri="{FF2B5EF4-FFF2-40B4-BE49-F238E27FC236}">
                <a16:creationId xmlns:a16="http://schemas.microsoft.com/office/drawing/2014/main" id="{1FE7246E-B262-4301-922D-A853828C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8414" y="7935787"/>
            <a:ext cx="167965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#1</a:t>
            </a:r>
          </a:p>
        </p:txBody>
      </p:sp>
      <p:sp>
        <p:nvSpPr>
          <p:cNvPr id="519" name="text-377 tracked">
            <a:extLst xmlns:a="http://schemas.openxmlformats.org/drawingml/2006/main">
              <a:ext uri="{FF2B5EF4-FFF2-40B4-BE49-F238E27FC236}">
                <a16:creationId xmlns:a16="http://schemas.microsoft.com/office/drawing/2014/main" id="{83E9F519-D55E-4D24-9156-5E1FA132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336" y="7935658"/>
            <a:ext cx="444756" cy="199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tracked</a:t>
            </a:r>
          </a:p>
        </p:txBody>
      </p:sp>
      <p:sp>
        <p:nvSpPr>
          <p:cNvPr id="520" name="text-377 through">
            <a:extLst xmlns:a="http://schemas.openxmlformats.org/drawingml/2006/main">
              <a:ext uri="{FF2B5EF4-FFF2-40B4-BE49-F238E27FC236}">
                <a16:creationId xmlns:a16="http://schemas.microsoft.com/office/drawing/2014/main" id="{08ACFF5F-D9A8-4915-A1EA-6A74F6EF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1027" y="7935756"/>
            <a:ext cx="468461" cy="19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through</a:t>
            </a:r>
          </a:p>
        </p:txBody>
      </p:sp>
      <p:sp>
        <p:nvSpPr>
          <p:cNvPr id="521" name="text-377 occlusion">
            <a:extLst xmlns:a="http://schemas.openxmlformats.org/drawingml/2006/main">
              <a:ext uri="{FF2B5EF4-FFF2-40B4-BE49-F238E27FC236}">
                <a16:creationId xmlns:a16="http://schemas.microsoft.com/office/drawing/2014/main" id="{5EE8CE85-45DE-4F0B-9614-A84C3773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9440" y="7935737"/>
            <a:ext cx="571264" cy="199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occlusion</a:t>
            </a:r>
          </a:p>
        </p:txBody>
      </p:sp>
      <p:sp>
        <p:nvSpPr>
          <p:cNvPr id="522" name="text-377 via">
            <a:extLst xmlns:a="http://schemas.openxmlformats.org/drawingml/2006/main">
              <a:ext uri="{FF2B5EF4-FFF2-40B4-BE49-F238E27FC236}">
                <a16:creationId xmlns:a16="http://schemas.microsoft.com/office/drawing/2014/main" id="{29FBF8D6-21F5-4076-9D39-B060D368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0653" y="7935779"/>
            <a:ext cx="199512" cy="19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via</a:t>
            </a:r>
          </a:p>
        </p:txBody>
      </p:sp>
      <p:sp>
        <p:nvSpPr>
          <p:cNvPr id="523" name="text-378 [TRK]">
            <a:extLst xmlns:a="http://schemas.openxmlformats.org/drawingml/2006/main">
              <a:ext uri="{FF2B5EF4-FFF2-40B4-BE49-F238E27FC236}">
                <a16:creationId xmlns:a16="http://schemas.microsoft.com/office/drawing/2014/main" id="{7FA4432F-E574-49D5-AFA0-958E6DBC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205" y="7935768"/>
            <a:ext cx="397244" cy="199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[TRK]</a:t>
            </a:r>
          </a:p>
        </p:txBody>
      </p:sp>
      <p:sp>
        <p:nvSpPr>
          <p:cNvPr id="524" name="text-379 state;">
            <a:extLst xmlns:a="http://schemas.openxmlformats.org/drawingml/2006/main">
              <a:ext uri="{FF2B5EF4-FFF2-40B4-BE49-F238E27FC236}">
                <a16:creationId xmlns:a16="http://schemas.microsoft.com/office/drawing/2014/main" id="{B4FACA68-150E-413A-9118-751451E6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7450" y="7935693"/>
            <a:ext cx="326143" cy="199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state;</a:t>
            </a:r>
          </a:p>
        </p:txBody>
      </p:sp>
      <p:sp>
        <p:nvSpPr>
          <p:cNvPr id="525" name="text-380 continuous">
            <a:extLst xmlns:a="http://schemas.openxmlformats.org/drawingml/2006/main">
              <a:ext uri="{FF2B5EF4-FFF2-40B4-BE49-F238E27FC236}">
                <a16:creationId xmlns:a16="http://schemas.microsoft.com/office/drawing/2014/main" id="{ED52C967-6025-4A24-AACD-BB19F22A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4185" y="8106561"/>
            <a:ext cx="650376" cy="19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continuous</a:t>
            </a:r>
          </a:p>
        </p:txBody>
      </p:sp>
      <p:sp>
        <p:nvSpPr>
          <p:cNvPr id="526" name="text-380 trajectory">
            <a:extLst xmlns:a="http://schemas.openxmlformats.org/drawingml/2006/main">
              <a:ext uri="{FF2B5EF4-FFF2-40B4-BE49-F238E27FC236}">
                <a16:creationId xmlns:a16="http://schemas.microsoft.com/office/drawing/2014/main" id="{1BFB3C3B-D998-439F-A09D-C859785F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4475" y="8106492"/>
            <a:ext cx="571273" cy="19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527" name="text-380 1.0–2.0s,">
            <a:extLst xmlns:a="http://schemas.openxmlformats.org/drawingml/2006/main">
              <a:ext uri="{FF2B5EF4-FFF2-40B4-BE49-F238E27FC236}">
                <a16:creationId xmlns:a16="http://schemas.microsoft.com/office/drawing/2014/main" id="{376D68C0-553E-4AF7-975F-D7513CE4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5687" y="8106579"/>
            <a:ext cx="543580" cy="199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1.0–2.0s,</a:t>
            </a:r>
          </a:p>
        </p:txBody>
      </p:sp>
      <p:sp>
        <p:nvSpPr>
          <p:cNvPr id="528" name="text-380 re-emerges">
            <a:extLst xmlns:a="http://schemas.openxmlformats.org/drawingml/2006/main">
              <a:ext uri="{FF2B5EF4-FFF2-40B4-BE49-F238E27FC236}">
                <a16:creationId xmlns:a16="http://schemas.microsoft.com/office/drawing/2014/main" id="{873974DD-AAC0-4C6A-A216-E5F5CD5F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9223" y="8105872"/>
            <a:ext cx="658407" cy="200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re-emerges</a:t>
            </a:r>
          </a:p>
        </p:txBody>
      </p:sp>
      <p:sp>
        <p:nvSpPr>
          <p:cNvPr id="529" name="text-380 at">
            <a:extLst xmlns:a="http://schemas.openxmlformats.org/drawingml/2006/main">
              <a:ext uri="{FF2B5EF4-FFF2-40B4-BE49-F238E27FC236}">
                <a16:creationId xmlns:a16="http://schemas.microsoft.com/office/drawing/2014/main" id="{D58FD806-85A0-445E-89CD-9C11A482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421" y="8106448"/>
            <a:ext cx="128460" cy="19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530" name="text-381 (8.2,">
            <a:extLst xmlns:a="http://schemas.openxmlformats.org/drawingml/2006/main">
              <a:ext uri="{FF2B5EF4-FFF2-40B4-BE49-F238E27FC236}">
                <a16:creationId xmlns:a16="http://schemas.microsoft.com/office/drawing/2014/main" id="{E855788C-E799-470D-822F-2AF6B049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5804" y="8106540"/>
            <a:ext cx="286589" cy="199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(8.2,</a:t>
            </a:r>
          </a:p>
        </p:txBody>
      </p:sp>
      <p:sp>
        <p:nvSpPr>
          <p:cNvPr id="531" name="text-382 −1.3,">
            <a:extLst xmlns:a="http://schemas.openxmlformats.org/drawingml/2006/main">
              <a:ext uri="{FF2B5EF4-FFF2-40B4-BE49-F238E27FC236}">
                <a16:creationId xmlns:a16="http://schemas.microsoft.com/office/drawing/2014/main" id="{9FEA4648-F3CC-40C7-BF1F-23B8ED0A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4185" y="8277411"/>
            <a:ext cx="325325" cy="199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−1.3,</a:t>
            </a:r>
          </a:p>
        </p:txBody>
      </p:sp>
      <p:sp>
        <p:nvSpPr>
          <p:cNvPr id="532" name="text-382 0.0)">
            <a:extLst xmlns:a="http://schemas.openxmlformats.org/drawingml/2006/main">
              <a:ext uri="{FF2B5EF4-FFF2-40B4-BE49-F238E27FC236}">
                <a16:creationId xmlns:a16="http://schemas.microsoft.com/office/drawing/2014/main" id="{67D57DB7-C6DD-47AE-96E2-C263AA62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9471" y="8277397"/>
            <a:ext cx="250948" cy="19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0.0)</a:t>
            </a:r>
          </a:p>
        </p:txBody>
      </p:sp>
      <p:sp>
        <p:nvSpPr>
          <p:cNvPr id="533" name="text-383 at">
            <a:extLst xmlns:a="http://schemas.openxmlformats.org/drawingml/2006/main">
              <a:ext uri="{FF2B5EF4-FFF2-40B4-BE49-F238E27FC236}">
                <a16:creationId xmlns:a16="http://schemas.microsoft.com/office/drawing/2014/main" id="{63EE95D9-731D-4EFD-B3AD-B24D348A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0423" y="8277254"/>
            <a:ext cx="128460" cy="19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534" name="text-384 t=2.0s">
            <a:extLst xmlns:a="http://schemas.openxmlformats.org/drawingml/2006/main">
              <a:ext uri="{FF2B5EF4-FFF2-40B4-BE49-F238E27FC236}">
                <a16:creationId xmlns:a16="http://schemas.microsoft.com/office/drawing/2014/main" id="{7B0A6048-A8EF-4641-AE69-B68C9586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8807" y="8277252"/>
            <a:ext cx="379955" cy="19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t=2.0s</a:t>
            </a:r>
          </a:p>
        </p:txBody>
      </p:sp>
      <p:sp>
        <p:nvSpPr>
          <p:cNvPr id="535" name="text-385 .">
            <a:extLst xmlns:a="http://schemas.openxmlformats.org/drawingml/2006/main">
              <a:ext uri="{FF2B5EF4-FFF2-40B4-BE49-F238E27FC236}">
                <a16:creationId xmlns:a16="http://schemas.microsoft.com/office/drawing/2014/main" id="{0E62B4D1-8A7A-42ED-A633-4EC5A29B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3070" y="8277209"/>
            <a:ext cx="61245" cy="19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536" name="path-386">
            <a:extLst xmlns:a="http://schemas.openxmlformats.org/drawingml/2006/main">
              <a:ext uri="{FF2B5EF4-FFF2-40B4-BE49-F238E27FC236}">
                <a16:creationId xmlns:a16="http://schemas.microsoft.com/office/drawing/2014/main" id="{173CD582-5E18-4E75-9149-87E92B36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999" y="7245483"/>
            <a:ext cx="4615700" cy="1274713"/>
          </a:xfrm>
          <a:custGeom xmlns:a="http://schemas.openxmlformats.org/drawingml/2006/main">
            <a:pathLst>
              <a:path w="4615700" h="1274713">
                <a:moveTo>
                  <a:pt x="0" y="1169384"/>
                </a:moveTo>
                <a:lnTo>
                  <a:pt x="0" y="1074493"/>
                </a:lnTo>
                <a:lnTo>
                  <a:pt x="23723" y="1074493"/>
                </a:lnTo>
                <a:lnTo>
                  <a:pt x="23723" y="1169384"/>
                </a:lnTo>
                <a:lnTo>
                  <a:pt x="0" y="1169384"/>
                </a:lnTo>
                <a:moveTo>
                  <a:pt x="0" y="1003322"/>
                </a:moveTo>
                <a:lnTo>
                  <a:pt x="0" y="908431"/>
                </a:lnTo>
                <a:lnTo>
                  <a:pt x="23723" y="908431"/>
                </a:lnTo>
                <a:lnTo>
                  <a:pt x="23723" y="1003322"/>
                </a:lnTo>
                <a:lnTo>
                  <a:pt x="0" y="1003322"/>
                </a:lnTo>
                <a:moveTo>
                  <a:pt x="0" y="837263"/>
                </a:moveTo>
                <a:lnTo>
                  <a:pt x="0" y="742371"/>
                </a:lnTo>
                <a:lnTo>
                  <a:pt x="23723" y="742371"/>
                </a:lnTo>
                <a:lnTo>
                  <a:pt x="23723" y="837263"/>
                </a:lnTo>
                <a:lnTo>
                  <a:pt x="0" y="837263"/>
                </a:lnTo>
                <a:moveTo>
                  <a:pt x="0" y="671201"/>
                </a:moveTo>
                <a:lnTo>
                  <a:pt x="0" y="576309"/>
                </a:lnTo>
                <a:lnTo>
                  <a:pt x="23723" y="576309"/>
                </a:lnTo>
                <a:lnTo>
                  <a:pt x="23723" y="671201"/>
                </a:lnTo>
                <a:lnTo>
                  <a:pt x="0" y="671201"/>
                </a:lnTo>
                <a:moveTo>
                  <a:pt x="0" y="505141"/>
                </a:moveTo>
                <a:lnTo>
                  <a:pt x="0" y="410249"/>
                </a:lnTo>
                <a:lnTo>
                  <a:pt x="23723" y="410249"/>
                </a:lnTo>
                <a:lnTo>
                  <a:pt x="23723" y="505141"/>
                </a:lnTo>
                <a:lnTo>
                  <a:pt x="0" y="505141"/>
                </a:lnTo>
                <a:moveTo>
                  <a:pt x="0" y="339079"/>
                </a:moveTo>
                <a:lnTo>
                  <a:pt x="0" y="244188"/>
                </a:lnTo>
                <a:lnTo>
                  <a:pt x="23723" y="244188"/>
                </a:lnTo>
                <a:lnTo>
                  <a:pt x="23723" y="339079"/>
                </a:lnTo>
                <a:lnTo>
                  <a:pt x="0" y="339079"/>
                </a:lnTo>
                <a:moveTo>
                  <a:pt x="0" y="173019"/>
                </a:moveTo>
                <a:lnTo>
                  <a:pt x="0" y="105171"/>
                </a:lnTo>
                <a:lnTo>
                  <a:pt x="127" y="99921"/>
                </a:lnTo>
                <a:lnTo>
                  <a:pt x="538" y="94575"/>
                </a:lnTo>
                <a:lnTo>
                  <a:pt x="1202" y="89293"/>
                </a:lnTo>
                <a:lnTo>
                  <a:pt x="2136" y="84105"/>
                </a:lnTo>
                <a:lnTo>
                  <a:pt x="3306" y="79013"/>
                </a:lnTo>
                <a:lnTo>
                  <a:pt x="4366" y="75280"/>
                </a:lnTo>
                <a:lnTo>
                  <a:pt x="27187" y="81748"/>
                </a:lnTo>
                <a:lnTo>
                  <a:pt x="26223" y="85213"/>
                </a:lnTo>
                <a:lnTo>
                  <a:pt x="26365" y="84627"/>
                </a:lnTo>
                <a:lnTo>
                  <a:pt x="25321" y="89150"/>
                </a:lnTo>
                <a:lnTo>
                  <a:pt x="25432" y="88565"/>
                </a:lnTo>
                <a:lnTo>
                  <a:pt x="24610" y="93168"/>
                </a:lnTo>
                <a:lnTo>
                  <a:pt x="24704" y="92582"/>
                </a:lnTo>
                <a:lnTo>
                  <a:pt x="24119" y="97264"/>
                </a:lnTo>
                <a:lnTo>
                  <a:pt x="24167" y="96663"/>
                </a:lnTo>
                <a:lnTo>
                  <a:pt x="23819" y="101407"/>
                </a:lnTo>
                <a:lnTo>
                  <a:pt x="23835" y="100807"/>
                </a:lnTo>
                <a:lnTo>
                  <a:pt x="23723" y="105630"/>
                </a:lnTo>
                <a:lnTo>
                  <a:pt x="23723" y="105330"/>
                </a:lnTo>
                <a:lnTo>
                  <a:pt x="23723" y="173019"/>
                </a:lnTo>
                <a:lnTo>
                  <a:pt x="0" y="173019"/>
                </a:lnTo>
                <a:moveTo>
                  <a:pt x="53108" y="13870"/>
                </a:moveTo>
                <a:lnTo>
                  <a:pt x="55116" y="12715"/>
                </a:lnTo>
                <a:lnTo>
                  <a:pt x="59657" y="10390"/>
                </a:lnTo>
                <a:lnTo>
                  <a:pt x="64322" y="8271"/>
                </a:lnTo>
                <a:lnTo>
                  <a:pt x="69113" y="6389"/>
                </a:lnTo>
                <a:lnTo>
                  <a:pt x="74000" y="4728"/>
                </a:lnTo>
                <a:lnTo>
                  <a:pt x="79015" y="3305"/>
                </a:lnTo>
                <a:lnTo>
                  <a:pt x="84106" y="2135"/>
                </a:lnTo>
                <a:lnTo>
                  <a:pt x="89293" y="1202"/>
                </a:lnTo>
                <a:lnTo>
                  <a:pt x="94577" y="537"/>
                </a:lnTo>
                <a:lnTo>
                  <a:pt x="99907" y="126"/>
                </a:lnTo>
                <a:lnTo>
                  <a:pt x="105173" y="0"/>
                </a:lnTo>
                <a:lnTo>
                  <a:pt x="151764" y="0"/>
                </a:lnTo>
                <a:lnTo>
                  <a:pt x="151764" y="23723"/>
                </a:lnTo>
                <a:lnTo>
                  <a:pt x="105331" y="23723"/>
                </a:lnTo>
                <a:lnTo>
                  <a:pt x="105631" y="23723"/>
                </a:lnTo>
                <a:lnTo>
                  <a:pt x="100808" y="23833"/>
                </a:lnTo>
                <a:lnTo>
                  <a:pt x="101408" y="23817"/>
                </a:lnTo>
                <a:lnTo>
                  <a:pt x="96664" y="24165"/>
                </a:lnTo>
                <a:lnTo>
                  <a:pt x="97265" y="24118"/>
                </a:lnTo>
                <a:lnTo>
                  <a:pt x="92584" y="24703"/>
                </a:lnTo>
                <a:lnTo>
                  <a:pt x="93169" y="24608"/>
                </a:lnTo>
                <a:lnTo>
                  <a:pt x="88567" y="25431"/>
                </a:lnTo>
                <a:lnTo>
                  <a:pt x="89152" y="25320"/>
                </a:lnTo>
                <a:lnTo>
                  <a:pt x="84629" y="26364"/>
                </a:lnTo>
                <a:lnTo>
                  <a:pt x="85213" y="26222"/>
                </a:lnTo>
                <a:lnTo>
                  <a:pt x="80769" y="27471"/>
                </a:lnTo>
                <a:lnTo>
                  <a:pt x="81339" y="27297"/>
                </a:lnTo>
                <a:lnTo>
                  <a:pt x="76991" y="28768"/>
                </a:lnTo>
                <a:lnTo>
                  <a:pt x="77543" y="28562"/>
                </a:lnTo>
                <a:lnTo>
                  <a:pt x="73290" y="30238"/>
                </a:lnTo>
                <a:lnTo>
                  <a:pt x="73827" y="30017"/>
                </a:lnTo>
                <a:lnTo>
                  <a:pt x="69683" y="31884"/>
                </a:lnTo>
                <a:lnTo>
                  <a:pt x="70205" y="31631"/>
                </a:lnTo>
                <a:lnTo>
                  <a:pt x="66188" y="33702"/>
                </a:lnTo>
                <a:lnTo>
                  <a:pt x="66695" y="33417"/>
                </a:lnTo>
                <a:lnTo>
                  <a:pt x="64923" y="34430"/>
                </a:lnTo>
                <a:lnTo>
                  <a:pt x="53108" y="13870"/>
                </a:lnTo>
                <a:moveTo>
                  <a:pt x="222933" y="0"/>
                </a:moveTo>
                <a:lnTo>
                  <a:pt x="317825" y="0"/>
                </a:lnTo>
                <a:lnTo>
                  <a:pt x="317825" y="23723"/>
                </a:lnTo>
                <a:lnTo>
                  <a:pt x="222933" y="23723"/>
                </a:lnTo>
                <a:lnTo>
                  <a:pt x="222933" y="0"/>
                </a:lnTo>
                <a:moveTo>
                  <a:pt x="388994" y="0"/>
                </a:moveTo>
                <a:lnTo>
                  <a:pt x="483886" y="0"/>
                </a:lnTo>
                <a:lnTo>
                  <a:pt x="483886" y="23723"/>
                </a:lnTo>
                <a:lnTo>
                  <a:pt x="388994" y="23723"/>
                </a:lnTo>
                <a:lnTo>
                  <a:pt x="388994" y="0"/>
                </a:lnTo>
                <a:moveTo>
                  <a:pt x="555054" y="0"/>
                </a:moveTo>
                <a:lnTo>
                  <a:pt x="649946" y="0"/>
                </a:lnTo>
                <a:lnTo>
                  <a:pt x="649946" y="23723"/>
                </a:lnTo>
                <a:lnTo>
                  <a:pt x="555054" y="23723"/>
                </a:lnTo>
                <a:lnTo>
                  <a:pt x="555054" y="0"/>
                </a:lnTo>
                <a:moveTo>
                  <a:pt x="721115" y="0"/>
                </a:moveTo>
                <a:lnTo>
                  <a:pt x="816007" y="0"/>
                </a:lnTo>
                <a:lnTo>
                  <a:pt x="816007" y="23723"/>
                </a:lnTo>
                <a:lnTo>
                  <a:pt x="721115" y="23723"/>
                </a:lnTo>
                <a:lnTo>
                  <a:pt x="721115" y="0"/>
                </a:lnTo>
                <a:moveTo>
                  <a:pt x="887176" y="0"/>
                </a:moveTo>
                <a:lnTo>
                  <a:pt x="982068" y="0"/>
                </a:lnTo>
                <a:lnTo>
                  <a:pt x="982068" y="23723"/>
                </a:lnTo>
                <a:lnTo>
                  <a:pt x="887176" y="23723"/>
                </a:lnTo>
                <a:lnTo>
                  <a:pt x="887176" y="0"/>
                </a:lnTo>
                <a:moveTo>
                  <a:pt x="1053237" y="0"/>
                </a:moveTo>
                <a:lnTo>
                  <a:pt x="1148129" y="0"/>
                </a:lnTo>
                <a:lnTo>
                  <a:pt x="1148129" y="23723"/>
                </a:lnTo>
                <a:lnTo>
                  <a:pt x="1053237" y="23723"/>
                </a:lnTo>
                <a:lnTo>
                  <a:pt x="1053237" y="0"/>
                </a:lnTo>
                <a:moveTo>
                  <a:pt x="1219298" y="0"/>
                </a:moveTo>
                <a:lnTo>
                  <a:pt x="1314190" y="0"/>
                </a:lnTo>
                <a:lnTo>
                  <a:pt x="1314190" y="23723"/>
                </a:lnTo>
                <a:lnTo>
                  <a:pt x="1219298" y="23723"/>
                </a:lnTo>
                <a:lnTo>
                  <a:pt x="1219298" y="0"/>
                </a:lnTo>
                <a:moveTo>
                  <a:pt x="1385358" y="0"/>
                </a:moveTo>
                <a:lnTo>
                  <a:pt x="1480250" y="0"/>
                </a:lnTo>
                <a:lnTo>
                  <a:pt x="1480250" y="23723"/>
                </a:lnTo>
                <a:lnTo>
                  <a:pt x="1385358" y="23723"/>
                </a:lnTo>
                <a:lnTo>
                  <a:pt x="1385358" y="0"/>
                </a:lnTo>
                <a:moveTo>
                  <a:pt x="1551419" y="0"/>
                </a:moveTo>
                <a:lnTo>
                  <a:pt x="1646311" y="0"/>
                </a:lnTo>
                <a:lnTo>
                  <a:pt x="1646311" y="23723"/>
                </a:lnTo>
                <a:lnTo>
                  <a:pt x="1551419" y="23723"/>
                </a:lnTo>
                <a:lnTo>
                  <a:pt x="1551419" y="0"/>
                </a:lnTo>
                <a:moveTo>
                  <a:pt x="1717480" y="0"/>
                </a:moveTo>
                <a:lnTo>
                  <a:pt x="1812372" y="0"/>
                </a:lnTo>
                <a:lnTo>
                  <a:pt x="1812372" y="23723"/>
                </a:lnTo>
                <a:lnTo>
                  <a:pt x="1717480" y="23723"/>
                </a:lnTo>
                <a:lnTo>
                  <a:pt x="1717480" y="0"/>
                </a:lnTo>
                <a:moveTo>
                  <a:pt x="1883541" y="0"/>
                </a:moveTo>
                <a:lnTo>
                  <a:pt x="1978433" y="0"/>
                </a:lnTo>
                <a:lnTo>
                  <a:pt x="1978433" y="23723"/>
                </a:lnTo>
                <a:lnTo>
                  <a:pt x="1883541" y="23723"/>
                </a:lnTo>
                <a:lnTo>
                  <a:pt x="1883541" y="0"/>
                </a:lnTo>
                <a:moveTo>
                  <a:pt x="2049602" y="0"/>
                </a:moveTo>
                <a:lnTo>
                  <a:pt x="2144494" y="0"/>
                </a:lnTo>
                <a:lnTo>
                  <a:pt x="2144494" y="23723"/>
                </a:lnTo>
                <a:lnTo>
                  <a:pt x="2049602" y="23723"/>
                </a:lnTo>
                <a:lnTo>
                  <a:pt x="2049602" y="0"/>
                </a:lnTo>
                <a:moveTo>
                  <a:pt x="2215662" y="0"/>
                </a:moveTo>
                <a:lnTo>
                  <a:pt x="2310554" y="0"/>
                </a:lnTo>
                <a:lnTo>
                  <a:pt x="2310554" y="23723"/>
                </a:lnTo>
                <a:lnTo>
                  <a:pt x="2215662" y="23723"/>
                </a:lnTo>
                <a:lnTo>
                  <a:pt x="2215662" y="0"/>
                </a:lnTo>
                <a:moveTo>
                  <a:pt x="2381723" y="0"/>
                </a:moveTo>
                <a:lnTo>
                  <a:pt x="2476615" y="0"/>
                </a:lnTo>
                <a:lnTo>
                  <a:pt x="2476615" y="23723"/>
                </a:lnTo>
                <a:lnTo>
                  <a:pt x="2381723" y="23723"/>
                </a:lnTo>
                <a:lnTo>
                  <a:pt x="2381723" y="0"/>
                </a:lnTo>
                <a:moveTo>
                  <a:pt x="2547784" y="0"/>
                </a:moveTo>
                <a:lnTo>
                  <a:pt x="2642676" y="0"/>
                </a:lnTo>
                <a:lnTo>
                  <a:pt x="2642676" y="23723"/>
                </a:lnTo>
                <a:lnTo>
                  <a:pt x="2547784" y="23723"/>
                </a:lnTo>
                <a:lnTo>
                  <a:pt x="2547784" y="0"/>
                </a:lnTo>
                <a:moveTo>
                  <a:pt x="2713845" y="0"/>
                </a:moveTo>
                <a:lnTo>
                  <a:pt x="2808737" y="0"/>
                </a:lnTo>
                <a:lnTo>
                  <a:pt x="2808737" y="23723"/>
                </a:lnTo>
                <a:lnTo>
                  <a:pt x="2713845" y="23723"/>
                </a:lnTo>
                <a:lnTo>
                  <a:pt x="2713845" y="0"/>
                </a:lnTo>
                <a:moveTo>
                  <a:pt x="2879906" y="0"/>
                </a:moveTo>
                <a:lnTo>
                  <a:pt x="2974797" y="0"/>
                </a:lnTo>
                <a:lnTo>
                  <a:pt x="2974797" y="23723"/>
                </a:lnTo>
                <a:lnTo>
                  <a:pt x="2879906" y="23723"/>
                </a:lnTo>
                <a:lnTo>
                  <a:pt x="2879906" y="0"/>
                </a:lnTo>
                <a:moveTo>
                  <a:pt x="3045966" y="0"/>
                </a:moveTo>
                <a:lnTo>
                  <a:pt x="3140858" y="0"/>
                </a:lnTo>
                <a:lnTo>
                  <a:pt x="3140858" y="23723"/>
                </a:lnTo>
                <a:lnTo>
                  <a:pt x="3045966" y="23723"/>
                </a:lnTo>
                <a:lnTo>
                  <a:pt x="3045966" y="0"/>
                </a:lnTo>
                <a:moveTo>
                  <a:pt x="3212027" y="0"/>
                </a:moveTo>
                <a:lnTo>
                  <a:pt x="3306919" y="0"/>
                </a:lnTo>
                <a:lnTo>
                  <a:pt x="3306919" y="23723"/>
                </a:lnTo>
                <a:lnTo>
                  <a:pt x="3212027" y="23723"/>
                </a:lnTo>
                <a:lnTo>
                  <a:pt x="3212027" y="0"/>
                </a:lnTo>
                <a:moveTo>
                  <a:pt x="3378088" y="0"/>
                </a:moveTo>
                <a:lnTo>
                  <a:pt x="3472980" y="0"/>
                </a:lnTo>
                <a:lnTo>
                  <a:pt x="3472980" y="23723"/>
                </a:lnTo>
                <a:lnTo>
                  <a:pt x="3378088" y="23723"/>
                </a:lnTo>
                <a:lnTo>
                  <a:pt x="3378088" y="0"/>
                </a:lnTo>
                <a:moveTo>
                  <a:pt x="3544149" y="0"/>
                </a:moveTo>
                <a:lnTo>
                  <a:pt x="3639041" y="0"/>
                </a:lnTo>
                <a:lnTo>
                  <a:pt x="3639041" y="23723"/>
                </a:lnTo>
                <a:lnTo>
                  <a:pt x="3544149" y="23723"/>
                </a:lnTo>
                <a:lnTo>
                  <a:pt x="3544149" y="0"/>
                </a:lnTo>
                <a:moveTo>
                  <a:pt x="3710210" y="0"/>
                </a:moveTo>
                <a:lnTo>
                  <a:pt x="3805101" y="0"/>
                </a:lnTo>
                <a:lnTo>
                  <a:pt x="3805101" y="23723"/>
                </a:lnTo>
                <a:lnTo>
                  <a:pt x="3710210" y="23723"/>
                </a:lnTo>
                <a:lnTo>
                  <a:pt x="3710210" y="0"/>
                </a:lnTo>
                <a:moveTo>
                  <a:pt x="3876270" y="0"/>
                </a:moveTo>
                <a:lnTo>
                  <a:pt x="3971162" y="0"/>
                </a:lnTo>
                <a:lnTo>
                  <a:pt x="3971162" y="23723"/>
                </a:lnTo>
                <a:lnTo>
                  <a:pt x="3876270" y="23723"/>
                </a:lnTo>
                <a:lnTo>
                  <a:pt x="3876270" y="0"/>
                </a:lnTo>
                <a:moveTo>
                  <a:pt x="4042331" y="0"/>
                </a:moveTo>
                <a:lnTo>
                  <a:pt x="4137223" y="0"/>
                </a:lnTo>
                <a:lnTo>
                  <a:pt x="4137223" y="23723"/>
                </a:lnTo>
                <a:lnTo>
                  <a:pt x="4042331" y="23723"/>
                </a:lnTo>
                <a:lnTo>
                  <a:pt x="4042331" y="0"/>
                </a:lnTo>
                <a:moveTo>
                  <a:pt x="4208392" y="0"/>
                </a:moveTo>
                <a:lnTo>
                  <a:pt x="4303284" y="0"/>
                </a:lnTo>
                <a:lnTo>
                  <a:pt x="4303284" y="23723"/>
                </a:lnTo>
                <a:lnTo>
                  <a:pt x="4208392" y="23723"/>
                </a:lnTo>
                <a:lnTo>
                  <a:pt x="4208392" y="0"/>
                </a:lnTo>
                <a:moveTo>
                  <a:pt x="4374453" y="0"/>
                </a:moveTo>
                <a:lnTo>
                  <a:pt x="4469345" y="0"/>
                </a:lnTo>
                <a:lnTo>
                  <a:pt x="4469345" y="23723"/>
                </a:lnTo>
                <a:lnTo>
                  <a:pt x="4374453" y="23723"/>
                </a:lnTo>
                <a:lnTo>
                  <a:pt x="4374453" y="0"/>
                </a:lnTo>
                <a:moveTo>
                  <a:pt x="4543788" y="5440"/>
                </a:moveTo>
                <a:lnTo>
                  <a:pt x="4546586" y="6389"/>
                </a:lnTo>
                <a:lnTo>
                  <a:pt x="4551378" y="8271"/>
                </a:lnTo>
                <a:lnTo>
                  <a:pt x="4556044" y="10390"/>
                </a:lnTo>
                <a:lnTo>
                  <a:pt x="4560582" y="12715"/>
                </a:lnTo>
                <a:lnTo>
                  <a:pt x="4564995" y="15246"/>
                </a:lnTo>
                <a:lnTo>
                  <a:pt x="4569265" y="17998"/>
                </a:lnTo>
                <a:lnTo>
                  <a:pt x="4573393" y="20923"/>
                </a:lnTo>
                <a:lnTo>
                  <a:pt x="4577379" y="24055"/>
                </a:lnTo>
                <a:lnTo>
                  <a:pt x="4581190" y="27360"/>
                </a:lnTo>
                <a:lnTo>
                  <a:pt x="4584860" y="30839"/>
                </a:lnTo>
                <a:lnTo>
                  <a:pt x="4588339" y="34508"/>
                </a:lnTo>
                <a:lnTo>
                  <a:pt x="4591644" y="38320"/>
                </a:lnTo>
                <a:lnTo>
                  <a:pt x="4594775" y="42306"/>
                </a:lnTo>
                <a:lnTo>
                  <a:pt x="4597702" y="46433"/>
                </a:lnTo>
                <a:lnTo>
                  <a:pt x="4600453" y="50703"/>
                </a:lnTo>
                <a:lnTo>
                  <a:pt x="4602984" y="55116"/>
                </a:lnTo>
                <a:lnTo>
                  <a:pt x="4605308" y="59654"/>
                </a:lnTo>
                <a:lnTo>
                  <a:pt x="4607428" y="64320"/>
                </a:lnTo>
                <a:lnTo>
                  <a:pt x="4609309" y="69113"/>
                </a:lnTo>
                <a:lnTo>
                  <a:pt x="4610971" y="74000"/>
                </a:lnTo>
                <a:lnTo>
                  <a:pt x="4612378" y="79013"/>
                </a:lnTo>
                <a:lnTo>
                  <a:pt x="4612852" y="81069"/>
                </a:lnTo>
                <a:lnTo>
                  <a:pt x="4589745" y="86399"/>
                </a:lnTo>
                <a:lnTo>
                  <a:pt x="4589335" y="84627"/>
                </a:lnTo>
                <a:lnTo>
                  <a:pt x="4589477" y="85213"/>
                </a:lnTo>
                <a:lnTo>
                  <a:pt x="4588228" y="80768"/>
                </a:lnTo>
                <a:lnTo>
                  <a:pt x="4588402" y="81337"/>
                </a:lnTo>
                <a:lnTo>
                  <a:pt x="4586930" y="76988"/>
                </a:lnTo>
                <a:lnTo>
                  <a:pt x="4587136" y="77542"/>
                </a:lnTo>
                <a:lnTo>
                  <a:pt x="4585460" y="73288"/>
                </a:lnTo>
                <a:lnTo>
                  <a:pt x="4585682" y="73826"/>
                </a:lnTo>
                <a:lnTo>
                  <a:pt x="4583816" y="69697"/>
                </a:lnTo>
                <a:lnTo>
                  <a:pt x="4584069" y="70204"/>
                </a:lnTo>
                <a:lnTo>
                  <a:pt x="4581996" y="66187"/>
                </a:lnTo>
                <a:lnTo>
                  <a:pt x="4582281" y="66692"/>
                </a:lnTo>
                <a:lnTo>
                  <a:pt x="4580019" y="62771"/>
                </a:lnTo>
                <a:lnTo>
                  <a:pt x="4580320" y="63261"/>
                </a:lnTo>
                <a:lnTo>
                  <a:pt x="4577885" y="59465"/>
                </a:lnTo>
                <a:lnTo>
                  <a:pt x="4578201" y="59939"/>
                </a:lnTo>
                <a:lnTo>
                  <a:pt x="4575607" y="56270"/>
                </a:lnTo>
                <a:lnTo>
                  <a:pt x="4575939" y="56729"/>
                </a:lnTo>
                <a:lnTo>
                  <a:pt x="4573172" y="53202"/>
                </a:lnTo>
                <a:lnTo>
                  <a:pt x="4573536" y="53646"/>
                </a:lnTo>
                <a:lnTo>
                  <a:pt x="4570593" y="50245"/>
                </a:lnTo>
                <a:lnTo>
                  <a:pt x="4570973" y="50672"/>
                </a:lnTo>
                <a:lnTo>
                  <a:pt x="4567874" y="47414"/>
                </a:lnTo>
                <a:lnTo>
                  <a:pt x="4568284" y="47825"/>
                </a:lnTo>
                <a:lnTo>
                  <a:pt x="4565026" y="44726"/>
                </a:lnTo>
                <a:lnTo>
                  <a:pt x="4565454" y="45105"/>
                </a:lnTo>
                <a:lnTo>
                  <a:pt x="4562053" y="42163"/>
                </a:lnTo>
                <a:lnTo>
                  <a:pt x="4562497" y="42527"/>
                </a:lnTo>
                <a:lnTo>
                  <a:pt x="4558969" y="39759"/>
                </a:lnTo>
                <a:lnTo>
                  <a:pt x="4559428" y="40091"/>
                </a:lnTo>
                <a:lnTo>
                  <a:pt x="4555759" y="37482"/>
                </a:lnTo>
                <a:lnTo>
                  <a:pt x="4556234" y="37814"/>
                </a:lnTo>
                <a:lnTo>
                  <a:pt x="4552438" y="35379"/>
                </a:lnTo>
                <a:lnTo>
                  <a:pt x="4552929" y="35679"/>
                </a:lnTo>
                <a:lnTo>
                  <a:pt x="4549006" y="33417"/>
                </a:lnTo>
                <a:lnTo>
                  <a:pt x="4549513" y="33702"/>
                </a:lnTo>
                <a:lnTo>
                  <a:pt x="4545495" y="31631"/>
                </a:lnTo>
                <a:lnTo>
                  <a:pt x="4546000" y="31884"/>
                </a:lnTo>
                <a:lnTo>
                  <a:pt x="4541873" y="30017"/>
                </a:lnTo>
                <a:lnTo>
                  <a:pt x="4542411" y="30238"/>
                </a:lnTo>
                <a:lnTo>
                  <a:pt x="4538157" y="28562"/>
                </a:lnTo>
                <a:lnTo>
                  <a:pt x="4538710" y="28768"/>
                </a:lnTo>
                <a:lnTo>
                  <a:pt x="4536180" y="27913"/>
                </a:lnTo>
                <a:lnTo>
                  <a:pt x="4543788" y="5440"/>
                </a:lnTo>
                <a:moveTo>
                  <a:pt x="4615700" y="154705"/>
                </a:moveTo>
                <a:lnTo>
                  <a:pt x="4615700" y="249597"/>
                </a:lnTo>
                <a:lnTo>
                  <a:pt x="4591977" y="249597"/>
                </a:lnTo>
                <a:lnTo>
                  <a:pt x="4591977" y="154705"/>
                </a:lnTo>
                <a:lnTo>
                  <a:pt x="4615700" y="154705"/>
                </a:lnTo>
                <a:moveTo>
                  <a:pt x="4615700" y="320766"/>
                </a:moveTo>
                <a:lnTo>
                  <a:pt x="4615700" y="415658"/>
                </a:lnTo>
                <a:lnTo>
                  <a:pt x="4591977" y="415658"/>
                </a:lnTo>
                <a:lnTo>
                  <a:pt x="4591977" y="320766"/>
                </a:lnTo>
                <a:lnTo>
                  <a:pt x="4615700" y="320766"/>
                </a:lnTo>
                <a:moveTo>
                  <a:pt x="4615700" y="486826"/>
                </a:moveTo>
                <a:lnTo>
                  <a:pt x="4615700" y="581718"/>
                </a:lnTo>
                <a:lnTo>
                  <a:pt x="4591977" y="581718"/>
                </a:lnTo>
                <a:lnTo>
                  <a:pt x="4591977" y="486826"/>
                </a:lnTo>
                <a:lnTo>
                  <a:pt x="4615700" y="486826"/>
                </a:lnTo>
                <a:moveTo>
                  <a:pt x="4615700" y="652887"/>
                </a:moveTo>
                <a:lnTo>
                  <a:pt x="4615700" y="747779"/>
                </a:lnTo>
                <a:lnTo>
                  <a:pt x="4591977" y="747779"/>
                </a:lnTo>
                <a:lnTo>
                  <a:pt x="4591977" y="652887"/>
                </a:lnTo>
                <a:lnTo>
                  <a:pt x="4615700" y="652887"/>
                </a:lnTo>
                <a:moveTo>
                  <a:pt x="4615700" y="818948"/>
                </a:moveTo>
                <a:lnTo>
                  <a:pt x="4615700" y="913840"/>
                </a:lnTo>
                <a:lnTo>
                  <a:pt x="4591977" y="913840"/>
                </a:lnTo>
                <a:lnTo>
                  <a:pt x="4591977" y="818948"/>
                </a:lnTo>
                <a:lnTo>
                  <a:pt x="4615700" y="818948"/>
                </a:lnTo>
                <a:moveTo>
                  <a:pt x="4615700" y="985008"/>
                </a:moveTo>
                <a:lnTo>
                  <a:pt x="4615700" y="1079900"/>
                </a:lnTo>
                <a:lnTo>
                  <a:pt x="4591977" y="1079900"/>
                </a:lnTo>
                <a:lnTo>
                  <a:pt x="4591977" y="985008"/>
                </a:lnTo>
                <a:lnTo>
                  <a:pt x="4615700" y="985008"/>
                </a:lnTo>
                <a:moveTo>
                  <a:pt x="4615700" y="1151069"/>
                </a:moveTo>
                <a:lnTo>
                  <a:pt x="4615700" y="1169543"/>
                </a:lnTo>
                <a:lnTo>
                  <a:pt x="4615573" y="1174792"/>
                </a:lnTo>
                <a:lnTo>
                  <a:pt x="4615161" y="1180138"/>
                </a:lnTo>
                <a:lnTo>
                  <a:pt x="4614481" y="1185421"/>
                </a:lnTo>
                <a:lnTo>
                  <a:pt x="4613564" y="1190608"/>
                </a:lnTo>
                <a:lnTo>
                  <a:pt x="4612378" y="1195700"/>
                </a:lnTo>
                <a:lnTo>
                  <a:pt x="4610971" y="1200714"/>
                </a:lnTo>
                <a:lnTo>
                  <a:pt x="4609309" y="1205601"/>
                </a:lnTo>
                <a:lnTo>
                  <a:pt x="4607428" y="1210394"/>
                </a:lnTo>
                <a:lnTo>
                  <a:pt x="4605308" y="1215058"/>
                </a:lnTo>
                <a:lnTo>
                  <a:pt x="4602984" y="1219598"/>
                </a:lnTo>
                <a:lnTo>
                  <a:pt x="4600453" y="1224009"/>
                </a:lnTo>
                <a:lnTo>
                  <a:pt x="4597702" y="1228295"/>
                </a:lnTo>
                <a:lnTo>
                  <a:pt x="4594775" y="1232424"/>
                </a:lnTo>
                <a:lnTo>
                  <a:pt x="4591644" y="1236393"/>
                </a:lnTo>
                <a:lnTo>
                  <a:pt x="4588339" y="1240205"/>
                </a:lnTo>
                <a:lnTo>
                  <a:pt x="4584860" y="1243874"/>
                </a:lnTo>
                <a:lnTo>
                  <a:pt x="4582360" y="1246246"/>
                </a:lnTo>
                <a:lnTo>
                  <a:pt x="4565992" y="1229071"/>
                </a:lnTo>
                <a:lnTo>
                  <a:pt x="4568284" y="1226888"/>
                </a:lnTo>
                <a:lnTo>
                  <a:pt x="4567874" y="1227300"/>
                </a:lnTo>
                <a:lnTo>
                  <a:pt x="4570973" y="1224042"/>
                </a:lnTo>
                <a:lnTo>
                  <a:pt x="4570593" y="1224468"/>
                </a:lnTo>
                <a:lnTo>
                  <a:pt x="4573536" y="1221067"/>
                </a:lnTo>
                <a:lnTo>
                  <a:pt x="4573172" y="1221511"/>
                </a:lnTo>
                <a:lnTo>
                  <a:pt x="4575939" y="1217984"/>
                </a:lnTo>
                <a:lnTo>
                  <a:pt x="4575607" y="1218443"/>
                </a:lnTo>
                <a:lnTo>
                  <a:pt x="4578201" y="1214774"/>
                </a:lnTo>
                <a:lnTo>
                  <a:pt x="4577885" y="1215248"/>
                </a:lnTo>
                <a:lnTo>
                  <a:pt x="4580320" y="1211452"/>
                </a:lnTo>
                <a:lnTo>
                  <a:pt x="4580019" y="1211942"/>
                </a:lnTo>
                <a:lnTo>
                  <a:pt x="4582281" y="1208020"/>
                </a:lnTo>
                <a:lnTo>
                  <a:pt x="4581996" y="1208526"/>
                </a:lnTo>
                <a:lnTo>
                  <a:pt x="4584069" y="1204510"/>
                </a:lnTo>
                <a:lnTo>
                  <a:pt x="4583816" y="1205031"/>
                </a:lnTo>
                <a:lnTo>
                  <a:pt x="4585682" y="1200887"/>
                </a:lnTo>
                <a:lnTo>
                  <a:pt x="4585460" y="1201426"/>
                </a:lnTo>
                <a:lnTo>
                  <a:pt x="4587136" y="1197171"/>
                </a:lnTo>
                <a:lnTo>
                  <a:pt x="4586930" y="1197725"/>
                </a:lnTo>
                <a:lnTo>
                  <a:pt x="4588402" y="1193376"/>
                </a:lnTo>
                <a:lnTo>
                  <a:pt x="4588228" y="1193945"/>
                </a:lnTo>
                <a:lnTo>
                  <a:pt x="4589477" y="1189501"/>
                </a:lnTo>
                <a:lnTo>
                  <a:pt x="4589335" y="1190085"/>
                </a:lnTo>
                <a:lnTo>
                  <a:pt x="4590379" y="1185563"/>
                </a:lnTo>
                <a:lnTo>
                  <a:pt x="4590267" y="1186149"/>
                </a:lnTo>
                <a:lnTo>
                  <a:pt x="4591091" y="1181545"/>
                </a:lnTo>
                <a:lnTo>
                  <a:pt x="4590995" y="1182130"/>
                </a:lnTo>
                <a:lnTo>
                  <a:pt x="4591580" y="1177449"/>
                </a:lnTo>
                <a:lnTo>
                  <a:pt x="4591534" y="1178050"/>
                </a:lnTo>
                <a:lnTo>
                  <a:pt x="4591881" y="1173305"/>
                </a:lnTo>
                <a:lnTo>
                  <a:pt x="4591865" y="1173907"/>
                </a:lnTo>
                <a:lnTo>
                  <a:pt x="4591977" y="1169083"/>
                </a:lnTo>
                <a:lnTo>
                  <a:pt x="4591977" y="1169384"/>
                </a:lnTo>
                <a:lnTo>
                  <a:pt x="4591977" y="1151069"/>
                </a:lnTo>
                <a:lnTo>
                  <a:pt x="4615700" y="1151069"/>
                </a:lnTo>
                <a:moveTo>
                  <a:pt x="4509451" y="1274713"/>
                </a:moveTo>
                <a:lnTo>
                  <a:pt x="4414560" y="1274713"/>
                </a:lnTo>
                <a:lnTo>
                  <a:pt x="4414560" y="1250991"/>
                </a:lnTo>
                <a:lnTo>
                  <a:pt x="4509451" y="1250991"/>
                </a:lnTo>
                <a:lnTo>
                  <a:pt x="4509451" y="1274713"/>
                </a:lnTo>
                <a:moveTo>
                  <a:pt x="4343391" y="1274713"/>
                </a:moveTo>
                <a:lnTo>
                  <a:pt x="4248499" y="1274713"/>
                </a:lnTo>
                <a:lnTo>
                  <a:pt x="4248499" y="1250991"/>
                </a:lnTo>
                <a:lnTo>
                  <a:pt x="4343391" y="1250991"/>
                </a:lnTo>
                <a:lnTo>
                  <a:pt x="4343391" y="1274713"/>
                </a:lnTo>
                <a:moveTo>
                  <a:pt x="4177330" y="1274713"/>
                </a:moveTo>
                <a:lnTo>
                  <a:pt x="4082438" y="1274713"/>
                </a:lnTo>
                <a:lnTo>
                  <a:pt x="4082438" y="1250991"/>
                </a:lnTo>
                <a:lnTo>
                  <a:pt x="4177330" y="1250991"/>
                </a:lnTo>
                <a:lnTo>
                  <a:pt x="4177330" y="1274713"/>
                </a:lnTo>
                <a:moveTo>
                  <a:pt x="4011269" y="1274713"/>
                </a:moveTo>
                <a:lnTo>
                  <a:pt x="3916377" y="1274713"/>
                </a:lnTo>
                <a:lnTo>
                  <a:pt x="3916377" y="1250991"/>
                </a:lnTo>
                <a:lnTo>
                  <a:pt x="4011269" y="1250991"/>
                </a:lnTo>
                <a:lnTo>
                  <a:pt x="4011269" y="1274713"/>
                </a:lnTo>
                <a:moveTo>
                  <a:pt x="3845209" y="1274713"/>
                </a:moveTo>
                <a:lnTo>
                  <a:pt x="3750318" y="1274713"/>
                </a:lnTo>
                <a:lnTo>
                  <a:pt x="3750318" y="1250991"/>
                </a:lnTo>
                <a:lnTo>
                  <a:pt x="3845209" y="1250991"/>
                </a:lnTo>
                <a:lnTo>
                  <a:pt x="3845209" y="1274713"/>
                </a:lnTo>
                <a:moveTo>
                  <a:pt x="3679149" y="1274713"/>
                </a:moveTo>
                <a:lnTo>
                  <a:pt x="3584257" y="1274713"/>
                </a:lnTo>
                <a:lnTo>
                  <a:pt x="3584257" y="1250991"/>
                </a:lnTo>
                <a:lnTo>
                  <a:pt x="3679149" y="1250991"/>
                </a:lnTo>
                <a:lnTo>
                  <a:pt x="3679149" y="1274713"/>
                </a:lnTo>
                <a:moveTo>
                  <a:pt x="3513088" y="1274713"/>
                </a:moveTo>
                <a:lnTo>
                  <a:pt x="3418196" y="1274713"/>
                </a:lnTo>
                <a:lnTo>
                  <a:pt x="3418196" y="1250991"/>
                </a:lnTo>
                <a:lnTo>
                  <a:pt x="3513088" y="1250991"/>
                </a:lnTo>
                <a:lnTo>
                  <a:pt x="3513088" y="1274713"/>
                </a:lnTo>
                <a:moveTo>
                  <a:pt x="3347027" y="1274713"/>
                </a:moveTo>
                <a:lnTo>
                  <a:pt x="3252135" y="1274713"/>
                </a:lnTo>
                <a:lnTo>
                  <a:pt x="3252135" y="1250991"/>
                </a:lnTo>
                <a:lnTo>
                  <a:pt x="3347027" y="1250991"/>
                </a:lnTo>
                <a:lnTo>
                  <a:pt x="3347027" y="1274713"/>
                </a:lnTo>
                <a:moveTo>
                  <a:pt x="3180966" y="1274713"/>
                </a:moveTo>
                <a:lnTo>
                  <a:pt x="3086074" y="1274713"/>
                </a:lnTo>
                <a:lnTo>
                  <a:pt x="3086074" y="1250991"/>
                </a:lnTo>
                <a:lnTo>
                  <a:pt x="3180966" y="1250991"/>
                </a:lnTo>
                <a:lnTo>
                  <a:pt x="3180966" y="1274713"/>
                </a:lnTo>
                <a:moveTo>
                  <a:pt x="3014906" y="1274713"/>
                </a:moveTo>
                <a:lnTo>
                  <a:pt x="2920014" y="1274713"/>
                </a:lnTo>
                <a:lnTo>
                  <a:pt x="2920014" y="1250991"/>
                </a:lnTo>
                <a:lnTo>
                  <a:pt x="3014906" y="1250991"/>
                </a:lnTo>
                <a:lnTo>
                  <a:pt x="3014906" y="1274713"/>
                </a:lnTo>
                <a:moveTo>
                  <a:pt x="2848845" y="1274713"/>
                </a:moveTo>
                <a:lnTo>
                  <a:pt x="2753953" y="1274713"/>
                </a:lnTo>
                <a:lnTo>
                  <a:pt x="2753953" y="1250991"/>
                </a:lnTo>
                <a:lnTo>
                  <a:pt x="2848845" y="1250991"/>
                </a:lnTo>
                <a:lnTo>
                  <a:pt x="2848845" y="1274713"/>
                </a:lnTo>
                <a:moveTo>
                  <a:pt x="2682784" y="1274713"/>
                </a:moveTo>
                <a:lnTo>
                  <a:pt x="2587892" y="1274713"/>
                </a:lnTo>
                <a:lnTo>
                  <a:pt x="2587892" y="1250991"/>
                </a:lnTo>
                <a:lnTo>
                  <a:pt x="2682784" y="1250991"/>
                </a:lnTo>
                <a:lnTo>
                  <a:pt x="2682784" y="1274713"/>
                </a:lnTo>
                <a:moveTo>
                  <a:pt x="2516723" y="1274713"/>
                </a:moveTo>
                <a:lnTo>
                  <a:pt x="2421831" y="1274713"/>
                </a:lnTo>
                <a:lnTo>
                  <a:pt x="2421831" y="1250991"/>
                </a:lnTo>
                <a:lnTo>
                  <a:pt x="2516723" y="1250991"/>
                </a:lnTo>
                <a:lnTo>
                  <a:pt x="2516723" y="1274713"/>
                </a:lnTo>
                <a:moveTo>
                  <a:pt x="2350662" y="1274713"/>
                </a:moveTo>
                <a:lnTo>
                  <a:pt x="2255770" y="1274713"/>
                </a:lnTo>
                <a:lnTo>
                  <a:pt x="2255770" y="1250991"/>
                </a:lnTo>
                <a:lnTo>
                  <a:pt x="2350662" y="1250991"/>
                </a:lnTo>
                <a:lnTo>
                  <a:pt x="2350662" y="1274713"/>
                </a:lnTo>
                <a:moveTo>
                  <a:pt x="2184602" y="1274713"/>
                </a:moveTo>
                <a:lnTo>
                  <a:pt x="2089710" y="1274713"/>
                </a:lnTo>
                <a:lnTo>
                  <a:pt x="2089710" y="1250991"/>
                </a:lnTo>
                <a:lnTo>
                  <a:pt x="2184602" y="1250991"/>
                </a:lnTo>
                <a:lnTo>
                  <a:pt x="2184602" y="1274713"/>
                </a:lnTo>
                <a:moveTo>
                  <a:pt x="2018541" y="1274713"/>
                </a:moveTo>
                <a:lnTo>
                  <a:pt x="1923649" y="1274713"/>
                </a:lnTo>
                <a:lnTo>
                  <a:pt x="1923649" y="1250991"/>
                </a:lnTo>
                <a:lnTo>
                  <a:pt x="2018541" y="1250991"/>
                </a:lnTo>
                <a:lnTo>
                  <a:pt x="2018541" y="1274713"/>
                </a:lnTo>
                <a:moveTo>
                  <a:pt x="1852480" y="1274713"/>
                </a:moveTo>
                <a:lnTo>
                  <a:pt x="1757588" y="1274713"/>
                </a:lnTo>
                <a:lnTo>
                  <a:pt x="1757588" y="1250991"/>
                </a:lnTo>
                <a:lnTo>
                  <a:pt x="1852480" y="1250991"/>
                </a:lnTo>
                <a:lnTo>
                  <a:pt x="1852480" y="1274713"/>
                </a:lnTo>
                <a:moveTo>
                  <a:pt x="1686419" y="1274713"/>
                </a:moveTo>
                <a:lnTo>
                  <a:pt x="1591527" y="1274713"/>
                </a:lnTo>
                <a:lnTo>
                  <a:pt x="1591527" y="1250991"/>
                </a:lnTo>
                <a:lnTo>
                  <a:pt x="1686419" y="1250991"/>
                </a:lnTo>
                <a:lnTo>
                  <a:pt x="1686419" y="1274713"/>
                </a:lnTo>
                <a:moveTo>
                  <a:pt x="1520358" y="1274713"/>
                </a:moveTo>
                <a:lnTo>
                  <a:pt x="1425466" y="1274713"/>
                </a:lnTo>
                <a:lnTo>
                  <a:pt x="1425466" y="1250991"/>
                </a:lnTo>
                <a:lnTo>
                  <a:pt x="1520358" y="1250991"/>
                </a:lnTo>
                <a:lnTo>
                  <a:pt x="1520358" y="1274713"/>
                </a:lnTo>
                <a:moveTo>
                  <a:pt x="1354298" y="1274713"/>
                </a:moveTo>
                <a:lnTo>
                  <a:pt x="1259406" y="1274713"/>
                </a:lnTo>
                <a:lnTo>
                  <a:pt x="1259406" y="1250991"/>
                </a:lnTo>
                <a:lnTo>
                  <a:pt x="1354298" y="1250991"/>
                </a:lnTo>
                <a:lnTo>
                  <a:pt x="1354298" y="1274713"/>
                </a:lnTo>
                <a:moveTo>
                  <a:pt x="1188237" y="1274713"/>
                </a:moveTo>
                <a:lnTo>
                  <a:pt x="1093345" y="1274713"/>
                </a:lnTo>
                <a:lnTo>
                  <a:pt x="1093345" y="1250991"/>
                </a:lnTo>
                <a:lnTo>
                  <a:pt x="1188237" y="1250991"/>
                </a:lnTo>
                <a:lnTo>
                  <a:pt x="1188237" y="1274713"/>
                </a:lnTo>
                <a:moveTo>
                  <a:pt x="1022176" y="1274713"/>
                </a:moveTo>
                <a:lnTo>
                  <a:pt x="927284" y="1274713"/>
                </a:lnTo>
                <a:lnTo>
                  <a:pt x="927284" y="1250991"/>
                </a:lnTo>
                <a:lnTo>
                  <a:pt x="1022176" y="1250991"/>
                </a:lnTo>
                <a:lnTo>
                  <a:pt x="1022176" y="1274713"/>
                </a:lnTo>
                <a:moveTo>
                  <a:pt x="856115" y="1274713"/>
                </a:moveTo>
                <a:lnTo>
                  <a:pt x="761223" y="1274713"/>
                </a:lnTo>
                <a:lnTo>
                  <a:pt x="761223" y="1250991"/>
                </a:lnTo>
                <a:lnTo>
                  <a:pt x="856115" y="1250991"/>
                </a:lnTo>
                <a:lnTo>
                  <a:pt x="856115" y="1274713"/>
                </a:lnTo>
                <a:moveTo>
                  <a:pt x="690054" y="1274713"/>
                </a:moveTo>
                <a:lnTo>
                  <a:pt x="595163" y="1274713"/>
                </a:lnTo>
                <a:lnTo>
                  <a:pt x="595163" y="1250991"/>
                </a:lnTo>
                <a:lnTo>
                  <a:pt x="690054" y="1250991"/>
                </a:lnTo>
                <a:lnTo>
                  <a:pt x="690054" y="1274713"/>
                </a:lnTo>
                <a:moveTo>
                  <a:pt x="523994" y="1274713"/>
                </a:moveTo>
                <a:lnTo>
                  <a:pt x="429102" y="1274713"/>
                </a:lnTo>
                <a:lnTo>
                  <a:pt x="429102" y="1250991"/>
                </a:lnTo>
                <a:lnTo>
                  <a:pt x="523994" y="1250991"/>
                </a:lnTo>
                <a:lnTo>
                  <a:pt x="523994" y="1274713"/>
                </a:lnTo>
                <a:moveTo>
                  <a:pt x="357933" y="1274713"/>
                </a:moveTo>
                <a:lnTo>
                  <a:pt x="263041" y="1274713"/>
                </a:lnTo>
                <a:lnTo>
                  <a:pt x="263041" y="1250991"/>
                </a:lnTo>
                <a:lnTo>
                  <a:pt x="357933" y="1250991"/>
                </a:lnTo>
                <a:lnTo>
                  <a:pt x="357933" y="1274713"/>
                </a:lnTo>
                <a:moveTo>
                  <a:pt x="191872" y="1274713"/>
                </a:moveTo>
                <a:lnTo>
                  <a:pt x="105173" y="1274713"/>
                </a:lnTo>
                <a:lnTo>
                  <a:pt x="99907" y="1274587"/>
                </a:lnTo>
                <a:lnTo>
                  <a:pt x="96094" y="1274287"/>
                </a:lnTo>
                <a:lnTo>
                  <a:pt x="97898" y="1250642"/>
                </a:lnTo>
                <a:lnTo>
                  <a:pt x="101408" y="1250896"/>
                </a:lnTo>
                <a:lnTo>
                  <a:pt x="100808" y="1250879"/>
                </a:lnTo>
                <a:lnTo>
                  <a:pt x="105631" y="1250991"/>
                </a:lnTo>
                <a:lnTo>
                  <a:pt x="105331" y="1250991"/>
                </a:lnTo>
                <a:lnTo>
                  <a:pt x="191872" y="1250991"/>
                </a:lnTo>
                <a:lnTo>
                  <a:pt x="191872" y="1274713"/>
                </a:lnTo>
                <a:moveTo>
                  <a:pt x="26111" y="1238781"/>
                </a:moveTo>
                <a:lnTo>
                  <a:pt x="24056" y="1236393"/>
                </a:lnTo>
                <a:lnTo>
                  <a:pt x="20924" y="1232424"/>
                </a:lnTo>
                <a:lnTo>
                  <a:pt x="17999" y="1228295"/>
                </a:lnTo>
                <a:lnTo>
                  <a:pt x="15247" y="1224009"/>
                </a:lnTo>
                <a:lnTo>
                  <a:pt x="12717" y="1219598"/>
                </a:lnTo>
                <a:lnTo>
                  <a:pt x="10391" y="1215058"/>
                </a:lnTo>
                <a:lnTo>
                  <a:pt x="8272" y="1210394"/>
                </a:lnTo>
                <a:lnTo>
                  <a:pt x="6390" y="1205601"/>
                </a:lnTo>
                <a:lnTo>
                  <a:pt x="4730" y="1200714"/>
                </a:lnTo>
                <a:lnTo>
                  <a:pt x="3306" y="1195700"/>
                </a:lnTo>
                <a:lnTo>
                  <a:pt x="2136" y="1190608"/>
                </a:lnTo>
                <a:lnTo>
                  <a:pt x="1202" y="1185421"/>
                </a:lnTo>
                <a:lnTo>
                  <a:pt x="538" y="1180138"/>
                </a:lnTo>
                <a:lnTo>
                  <a:pt x="127" y="1174792"/>
                </a:lnTo>
                <a:lnTo>
                  <a:pt x="0" y="1169684"/>
                </a:lnTo>
                <a:lnTo>
                  <a:pt x="23723" y="1169083"/>
                </a:lnTo>
                <a:lnTo>
                  <a:pt x="23835" y="1173907"/>
                </a:lnTo>
                <a:lnTo>
                  <a:pt x="23819" y="1173305"/>
                </a:lnTo>
                <a:lnTo>
                  <a:pt x="24167" y="1178050"/>
                </a:lnTo>
                <a:lnTo>
                  <a:pt x="24119" y="1177449"/>
                </a:lnTo>
                <a:lnTo>
                  <a:pt x="24704" y="1182130"/>
                </a:lnTo>
                <a:lnTo>
                  <a:pt x="24610" y="1181545"/>
                </a:lnTo>
                <a:lnTo>
                  <a:pt x="25432" y="1186149"/>
                </a:lnTo>
                <a:lnTo>
                  <a:pt x="25321" y="1185563"/>
                </a:lnTo>
                <a:lnTo>
                  <a:pt x="26365" y="1190085"/>
                </a:lnTo>
                <a:lnTo>
                  <a:pt x="26223" y="1189501"/>
                </a:lnTo>
                <a:lnTo>
                  <a:pt x="27472" y="1193945"/>
                </a:lnTo>
                <a:lnTo>
                  <a:pt x="27298" y="1193376"/>
                </a:lnTo>
                <a:lnTo>
                  <a:pt x="28769" y="1197725"/>
                </a:lnTo>
                <a:lnTo>
                  <a:pt x="28563" y="1197171"/>
                </a:lnTo>
                <a:lnTo>
                  <a:pt x="30239" y="1201426"/>
                </a:lnTo>
                <a:lnTo>
                  <a:pt x="30018" y="1200887"/>
                </a:lnTo>
                <a:lnTo>
                  <a:pt x="31884" y="1205031"/>
                </a:lnTo>
                <a:lnTo>
                  <a:pt x="31631" y="1204510"/>
                </a:lnTo>
                <a:lnTo>
                  <a:pt x="33704" y="1208526"/>
                </a:lnTo>
                <a:lnTo>
                  <a:pt x="33419" y="1208020"/>
                </a:lnTo>
                <a:lnTo>
                  <a:pt x="35680" y="1211942"/>
                </a:lnTo>
                <a:lnTo>
                  <a:pt x="35379" y="1211452"/>
                </a:lnTo>
                <a:lnTo>
                  <a:pt x="37815" y="1215248"/>
                </a:lnTo>
                <a:lnTo>
                  <a:pt x="37483" y="1214774"/>
                </a:lnTo>
                <a:lnTo>
                  <a:pt x="40093" y="1218443"/>
                </a:lnTo>
                <a:lnTo>
                  <a:pt x="39760" y="1217984"/>
                </a:lnTo>
                <a:lnTo>
                  <a:pt x="42529" y="1221511"/>
                </a:lnTo>
                <a:lnTo>
                  <a:pt x="42165" y="1221067"/>
                </a:lnTo>
                <a:lnTo>
                  <a:pt x="44047" y="1223251"/>
                </a:lnTo>
                <a:lnTo>
                  <a:pt x="26111" y="123878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41C8ECC-255E-49EA-B7DF-F0B4754A92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0032fdf7f4ad0"/>
          <a:stretch xmlns:a="http://schemas.openxmlformats.org/drawingml/2006/main"/>
        </p:blipFill>
        <p:spPr>
          <a:xfrm xmlns:a="http://schemas.openxmlformats.org/drawingml/2006/main">
            <a:off x="10515600" y="7258050"/>
            <a:ext cx="4572000" cy="647700"/>
          </a:xfrm>
          <a:prstGeom xmlns:a="http://schemas.openxmlformats.org/drawingml/2006/main" prst="rect">
            <a:avLst/>
          </a:prstGeom>
        </p:spPr>
      </p:pic>
      <p:pic>
        <p:nvPic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ECD8ED8-7858-4E4F-BB41-B512A0DED6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2cacd74474796"/>
          <a:stretch xmlns:a="http://schemas.openxmlformats.org/drawingml/2006/main"/>
        </p:blipFill>
        <p:spPr>
          <a:xfrm xmlns:a="http://schemas.openxmlformats.org/drawingml/2006/main">
            <a:off x="10515600" y="7867650"/>
            <a:ext cx="4572000" cy="647700"/>
          </a:xfrm>
          <a:prstGeom xmlns:a="http://schemas.openxmlformats.org/drawingml/2006/main" prst="rect">
            <a:avLst/>
          </a:prstGeom>
        </p:spPr>
      </p:pic>
      <p:sp>
        <p:nvSpPr>
          <p:cNvPr id="539" name="path-389">
            <a:extLst xmlns:a="http://schemas.openxmlformats.org/drawingml/2006/main">
              <a:ext uri="{FF2B5EF4-FFF2-40B4-BE49-F238E27FC236}">
                <a16:creationId xmlns:a16="http://schemas.microsoft.com/office/drawing/2014/main" id="{704AE185-0A6C-4B6D-BCF2-DB73A8E3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0026" y="7274726"/>
            <a:ext cx="25304" cy="1209903"/>
          </a:xfrm>
          <a:custGeom xmlns:a="http://schemas.openxmlformats.org/drawingml/2006/main">
            <a:pathLst>
              <a:path w="25304" h="1209903">
                <a:moveTo>
                  <a:pt x="23723" y="0"/>
                </a:moveTo>
                <a:lnTo>
                  <a:pt x="23850" y="94892"/>
                </a:lnTo>
                <a:lnTo>
                  <a:pt x="127" y="94923"/>
                </a:lnTo>
                <a:lnTo>
                  <a:pt x="0" y="31"/>
                </a:lnTo>
                <a:lnTo>
                  <a:pt x="23723" y="0"/>
                </a:lnTo>
                <a:moveTo>
                  <a:pt x="23945" y="166061"/>
                </a:moveTo>
                <a:lnTo>
                  <a:pt x="24071" y="260953"/>
                </a:lnTo>
                <a:lnTo>
                  <a:pt x="348" y="260984"/>
                </a:lnTo>
                <a:lnTo>
                  <a:pt x="222" y="166092"/>
                </a:lnTo>
                <a:lnTo>
                  <a:pt x="23945" y="166061"/>
                </a:lnTo>
                <a:moveTo>
                  <a:pt x="24151" y="332122"/>
                </a:moveTo>
                <a:lnTo>
                  <a:pt x="24276" y="427013"/>
                </a:lnTo>
                <a:lnTo>
                  <a:pt x="553" y="427045"/>
                </a:lnTo>
                <a:lnTo>
                  <a:pt x="428" y="332153"/>
                </a:lnTo>
                <a:lnTo>
                  <a:pt x="24151" y="332122"/>
                </a:lnTo>
                <a:moveTo>
                  <a:pt x="24372" y="498182"/>
                </a:moveTo>
                <a:lnTo>
                  <a:pt x="24497" y="593074"/>
                </a:lnTo>
                <a:lnTo>
                  <a:pt x="774" y="593106"/>
                </a:lnTo>
                <a:lnTo>
                  <a:pt x="649" y="498214"/>
                </a:lnTo>
                <a:lnTo>
                  <a:pt x="24372" y="498182"/>
                </a:lnTo>
                <a:moveTo>
                  <a:pt x="24593" y="664243"/>
                </a:moveTo>
                <a:lnTo>
                  <a:pt x="24719" y="759135"/>
                </a:lnTo>
                <a:lnTo>
                  <a:pt x="996" y="759165"/>
                </a:lnTo>
                <a:lnTo>
                  <a:pt x="870" y="664275"/>
                </a:lnTo>
                <a:lnTo>
                  <a:pt x="24593" y="664243"/>
                </a:lnTo>
                <a:moveTo>
                  <a:pt x="24815" y="830304"/>
                </a:moveTo>
                <a:lnTo>
                  <a:pt x="24924" y="925195"/>
                </a:lnTo>
                <a:lnTo>
                  <a:pt x="1201" y="925227"/>
                </a:lnTo>
                <a:lnTo>
                  <a:pt x="1092" y="830335"/>
                </a:lnTo>
                <a:lnTo>
                  <a:pt x="24815" y="830304"/>
                </a:lnTo>
                <a:moveTo>
                  <a:pt x="25021" y="996365"/>
                </a:moveTo>
                <a:lnTo>
                  <a:pt x="25146" y="1091257"/>
                </a:lnTo>
                <a:lnTo>
                  <a:pt x="1423" y="1091287"/>
                </a:lnTo>
                <a:lnTo>
                  <a:pt x="1298" y="996395"/>
                </a:lnTo>
                <a:lnTo>
                  <a:pt x="25021" y="996365"/>
                </a:lnTo>
                <a:moveTo>
                  <a:pt x="25241" y="1162424"/>
                </a:moveTo>
                <a:lnTo>
                  <a:pt x="25304" y="1209870"/>
                </a:lnTo>
                <a:lnTo>
                  <a:pt x="1581" y="1209903"/>
                </a:lnTo>
                <a:lnTo>
                  <a:pt x="1519" y="1162457"/>
                </a:lnTo>
                <a:lnTo>
                  <a:pt x="25241" y="116242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text-390 4D">
            <a:extLst xmlns:a="http://schemas.openxmlformats.org/drawingml/2006/main">
              <a:ext uri="{FF2B5EF4-FFF2-40B4-BE49-F238E27FC236}">
                <a16:creationId xmlns:a16="http://schemas.microsoft.com/office/drawing/2014/main" id="{CFF59EAB-8FB8-41A4-8DD9-15D1FEB4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1618" y="7460883"/>
            <a:ext cx="311117" cy="31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</a:t>
            </a:r>
          </a:p>
        </p:txBody>
      </p:sp>
      <p:sp>
        <p:nvSpPr>
          <p:cNvPr id="541" name="text-390 LMM">
            <a:extLst xmlns:a="http://schemas.openxmlformats.org/drawingml/2006/main">
              <a:ext uri="{FF2B5EF4-FFF2-40B4-BE49-F238E27FC236}">
                <a16:creationId xmlns:a16="http://schemas.microsoft.com/office/drawing/2014/main" id="{1EEE85EC-D8F1-4D7B-89ED-1A3AD778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7413" y="7461044"/>
            <a:ext cx="569610" cy="31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LMM</a:t>
            </a:r>
          </a:p>
        </p:txBody>
      </p:sp>
      <p:sp>
        <p:nvSpPr>
          <p:cNvPr id="542" name="text-391 Ours">
            <a:extLst xmlns:a="http://schemas.openxmlformats.org/drawingml/2006/main">
              <a:ext uri="{FF2B5EF4-FFF2-40B4-BE49-F238E27FC236}">
                <a16:creationId xmlns:a16="http://schemas.microsoft.com/office/drawing/2014/main" id="{0B40A865-F680-45B4-8056-2C498F11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9029" y="8073183"/>
            <a:ext cx="520171" cy="310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Ours</a:t>
            </a:r>
          </a:p>
        </p:txBody>
      </p:sp>
      <p:sp>
        <p:nvSpPr>
          <p:cNvPr id="543" name="text-392 ✗">
            <a:extLst xmlns:a="http://schemas.openxmlformats.org/drawingml/2006/main">
              <a:ext uri="{FF2B5EF4-FFF2-40B4-BE49-F238E27FC236}">
                <a16:creationId xmlns:a16="http://schemas.microsoft.com/office/drawing/2014/main" id="{FFB3DEE6-D7A6-4B1B-8785-B98D659F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05362" y="7238274"/>
            <a:ext cx="353014" cy="53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8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8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989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✗</a:t>
            </a:r>
          </a:p>
        </p:txBody>
      </p:sp>
      <p:sp>
        <p:nvSpPr>
          <p:cNvPr id="544" name="text-393 ✓">
            <a:extLst xmlns:a="http://schemas.openxmlformats.org/drawingml/2006/main">
              <a:ext uri="{FF2B5EF4-FFF2-40B4-BE49-F238E27FC236}">
                <a16:creationId xmlns:a16="http://schemas.microsoft.com/office/drawing/2014/main" id="{7D05DFDE-E5E1-4810-8E1A-16AFF201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05362" y="7861398"/>
            <a:ext cx="353014" cy="53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89" b="0" i="0">
                <a:solidFill>
                  <a:srgbClr val="75B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89" b="0" i="0">
                <a:solidFill>
                  <a:srgbClr val="75BD42"/>
                </a:solidFill>
                <a:latin typeface="Arial"/>
                <a:ea typeface="Arial"/>
                <a:cs typeface="Arial"/>
              </a:defRPr>
            </a:pPr>
            <a:r>
              <a:rPr sz="2989" b="0" i="0">
                <a:solidFill>
                  <a:srgbClr val="75BD4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45" name="text-394 T1:">
            <a:extLst xmlns:a="http://schemas.openxmlformats.org/drawingml/2006/main">
              <a:ext uri="{FF2B5EF4-FFF2-40B4-BE49-F238E27FC236}">
                <a16:creationId xmlns:a16="http://schemas.microsoft.com/office/drawing/2014/main" id="{3D903398-348D-4603-B730-2E7EB533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2776" y="7339754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T1:</a:t>
            </a:r>
          </a:p>
        </p:txBody>
      </p:sp>
      <p:sp>
        <p:nvSpPr>
          <p:cNvPr id="546" name="text-394 Three">
            <a:extLst xmlns:a="http://schemas.openxmlformats.org/drawingml/2006/main">
              <a:ext uri="{FF2B5EF4-FFF2-40B4-BE49-F238E27FC236}">
                <a16:creationId xmlns:a16="http://schemas.microsoft.com/office/drawing/2014/main" id="{438F8871-19C5-4AEE-9AE8-4EF14BDA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2147" y="7339540"/>
            <a:ext cx="397229" cy="221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</a:t>
            </a:r>
          </a:p>
        </p:txBody>
      </p:sp>
      <p:sp>
        <p:nvSpPr>
          <p:cNvPr id="547" name="text-394 pedestrians">
            <a:extLst xmlns:a="http://schemas.openxmlformats.org/drawingml/2006/main">
              <a:ext uri="{FF2B5EF4-FFF2-40B4-BE49-F238E27FC236}">
                <a16:creationId xmlns:a16="http://schemas.microsoft.com/office/drawing/2014/main" id="{0A581AA8-8B6A-41E6-AF03-122699BA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0972" y="7339236"/>
            <a:ext cx="741360" cy="22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pedestrians</a:t>
            </a:r>
          </a:p>
        </p:txBody>
      </p:sp>
      <p:sp>
        <p:nvSpPr>
          <p:cNvPr id="548" name="text-394 at">
            <a:extLst xmlns:a="http://schemas.openxmlformats.org/drawingml/2006/main">
              <a:ext uri="{FF2B5EF4-FFF2-40B4-BE49-F238E27FC236}">
                <a16:creationId xmlns:a16="http://schemas.microsoft.com/office/drawing/2014/main" id="{A000CF83-E00A-4CB7-9C4C-9268A43C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3782" y="7339597"/>
            <a:ext cx="142564" cy="22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549" name="text-394 t=0.5s.">
            <a:extLst xmlns:a="http://schemas.openxmlformats.org/drawingml/2006/main">
              <a:ext uri="{FF2B5EF4-FFF2-40B4-BE49-F238E27FC236}">
                <a16:creationId xmlns:a16="http://schemas.microsoft.com/office/drawing/2014/main" id="{C0350910-FC05-4A32-80FF-C66054E6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7981" y="7339359"/>
            <a:ext cx="460860" cy="221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t=0.5s.</a:t>
            </a:r>
          </a:p>
        </p:txBody>
      </p:sp>
      <p:sp>
        <p:nvSpPr>
          <p:cNvPr id="550" name="text-395 T2:">
            <a:extLst xmlns:a="http://schemas.openxmlformats.org/drawingml/2006/main">
              <a:ext uri="{FF2B5EF4-FFF2-40B4-BE49-F238E27FC236}">
                <a16:creationId xmlns:a16="http://schemas.microsoft.com/office/drawing/2014/main" id="{52785D2C-8F2E-454F-8435-82ACE2D1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2776" y="7529538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T2:</a:t>
            </a:r>
          </a:p>
        </p:txBody>
      </p:sp>
      <p:sp>
        <p:nvSpPr>
          <p:cNvPr id="551" name="text-395 ID">
            <a:extLst xmlns:a="http://schemas.openxmlformats.org/drawingml/2006/main">
              <a:ext uri="{FF2B5EF4-FFF2-40B4-BE49-F238E27FC236}">
                <a16:creationId xmlns:a16="http://schemas.microsoft.com/office/drawing/2014/main" id="{D4D06512-28A9-49B1-A238-47F6204F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2147" y="7529589"/>
            <a:ext cx="195050" cy="221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</a:t>
            </a:r>
          </a:p>
        </p:txBody>
      </p:sp>
      <p:sp>
        <p:nvSpPr>
          <p:cNvPr id="552" name="text-395 lost">
            <a:extLst xmlns:a="http://schemas.openxmlformats.org/drawingml/2006/main">
              <a:ext uri="{FF2B5EF4-FFF2-40B4-BE49-F238E27FC236}">
                <a16:creationId xmlns:a16="http://schemas.microsoft.com/office/drawing/2014/main" id="{A4BC869C-D941-46A7-A2AF-9A914F9D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38537" y="7529125"/>
            <a:ext cx="257271" cy="221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lost</a:t>
            </a:r>
          </a:p>
        </p:txBody>
      </p:sp>
      <p:sp>
        <p:nvSpPr>
          <p:cNvPr id="553" name="text-395 between">
            <a:extLst xmlns:a="http://schemas.openxmlformats.org/drawingml/2006/main">
              <a:ext uri="{FF2B5EF4-FFF2-40B4-BE49-F238E27FC236}">
                <a16:creationId xmlns:a16="http://schemas.microsoft.com/office/drawing/2014/main" id="{B6A0FDE6-138A-4B05-8EA1-BB0BEF06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07397" y="7529264"/>
            <a:ext cx="555532" cy="22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between</a:t>
            </a:r>
          </a:p>
        </p:txBody>
      </p:sp>
      <p:sp>
        <p:nvSpPr>
          <p:cNvPr id="554" name="text-395 turns.">
            <a:extLst xmlns:a="http://schemas.openxmlformats.org/drawingml/2006/main">
              <a:ext uri="{FF2B5EF4-FFF2-40B4-BE49-F238E27FC236}">
                <a16:creationId xmlns:a16="http://schemas.microsoft.com/office/drawing/2014/main" id="{7B873AE2-8373-45B2-9EDB-F0B48B3C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4377" y="7529053"/>
            <a:ext cx="384962" cy="221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turns.</a:t>
            </a:r>
          </a:p>
        </p:txBody>
      </p:sp>
      <p:sp>
        <p:nvSpPr>
          <p:cNvPr id="555" name="text-396 T1:">
            <a:extLst xmlns:a="http://schemas.openxmlformats.org/drawingml/2006/main">
              <a:ext uri="{FF2B5EF4-FFF2-40B4-BE49-F238E27FC236}">
                <a16:creationId xmlns:a16="http://schemas.microsoft.com/office/drawing/2014/main" id="{486ECF52-6429-4525-AC8A-77D8D53D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1936" y="7876684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T1:</a:t>
            </a:r>
          </a:p>
        </p:txBody>
      </p:sp>
      <p:sp>
        <p:nvSpPr>
          <p:cNvPr id="556" name="text-397 #1">
            <a:extLst xmlns:a="http://schemas.openxmlformats.org/drawingml/2006/main">
              <a:ext uri="{FF2B5EF4-FFF2-40B4-BE49-F238E27FC236}">
                <a16:creationId xmlns:a16="http://schemas.microsoft.com/office/drawing/2014/main" id="{C9F6BAF6-4E0E-4AF5-BD21-B7CEF55F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1307" y="7876901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#1</a:t>
            </a:r>
          </a:p>
        </p:txBody>
      </p:sp>
      <p:sp>
        <p:nvSpPr>
          <p:cNvPr id="557" name="text-398 (backpack),">
            <a:extLst xmlns:a="http://schemas.openxmlformats.org/drawingml/2006/main">
              <a:ext uri="{FF2B5EF4-FFF2-40B4-BE49-F238E27FC236}">
                <a16:creationId xmlns:a16="http://schemas.microsoft.com/office/drawing/2014/main" id="{B6297478-C148-4199-A199-84A61F93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8999" y="7876213"/>
            <a:ext cx="771644" cy="221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(backpack),</a:t>
            </a:r>
          </a:p>
        </p:txBody>
      </p:sp>
      <p:sp>
        <p:nvSpPr>
          <p:cNvPr id="558" name="text-399 #2">
            <a:extLst xmlns:a="http://schemas.openxmlformats.org/drawingml/2006/main">
              <a:ext uri="{FF2B5EF4-FFF2-40B4-BE49-F238E27FC236}">
                <a16:creationId xmlns:a16="http://schemas.microsoft.com/office/drawing/2014/main" id="{BA27D711-2EE2-4429-A29E-B282F0D7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1856" y="7876901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#2</a:t>
            </a:r>
          </a:p>
        </p:txBody>
      </p:sp>
      <p:sp>
        <p:nvSpPr>
          <p:cNvPr id="559" name="text-400 (dark">
            <a:extLst xmlns:a="http://schemas.openxmlformats.org/drawingml/2006/main">
              <a:ext uri="{FF2B5EF4-FFF2-40B4-BE49-F238E27FC236}">
                <a16:creationId xmlns:a16="http://schemas.microsoft.com/office/drawing/2014/main" id="{27EDC1D1-82DC-4343-ACF5-8EDBF794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9547" y="7876285"/>
            <a:ext cx="362607" cy="221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(dark</a:t>
            </a:r>
          </a:p>
        </p:txBody>
      </p:sp>
      <p:sp>
        <p:nvSpPr>
          <p:cNvPr id="560" name="text-400 coat),">
            <a:extLst xmlns:a="http://schemas.openxmlformats.org/drawingml/2006/main">
              <a:ext uri="{FF2B5EF4-FFF2-40B4-BE49-F238E27FC236}">
                <a16:creationId xmlns:a16="http://schemas.microsoft.com/office/drawing/2014/main" id="{E4C03BC6-C3DF-4423-AB45-FB73BF29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53579" y="7876114"/>
            <a:ext cx="384977" cy="221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coat),</a:t>
            </a:r>
          </a:p>
        </p:txBody>
      </p:sp>
      <p:sp>
        <p:nvSpPr>
          <p:cNvPr id="561" name="text-401 #3">
            <a:extLst xmlns:a="http://schemas.openxmlformats.org/drawingml/2006/main">
              <a:ext uri="{FF2B5EF4-FFF2-40B4-BE49-F238E27FC236}">
                <a16:creationId xmlns:a16="http://schemas.microsoft.com/office/drawing/2014/main" id="{1978CE84-99F6-43B4-A736-808972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49753" y="7876901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#3</a:t>
            </a:r>
          </a:p>
        </p:txBody>
      </p:sp>
      <p:sp>
        <p:nvSpPr>
          <p:cNvPr id="562" name="text-402 (squatting).">
            <a:extLst xmlns:a="http://schemas.openxmlformats.org/drawingml/2006/main">
              <a:ext uri="{FF2B5EF4-FFF2-40B4-BE49-F238E27FC236}">
                <a16:creationId xmlns:a16="http://schemas.microsoft.com/office/drawing/2014/main" id="{5B152145-AF6E-45B4-B786-C5062833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7445" y="7876069"/>
            <a:ext cx="755063" cy="222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(squatting).</a:t>
            </a:r>
          </a:p>
        </p:txBody>
      </p:sp>
      <p:sp>
        <p:nvSpPr>
          <p:cNvPr id="563" name="text-403 T2:">
            <a:extLst xmlns:a="http://schemas.openxmlformats.org/drawingml/2006/main">
              <a:ext uri="{FF2B5EF4-FFF2-40B4-BE49-F238E27FC236}">
                <a16:creationId xmlns:a16="http://schemas.microsoft.com/office/drawing/2014/main" id="{67344131-80F1-43B2-88BA-53B9E8D7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1936" y="8066468"/>
            <a:ext cx="247707" cy="22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T2:</a:t>
            </a:r>
          </a:p>
        </p:txBody>
      </p:sp>
      <p:sp>
        <p:nvSpPr>
          <p:cNvPr id="564" name="text-404 #1">
            <a:extLst xmlns:a="http://schemas.openxmlformats.org/drawingml/2006/main">
              <a:ext uri="{FF2B5EF4-FFF2-40B4-BE49-F238E27FC236}">
                <a16:creationId xmlns:a16="http://schemas.microsoft.com/office/drawing/2014/main" id="{C9C78BCC-5FB2-4A47-BDB4-DB1E13B7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1307" y="8066684"/>
            <a:ext cx="186156" cy="22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#1</a:t>
            </a:r>
          </a:p>
        </p:txBody>
      </p:sp>
      <p:sp>
        <p:nvSpPr>
          <p:cNvPr id="565" name="text-405 trajectory">
            <a:extLst xmlns:a="http://schemas.openxmlformats.org/drawingml/2006/main">
              <a:ext uri="{FF2B5EF4-FFF2-40B4-BE49-F238E27FC236}">
                <a16:creationId xmlns:a16="http://schemas.microsoft.com/office/drawing/2014/main" id="{D02A879E-44D4-49E7-AF7E-F308E209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8999" y="8065769"/>
            <a:ext cx="636265" cy="222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566" name="text-405 0.5">
            <a:extLst xmlns:a="http://schemas.openxmlformats.org/drawingml/2006/main">
              <a:ext uri="{FF2B5EF4-FFF2-40B4-BE49-F238E27FC236}">
                <a16:creationId xmlns:a16="http://schemas.microsoft.com/office/drawing/2014/main" id="{F52C238F-B4B1-4ED4-B618-F376B66B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6635" y="8066529"/>
            <a:ext cx="225722" cy="221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0.5</a:t>
            </a:r>
          </a:p>
        </p:txBody>
      </p:sp>
      <p:sp>
        <p:nvSpPr>
          <p:cNvPr id="567" name="text-406 →">
            <a:extLst xmlns:a="http://schemas.openxmlformats.org/drawingml/2006/main">
              <a:ext uri="{FF2B5EF4-FFF2-40B4-BE49-F238E27FC236}">
                <a16:creationId xmlns:a16="http://schemas.microsoft.com/office/drawing/2014/main" id="{04A4748F-D47F-4879-8B9B-8E6D07AB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4327" y="8067080"/>
            <a:ext cx="185689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568" name="text-407 2.0s:">
            <a:extLst xmlns:a="http://schemas.openxmlformats.org/drawingml/2006/main">
              <a:ext uri="{FF2B5EF4-FFF2-40B4-BE49-F238E27FC236}">
                <a16:creationId xmlns:a16="http://schemas.microsoft.com/office/drawing/2014/main" id="{6E90EB45-22DB-488D-8A67-BC8393AB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2480" y="8066290"/>
            <a:ext cx="331561" cy="22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2.0s:</a:t>
            </a:r>
          </a:p>
        </p:txBody>
      </p:sp>
      <p:sp>
        <p:nvSpPr>
          <p:cNvPr id="569" name="text-407 smooth">
            <a:extLst xmlns:a="http://schemas.openxmlformats.org/drawingml/2006/main">
              <a:ext uri="{FF2B5EF4-FFF2-40B4-BE49-F238E27FC236}">
                <a16:creationId xmlns:a16="http://schemas.microsoft.com/office/drawing/2014/main" id="{967CAD85-2142-45E5-825D-A5F9669E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45672" y="8066118"/>
            <a:ext cx="494657" cy="221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smooth</a:t>
            </a:r>
          </a:p>
        </p:txBody>
      </p:sp>
      <p:sp>
        <p:nvSpPr>
          <p:cNvPr id="570" name="text-407 path">
            <a:extLst xmlns:a="http://schemas.openxmlformats.org/drawingml/2006/main">
              <a:ext uri="{FF2B5EF4-FFF2-40B4-BE49-F238E27FC236}">
                <a16:creationId xmlns:a16="http://schemas.microsoft.com/office/drawing/2014/main" id="{DB7A224F-8E48-4FA4-ADCC-4D7E81B6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1762" y="8066146"/>
            <a:ext cx="300913" cy="221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path</a:t>
            </a:r>
          </a:p>
        </p:txBody>
      </p:sp>
      <p:sp>
        <p:nvSpPr>
          <p:cNvPr id="571" name="text-407 across">
            <a:extLst xmlns:a="http://schemas.openxmlformats.org/drawingml/2006/main">
              <a:ext uri="{FF2B5EF4-FFF2-40B4-BE49-F238E27FC236}">
                <a16:creationId xmlns:a16="http://schemas.microsoft.com/office/drawing/2014/main" id="{47789B8D-D7EA-43B4-BCC9-4F355869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4114" y="8066033"/>
            <a:ext cx="424249" cy="221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across</a:t>
            </a:r>
          </a:p>
        </p:txBody>
      </p:sp>
      <p:sp>
        <p:nvSpPr>
          <p:cNvPr id="572" name="text-408 plaza,">
            <a:extLst xmlns:a="http://schemas.openxmlformats.org/drawingml/2006/main">
              <a:ext uri="{FF2B5EF4-FFF2-40B4-BE49-F238E27FC236}">
                <a16:creationId xmlns:a16="http://schemas.microsoft.com/office/drawing/2014/main" id="{87C70135-574A-450C-BCED-66537381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1936" y="8255751"/>
            <a:ext cx="402362" cy="221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plaza,</a:t>
            </a:r>
          </a:p>
        </p:txBody>
      </p:sp>
      <p:sp>
        <p:nvSpPr>
          <p:cNvPr id="573" name="text-409 (1.2,">
            <a:extLst xmlns:a="http://schemas.openxmlformats.org/drawingml/2006/main">
              <a:ext uri="{FF2B5EF4-FFF2-40B4-BE49-F238E27FC236}">
                <a16:creationId xmlns:a16="http://schemas.microsoft.com/office/drawing/2014/main" id="{10245EB9-70E7-4E8E-8A05-D75FD97B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5506" y="8255950"/>
            <a:ext cx="318504" cy="221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(1.2,</a:t>
            </a:r>
          </a:p>
        </p:txBody>
      </p:sp>
      <p:sp>
        <p:nvSpPr>
          <p:cNvPr id="574" name="text-409 3.4,">
            <a:extLst xmlns:a="http://schemas.openxmlformats.org/drawingml/2006/main">
              <a:ext uri="{FF2B5EF4-FFF2-40B4-BE49-F238E27FC236}">
                <a16:creationId xmlns:a16="http://schemas.microsoft.com/office/drawing/2014/main" id="{0DD38608-94C4-4C3A-88FA-A14940B0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5254" y="8256141"/>
            <a:ext cx="265489" cy="221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3.4,</a:t>
            </a:r>
          </a:p>
        </p:txBody>
      </p:sp>
      <p:sp>
        <p:nvSpPr>
          <p:cNvPr id="575" name="text-409 0.0)">
            <a:extLst xmlns:a="http://schemas.openxmlformats.org/drawingml/2006/main">
              <a:ext uri="{FF2B5EF4-FFF2-40B4-BE49-F238E27FC236}">
                <a16:creationId xmlns:a16="http://schemas.microsoft.com/office/drawing/2014/main" id="{95A1B6C9-D312-4721-9350-EEAA9427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2022" y="8256171"/>
            <a:ext cx="278546" cy="221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0.0)</a:t>
            </a:r>
          </a:p>
        </p:txBody>
      </p:sp>
      <p:sp>
        <p:nvSpPr>
          <p:cNvPr id="576" name="text-410 →">
            <a:extLst xmlns:a="http://schemas.openxmlformats.org/drawingml/2006/main">
              <a:ext uri="{FF2B5EF4-FFF2-40B4-BE49-F238E27FC236}">
                <a16:creationId xmlns:a16="http://schemas.microsoft.com/office/drawing/2014/main" id="{1F8AEA1B-FE2B-4087-8C7E-DED286D0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2235" y="8256863"/>
            <a:ext cx="185689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577" name="text-411 (3.0,">
            <a:extLst xmlns:a="http://schemas.openxmlformats.org/drawingml/2006/main">
              <a:ext uri="{FF2B5EF4-FFF2-40B4-BE49-F238E27FC236}">
                <a16:creationId xmlns:a16="http://schemas.microsoft.com/office/drawing/2014/main" id="{B8293E06-943B-4395-8240-B7B4B22F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9926" y="8255950"/>
            <a:ext cx="318504" cy="221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(3.0,</a:t>
            </a:r>
          </a:p>
        </p:txBody>
      </p:sp>
      <p:sp>
        <p:nvSpPr>
          <p:cNvPr id="578" name="text-411 5.6,">
            <a:extLst xmlns:a="http://schemas.openxmlformats.org/drawingml/2006/main">
              <a:ext uri="{FF2B5EF4-FFF2-40B4-BE49-F238E27FC236}">
                <a16:creationId xmlns:a16="http://schemas.microsoft.com/office/drawing/2014/main" id="{4E08BC9F-100C-4CC3-B5EC-6BF76FD0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79675" y="8256141"/>
            <a:ext cx="265489" cy="221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5.6,</a:t>
            </a:r>
          </a:p>
        </p:txBody>
      </p:sp>
      <p:sp>
        <p:nvSpPr>
          <p:cNvPr id="579" name="text-411 0.0)">
            <a:extLst xmlns:a="http://schemas.openxmlformats.org/drawingml/2006/main">
              <a:ext uri="{FF2B5EF4-FFF2-40B4-BE49-F238E27FC236}">
                <a16:creationId xmlns:a16="http://schemas.microsoft.com/office/drawing/2014/main" id="{CC415FEF-F983-4448-8E0F-53BE8A55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6443" y="8256171"/>
            <a:ext cx="278546" cy="221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0.0)</a:t>
            </a:r>
          </a:p>
        </p:txBody>
      </p:sp>
      <p:sp>
        <p:nvSpPr>
          <p:cNvPr id="580" name="text-412 .">
            <a:extLst xmlns:a="http://schemas.openxmlformats.org/drawingml/2006/main">
              <a:ext uri="{FF2B5EF4-FFF2-40B4-BE49-F238E27FC236}">
                <a16:creationId xmlns:a16="http://schemas.microsoft.com/office/drawing/2014/main" id="{3BD1A2BB-CAF6-4DD9-9036-78CD1D9F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7116" y="8256863"/>
            <a:ext cx="67668" cy="2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581" name="path-413">
            <a:extLst xmlns:a="http://schemas.openxmlformats.org/drawingml/2006/main">
              <a:ext uri="{FF2B5EF4-FFF2-40B4-BE49-F238E27FC236}">
                <a16:creationId xmlns:a16="http://schemas.microsoft.com/office/drawing/2014/main" id="{DC487261-3056-4386-B102-206D2D35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057" y="6563052"/>
            <a:ext cx="417525" cy="602563"/>
          </a:xfrm>
          <a:custGeom xmlns:a="http://schemas.openxmlformats.org/drawingml/2006/main">
            <a:pathLst>
              <a:path w="417525" h="602563">
                <a:moveTo>
                  <a:pt x="417525" y="0"/>
                </a:moveTo>
                <a:lnTo>
                  <a:pt x="417525" y="602563"/>
                </a:lnTo>
                <a:lnTo>
                  <a:pt x="0" y="602563"/>
                </a:lnTo>
                <a:lnTo>
                  <a:pt x="0" y="0"/>
                </a:lnTo>
                <a:lnTo>
                  <a:pt x="417525" y="0"/>
                </a:lnTo>
                <a:moveTo>
                  <a:pt x="11862" y="23723"/>
                </a:moveTo>
                <a:lnTo>
                  <a:pt x="23723" y="11861"/>
                </a:lnTo>
                <a:lnTo>
                  <a:pt x="23723" y="590702"/>
                </a:lnTo>
                <a:lnTo>
                  <a:pt x="11862" y="578840"/>
                </a:lnTo>
                <a:lnTo>
                  <a:pt x="405664" y="578840"/>
                </a:lnTo>
                <a:lnTo>
                  <a:pt x="393802" y="590702"/>
                </a:lnTo>
                <a:lnTo>
                  <a:pt x="393802" y="11861"/>
                </a:lnTo>
                <a:lnTo>
                  <a:pt x="405664" y="23723"/>
                </a:lnTo>
                <a:lnTo>
                  <a:pt x="11862" y="23723"/>
                </a:lnTo>
              </a:path>
            </a:pathLst>
          </a:custGeom>
          <a:solidFill xmlns:a="http://schemas.openxmlformats.org/drawingml/2006/main">
            <a:srgbClr val="7DD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text-414 #1">
            <a:extLst xmlns:a="http://schemas.openxmlformats.org/drawingml/2006/main">
              <a:ext uri="{FF2B5EF4-FFF2-40B4-BE49-F238E27FC236}">
                <a16:creationId xmlns:a16="http://schemas.microsoft.com/office/drawing/2014/main" id="{BEC54474-EA70-4950-917A-CB180406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552" y="6281017"/>
            <a:ext cx="298150" cy="3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0" b="1" i="1">
                <a:solidFill>
                  <a:srgbClr val="7DDFD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0" b="1" i="1">
                <a:solidFill>
                  <a:srgbClr val="7DDFD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90" b="1" i="1">
                <a:solidFill>
                  <a:srgbClr val="7DDFD7"/>
                </a:solidFill>
                <a:latin typeface="Times New Roman"/>
                <a:ea typeface="Times New Roman"/>
                <a:cs typeface="Times New Roman"/>
              </a:rPr>
              <a:t>#1</a:t>
            </a:r>
          </a:p>
        </p:txBody>
      </p:sp>
      <p:sp>
        <p:nvSpPr>
          <p:cNvPr id="583" name="text-415 (c)">
            <a:extLst xmlns:a="http://schemas.openxmlformats.org/drawingml/2006/main">
              <a:ext uri="{FF2B5EF4-FFF2-40B4-BE49-F238E27FC236}">
                <a16:creationId xmlns:a16="http://schemas.microsoft.com/office/drawing/2014/main" id="{3BF2307D-B25E-4C52-B1E9-9F15FD75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3582" y="5411468"/>
            <a:ext cx="346993" cy="376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</a:t>
            </a:r>
          </a:p>
        </p:txBody>
      </p:sp>
      <p:sp>
        <p:nvSpPr>
          <p:cNvPr id="584" name="text-416 Perfor">
            <a:extLst xmlns:a="http://schemas.openxmlformats.org/drawingml/2006/main">
              <a:ext uri="{FF2B5EF4-FFF2-40B4-BE49-F238E27FC236}">
                <a16:creationId xmlns:a16="http://schemas.microsoft.com/office/drawing/2014/main" id="{412F1B3F-BBC9-450C-89A1-EDDAF1EA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8915" y="5408361"/>
            <a:ext cx="728959" cy="3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Perfor</a:t>
            </a:r>
          </a:p>
        </p:txBody>
      </p:sp>
      <p:sp>
        <p:nvSpPr>
          <p:cNvPr id="585" name="text-417 mance">
            <a:extLst xmlns:a="http://schemas.openxmlformats.org/drawingml/2006/main">
              <a:ext uri="{FF2B5EF4-FFF2-40B4-BE49-F238E27FC236}">
                <a16:creationId xmlns:a16="http://schemas.microsoft.com/office/drawing/2014/main" id="{C20A428F-6DC0-40CF-9BD5-D27EB301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2647" y="5407786"/>
            <a:ext cx="760618" cy="381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mance</a:t>
            </a:r>
          </a:p>
        </p:txBody>
      </p:sp>
      <p:sp>
        <p:nvSpPr>
          <p:cNvPr id="586" name="text-419 Radar">
            <a:extLst xmlns:a="http://schemas.openxmlformats.org/drawingml/2006/main">
              <a:ext uri="{FF2B5EF4-FFF2-40B4-BE49-F238E27FC236}">
                <a16:creationId xmlns:a16="http://schemas.microsoft.com/office/drawing/2014/main" id="{64792348-4008-4BD5-8E43-55E314F6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8668" y="5408906"/>
            <a:ext cx="697232" cy="38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Radar</a:t>
            </a:r>
          </a:p>
        </p:txBody>
      </p:sp>
      <p:sp>
        <p:nvSpPr>
          <p:cNvPr id="587" name="text-420 (d)">
            <a:extLst xmlns:a="http://schemas.openxmlformats.org/drawingml/2006/main">
              <a:ext uri="{FF2B5EF4-FFF2-40B4-BE49-F238E27FC236}">
                <a16:creationId xmlns:a16="http://schemas.microsoft.com/office/drawing/2014/main" id="{17556CBC-ECE5-46F3-BFFD-74B33677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2290" y="8648857"/>
            <a:ext cx="362019" cy="376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</a:t>
            </a:r>
          </a:p>
        </p:txBody>
      </p:sp>
      <p:sp>
        <p:nvSpPr>
          <p:cNvPr id="588" name="text-421 Task">
            <a:extLst xmlns:a="http://schemas.openxmlformats.org/drawingml/2006/main">
              <a:ext uri="{FF2B5EF4-FFF2-40B4-BE49-F238E27FC236}">
                <a16:creationId xmlns:a16="http://schemas.microsoft.com/office/drawing/2014/main" id="{BFBC0D07-7EAE-4AFA-B81E-CD69B236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2647" y="8632608"/>
            <a:ext cx="585920" cy="399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589" name="text-421 Showcases">
            <a:extLst xmlns:a="http://schemas.openxmlformats.org/drawingml/2006/main">
              <a:ext uri="{FF2B5EF4-FFF2-40B4-BE49-F238E27FC236}">
                <a16:creationId xmlns:a16="http://schemas.microsoft.com/office/drawing/2014/main" id="{97BD0CC3-CD6F-4886-95CB-FFD8454C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5723" y="8644641"/>
            <a:ext cx="1248072" cy="382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Showcases</a:t>
            </a:r>
          </a:p>
        </p:txBody>
      </p:sp>
      <p:pic>
        <p:nvPic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4C1E19B0-EF1A-4385-A134-1B0F29C3C8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8daed19e9405b"/>
          <a:stretch xmlns:a="http://schemas.openxmlformats.org/drawingml/2006/main"/>
        </p:blipFill>
        <p:spPr>
          <a:xfrm xmlns:a="http://schemas.openxmlformats.org/drawingml/2006/main">
            <a:off x="11458575" y="1104900"/>
            <a:ext cx="3143250" cy="3381375"/>
          </a:xfrm>
          <a:prstGeom xmlns:a="http://schemas.openxmlformats.org/drawingml/2006/main" prst="rect">
            <a:avLst/>
          </a:prstGeom>
        </p:spPr>
      </p:pic>
      <p:sp>
        <p:nvSpPr>
          <p:cNvPr id="591" name="text-423 METEOR">
            <a:extLst xmlns:a="http://schemas.openxmlformats.org/drawingml/2006/main">
              <a:ext uri="{FF2B5EF4-FFF2-40B4-BE49-F238E27FC236}">
                <a16:creationId xmlns:a16="http://schemas.microsoft.com/office/drawing/2014/main" id="{DC2BE7ED-C812-425A-9ABE-3C48E5C9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1562" y="812823"/>
            <a:ext cx="677434" cy="221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METEOR</a:t>
            </a:r>
          </a:p>
        </p:txBody>
      </p:sp>
      <p:sp>
        <p:nvSpPr>
          <p:cNvPr id="592" name="text-424 CIDEr">
            <a:extLst xmlns:a="http://schemas.openxmlformats.org/drawingml/2006/main">
              <a:ext uri="{FF2B5EF4-FFF2-40B4-BE49-F238E27FC236}">
                <a16:creationId xmlns:a16="http://schemas.microsoft.com/office/drawing/2014/main" id="{51EA12B7-E791-4897-9E76-46548CC6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0981" y="1531634"/>
            <a:ext cx="449326" cy="221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CIDEr</a:t>
            </a:r>
          </a:p>
        </p:txBody>
      </p:sp>
      <p:sp>
        <p:nvSpPr>
          <p:cNvPr id="593" name="text-425 (C@0.5)">
            <a:extLst xmlns:a="http://schemas.openxmlformats.org/drawingml/2006/main">
              <a:ext uri="{FF2B5EF4-FFF2-40B4-BE49-F238E27FC236}">
                <a16:creationId xmlns:a16="http://schemas.microsoft.com/office/drawing/2014/main" id="{99842D08-9C7A-46CE-B6FD-2EB74630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4556" y="1721261"/>
            <a:ext cx="582204" cy="221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(C@0.5)</a:t>
            </a:r>
          </a:p>
        </p:txBody>
      </p:sp>
      <p:sp>
        <p:nvSpPr>
          <p:cNvPr id="594" name="text-426 45.3">
            <a:extLst xmlns:a="http://schemas.openxmlformats.org/drawingml/2006/main">
              <a:ext uri="{FF2B5EF4-FFF2-40B4-BE49-F238E27FC236}">
                <a16:creationId xmlns:a16="http://schemas.microsoft.com/office/drawing/2014/main" id="{408E4BBA-504E-4B76-BE03-940D64A3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82220" y="1255940"/>
            <a:ext cx="244635" cy="177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45.3</a:t>
            </a:r>
          </a:p>
        </p:txBody>
      </p:sp>
      <p:sp>
        <p:nvSpPr>
          <p:cNvPr id="595" name="text-427 75.8">
            <a:extLst xmlns:a="http://schemas.openxmlformats.org/drawingml/2006/main">
              <a:ext uri="{FF2B5EF4-FFF2-40B4-BE49-F238E27FC236}">
                <a16:creationId xmlns:a16="http://schemas.microsoft.com/office/drawing/2014/main" id="{E0A769BB-BCCB-4D95-8F3B-1F6CA21A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5810" y="4087671"/>
            <a:ext cx="244635" cy="177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75.8</a:t>
            </a:r>
          </a:p>
        </p:txBody>
      </p:sp>
      <p:sp>
        <p:nvSpPr>
          <p:cNvPr id="596" name="text-428 32.2">
            <a:extLst xmlns:a="http://schemas.openxmlformats.org/drawingml/2006/main">
              <a:ext uri="{FF2B5EF4-FFF2-40B4-BE49-F238E27FC236}">
                <a16:creationId xmlns:a16="http://schemas.microsoft.com/office/drawing/2014/main" id="{33A27BF6-B6A9-4EF9-8D1B-A255CA0C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07180" y="3306395"/>
            <a:ext cx="244634" cy="177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32.2</a:t>
            </a:r>
          </a:p>
        </p:txBody>
      </p:sp>
      <p:sp>
        <p:nvSpPr>
          <p:cNvPr id="597" name="text-429 69.8">
            <a:extLst xmlns:a="http://schemas.openxmlformats.org/drawingml/2006/main">
              <a:ext uri="{FF2B5EF4-FFF2-40B4-BE49-F238E27FC236}">
                <a16:creationId xmlns:a16="http://schemas.microsoft.com/office/drawing/2014/main" id="{A177C528-137D-4590-B5F7-6ADEA040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0196" y="1869575"/>
            <a:ext cx="244634" cy="177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69.8</a:t>
            </a:r>
          </a:p>
        </p:txBody>
      </p:sp>
      <p:sp>
        <p:nvSpPr>
          <p:cNvPr id="598" name="text-430 BLEU">
            <a:extLst xmlns:a="http://schemas.openxmlformats.org/drawingml/2006/main">
              <a:ext uri="{FF2B5EF4-FFF2-40B4-BE49-F238E27FC236}">
                <a16:creationId xmlns:a16="http://schemas.microsoft.com/office/drawing/2014/main" id="{F9B4FC2F-EFAC-472B-9B65-2F2658AB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40092" y="3458898"/>
            <a:ext cx="440158" cy="220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2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BLEU</a:t>
            </a:r>
          </a:p>
        </p:txBody>
      </p:sp>
      <p:sp>
        <p:nvSpPr>
          <p:cNvPr id="599" name="text-431 -4">
            <a:extLst xmlns:a="http://schemas.openxmlformats.org/drawingml/2006/main">
              <a:ext uri="{FF2B5EF4-FFF2-40B4-BE49-F238E27FC236}">
                <a16:creationId xmlns:a16="http://schemas.microsoft.com/office/drawing/2014/main" id="{C3195881-7CB7-4F04-817F-FDCB9BCD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2080" y="3458579"/>
            <a:ext cx="160118" cy="221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-4</a:t>
            </a:r>
          </a:p>
        </p:txBody>
      </p:sp>
      <p:sp>
        <p:nvSpPr>
          <p:cNvPr id="600" name="text-432 (B@4)">
            <a:extLst xmlns:a="http://schemas.openxmlformats.org/drawingml/2006/main">
              <a:ext uri="{FF2B5EF4-FFF2-40B4-BE49-F238E27FC236}">
                <a16:creationId xmlns:a16="http://schemas.microsoft.com/office/drawing/2014/main" id="{AE0D138B-F3A2-4F5E-A98D-A0F89090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3864" y="3648378"/>
            <a:ext cx="463585" cy="221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(B@4)</a:t>
            </a:r>
          </a:p>
        </p:txBody>
      </p:sp>
      <p:sp>
        <p:nvSpPr>
          <p:cNvPr id="601" name="text-433 TAcc">
            <a:extLst xmlns:a="http://schemas.openxmlformats.org/drawingml/2006/main">
              <a:ext uri="{FF2B5EF4-FFF2-40B4-BE49-F238E27FC236}">
                <a16:creationId xmlns:a16="http://schemas.microsoft.com/office/drawing/2014/main" id="{B5612EA7-A2EE-4A80-89DB-A5E20586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3656" y="1660946"/>
            <a:ext cx="380058" cy="22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0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TAcc</a:t>
            </a:r>
          </a:p>
        </p:txBody>
      </p:sp>
      <p:sp>
        <p:nvSpPr>
          <p:cNvPr id="602" name="text-434 @0.5m">
            <a:extLst xmlns:a="http://schemas.openxmlformats.org/drawingml/2006/main">
              <a:ext uri="{FF2B5EF4-FFF2-40B4-BE49-F238E27FC236}">
                <a16:creationId xmlns:a16="http://schemas.microsoft.com/office/drawing/2014/main" id="{85E561EB-2225-4E3F-BD0A-C94AE486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5929" y="1856621"/>
            <a:ext cx="494026" cy="221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@0.5m</a:t>
            </a:r>
          </a:p>
        </p:txBody>
      </p:sp>
      <p:sp>
        <p:nvSpPr>
          <p:cNvPr id="603" name="text-435 61.9">
            <a:extLst xmlns:a="http://schemas.openxmlformats.org/drawingml/2006/main">
              <a:ext uri="{FF2B5EF4-FFF2-40B4-BE49-F238E27FC236}">
                <a16:creationId xmlns:a16="http://schemas.microsoft.com/office/drawing/2014/main" id="{F7560B54-3763-44C9-88FA-6C5BB3BB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9893" y="1898042"/>
            <a:ext cx="244635" cy="177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61.9</a:t>
            </a:r>
          </a:p>
        </p:txBody>
      </p:sp>
      <p:sp>
        <p:nvSpPr>
          <p:cNvPr id="604" name="text-436 SAcc">
            <a:extLst xmlns:a="http://schemas.openxmlformats.org/drawingml/2006/main">
              <a:ext uri="{FF2B5EF4-FFF2-40B4-BE49-F238E27FC236}">
                <a16:creationId xmlns:a16="http://schemas.microsoft.com/office/drawing/2014/main" id="{B5B8B339-887C-4396-854F-D10CDFEC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4690" y="4417170"/>
            <a:ext cx="370290" cy="221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SAcc</a:t>
            </a:r>
          </a:p>
        </p:txBody>
      </p:sp>
      <p:sp>
        <p:nvSpPr>
          <p:cNvPr id="605" name="text-437 @0.5m">
            <a:extLst xmlns:a="http://schemas.openxmlformats.org/drawingml/2006/main">
              <a:ext uri="{FF2B5EF4-FFF2-40B4-BE49-F238E27FC236}">
                <a16:creationId xmlns:a16="http://schemas.microsoft.com/office/drawing/2014/main" id="{CE83D1B0-F669-4379-87C9-CB737BD2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83010" y="4606903"/>
            <a:ext cx="494026" cy="221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@0.5m</a:t>
            </a:r>
          </a:p>
        </p:txBody>
      </p:sp>
      <p:sp>
        <p:nvSpPr>
          <p:cNvPr id="606" name="text-438 TrajAcc">
            <a:extLst xmlns:a="http://schemas.openxmlformats.org/drawingml/2006/main">
              <a:ext uri="{FF2B5EF4-FFF2-40B4-BE49-F238E27FC236}">
                <a16:creationId xmlns:a16="http://schemas.microsoft.com/office/drawing/2014/main" id="{C81BE343-2FB5-496E-985C-78F2F2CA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4447" y="3569745"/>
            <a:ext cx="547007" cy="223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0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0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TrajAcc</a:t>
            </a:r>
          </a:p>
        </p:txBody>
      </p:sp>
      <p:sp>
        <p:nvSpPr>
          <p:cNvPr id="607" name="text-439 @1.0m">
            <a:extLst xmlns:a="http://schemas.openxmlformats.org/drawingml/2006/main">
              <a:ext uri="{FF2B5EF4-FFF2-40B4-BE49-F238E27FC236}">
                <a16:creationId xmlns:a16="http://schemas.microsoft.com/office/drawing/2014/main" id="{7D0DF262-E02A-48E5-9FD5-DB748698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0542" y="3761575"/>
            <a:ext cx="494024" cy="221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4" b="0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@1.0m</a:t>
            </a:r>
          </a:p>
        </p:txBody>
      </p:sp>
      <p:sp>
        <p:nvSpPr>
          <p:cNvPr id="608" name="text-440 62.6">
            <a:extLst xmlns:a="http://schemas.openxmlformats.org/drawingml/2006/main">
              <a:ext uri="{FF2B5EF4-FFF2-40B4-BE49-F238E27FC236}">
                <a16:creationId xmlns:a16="http://schemas.microsoft.com/office/drawing/2014/main" id="{4BFB5375-2271-400D-AF69-6DE8E9B6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1524" y="3440825"/>
            <a:ext cx="244635" cy="177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8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62.6</a:t>
            </a:r>
          </a:p>
        </p:txBody>
      </p:sp>
      <p:sp>
        <p:nvSpPr>
          <p:cNvPr id="609" name="path-441">
            <a:extLst xmlns:a="http://schemas.openxmlformats.org/drawingml/2006/main">
              <a:ext uri="{FF2B5EF4-FFF2-40B4-BE49-F238E27FC236}">
                <a16:creationId xmlns:a16="http://schemas.microsoft.com/office/drawing/2014/main" id="{9841BF3A-1F4D-4E79-87A2-ACCCEBF8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619" y="4835862"/>
            <a:ext cx="174600" cy="180295"/>
          </a:xfrm>
          <a:custGeom xmlns:a="http://schemas.openxmlformats.org/drawingml/2006/main">
            <a:pathLst>
              <a:path w="174600" h="180295">
                <a:moveTo>
                  <a:pt x="0" y="0"/>
                </a:moveTo>
                <a:lnTo>
                  <a:pt x="0" y="180295"/>
                </a:lnTo>
                <a:lnTo>
                  <a:pt x="174600" y="180295"/>
                </a:lnTo>
                <a:lnTo>
                  <a:pt x="174600" y="0"/>
                </a:lnTo>
                <a:close/>
              </a:path>
            </a:pathLst>
          </a:custGeom>
          <a:solidFill xmlns:a="http://schemas.openxmlformats.org/drawingml/2006/main">
            <a:srgbClr val="FED9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" name="text-442 Video-3D-LLM">
            <a:extLst xmlns:a="http://schemas.openxmlformats.org/drawingml/2006/main">
              <a:ext uri="{FF2B5EF4-FFF2-40B4-BE49-F238E27FC236}">
                <a16:creationId xmlns:a16="http://schemas.microsoft.com/office/drawing/2014/main" id="{2691E6B0-2A1D-4B37-A9AF-D7228EE4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0556" y="4821912"/>
            <a:ext cx="1047190" cy="22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Video-3D-LLM</a:t>
            </a:r>
          </a:p>
        </p:txBody>
      </p:sp>
      <p:sp>
        <p:nvSpPr>
          <p:cNvPr id="611" name="path-443">
            <a:extLst xmlns:a="http://schemas.openxmlformats.org/drawingml/2006/main">
              <a:ext uri="{FF2B5EF4-FFF2-40B4-BE49-F238E27FC236}">
                <a16:creationId xmlns:a16="http://schemas.microsoft.com/office/drawing/2014/main" id="{65D9C824-E2D1-48B9-9C22-A87452A8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572" y="4835862"/>
            <a:ext cx="174601" cy="180295"/>
          </a:xfrm>
          <a:custGeom xmlns:a="http://schemas.openxmlformats.org/drawingml/2006/main">
            <a:pathLst>
              <a:path w="174601" h="180295">
                <a:moveTo>
                  <a:pt x="0" y="0"/>
                </a:moveTo>
                <a:lnTo>
                  <a:pt x="0" y="180295"/>
                </a:lnTo>
                <a:lnTo>
                  <a:pt x="174601" y="180295"/>
                </a:lnTo>
                <a:lnTo>
                  <a:pt x="174601" y="0"/>
                </a:lnTo>
                <a:close/>
              </a:path>
            </a:pathLst>
          </a:custGeom>
          <a:solidFill xmlns:a="http://schemas.openxmlformats.org/drawingml/2006/main">
            <a:srgbClr val="DCB4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text-444 Qwen2.5-VL-7B">
            <a:extLst xmlns:a="http://schemas.openxmlformats.org/drawingml/2006/main">
              <a:ext uri="{FF2B5EF4-FFF2-40B4-BE49-F238E27FC236}">
                <a16:creationId xmlns:a16="http://schemas.microsoft.com/office/drawing/2014/main" id="{74C96BC2-F381-450E-832F-C62368D0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2485" y="4808428"/>
            <a:ext cx="1103681" cy="221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Qwen2.5-VL-7B</a:t>
            </a:r>
          </a:p>
        </p:txBody>
      </p:sp>
      <p:sp>
        <p:nvSpPr>
          <p:cNvPr id="613" name="path-445">
            <a:extLst xmlns:a="http://schemas.openxmlformats.org/drawingml/2006/main">
              <a:ext uri="{FF2B5EF4-FFF2-40B4-BE49-F238E27FC236}">
                <a16:creationId xmlns:a16="http://schemas.microsoft.com/office/drawing/2014/main" id="{1E2A6E22-3C21-4006-91E6-1F2EC8D6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0993" y="4835862"/>
            <a:ext cx="174601" cy="180295"/>
          </a:xfrm>
          <a:custGeom xmlns:a="http://schemas.openxmlformats.org/drawingml/2006/main">
            <a:pathLst>
              <a:path w="174601" h="180295">
                <a:moveTo>
                  <a:pt x="0" y="0"/>
                </a:moveTo>
                <a:lnTo>
                  <a:pt x="0" y="180295"/>
                </a:lnTo>
                <a:lnTo>
                  <a:pt x="174601" y="180295"/>
                </a:lnTo>
                <a:lnTo>
                  <a:pt x="174601" y="0"/>
                </a:lnTo>
                <a:close/>
              </a:path>
            </a:pathLst>
          </a:custGeom>
          <a:solidFill xmlns:a="http://schemas.openxmlformats.org/drawingml/2006/main">
            <a:srgbClr val="D83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" name="text-446 LLaVA-Video">
            <a:extLst xmlns:a="http://schemas.openxmlformats.org/drawingml/2006/main">
              <a:ext uri="{FF2B5EF4-FFF2-40B4-BE49-F238E27FC236}">
                <a16:creationId xmlns:a16="http://schemas.microsoft.com/office/drawing/2014/main" id="{CD317029-0C02-452B-AE5C-F6C8B08B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3212" y="4803159"/>
            <a:ext cx="959736" cy="228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LLaVA-Video</a:t>
            </a:r>
          </a:p>
        </p:txBody>
      </p:sp>
      <p:sp>
        <p:nvSpPr>
          <p:cNvPr id="615" name="path-447">
            <a:extLst xmlns:a="http://schemas.openxmlformats.org/drawingml/2006/main">
              <a:ext uri="{FF2B5EF4-FFF2-40B4-BE49-F238E27FC236}">
                <a16:creationId xmlns:a16="http://schemas.microsoft.com/office/drawing/2014/main" id="{C25ED856-FF7F-4C01-AC11-93225A74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140" y="5084479"/>
            <a:ext cx="176499" cy="180294"/>
          </a:xfrm>
          <a:custGeom xmlns:a="http://schemas.openxmlformats.org/drawingml/2006/main">
            <a:pathLst>
              <a:path w="176499" h="180294">
                <a:moveTo>
                  <a:pt x="0" y="0"/>
                </a:moveTo>
                <a:lnTo>
                  <a:pt x="0" y="180294"/>
                </a:lnTo>
                <a:lnTo>
                  <a:pt x="176499" y="180294"/>
                </a:lnTo>
                <a:lnTo>
                  <a:pt x="176499" y="0"/>
                </a:lnTo>
                <a:close/>
              </a:path>
            </a:pathLst>
          </a:custGeom>
          <a:solidFill xmlns:a="http://schemas.openxmlformats.org/drawingml/2006/main">
            <a:srgbClr val="48C2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text-448 Qwen3.5-9B">
            <a:extLst xmlns:a="http://schemas.openxmlformats.org/drawingml/2006/main">
              <a:ext uri="{FF2B5EF4-FFF2-40B4-BE49-F238E27FC236}">
                <a16:creationId xmlns:a16="http://schemas.microsoft.com/office/drawing/2014/main" id="{5D33C58F-B3D7-4A14-AE8A-B5394C3C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8900" y="5055940"/>
            <a:ext cx="840357" cy="221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Qwen3.5-9B</a:t>
            </a:r>
          </a:p>
        </p:txBody>
      </p:sp>
      <p:sp>
        <p:nvSpPr>
          <p:cNvPr id="617" name="path-449">
            <a:extLst xmlns:a="http://schemas.openxmlformats.org/drawingml/2006/main">
              <a:ext uri="{FF2B5EF4-FFF2-40B4-BE49-F238E27FC236}">
                <a16:creationId xmlns:a16="http://schemas.microsoft.com/office/drawing/2014/main" id="{78217508-39D9-4D3F-B38D-EA0289F3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9449" y="5084479"/>
            <a:ext cx="176499" cy="180294"/>
          </a:xfrm>
          <a:custGeom xmlns:a="http://schemas.openxmlformats.org/drawingml/2006/main">
            <a:pathLst>
              <a:path w="176499" h="180294">
                <a:moveTo>
                  <a:pt x="0" y="0"/>
                </a:moveTo>
                <a:lnTo>
                  <a:pt x="0" y="180294"/>
                </a:lnTo>
                <a:lnTo>
                  <a:pt x="176499" y="180294"/>
                </a:lnTo>
                <a:lnTo>
                  <a:pt x="176499" y="0"/>
                </a:lnTo>
                <a:close/>
              </a:path>
            </a:pathLst>
          </a:custGeom>
          <a:solidFill xmlns:a="http://schemas.openxmlformats.org/drawingml/2006/main">
            <a:srgbClr val="7FB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text-450 LMM-Track4D">
            <a:extLst xmlns:a="http://schemas.openxmlformats.org/drawingml/2006/main">
              <a:ext uri="{FF2B5EF4-FFF2-40B4-BE49-F238E27FC236}">
                <a16:creationId xmlns:a16="http://schemas.microsoft.com/office/drawing/2014/main" id="{C67C86D3-ABB6-4DBC-946D-3859BCF2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8310" y="5054844"/>
            <a:ext cx="1021622" cy="222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LMM-Track4D</a:t>
            </a:r>
          </a:p>
        </p:txBody>
      </p:sp>
    </p:spTree>
    <p:extLst>
      <p:ext uri="{BB962C8B-B14F-4D97-AF65-F5344CB8AC3E}">
        <p14:creationId xmlns:p14="http://schemas.microsoft.com/office/powerpoint/2010/main" val="1611454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0" name="path-1">
            <a:extLst xmlns:a="http://schemas.openxmlformats.org/drawingml/2006/main">
              <a:ext uri="{FF2B5EF4-FFF2-40B4-BE49-F238E27FC236}">
                <a16:creationId xmlns:a16="http://schemas.microsoft.com/office/drawing/2014/main" id="{B160A793-7480-4DAF-AB85-0D0A6469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888" y="6766263"/>
            <a:ext cx="1903142" cy="692458"/>
          </a:xfrm>
          <a:custGeom xmlns:a="http://schemas.openxmlformats.org/drawingml/2006/main">
            <a:pathLst>
              <a:path w="1903142" h="692458">
                <a:moveTo>
                  <a:pt x="223" y="115409"/>
                </a:moveTo>
                <a:cubicBezTo>
                  <a:pt x="0" y="51577"/>
                  <a:pt x="51576" y="0"/>
                  <a:pt x="115633" y="0"/>
                </a:cubicBezTo>
                <a:lnTo>
                  <a:pt x="1787732" y="0"/>
                </a:lnTo>
                <a:cubicBezTo>
                  <a:pt x="1850671" y="0"/>
                  <a:pt x="1902247" y="51577"/>
                  <a:pt x="1903142" y="115409"/>
                </a:cubicBezTo>
                <a:lnTo>
                  <a:pt x="1903142" y="577048"/>
                </a:lnTo>
                <a:cubicBezTo>
                  <a:pt x="1902247" y="639539"/>
                  <a:pt x="1850671" y="691116"/>
                  <a:pt x="1787732" y="692458"/>
                </a:cubicBezTo>
                <a:lnTo>
                  <a:pt x="115633" y="692458"/>
                </a:lnTo>
                <a:cubicBezTo>
                  <a:pt x="51576" y="691116"/>
                  <a:pt x="0" y="639539"/>
                  <a:pt x="223" y="577048"/>
                </a:cubicBezTo>
                <a:lnTo>
                  <a:pt x="223" y="115409"/>
                </a:lnTo>
              </a:path>
            </a:pathLst>
          </a:custGeom>
          <a:solidFill xmlns:a="http://schemas.openxmlformats.org/drawingml/2006/main">
            <a:srgbClr val="FBE5D6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B788B99F-3B06-4110-807C-070E8B83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704" y="6755080"/>
            <a:ext cx="1924614" cy="713483"/>
          </a:xfrm>
          <a:custGeom xmlns:a="http://schemas.openxmlformats.org/drawingml/2006/main">
            <a:pathLst>
              <a:path w="1924614" h="713483">
                <a:moveTo>
                  <a:pt x="156" y="119883"/>
                </a:moveTo>
                <a:lnTo>
                  <a:pt x="648" y="113464"/>
                </a:lnTo>
                <a:lnTo>
                  <a:pt x="1454" y="107134"/>
                </a:lnTo>
                <a:lnTo>
                  <a:pt x="2572" y="100916"/>
                </a:lnTo>
                <a:lnTo>
                  <a:pt x="3981" y="94787"/>
                </a:lnTo>
                <a:lnTo>
                  <a:pt x="5681" y="88794"/>
                </a:lnTo>
                <a:lnTo>
                  <a:pt x="7672" y="82912"/>
                </a:lnTo>
                <a:lnTo>
                  <a:pt x="9976" y="77051"/>
                </a:lnTo>
                <a:lnTo>
                  <a:pt x="15254" y="66115"/>
                </a:lnTo>
                <a:lnTo>
                  <a:pt x="21584" y="55691"/>
                </a:lnTo>
                <a:lnTo>
                  <a:pt x="28852" y="45985"/>
                </a:lnTo>
                <a:lnTo>
                  <a:pt x="36994" y="36994"/>
                </a:lnTo>
                <a:lnTo>
                  <a:pt x="45985" y="28852"/>
                </a:lnTo>
                <a:lnTo>
                  <a:pt x="55692" y="21583"/>
                </a:lnTo>
                <a:lnTo>
                  <a:pt x="66115" y="15253"/>
                </a:lnTo>
                <a:lnTo>
                  <a:pt x="77052" y="9975"/>
                </a:lnTo>
                <a:lnTo>
                  <a:pt x="82912" y="7671"/>
                </a:lnTo>
                <a:lnTo>
                  <a:pt x="88794" y="5681"/>
                </a:lnTo>
                <a:lnTo>
                  <a:pt x="94788" y="3981"/>
                </a:lnTo>
                <a:lnTo>
                  <a:pt x="100917" y="2572"/>
                </a:lnTo>
                <a:lnTo>
                  <a:pt x="107134" y="1454"/>
                </a:lnTo>
                <a:lnTo>
                  <a:pt x="113464" y="648"/>
                </a:lnTo>
                <a:lnTo>
                  <a:pt x="119883" y="156"/>
                </a:lnTo>
                <a:lnTo>
                  <a:pt x="126235" y="0"/>
                </a:lnTo>
                <a:lnTo>
                  <a:pt x="1798379" y="0"/>
                </a:lnTo>
                <a:lnTo>
                  <a:pt x="1804731" y="156"/>
                </a:lnTo>
                <a:lnTo>
                  <a:pt x="1811149" y="648"/>
                </a:lnTo>
                <a:lnTo>
                  <a:pt x="1817479" y="1454"/>
                </a:lnTo>
                <a:lnTo>
                  <a:pt x="1823697" y="2572"/>
                </a:lnTo>
                <a:lnTo>
                  <a:pt x="1829826" y="3981"/>
                </a:lnTo>
                <a:lnTo>
                  <a:pt x="1835820" y="5681"/>
                </a:lnTo>
                <a:lnTo>
                  <a:pt x="1841702" y="7671"/>
                </a:lnTo>
                <a:lnTo>
                  <a:pt x="1847562" y="9975"/>
                </a:lnTo>
                <a:lnTo>
                  <a:pt x="1858499" y="15253"/>
                </a:lnTo>
                <a:lnTo>
                  <a:pt x="1868921" y="21583"/>
                </a:lnTo>
                <a:lnTo>
                  <a:pt x="1878629" y="28852"/>
                </a:lnTo>
                <a:lnTo>
                  <a:pt x="1887620" y="36994"/>
                </a:lnTo>
                <a:lnTo>
                  <a:pt x="1895762" y="45985"/>
                </a:lnTo>
                <a:lnTo>
                  <a:pt x="1903030" y="55691"/>
                </a:lnTo>
                <a:lnTo>
                  <a:pt x="1909360" y="66115"/>
                </a:lnTo>
                <a:lnTo>
                  <a:pt x="1914638" y="77051"/>
                </a:lnTo>
                <a:lnTo>
                  <a:pt x="1916942" y="82912"/>
                </a:lnTo>
                <a:lnTo>
                  <a:pt x="1918932" y="88794"/>
                </a:lnTo>
                <a:lnTo>
                  <a:pt x="1920632" y="94787"/>
                </a:lnTo>
                <a:lnTo>
                  <a:pt x="1922041" y="100916"/>
                </a:lnTo>
                <a:lnTo>
                  <a:pt x="1923160" y="107134"/>
                </a:lnTo>
                <a:lnTo>
                  <a:pt x="1923965" y="113464"/>
                </a:lnTo>
                <a:lnTo>
                  <a:pt x="1924458" y="119883"/>
                </a:lnTo>
                <a:lnTo>
                  <a:pt x="1924614" y="126235"/>
                </a:lnTo>
                <a:lnTo>
                  <a:pt x="1924614" y="587247"/>
                </a:lnTo>
                <a:lnTo>
                  <a:pt x="1924458" y="593599"/>
                </a:lnTo>
                <a:lnTo>
                  <a:pt x="1923965" y="600019"/>
                </a:lnTo>
                <a:lnTo>
                  <a:pt x="1923160" y="606348"/>
                </a:lnTo>
                <a:lnTo>
                  <a:pt x="1922041" y="612566"/>
                </a:lnTo>
                <a:lnTo>
                  <a:pt x="1920632" y="618694"/>
                </a:lnTo>
                <a:lnTo>
                  <a:pt x="1918932" y="624689"/>
                </a:lnTo>
                <a:lnTo>
                  <a:pt x="1916942" y="630571"/>
                </a:lnTo>
                <a:lnTo>
                  <a:pt x="1914638" y="636430"/>
                </a:lnTo>
                <a:lnTo>
                  <a:pt x="1909360" y="647368"/>
                </a:lnTo>
                <a:lnTo>
                  <a:pt x="1903030" y="657790"/>
                </a:lnTo>
                <a:lnTo>
                  <a:pt x="1895762" y="667498"/>
                </a:lnTo>
                <a:lnTo>
                  <a:pt x="1887620" y="676466"/>
                </a:lnTo>
                <a:lnTo>
                  <a:pt x="1878629" y="684630"/>
                </a:lnTo>
                <a:lnTo>
                  <a:pt x="1868921" y="691899"/>
                </a:lnTo>
                <a:lnTo>
                  <a:pt x="1858499" y="698228"/>
                </a:lnTo>
                <a:lnTo>
                  <a:pt x="1847562" y="703506"/>
                </a:lnTo>
                <a:lnTo>
                  <a:pt x="1841702" y="705810"/>
                </a:lnTo>
                <a:lnTo>
                  <a:pt x="1835820" y="707802"/>
                </a:lnTo>
                <a:lnTo>
                  <a:pt x="1829826" y="709501"/>
                </a:lnTo>
                <a:lnTo>
                  <a:pt x="1823697" y="710910"/>
                </a:lnTo>
                <a:lnTo>
                  <a:pt x="1817479" y="712029"/>
                </a:lnTo>
                <a:lnTo>
                  <a:pt x="1811149" y="712834"/>
                </a:lnTo>
                <a:lnTo>
                  <a:pt x="1804731" y="713326"/>
                </a:lnTo>
                <a:lnTo>
                  <a:pt x="1798379" y="713483"/>
                </a:lnTo>
                <a:lnTo>
                  <a:pt x="126235" y="713483"/>
                </a:lnTo>
                <a:lnTo>
                  <a:pt x="119883" y="713326"/>
                </a:lnTo>
                <a:lnTo>
                  <a:pt x="113464" y="712834"/>
                </a:lnTo>
                <a:lnTo>
                  <a:pt x="107134" y="712029"/>
                </a:lnTo>
                <a:lnTo>
                  <a:pt x="100917" y="710910"/>
                </a:lnTo>
                <a:lnTo>
                  <a:pt x="94788" y="709501"/>
                </a:lnTo>
                <a:lnTo>
                  <a:pt x="88794" y="707802"/>
                </a:lnTo>
                <a:lnTo>
                  <a:pt x="82912" y="705810"/>
                </a:lnTo>
                <a:lnTo>
                  <a:pt x="77052" y="703506"/>
                </a:lnTo>
                <a:lnTo>
                  <a:pt x="66115" y="698228"/>
                </a:lnTo>
                <a:lnTo>
                  <a:pt x="55692" y="691899"/>
                </a:lnTo>
                <a:lnTo>
                  <a:pt x="45985" y="684630"/>
                </a:lnTo>
                <a:lnTo>
                  <a:pt x="36994" y="676466"/>
                </a:lnTo>
                <a:lnTo>
                  <a:pt x="28852" y="667498"/>
                </a:lnTo>
                <a:lnTo>
                  <a:pt x="21584" y="657790"/>
                </a:lnTo>
                <a:lnTo>
                  <a:pt x="15254" y="647368"/>
                </a:lnTo>
                <a:lnTo>
                  <a:pt x="9976" y="636430"/>
                </a:lnTo>
                <a:lnTo>
                  <a:pt x="7672" y="630571"/>
                </a:lnTo>
                <a:lnTo>
                  <a:pt x="5681" y="624689"/>
                </a:lnTo>
                <a:lnTo>
                  <a:pt x="3981" y="618694"/>
                </a:lnTo>
                <a:lnTo>
                  <a:pt x="2572" y="612566"/>
                </a:lnTo>
                <a:lnTo>
                  <a:pt x="1454" y="606348"/>
                </a:lnTo>
                <a:lnTo>
                  <a:pt x="648" y="600019"/>
                </a:lnTo>
                <a:lnTo>
                  <a:pt x="156" y="593599"/>
                </a:lnTo>
                <a:lnTo>
                  <a:pt x="0" y="587247"/>
                </a:lnTo>
                <a:lnTo>
                  <a:pt x="0" y="126235"/>
                </a:lnTo>
                <a:lnTo>
                  <a:pt x="156" y="119883"/>
                </a:lnTo>
                <a:moveTo>
                  <a:pt x="22367" y="126660"/>
                </a:moveTo>
                <a:lnTo>
                  <a:pt x="22367" y="126369"/>
                </a:lnTo>
                <a:lnTo>
                  <a:pt x="22367" y="587114"/>
                </a:lnTo>
                <a:lnTo>
                  <a:pt x="22367" y="586822"/>
                </a:lnTo>
                <a:lnTo>
                  <a:pt x="22523" y="592749"/>
                </a:lnTo>
                <a:lnTo>
                  <a:pt x="22478" y="592190"/>
                </a:lnTo>
                <a:lnTo>
                  <a:pt x="22925" y="598050"/>
                </a:lnTo>
                <a:lnTo>
                  <a:pt x="22881" y="597469"/>
                </a:lnTo>
                <a:lnTo>
                  <a:pt x="23596" y="603239"/>
                </a:lnTo>
                <a:lnTo>
                  <a:pt x="23529" y="602680"/>
                </a:lnTo>
                <a:lnTo>
                  <a:pt x="24536" y="608361"/>
                </a:lnTo>
                <a:lnTo>
                  <a:pt x="24424" y="607802"/>
                </a:lnTo>
                <a:lnTo>
                  <a:pt x="25699" y="613393"/>
                </a:lnTo>
                <a:lnTo>
                  <a:pt x="25564" y="612834"/>
                </a:lnTo>
                <a:lnTo>
                  <a:pt x="27130" y="618314"/>
                </a:lnTo>
                <a:lnTo>
                  <a:pt x="26951" y="617777"/>
                </a:lnTo>
                <a:lnTo>
                  <a:pt x="28763" y="623122"/>
                </a:lnTo>
                <a:lnTo>
                  <a:pt x="28584" y="622608"/>
                </a:lnTo>
                <a:lnTo>
                  <a:pt x="30642" y="627842"/>
                </a:lnTo>
                <a:lnTo>
                  <a:pt x="30306" y="627104"/>
                </a:lnTo>
                <a:lnTo>
                  <a:pt x="35160" y="637169"/>
                </a:lnTo>
                <a:lnTo>
                  <a:pt x="34645" y="636207"/>
                </a:lnTo>
                <a:lnTo>
                  <a:pt x="40416" y="645713"/>
                </a:lnTo>
                <a:lnTo>
                  <a:pt x="39812" y="644818"/>
                </a:lnTo>
                <a:lnTo>
                  <a:pt x="46433" y="653675"/>
                </a:lnTo>
                <a:lnTo>
                  <a:pt x="45761" y="652870"/>
                </a:lnTo>
                <a:lnTo>
                  <a:pt x="53187" y="661033"/>
                </a:lnTo>
                <a:lnTo>
                  <a:pt x="52449" y="660295"/>
                </a:lnTo>
                <a:lnTo>
                  <a:pt x="60612" y="667721"/>
                </a:lnTo>
                <a:lnTo>
                  <a:pt x="59807" y="667049"/>
                </a:lnTo>
                <a:lnTo>
                  <a:pt x="68664" y="673671"/>
                </a:lnTo>
                <a:lnTo>
                  <a:pt x="67770" y="673066"/>
                </a:lnTo>
                <a:lnTo>
                  <a:pt x="77276" y="678837"/>
                </a:lnTo>
                <a:lnTo>
                  <a:pt x="76313" y="678323"/>
                </a:lnTo>
                <a:lnTo>
                  <a:pt x="86378" y="683176"/>
                </a:lnTo>
                <a:lnTo>
                  <a:pt x="85641" y="682841"/>
                </a:lnTo>
                <a:lnTo>
                  <a:pt x="90874" y="684898"/>
                </a:lnTo>
                <a:lnTo>
                  <a:pt x="90360" y="684719"/>
                </a:lnTo>
                <a:lnTo>
                  <a:pt x="95705" y="686531"/>
                </a:lnTo>
                <a:lnTo>
                  <a:pt x="95168" y="686352"/>
                </a:lnTo>
                <a:lnTo>
                  <a:pt x="100648" y="687918"/>
                </a:lnTo>
                <a:lnTo>
                  <a:pt x="100089" y="687783"/>
                </a:lnTo>
                <a:lnTo>
                  <a:pt x="105680" y="689058"/>
                </a:lnTo>
                <a:lnTo>
                  <a:pt x="105121" y="688946"/>
                </a:lnTo>
                <a:lnTo>
                  <a:pt x="110802" y="689953"/>
                </a:lnTo>
                <a:lnTo>
                  <a:pt x="110243" y="689886"/>
                </a:lnTo>
                <a:lnTo>
                  <a:pt x="116013" y="690601"/>
                </a:lnTo>
                <a:lnTo>
                  <a:pt x="115432" y="690557"/>
                </a:lnTo>
                <a:lnTo>
                  <a:pt x="121292" y="691004"/>
                </a:lnTo>
                <a:lnTo>
                  <a:pt x="120733" y="690959"/>
                </a:lnTo>
                <a:lnTo>
                  <a:pt x="126660" y="691116"/>
                </a:lnTo>
                <a:lnTo>
                  <a:pt x="126369" y="691116"/>
                </a:lnTo>
                <a:lnTo>
                  <a:pt x="1798244" y="691116"/>
                </a:lnTo>
                <a:lnTo>
                  <a:pt x="1797954" y="691116"/>
                </a:lnTo>
                <a:lnTo>
                  <a:pt x="1803881" y="690959"/>
                </a:lnTo>
                <a:lnTo>
                  <a:pt x="1803322" y="691004"/>
                </a:lnTo>
                <a:lnTo>
                  <a:pt x="1809181" y="690557"/>
                </a:lnTo>
                <a:lnTo>
                  <a:pt x="1808600" y="690601"/>
                </a:lnTo>
                <a:lnTo>
                  <a:pt x="1814371" y="689886"/>
                </a:lnTo>
                <a:lnTo>
                  <a:pt x="1813811" y="689953"/>
                </a:lnTo>
                <a:lnTo>
                  <a:pt x="1819492" y="688946"/>
                </a:lnTo>
                <a:lnTo>
                  <a:pt x="1818933" y="689058"/>
                </a:lnTo>
                <a:lnTo>
                  <a:pt x="1824525" y="687783"/>
                </a:lnTo>
                <a:lnTo>
                  <a:pt x="1823966" y="687918"/>
                </a:lnTo>
                <a:lnTo>
                  <a:pt x="1829445" y="686352"/>
                </a:lnTo>
                <a:lnTo>
                  <a:pt x="1828909" y="686531"/>
                </a:lnTo>
                <a:lnTo>
                  <a:pt x="1834254" y="684719"/>
                </a:lnTo>
                <a:lnTo>
                  <a:pt x="1833740" y="684898"/>
                </a:lnTo>
                <a:lnTo>
                  <a:pt x="1838973" y="682841"/>
                </a:lnTo>
                <a:lnTo>
                  <a:pt x="1838235" y="683176"/>
                </a:lnTo>
                <a:lnTo>
                  <a:pt x="1848301" y="678323"/>
                </a:lnTo>
                <a:lnTo>
                  <a:pt x="1847338" y="678837"/>
                </a:lnTo>
                <a:lnTo>
                  <a:pt x="1856844" y="673066"/>
                </a:lnTo>
                <a:lnTo>
                  <a:pt x="1855949" y="673671"/>
                </a:lnTo>
                <a:lnTo>
                  <a:pt x="1864807" y="667049"/>
                </a:lnTo>
                <a:lnTo>
                  <a:pt x="1864001" y="667721"/>
                </a:lnTo>
                <a:lnTo>
                  <a:pt x="1872165" y="660295"/>
                </a:lnTo>
                <a:lnTo>
                  <a:pt x="1871427" y="661033"/>
                </a:lnTo>
                <a:lnTo>
                  <a:pt x="1878852" y="652870"/>
                </a:lnTo>
                <a:lnTo>
                  <a:pt x="1878181" y="653675"/>
                </a:lnTo>
                <a:lnTo>
                  <a:pt x="1884802" y="644818"/>
                </a:lnTo>
                <a:lnTo>
                  <a:pt x="1884198" y="645713"/>
                </a:lnTo>
                <a:lnTo>
                  <a:pt x="1889968" y="636207"/>
                </a:lnTo>
                <a:lnTo>
                  <a:pt x="1889454" y="637169"/>
                </a:lnTo>
                <a:lnTo>
                  <a:pt x="1894307" y="627104"/>
                </a:lnTo>
                <a:lnTo>
                  <a:pt x="1893972" y="627842"/>
                </a:lnTo>
                <a:lnTo>
                  <a:pt x="1896030" y="622608"/>
                </a:lnTo>
                <a:lnTo>
                  <a:pt x="1895851" y="623122"/>
                </a:lnTo>
                <a:lnTo>
                  <a:pt x="1897663" y="617777"/>
                </a:lnTo>
                <a:lnTo>
                  <a:pt x="1897484" y="618314"/>
                </a:lnTo>
                <a:lnTo>
                  <a:pt x="1899049" y="612834"/>
                </a:lnTo>
                <a:lnTo>
                  <a:pt x="1898915" y="613393"/>
                </a:lnTo>
                <a:lnTo>
                  <a:pt x="1900189" y="607802"/>
                </a:lnTo>
                <a:lnTo>
                  <a:pt x="1900078" y="608361"/>
                </a:lnTo>
                <a:lnTo>
                  <a:pt x="1901085" y="602680"/>
                </a:lnTo>
                <a:lnTo>
                  <a:pt x="1901017" y="603239"/>
                </a:lnTo>
                <a:lnTo>
                  <a:pt x="1901733" y="597469"/>
                </a:lnTo>
                <a:lnTo>
                  <a:pt x="1901688" y="598050"/>
                </a:lnTo>
                <a:lnTo>
                  <a:pt x="1902136" y="592190"/>
                </a:lnTo>
                <a:lnTo>
                  <a:pt x="1902091" y="592749"/>
                </a:lnTo>
                <a:lnTo>
                  <a:pt x="1902247" y="586822"/>
                </a:lnTo>
                <a:lnTo>
                  <a:pt x="1902247" y="587114"/>
                </a:lnTo>
                <a:lnTo>
                  <a:pt x="1902247" y="126369"/>
                </a:lnTo>
                <a:lnTo>
                  <a:pt x="1902247" y="126660"/>
                </a:lnTo>
                <a:lnTo>
                  <a:pt x="1902091" y="120732"/>
                </a:lnTo>
                <a:lnTo>
                  <a:pt x="1902136" y="121291"/>
                </a:lnTo>
                <a:lnTo>
                  <a:pt x="1901688" y="115431"/>
                </a:lnTo>
                <a:lnTo>
                  <a:pt x="1901733" y="116013"/>
                </a:lnTo>
                <a:lnTo>
                  <a:pt x="1901017" y="110243"/>
                </a:lnTo>
                <a:lnTo>
                  <a:pt x="1901085" y="110802"/>
                </a:lnTo>
                <a:lnTo>
                  <a:pt x="1900078" y="105121"/>
                </a:lnTo>
                <a:lnTo>
                  <a:pt x="1900189" y="105680"/>
                </a:lnTo>
                <a:lnTo>
                  <a:pt x="1898915" y="100088"/>
                </a:lnTo>
                <a:lnTo>
                  <a:pt x="1899049" y="100648"/>
                </a:lnTo>
                <a:lnTo>
                  <a:pt x="1897484" y="95167"/>
                </a:lnTo>
                <a:lnTo>
                  <a:pt x="1897663" y="95705"/>
                </a:lnTo>
                <a:lnTo>
                  <a:pt x="1895851" y="90359"/>
                </a:lnTo>
                <a:lnTo>
                  <a:pt x="1896030" y="90874"/>
                </a:lnTo>
                <a:lnTo>
                  <a:pt x="1893972" y="85640"/>
                </a:lnTo>
                <a:lnTo>
                  <a:pt x="1894307" y="86378"/>
                </a:lnTo>
                <a:lnTo>
                  <a:pt x="1889454" y="76313"/>
                </a:lnTo>
                <a:lnTo>
                  <a:pt x="1889968" y="77275"/>
                </a:lnTo>
                <a:lnTo>
                  <a:pt x="1884198" y="67770"/>
                </a:lnTo>
                <a:lnTo>
                  <a:pt x="1884802" y="68664"/>
                </a:lnTo>
                <a:lnTo>
                  <a:pt x="1878181" y="59807"/>
                </a:lnTo>
                <a:lnTo>
                  <a:pt x="1878852" y="60612"/>
                </a:lnTo>
                <a:lnTo>
                  <a:pt x="1871427" y="52449"/>
                </a:lnTo>
                <a:lnTo>
                  <a:pt x="1872165" y="53187"/>
                </a:lnTo>
                <a:lnTo>
                  <a:pt x="1864001" y="45761"/>
                </a:lnTo>
                <a:lnTo>
                  <a:pt x="1864807" y="46432"/>
                </a:lnTo>
                <a:lnTo>
                  <a:pt x="1855949" y="39812"/>
                </a:lnTo>
                <a:lnTo>
                  <a:pt x="1856844" y="40415"/>
                </a:lnTo>
                <a:lnTo>
                  <a:pt x="1847338" y="34645"/>
                </a:lnTo>
                <a:lnTo>
                  <a:pt x="1848301" y="35159"/>
                </a:lnTo>
                <a:lnTo>
                  <a:pt x="1838235" y="30306"/>
                </a:lnTo>
                <a:lnTo>
                  <a:pt x="1838973" y="30642"/>
                </a:lnTo>
                <a:lnTo>
                  <a:pt x="1833740" y="28584"/>
                </a:lnTo>
                <a:lnTo>
                  <a:pt x="1834254" y="28762"/>
                </a:lnTo>
                <a:lnTo>
                  <a:pt x="1828909" y="26951"/>
                </a:lnTo>
                <a:lnTo>
                  <a:pt x="1829445" y="27130"/>
                </a:lnTo>
                <a:lnTo>
                  <a:pt x="1823966" y="25564"/>
                </a:lnTo>
                <a:lnTo>
                  <a:pt x="1824525" y="25698"/>
                </a:lnTo>
                <a:lnTo>
                  <a:pt x="1818933" y="24424"/>
                </a:lnTo>
                <a:lnTo>
                  <a:pt x="1819492" y="24535"/>
                </a:lnTo>
                <a:lnTo>
                  <a:pt x="1813811" y="23529"/>
                </a:lnTo>
                <a:lnTo>
                  <a:pt x="1814371" y="23596"/>
                </a:lnTo>
                <a:lnTo>
                  <a:pt x="1808600" y="22880"/>
                </a:lnTo>
                <a:lnTo>
                  <a:pt x="1809181" y="22925"/>
                </a:lnTo>
                <a:lnTo>
                  <a:pt x="1803322" y="22478"/>
                </a:lnTo>
                <a:lnTo>
                  <a:pt x="1803881" y="22522"/>
                </a:lnTo>
                <a:lnTo>
                  <a:pt x="1797954" y="22366"/>
                </a:lnTo>
                <a:lnTo>
                  <a:pt x="1798244" y="22366"/>
                </a:lnTo>
                <a:lnTo>
                  <a:pt x="126369" y="22366"/>
                </a:lnTo>
                <a:lnTo>
                  <a:pt x="126660" y="22366"/>
                </a:lnTo>
                <a:lnTo>
                  <a:pt x="120733" y="22522"/>
                </a:lnTo>
                <a:lnTo>
                  <a:pt x="121292" y="22478"/>
                </a:lnTo>
                <a:lnTo>
                  <a:pt x="115432" y="22925"/>
                </a:lnTo>
                <a:lnTo>
                  <a:pt x="116013" y="22880"/>
                </a:lnTo>
                <a:lnTo>
                  <a:pt x="110243" y="23596"/>
                </a:lnTo>
                <a:lnTo>
                  <a:pt x="110802" y="23529"/>
                </a:lnTo>
                <a:lnTo>
                  <a:pt x="105121" y="24535"/>
                </a:lnTo>
                <a:lnTo>
                  <a:pt x="105680" y="24424"/>
                </a:lnTo>
                <a:lnTo>
                  <a:pt x="100089" y="25698"/>
                </a:lnTo>
                <a:lnTo>
                  <a:pt x="100648" y="25564"/>
                </a:lnTo>
                <a:lnTo>
                  <a:pt x="95168" y="27130"/>
                </a:lnTo>
                <a:lnTo>
                  <a:pt x="95705" y="26951"/>
                </a:lnTo>
                <a:lnTo>
                  <a:pt x="90360" y="28762"/>
                </a:lnTo>
                <a:lnTo>
                  <a:pt x="90874" y="28584"/>
                </a:lnTo>
                <a:lnTo>
                  <a:pt x="85641" y="30642"/>
                </a:lnTo>
                <a:lnTo>
                  <a:pt x="86378" y="30306"/>
                </a:lnTo>
                <a:lnTo>
                  <a:pt x="76313" y="35159"/>
                </a:lnTo>
                <a:lnTo>
                  <a:pt x="77276" y="34645"/>
                </a:lnTo>
                <a:lnTo>
                  <a:pt x="67770" y="40415"/>
                </a:lnTo>
                <a:lnTo>
                  <a:pt x="68664" y="39812"/>
                </a:lnTo>
                <a:lnTo>
                  <a:pt x="59807" y="46432"/>
                </a:lnTo>
                <a:lnTo>
                  <a:pt x="60612" y="45761"/>
                </a:lnTo>
                <a:lnTo>
                  <a:pt x="52449" y="53187"/>
                </a:lnTo>
                <a:lnTo>
                  <a:pt x="53187" y="52449"/>
                </a:lnTo>
                <a:lnTo>
                  <a:pt x="45761" y="60612"/>
                </a:lnTo>
                <a:lnTo>
                  <a:pt x="46433" y="59807"/>
                </a:lnTo>
                <a:lnTo>
                  <a:pt x="39812" y="68664"/>
                </a:lnTo>
                <a:lnTo>
                  <a:pt x="40416" y="67770"/>
                </a:lnTo>
                <a:lnTo>
                  <a:pt x="34645" y="77275"/>
                </a:lnTo>
                <a:lnTo>
                  <a:pt x="35160" y="76313"/>
                </a:lnTo>
                <a:lnTo>
                  <a:pt x="30306" y="86378"/>
                </a:lnTo>
                <a:lnTo>
                  <a:pt x="30642" y="85640"/>
                </a:lnTo>
                <a:lnTo>
                  <a:pt x="28584" y="90874"/>
                </a:lnTo>
                <a:lnTo>
                  <a:pt x="28763" y="90359"/>
                </a:lnTo>
                <a:lnTo>
                  <a:pt x="26951" y="95705"/>
                </a:lnTo>
                <a:lnTo>
                  <a:pt x="27130" y="95167"/>
                </a:lnTo>
                <a:lnTo>
                  <a:pt x="25564" y="100648"/>
                </a:lnTo>
                <a:lnTo>
                  <a:pt x="25699" y="100088"/>
                </a:lnTo>
                <a:lnTo>
                  <a:pt x="24424" y="105680"/>
                </a:lnTo>
                <a:lnTo>
                  <a:pt x="24536" y="105121"/>
                </a:lnTo>
                <a:lnTo>
                  <a:pt x="23529" y="110802"/>
                </a:lnTo>
                <a:lnTo>
                  <a:pt x="23596" y="110243"/>
                </a:lnTo>
                <a:lnTo>
                  <a:pt x="22881" y="116013"/>
                </a:lnTo>
                <a:lnTo>
                  <a:pt x="22925" y="115431"/>
                </a:lnTo>
                <a:lnTo>
                  <a:pt x="22478" y="121291"/>
                </a:lnTo>
                <a:lnTo>
                  <a:pt x="22523" y="120732"/>
                </a:lnTo>
                <a:lnTo>
                  <a:pt x="22367" y="12666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4E63019D-D6A3-4873-8B59-09406247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62" y="7646373"/>
            <a:ext cx="1902918" cy="691118"/>
          </a:xfrm>
          <a:custGeom xmlns:a="http://schemas.openxmlformats.org/drawingml/2006/main">
            <a:pathLst>
              <a:path w="1902918" h="691118">
                <a:moveTo>
                  <a:pt x="0" y="115634"/>
                </a:moveTo>
                <a:cubicBezTo>
                  <a:pt x="671" y="51577"/>
                  <a:pt x="52248" y="0"/>
                  <a:pt x="115410" y="224"/>
                </a:cubicBezTo>
                <a:lnTo>
                  <a:pt x="1787509" y="224"/>
                </a:lnTo>
                <a:cubicBezTo>
                  <a:pt x="1851342" y="0"/>
                  <a:pt x="1902918" y="51577"/>
                  <a:pt x="1902918" y="115634"/>
                </a:cubicBezTo>
                <a:lnTo>
                  <a:pt x="1902918" y="574589"/>
                </a:lnTo>
                <a:cubicBezTo>
                  <a:pt x="1902918" y="639541"/>
                  <a:pt x="1851342" y="691118"/>
                  <a:pt x="1787509" y="689999"/>
                </a:cubicBezTo>
                <a:lnTo>
                  <a:pt x="115410" y="689999"/>
                </a:lnTo>
                <a:cubicBezTo>
                  <a:pt x="52248" y="691118"/>
                  <a:pt x="671" y="639541"/>
                  <a:pt x="0" y="574589"/>
                </a:cubicBezTo>
                <a:lnTo>
                  <a:pt x="0" y="115634"/>
                </a:lnTo>
              </a:path>
            </a:pathLst>
          </a:custGeom>
          <a:solidFill xmlns:a="http://schemas.openxmlformats.org/drawingml/2006/main">
            <a:srgbClr val="FBE5D6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EA2C6FBC-1CBB-426F-84E7-B190CA08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50" y="7635190"/>
            <a:ext cx="1924614" cy="713484"/>
          </a:xfrm>
          <a:custGeom xmlns:a="http://schemas.openxmlformats.org/drawingml/2006/main">
            <a:pathLst>
              <a:path w="1924614" h="713484">
                <a:moveTo>
                  <a:pt x="157" y="119883"/>
                </a:moveTo>
                <a:lnTo>
                  <a:pt x="649" y="113464"/>
                </a:lnTo>
                <a:lnTo>
                  <a:pt x="1454" y="107135"/>
                </a:lnTo>
                <a:lnTo>
                  <a:pt x="2572" y="100917"/>
                </a:lnTo>
                <a:lnTo>
                  <a:pt x="3981" y="94788"/>
                </a:lnTo>
                <a:lnTo>
                  <a:pt x="5681" y="88794"/>
                </a:lnTo>
                <a:lnTo>
                  <a:pt x="7672" y="82912"/>
                </a:lnTo>
                <a:lnTo>
                  <a:pt x="9976" y="77052"/>
                </a:lnTo>
                <a:lnTo>
                  <a:pt x="15254" y="66115"/>
                </a:lnTo>
                <a:lnTo>
                  <a:pt x="21584" y="55693"/>
                </a:lnTo>
                <a:lnTo>
                  <a:pt x="28853" y="45985"/>
                </a:lnTo>
                <a:lnTo>
                  <a:pt x="36994" y="36994"/>
                </a:lnTo>
                <a:lnTo>
                  <a:pt x="45985" y="28853"/>
                </a:lnTo>
                <a:lnTo>
                  <a:pt x="55692" y="21584"/>
                </a:lnTo>
                <a:lnTo>
                  <a:pt x="66115" y="15254"/>
                </a:lnTo>
                <a:lnTo>
                  <a:pt x="77052" y="9976"/>
                </a:lnTo>
                <a:lnTo>
                  <a:pt x="82912" y="7672"/>
                </a:lnTo>
                <a:lnTo>
                  <a:pt x="88794" y="5681"/>
                </a:lnTo>
                <a:lnTo>
                  <a:pt x="94788" y="3982"/>
                </a:lnTo>
                <a:lnTo>
                  <a:pt x="100917" y="2573"/>
                </a:lnTo>
                <a:lnTo>
                  <a:pt x="107134" y="1454"/>
                </a:lnTo>
                <a:lnTo>
                  <a:pt x="113464" y="649"/>
                </a:lnTo>
                <a:lnTo>
                  <a:pt x="119883" y="157"/>
                </a:lnTo>
                <a:lnTo>
                  <a:pt x="126235" y="0"/>
                </a:lnTo>
                <a:lnTo>
                  <a:pt x="1798379" y="0"/>
                </a:lnTo>
                <a:lnTo>
                  <a:pt x="1804731" y="157"/>
                </a:lnTo>
                <a:lnTo>
                  <a:pt x="1811150" y="649"/>
                </a:lnTo>
                <a:lnTo>
                  <a:pt x="1817479" y="1454"/>
                </a:lnTo>
                <a:lnTo>
                  <a:pt x="1823697" y="2573"/>
                </a:lnTo>
                <a:lnTo>
                  <a:pt x="1829826" y="3982"/>
                </a:lnTo>
                <a:lnTo>
                  <a:pt x="1835820" y="5681"/>
                </a:lnTo>
                <a:lnTo>
                  <a:pt x="1841702" y="7672"/>
                </a:lnTo>
                <a:lnTo>
                  <a:pt x="1847562" y="9976"/>
                </a:lnTo>
                <a:lnTo>
                  <a:pt x="1858499" y="15254"/>
                </a:lnTo>
                <a:lnTo>
                  <a:pt x="1868921" y="21584"/>
                </a:lnTo>
                <a:lnTo>
                  <a:pt x="1878629" y="28853"/>
                </a:lnTo>
                <a:lnTo>
                  <a:pt x="1887620" y="36994"/>
                </a:lnTo>
                <a:lnTo>
                  <a:pt x="1895762" y="45985"/>
                </a:lnTo>
                <a:lnTo>
                  <a:pt x="1903030" y="55693"/>
                </a:lnTo>
                <a:lnTo>
                  <a:pt x="1909360" y="66115"/>
                </a:lnTo>
                <a:lnTo>
                  <a:pt x="1914638" y="77052"/>
                </a:lnTo>
                <a:lnTo>
                  <a:pt x="1916942" y="82912"/>
                </a:lnTo>
                <a:lnTo>
                  <a:pt x="1918933" y="88794"/>
                </a:lnTo>
                <a:lnTo>
                  <a:pt x="1920632" y="94788"/>
                </a:lnTo>
                <a:lnTo>
                  <a:pt x="1922041" y="100917"/>
                </a:lnTo>
                <a:lnTo>
                  <a:pt x="1923160" y="107135"/>
                </a:lnTo>
                <a:lnTo>
                  <a:pt x="1923965" y="113464"/>
                </a:lnTo>
                <a:lnTo>
                  <a:pt x="1924458" y="119883"/>
                </a:lnTo>
                <a:lnTo>
                  <a:pt x="1924614" y="126235"/>
                </a:lnTo>
                <a:lnTo>
                  <a:pt x="1924614" y="587247"/>
                </a:lnTo>
                <a:lnTo>
                  <a:pt x="1924458" y="593600"/>
                </a:lnTo>
                <a:lnTo>
                  <a:pt x="1923965" y="600019"/>
                </a:lnTo>
                <a:lnTo>
                  <a:pt x="1923160" y="606348"/>
                </a:lnTo>
                <a:lnTo>
                  <a:pt x="1922041" y="612567"/>
                </a:lnTo>
                <a:lnTo>
                  <a:pt x="1920632" y="618694"/>
                </a:lnTo>
                <a:lnTo>
                  <a:pt x="1918933" y="624689"/>
                </a:lnTo>
                <a:lnTo>
                  <a:pt x="1916942" y="630571"/>
                </a:lnTo>
                <a:lnTo>
                  <a:pt x="1914638" y="636432"/>
                </a:lnTo>
                <a:lnTo>
                  <a:pt x="1909360" y="647368"/>
                </a:lnTo>
                <a:lnTo>
                  <a:pt x="1903030" y="657791"/>
                </a:lnTo>
                <a:lnTo>
                  <a:pt x="1895762" y="667498"/>
                </a:lnTo>
                <a:lnTo>
                  <a:pt x="1887620" y="676488"/>
                </a:lnTo>
                <a:lnTo>
                  <a:pt x="1878629" y="684630"/>
                </a:lnTo>
                <a:lnTo>
                  <a:pt x="1868921" y="691899"/>
                </a:lnTo>
                <a:lnTo>
                  <a:pt x="1858499" y="698229"/>
                </a:lnTo>
                <a:lnTo>
                  <a:pt x="1847562" y="703508"/>
                </a:lnTo>
                <a:lnTo>
                  <a:pt x="1841702" y="705811"/>
                </a:lnTo>
                <a:lnTo>
                  <a:pt x="1835820" y="707803"/>
                </a:lnTo>
                <a:lnTo>
                  <a:pt x="1829826" y="709503"/>
                </a:lnTo>
                <a:lnTo>
                  <a:pt x="1823697" y="710911"/>
                </a:lnTo>
                <a:lnTo>
                  <a:pt x="1817479" y="712029"/>
                </a:lnTo>
                <a:lnTo>
                  <a:pt x="1811150" y="712834"/>
                </a:lnTo>
                <a:lnTo>
                  <a:pt x="1804731" y="713326"/>
                </a:lnTo>
                <a:lnTo>
                  <a:pt x="1798379" y="713484"/>
                </a:lnTo>
                <a:lnTo>
                  <a:pt x="126235" y="713484"/>
                </a:lnTo>
                <a:lnTo>
                  <a:pt x="119883" y="713326"/>
                </a:lnTo>
                <a:lnTo>
                  <a:pt x="113464" y="712834"/>
                </a:lnTo>
                <a:lnTo>
                  <a:pt x="107134" y="712029"/>
                </a:lnTo>
                <a:lnTo>
                  <a:pt x="100917" y="710911"/>
                </a:lnTo>
                <a:lnTo>
                  <a:pt x="94788" y="709503"/>
                </a:lnTo>
                <a:lnTo>
                  <a:pt x="88794" y="707803"/>
                </a:lnTo>
                <a:lnTo>
                  <a:pt x="82912" y="705811"/>
                </a:lnTo>
                <a:lnTo>
                  <a:pt x="77052" y="703508"/>
                </a:lnTo>
                <a:lnTo>
                  <a:pt x="66115" y="698229"/>
                </a:lnTo>
                <a:lnTo>
                  <a:pt x="55692" y="691899"/>
                </a:lnTo>
                <a:lnTo>
                  <a:pt x="45985" y="684630"/>
                </a:lnTo>
                <a:lnTo>
                  <a:pt x="36994" y="676488"/>
                </a:lnTo>
                <a:lnTo>
                  <a:pt x="28853" y="667498"/>
                </a:lnTo>
                <a:lnTo>
                  <a:pt x="21584" y="657791"/>
                </a:lnTo>
                <a:lnTo>
                  <a:pt x="15254" y="647368"/>
                </a:lnTo>
                <a:lnTo>
                  <a:pt x="9976" y="636432"/>
                </a:lnTo>
                <a:lnTo>
                  <a:pt x="7672" y="630571"/>
                </a:lnTo>
                <a:lnTo>
                  <a:pt x="5681" y="624689"/>
                </a:lnTo>
                <a:lnTo>
                  <a:pt x="3981" y="618694"/>
                </a:lnTo>
                <a:lnTo>
                  <a:pt x="2572" y="612567"/>
                </a:lnTo>
                <a:lnTo>
                  <a:pt x="1454" y="606348"/>
                </a:lnTo>
                <a:lnTo>
                  <a:pt x="649" y="600019"/>
                </a:lnTo>
                <a:lnTo>
                  <a:pt x="157" y="593600"/>
                </a:lnTo>
                <a:lnTo>
                  <a:pt x="0" y="587247"/>
                </a:lnTo>
                <a:lnTo>
                  <a:pt x="0" y="126235"/>
                </a:lnTo>
                <a:lnTo>
                  <a:pt x="157" y="119883"/>
                </a:lnTo>
                <a:moveTo>
                  <a:pt x="22366" y="126660"/>
                </a:moveTo>
                <a:lnTo>
                  <a:pt x="22366" y="126370"/>
                </a:lnTo>
                <a:lnTo>
                  <a:pt x="22366" y="587114"/>
                </a:lnTo>
                <a:lnTo>
                  <a:pt x="22366" y="586823"/>
                </a:lnTo>
                <a:lnTo>
                  <a:pt x="22523" y="592749"/>
                </a:lnTo>
                <a:lnTo>
                  <a:pt x="22478" y="592191"/>
                </a:lnTo>
                <a:lnTo>
                  <a:pt x="22926" y="598051"/>
                </a:lnTo>
                <a:lnTo>
                  <a:pt x="22881" y="597470"/>
                </a:lnTo>
                <a:lnTo>
                  <a:pt x="23597" y="603239"/>
                </a:lnTo>
                <a:lnTo>
                  <a:pt x="23529" y="602681"/>
                </a:lnTo>
                <a:lnTo>
                  <a:pt x="24536" y="608362"/>
                </a:lnTo>
                <a:lnTo>
                  <a:pt x="24424" y="607802"/>
                </a:lnTo>
                <a:lnTo>
                  <a:pt x="25699" y="613395"/>
                </a:lnTo>
                <a:lnTo>
                  <a:pt x="25565" y="612835"/>
                </a:lnTo>
                <a:lnTo>
                  <a:pt x="27130" y="618315"/>
                </a:lnTo>
                <a:lnTo>
                  <a:pt x="26952" y="617778"/>
                </a:lnTo>
                <a:lnTo>
                  <a:pt x="28763" y="623124"/>
                </a:lnTo>
                <a:lnTo>
                  <a:pt x="28584" y="622608"/>
                </a:lnTo>
                <a:lnTo>
                  <a:pt x="30642" y="627842"/>
                </a:lnTo>
                <a:lnTo>
                  <a:pt x="30306" y="627105"/>
                </a:lnTo>
                <a:lnTo>
                  <a:pt x="35160" y="637170"/>
                </a:lnTo>
                <a:lnTo>
                  <a:pt x="34646" y="636207"/>
                </a:lnTo>
                <a:lnTo>
                  <a:pt x="40416" y="645713"/>
                </a:lnTo>
                <a:lnTo>
                  <a:pt x="39812" y="644818"/>
                </a:lnTo>
                <a:lnTo>
                  <a:pt x="46432" y="653676"/>
                </a:lnTo>
                <a:lnTo>
                  <a:pt x="45761" y="652870"/>
                </a:lnTo>
                <a:lnTo>
                  <a:pt x="53187" y="661033"/>
                </a:lnTo>
                <a:lnTo>
                  <a:pt x="52449" y="660296"/>
                </a:lnTo>
                <a:lnTo>
                  <a:pt x="60613" y="667721"/>
                </a:lnTo>
                <a:lnTo>
                  <a:pt x="59807" y="667051"/>
                </a:lnTo>
                <a:lnTo>
                  <a:pt x="68664" y="673671"/>
                </a:lnTo>
                <a:lnTo>
                  <a:pt x="67770" y="673068"/>
                </a:lnTo>
                <a:lnTo>
                  <a:pt x="77276" y="678837"/>
                </a:lnTo>
                <a:lnTo>
                  <a:pt x="76314" y="678323"/>
                </a:lnTo>
                <a:lnTo>
                  <a:pt x="86378" y="683176"/>
                </a:lnTo>
                <a:lnTo>
                  <a:pt x="85640" y="682841"/>
                </a:lnTo>
                <a:lnTo>
                  <a:pt x="90874" y="684899"/>
                </a:lnTo>
                <a:lnTo>
                  <a:pt x="90360" y="684720"/>
                </a:lnTo>
                <a:lnTo>
                  <a:pt x="95705" y="686532"/>
                </a:lnTo>
                <a:lnTo>
                  <a:pt x="95169" y="686353"/>
                </a:lnTo>
                <a:lnTo>
                  <a:pt x="100648" y="687918"/>
                </a:lnTo>
                <a:lnTo>
                  <a:pt x="100089" y="687784"/>
                </a:lnTo>
                <a:lnTo>
                  <a:pt x="105680" y="689060"/>
                </a:lnTo>
                <a:lnTo>
                  <a:pt x="105121" y="688947"/>
                </a:lnTo>
                <a:lnTo>
                  <a:pt x="110803" y="689954"/>
                </a:lnTo>
                <a:lnTo>
                  <a:pt x="110243" y="689886"/>
                </a:lnTo>
                <a:lnTo>
                  <a:pt x="116014" y="690601"/>
                </a:lnTo>
                <a:lnTo>
                  <a:pt x="115432" y="690557"/>
                </a:lnTo>
                <a:lnTo>
                  <a:pt x="121292" y="691005"/>
                </a:lnTo>
                <a:lnTo>
                  <a:pt x="120733" y="690960"/>
                </a:lnTo>
                <a:lnTo>
                  <a:pt x="126660" y="691118"/>
                </a:lnTo>
                <a:lnTo>
                  <a:pt x="126369" y="691118"/>
                </a:lnTo>
                <a:lnTo>
                  <a:pt x="1798244" y="691118"/>
                </a:lnTo>
                <a:lnTo>
                  <a:pt x="1797954" y="691118"/>
                </a:lnTo>
                <a:lnTo>
                  <a:pt x="1803881" y="690960"/>
                </a:lnTo>
                <a:lnTo>
                  <a:pt x="1803322" y="691005"/>
                </a:lnTo>
                <a:lnTo>
                  <a:pt x="1809182" y="690557"/>
                </a:lnTo>
                <a:lnTo>
                  <a:pt x="1808600" y="690601"/>
                </a:lnTo>
                <a:lnTo>
                  <a:pt x="1814371" y="689886"/>
                </a:lnTo>
                <a:lnTo>
                  <a:pt x="1813811" y="689954"/>
                </a:lnTo>
                <a:lnTo>
                  <a:pt x="1819492" y="688947"/>
                </a:lnTo>
                <a:lnTo>
                  <a:pt x="1818933" y="689060"/>
                </a:lnTo>
                <a:lnTo>
                  <a:pt x="1824525" y="687784"/>
                </a:lnTo>
                <a:lnTo>
                  <a:pt x="1823966" y="687918"/>
                </a:lnTo>
                <a:lnTo>
                  <a:pt x="1829445" y="686353"/>
                </a:lnTo>
                <a:lnTo>
                  <a:pt x="1828909" y="686532"/>
                </a:lnTo>
                <a:lnTo>
                  <a:pt x="1834254" y="684720"/>
                </a:lnTo>
                <a:lnTo>
                  <a:pt x="1833740" y="684899"/>
                </a:lnTo>
                <a:lnTo>
                  <a:pt x="1838973" y="682841"/>
                </a:lnTo>
                <a:lnTo>
                  <a:pt x="1838235" y="683176"/>
                </a:lnTo>
                <a:lnTo>
                  <a:pt x="1848301" y="678323"/>
                </a:lnTo>
                <a:lnTo>
                  <a:pt x="1847338" y="678837"/>
                </a:lnTo>
                <a:lnTo>
                  <a:pt x="1856844" y="673068"/>
                </a:lnTo>
                <a:lnTo>
                  <a:pt x="1855950" y="673671"/>
                </a:lnTo>
                <a:lnTo>
                  <a:pt x="1864807" y="667051"/>
                </a:lnTo>
                <a:lnTo>
                  <a:pt x="1864001" y="667721"/>
                </a:lnTo>
                <a:lnTo>
                  <a:pt x="1872165" y="660296"/>
                </a:lnTo>
                <a:lnTo>
                  <a:pt x="1871427" y="661033"/>
                </a:lnTo>
                <a:lnTo>
                  <a:pt x="1878852" y="652870"/>
                </a:lnTo>
                <a:lnTo>
                  <a:pt x="1878181" y="653676"/>
                </a:lnTo>
                <a:lnTo>
                  <a:pt x="1884802" y="644818"/>
                </a:lnTo>
                <a:lnTo>
                  <a:pt x="1884198" y="645713"/>
                </a:lnTo>
                <a:lnTo>
                  <a:pt x="1889968" y="636207"/>
                </a:lnTo>
                <a:lnTo>
                  <a:pt x="1889454" y="637170"/>
                </a:lnTo>
                <a:lnTo>
                  <a:pt x="1894308" y="627105"/>
                </a:lnTo>
                <a:lnTo>
                  <a:pt x="1893972" y="627842"/>
                </a:lnTo>
                <a:lnTo>
                  <a:pt x="1896030" y="622608"/>
                </a:lnTo>
                <a:lnTo>
                  <a:pt x="1895851" y="623124"/>
                </a:lnTo>
                <a:lnTo>
                  <a:pt x="1897663" y="617778"/>
                </a:lnTo>
                <a:lnTo>
                  <a:pt x="1897484" y="618315"/>
                </a:lnTo>
                <a:lnTo>
                  <a:pt x="1899049" y="612835"/>
                </a:lnTo>
                <a:lnTo>
                  <a:pt x="1898915" y="613395"/>
                </a:lnTo>
                <a:lnTo>
                  <a:pt x="1900190" y="607802"/>
                </a:lnTo>
                <a:lnTo>
                  <a:pt x="1900078" y="608362"/>
                </a:lnTo>
                <a:lnTo>
                  <a:pt x="1901085" y="602681"/>
                </a:lnTo>
                <a:lnTo>
                  <a:pt x="1901017" y="603239"/>
                </a:lnTo>
                <a:lnTo>
                  <a:pt x="1901733" y="597470"/>
                </a:lnTo>
                <a:lnTo>
                  <a:pt x="1901688" y="598051"/>
                </a:lnTo>
                <a:lnTo>
                  <a:pt x="1902136" y="592191"/>
                </a:lnTo>
                <a:lnTo>
                  <a:pt x="1902091" y="592749"/>
                </a:lnTo>
                <a:lnTo>
                  <a:pt x="1902247" y="586823"/>
                </a:lnTo>
                <a:lnTo>
                  <a:pt x="1902247" y="587114"/>
                </a:lnTo>
                <a:lnTo>
                  <a:pt x="1902247" y="126370"/>
                </a:lnTo>
                <a:lnTo>
                  <a:pt x="1902247" y="126660"/>
                </a:lnTo>
                <a:lnTo>
                  <a:pt x="1902091" y="120733"/>
                </a:lnTo>
                <a:lnTo>
                  <a:pt x="1902136" y="121292"/>
                </a:lnTo>
                <a:lnTo>
                  <a:pt x="1901688" y="115432"/>
                </a:lnTo>
                <a:lnTo>
                  <a:pt x="1901733" y="116014"/>
                </a:lnTo>
                <a:lnTo>
                  <a:pt x="1901017" y="110243"/>
                </a:lnTo>
                <a:lnTo>
                  <a:pt x="1901085" y="110803"/>
                </a:lnTo>
                <a:lnTo>
                  <a:pt x="1900078" y="105121"/>
                </a:lnTo>
                <a:lnTo>
                  <a:pt x="1900190" y="105681"/>
                </a:lnTo>
                <a:lnTo>
                  <a:pt x="1898915" y="100089"/>
                </a:lnTo>
                <a:lnTo>
                  <a:pt x="1899049" y="100648"/>
                </a:lnTo>
                <a:lnTo>
                  <a:pt x="1897484" y="95169"/>
                </a:lnTo>
                <a:lnTo>
                  <a:pt x="1897663" y="95706"/>
                </a:lnTo>
                <a:lnTo>
                  <a:pt x="1895851" y="90360"/>
                </a:lnTo>
                <a:lnTo>
                  <a:pt x="1896030" y="90875"/>
                </a:lnTo>
                <a:lnTo>
                  <a:pt x="1893972" y="85641"/>
                </a:lnTo>
                <a:lnTo>
                  <a:pt x="1894308" y="86378"/>
                </a:lnTo>
                <a:lnTo>
                  <a:pt x="1889454" y="76314"/>
                </a:lnTo>
                <a:lnTo>
                  <a:pt x="1889968" y="77276"/>
                </a:lnTo>
                <a:lnTo>
                  <a:pt x="1884198" y="67770"/>
                </a:lnTo>
                <a:lnTo>
                  <a:pt x="1884802" y="68664"/>
                </a:lnTo>
                <a:lnTo>
                  <a:pt x="1878181" y="59807"/>
                </a:lnTo>
                <a:lnTo>
                  <a:pt x="1878852" y="60613"/>
                </a:lnTo>
                <a:lnTo>
                  <a:pt x="1871427" y="52449"/>
                </a:lnTo>
                <a:lnTo>
                  <a:pt x="1872165" y="53187"/>
                </a:lnTo>
                <a:lnTo>
                  <a:pt x="1864001" y="45762"/>
                </a:lnTo>
                <a:lnTo>
                  <a:pt x="1864807" y="46433"/>
                </a:lnTo>
                <a:lnTo>
                  <a:pt x="1855950" y="39812"/>
                </a:lnTo>
                <a:lnTo>
                  <a:pt x="1856844" y="40416"/>
                </a:lnTo>
                <a:lnTo>
                  <a:pt x="1847338" y="34646"/>
                </a:lnTo>
                <a:lnTo>
                  <a:pt x="1848301" y="35160"/>
                </a:lnTo>
                <a:lnTo>
                  <a:pt x="1838235" y="30306"/>
                </a:lnTo>
                <a:lnTo>
                  <a:pt x="1838973" y="30642"/>
                </a:lnTo>
                <a:lnTo>
                  <a:pt x="1833740" y="28584"/>
                </a:lnTo>
                <a:lnTo>
                  <a:pt x="1834254" y="28763"/>
                </a:lnTo>
                <a:lnTo>
                  <a:pt x="1828909" y="26952"/>
                </a:lnTo>
                <a:lnTo>
                  <a:pt x="1829445" y="27130"/>
                </a:lnTo>
                <a:lnTo>
                  <a:pt x="1823966" y="25565"/>
                </a:lnTo>
                <a:lnTo>
                  <a:pt x="1824525" y="25699"/>
                </a:lnTo>
                <a:lnTo>
                  <a:pt x="1818933" y="24424"/>
                </a:lnTo>
                <a:lnTo>
                  <a:pt x="1819492" y="24536"/>
                </a:lnTo>
                <a:lnTo>
                  <a:pt x="1813811" y="23529"/>
                </a:lnTo>
                <a:lnTo>
                  <a:pt x="1814371" y="23597"/>
                </a:lnTo>
                <a:lnTo>
                  <a:pt x="1808600" y="22881"/>
                </a:lnTo>
                <a:lnTo>
                  <a:pt x="1809182" y="22926"/>
                </a:lnTo>
                <a:lnTo>
                  <a:pt x="1803322" y="22478"/>
                </a:lnTo>
                <a:lnTo>
                  <a:pt x="1803881" y="22523"/>
                </a:lnTo>
                <a:lnTo>
                  <a:pt x="1797954" y="22366"/>
                </a:lnTo>
                <a:lnTo>
                  <a:pt x="1798244" y="22366"/>
                </a:lnTo>
                <a:lnTo>
                  <a:pt x="126369" y="22366"/>
                </a:lnTo>
                <a:lnTo>
                  <a:pt x="126660" y="22366"/>
                </a:lnTo>
                <a:lnTo>
                  <a:pt x="120733" y="22523"/>
                </a:lnTo>
                <a:lnTo>
                  <a:pt x="121292" y="22478"/>
                </a:lnTo>
                <a:lnTo>
                  <a:pt x="115432" y="22926"/>
                </a:lnTo>
                <a:lnTo>
                  <a:pt x="116014" y="22881"/>
                </a:lnTo>
                <a:lnTo>
                  <a:pt x="110243" y="23597"/>
                </a:lnTo>
                <a:lnTo>
                  <a:pt x="110803" y="23529"/>
                </a:lnTo>
                <a:lnTo>
                  <a:pt x="105121" y="24536"/>
                </a:lnTo>
                <a:lnTo>
                  <a:pt x="105680" y="24424"/>
                </a:lnTo>
                <a:lnTo>
                  <a:pt x="100089" y="25699"/>
                </a:lnTo>
                <a:lnTo>
                  <a:pt x="100648" y="25565"/>
                </a:lnTo>
                <a:lnTo>
                  <a:pt x="95169" y="27130"/>
                </a:lnTo>
                <a:lnTo>
                  <a:pt x="95705" y="26952"/>
                </a:lnTo>
                <a:lnTo>
                  <a:pt x="90360" y="28763"/>
                </a:lnTo>
                <a:lnTo>
                  <a:pt x="90874" y="28584"/>
                </a:lnTo>
                <a:lnTo>
                  <a:pt x="85640" y="30642"/>
                </a:lnTo>
                <a:lnTo>
                  <a:pt x="86378" y="30306"/>
                </a:lnTo>
                <a:lnTo>
                  <a:pt x="76314" y="35160"/>
                </a:lnTo>
                <a:lnTo>
                  <a:pt x="77276" y="34646"/>
                </a:lnTo>
                <a:lnTo>
                  <a:pt x="67770" y="40416"/>
                </a:lnTo>
                <a:lnTo>
                  <a:pt x="68664" y="39812"/>
                </a:lnTo>
                <a:lnTo>
                  <a:pt x="59807" y="46433"/>
                </a:lnTo>
                <a:lnTo>
                  <a:pt x="60613" y="45762"/>
                </a:lnTo>
                <a:lnTo>
                  <a:pt x="52449" y="53187"/>
                </a:lnTo>
                <a:lnTo>
                  <a:pt x="53187" y="52449"/>
                </a:lnTo>
                <a:lnTo>
                  <a:pt x="45761" y="60613"/>
                </a:lnTo>
                <a:lnTo>
                  <a:pt x="46432" y="59807"/>
                </a:lnTo>
                <a:lnTo>
                  <a:pt x="39812" y="68664"/>
                </a:lnTo>
                <a:lnTo>
                  <a:pt x="40416" y="67770"/>
                </a:lnTo>
                <a:lnTo>
                  <a:pt x="34646" y="77276"/>
                </a:lnTo>
                <a:lnTo>
                  <a:pt x="35160" y="76314"/>
                </a:lnTo>
                <a:lnTo>
                  <a:pt x="30306" y="86378"/>
                </a:lnTo>
                <a:lnTo>
                  <a:pt x="30642" y="85641"/>
                </a:lnTo>
                <a:lnTo>
                  <a:pt x="28584" y="90875"/>
                </a:lnTo>
                <a:lnTo>
                  <a:pt x="28763" y="90360"/>
                </a:lnTo>
                <a:lnTo>
                  <a:pt x="26952" y="95706"/>
                </a:lnTo>
                <a:lnTo>
                  <a:pt x="27130" y="95169"/>
                </a:lnTo>
                <a:lnTo>
                  <a:pt x="25565" y="100648"/>
                </a:lnTo>
                <a:lnTo>
                  <a:pt x="25699" y="100089"/>
                </a:lnTo>
                <a:lnTo>
                  <a:pt x="24424" y="105681"/>
                </a:lnTo>
                <a:lnTo>
                  <a:pt x="24536" y="105121"/>
                </a:lnTo>
                <a:lnTo>
                  <a:pt x="23529" y="110803"/>
                </a:lnTo>
                <a:lnTo>
                  <a:pt x="23597" y="110243"/>
                </a:lnTo>
                <a:lnTo>
                  <a:pt x="22881" y="116014"/>
                </a:lnTo>
                <a:lnTo>
                  <a:pt x="22926" y="115432"/>
                </a:lnTo>
                <a:lnTo>
                  <a:pt x="22478" y="121292"/>
                </a:lnTo>
                <a:lnTo>
                  <a:pt x="22523" y="120733"/>
                </a:lnTo>
                <a:lnTo>
                  <a:pt x="22366" y="12666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7DFA4097-AADD-4AC1-83F0-8EA8236C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888" y="7632954"/>
            <a:ext cx="1903142" cy="691117"/>
          </a:xfrm>
          <a:custGeom xmlns:a="http://schemas.openxmlformats.org/drawingml/2006/main">
            <a:pathLst>
              <a:path w="1903142" h="691117">
                <a:moveTo>
                  <a:pt x="223" y="115633"/>
                </a:moveTo>
                <a:cubicBezTo>
                  <a:pt x="0" y="51577"/>
                  <a:pt x="51576" y="0"/>
                  <a:pt x="115633" y="223"/>
                </a:cubicBezTo>
                <a:lnTo>
                  <a:pt x="1787732" y="223"/>
                </a:lnTo>
                <a:cubicBezTo>
                  <a:pt x="1850671" y="0"/>
                  <a:pt x="1902247" y="51577"/>
                  <a:pt x="1903142" y="115633"/>
                </a:cubicBezTo>
                <a:lnTo>
                  <a:pt x="1903142" y="574589"/>
                </a:lnTo>
                <a:cubicBezTo>
                  <a:pt x="1902247" y="639539"/>
                  <a:pt x="1850671" y="691117"/>
                  <a:pt x="1787732" y="689998"/>
                </a:cubicBezTo>
                <a:lnTo>
                  <a:pt x="115633" y="689998"/>
                </a:lnTo>
                <a:cubicBezTo>
                  <a:pt x="51576" y="691117"/>
                  <a:pt x="0" y="639539"/>
                  <a:pt x="223" y="574589"/>
                </a:cubicBezTo>
                <a:lnTo>
                  <a:pt x="223" y="115633"/>
                </a:lnTo>
              </a:path>
            </a:pathLst>
          </a:custGeom>
          <a:solidFill xmlns:a="http://schemas.openxmlformats.org/drawingml/2006/main">
            <a:srgbClr val="FBE5D6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E93A5EAE-CEF2-4556-874B-7C54D478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704" y="7621771"/>
            <a:ext cx="1924614" cy="713483"/>
          </a:xfrm>
          <a:custGeom xmlns:a="http://schemas.openxmlformats.org/drawingml/2006/main">
            <a:pathLst>
              <a:path w="1924614" h="713483">
                <a:moveTo>
                  <a:pt x="156" y="119882"/>
                </a:moveTo>
                <a:lnTo>
                  <a:pt x="648" y="113463"/>
                </a:lnTo>
                <a:lnTo>
                  <a:pt x="1454" y="107134"/>
                </a:lnTo>
                <a:lnTo>
                  <a:pt x="2572" y="100916"/>
                </a:lnTo>
                <a:lnTo>
                  <a:pt x="3981" y="94787"/>
                </a:lnTo>
                <a:lnTo>
                  <a:pt x="5681" y="88794"/>
                </a:lnTo>
                <a:lnTo>
                  <a:pt x="7672" y="82911"/>
                </a:lnTo>
                <a:lnTo>
                  <a:pt x="9976" y="77051"/>
                </a:lnTo>
                <a:lnTo>
                  <a:pt x="15254" y="66114"/>
                </a:lnTo>
                <a:lnTo>
                  <a:pt x="21584" y="55691"/>
                </a:lnTo>
                <a:lnTo>
                  <a:pt x="28852" y="45985"/>
                </a:lnTo>
                <a:lnTo>
                  <a:pt x="36994" y="36994"/>
                </a:lnTo>
                <a:lnTo>
                  <a:pt x="45985" y="28852"/>
                </a:lnTo>
                <a:lnTo>
                  <a:pt x="55692" y="21583"/>
                </a:lnTo>
                <a:lnTo>
                  <a:pt x="66115" y="15253"/>
                </a:lnTo>
                <a:lnTo>
                  <a:pt x="77052" y="9975"/>
                </a:lnTo>
                <a:lnTo>
                  <a:pt x="82912" y="7671"/>
                </a:lnTo>
                <a:lnTo>
                  <a:pt x="88794" y="5681"/>
                </a:lnTo>
                <a:lnTo>
                  <a:pt x="94788" y="3981"/>
                </a:lnTo>
                <a:lnTo>
                  <a:pt x="100917" y="2572"/>
                </a:lnTo>
                <a:lnTo>
                  <a:pt x="107134" y="1454"/>
                </a:lnTo>
                <a:lnTo>
                  <a:pt x="113464" y="648"/>
                </a:lnTo>
                <a:lnTo>
                  <a:pt x="119883" y="156"/>
                </a:lnTo>
                <a:lnTo>
                  <a:pt x="126235" y="0"/>
                </a:lnTo>
                <a:lnTo>
                  <a:pt x="1798379" y="0"/>
                </a:lnTo>
                <a:lnTo>
                  <a:pt x="1804731" y="156"/>
                </a:lnTo>
                <a:lnTo>
                  <a:pt x="1811149" y="648"/>
                </a:lnTo>
                <a:lnTo>
                  <a:pt x="1817479" y="1454"/>
                </a:lnTo>
                <a:lnTo>
                  <a:pt x="1823697" y="2572"/>
                </a:lnTo>
                <a:lnTo>
                  <a:pt x="1829826" y="3981"/>
                </a:lnTo>
                <a:lnTo>
                  <a:pt x="1835820" y="5681"/>
                </a:lnTo>
                <a:lnTo>
                  <a:pt x="1841702" y="7671"/>
                </a:lnTo>
                <a:lnTo>
                  <a:pt x="1847562" y="9975"/>
                </a:lnTo>
                <a:lnTo>
                  <a:pt x="1858499" y="15253"/>
                </a:lnTo>
                <a:lnTo>
                  <a:pt x="1868921" y="21583"/>
                </a:lnTo>
                <a:lnTo>
                  <a:pt x="1878629" y="28852"/>
                </a:lnTo>
                <a:lnTo>
                  <a:pt x="1887620" y="36994"/>
                </a:lnTo>
                <a:lnTo>
                  <a:pt x="1895762" y="45985"/>
                </a:lnTo>
                <a:lnTo>
                  <a:pt x="1903030" y="55691"/>
                </a:lnTo>
                <a:lnTo>
                  <a:pt x="1909360" y="66114"/>
                </a:lnTo>
                <a:lnTo>
                  <a:pt x="1914638" y="77051"/>
                </a:lnTo>
                <a:lnTo>
                  <a:pt x="1916942" y="82911"/>
                </a:lnTo>
                <a:lnTo>
                  <a:pt x="1918932" y="88794"/>
                </a:lnTo>
                <a:lnTo>
                  <a:pt x="1920632" y="94787"/>
                </a:lnTo>
                <a:lnTo>
                  <a:pt x="1922041" y="100916"/>
                </a:lnTo>
                <a:lnTo>
                  <a:pt x="1923160" y="107134"/>
                </a:lnTo>
                <a:lnTo>
                  <a:pt x="1923965" y="113463"/>
                </a:lnTo>
                <a:lnTo>
                  <a:pt x="1924458" y="119882"/>
                </a:lnTo>
                <a:lnTo>
                  <a:pt x="1924614" y="126234"/>
                </a:lnTo>
                <a:lnTo>
                  <a:pt x="1924614" y="587247"/>
                </a:lnTo>
                <a:lnTo>
                  <a:pt x="1924458" y="593599"/>
                </a:lnTo>
                <a:lnTo>
                  <a:pt x="1923965" y="600019"/>
                </a:lnTo>
                <a:lnTo>
                  <a:pt x="1923160" y="606347"/>
                </a:lnTo>
                <a:lnTo>
                  <a:pt x="1922041" y="612566"/>
                </a:lnTo>
                <a:lnTo>
                  <a:pt x="1920632" y="618694"/>
                </a:lnTo>
                <a:lnTo>
                  <a:pt x="1918932" y="624688"/>
                </a:lnTo>
                <a:lnTo>
                  <a:pt x="1916942" y="630571"/>
                </a:lnTo>
                <a:lnTo>
                  <a:pt x="1914638" y="636430"/>
                </a:lnTo>
                <a:lnTo>
                  <a:pt x="1909360" y="647368"/>
                </a:lnTo>
                <a:lnTo>
                  <a:pt x="1903030" y="657791"/>
                </a:lnTo>
                <a:lnTo>
                  <a:pt x="1895762" y="667497"/>
                </a:lnTo>
                <a:lnTo>
                  <a:pt x="1887620" y="676490"/>
                </a:lnTo>
                <a:lnTo>
                  <a:pt x="1878629" y="684630"/>
                </a:lnTo>
                <a:lnTo>
                  <a:pt x="1868921" y="691899"/>
                </a:lnTo>
                <a:lnTo>
                  <a:pt x="1858499" y="698228"/>
                </a:lnTo>
                <a:lnTo>
                  <a:pt x="1847562" y="703506"/>
                </a:lnTo>
                <a:lnTo>
                  <a:pt x="1841702" y="705811"/>
                </a:lnTo>
                <a:lnTo>
                  <a:pt x="1835820" y="707802"/>
                </a:lnTo>
                <a:lnTo>
                  <a:pt x="1829826" y="709501"/>
                </a:lnTo>
                <a:lnTo>
                  <a:pt x="1823697" y="710910"/>
                </a:lnTo>
                <a:lnTo>
                  <a:pt x="1817479" y="712029"/>
                </a:lnTo>
                <a:lnTo>
                  <a:pt x="1811149" y="712834"/>
                </a:lnTo>
                <a:lnTo>
                  <a:pt x="1804731" y="713324"/>
                </a:lnTo>
                <a:lnTo>
                  <a:pt x="1798379" y="713483"/>
                </a:lnTo>
                <a:lnTo>
                  <a:pt x="126235" y="713483"/>
                </a:lnTo>
                <a:lnTo>
                  <a:pt x="119883" y="713324"/>
                </a:lnTo>
                <a:lnTo>
                  <a:pt x="113464" y="712834"/>
                </a:lnTo>
                <a:lnTo>
                  <a:pt x="107134" y="712029"/>
                </a:lnTo>
                <a:lnTo>
                  <a:pt x="100917" y="710910"/>
                </a:lnTo>
                <a:lnTo>
                  <a:pt x="94788" y="709501"/>
                </a:lnTo>
                <a:lnTo>
                  <a:pt x="88794" y="707802"/>
                </a:lnTo>
                <a:lnTo>
                  <a:pt x="82912" y="705811"/>
                </a:lnTo>
                <a:lnTo>
                  <a:pt x="77052" y="703506"/>
                </a:lnTo>
                <a:lnTo>
                  <a:pt x="66115" y="698228"/>
                </a:lnTo>
                <a:lnTo>
                  <a:pt x="55692" y="691899"/>
                </a:lnTo>
                <a:lnTo>
                  <a:pt x="45985" y="684630"/>
                </a:lnTo>
                <a:lnTo>
                  <a:pt x="36994" y="676490"/>
                </a:lnTo>
                <a:lnTo>
                  <a:pt x="28852" y="667497"/>
                </a:lnTo>
                <a:lnTo>
                  <a:pt x="21584" y="657791"/>
                </a:lnTo>
                <a:lnTo>
                  <a:pt x="15254" y="647368"/>
                </a:lnTo>
                <a:lnTo>
                  <a:pt x="9976" y="636430"/>
                </a:lnTo>
                <a:lnTo>
                  <a:pt x="7672" y="630571"/>
                </a:lnTo>
                <a:lnTo>
                  <a:pt x="5681" y="624688"/>
                </a:lnTo>
                <a:lnTo>
                  <a:pt x="3981" y="618694"/>
                </a:lnTo>
                <a:lnTo>
                  <a:pt x="2572" y="612566"/>
                </a:lnTo>
                <a:lnTo>
                  <a:pt x="1454" y="606347"/>
                </a:lnTo>
                <a:lnTo>
                  <a:pt x="648" y="600019"/>
                </a:lnTo>
                <a:lnTo>
                  <a:pt x="156" y="593599"/>
                </a:lnTo>
                <a:lnTo>
                  <a:pt x="0" y="587247"/>
                </a:lnTo>
                <a:lnTo>
                  <a:pt x="0" y="126234"/>
                </a:lnTo>
                <a:lnTo>
                  <a:pt x="156" y="119882"/>
                </a:lnTo>
                <a:moveTo>
                  <a:pt x="22367" y="126660"/>
                </a:moveTo>
                <a:lnTo>
                  <a:pt x="22367" y="126369"/>
                </a:lnTo>
                <a:lnTo>
                  <a:pt x="22367" y="587114"/>
                </a:lnTo>
                <a:lnTo>
                  <a:pt x="22367" y="586823"/>
                </a:lnTo>
                <a:lnTo>
                  <a:pt x="22523" y="592749"/>
                </a:lnTo>
                <a:lnTo>
                  <a:pt x="22478" y="592190"/>
                </a:lnTo>
                <a:lnTo>
                  <a:pt x="22925" y="598050"/>
                </a:lnTo>
                <a:lnTo>
                  <a:pt x="22881" y="597469"/>
                </a:lnTo>
                <a:lnTo>
                  <a:pt x="23596" y="603238"/>
                </a:lnTo>
                <a:lnTo>
                  <a:pt x="23529" y="602680"/>
                </a:lnTo>
                <a:lnTo>
                  <a:pt x="24536" y="608361"/>
                </a:lnTo>
                <a:lnTo>
                  <a:pt x="24424" y="607802"/>
                </a:lnTo>
                <a:lnTo>
                  <a:pt x="25699" y="613393"/>
                </a:lnTo>
                <a:lnTo>
                  <a:pt x="25564" y="612834"/>
                </a:lnTo>
                <a:lnTo>
                  <a:pt x="27130" y="618314"/>
                </a:lnTo>
                <a:lnTo>
                  <a:pt x="26951" y="617777"/>
                </a:lnTo>
                <a:lnTo>
                  <a:pt x="28763" y="623123"/>
                </a:lnTo>
                <a:lnTo>
                  <a:pt x="28584" y="622608"/>
                </a:lnTo>
                <a:lnTo>
                  <a:pt x="30642" y="627841"/>
                </a:lnTo>
                <a:lnTo>
                  <a:pt x="30306" y="627104"/>
                </a:lnTo>
                <a:lnTo>
                  <a:pt x="35160" y="637169"/>
                </a:lnTo>
                <a:lnTo>
                  <a:pt x="34645" y="636206"/>
                </a:lnTo>
                <a:lnTo>
                  <a:pt x="40416" y="645712"/>
                </a:lnTo>
                <a:lnTo>
                  <a:pt x="39812" y="644817"/>
                </a:lnTo>
                <a:lnTo>
                  <a:pt x="46433" y="653675"/>
                </a:lnTo>
                <a:lnTo>
                  <a:pt x="45761" y="652870"/>
                </a:lnTo>
                <a:lnTo>
                  <a:pt x="53187" y="661033"/>
                </a:lnTo>
                <a:lnTo>
                  <a:pt x="52449" y="660295"/>
                </a:lnTo>
                <a:lnTo>
                  <a:pt x="60612" y="667720"/>
                </a:lnTo>
                <a:lnTo>
                  <a:pt x="59807" y="667049"/>
                </a:lnTo>
                <a:lnTo>
                  <a:pt x="68664" y="673671"/>
                </a:lnTo>
                <a:lnTo>
                  <a:pt x="67770" y="673066"/>
                </a:lnTo>
                <a:lnTo>
                  <a:pt x="77276" y="678836"/>
                </a:lnTo>
                <a:lnTo>
                  <a:pt x="76313" y="678322"/>
                </a:lnTo>
                <a:lnTo>
                  <a:pt x="86378" y="683175"/>
                </a:lnTo>
                <a:lnTo>
                  <a:pt x="85641" y="682840"/>
                </a:lnTo>
                <a:lnTo>
                  <a:pt x="90874" y="684898"/>
                </a:lnTo>
                <a:lnTo>
                  <a:pt x="90360" y="684719"/>
                </a:lnTo>
                <a:lnTo>
                  <a:pt x="95705" y="686531"/>
                </a:lnTo>
                <a:lnTo>
                  <a:pt x="95168" y="686352"/>
                </a:lnTo>
                <a:lnTo>
                  <a:pt x="100648" y="687917"/>
                </a:lnTo>
                <a:lnTo>
                  <a:pt x="100089" y="687783"/>
                </a:lnTo>
                <a:lnTo>
                  <a:pt x="105680" y="689059"/>
                </a:lnTo>
                <a:lnTo>
                  <a:pt x="105121" y="688947"/>
                </a:lnTo>
                <a:lnTo>
                  <a:pt x="110802" y="689954"/>
                </a:lnTo>
                <a:lnTo>
                  <a:pt x="110243" y="689886"/>
                </a:lnTo>
                <a:lnTo>
                  <a:pt x="116013" y="690601"/>
                </a:lnTo>
                <a:lnTo>
                  <a:pt x="115432" y="690557"/>
                </a:lnTo>
                <a:lnTo>
                  <a:pt x="121292" y="691005"/>
                </a:lnTo>
                <a:lnTo>
                  <a:pt x="120733" y="690958"/>
                </a:lnTo>
                <a:lnTo>
                  <a:pt x="126660" y="691117"/>
                </a:lnTo>
                <a:lnTo>
                  <a:pt x="126369" y="691117"/>
                </a:lnTo>
                <a:lnTo>
                  <a:pt x="1798244" y="691117"/>
                </a:lnTo>
                <a:lnTo>
                  <a:pt x="1797954" y="691117"/>
                </a:lnTo>
                <a:lnTo>
                  <a:pt x="1803881" y="690958"/>
                </a:lnTo>
                <a:lnTo>
                  <a:pt x="1803322" y="691005"/>
                </a:lnTo>
                <a:lnTo>
                  <a:pt x="1809181" y="690557"/>
                </a:lnTo>
                <a:lnTo>
                  <a:pt x="1808600" y="690601"/>
                </a:lnTo>
                <a:lnTo>
                  <a:pt x="1814371" y="689886"/>
                </a:lnTo>
                <a:lnTo>
                  <a:pt x="1813811" y="689954"/>
                </a:lnTo>
                <a:lnTo>
                  <a:pt x="1819492" y="688947"/>
                </a:lnTo>
                <a:lnTo>
                  <a:pt x="1818933" y="689059"/>
                </a:lnTo>
                <a:lnTo>
                  <a:pt x="1824525" y="687783"/>
                </a:lnTo>
                <a:lnTo>
                  <a:pt x="1823966" y="687917"/>
                </a:lnTo>
                <a:lnTo>
                  <a:pt x="1829445" y="686352"/>
                </a:lnTo>
                <a:lnTo>
                  <a:pt x="1828909" y="686531"/>
                </a:lnTo>
                <a:lnTo>
                  <a:pt x="1834254" y="684719"/>
                </a:lnTo>
                <a:lnTo>
                  <a:pt x="1833740" y="684898"/>
                </a:lnTo>
                <a:lnTo>
                  <a:pt x="1838973" y="682840"/>
                </a:lnTo>
                <a:lnTo>
                  <a:pt x="1838235" y="683175"/>
                </a:lnTo>
                <a:lnTo>
                  <a:pt x="1848301" y="678322"/>
                </a:lnTo>
                <a:lnTo>
                  <a:pt x="1847338" y="678836"/>
                </a:lnTo>
                <a:lnTo>
                  <a:pt x="1856844" y="673066"/>
                </a:lnTo>
                <a:lnTo>
                  <a:pt x="1855949" y="673671"/>
                </a:lnTo>
                <a:lnTo>
                  <a:pt x="1864807" y="667049"/>
                </a:lnTo>
                <a:lnTo>
                  <a:pt x="1864001" y="667720"/>
                </a:lnTo>
                <a:lnTo>
                  <a:pt x="1872165" y="660295"/>
                </a:lnTo>
                <a:lnTo>
                  <a:pt x="1871427" y="661033"/>
                </a:lnTo>
                <a:lnTo>
                  <a:pt x="1878852" y="652870"/>
                </a:lnTo>
                <a:lnTo>
                  <a:pt x="1878181" y="653675"/>
                </a:lnTo>
                <a:lnTo>
                  <a:pt x="1884802" y="644817"/>
                </a:lnTo>
                <a:lnTo>
                  <a:pt x="1884198" y="645712"/>
                </a:lnTo>
                <a:lnTo>
                  <a:pt x="1889968" y="636206"/>
                </a:lnTo>
                <a:lnTo>
                  <a:pt x="1889454" y="637169"/>
                </a:lnTo>
                <a:lnTo>
                  <a:pt x="1894307" y="627104"/>
                </a:lnTo>
                <a:lnTo>
                  <a:pt x="1893972" y="627841"/>
                </a:lnTo>
                <a:lnTo>
                  <a:pt x="1896030" y="622608"/>
                </a:lnTo>
                <a:lnTo>
                  <a:pt x="1895851" y="623123"/>
                </a:lnTo>
                <a:lnTo>
                  <a:pt x="1897663" y="617777"/>
                </a:lnTo>
                <a:lnTo>
                  <a:pt x="1897484" y="618314"/>
                </a:lnTo>
                <a:lnTo>
                  <a:pt x="1899049" y="612834"/>
                </a:lnTo>
                <a:lnTo>
                  <a:pt x="1898915" y="613393"/>
                </a:lnTo>
                <a:lnTo>
                  <a:pt x="1900189" y="607802"/>
                </a:lnTo>
                <a:lnTo>
                  <a:pt x="1900078" y="608361"/>
                </a:lnTo>
                <a:lnTo>
                  <a:pt x="1901085" y="602680"/>
                </a:lnTo>
                <a:lnTo>
                  <a:pt x="1901017" y="603238"/>
                </a:lnTo>
                <a:lnTo>
                  <a:pt x="1901733" y="597469"/>
                </a:lnTo>
                <a:lnTo>
                  <a:pt x="1901688" y="598050"/>
                </a:lnTo>
                <a:lnTo>
                  <a:pt x="1902136" y="592190"/>
                </a:lnTo>
                <a:lnTo>
                  <a:pt x="1902091" y="592749"/>
                </a:lnTo>
                <a:lnTo>
                  <a:pt x="1902247" y="586823"/>
                </a:lnTo>
                <a:lnTo>
                  <a:pt x="1902247" y="587114"/>
                </a:lnTo>
                <a:lnTo>
                  <a:pt x="1902247" y="126369"/>
                </a:lnTo>
                <a:lnTo>
                  <a:pt x="1902247" y="126660"/>
                </a:lnTo>
                <a:lnTo>
                  <a:pt x="1902091" y="120732"/>
                </a:lnTo>
                <a:lnTo>
                  <a:pt x="1902136" y="121291"/>
                </a:lnTo>
                <a:lnTo>
                  <a:pt x="1901688" y="115431"/>
                </a:lnTo>
                <a:lnTo>
                  <a:pt x="1901733" y="116013"/>
                </a:lnTo>
                <a:lnTo>
                  <a:pt x="1901017" y="110243"/>
                </a:lnTo>
                <a:lnTo>
                  <a:pt x="1901085" y="110801"/>
                </a:lnTo>
                <a:lnTo>
                  <a:pt x="1900078" y="105121"/>
                </a:lnTo>
                <a:lnTo>
                  <a:pt x="1900189" y="105680"/>
                </a:lnTo>
                <a:lnTo>
                  <a:pt x="1898915" y="100088"/>
                </a:lnTo>
                <a:lnTo>
                  <a:pt x="1899049" y="100648"/>
                </a:lnTo>
                <a:lnTo>
                  <a:pt x="1897484" y="95167"/>
                </a:lnTo>
                <a:lnTo>
                  <a:pt x="1897663" y="95705"/>
                </a:lnTo>
                <a:lnTo>
                  <a:pt x="1895851" y="90359"/>
                </a:lnTo>
                <a:lnTo>
                  <a:pt x="1896030" y="90874"/>
                </a:lnTo>
                <a:lnTo>
                  <a:pt x="1893972" y="85640"/>
                </a:lnTo>
                <a:lnTo>
                  <a:pt x="1894307" y="86378"/>
                </a:lnTo>
                <a:lnTo>
                  <a:pt x="1889454" y="76313"/>
                </a:lnTo>
                <a:lnTo>
                  <a:pt x="1889968" y="77275"/>
                </a:lnTo>
                <a:lnTo>
                  <a:pt x="1884198" y="67770"/>
                </a:lnTo>
                <a:lnTo>
                  <a:pt x="1884802" y="68664"/>
                </a:lnTo>
                <a:lnTo>
                  <a:pt x="1878181" y="59807"/>
                </a:lnTo>
                <a:lnTo>
                  <a:pt x="1878852" y="60612"/>
                </a:lnTo>
                <a:lnTo>
                  <a:pt x="1871427" y="52449"/>
                </a:lnTo>
                <a:lnTo>
                  <a:pt x="1872165" y="53186"/>
                </a:lnTo>
                <a:lnTo>
                  <a:pt x="1864001" y="45761"/>
                </a:lnTo>
                <a:lnTo>
                  <a:pt x="1864807" y="46432"/>
                </a:lnTo>
                <a:lnTo>
                  <a:pt x="1855949" y="39812"/>
                </a:lnTo>
                <a:lnTo>
                  <a:pt x="1856844" y="40415"/>
                </a:lnTo>
                <a:lnTo>
                  <a:pt x="1847338" y="34645"/>
                </a:lnTo>
                <a:lnTo>
                  <a:pt x="1848301" y="35159"/>
                </a:lnTo>
                <a:lnTo>
                  <a:pt x="1838235" y="30306"/>
                </a:lnTo>
                <a:lnTo>
                  <a:pt x="1838973" y="30642"/>
                </a:lnTo>
                <a:lnTo>
                  <a:pt x="1833740" y="28584"/>
                </a:lnTo>
                <a:lnTo>
                  <a:pt x="1834254" y="28762"/>
                </a:lnTo>
                <a:lnTo>
                  <a:pt x="1828909" y="26951"/>
                </a:lnTo>
                <a:lnTo>
                  <a:pt x="1829445" y="27130"/>
                </a:lnTo>
                <a:lnTo>
                  <a:pt x="1823966" y="25564"/>
                </a:lnTo>
                <a:lnTo>
                  <a:pt x="1824525" y="25698"/>
                </a:lnTo>
                <a:lnTo>
                  <a:pt x="1818933" y="24424"/>
                </a:lnTo>
                <a:lnTo>
                  <a:pt x="1819492" y="24535"/>
                </a:lnTo>
                <a:lnTo>
                  <a:pt x="1813811" y="23529"/>
                </a:lnTo>
                <a:lnTo>
                  <a:pt x="1814371" y="23596"/>
                </a:lnTo>
                <a:lnTo>
                  <a:pt x="1808600" y="22880"/>
                </a:lnTo>
                <a:lnTo>
                  <a:pt x="1809181" y="22925"/>
                </a:lnTo>
                <a:lnTo>
                  <a:pt x="1803322" y="22477"/>
                </a:lnTo>
                <a:lnTo>
                  <a:pt x="1803881" y="22522"/>
                </a:lnTo>
                <a:lnTo>
                  <a:pt x="1797954" y="22366"/>
                </a:lnTo>
                <a:lnTo>
                  <a:pt x="1798244" y="22366"/>
                </a:lnTo>
                <a:lnTo>
                  <a:pt x="126369" y="22366"/>
                </a:lnTo>
                <a:lnTo>
                  <a:pt x="126660" y="22366"/>
                </a:lnTo>
                <a:lnTo>
                  <a:pt x="120733" y="22522"/>
                </a:lnTo>
                <a:lnTo>
                  <a:pt x="121292" y="22477"/>
                </a:lnTo>
                <a:lnTo>
                  <a:pt x="115432" y="22925"/>
                </a:lnTo>
                <a:lnTo>
                  <a:pt x="116013" y="22880"/>
                </a:lnTo>
                <a:lnTo>
                  <a:pt x="110243" y="23596"/>
                </a:lnTo>
                <a:lnTo>
                  <a:pt x="110802" y="23529"/>
                </a:lnTo>
                <a:lnTo>
                  <a:pt x="105121" y="24535"/>
                </a:lnTo>
                <a:lnTo>
                  <a:pt x="105680" y="24424"/>
                </a:lnTo>
                <a:lnTo>
                  <a:pt x="100089" y="25698"/>
                </a:lnTo>
                <a:lnTo>
                  <a:pt x="100648" y="25564"/>
                </a:lnTo>
                <a:lnTo>
                  <a:pt x="95168" y="27130"/>
                </a:lnTo>
                <a:lnTo>
                  <a:pt x="95705" y="26951"/>
                </a:lnTo>
                <a:lnTo>
                  <a:pt x="90360" y="28762"/>
                </a:lnTo>
                <a:lnTo>
                  <a:pt x="90874" y="28584"/>
                </a:lnTo>
                <a:lnTo>
                  <a:pt x="85641" y="30642"/>
                </a:lnTo>
                <a:lnTo>
                  <a:pt x="86378" y="30306"/>
                </a:lnTo>
                <a:lnTo>
                  <a:pt x="76313" y="35159"/>
                </a:lnTo>
                <a:lnTo>
                  <a:pt x="77276" y="34645"/>
                </a:lnTo>
                <a:lnTo>
                  <a:pt x="67770" y="40415"/>
                </a:lnTo>
                <a:lnTo>
                  <a:pt x="68664" y="39812"/>
                </a:lnTo>
                <a:lnTo>
                  <a:pt x="59807" y="46432"/>
                </a:lnTo>
                <a:lnTo>
                  <a:pt x="60612" y="45761"/>
                </a:lnTo>
                <a:lnTo>
                  <a:pt x="52449" y="53186"/>
                </a:lnTo>
                <a:lnTo>
                  <a:pt x="53187" y="52449"/>
                </a:lnTo>
                <a:lnTo>
                  <a:pt x="45761" y="60612"/>
                </a:lnTo>
                <a:lnTo>
                  <a:pt x="46433" y="59807"/>
                </a:lnTo>
                <a:lnTo>
                  <a:pt x="39812" y="68664"/>
                </a:lnTo>
                <a:lnTo>
                  <a:pt x="40416" y="67770"/>
                </a:lnTo>
                <a:lnTo>
                  <a:pt x="34645" y="77275"/>
                </a:lnTo>
                <a:lnTo>
                  <a:pt x="35160" y="76313"/>
                </a:lnTo>
                <a:lnTo>
                  <a:pt x="30306" y="86378"/>
                </a:lnTo>
                <a:lnTo>
                  <a:pt x="30642" y="85640"/>
                </a:lnTo>
                <a:lnTo>
                  <a:pt x="28584" y="90874"/>
                </a:lnTo>
                <a:lnTo>
                  <a:pt x="28763" y="90359"/>
                </a:lnTo>
                <a:lnTo>
                  <a:pt x="26951" y="95705"/>
                </a:lnTo>
                <a:lnTo>
                  <a:pt x="27130" y="95167"/>
                </a:lnTo>
                <a:lnTo>
                  <a:pt x="25564" y="100648"/>
                </a:lnTo>
                <a:lnTo>
                  <a:pt x="25699" y="100088"/>
                </a:lnTo>
                <a:lnTo>
                  <a:pt x="24424" y="105680"/>
                </a:lnTo>
                <a:lnTo>
                  <a:pt x="24536" y="105121"/>
                </a:lnTo>
                <a:lnTo>
                  <a:pt x="23529" y="110801"/>
                </a:lnTo>
                <a:lnTo>
                  <a:pt x="23596" y="110243"/>
                </a:lnTo>
                <a:lnTo>
                  <a:pt x="22881" y="116013"/>
                </a:lnTo>
                <a:lnTo>
                  <a:pt x="22925" y="115431"/>
                </a:lnTo>
                <a:lnTo>
                  <a:pt x="22478" y="121291"/>
                </a:lnTo>
                <a:lnTo>
                  <a:pt x="22523" y="120732"/>
                </a:lnTo>
                <a:lnTo>
                  <a:pt x="22367" y="12666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DCD97613-DC43-4AD6-BB96-1958C4E9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62" y="6762908"/>
            <a:ext cx="1902918" cy="691117"/>
          </a:xfrm>
          <a:custGeom xmlns:a="http://schemas.openxmlformats.org/drawingml/2006/main">
            <a:pathLst>
              <a:path w="1902918" h="691117">
                <a:moveTo>
                  <a:pt x="0" y="116081"/>
                </a:moveTo>
                <a:cubicBezTo>
                  <a:pt x="671" y="51577"/>
                  <a:pt x="52248" y="0"/>
                  <a:pt x="115410" y="671"/>
                </a:cubicBezTo>
                <a:lnTo>
                  <a:pt x="1787509" y="671"/>
                </a:lnTo>
                <a:cubicBezTo>
                  <a:pt x="1851342" y="0"/>
                  <a:pt x="1902918" y="51577"/>
                  <a:pt x="1902918" y="116081"/>
                </a:cubicBezTo>
                <a:lnTo>
                  <a:pt x="1902918" y="575036"/>
                </a:lnTo>
                <a:cubicBezTo>
                  <a:pt x="1902918" y="639541"/>
                  <a:pt x="1851342" y="691117"/>
                  <a:pt x="1787509" y="690446"/>
                </a:cubicBezTo>
                <a:lnTo>
                  <a:pt x="115410" y="690446"/>
                </a:lnTo>
                <a:cubicBezTo>
                  <a:pt x="52248" y="691117"/>
                  <a:pt x="671" y="639541"/>
                  <a:pt x="0" y="575036"/>
                </a:cubicBezTo>
                <a:lnTo>
                  <a:pt x="0" y="116081"/>
                </a:lnTo>
              </a:path>
            </a:pathLst>
          </a:custGeom>
          <a:solidFill xmlns:a="http://schemas.openxmlformats.org/drawingml/2006/main">
            <a:srgbClr val="FBE5D6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DB784492-4F06-4D94-928A-ECAEE17B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50" y="6751725"/>
            <a:ext cx="1924614" cy="713483"/>
          </a:xfrm>
          <a:custGeom xmlns:a="http://schemas.openxmlformats.org/drawingml/2006/main">
            <a:pathLst>
              <a:path w="1924614" h="713483">
                <a:moveTo>
                  <a:pt x="157" y="119883"/>
                </a:moveTo>
                <a:lnTo>
                  <a:pt x="649" y="113464"/>
                </a:lnTo>
                <a:lnTo>
                  <a:pt x="1454" y="107135"/>
                </a:lnTo>
                <a:lnTo>
                  <a:pt x="2572" y="100917"/>
                </a:lnTo>
                <a:lnTo>
                  <a:pt x="3981" y="94788"/>
                </a:lnTo>
                <a:lnTo>
                  <a:pt x="5681" y="88794"/>
                </a:lnTo>
                <a:lnTo>
                  <a:pt x="7672" y="82912"/>
                </a:lnTo>
                <a:lnTo>
                  <a:pt x="9976" y="77052"/>
                </a:lnTo>
                <a:lnTo>
                  <a:pt x="15254" y="66115"/>
                </a:lnTo>
                <a:lnTo>
                  <a:pt x="21584" y="55693"/>
                </a:lnTo>
                <a:lnTo>
                  <a:pt x="28853" y="45985"/>
                </a:lnTo>
                <a:lnTo>
                  <a:pt x="36994" y="36994"/>
                </a:lnTo>
                <a:lnTo>
                  <a:pt x="45985" y="28853"/>
                </a:lnTo>
                <a:lnTo>
                  <a:pt x="55692" y="21584"/>
                </a:lnTo>
                <a:lnTo>
                  <a:pt x="66115" y="15254"/>
                </a:lnTo>
                <a:lnTo>
                  <a:pt x="77052" y="9976"/>
                </a:lnTo>
                <a:lnTo>
                  <a:pt x="82912" y="7672"/>
                </a:lnTo>
                <a:lnTo>
                  <a:pt x="88794" y="5681"/>
                </a:lnTo>
                <a:lnTo>
                  <a:pt x="94788" y="3982"/>
                </a:lnTo>
                <a:lnTo>
                  <a:pt x="100917" y="2573"/>
                </a:lnTo>
                <a:lnTo>
                  <a:pt x="107134" y="1454"/>
                </a:lnTo>
                <a:lnTo>
                  <a:pt x="113464" y="649"/>
                </a:lnTo>
                <a:lnTo>
                  <a:pt x="119883" y="157"/>
                </a:lnTo>
                <a:lnTo>
                  <a:pt x="126235" y="0"/>
                </a:lnTo>
                <a:lnTo>
                  <a:pt x="1798379" y="0"/>
                </a:lnTo>
                <a:lnTo>
                  <a:pt x="1804731" y="157"/>
                </a:lnTo>
                <a:lnTo>
                  <a:pt x="1811150" y="649"/>
                </a:lnTo>
                <a:lnTo>
                  <a:pt x="1817479" y="1454"/>
                </a:lnTo>
                <a:lnTo>
                  <a:pt x="1823697" y="2573"/>
                </a:lnTo>
                <a:lnTo>
                  <a:pt x="1829826" y="3982"/>
                </a:lnTo>
                <a:lnTo>
                  <a:pt x="1835820" y="5681"/>
                </a:lnTo>
                <a:lnTo>
                  <a:pt x="1841702" y="7672"/>
                </a:lnTo>
                <a:lnTo>
                  <a:pt x="1847562" y="9976"/>
                </a:lnTo>
                <a:lnTo>
                  <a:pt x="1858499" y="15254"/>
                </a:lnTo>
                <a:lnTo>
                  <a:pt x="1868921" y="21584"/>
                </a:lnTo>
                <a:lnTo>
                  <a:pt x="1878629" y="28853"/>
                </a:lnTo>
                <a:lnTo>
                  <a:pt x="1887620" y="36994"/>
                </a:lnTo>
                <a:lnTo>
                  <a:pt x="1895762" y="45985"/>
                </a:lnTo>
                <a:lnTo>
                  <a:pt x="1903030" y="55693"/>
                </a:lnTo>
                <a:lnTo>
                  <a:pt x="1909360" y="66115"/>
                </a:lnTo>
                <a:lnTo>
                  <a:pt x="1914638" y="77052"/>
                </a:lnTo>
                <a:lnTo>
                  <a:pt x="1916942" y="82912"/>
                </a:lnTo>
                <a:lnTo>
                  <a:pt x="1918933" y="88794"/>
                </a:lnTo>
                <a:lnTo>
                  <a:pt x="1920632" y="94788"/>
                </a:lnTo>
                <a:lnTo>
                  <a:pt x="1922041" y="100917"/>
                </a:lnTo>
                <a:lnTo>
                  <a:pt x="1923160" y="107135"/>
                </a:lnTo>
                <a:lnTo>
                  <a:pt x="1923965" y="113464"/>
                </a:lnTo>
                <a:lnTo>
                  <a:pt x="1924458" y="119883"/>
                </a:lnTo>
                <a:lnTo>
                  <a:pt x="1924614" y="126235"/>
                </a:lnTo>
                <a:lnTo>
                  <a:pt x="1924614" y="587248"/>
                </a:lnTo>
                <a:lnTo>
                  <a:pt x="1924458" y="593600"/>
                </a:lnTo>
                <a:lnTo>
                  <a:pt x="1923965" y="600019"/>
                </a:lnTo>
                <a:lnTo>
                  <a:pt x="1923160" y="606349"/>
                </a:lnTo>
                <a:lnTo>
                  <a:pt x="1922041" y="612566"/>
                </a:lnTo>
                <a:lnTo>
                  <a:pt x="1920632" y="618695"/>
                </a:lnTo>
                <a:lnTo>
                  <a:pt x="1918933" y="624689"/>
                </a:lnTo>
                <a:lnTo>
                  <a:pt x="1916942" y="630571"/>
                </a:lnTo>
                <a:lnTo>
                  <a:pt x="1914638" y="636432"/>
                </a:lnTo>
                <a:lnTo>
                  <a:pt x="1909360" y="647368"/>
                </a:lnTo>
                <a:lnTo>
                  <a:pt x="1903030" y="657791"/>
                </a:lnTo>
                <a:lnTo>
                  <a:pt x="1895762" y="667498"/>
                </a:lnTo>
                <a:lnTo>
                  <a:pt x="1887620" y="676489"/>
                </a:lnTo>
                <a:lnTo>
                  <a:pt x="1878629" y="684630"/>
                </a:lnTo>
                <a:lnTo>
                  <a:pt x="1868921" y="691899"/>
                </a:lnTo>
                <a:lnTo>
                  <a:pt x="1858499" y="698229"/>
                </a:lnTo>
                <a:lnTo>
                  <a:pt x="1847562" y="703508"/>
                </a:lnTo>
                <a:lnTo>
                  <a:pt x="1841702" y="705811"/>
                </a:lnTo>
                <a:lnTo>
                  <a:pt x="1835820" y="707802"/>
                </a:lnTo>
                <a:lnTo>
                  <a:pt x="1829826" y="709502"/>
                </a:lnTo>
                <a:lnTo>
                  <a:pt x="1823697" y="710911"/>
                </a:lnTo>
                <a:lnTo>
                  <a:pt x="1817479" y="712029"/>
                </a:lnTo>
                <a:lnTo>
                  <a:pt x="1811150" y="712834"/>
                </a:lnTo>
                <a:lnTo>
                  <a:pt x="1804731" y="713326"/>
                </a:lnTo>
                <a:lnTo>
                  <a:pt x="1798379" y="713483"/>
                </a:lnTo>
                <a:lnTo>
                  <a:pt x="126235" y="713483"/>
                </a:lnTo>
                <a:lnTo>
                  <a:pt x="119883" y="713326"/>
                </a:lnTo>
                <a:lnTo>
                  <a:pt x="113464" y="712834"/>
                </a:lnTo>
                <a:lnTo>
                  <a:pt x="107134" y="712029"/>
                </a:lnTo>
                <a:lnTo>
                  <a:pt x="100917" y="710911"/>
                </a:lnTo>
                <a:lnTo>
                  <a:pt x="94788" y="709502"/>
                </a:lnTo>
                <a:lnTo>
                  <a:pt x="88794" y="707802"/>
                </a:lnTo>
                <a:lnTo>
                  <a:pt x="82912" y="705811"/>
                </a:lnTo>
                <a:lnTo>
                  <a:pt x="77052" y="703508"/>
                </a:lnTo>
                <a:lnTo>
                  <a:pt x="66115" y="698229"/>
                </a:lnTo>
                <a:lnTo>
                  <a:pt x="55692" y="691899"/>
                </a:lnTo>
                <a:lnTo>
                  <a:pt x="45985" y="684630"/>
                </a:lnTo>
                <a:lnTo>
                  <a:pt x="36994" y="676489"/>
                </a:lnTo>
                <a:lnTo>
                  <a:pt x="28853" y="667498"/>
                </a:lnTo>
                <a:lnTo>
                  <a:pt x="21584" y="657791"/>
                </a:lnTo>
                <a:lnTo>
                  <a:pt x="15254" y="647368"/>
                </a:lnTo>
                <a:lnTo>
                  <a:pt x="9976" y="636432"/>
                </a:lnTo>
                <a:lnTo>
                  <a:pt x="7672" y="630571"/>
                </a:lnTo>
                <a:lnTo>
                  <a:pt x="5681" y="624689"/>
                </a:lnTo>
                <a:lnTo>
                  <a:pt x="3981" y="618695"/>
                </a:lnTo>
                <a:lnTo>
                  <a:pt x="2572" y="612566"/>
                </a:lnTo>
                <a:lnTo>
                  <a:pt x="1454" y="606349"/>
                </a:lnTo>
                <a:lnTo>
                  <a:pt x="649" y="600019"/>
                </a:lnTo>
                <a:lnTo>
                  <a:pt x="157" y="593600"/>
                </a:lnTo>
                <a:lnTo>
                  <a:pt x="0" y="587248"/>
                </a:lnTo>
                <a:lnTo>
                  <a:pt x="0" y="126235"/>
                </a:lnTo>
                <a:lnTo>
                  <a:pt x="157" y="119883"/>
                </a:lnTo>
                <a:moveTo>
                  <a:pt x="22366" y="126660"/>
                </a:moveTo>
                <a:lnTo>
                  <a:pt x="22366" y="126370"/>
                </a:lnTo>
                <a:lnTo>
                  <a:pt x="22366" y="587114"/>
                </a:lnTo>
                <a:lnTo>
                  <a:pt x="22366" y="586823"/>
                </a:lnTo>
                <a:lnTo>
                  <a:pt x="22523" y="592750"/>
                </a:lnTo>
                <a:lnTo>
                  <a:pt x="22478" y="592191"/>
                </a:lnTo>
                <a:lnTo>
                  <a:pt x="22926" y="598051"/>
                </a:lnTo>
                <a:lnTo>
                  <a:pt x="22881" y="597469"/>
                </a:lnTo>
                <a:lnTo>
                  <a:pt x="23597" y="603240"/>
                </a:lnTo>
                <a:lnTo>
                  <a:pt x="23529" y="602681"/>
                </a:lnTo>
                <a:lnTo>
                  <a:pt x="24536" y="608362"/>
                </a:lnTo>
                <a:lnTo>
                  <a:pt x="24424" y="607802"/>
                </a:lnTo>
                <a:lnTo>
                  <a:pt x="25699" y="613394"/>
                </a:lnTo>
                <a:lnTo>
                  <a:pt x="25565" y="612835"/>
                </a:lnTo>
                <a:lnTo>
                  <a:pt x="27130" y="618315"/>
                </a:lnTo>
                <a:lnTo>
                  <a:pt x="26952" y="617777"/>
                </a:lnTo>
                <a:lnTo>
                  <a:pt x="28763" y="623124"/>
                </a:lnTo>
                <a:lnTo>
                  <a:pt x="28584" y="622609"/>
                </a:lnTo>
                <a:lnTo>
                  <a:pt x="30642" y="627842"/>
                </a:lnTo>
                <a:lnTo>
                  <a:pt x="30306" y="627105"/>
                </a:lnTo>
                <a:lnTo>
                  <a:pt x="35160" y="637169"/>
                </a:lnTo>
                <a:lnTo>
                  <a:pt x="34646" y="636208"/>
                </a:lnTo>
                <a:lnTo>
                  <a:pt x="40416" y="645713"/>
                </a:lnTo>
                <a:lnTo>
                  <a:pt x="39812" y="644819"/>
                </a:lnTo>
                <a:lnTo>
                  <a:pt x="46432" y="653676"/>
                </a:lnTo>
                <a:lnTo>
                  <a:pt x="45761" y="652870"/>
                </a:lnTo>
                <a:lnTo>
                  <a:pt x="53187" y="661034"/>
                </a:lnTo>
                <a:lnTo>
                  <a:pt x="52449" y="660296"/>
                </a:lnTo>
                <a:lnTo>
                  <a:pt x="60613" y="667721"/>
                </a:lnTo>
                <a:lnTo>
                  <a:pt x="59807" y="667051"/>
                </a:lnTo>
                <a:lnTo>
                  <a:pt x="68664" y="673671"/>
                </a:lnTo>
                <a:lnTo>
                  <a:pt x="67770" y="673067"/>
                </a:lnTo>
                <a:lnTo>
                  <a:pt x="77276" y="678838"/>
                </a:lnTo>
                <a:lnTo>
                  <a:pt x="76314" y="678323"/>
                </a:lnTo>
                <a:lnTo>
                  <a:pt x="86378" y="683177"/>
                </a:lnTo>
                <a:lnTo>
                  <a:pt x="85640" y="682841"/>
                </a:lnTo>
                <a:lnTo>
                  <a:pt x="90874" y="684899"/>
                </a:lnTo>
                <a:lnTo>
                  <a:pt x="90360" y="684720"/>
                </a:lnTo>
                <a:lnTo>
                  <a:pt x="95705" y="686531"/>
                </a:lnTo>
                <a:lnTo>
                  <a:pt x="95169" y="686353"/>
                </a:lnTo>
                <a:lnTo>
                  <a:pt x="100648" y="687918"/>
                </a:lnTo>
                <a:lnTo>
                  <a:pt x="100089" y="687784"/>
                </a:lnTo>
                <a:lnTo>
                  <a:pt x="105680" y="689059"/>
                </a:lnTo>
                <a:lnTo>
                  <a:pt x="105121" y="688947"/>
                </a:lnTo>
                <a:lnTo>
                  <a:pt x="110803" y="689954"/>
                </a:lnTo>
                <a:lnTo>
                  <a:pt x="110243" y="689886"/>
                </a:lnTo>
                <a:lnTo>
                  <a:pt x="116014" y="690602"/>
                </a:lnTo>
                <a:lnTo>
                  <a:pt x="115432" y="690557"/>
                </a:lnTo>
                <a:lnTo>
                  <a:pt x="121292" y="691005"/>
                </a:lnTo>
                <a:lnTo>
                  <a:pt x="120733" y="690960"/>
                </a:lnTo>
                <a:lnTo>
                  <a:pt x="126660" y="691117"/>
                </a:lnTo>
                <a:lnTo>
                  <a:pt x="126369" y="691117"/>
                </a:lnTo>
                <a:lnTo>
                  <a:pt x="1798244" y="691117"/>
                </a:lnTo>
                <a:lnTo>
                  <a:pt x="1797954" y="691117"/>
                </a:lnTo>
                <a:lnTo>
                  <a:pt x="1803881" y="690960"/>
                </a:lnTo>
                <a:lnTo>
                  <a:pt x="1803322" y="691005"/>
                </a:lnTo>
                <a:lnTo>
                  <a:pt x="1809182" y="690557"/>
                </a:lnTo>
                <a:lnTo>
                  <a:pt x="1808600" y="690602"/>
                </a:lnTo>
                <a:lnTo>
                  <a:pt x="1814371" y="689886"/>
                </a:lnTo>
                <a:lnTo>
                  <a:pt x="1813811" y="689954"/>
                </a:lnTo>
                <a:lnTo>
                  <a:pt x="1819492" y="688947"/>
                </a:lnTo>
                <a:lnTo>
                  <a:pt x="1818933" y="689059"/>
                </a:lnTo>
                <a:lnTo>
                  <a:pt x="1824525" y="687784"/>
                </a:lnTo>
                <a:lnTo>
                  <a:pt x="1823966" y="687918"/>
                </a:lnTo>
                <a:lnTo>
                  <a:pt x="1829445" y="686353"/>
                </a:lnTo>
                <a:lnTo>
                  <a:pt x="1828909" y="686531"/>
                </a:lnTo>
                <a:lnTo>
                  <a:pt x="1834254" y="684720"/>
                </a:lnTo>
                <a:lnTo>
                  <a:pt x="1833740" y="684899"/>
                </a:lnTo>
                <a:lnTo>
                  <a:pt x="1838973" y="682841"/>
                </a:lnTo>
                <a:lnTo>
                  <a:pt x="1838235" y="683177"/>
                </a:lnTo>
                <a:lnTo>
                  <a:pt x="1848301" y="678323"/>
                </a:lnTo>
                <a:lnTo>
                  <a:pt x="1847338" y="678838"/>
                </a:lnTo>
                <a:lnTo>
                  <a:pt x="1856844" y="673067"/>
                </a:lnTo>
                <a:lnTo>
                  <a:pt x="1855950" y="673671"/>
                </a:lnTo>
                <a:lnTo>
                  <a:pt x="1864807" y="667051"/>
                </a:lnTo>
                <a:lnTo>
                  <a:pt x="1864001" y="667721"/>
                </a:lnTo>
                <a:lnTo>
                  <a:pt x="1872165" y="660296"/>
                </a:lnTo>
                <a:lnTo>
                  <a:pt x="1871427" y="661034"/>
                </a:lnTo>
                <a:lnTo>
                  <a:pt x="1878852" y="652870"/>
                </a:lnTo>
                <a:lnTo>
                  <a:pt x="1878181" y="653676"/>
                </a:lnTo>
                <a:lnTo>
                  <a:pt x="1884802" y="644819"/>
                </a:lnTo>
                <a:lnTo>
                  <a:pt x="1884198" y="645713"/>
                </a:lnTo>
                <a:lnTo>
                  <a:pt x="1889968" y="636208"/>
                </a:lnTo>
                <a:lnTo>
                  <a:pt x="1889454" y="637169"/>
                </a:lnTo>
                <a:lnTo>
                  <a:pt x="1894308" y="627105"/>
                </a:lnTo>
                <a:lnTo>
                  <a:pt x="1893972" y="627842"/>
                </a:lnTo>
                <a:lnTo>
                  <a:pt x="1896030" y="622609"/>
                </a:lnTo>
                <a:lnTo>
                  <a:pt x="1895851" y="623124"/>
                </a:lnTo>
                <a:lnTo>
                  <a:pt x="1897663" y="617777"/>
                </a:lnTo>
                <a:lnTo>
                  <a:pt x="1897484" y="618315"/>
                </a:lnTo>
                <a:lnTo>
                  <a:pt x="1899049" y="612835"/>
                </a:lnTo>
                <a:lnTo>
                  <a:pt x="1898915" y="613394"/>
                </a:lnTo>
                <a:lnTo>
                  <a:pt x="1900190" y="607802"/>
                </a:lnTo>
                <a:lnTo>
                  <a:pt x="1900078" y="608362"/>
                </a:lnTo>
                <a:lnTo>
                  <a:pt x="1901085" y="602681"/>
                </a:lnTo>
                <a:lnTo>
                  <a:pt x="1901017" y="603240"/>
                </a:lnTo>
                <a:lnTo>
                  <a:pt x="1901733" y="597469"/>
                </a:lnTo>
                <a:lnTo>
                  <a:pt x="1901688" y="598051"/>
                </a:lnTo>
                <a:lnTo>
                  <a:pt x="1902136" y="592191"/>
                </a:lnTo>
                <a:lnTo>
                  <a:pt x="1902091" y="592750"/>
                </a:lnTo>
                <a:lnTo>
                  <a:pt x="1902247" y="586823"/>
                </a:lnTo>
                <a:lnTo>
                  <a:pt x="1902247" y="587114"/>
                </a:lnTo>
                <a:lnTo>
                  <a:pt x="1902247" y="126370"/>
                </a:lnTo>
                <a:lnTo>
                  <a:pt x="1902247" y="126660"/>
                </a:lnTo>
                <a:lnTo>
                  <a:pt x="1902091" y="120733"/>
                </a:lnTo>
                <a:lnTo>
                  <a:pt x="1902136" y="121292"/>
                </a:lnTo>
                <a:lnTo>
                  <a:pt x="1901688" y="115432"/>
                </a:lnTo>
                <a:lnTo>
                  <a:pt x="1901733" y="116014"/>
                </a:lnTo>
                <a:lnTo>
                  <a:pt x="1901017" y="110243"/>
                </a:lnTo>
                <a:lnTo>
                  <a:pt x="1901085" y="110803"/>
                </a:lnTo>
                <a:lnTo>
                  <a:pt x="1900078" y="105121"/>
                </a:lnTo>
                <a:lnTo>
                  <a:pt x="1900190" y="105681"/>
                </a:lnTo>
                <a:lnTo>
                  <a:pt x="1898915" y="100089"/>
                </a:lnTo>
                <a:lnTo>
                  <a:pt x="1899049" y="100648"/>
                </a:lnTo>
                <a:lnTo>
                  <a:pt x="1897484" y="95169"/>
                </a:lnTo>
                <a:lnTo>
                  <a:pt x="1897663" y="95706"/>
                </a:lnTo>
                <a:lnTo>
                  <a:pt x="1895851" y="90360"/>
                </a:lnTo>
                <a:lnTo>
                  <a:pt x="1896030" y="90875"/>
                </a:lnTo>
                <a:lnTo>
                  <a:pt x="1893972" y="85641"/>
                </a:lnTo>
                <a:lnTo>
                  <a:pt x="1894308" y="86378"/>
                </a:lnTo>
                <a:lnTo>
                  <a:pt x="1889454" y="76314"/>
                </a:lnTo>
                <a:lnTo>
                  <a:pt x="1889968" y="77276"/>
                </a:lnTo>
                <a:lnTo>
                  <a:pt x="1884198" y="67770"/>
                </a:lnTo>
                <a:lnTo>
                  <a:pt x="1884802" y="68664"/>
                </a:lnTo>
                <a:lnTo>
                  <a:pt x="1878181" y="59807"/>
                </a:lnTo>
                <a:lnTo>
                  <a:pt x="1878852" y="60613"/>
                </a:lnTo>
                <a:lnTo>
                  <a:pt x="1871427" y="52449"/>
                </a:lnTo>
                <a:lnTo>
                  <a:pt x="1872165" y="53187"/>
                </a:lnTo>
                <a:lnTo>
                  <a:pt x="1864001" y="45762"/>
                </a:lnTo>
                <a:lnTo>
                  <a:pt x="1864807" y="46433"/>
                </a:lnTo>
                <a:lnTo>
                  <a:pt x="1855950" y="39812"/>
                </a:lnTo>
                <a:lnTo>
                  <a:pt x="1856844" y="40416"/>
                </a:lnTo>
                <a:lnTo>
                  <a:pt x="1847338" y="34646"/>
                </a:lnTo>
                <a:lnTo>
                  <a:pt x="1848301" y="35160"/>
                </a:lnTo>
                <a:lnTo>
                  <a:pt x="1838235" y="30306"/>
                </a:lnTo>
                <a:lnTo>
                  <a:pt x="1838973" y="30642"/>
                </a:lnTo>
                <a:lnTo>
                  <a:pt x="1833740" y="28584"/>
                </a:lnTo>
                <a:lnTo>
                  <a:pt x="1834254" y="28763"/>
                </a:lnTo>
                <a:lnTo>
                  <a:pt x="1828909" y="26952"/>
                </a:lnTo>
                <a:lnTo>
                  <a:pt x="1829445" y="27130"/>
                </a:lnTo>
                <a:lnTo>
                  <a:pt x="1823966" y="25565"/>
                </a:lnTo>
                <a:lnTo>
                  <a:pt x="1824525" y="25699"/>
                </a:lnTo>
                <a:lnTo>
                  <a:pt x="1818933" y="24424"/>
                </a:lnTo>
                <a:lnTo>
                  <a:pt x="1819492" y="24536"/>
                </a:lnTo>
                <a:lnTo>
                  <a:pt x="1813811" y="23529"/>
                </a:lnTo>
                <a:lnTo>
                  <a:pt x="1814371" y="23597"/>
                </a:lnTo>
                <a:lnTo>
                  <a:pt x="1808600" y="22881"/>
                </a:lnTo>
                <a:lnTo>
                  <a:pt x="1809182" y="22926"/>
                </a:lnTo>
                <a:lnTo>
                  <a:pt x="1803322" y="22478"/>
                </a:lnTo>
                <a:lnTo>
                  <a:pt x="1803881" y="22523"/>
                </a:lnTo>
                <a:lnTo>
                  <a:pt x="1797954" y="22366"/>
                </a:lnTo>
                <a:lnTo>
                  <a:pt x="1798244" y="22366"/>
                </a:lnTo>
                <a:lnTo>
                  <a:pt x="126369" y="22366"/>
                </a:lnTo>
                <a:lnTo>
                  <a:pt x="126660" y="22366"/>
                </a:lnTo>
                <a:lnTo>
                  <a:pt x="120733" y="22523"/>
                </a:lnTo>
                <a:lnTo>
                  <a:pt x="121292" y="22478"/>
                </a:lnTo>
                <a:lnTo>
                  <a:pt x="115432" y="22926"/>
                </a:lnTo>
                <a:lnTo>
                  <a:pt x="116014" y="22881"/>
                </a:lnTo>
                <a:lnTo>
                  <a:pt x="110243" y="23597"/>
                </a:lnTo>
                <a:lnTo>
                  <a:pt x="110803" y="23529"/>
                </a:lnTo>
                <a:lnTo>
                  <a:pt x="105121" y="24536"/>
                </a:lnTo>
                <a:lnTo>
                  <a:pt x="105680" y="24424"/>
                </a:lnTo>
                <a:lnTo>
                  <a:pt x="100089" y="25699"/>
                </a:lnTo>
                <a:lnTo>
                  <a:pt x="100648" y="25565"/>
                </a:lnTo>
                <a:lnTo>
                  <a:pt x="95169" y="27130"/>
                </a:lnTo>
                <a:lnTo>
                  <a:pt x="95705" y="26952"/>
                </a:lnTo>
                <a:lnTo>
                  <a:pt x="90360" y="28763"/>
                </a:lnTo>
                <a:lnTo>
                  <a:pt x="90874" y="28584"/>
                </a:lnTo>
                <a:lnTo>
                  <a:pt x="85640" y="30642"/>
                </a:lnTo>
                <a:lnTo>
                  <a:pt x="86378" y="30306"/>
                </a:lnTo>
                <a:lnTo>
                  <a:pt x="76314" y="35160"/>
                </a:lnTo>
                <a:lnTo>
                  <a:pt x="77276" y="34646"/>
                </a:lnTo>
                <a:lnTo>
                  <a:pt x="67770" y="40416"/>
                </a:lnTo>
                <a:lnTo>
                  <a:pt x="68664" y="39812"/>
                </a:lnTo>
                <a:lnTo>
                  <a:pt x="59807" y="46433"/>
                </a:lnTo>
                <a:lnTo>
                  <a:pt x="60613" y="45762"/>
                </a:lnTo>
                <a:lnTo>
                  <a:pt x="52449" y="53187"/>
                </a:lnTo>
                <a:lnTo>
                  <a:pt x="53187" y="52449"/>
                </a:lnTo>
                <a:lnTo>
                  <a:pt x="45761" y="60613"/>
                </a:lnTo>
                <a:lnTo>
                  <a:pt x="46432" y="59807"/>
                </a:lnTo>
                <a:lnTo>
                  <a:pt x="39812" y="68664"/>
                </a:lnTo>
                <a:lnTo>
                  <a:pt x="40416" y="67770"/>
                </a:lnTo>
                <a:lnTo>
                  <a:pt x="34646" y="77276"/>
                </a:lnTo>
                <a:lnTo>
                  <a:pt x="35160" y="76314"/>
                </a:lnTo>
                <a:lnTo>
                  <a:pt x="30306" y="86378"/>
                </a:lnTo>
                <a:lnTo>
                  <a:pt x="30642" y="85641"/>
                </a:lnTo>
                <a:lnTo>
                  <a:pt x="28584" y="90875"/>
                </a:lnTo>
                <a:lnTo>
                  <a:pt x="28763" y="90360"/>
                </a:lnTo>
                <a:lnTo>
                  <a:pt x="26952" y="95706"/>
                </a:lnTo>
                <a:lnTo>
                  <a:pt x="27130" y="95169"/>
                </a:lnTo>
                <a:lnTo>
                  <a:pt x="25565" y="100648"/>
                </a:lnTo>
                <a:lnTo>
                  <a:pt x="25699" y="100089"/>
                </a:lnTo>
                <a:lnTo>
                  <a:pt x="24424" y="105681"/>
                </a:lnTo>
                <a:lnTo>
                  <a:pt x="24536" y="105121"/>
                </a:lnTo>
                <a:lnTo>
                  <a:pt x="23529" y="110803"/>
                </a:lnTo>
                <a:lnTo>
                  <a:pt x="23597" y="110243"/>
                </a:lnTo>
                <a:lnTo>
                  <a:pt x="22881" y="116014"/>
                </a:lnTo>
                <a:lnTo>
                  <a:pt x="22926" y="115432"/>
                </a:lnTo>
                <a:lnTo>
                  <a:pt x="22478" y="121292"/>
                </a:lnTo>
                <a:lnTo>
                  <a:pt x="22523" y="120733"/>
                </a:lnTo>
                <a:lnTo>
                  <a:pt x="22366" y="12666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FBD20F84-AFAC-4DFE-AF5F-B3F511DC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673" y="5944975"/>
            <a:ext cx="4157433" cy="225452"/>
          </a:xfrm>
          <a:custGeom xmlns:a="http://schemas.openxmlformats.org/drawingml/2006/main">
            <a:pathLst>
              <a:path w="4157433" h="225452">
                <a:moveTo>
                  <a:pt x="0" y="0"/>
                </a:moveTo>
                <a:lnTo>
                  <a:pt x="0" y="225452"/>
                </a:lnTo>
                <a:lnTo>
                  <a:pt x="4157433" y="225452"/>
                </a:lnTo>
                <a:lnTo>
                  <a:pt x="4157433" y="0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2B734CAB-429E-4A6D-B5B8-07F107B6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634" y="5937594"/>
            <a:ext cx="4171300" cy="240437"/>
          </a:xfrm>
          <a:custGeom xmlns:a="http://schemas.openxmlformats.org/drawingml/2006/main">
            <a:pathLst>
              <a:path w="4171300" h="240437">
                <a:moveTo>
                  <a:pt x="0" y="233728"/>
                </a:moveTo>
                <a:lnTo>
                  <a:pt x="0" y="193468"/>
                </a:lnTo>
                <a:lnTo>
                  <a:pt x="13420" y="193468"/>
                </a:lnTo>
                <a:lnTo>
                  <a:pt x="13420" y="233728"/>
                </a:lnTo>
                <a:lnTo>
                  <a:pt x="0" y="233728"/>
                </a:lnTo>
                <a:moveTo>
                  <a:pt x="0" y="180048"/>
                </a:moveTo>
                <a:lnTo>
                  <a:pt x="0" y="139789"/>
                </a:lnTo>
                <a:lnTo>
                  <a:pt x="13420" y="139789"/>
                </a:lnTo>
                <a:lnTo>
                  <a:pt x="13420" y="180048"/>
                </a:lnTo>
                <a:lnTo>
                  <a:pt x="0" y="180048"/>
                </a:lnTo>
                <a:moveTo>
                  <a:pt x="0" y="126370"/>
                </a:moveTo>
                <a:lnTo>
                  <a:pt x="0" y="86110"/>
                </a:lnTo>
                <a:lnTo>
                  <a:pt x="13420" y="86110"/>
                </a:lnTo>
                <a:lnTo>
                  <a:pt x="13420" y="126370"/>
                </a:lnTo>
                <a:lnTo>
                  <a:pt x="0" y="126370"/>
                </a:lnTo>
                <a:moveTo>
                  <a:pt x="0" y="72690"/>
                </a:moveTo>
                <a:lnTo>
                  <a:pt x="0" y="32432"/>
                </a:lnTo>
                <a:lnTo>
                  <a:pt x="13420" y="32432"/>
                </a:lnTo>
                <a:lnTo>
                  <a:pt x="13420" y="72690"/>
                </a:lnTo>
                <a:lnTo>
                  <a:pt x="0" y="72690"/>
                </a:lnTo>
                <a:moveTo>
                  <a:pt x="0" y="19012"/>
                </a:moveTo>
                <a:lnTo>
                  <a:pt x="0" y="0"/>
                </a:lnTo>
                <a:lnTo>
                  <a:pt x="34668" y="0"/>
                </a:lnTo>
                <a:lnTo>
                  <a:pt x="34668" y="13420"/>
                </a:lnTo>
                <a:lnTo>
                  <a:pt x="6710" y="13420"/>
                </a:lnTo>
                <a:lnTo>
                  <a:pt x="13420" y="6710"/>
                </a:lnTo>
                <a:lnTo>
                  <a:pt x="13420" y="19012"/>
                </a:lnTo>
                <a:lnTo>
                  <a:pt x="0" y="19012"/>
                </a:lnTo>
                <a:moveTo>
                  <a:pt x="48088" y="0"/>
                </a:moveTo>
                <a:lnTo>
                  <a:pt x="88346" y="0"/>
                </a:lnTo>
                <a:lnTo>
                  <a:pt x="88346" y="13420"/>
                </a:lnTo>
                <a:lnTo>
                  <a:pt x="48088" y="13420"/>
                </a:lnTo>
                <a:lnTo>
                  <a:pt x="48088" y="0"/>
                </a:lnTo>
                <a:moveTo>
                  <a:pt x="101766" y="0"/>
                </a:moveTo>
                <a:lnTo>
                  <a:pt x="142026" y="0"/>
                </a:lnTo>
                <a:lnTo>
                  <a:pt x="142026" y="13420"/>
                </a:lnTo>
                <a:lnTo>
                  <a:pt x="101766" y="13420"/>
                </a:lnTo>
                <a:lnTo>
                  <a:pt x="101766" y="0"/>
                </a:lnTo>
                <a:moveTo>
                  <a:pt x="155445" y="0"/>
                </a:moveTo>
                <a:lnTo>
                  <a:pt x="195704" y="0"/>
                </a:lnTo>
                <a:lnTo>
                  <a:pt x="195704" y="13420"/>
                </a:lnTo>
                <a:lnTo>
                  <a:pt x="155445" y="13420"/>
                </a:lnTo>
                <a:lnTo>
                  <a:pt x="155445" y="0"/>
                </a:lnTo>
                <a:moveTo>
                  <a:pt x="209124" y="0"/>
                </a:moveTo>
                <a:lnTo>
                  <a:pt x="249382" y="0"/>
                </a:lnTo>
                <a:lnTo>
                  <a:pt x="249382" y="13420"/>
                </a:lnTo>
                <a:lnTo>
                  <a:pt x="209124" y="13420"/>
                </a:lnTo>
                <a:lnTo>
                  <a:pt x="209124" y="0"/>
                </a:lnTo>
                <a:moveTo>
                  <a:pt x="262803" y="0"/>
                </a:moveTo>
                <a:lnTo>
                  <a:pt x="303062" y="0"/>
                </a:lnTo>
                <a:lnTo>
                  <a:pt x="303062" y="13420"/>
                </a:lnTo>
                <a:lnTo>
                  <a:pt x="262803" y="13420"/>
                </a:lnTo>
                <a:lnTo>
                  <a:pt x="262803" y="0"/>
                </a:lnTo>
                <a:moveTo>
                  <a:pt x="316482" y="0"/>
                </a:moveTo>
                <a:lnTo>
                  <a:pt x="356741" y="0"/>
                </a:lnTo>
                <a:lnTo>
                  <a:pt x="356741" y="13420"/>
                </a:lnTo>
                <a:lnTo>
                  <a:pt x="316482" y="13420"/>
                </a:lnTo>
                <a:lnTo>
                  <a:pt x="316482" y="0"/>
                </a:lnTo>
                <a:moveTo>
                  <a:pt x="370160" y="0"/>
                </a:moveTo>
                <a:lnTo>
                  <a:pt x="410420" y="0"/>
                </a:lnTo>
                <a:lnTo>
                  <a:pt x="410420" y="13420"/>
                </a:lnTo>
                <a:lnTo>
                  <a:pt x="370160" y="13420"/>
                </a:lnTo>
                <a:lnTo>
                  <a:pt x="370160" y="0"/>
                </a:lnTo>
                <a:moveTo>
                  <a:pt x="423839" y="0"/>
                </a:moveTo>
                <a:lnTo>
                  <a:pt x="464098" y="0"/>
                </a:lnTo>
                <a:lnTo>
                  <a:pt x="464098" y="13420"/>
                </a:lnTo>
                <a:lnTo>
                  <a:pt x="423839" y="13420"/>
                </a:lnTo>
                <a:lnTo>
                  <a:pt x="423839" y="0"/>
                </a:lnTo>
                <a:moveTo>
                  <a:pt x="477519" y="0"/>
                </a:moveTo>
                <a:lnTo>
                  <a:pt x="517778" y="0"/>
                </a:lnTo>
                <a:lnTo>
                  <a:pt x="517778" y="13420"/>
                </a:lnTo>
                <a:lnTo>
                  <a:pt x="477519" y="13420"/>
                </a:lnTo>
                <a:lnTo>
                  <a:pt x="477519" y="0"/>
                </a:lnTo>
                <a:moveTo>
                  <a:pt x="531198" y="0"/>
                </a:moveTo>
                <a:lnTo>
                  <a:pt x="571457" y="0"/>
                </a:lnTo>
                <a:lnTo>
                  <a:pt x="571457" y="13420"/>
                </a:lnTo>
                <a:lnTo>
                  <a:pt x="531198" y="13420"/>
                </a:lnTo>
                <a:lnTo>
                  <a:pt x="531198" y="0"/>
                </a:lnTo>
                <a:moveTo>
                  <a:pt x="584876" y="0"/>
                </a:moveTo>
                <a:lnTo>
                  <a:pt x="625135" y="0"/>
                </a:lnTo>
                <a:lnTo>
                  <a:pt x="625135" y="13420"/>
                </a:lnTo>
                <a:lnTo>
                  <a:pt x="584876" y="13420"/>
                </a:lnTo>
                <a:lnTo>
                  <a:pt x="584876" y="0"/>
                </a:lnTo>
                <a:moveTo>
                  <a:pt x="638555" y="0"/>
                </a:moveTo>
                <a:lnTo>
                  <a:pt x="678814" y="0"/>
                </a:lnTo>
                <a:lnTo>
                  <a:pt x="678814" y="13420"/>
                </a:lnTo>
                <a:lnTo>
                  <a:pt x="638555" y="13420"/>
                </a:lnTo>
                <a:lnTo>
                  <a:pt x="638555" y="0"/>
                </a:lnTo>
                <a:moveTo>
                  <a:pt x="692234" y="0"/>
                </a:moveTo>
                <a:lnTo>
                  <a:pt x="732494" y="0"/>
                </a:lnTo>
                <a:lnTo>
                  <a:pt x="732494" y="13420"/>
                </a:lnTo>
                <a:lnTo>
                  <a:pt x="692234" y="13420"/>
                </a:lnTo>
                <a:lnTo>
                  <a:pt x="692234" y="0"/>
                </a:lnTo>
                <a:moveTo>
                  <a:pt x="745914" y="0"/>
                </a:moveTo>
                <a:lnTo>
                  <a:pt x="786173" y="0"/>
                </a:lnTo>
                <a:lnTo>
                  <a:pt x="786173" y="13420"/>
                </a:lnTo>
                <a:lnTo>
                  <a:pt x="745914" y="13420"/>
                </a:lnTo>
                <a:lnTo>
                  <a:pt x="745914" y="0"/>
                </a:lnTo>
                <a:moveTo>
                  <a:pt x="799592" y="0"/>
                </a:moveTo>
                <a:lnTo>
                  <a:pt x="839851" y="0"/>
                </a:lnTo>
                <a:lnTo>
                  <a:pt x="839851" y="13420"/>
                </a:lnTo>
                <a:lnTo>
                  <a:pt x="799592" y="13420"/>
                </a:lnTo>
                <a:lnTo>
                  <a:pt x="799592" y="0"/>
                </a:lnTo>
                <a:moveTo>
                  <a:pt x="853271" y="0"/>
                </a:moveTo>
                <a:lnTo>
                  <a:pt x="893530" y="0"/>
                </a:lnTo>
                <a:lnTo>
                  <a:pt x="893530" y="13420"/>
                </a:lnTo>
                <a:lnTo>
                  <a:pt x="853271" y="13420"/>
                </a:lnTo>
                <a:lnTo>
                  <a:pt x="853271" y="0"/>
                </a:lnTo>
                <a:moveTo>
                  <a:pt x="906949" y="0"/>
                </a:moveTo>
                <a:lnTo>
                  <a:pt x="947210" y="0"/>
                </a:lnTo>
                <a:lnTo>
                  <a:pt x="947210" y="13420"/>
                </a:lnTo>
                <a:lnTo>
                  <a:pt x="906949" y="13420"/>
                </a:lnTo>
                <a:lnTo>
                  <a:pt x="906949" y="0"/>
                </a:lnTo>
                <a:moveTo>
                  <a:pt x="960629" y="0"/>
                </a:moveTo>
                <a:lnTo>
                  <a:pt x="1000888" y="0"/>
                </a:lnTo>
                <a:lnTo>
                  <a:pt x="1000888" y="13420"/>
                </a:lnTo>
                <a:lnTo>
                  <a:pt x="960629" y="13420"/>
                </a:lnTo>
                <a:lnTo>
                  <a:pt x="960629" y="0"/>
                </a:lnTo>
                <a:moveTo>
                  <a:pt x="1014308" y="0"/>
                </a:moveTo>
                <a:lnTo>
                  <a:pt x="1054567" y="0"/>
                </a:lnTo>
                <a:lnTo>
                  <a:pt x="1054567" y="13420"/>
                </a:lnTo>
                <a:lnTo>
                  <a:pt x="1014308" y="13420"/>
                </a:lnTo>
                <a:lnTo>
                  <a:pt x="1014308" y="0"/>
                </a:lnTo>
                <a:moveTo>
                  <a:pt x="1067987" y="0"/>
                </a:moveTo>
                <a:lnTo>
                  <a:pt x="1108246" y="0"/>
                </a:lnTo>
                <a:lnTo>
                  <a:pt x="1108246" y="13420"/>
                </a:lnTo>
                <a:lnTo>
                  <a:pt x="1067987" y="13420"/>
                </a:lnTo>
                <a:lnTo>
                  <a:pt x="1067987" y="0"/>
                </a:lnTo>
                <a:moveTo>
                  <a:pt x="1121665" y="0"/>
                </a:moveTo>
                <a:lnTo>
                  <a:pt x="1161924" y="0"/>
                </a:lnTo>
                <a:lnTo>
                  <a:pt x="1161924" y="13420"/>
                </a:lnTo>
                <a:lnTo>
                  <a:pt x="1121665" y="13420"/>
                </a:lnTo>
                <a:lnTo>
                  <a:pt x="1121665" y="0"/>
                </a:lnTo>
                <a:moveTo>
                  <a:pt x="1175345" y="0"/>
                </a:moveTo>
                <a:lnTo>
                  <a:pt x="1215604" y="0"/>
                </a:lnTo>
                <a:lnTo>
                  <a:pt x="1215604" y="13420"/>
                </a:lnTo>
                <a:lnTo>
                  <a:pt x="1175345" y="13420"/>
                </a:lnTo>
                <a:lnTo>
                  <a:pt x="1175345" y="0"/>
                </a:lnTo>
                <a:moveTo>
                  <a:pt x="1229024" y="0"/>
                </a:moveTo>
                <a:lnTo>
                  <a:pt x="1269283" y="0"/>
                </a:lnTo>
                <a:lnTo>
                  <a:pt x="1269283" y="13420"/>
                </a:lnTo>
                <a:lnTo>
                  <a:pt x="1229024" y="13420"/>
                </a:lnTo>
                <a:lnTo>
                  <a:pt x="1229024" y="0"/>
                </a:lnTo>
                <a:moveTo>
                  <a:pt x="1282703" y="0"/>
                </a:moveTo>
                <a:lnTo>
                  <a:pt x="1322962" y="0"/>
                </a:lnTo>
                <a:lnTo>
                  <a:pt x="1322962" y="13420"/>
                </a:lnTo>
                <a:lnTo>
                  <a:pt x="1282703" y="13420"/>
                </a:lnTo>
                <a:lnTo>
                  <a:pt x="1282703" y="0"/>
                </a:lnTo>
                <a:moveTo>
                  <a:pt x="1336381" y="0"/>
                </a:moveTo>
                <a:lnTo>
                  <a:pt x="1376640" y="0"/>
                </a:lnTo>
                <a:lnTo>
                  <a:pt x="1376640" y="13420"/>
                </a:lnTo>
                <a:lnTo>
                  <a:pt x="1336381" y="13420"/>
                </a:lnTo>
                <a:lnTo>
                  <a:pt x="1336381" y="0"/>
                </a:lnTo>
                <a:moveTo>
                  <a:pt x="1390061" y="0"/>
                </a:moveTo>
                <a:lnTo>
                  <a:pt x="1430320" y="0"/>
                </a:lnTo>
                <a:lnTo>
                  <a:pt x="1430320" y="13420"/>
                </a:lnTo>
                <a:lnTo>
                  <a:pt x="1390061" y="13420"/>
                </a:lnTo>
                <a:lnTo>
                  <a:pt x="1390061" y="0"/>
                </a:lnTo>
                <a:moveTo>
                  <a:pt x="1443740" y="0"/>
                </a:moveTo>
                <a:lnTo>
                  <a:pt x="1483999" y="0"/>
                </a:lnTo>
                <a:lnTo>
                  <a:pt x="1483999" y="13420"/>
                </a:lnTo>
                <a:lnTo>
                  <a:pt x="1443740" y="13420"/>
                </a:lnTo>
                <a:lnTo>
                  <a:pt x="1443740" y="0"/>
                </a:lnTo>
                <a:moveTo>
                  <a:pt x="1497418" y="0"/>
                </a:moveTo>
                <a:lnTo>
                  <a:pt x="1537678" y="0"/>
                </a:lnTo>
                <a:lnTo>
                  <a:pt x="1537678" y="13420"/>
                </a:lnTo>
                <a:lnTo>
                  <a:pt x="1497418" y="13420"/>
                </a:lnTo>
                <a:lnTo>
                  <a:pt x="1497418" y="0"/>
                </a:lnTo>
                <a:moveTo>
                  <a:pt x="1551097" y="0"/>
                </a:moveTo>
                <a:lnTo>
                  <a:pt x="1591356" y="0"/>
                </a:lnTo>
                <a:lnTo>
                  <a:pt x="1591356" y="13420"/>
                </a:lnTo>
                <a:lnTo>
                  <a:pt x="1551097" y="13420"/>
                </a:lnTo>
                <a:lnTo>
                  <a:pt x="1551097" y="0"/>
                </a:lnTo>
                <a:moveTo>
                  <a:pt x="1604776" y="0"/>
                </a:moveTo>
                <a:lnTo>
                  <a:pt x="1645036" y="0"/>
                </a:lnTo>
                <a:lnTo>
                  <a:pt x="1645036" y="13420"/>
                </a:lnTo>
                <a:lnTo>
                  <a:pt x="1604776" y="13420"/>
                </a:lnTo>
                <a:lnTo>
                  <a:pt x="1604776" y="0"/>
                </a:lnTo>
                <a:moveTo>
                  <a:pt x="1658455" y="0"/>
                </a:moveTo>
                <a:lnTo>
                  <a:pt x="1698714" y="0"/>
                </a:lnTo>
                <a:lnTo>
                  <a:pt x="1698714" y="13420"/>
                </a:lnTo>
                <a:lnTo>
                  <a:pt x="1658455" y="13420"/>
                </a:lnTo>
                <a:lnTo>
                  <a:pt x="1658455" y="0"/>
                </a:lnTo>
                <a:moveTo>
                  <a:pt x="1712134" y="0"/>
                </a:moveTo>
                <a:lnTo>
                  <a:pt x="1752393" y="0"/>
                </a:lnTo>
                <a:lnTo>
                  <a:pt x="1752393" y="13420"/>
                </a:lnTo>
                <a:lnTo>
                  <a:pt x="1712134" y="13420"/>
                </a:lnTo>
                <a:lnTo>
                  <a:pt x="1712134" y="0"/>
                </a:lnTo>
                <a:moveTo>
                  <a:pt x="1765813" y="0"/>
                </a:moveTo>
                <a:lnTo>
                  <a:pt x="1806072" y="0"/>
                </a:lnTo>
                <a:lnTo>
                  <a:pt x="1806072" y="13420"/>
                </a:lnTo>
                <a:lnTo>
                  <a:pt x="1765813" y="13420"/>
                </a:lnTo>
                <a:lnTo>
                  <a:pt x="1765813" y="0"/>
                </a:lnTo>
                <a:moveTo>
                  <a:pt x="1819492" y="0"/>
                </a:moveTo>
                <a:lnTo>
                  <a:pt x="1859752" y="0"/>
                </a:lnTo>
                <a:lnTo>
                  <a:pt x="1859752" y="13420"/>
                </a:lnTo>
                <a:lnTo>
                  <a:pt x="1819492" y="13420"/>
                </a:lnTo>
                <a:lnTo>
                  <a:pt x="1819492" y="0"/>
                </a:lnTo>
                <a:moveTo>
                  <a:pt x="1873171" y="0"/>
                </a:moveTo>
                <a:lnTo>
                  <a:pt x="1913430" y="0"/>
                </a:lnTo>
                <a:lnTo>
                  <a:pt x="1913430" y="13420"/>
                </a:lnTo>
                <a:lnTo>
                  <a:pt x="1873171" y="13420"/>
                </a:lnTo>
                <a:lnTo>
                  <a:pt x="1873171" y="0"/>
                </a:lnTo>
                <a:moveTo>
                  <a:pt x="1926850" y="0"/>
                </a:moveTo>
                <a:lnTo>
                  <a:pt x="1967109" y="0"/>
                </a:lnTo>
                <a:lnTo>
                  <a:pt x="1967109" y="13420"/>
                </a:lnTo>
                <a:lnTo>
                  <a:pt x="1926850" y="13420"/>
                </a:lnTo>
                <a:lnTo>
                  <a:pt x="1926850" y="0"/>
                </a:lnTo>
                <a:moveTo>
                  <a:pt x="1980529" y="0"/>
                </a:moveTo>
                <a:lnTo>
                  <a:pt x="2020788" y="0"/>
                </a:lnTo>
                <a:lnTo>
                  <a:pt x="2020788" y="13420"/>
                </a:lnTo>
                <a:lnTo>
                  <a:pt x="1980529" y="13420"/>
                </a:lnTo>
                <a:lnTo>
                  <a:pt x="1980529" y="0"/>
                </a:lnTo>
                <a:moveTo>
                  <a:pt x="2034207" y="0"/>
                </a:moveTo>
                <a:lnTo>
                  <a:pt x="2074466" y="0"/>
                </a:lnTo>
                <a:lnTo>
                  <a:pt x="2074466" y="13420"/>
                </a:lnTo>
                <a:lnTo>
                  <a:pt x="2034207" y="13420"/>
                </a:lnTo>
                <a:lnTo>
                  <a:pt x="2034207" y="0"/>
                </a:lnTo>
                <a:moveTo>
                  <a:pt x="2087887" y="0"/>
                </a:moveTo>
                <a:lnTo>
                  <a:pt x="2128146" y="0"/>
                </a:lnTo>
                <a:lnTo>
                  <a:pt x="2128146" y="13420"/>
                </a:lnTo>
                <a:lnTo>
                  <a:pt x="2087887" y="13420"/>
                </a:lnTo>
                <a:lnTo>
                  <a:pt x="2087887" y="0"/>
                </a:lnTo>
                <a:moveTo>
                  <a:pt x="2141565" y="0"/>
                </a:moveTo>
                <a:lnTo>
                  <a:pt x="2181825" y="0"/>
                </a:lnTo>
                <a:lnTo>
                  <a:pt x="2181825" y="13420"/>
                </a:lnTo>
                <a:lnTo>
                  <a:pt x="2141565" y="13420"/>
                </a:lnTo>
                <a:lnTo>
                  <a:pt x="2141565" y="0"/>
                </a:lnTo>
                <a:moveTo>
                  <a:pt x="2195245" y="0"/>
                </a:moveTo>
                <a:lnTo>
                  <a:pt x="2235503" y="0"/>
                </a:lnTo>
                <a:lnTo>
                  <a:pt x="2235503" y="13420"/>
                </a:lnTo>
                <a:lnTo>
                  <a:pt x="2195245" y="13420"/>
                </a:lnTo>
                <a:lnTo>
                  <a:pt x="2195245" y="0"/>
                </a:lnTo>
                <a:moveTo>
                  <a:pt x="2248924" y="0"/>
                </a:moveTo>
                <a:lnTo>
                  <a:pt x="2289182" y="0"/>
                </a:lnTo>
                <a:lnTo>
                  <a:pt x="2289182" y="13420"/>
                </a:lnTo>
                <a:lnTo>
                  <a:pt x="2248924" y="13420"/>
                </a:lnTo>
                <a:lnTo>
                  <a:pt x="2248924" y="0"/>
                </a:lnTo>
                <a:moveTo>
                  <a:pt x="2302602" y="0"/>
                </a:moveTo>
                <a:lnTo>
                  <a:pt x="2342860" y="0"/>
                </a:lnTo>
                <a:lnTo>
                  <a:pt x="2342860" y="13420"/>
                </a:lnTo>
                <a:lnTo>
                  <a:pt x="2302602" y="13420"/>
                </a:lnTo>
                <a:lnTo>
                  <a:pt x="2302602" y="0"/>
                </a:lnTo>
                <a:moveTo>
                  <a:pt x="2356282" y="0"/>
                </a:moveTo>
                <a:lnTo>
                  <a:pt x="2396541" y="0"/>
                </a:lnTo>
                <a:lnTo>
                  <a:pt x="2396541" y="13420"/>
                </a:lnTo>
                <a:lnTo>
                  <a:pt x="2356282" y="13420"/>
                </a:lnTo>
                <a:lnTo>
                  <a:pt x="2356282" y="0"/>
                </a:lnTo>
                <a:moveTo>
                  <a:pt x="2409960" y="0"/>
                </a:moveTo>
                <a:lnTo>
                  <a:pt x="2450220" y="0"/>
                </a:lnTo>
                <a:lnTo>
                  <a:pt x="2450220" y="13420"/>
                </a:lnTo>
                <a:lnTo>
                  <a:pt x="2409960" y="13420"/>
                </a:lnTo>
                <a:lnTo>
                  <a:pt x="2409960" y="0"/>
                </a:lnTo>
                <a:moveTo>
                  <a:pt x="2463639" y="0"/>
                </a:moveTo>
                <a:lnTo>
                  <a:pt x="2503898" y="0"/>
                </a:lnTo>
                <a:lnTo>
                  <a:pt x="2503898" y="13420"/>
                </a:lnTo>
                <a:lnTo>
                  <a:pt x="2463639" y="13420"/>
                </a:lnTo>
                <a:lnTo>
                  <a:pt x="2463639" y="0"/>
                </a:lnTo>
                <a:moveTo>
                  <a:pt x="2517318" y="0"/>
                </a:moveTo>
                <a:lnTo>
                  <a:pt x="2557578" y="0"/>
                </a:lnTo>
                <a:lnTo>
                  <a:pt x="2557578" y="13420"/>
                </a:lnTo>
                <a:lnTo>
                  <a:pt x="2517318" y="13420"/>
                </a:lnTo>
                <a:lnTo>
                  <a:pt x="2517318" y="0"/>
                </a:lnTo>
                <a:moveTo>
                  <a:pt x="2570997" y="0"/>
                </a:moveTo>
                <a:lnTo>
                  <a:pt x="2611256" y="0"/>
                </a:lnTo>
                <a:lnTo>
                  <a:pt x="2611256" y="13420"/>
                </a:lnTo>
                <a:lnTo>
                  <a:pt x="2570997" y="13420"/>
                </a:lnTo>
                <a:lnTo>
                  <a:pt x="2570997" y="0"/>
                </a:lnTo>
                <a:moveTo>
                  <a:pt x="2624676" y="0"/>
                </a:moveTo>
                <a:lnTo>
                  <a:pt x="2664935" y="0"/>
                </a:lnTo>
                <a:lnTo>
                  <a:pt x="2664935" y="13420"/>
                </a:lnTo>
                <a:lnTo>
                  <a:pt x="2624676" y="13420"/>
                </a:lnTo>
                <a:lnTo>
                  <a:pt x="2624676" y="0"/>
                </a:lnTo>
                <a:moveTo>
                  <a:pt x="2678354" y="0"/>
                </a:moveTo>
                <a:lnTo>
                  <a:pt x="2718614" y="0"/>
                </a:lnTo>
                <a:lnTo>
                  <a:pt x="2718614" y="13420"/>
                </a:lnTo>
                <a:lnTo>
                  <a:pt x="2678354" y="13420"/>
                </a:lnTo>
                <a:lnTo>
                  <a:pt x="2678354" y="0"/>
                </a:lnTo>
                <a:moveTo>
                  <a:pt x="2732034" y="0"/>
                </a:moveTo>
                <a:lnTo>
                  <a:pt x="2772292" y="0"/>
                </a:lnTo>
                <a:lnTo>
                  <a:pt x="2772292" y="13420"/>
                </a:lnTo>
                <a:lnTo>
                  <a:pt x="2732034" y="13420"/>
                </a:lnTo>
                <a:lnTo>
                  <a:pt x="2732034" y="0"/>
                </a:lnTo>
                <a:moveTo>
                  <a:pt x="2785714" y="0"/>
                </a:moveTo>
                <a:lnTo>
                  <a:pt x="2825973" y="0"/>
                </a:lnTo>
                <a:lnTo>
                  <a:pt x="2825973" y="13420"/>
                </a:lnTo>
                <a:lnTo>
                  <a:pt x="2785714" y="13420"/>
                </a:lnTo>
                <a:lnTo>
                  <a:pt x="2785714" y="0"/>
                </a:lnTo>
                <a:moveTo>
                  <a:pt x="2839392" y="0"/>
                </a:moveTo>
                <a:lnTo>
                  <a:pt x="2879651" y="0"/>
                </a:lnTo>
                <a:lnTo>
                  <a:pt x="2879651" y="13420"/>
                </a:lnTo>
                <a:lnTo>
                  <a:pt x="2839392" y="13420"/>
                </a:lnTo>
                <a:lnTo>
                  <a:pt x="2839392" y="0"/>
                </a:lnTo>
                <a:moveTo>
                  <a:pt x="2893071" y="0"/>
                </a:moveTo>
                <a:lnTo>
                  <a:pt x="2933330" y="0"/>
                </a:lnTo>
                <a:lnTo>
                  <a:pt x="2933330" y="13420"/>
                </a:lnTo>
                <a:lnTo>
                  <a:pt x="2893071" y="13420"/>
                </a:lnTo>
                <a:lnTo>
                  <a:pt x="2893071" y="0"/>
                </a:lnTo>
                <a:moveTo>
                  <a:pt x="2946749" y="0"/>
                </a:moveTo>
                <a:lnTo>
                  <a:pt x="2987010" y="0"/>
                </a:lnTo>
                <a:lnTo>
                  <a:pt x="2987010" y="13420"/>
                </a:lnTo>
                <a:lnTo>
                  <a:pt x="2946749" y="13420"/>
                </a:lnTo>
                <a:lnTo>
                  <a:pt x="2946749" y="0"/>
                </a:lnTo>
                <a:moveTo>
                  <a:pt x="3000428" y="0"/>
                </a:moveTo>
                <a:lnTo>
                  <a:pt x="3040688" y="0"/>
                </a:lnTo>
                <a:lnTo>
                  <a:pt x="3040688" y="13420"/>
                </a:lnTo>
                <a:lnTo>
                  <a:pt x="3000428" y="13420"/>
                </a:lnTo>
                <a:lnTo>
                  <a:pt x="3000428" y="0"/>
                </a:lnTo>
                <a:moveTo>
                  <a:pt x="3054108" y="0"/>
                </a:moveTo>
                <a:lnTo>
                  <a:pt x="3094367" y="0"/>
                </a:lnTo>
                <a:lnTo>
                  <a:pt x="3094367" y="13420"/>
                </a:lnTo>
                <a:lnTo>
                  <a:pt x="3054108" y="13420"/>
                </a:lnTo>
                <a:lnTo>
                  <a:pt x="3054108" y="0"/>
                </a:lnTo>
                <a:moveTo>
                  <a:pt x="3107786" y="0"/>
                </a:moveTo>
                <a:lnTo>
                  <a:pt x="3148045" y="0"/>
                </a:lnTo>
                <a:lnTo>
                  <a:pt x="3148045" y="13420"/>
                </a:lnTo>
                <a:lnTo>
                  <a:pt x="3107786" y="13420"/>
                </a:lnTo>
                <a:lnTo>
                  <a:pt x="3107786" y="0"/>
                </a:lnTo>
                <a:moveTo>
                  <a:pt x="3161465" y="0"/>
                </a:moveTo>
                <a:lnTo>
                  <a:pt x="3201724" y="0"/>
                </a:lnTo>
                <a:lnTo>
                  <a:pt x="3201724" y="13420"/>
                </a:lnTo>
                <a:lnTo>
                  <a:pt x="3161465" y="13420"/>
                </a:lnTo>
                <a:lnTo>
                  <a:pt x="3161465" y="0"/>
                </a:lnTo>
                <a:moveTo>
                  <a:pt x="3215143" y="0"/>
                </a:moveTo>
                <a:lnTo>
                  <a:pt x="3255404" y="0"/>
                </a:lnTo>
                <a:lnTo>
                  <a:pt x="3255404" y="13420"/>
                </a:lnTo>
                <a:lnTo>
                  <a:pt x="3215143" y="13420"/>
                </a:lnTo>
                <a:lnTo>
                  <a:pt x="3215143" y="0"/>
                </a:lnTo>
                <a:moveTo>
                  <a:pt x="3268824" y="0"/>
                </a:moveTo>
                <a:lnTo>
                  <a:pt x="3309082" y="0"/>
                </a:lnTo>
                <a:lnTo>
                  <a:pt x="3309082" y="13420"/>
                </a:lnTo>
                <a:lnTo>
                  <a:pt x="3268824" y="13420"/>
                </a:lnTo>
                <a:lnTo>
                  <a:pt x="3268824" y="0"/>
                </a:lnTo>
                <a:moveTo>
                  <a:pt x="3322503" y="0"/>
                </a:moveTo>
                <a:lnTo>
                  <a:pt x="3362762" y="0"/>
                </a:lnTo>
                <a:lnTo>
                  <a:pt x="3362762" y="13420"/>
                </a:lnTo>
                <a:lnTo>
                  <a:pt x="3322503" y="13420"/>
                </a:lnTo>
                <a:lnTo>
                  <a:pt x="3322503" y="0"/>
                </a:lnTo>
                <a:moveTo>
                  <a:pt x="3376181" y="0"/>
                </a:moveTo>
                <a:lnTo>
                  <a:pt x="3416440" y="0"/>
                </a:lnTo>
                <a:lnTo>
                  <a:pt x="3416440" y="13420"/>
                </a:lnTo>
                <a:lnTo>
                  <a:pt x="3376181" y="13420"/>
                </a:lnTo>
                <a:lnTo>
                  <a:pt x="3376181" y="0"/>
                </a:lnTo>
                <a:moveTo>
                  <a:pt x="3429860" y="0"/>
                </a:moveTo>
                <a:lnTo>
                  <a:pt x="3470120" y="0"/>
                </a:lnTo>
                <a:lnTo>
                  <a:pt x="3470120" y="13420"/>
                </a:lnTo>
                <a:lnTo>
                  <a:pt x="3429860" y="13420"/>
                </a:lnTo>
                <a:lnTo>
                  <a:pt x="3429860" y="0"/>
                </a:lnTo>
                <a:moveTo>
                  <a:pt x="3483539" y="0"/>
                </a:moveTo>
                <a:lnTo>
                  <a:pt x="3523799" y="0"/>
                </a:lnTo>
                <a:lnTo>
                  <a:pt x="3523799" y="13420"/>
                </a:lnTo>
                <a:lnTo>
                  <a:pt x="3483539" y="13420"/>
                </a:lnTo>
                <a:lnTo>
                  <a:pt x="3483539" y="0"/>
                </a:lnTo>
                <a:moveTo>
                  <a:pt x="3537218" y="0"/>
                </a:moveTo>
                <a:lnTo>
                  <a:pt x="3577477" y="0"/>
                </a:lnTo>
                <a:lnTo>
                  <a:pt x="3577477" y="13420"/>
                </a:lnTo>
                <a:lnTo>
                  <a:pt x="3537218" y="13420"/>
                </a:lnTo>
                <a:lnTo>
                  <a:pt x="3537218" y="0"/>
                </a:lnTo>
                <a:moveTo>
                  <a:pt x="3590897" y="0"/>
                </a:moveTo>
                <a:lnTo>
                  <a:pt x="3631156" y="0"/>
                </a:lnTo>
                <a:lnTo>
                  <a:pt x="3631156" y="13420"/>
                </a:lnTo>
                <a:lnTo>
                  <a:pt x="3590897" y="13420"/>
                </a:lnTo>
                <a:lnTo>
                  <a:pt x="3590897" y="0"/>
                </a:lnTo>
                <a:moveTo>
                  <a:pt x="3644575" y="0"/>
                </a:moveTo>
                <a:lnTo>
                  <a:pt x="3684834" y="0"/>
                </a:lnTo>
                <a:lnTo>
                  <a:pt x="3684834" y="13420"/>
                </a:lnTo>
                <a:lnTo>
                  <a:pt x="3644575" y="13420"/>
                </a:lnTo>
                <a:lnTo>
                  <a:pt x="3644575" y="0"/>
                </a:lnTo>
                <a:moveTo>
                  <a:pt x="3698254" y="0"/>
                </a:moveTo>
                <a:lnTo>
                  <a:pt x="3738514" y="0"/>
                </a:lnTo>
                <a:lnTo>
                  <a:pt x="3738514" y="13420"/>
                </a:lnTo>
                <a:lnTo>
                  <a:pt x="3698254" y="13420"/>
                </a:lnTo>
                <a:lnTo>
                  <a:pt x="3698254" y="0"/>
                </a:lnTo>
                <a:moveTo>
                  <a:pt x="3751933" y="0"/>
                </a:moveTo>
                <a:lnTo>
                  <a:pt x="3792193" y="0"/>
                </a:lnTo>
                <a:lnTo>
                  <a:pt x="3792193" y="13420"/>
                </a:lnTo>
                <a:lnTo>
                  <a:pt x="3751933" y="13420"/>
                </a:lnTo>
                <a:lnTo>
                  <a:pt x="3751933" y="0"/>
                </a:lnTo>
                <a:moveTo>
                  <a:pt x="3805613" y="0"/>
                </a:moveTo>
                <a:lnTo>
                  <a:pt x="3845871" y="0"/>
                </a:lnTo>
                <a:lnTo>
                  <a:pt x="3845871" y="13420"/>
                </a:lnTo>
                <a:lnTo>
                  <a:pt x="3805613" y="13420"/>
                </a:lnTo>
                <a:lnTo>
                  <a:pt x="3805613" y="0"/>
                </a:lnTo>
                <a:moveTo>
                  <a:pt x="3859292" y="0"/>
                </a:moveTo>
                <a:lnTo>
                  <a:pt x="3899552" y="0"/>
                </a:lnTo>
                <a:lnTo>
                  <a:pt x="3899552" y="13420"/>
                </a:lnTo>
                <a:lnTo>
                  <a:pt x="3859292" y="13420"/>
                </a:lnTo>
                <a:lnTo>
                  <a:pt x="3859292" y="0"/>
                </a:lnTo>
                <a:moveTo>
                  <a:pt x="3912970" y="0"/>
                </a:moveTo>
                <a:lnTo>
                  <a:pt x="3953230" y="0"/>
                </a:lnTo>
                <a:lnTo>
                  <a:pt x="3953230" y="13420"/>
                </a:lnTo>
                <a:lnTo>
                  <a:pt x="3912970" y="13420"/>
                </a:lnTo>
                <a:lnTo>
                  <a:pt x="3912970" y="0"/>
                </a:lnTo>
                <a:moveTo>
                  <a:pt x="3966650" y="0"/>
                </a:moveTo>
                <a:lnTo>
                  <a:pt x="4006909" y="0"/>
                </a:lnTo>
                <a:lnTo>
                  <a:pt x="4006909" y="13420"/>
                </a:lnTo>
                <a:lnTo>
                  <a:pt x="3966650" y="13420"/>
                </a:lnTo>
                <a:lnTo>
                  <a:pt x="3966650" y="0"/>
                </a:lnTo>
                <a:moveTo>
                  <a:pt x="4020328" y="0"/>
                </a:moveTo>
                <a:lnTo>
                  <a:pt x="4060588" y="0"/>
                </a:lnTo>
                <a:lnTo>
                  <a:pt x="4060588" y="13420"/>
                </a:lnTo>
                <a:lnTo>
                  <a:pt x="4020328" y="13420"/>
                </a:lnTo>
                <a:lnTo>
                  <a:pt x="4020328" y="0"/>
                </a:lnTo>
                <a:moveTo>
                  <a:pt x="4074007" y="0"/>
                </a:moveTo>
                <a:lnTo>
                  <a:pt x="4114266" y="0"/>
                </a:lnTo>
                <a:lnTo>
                  <a:pt x="4114266" y="13420"/>
                </a:lnTo>
                <a:lnTo>
                  <a:pt x="4074007" y="13420"/>
                </a:lnTo>
                <a:lnTo>
                  <a:pt x="4074007" y="0"/>
                </a:lnTo>
                <a:moveTo>
                  <a:pt x="4127686" y="0"/>
                </a:moveTo>
                <a:lnTo>
                  <a:pt x="4171300" y="0"/>
                </a:lnTo>
                <a:lnTo>
                  <a:pt x="4171300" y="10065"/>
                </a:lnTo>
                <a:lnTo>
                  <a:pt x="4157881" y="10065"/>
                </a:lnTo>
                <a:lnTo>
                  <a:pt x="4157881" y="13420"/>
                </a:lnTo>
                <a:lnTo>
                  <a:pt x="4157881" y="6710"/>
                </a:lnTo>
                <a:lnTo>
                  <a:pt x="4164590" y="13420"/>
                </a:lnTo>
                <a:lnTo>
                  <a:pt x="4127686" y="13420"/>
                </a:lnTo>
                <a:lnTo>
                  <a:pt x="4127686" y="0"/>
                </a:lnTo>
                <a:moveTo>
                  <a:pt x="4171300" y="23485"/>
                </a:moveTo>
                <a:lnTo>
                  <a:pt x="4171300" y="63744"/>
                </a:lnTo>
                <a:lnTo>
                  <a:pt x="4157881" y="63744"/>
                </a:lnTo>
                <a:lnTo>
                  <a:pt x="4157881" y="23485"/>
                </a:lnTo>
                <a:lnTo>
                  <a:pt x="4171300" y="23485"/>
                </a:lnTo>
                <a:moveTo>
                  <a:pt x="4171300" y="77164"/>
                </a:moveTo>
                <a:lnTo>
                  <a:pt x="4171300" y="117423"/>
                </a:lnTo>
                <a:lnTo>
                  <a:pt x="4157881" y="117423"/>
                </a:lnTo>
                <a:lnTo>
                  <a:pt x="4157881" y="77164"/>
                </a:lnTo>
                <a:lnTo>
                  <a:pt x="4171300" y="77164"/>
                </a:lnTo>
                <a:moveTo>
                  <a:pt x="4171300" y="130843"/>
                </a:moveTo>
                <a:lnTo>
                  <a:pt x="4171300" y="171102"/>
                </a:lnTo>
                <a:lnTo>
                  <a:pt x="4157881" y="171102"/>
                </a:lnTo>
                <a:lnTo>
                  <a:pt x="4157881" y="130843"/>
                </a:lnTo>
                <a:lnTo>
                  <a:pt x="4171300" y="130843"/>
                </a:lnTo>
                <a:moveTo>
                  <a:pt x="4171300" y="184521"/>
                </a:moveTo>
                <a:lnTo>
                  <a:pt x="4171300" y="224781"/>
                </a:lnTo>
                <a:lnTo>
                  <a:pt x="4157881" y="224781"/>
                </a:lnTo>
                <a:lnTo>
                  <a:pt x="4157881" y="184521"/>
                </a:lnTo>
                <a:lnTo>
                  <a:pt x="4171300" y="184521"/>
                </a:lnTo>
                <a:moveTo>
                  <a:pt x="4160117" y="240437"/>
                </a:moveTo>
                <a:lnTo>
                  <a:pt x="4119858" y="240437"/>
                </a:lnTo>
                <a:lnTo>
                  <a:pt x="4119858" y="227018"/>
                </a:lnTo>
                <a:lnTo>
                  <a:pt x="4160117" y="227018"/>
                </a:lnTo>
                <a:lnTo>
                  <a:pt x="4160117" y="240437"/>
                </a:lnTo>
                <a:moveTo>
                  <a:pt x="4106439" y="240437"/>
                </a:moveTo>
                <a:lnTo>
                  <a:pt x="4066180" y="240437"/>
                </a:lnTo>
                <a:lnTo>
                  <a:pt x="4066180" y="227018"/>
                </a:lnTo>
                <a:lnTo>
                  <a:pt x="4106439" y="227018"/>
                </a:lnTo>
                <a:lnTo>
                  <a:pt x="4106439" y="240437"/>
                </a:lnTo>
                <a:moveTo>
                  <a:pt x="4052760" y="240437"/>
                </a:moveTo>
                <a:lnTo>
                  <a:pt x="4012500" y="240437"/>
                </a:lnTo>
                <a:lnTo>
                  <a:pt x="4012500" y="227018"/>
                </a:lnTo>
                <a:lnTo>
                  <a:pt x="4052760" y="227018"/>
                </a:lnTo>
                <a:lnTo>
                  <a:pt x="4052760" y="240437"/>
                </a:lnTo>
                <a:moveTo>
                  <a:pt x="3999081" y="240437"/>
                </a:moveTo>
                <a:lnTo>
                  <a:pt x="3958821" y="240437"/>
                </a:lnTo>
                <a:lnTo>
                  <a:pt x="3958821" y="227018"/>
                </a:lnTo>
                <a:lnTo>
                  <a:pt x="3999081" y="227018"/>
                </a:lnTo>
                <a:lnTo>
                  <a:pt x="3999081" y="240437"/>
                </a:lnTo>
                <a:moveTo>
                  <a:pt x="3945401" y="240437"/>
                </a:moveTo>
                <a:lnTo>
                  <a:pt x="3905143" y="240437"/>
                </a:lnTo>
                <a:lnTo>
                  <a:pt x="3905143" y="227018"/>
                </a:lnTo>
                <a:lnTo>
                  <a:pt x="3945401" y="227018"/>
                </a:lnTo>
                <a:lnTo>
                  <a:pt x="3945401" y="240437"/>
                </a:lnTo>
                <a:moveTo>
                  <a:pt x="3891722" y="240437"/>
                </a:moveTo>
                <a:lnTo>
                  <a:pt x="3851463" y="240437"/>
                </a:lnTo>
                <a:lnTo>
                  <a:pt x="3851463" y="227018"/>
                </a:lnTo>
                <a:lnTo>
                  <a:pt x="3891722" y="227018"/>
                </a:lnTo>
                <a:lnTo>
                  <a:pt x="3891722" y="240437"/>
                </a:lnTo>
                <a:moveTo>
                  <a:pt x="3838044" y="240437"/>
                </a:moveTo>
                <a:lnTo>
                  <a:pt x="3797784" y="240437"/>
                </a:lnTo>
                <a:lnTo>
                  <a:pt x="3797784" y="227018"/>
                </a:lnTo>
                <a:lnTo>
                  <a:pt x="3838044" y="227018"/>
                </a:lnTo>
                <a:lnTo>
                  <a:pt x="3838044" y="240437"/>
                </a:lnTo>
                <a:moveTo>
                  <a:pt x="3784364" y="240437"/>
                </a:moveTo>
                <a:lnTo>
                  <a:pt x="3744105" y="240437"/>
                </a:lnTo>
                <a:lnTo>
                  <a:pt x="3744105" y="227018"/>
                </a:lnTo>
                <a:lnTo>
                  <a:pt x="3784364" y="227018"/>
                </a:lnTo>
                <a:lnTo>
                  <a:pt x="3784364" y="240437"/>
                </a:lnTo>
                <a:moveTo>
                  <a:pt x="3730686" y="240437"/>
                </a:moveTo>
                <a:lnTo>
                  <a:pt x="3690426" y="240437"/>
                </a:lnTo>
                <a:lnTo>
                  <a:pt x="3690426" y="227018"/>
                </a:lnTo>
                <a:lnTo>
                  <a:pt x="3730686" y="227018"/>
                </a:lnTo>
                <a:lnTo>
                  <a:pt x="3730686" y="240437"/>
                </a:lnTo>
                <a:moveTo>
                  <a:pt x="3677007" y="240437"/>
                </a:moveTo>
                <a:lnTo>
                  <a:pt x="3636748" y="240437"/>
                </a:lnTo>
                <a:lnTo>
                  <a:pt x="3636748" y="227018"/>
                </a:lnTo>
                <a:lnTo>
                  <a:pt x="3677007" y="227018"/>
                </a:lnTo>
                <a:lnTo>
                  <a:pt x="3677007" y="240437"/>
                </a:lnTo>
                <a:moveTo>
                  <a:pt x="3623328" y="240437"/>
                </a:moveTo>
                <a:lnTo>
                  <a:pt x="3583069" y="240437"/>
                </a:lnTo>
                <a:lnTo>
                  <a:pt x="3583069" y="227018"/>
                </a:lnTo>
                <a:lnTo>
                  <a:pt x="3623328" y="227018"/>
                </a:lnTo>
                <a:lnTo>
                  <a:pt x="3623328" y="240437"/>
                </a:lnTo>
                <a:moveTo>
                  <a:pt x="3569650" y="240437"/>
                </a:moveTo>
                <a:lnTo>
                  <a:pt x="3529390" y="240437"/>
                </a:lnTo>
                <a:lnTo>
                  <a:pt x="3529390" y="227018"/>
                </a:lnTo>
                <a:lnTo>
                  <a:pt x="3569650" y="227018"/>
                </a:lnTo>
                <a:lnTo>
                  <a:pt x="3569650" y="240437"/>
                </a:lnTo>
                <a:moveTo>
                  <a:pt x="3515970" y="240437"/>
                </a:moveTo>
                <a:lnTo>
                  <a:pt x="3475711" y="240437"/>
                </a:lnTo>
                <a:lnTo>
                  <a:pt x="3475711" y="227018"/>
                </a:lnTo>
                <a:lnTo>
                  <a:pt x="3515970" y="227018"/>
                </a:lnTo>
                <a:lnTo>
                  <a:pt x="3515970" y="240437"/>
                </a:lnTo>
                <a:moveTo>
                  <a:pt x="3462292" y="240437"/>
                </a:moveTo>
                <a:lnTo>
                  <a:pt x="3422032" y="240437"/>
                </a:lnTo>
                <a:lnTo>
                  <a:pt x="3422032" y="227018"/>
                </a:lnTo>
                <a:lnTo>
                  <a:pt x="3462292" y="227018"/>
                </a:lnTo>
                <a:lnTo>
                  <a:pt x="3462292" y="240437"/>
                </a:lnTo>
                <a:moveTo>
                  <a:pt x="3408612" y="240437"/>
                </a:moveTo>
                <a:lnTo>
                  <a:pt x="3368354" y="240437"/>
                </a:lnTo>
                <a:lnTo>
                  <a:pt x="3368354" y="227018"/>
                </a:lnTo>
                <a:lnTo>
                  <a:pt x="3408612" y="227018"/>
                </a:lnTo>
                <a:lnTo>
                  <a:pt x="3408612" y="240437"/>
                </a:lnTo>
                <a:moveTo>
                  <a:pt x="3354932" y="240437"/>
                </a:moveTo>
                <a:lnTo>
                  <a:pt x="3314673" y="240437"/>
                </a:lnTo>
                <a:lnTo>
                  <a:pt x="3314673" y="227018"/>
                </a:lnTo>
                <a:lnTo>
                  <a:pt x="3354932" y="227018"/>
                </a:lnTo>
                <a:lnTo>
                  <a:pt x="3354932" y="240437"/>
                </a:lnTo>
                <a:moveTo>
                  <a:pt x="3301254" y="240437"/>
                </a:moveTo>
                <a:lnTo>
                  <a:pt x="3260995" y="240437"/>
                </a:lnTo>
                <a:lnTo>
                  <a:pt x="3260995" y="227018"/>
                </a:lnTo>
                <a:lnTo>
                  <a:pt x="3301254" y="227018"/>
                </a:lnTo>
                <a:lnTo>
                  <a:pt x="3301254" y="240437"/>
                </a:lnTo>
                <a:moveTo>
                  <a:pt x="3247575" y="240437"/>
                </a:moveTo>
                <a:lnTo>
                  <a:pt x="3207316" y="240437"/>
                </a:lnTo>
                <a:lnTo>
                  <a:pt x="3207316" y="227018"/>
                </a:lnTo>
                <a:lnTo>
                  <a:pt x="3247575" y="227018"/>
                </a:lnTo>
                <a:lnTo>
                  <a:pt x="3247575" y="240437"/>
                </a:lnTo>
                <a:moveTo>
                  <a:pt x="3193897" y="240437"/>
                </a:moveTo>
                <a:lnTo>
                  <a:pt x="3153637" y="240437"/>
                </a:lnTo>
                <a:lnTo>
                  <a:pt x="3153637" y="227018"/>
                </a:lnTo>
                <a:lnTo>
                  <a:pt x="3193897" y="227018"/>
                </a:lnTo>
                <a:lnTo>
                  <a:pt x="3193897" y="240437"/>
                </a:lnTo>
                <a:moveTo>
                  <a:pt x="3140218" y="240437"/>
                </a:moveTo>
                <a:lnTo>
                  <a:pt x="3099958" y="240437"/>
                </a:lnTo>
                <a:lnTo>
                  <a:pt x="3099958" y="227018"/>
                </a:lnTo>
                <a:lnTo>
                  <a:pt x="3140218" y="227018"/>
                </a:lnTo>
                <a:lnTo>
                  <a:pt x="3140218" y="240437"/>
                </a:lnTo>
                <a:moveTo>
                  <a:pt x="3086538" y="240437"/>
                </a:moveTo>
                <a:lnTo>
                  <a:pt x="3046279" y="240437"/>
                </a:lnTo>
                <a:lnTo>
                  <a:pt x="3046279" y="227018"/>
                </a:lnTo>
                <a:lnTo>
                  <a:pt x="3086538" y="227018"/>
                </a:lnTo>
                <a:lnTo>
                  <a:pt x="3086538" y="240437"/>
                </a:lnTo>
                <a:moveTo>
                  <a:pt x="3032860" y="240437"/>
                </a:moveTo>
                <a:lnTo>
                  <a:pt x="2992601" y="240437"/>
                </a:lnTo>
                <a:lnTo>
                  <a:pt x="2992601" y="227018"/>
                </a:lnTo>
                <a:lnTo>
                  <a:pt x="3032860" y="227018"/>
                </a:lnTo>
                <a:lnTo>
                  <a:pt x="3032860" y="240437"/>
                </a:lnTo>
                <a:moveTo>
                  <a:pt x="2979181" y="240437"/>
                </a:moveTo>
                <a:lnTo>
                  <a:pt x="2938922" y="240437"/>
                </a:lnTo>
                <a:lnTo>
                  <a:pt x="2938922" y="227018"/>
                </a:lnTo>
                <a:lnTo>
                  <a:pt x="2979181" y="227018"/>
                </a:lnTo>
                <a:lnTo>
                  <a:pt x="2979181" y="240437"/>
                </a:lnTo>
                <a:moveTo>
                  <a:pt x="2925503" y="240437"/>
                </a:moveTo>
                <a:lnTo>
                  <a:pt x="2885242" y="240437"/>
                </a:lnTo>
                <a:lnTo>
                  <a:pt x="2885242" y="227018"/>
                </a:lnTo>
                <a:lnTo>
                  <a:pt x="2925503" y="227018"/>
                </a:lnTo>
                <a:lnTo>
                  <a:pt x="2925503" y="240437"/>
                </a:lnTo>
                <a:moveTo>
                  <a:pt x="2871822" y="240437"/>
                </a:moveTo>
                <a:lnTo>
                  <a:pt x="2831564" y="240437"/>
                </a:lnTo>
                <a:lnTo>
                  <a:pt x="2831564" y="227018"/>
                </a:lnTo>
                <a:lnTo>
                  <a:pt x="2871822" y="227018"/>
                </a:lnTo>
                <a:lnTo>
                  <a:pt x="2871822" y="240437"/>
                </a:lnTo>
                <a:moveTo>
                  <a:pt x="2818143" y="240437"/>
                </a:moveTo>
                <a:lnTo>
                  <a:pt x="2777884" y="240437"/>
                </a:lnTo>
                <a:lnTo>
                  <a:pt x="2777884" y="227018"/>
                </a:lnTo>
                <a:lnTo>
                  <a:pt x="2818143" y="227018"/>
                </a:lnTo>
                <a:lnTo>
                  <a:pt x="2818143" y="240437"/>
                </a:lnTo>
                <a:moveTo>
                  <a:pt x="2764465" y="240437"/>
                </a:moveTo>
                <a:lnTo>
                  <a:pt x="2724206" y="240437"/>
                </a:lnTo>
                <a:lnTo>
                  <a:pt x="2724206" y="227018"/>
                </a:lnTo>
                <a:lnTo>
                  <a:pt x="2764465" y="227018"/>
                </a:lnTo>
                <a:lnTo>
                  <a:pt x="2764465" y="240437"/>
                </a:lnTo>
                <a:moveTo>
                  <a:pt x="2710786" y="240437"/>
                </a:moveTo>
                <a:lnTo>
                  <a:pt x="2670527" y="240437"/>
                </a:lnTo>
                <a:lnTo>
                  <a:pt x="2670527" y="227018"/>
                </a:lnTo>
                <a:lnTo>
                  <a:pt x="2710786" y="227018"/>
                </a:lnTo>
                <a:lnTo>
                  <a:pt x="2710786" y="240437"/>
                </a:lnTo>
                <a:moveTo>
                  <a:pt x="2657108" y="240437"/>
                </a:moveTo>
                <a:lnTo>
                  <a:pt x="2616847" y="240437"/>
                </a:lnTo>
                <a:lnTo>
                  <a:pt x="2616847" y="227018"/>
                </a:lnTo>
                <a:lnTo>
                  <a:pt x="2657108" y="227018"/>
                </a:lnTo>
                <a:lnTo>
                  <a:pt x="2657108" y="240437"/>
                </a:lnTo>
                <a:moveTo>
                  <a:pt x="2603428" y="240437"/>
                </a:moveTo>
                <a:lnTo>
                  <a:pt x="2563169" y="240437"/>
                </a:lnTo>
                <a:lnTo>
                  <a:pt x="2563169" y="227018"/>
                </a:lnTo>
                <a:lnTo>
                  <a:pt x="2603428" y="227018"/>
                </a:lnTo>
                <a:lnTo>
                  <a:pt x="2603428" y="240437"/>
                </a:lnTo>
                <a:moveTo>
                  <a:pt x="2549749" y="240437"/>
                </a:moveTo>
                <a:lnTo>
                  <a:pt x="2509490" y="240437"/>
                </a:lnTo>
                <a:lnTo>
                  <a:pt x="2509490" y="227018"/>
                </a:lnTo>
                <a:lnTo>
                  <a:pt x="2549749" y="227018"/>
                </a:lnTo>
                <a:lnTo>
                  <a:pt x="2549749" y="240437"/>
                </a:lnTo>
                <a:moveTo>
                  <a:pt x="2496071" y="240437"/>
                </a:moveTo>
                <a:lnTo>
                  <a:pt x="2455812" y="240437"/>
                </a:lnTo>
                <a:lnTo>
                  <a:pt x="2455812" y="227018"/>
                </a:lnTo>
                <a:lnTo>
                  <a:pt x="2496071" y="227018"/>
                </a:lnTo>
                <a:lnTo>
                  <a:pt x="2496071" y="240437"/>
                </a:lnTo>
                <a:moveTo>
                  <a:pt x="2442390" y="240437"/>
                </a:moveTo>
                <a:lnTo>
                  <a:pt x="2402132" y="240437"/>
                </a:lnTo>
                <a:lnTo>
                  <a:pt x="2402132" y="227018"/>
                </a:lnTo>
                <a:lnTo>
                  <a:pt x="2442390" y="227018"/>
                </a:lnTo>
                <a:lnTo>
                  <a:pt x="2442390" y="240437"/>
                </a:lnTo>
                <a:moveTo>
                  <a:pt x="2388712" y="240437"/>
                </a:moveTo>
                <a:lnTo>
                  <a:pt x="2348453" y="240437"/>
                </a:lnTo>
                <a:lnTo>
                  <a:pt x="2348453" y="227018"/>
                </a:lnTo>
                <a:lnTo>
                  <a:pt x="2388712" y="227018"/>
                </a:lnTo>
                <a:lnTo>
                  <a:pt x="2388712" y="240437"/>
                </a:lnTo>
                <a:moveTo>
                  <a:pt x="2335033" y="240437"/>
                </a:moveTo>
                <a:lnTo>
                  <a:pt x="2294775" y="240437"/>
                </a:lnTo>
                <a:lnTo>
                  <a:pt x="2294775" y="227018"/>
                </a:lnTo>
                <a:lnTo>
                  <a:pt x="2335033" y="227018"/>
                </a:lnTo>
                <a:lnTo>
                  <a:pt x="2335033" y="240437"/>
                </a:lnTo>
                <a:moveTo>
                  <a:pt x="2281354" y="240437"/>
                </a:moveTo>
                <a:lnTo>
                  <a:pt x="2241095" y="240437"/>
                </a:lnTo>
                <a:lnTo>
                  <a:pt x="2241095" y="227018"/>
                </a:lnTo>
                <a:lnTo>
                  <a:pt x="2281354" y="227018"/>
                </a:lnTo>
                <a:lnTo>
                  <a:pt x="2281354" y="240437"/>
                </a:lnTo>
                <a:moveTo>
                  <a:pt x="2227676" y="240437"/>
                </a:moveTo>
                <a:lnTo>
                  <a:pt x="2187416" y="240437"/>
                </a:lnTo>
                <a:lnTo>
                  <a:pt x="2187416" y="227018"/>
                </a:lnTo>
                <a:lnTo>
                  <a:pt x="2227676" y="227018"/>
                </a:lnTo>
                <a:lnTo>
                  <a:pt x="2227676" y="240437"/>
                </a:lnTo>
                <a:moveTo>
                  <a:pt x="2173996" y="240437"/>
                </a:moveTo>
                <a:lnTo>
                  <a:pt x="2133737" y="240437"/>
                </a:lnTo>
                <a:lnTo>
                  <a:pt x="2133737" y="227018"/>
                </a:lnTo>
                <a:lnTo>
                  <a:pt x="2173996" y="227018"/>
                </a:lnTo>
                <a:lnTo>
                  <a:pt x="2173996" y="240437"/>
                </a:lnTo>
                <a:moveTo>
                  <a:pt x="2120318" y="240437"/>
                </a:moveTo>
                <a:lnTo>
                  <a:pt x="2080058" y="240437"/>
                </a:lnTo>
                <a:lnTo>
                  <a:pt x="2080058" y="227018"/>
                </a:lnTo>
                <a:lnTo>
                  <a:pt x="2120318" y="227018"/>
                </a:lnTo>
                <a:lnTo>
                  <a:pt x="2120318" y="240437"/>
                </a:lnTo>
                <a:moveTo>
                  <a:pt x="2066639" y="240437"/>
                </a:moveTo>
                <a:lnTo>
                  <a:pt x="2026380" y="240437"/>
                </a:lnTo>
                <a:lnTo>
                  <a:pt x="2026380" y="227018"/>
                </a:lnTo>
                <a:lnTo>
                  <a:pt x="2066639" y="227018"/>
                </a:lnTo>
                <a:lnTo>
                  <a:pt x="2066639" y="240437"/>
                </a:lnTo>
                <a:moveTo>
                  <a:pt x="2012960" y="240437"/>
                </a:moveTo>
                <a:lnTo>
                  <a:pt x="1972701" y="240437"/>
                </a:lnTo>
                <a:lnTo>
                  <a:pt x="1972701" y="227018"/>
                </a:lnTo>
                <a:lnTo>
                  <a:pt x="2012960" y="227018"/>
                </a:lnTo>
                <a:lnTo>
                  <a:pt x="2012960" y="240437"/>
                </a:lnTo>
                <a:moveTo>
                  <a:pt x="1959282" y="240437"/>
                </a:moveTo>
                <a:lnTo>
                  <a:pt x="1919021" y="240437"/>
                </a:lnTo>
                <a:lnTo>
                  <a:pt x="1919021" y="227018"/>
                </a:lnTo>
                <a:lnTo>
                  <a:pt x="1959282" y="227018"/>
                </a:lnTo>
                <a:lnTo>
                  <a:pt x="1959282" y="240437"/>
                </a:lnTo>
                <a:moveTo>
                  <a:pt x="1905601" y="240437"/>
                </a:moveTo>
                <a:lnTo>
                  <a:pt x="1865343" y="240437"/>
                </a:lnTo>
                <a:lnTo>
                  <a:pt x="1865343" y="227018"/>
                </a:lnTo>
                <a:lnTo>
                  <a:pt x="1905601" y="227018"/>
                </a:lnTo>
                <a:lnTo>
                  <a:pt x="1905601" y="240437"/>
                </a:lnTo>
                <a:moveTo>
                  <a:pt x="1851923" y="240437"/>
                </a:moveTo>
                <a:lnTo>
                  <a:pt x="1811664" y="240437"/>
                </a:lnTo>
                <a:lnTo>
                  <a:pt x="1811664" y="227018"/>
                </a:lnTo>
                <a:lnTo>
                  <a:pt x="1851923" y="227018"/>
                </a:lnTo>
                <a:lnTo>
                  <a:pt x="1851923" y="240437"/>
                </a:lnTo>
                <a:moveTo>
                  <a:pt x="1798244" y="240437"/>
                </a:moveTo>
                <a:lnTo>
                  <a:pt x="1757985" y="240437"/>
                </a:lnTo>
                <a:lnTo>
                  <a:pt x="1757985" y="227018"/>
                </a:lnTo>
                <a:lnTo>
                  <a:pt x="1798244" y="227018"/>
                </a:lnTo>
                <a:lnTo>
                  <a:pt x="1798244" y="240437"/>
                </a:lnTo>
                <a:moveTo>
                  <a:pt x="1744566" y="240437"/>
                </a:moveTo>
                <a:lnTo>
                  <a:pt x="1704305" y="240437"/>
                </a:lnTo>
                <a:lnTo>
                  <a:pt x="1704305" y="227018"/>
                </a:lnTo>
                <a:lnTo>
                  <a:pt x="1744566" y="227018"/>
                </a:lnTo>
                <a:lnTo>
                  <a:pt x="1744566" y="240437"/>
                </a:lnTo>
                <a:moveTo>
                  <a:pt x="1690886" y="240437"/>
                </a:moveTo>
                <a:lnTo>
                  <a:pt x="1650627" y="240437"/>
                </a:lnTo>
                <a:lnTo>
                  <a:pt x="1650627" y="227018"/>
                </a:lnTo>
                <a:lnTo>
                  <a:pt x="1690886" y="227018"/>
                </a:lnTo>
                <a:lnTo>
                  <a:pt x="1690886" y="240437"/>
                </a:lnTo>
                <a:moveTo>
                  <a:pt x="1637207" y="240437"/>
                </a:moveTo>
                <a:lnTo>
                  <a:pt x="1596948" y="240437"/>
                </a:lnTo>
                <a:lnTo>
                  <a:pt x="1596948" y="227018"/>
                </a:lnTo>
                <a:lnTo>
                  <a:pt x="1637207" y="227018"/>
                </a:lnTo>
                <a:lnTo>
                  <a:pt x="1637207" y="240437"/>
                </a:lnTo>
                <a:moveTo>
                  <a:pt x="1583528" y="240437"/>
                </a:moveTo>
                <a:lnTo>
                  <a:pt x="1543270" y="240437"/>
                </a:lnTo>
                <a:lnTo>
                  <a:pt x="1543270" y="227018"/>
                </a:lnTo>
                <a:lnTo>
                  <a:pt x="1583528" y="227018"/>
                </a:lnTo>
                <a:lnTo>
                  <a:pt x="1583528" y="240437"/>
                </a:lnTo>
                <a:moveTo>
                  <a:pt x="1529850" y="240437"/>
                </a:moveTo>
                <a:lnTo>
                  <a:pt x="1489590" y="240437"/>
                </a:lnTo>
                <a:lnTo>
                  <a:pt x="1489590" y="227018"/>
                </a:lnTo>
                <a:lnTo>
                  <a:pt x="1529850" y="227018"/>
                </a:lnTo>
                <a:lnTo>
                  <a:pt x="1529850" y="240437"/>
                </a:lnTo>
                <a:moveTo>
                  <a:pt x="1476170" y="240437"/>
                </a:moveTo>
                <a:lnTo>
                  <a:pt x="1435911" y="240437"/>
                </a:lnTo>
                <a:lnTo>
                  <a:pt x="1435911" y="227018"/>
                </a:lnTo>
                <a:lnTo>
                  <a:pt x="1476170" y="227018"/>
                </a:lnTo>
                <a:lnTo>
                  <a:pt x="1476170" y="240437"/>
                </a:lnTo>
                <a:moveTo>
                  <a:pt x="1422492" y="240437"/>
                </a:moveTo>
                <a:lnTo>
                  <a:pt x="1382232" y="240437"/>
                </a:lnTo>
                <a:lnTo>
                  <a:pt x="1382232" y="227018"/>
                </a:lnTo>
                <a:lnTo>
                  <a:pt x="1422492" y="227018"/>
                </a:lnTo>
                <a:lnTo>
                  <a:pt x="1422492" y="240437"/>
                </a:lnTo>
                <a:moveTo>
                  <a:pt x="1368812" y="240437"/>
                </a:moveTo>
                <a:lnTo>
                  <a:pt x="1328554" y="240437"/>
                </a:lnTo>
                <a:lnTo>
                  <a:pt x="1328554" y="227018"/>
                </a:lnTo>
                <a:lnTo>
                  <a:pt x="1368812" y="227018"/>
                </a:lnTo>
                <a:lnTo>
                  <a:pt x="1368812" y="240437"/>
                </a:lnTo>
                <a:moveTo>
                  <a:pt x="1315134" y="240437"/>
                </a:moveTo>
                <a:lnTo>
                  <a:pt x="1274875" y="240437"/>
                </a:lnTo>
                <a:lnTo>
                  <a:pt x="1274875" y="227018"/>
                </a:lnTo>
                <a:lnTo>
                  <a:pt x="1315134" y="227018"/>
                </a:lnTo>
                <a:lnTo>
                  <a:pt x="1315134" y="240437"/>
                </a:lnTo>
                <a:moveTo>
                  <a:pt x="1261454" y="240437"/>
                </a:moveTo>
                <a:lnTo>
                  <a:pt x="1221195" y="240437"/>
                </a:lnTo>
                <a:lnTo>
                  <a:pt x="1221195" y="227018"/>
                </a:lnTo>
                <a:lnTo>
                  <a:pt x="1261454" y="227018"/>
                </a:lnTo>
                <a:lnTo>
                  <a:pt x="1261454" y="240437"/>
                </a:lnTo>
                <a:moveTo>
                  <a:pt x="1207776" y="240437"/>
                </a:moveTo>
                <a:lnTo>
                  <a:pt x="1167516" y="240437"/>
                </a:lnTo>
                <a:lnTo>
                  <a:pt x="1167516" y="227018"/>
                </a:lnTo>
                <a:lnTo>
                  <a:pt x="1207776" y="227018"/>
                </a:lnTo>
                <a:lnTo>
                  <a:pt x="1207776" y="240437"/>
                </a:lnTo>
                <a:moveTo>
                  <a:pt x="1154097" y="240437"/>
                </a:moveTo>
                <a:lnTo>
                  <a:pt x="1113838" y="240437"/>
                </a:lnTo>
                <a:lnTo>
                  <a:pt x="1113838" y="227018"/>
                </a:lnTo>
                <a:lnTo>
                  <a:pt x="1154097" y="227018"/>
                </a:lnTo>
                <a:lnTo>
                  <a:pt x="1154097" y="240437"/>
                </a:lnTo>
                <a:moveTo>
                  <a:pt x="1100418" y="240437"/>
                </a:moveTo>
                <a:lnTo>
                  <a:pt x="1060159" y="240437"/>
                </a:lnTo>
                <a:lnTo>
                  <a:pt x="1060159" y="227018"/>
                </a:lnTo>
                <a:lnTo>
                  <a:pt x="1100418" y="227018"/>
                </a:lnTo>
                <a:lnTo>
                  <a:pt x="1100418" y="240437"/>
                </a:lnTo>
                <a:moveTo>
                  <a:pt x="1046738" y="240437"/>
                </a:moveTo>
                <a:lnTo>
                  <a:pt x="1006479" y="240437"/>
                </a:lnTo>
                <a:lnTo>
                  <a:pt x="1006479" y="227018"/>
                </a:lnTo>
                <a:lnTo>
                  <a:pt x="1046738" y="227018"/>
                </a:lnTo>
                <a:lnTo>
                  <a:pt x="1046738" y="240437"/>
                </a:lnTo>
                <a:moveTo>
                  <a:pt x="993060" y="240437"/>
                </a:moveTo>
                <a:lnTo>
                  <a:pt x="952801" y="240437"/>
                </a:lnTo>
                <a:lnTo>
                  <a:pt x="952801" y="227018"/>
                </a:lnTo>
                <a:lnTo>
                  <a:pt x="993060" y="227018"/>
                </a:lnTo>
                <a:lnTo>
                  <a:pt x="993060" y="240437"/>
                </a:lnTo>
                <a:moveTo>
                  <a:pt x="939381" y="240437"/>
                </a:moveTo>
                <a:lnTo>
                  <a:pt x="899122" y="240437"/>
                </a:lnTo>
                <a:lnTo>
                  <a:pt x="899122" y="227018"/>
                </a:lnTo>
                <a:lnTo>
                  <a:pt x="939381" y="227018"/>
                </a:lnTo>
                <a:lnTo>
                  <a:pt x="939381" y="240437"/>
                </a:lnTo>
                <a:moveTo>
                  <a:pt x="885703" y="240437"/>
                </a:moveTo>
                <a:lnTo>
                  <a:pt x="845443" y="240437"/>
                </a:lnTo>
                <a:lnTo>
                  <a:pt x="845443" y="227018"/>
                </a:lnTo>
                <a:lnTo>
                  <a:pt x="885703" y="227018"/>
                </a:lnTo>
                <a:lnTo>
                  <a:pt x="885703" y="240437"/>
                </a:lnTo>
                <a:moveTo>
                  <a:pt x="832022" y="240437"/>
                </a:moveTo>
                <a:lnTo>
                  <a:pt x="791764" y="240437"/>
                </a:lnTo>
                <a:lnTo>
                  <a:pt x="791764" y="227018"/>
                </a:lnTo>
                <a:lnTo>
                  <a:pt x="832022" y="227018"/>
                </a:lnTo>
                <a:lnTo>
                  <a:pt x="832022" y="240437"/>
                </a:lnTo>
                <a:moveTo>
                  <a:pt x="778344" y="240437"/>
                </a:moveTo>
                <a:lnTo>
                  <a:pt x="738085" y="240437"/>
                </a:lnTo>
                <a:lnTo>
                  <a:pt x="738085" y="227018"/>
                </a:lnTo>
                <a:lnTo>
                  <a:pt x="778344" y="227018"/>
                </a:lnTo>
                <a:lnTo>
                  <a:pt x="778344" y="240437"/>
                </a:lnTo>
                <a:moveTo>
                  <a:pt x="724665" y="240437"/>
                </a:moveTo>
                <a:lnTo>
                  <a:pt x="684406" y="240437"/>
                </a:lnTo>
                <a:lnTo>
                  <a:pt x="684406" y="227018"/>
                </a:lnTo>
                <a:lnTo>
                  <a:pt x="724665" y="227018"/>
                </a:lnTo>
                <a:lnTo>
                  <a:pt x="724665" y="240437"/>
                </a:lnTo>
                <a:moveTo>
                  <a:pt x="670987" y="240437"/>
                </a:moveTo>
                <a:lnTo>
                  <a:pt x="630727" y="240437"/>
                </a:lnTo>
                <a:lnTo>
                  <a:pt x="630727" y="227018"/>
                </a:lnTo>
                <a:lnTo>
                  <a:pt x="670987" y="227018"/>
                </a:lnTo>
                <a:lnTo>
                  <a:pt x="670987" y="240437"/>
                </a:lnTo>
                <a:moveTo>
                  <a:pt x="617308" y="240437"/>
                </a:moveTo>
                <a:lnTo>
                  <a:pt x="577048" y="240437"/>
                </a:lnTo>
                <a:lnTo>
                  <a:pt x="577048" y="227018"/>
                </a:lnTo>
                <a:lnTo>
                  <a:pt x="617308" y="227018"/>
                </a:lnTo>
                <a:lnTo>
                  <a:pt x="617308" y="240437"/>
                </a:lnTo>
                <a:moveTo>
                  <a:pt x="563628" y="240437"/>
                </a:moveTo>
                <a:lnTo>
                  <a:pt x="523369" y="240437"/>
                </a:lnTo>
                <a:lnTo>
                  <a:pt x="523369" y="227018"/>
                </a:lnTo>
                <a:lnTo>
                  <a:pt x="563628" y="227018"/>
                </a:lnTo>
                <a:lnTo>
                  <a:pt x="563628" y="240437"/>
                </a:lnTo>
                <a:moveTo>
                  <a:pt x="509949" y="240437"/>
                </a:moveTo>
                <a:lnTo>
                  <a:pt x="469690" y="240437"/>
                </a:lnTo>
                <a:lnTo>
                  <a:pt x="469690" y="227018"/>
                </a:lnTo>
                <a:lnTo>
                  <a:pt x="509949" y="227018"/>
                </a:lnTo>
                <a:lnTo>
                  <a:pt x="509949" y="240437"/>
                </a:lnTo>
                <a:moveTo>
                  <a:pt x="456271" y="240437"/>
                </a:moveTo>
                <a:lnTo>
                  <a:pt x="416012" y="240437"/>
                </a:lnTo>
                <a:lnTo>
                  <a:pt x="416012" y="227018"/>
                </a:lnTo>
                <a:lnTo>
                  <a:pt x="456271" y="227018"/>
                </a:lnTo>
                <a:lnTo>
                  <a:pt x="456271" y="240437"/>
                </a:lnTo>
                <a:moveTo>
                  <a:pt x="402592" y="240437"/>
                </a:moveTo>
                <a:lnTo>
                  <a:pt x="362333" y="240437"/>
                </a:lnTo>
                <a:lnTo>
                  <a:pt x="362333" y="227018"/>
                </a:lnTo>
                <a:lnTo>
                  <a:pt x="402592" y="227018"/>
                </a:lnTo>
                <a:lnTo>
                  <a:pt x="402592" y="240437"/>
                </a:lnTo>
                <a:moveTo>
                  <a:pt x="348912" y="240437"/>
                </a:moveTo>
                <a:lnTo>
                  <a:pt x="308653" y="240437"/>
                </a:lnTo>
                <a:lnTo>
                  <a:pt x="308653" y="227018"/>
                </a:lnTo>
                <a:lnTo>
                  <a:pt x="348912" y="227018"/>
                </a:lnTo>
                <a:lnTo>
                  <a:pt x="348912" y="240437"/>
                </a:lnTo>
                <a:moveTo>
                  <a:pt x="295233" y="240437"/>
                </a:moveTo>
                <a:lnTo>
                  <a:pt x="254975" y="240437"/>
                </a:lnTo>
                <a:lnTo>
                  <a:pt x="254975" y="227018"/>
                </a:lnTo>
                <a:lnTo>
                  <a:pt x="295233" y="227018"/>
                </a:lnTo>
                <a:lnTo>
                  <a:pt x="295233" y="240437"/>
                </a:lnTo>
                <a:moveTo>
                  <a:pt x="241555" y="240437"/>
                </a:moveTo>
                <a:lnTo>
                  <a:pt x="201296" y="240437"/>
                </a:lnTo>
                <a:lnTo>
                  <a:pt x="201296" y="227018"/>
                </a:lnTo>
                <a:lnTo>
                  <a:pt x="241555" y="227018"/>
                </a:lnTo>
                <a:lnTo>
                  <a:pt x="241555" y="240437"/>
                </a:lnTo>
                <a:moveTo>
                  <a:pt x="187876" y="240437"/>
                </a:moveTo>
                <a:lnTo>
                  <a:pt x="147618" y="240437"/>
                </a:lnTo>
                <a:lnTo>
                  <a:pt x="147618" y="227018"/>
                </a:lnTo>
                <a:lnTo>
                  <a:pt x="187876" y="227018"/>
                </a:lnTo>
                <a:lnTo>
                  <a:pt x="187876" y="240437"/>
                </a:lnTo>
                <a:moveTo>
                  <a:pt x="134198" y="240437"/>
                </a:moveTo>
                <a:lnTo>
                  <a:pt x="93937" y="240437"/>
                </a:lnTo>
                <a:lnTo>
                  <a:pt x="93937" y="227018"/>
                </a:lnTo>
                <a:lnTo>
                  <a:pt x="134198" y="227018"/>
                </a:lnTo>
                <a:lnTo>
                  <a:pt x="134198" y="240437"/>
                </a:lnTo>
                <a:moveTo>
                  <a:pt x="80518" y="240437"/>
                </a:moveTo>
                <a:lnTo>
                  <a:pt x="40259" y="240437"/>
                </a:lnTo>
                <a:lnTo>
                  <a:pt x="40259" y="227018"/>
                </a:lnTo>
                <a:lnTo>
                  <a:pt x="80518" y="227018"/>
                </a:lnTo>
                <a:lnTo>
                  <a:pt x="80518" y="240437"/>
                </a:lnTo>
                <a:moveTo>
                  <a:pt x="26839" y="240437"/>
                </a:moveTo>
                <a:lnTo>
                  <a:pt x="6710" y="240437"/>
                </a:lnTo>
                <a:lnTo>
                  <a:pt x="6710" y="227018"/>
                </a:lnTo>
                <a:lnTo>
                  <a:pt x="26839" y="227018"/>
                </a:lnTo>
                <a:lnTo>
                  <a:pt x="26839" y="240437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1 Object-Centric">
            <a:extLst xmlns:a="http://schemas.openxmlformats.org/drawingml/2006/main">
              <a:ext uri="{FF2B5EF4-FFF2-40B4-BE49-F238E27FC236}">
                <a16:creationId xmlns:a16="http://schemas.microsoft.com/office/drawing/2014/main" id="{93BB3EB3-3434-407A-9899-E48566DE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624" y="5970041"/>
            <a:ext cx="887781" cy="187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Object-Centric</a:t>
            </a:r>
          </a:p>
        </p:txBody>
      </p:sp>
      <p:sp>
        <p:nvSpPr>
          <p:cNvPr id="12" name="text-11 Visual">
            <a:extLst xmlns:a="http://schemas.openxmlformats.org/drawingml/2006/main">
              <a:ext uri="{FF2B5EF4-FFF2-40B4-BE49-F238E27FC236}">
                <a16:creationId xmlns:a16="http://schemas.microsoft.com/office/drawing/2014/main" id="{1692AF63-1EF9-4F0F-A4E2-CD3BC879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5510" y="5967817"/>
            <a:ext cx="390619" cy="19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Visual</a:t>
            </a:r>
          </a:p>
        </p:txBody>
      </p:sp>
      <p:sp>
        <p:nvSpPr>
          <p:cNvPr id="13" name="text-11 Evidence">
            <a:extLst xmlns:a="http://schemas.openxmlformats.org/drawingml/2006/main">
              <a:ext uri="{FF2B5EF4-FFF2-40B4-BE49-F238E27FC236}">
                <a16:creationId xmlns:a16="http://schemas.microsoft.com/office/drawing/2014/main" id="{827BD13D-E75B-4D15-94DC-8B79EF59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4747" y="5970043"/>
            <a:ext cx="545577" cy="187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Evidence</a:t>
            </a:r>
          </a:p>
        </p:txBody>
      </p:sp>
      <p:sp>
        <p:nvSpPr>
          <p:cNvPr id="14" name="path-12">
            <a:extLst xmlns:a="http://schemas.openxmlformats.org/drawingml/2006/main">
              <a:ext uri="{FF2B5EF4-FFF2-40B4-BE49-F238E27FC236}">
                <a16:creationId xmlns:a16="http://schemas.microsoft.com/office/drawing/2014/main" id="{0153DFCF-5D78-4438-A225-78F63098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668" y="1400606"/>
            <a:ext cx="3484658" cy="1254745"/>
          </a:xfrm>
          <a:custGeom xmlns:a="http://schemas.openxmlformats.org/drawingml/2006/main">
            <a:pathLst>
              <a:path w="3484658" h="1254745">
                <a:moveTo>
                  <a:pt x="0" y="92216"/>
                </a:moveTo>
                <a:cubicBezTo>
                  <a:pt x="0" y="3713"/>
                  <a:pt x="13464" y="0"/>
                  <a:pt x="333839" y="0"/>
                </a:cubicBezTo>
                <a:lnTo>
                  <a:pt x="3116712" y="984"/>
                </a:lnTo>
                <a:cubicBezTo>
                  <a:pt x="3437084" y="984"/>
                  <a:pt x="3483763" y="0"/>
                  <a:pt x="3483763" y="88481"/>
                </a:cubicBezTo>
                <a:lnTo>
                  <a:pt x="3484658" y="1165012"/>
                </a:lnTo>
                <a:cubicBezTo>
                  <a:pt x="3484658" y="1253515"/>
                  <a:pt x="3480163" y="1254745"/>
                  <a:pt x="3159789" y="1254745"/>
                </a:cubicBezTo>
                <a:lnTo>
                  <a:pt x="333839" y="1250026"/>
                </a:lnTo>
                <a:cubicBezTo>
                  <a:pt x="13464" y="1250026"/>
                  <a:pt x="895" y="1246559"/>
                  <a:pt x="895" y="1158078"/>
                </a:cubicBezTo>
                <a:lnTo>
                  <a:pt x="0" y="9221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3">
            <a:extLst xmlns:a="http://schemas.openxmlformats.org/drawingml/2006/main">
              <a:ext uri="{FF2B5EF4-FFF2-40B4-BE49-F238E27FC236}">
                <a16:creationId xmlns:a16="http://schemas.microsoft.com/office/drawing/2014/main" id="{CBD2DD52-DF8E-4C72-BCBF-3465ED4A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85" y="1389422"/>
            <a:ext cx="3507024" cy="1277112"/>
          </a:xfrm>
          <a:custGeom xmlns:a="http://schemas.openxmlformats.org/drawingml/2006/main">
            <a:pathLst>
              <a:path w="3507024" h="1277112">
                <a:moveTo>
                  <a:pt x="224" y="87407"/>
                </a:moveTo>
                <a:lnTo>
                  <a:pt x="627" y="79870"/>
                </a:lnTo>
                <a:lnTo>
                  <a:pt x="1276" y="72713"/>
                </a:lnTo>
                <a:lnTo>
                  <a:pt x="2281" y="65824"/>
                </a:lnTo>
                <a:lnTo>
                  <a:pt x="3713" y="59204"/>
                </a:lnTo>
                <a:lnTo>
                  <a:pt x="5659" y="52829"/>
                </a:lnTo>
                <a:lnTo>
                  <a:pt x="8253" y="46701"/>
                </a:lnTo>
                <a:lnTo>
                  <a:pt x="11519" y="40908"/>
                </a:lnTo>
                <a:lnTo>
                  <a:pt x="15566" y="35518"/>
                </a:lnTo>
                <a:lnTo>
                  <a:pt x="20353" y="30597"/>
                </a:lnTo>
                <a:lnTo>
                  <a:pt x="25855" y="26191"/>
                </a:lnTo>
                <a:lnTo>
                  <a:pt x="32074" y="22299"/>
                </a:lnTo>
                <a:lnTo>
                  <a:pt x="38963" y="18900"/>
                </a:lnTo>
                <a:lnTo>
                  <a:pt x="46589" y="15925"/>
                </a:lnTo>
                <a:lnTo>
                  <a:pt x="54977" y="13330"/>
                </a:lnTo>
                <a:lnTo>
                  <a:pt x="64169" y="11049"/>
                </a:lnTo>
                <a:lnTo>
                  <a:pt x="74256" y="9081"/>
                </a:lnTo>
                <a:lnTo>
                  <a:pt x="85305" y="7381"/>
                </a:lnTo>
                <a:lnTo>
                  <a:pt x="97405" y="5905"/>
                </a:lnTo>
                <a:lnTo>
                  <a:pt x="110556" y="4652"/>
                </a:lnTo>
                <a:lnTo>
                  <a:pt x="124894" y="3579"/>
                </a:lnTo>
                <a:lnTo>
                  <a:pt x="140438" y="2707"/>
                </a:lnTo>
                <a:lnTo>
                  <a:pt x="157302" y="1968"/>
                </a:lnTo>
                <a:lnTo>
                  <a:pt x="195011" y="939"/>
                </a:lnTo>
                <a:lnTo>
                  <a:pt x="238581" y="336"/>
                </a:lnTo>
                <a:lnTo>
                  <a:pt x="288435" y="67"/>
                </a:lnTo>
                <a:lnTo>
                  <a:pt x="345022" y="0"/>
                </a:lnTo>
                <a:lnTo>
                  <a:pt x="3127916" y="984"/>
                </a:lnTo>
                <a:lnTo>
                  <a:pt x="3235699" y="1118"/>
                </a:lnTo>
                <a:lnTo>
                  <a:pt x="3280880" y="1476"/>
                </a:lnTo>
                <a:lnTo>
                  <a:pt x="3320714" y="2214"/>
                </a:lnTo>
                <a:lnTo>
                  <a:pt x="3355493" y="3467"/>
                </a:lnTo>
                <a:lnTo>
                  <a:pt x="3371194" y="4339"/>
                </a:lnTo>
                <a:lnTo>
                  <a:pt x="3385732" y="5390"/>
                </a:lnTo>
                <a:lnTo>
                  <a:pt x="3399241" y="6621"/>
                </a:lnTo>
                <a:lnTo>
                  <a:pt x="3411722" y="8097"/>
                </a:lnTo>
                <a:lnTo>
                  <a:pt x="3423240" y="9819"/>
                </a:lnTo>
                <a:lnTo>
                  <a:pt x="3433865" y="11787"/>
                </a:lnTo>
                <a:lnTo>
                  <a:pt x="3443637" y="14091"/>
                </a:lnTo>
                <a:lnTo>
                  <a:pt x="3452629" y="16708"/>
                </a:lnTo>
                <a:lnTo>
                  <a:pt x="3460861" y="19705"/>
                </a:lnTo>
                <a:lnTo>
                  <a:pt x="3468376" y="23127"/>
                </a:lnTo>
                <a:lnTo>
                  <a:pt x="3475219" y="27041"/>
                </a:lnTo>
                <a:lnTo>
                  <a:pt x="3481392" y="31447"/>
                </a:lnTo>
                <a:lnTo>
                  <a:pt x="3486850" y="36412"/>
                </a:lnTo>
                <a:lnTo>
                  <a:pt x="3491569" y="41892"/>
                </a:lnTo>
                <a:lnTo>
                  <a:pt x="3495551" y="47842"/>
                </a:lnTo>
                <a:lnTo>
                  <a:pt x="3498771" y="54216"/>
                </a:lnTo>
                <a:lnTo>
                  <a:pt x="3501321" y="60970"/>
                </a:lnTo>
                <a:lnTo>
                  <a:pt x="3503221" y="68016"/>
                </a:lnTo>
                <a:lnTo>
                  <a:pt x="3504586" y="75419"/>
                </a:lnTo>
                <a:lnTo>
                  <a:pt x="3505481" y="83135"/>
                </a:lnTo>
                <a:lnTo>
                  <a:pt x="3505973" y="91187"/>
                </a:lnTo>
                <a:lnTo>
                  <a:pt x="3506129" y="99574"/>
                </a:lnTo>
                <a:lnTo>
                  <a:pt x="3507024" y="1176240"/>
                </a:lnTo>
                <a:lnTo>
                  <a:pt x="3506889" y="1192030"/>
                </a:lnTo>
                <a:lnTo>
                  <a:pt x="3506644" y="1199433"/>
                </a:lnTo>
                <a:lnTo>
                  <a:pt x="3506152" y="1206457"/>
                </a:lnTo>
                <a:lnTo>
                  <a:pt x="3505392" y="1213211"/>
                </a:lnTo>
                <a:lnTo>
                  <a:pt x="3504251" y="1219720"/>
                </a:lnTo>
                <a:lnTo>
                  <a:pt x="3502619" y="1225982"/>
                </a:lnTo>
                <a:lnTo>
                  <a:pt x="3500404" y="1232021"/>
                </a:lnTo>
                <a:lnTo>
                  <a:pt x="3497496" y="1237770"/>
                </a:lnTo>
                <a:lnTo>
                  <a:pt x="3493851" y="1243137"/>
                </a:lnTo>
                <a:lnTo>
                  <a:pt x="3489400" y="1248058"/>
                </a:lnTo>
                <a:lnTo>
                  <a:pt x="3484233" y="1252442"/>
                </a:lnTo>
                <a:lnTo>
                  <a:pt x="3478350" y="1256311"/>
                </a:lnTo>
                <a:lnTo>
                  <a:pt x="3471797" y="1259644"/>
                </a:lnTo>
                <a:lnTo>
                  <a:pt x="3464551" y="1262529"/>
                </a:lnTo>
                <a:lnTo>
                  <a:pt x="3456544" y="1265034"/>
                </a:lnTo>
                <a:lnTo>
                  <a:pt x="3447731" y="1267181"/>
                </a:lnTo>
                <a:lnTo>
                  <a:pt x="3438046" y="1269037"/>
                </a:lnTo>
                <a:lnTo>
                  <a:pt x="3427378" y="1270625"/>
                </a:lnTo>
                <a:lnTo>
                  <a:pt x="3415703" y="1271990"/>
                </a:lnTo>
                <a:lnTo>
                  <a:pt x="3402910" y="1273153"/>
                </a:lnTo>
                <a:lnTo>
                  <a:pt x="3388930" y="1274114"/>
                </a:lnTo>
                <a:lnTo>
                  <a:pt x="3357282" y="1275524"/>
                </a:lnTo>
                <a:lnTo>
                  <a:pt x="3320110" y="1276418"/>
                </a:lnTo>
                <a:lnTo>
                  <a:pt x="3276987" y="1276888"/>
                </a:lnTo>
                <a:lnTo>
                  <a:pt x="3170972" y="1277112"/>
                </a:lnTo>
                <a:lnTo>
                  <a:pt x="344999" y="1272392"/>
                </a:lnTo>
                <a:lnTo>
                  <a:pt x="288457" y="1272348"/>
                </a:lnTo>
                <a:lnTo>
                  <a:pt x="238625" y="1272079"/>
                </a:lnTo>
                <a:lnTo>
                  <a:pt x="195101" y="1271498"/>
                </a:lnTo>
                <a:lnTo>
                  <a:pt x="157414" y="1270469"/>
                </a:lnTo>
                <a:lnTo>
                  <a:pt x="125162" y="1268881"/>
                </a:lnTo>
                <a:lnTo>
                  <a:pt x="110825" y="1267830"/>
                </a:lnTo>
                <a:lnTo>
                  <a:pt x="97673" y="1266577"/>
                </a:lnTo>
                <a:lnTo>
                  <a:pt x="85640" y="1265123"/>
                </a:lnTo>
                <a:lnTo>
                  <a:pt x="74636" y="1263423"/>
                </a:lnTo>
                <a:lnTo>
                  <a:pt x="64572" y="1261455"/>
                </a:lnTo>
                <a:lnTo>
                  <a:pt x="55423" y="1259196"/>
                </a:lnTo>
                <a:lnTo>
                  <a:pt x="47081" y="1256624"/>
                </a:lnTo>
                <a:lnTo>
                  <a:pt x="39499" y="1253649"/>
                </a:lnTo>
                <a:lnTo>
                  <a:pt x="32633" y="1250250"/>
                </a:lnTo>
                <a:lnTo>
                  <a:pt x="26459" y="1246358"/>
                </a:lnTo>
                <a:lnTo>
                  <a:pt x="20980" y="1241952"/>
                </a:lnTo>
                <a:lnTo>
                  <a:pt x="16215" y="1237031"/>
                </a:lnTo>
                <a:lnTo>
                  <a:pt x="12234" y="1231641"/>
                </a:lnTo>
                <a:lnTo>
                  <a:pt x="8969" y="1225871"/>
                </a:lnTo>
                <a:lnTo>
                  <a:pt x="6441" y="1219765"/>
                </a:lnTo>
                <a:lnTo>
                  <a:pt x="4518" y="1213390"/>
                </a:lnTo>
                <a:lnTo>
                  <a:pt x="3109" y="1206770"/>
                </a:lnTo>
                <a:lnTo>
                  <a:pt x="2125" y="1199903"/>
                </a:lnTo>
                <a:lnTo>
                  <a:pt x="1499" y="1192746"/>
                </a:lnTo>
                <a:lnTo>
                  <a:pt x="1119" y="1185231"/>
                </a:lnTo>
                <a:lnTo>
                  <a:pt x="895" y="1169351"/>
                </a:lnTo>
                <a:lnTo>
                  <a:pt x="0" y="103310"/>
                </a:lnTo>
                <a:lnTo>
                  <a:pt x="224" y="87407"/>
                </a:lnTo>
                <a:moveTo>
                  <a:pt x="22366" y="103556"/>
                </a:moveTo>
                <a:lnTo>
                  <a:pt x="22366" y="103377"/>
                </a:lnTo>
                <a:lnTo>
                  <a:pt x="23261" y="1169239"/>
                </a:lnTo>
                <a:lnTo>
                  <a:pt x="23261" y="1169105"/>
                </a:lnTo>
                <a:lnTo>
                  <a:pt x="23485" y="1184717"/>
                </a:lnTo>
                <a:lnTo>
                  <a:pt x="23463" y="1184314"/>
                </a:lnTo>
                <a:lnTo>
                  <a:pt x="23821" y="1191404"/>
                </a:lnTo>
                <a:lnTo>
                  <a:pt x="23799" y="1190979"/>
                </a:lnTo>
                <a:lnTo>
                  <a:pt x="24379" y="1197622"/>
                </a:lnTo>
                <a:lnTo>
                  <a:pt x="24312" y="1197041"/>
                </a:lnTo>
                <a:lnTo>
                  <a:pt x="25207" y="1203258"/>
                </a:lnTo>
                <a:lnTo>
                  <a:pt x="25073" y="1202498"/>
                </a:lnTo>
                <a:lnTo>
                  <a:pt x="26303" y="1208290"/>
                </a:lnTo>
                <a:lnTo>
                  <a:pt x="26057" y="1207374"/>
                </a:lnTo>
                <a:lnTo>
                  <a:pt x="27690" y="1212742"/>
                </a:lnTo>
                <a:lnTo>
                  <a:pt x="27287" y="1211668"/>
                </a:lnTo>
                <a:lnTo>
                  <a:pt x="29367" y="1216656"/>
                </a:lnTo>
                <a:lnTo>
                  <a:pt x="28808" y="1215492"/>
                </a:lnTo>
                <a:lnTo>
                  <a:pt x="31379" y="1220100"/>
                </a:lnTo>
                <a:lnTo>
                  <a:pt x="30619" y="1218892"/>
                </a:lnTo>
                <a:lnTo>
                  <a:pt x="33750" y="1223142"/>
                </a:lnTo>
                <a:lnTo>
                  <a:pt x="32812" y="1222023"/>
                </a:lnTo>
                <a:lnTo>
                  <a:pt x="36569" y="1225915"/>
                </a:lnTo>
                <a:lnTo>
                  <a:pt x="35540" y="1224976"/>
                </a:lnTo>
                <a:lnTo>
                  <a:pt x="39946" y="1228532"/>
                </a:lnTo>
                <a:lnTo>
                  <a:pt x="38895" y="1227772"/>
                </a:lnTo>
                <a:lnTo>
                  <a:pt x="44039" y="1231015"/>
                </a:lnTo>
                <a:lnTo>
                  <a:pt x="43056" y="1230456"/>
                </a:lnTo>
                <a:lnTo>
                  <a:pt x="48982" y="1233385"/>
                </a:lnTo>
                <a:lnTo>
                  <a:pt x="48088" y="1233005"/>
                </a:lnTo>
                <a:lnTo>
                  <a:pt x="54842" y="1235645"/>
                </a:lnTo>
                <a:lnTo>
                  <a:pt x="54082" y="1235376"/>
                </a:lnTo>
                <a:lnTo>
                  <a:pt x="61731" y="1237747"/>
                </a:lnTo>
                <a:lnTo>
                  <a:pt x="61082" y="1237568"/>
                </a:lnTo>
                <a:lnTo>
                  <a:pt x="69648" y="1239671"/>
                </a:lnTo>
                <a:lnTo>
                  <a:pt x="69134" y="1239559"/>
                </a:lnTo>
                <a:lnTo>
                  <a:pt x="78685" y="1241415"/>
                </a:lnTo>
                <a:lnTo>
                  <a:pt x="78259" y="1241348"/>
                </a:lnTo>
                <a:lnTo>
                  <a:pt x="88883" y="1242981"/>
                </a:lnTo>
                <a:lnTo>
                  <a:pt x="88526" y="1242936"/>
                </a:lnTo>
                <a:lnTo>
                  <a:pt x="100223" y="1244345"/>
                </a:lnTo>
                <a:lnTo>
                  <a:pt x="99932" y="1244323"/>
                </a:lnTo>
                <a:lnTo>
                  <a:pt x="112815" y="1245553"/>
                </a:lnTo>
                <a:lnTo>
                  <a:pt x="112570" y="1245530"/>
                </a:lnTo>
                <a:lnTo>
                  <a:pt x="126660" y="1246559"/>
                </a:lnTo>
                <a:lnTo>
                  <a:pt x="126391" y="1246537"/>
                </a:lnTo>
                <a:lnTo>
                  <a:pt x="158397" y="1248125"/>
                </a:lnTo>
                <a:lnTo>
                  <a:pt x="158152" y="1248125"/>
                </a:lnTo>
                <a:lnTo>
                  <a:pt x="195638" y="1249132"/>
                </a:lnTo>
                <a:lnTo>
                  <a:pt x="195481" y="1249132"/>
                </a:lnTo>
                <a:lnTo>
                  <a:pt x="238871" y="1249713"/>
                </a:lnTo>
                <a:lnTo>
                  <a:pt x="238782" y="1249713"/>
                </a:lnTo>
                <a:lnTo>
                  <a:pt x="288546" y="1249981"/>
                </a:lnTo>
                <a:lnTo>
                  <a:pt x="288502" y="1249981"/>
                </a:lnTo>
                <a:lnTo>
                  <a:pt x="345044" y="1250026"/>
                </a:lnTo>
                <a:lnTo>
                  <a:pt x="3170995" y="1254745"/>
                </a:lnTo>
                <a:lnTo>
                  <a:pt x="3170949" y="1254745"/>
                </a:lnTo>
                <a:lnTo>
                  <a:pt x="3276898" y="1254522"/>
                </a:lnTo>
                <a:lnTo>
                  <a:pt x="3276786" y="1254522"/>
                </a:lnTo>
                <a:lnTo>
                  <a:pt x="3319796" y="1254052"/>
                </a:lnTo>
                <a:lnTo>
                  <a:pt x="3319662" y="1254052"/>
                </a:lnTo>
                <a:lnTo>
                  <a:pt x="3356633" y="1253180"/>
                </a:lnTo>
                <a:lnTo>
                  <a:pt x="3356388" y="1253180"/>
                </a:lnTo>
                <a:lnTo>
                  <a:pt x="3387790" y="1251770"/>
                </a:lnTo>
                <a:lnTo>
                  <a:pt x="3387521" y="1251793"/>
                </a:lnTo>
                <a:lnTo>
                  <a:pt x="3401277" y="1250831"/>
                </a:lnTo>
                <a:lnTo>
                  <a:pt x="3401031" y="1250854"/>
                </a:lnTo>
                <a:lnTo>
                  <a:pt x="3413556" y="1249735"/>
                </a:lnTo>
                <a:lnTo>
                  <a:pt x="3413265" y="1249758"/>
                </a:lnTo>
                <a:lnTo>
                  <a:pt x="3424627" y="1248438"/>
                </a:lnTo>
                <a:lnTo>
                  <a:pt x="3424247" y="1248483"/>
                </a:lnTo>
                <a:lnTo>
                  <a:pt x="3434512" y="1246962"/>
                </a:lnTo>
                <a:lnTo>
                  <a:pt x="3434043" y="1247029"/>
                </a:lnTo>
                <a:lnTo>
                  <a:pt x="3443257" y="1245262"/>
                </a:lnTo>
                <a:lnTo>
                  <a:pt x="3442699" y="1245396"/>
                </a:lnTo>
                <a:lnTo>
                  <a:pt x="3450885" y="1243383"/>
                </a:lnTo>
                <a:lnTo>
                  <a:pt x="3450214" y="1243562"/>
                </a:lnTo>
                <a:lnTo>
                  <a:pt x="3457483" y="1241303"/>
                </a:lnTo>
                <a:lnTo>
                  <a:pt x="3456677" y="1241594"/>
                </a:lnTo>
                <a:lnTo>
                  <a:pt x="3463053" y="1239044"/>
                </a:lnTo>
                <a:lnTo>
                  <a:pt x="3462113" y="1239469"/>
                </a:lnTo>
                <a:lnTo>
                  <a:pt x="3467659" y="1236651"/>
                </a:lnTo>
                <a:lnTo>
                  <a:pt x="3466608" y="1237255"/>
                </a:lnTo>
                <a:lnTo>
                  <a:pt x="3471395" y="1234124"/>
                </a:lnTo>
                <a:lnTo>
                  <a:pt x="3470299" y="1234951"/>
                </a:lnTo>
                <a:lnTo>
                  <a:pt x="3474369" y="1231484"/>
                </a:lnTo>
                <a:lnTo>
                  <a:pt x="3473296" y="1232536"/>
                </a:lnTo>
                <a:lnTo>
                  <a:pt x="3476718" y="1228733"/>
                </a:lnTo>
                <a:lnTo>
                  <a:pt x="3475779" y="1229919"/>
                </a:lnTo>
                <a:lnTo>
                  <a:pt x="3478597" y="1225781"/>
                </a:lnTo>
                <a:lnTo>
                  <a:pt x="3477859" y="1227034"/>
                </a:lnTo>
                <a:lnTo>
                  <a:pt x="3480163" y="1222493"/>
                </a:lnTo>
                <a:lnTo>
                  <a:pt x="3479648" y="1223701"/>
                </a:lnTo>
                <a:lnTo>
                  <a:pt x="3481437" y="1218781"/>
                </a:lnTo>
                <a:lnTo>
                  <a:pt x="3481101" y="1219832"/>
                </a:lnTo>
                <a:lnTo>
                  <a:pt x="3482489" y="1214531"/>
                </a:lnTo>
                <a:lnTo>
                  <a:pt x="3482310" y="1215403"/>
                </a:lnTo>
                <a:lnTo>
                  <a:pt x="3483316" y="1209678"/>
                </a:lnTo>
                <a:lnTo>
                  <a:pt x="3483204" y="1210349"/>
                </a:lnTo>
                <a:lnTo>
                  <a:pt x="3483920" y="1204198"/>
                </a:lnTo>
                <a:lnTo>
                  <a:pt x="3483875" y="1204712"/>
                </a:lnTo>
                <a:lnTo>
                  <a:pt x="3484300" y="1198114"/>
                </a:lnTo>
                <a:lnTo>
                  <a:pt x="3484300" y="1198472"/>
                </a:lnTo>
                <a:lnTo>
                  <a:pt x="3484545" y="1191404"/>
                </a:lnTo>
                <a:lnTo>
                  <a:pt x="3484523" y="1191695"/>
                </a:lnTo>
                <a:lnTo>
                  <a:pt x="3484658" y="1176106"/>
                </a:lnTo>
                <a:lnTo>
                  <a:pt x="3484658" y="1176217"/>
                </a:lnTo>
                <a:lnTo>
                  <a:pt x="3483763" y="99686"/>
                </a:lnTo>
                <a:lnTo>
                  <a:pt x="3483763" y="99865"/>
                </a:lnTo>
                <a:lnTo>
                  <a:pt x="3483629" y="91836"/>
                </a:lnTo>
                <a:lnTo>
                  <a:pt x="3483629" y="92328"/>
                </a:lnTo>
                <a:lnTo>
                  <a:pt x="3483182" y="84790"/>
                </a:lnTo>
                <a:lnTo>
                  <a:pt x="3483227" y="85394"/>
                </a:lnTo>
                <a:lnTo>
                  <a:pt x="3482421" y="78349"/>
                </a:lnTo>
                <a:lnTo>
                  <a:pt x="3482533" y="79109"/>
                </a:lnTo>
                <a:lnTo>
                  <a:pt x="3481326" y="72534"/>
                </a:lnTo>
                <a:lnTo>
                  <a:pt x="3481526" y="73428"/>
                </a:lnTo>
                <a:lnTo>
                  <a:pt x="3479871" y="67322"/>
                </a:lnTo>
                <a:lnTo>
                  <a:pt x="3480184" y="68351"/>
                </a:lnTo>
                <a:lnTo>
                  <a:pt x="3478060" y="62693"/>
                </a:lnTo>
                <a:lnTo>
                  <a:pt x="3478552" y="63789"/>
                </a:lnTo>
                <a:lnTo>
                  <a:pt x="3475890" y="58555"/>
                </a:lnTo>
                <a:lnTo>
                  <a:pt x="3476561" y="59695"/>
                </a:lnTo>
                <a:lnTo>
                  <a:pt x="3473340" y="54887"/>
                </a:lnTo>
                <a:lnTo>
                  <a:pt x="3474168" y="55983"/>
                </a:lnTo>
                <a:lnTo>
                  <a:pt x="3470343" y="51532"/>
                </a:lnTo>
                <a:lnTo>
                  <a:pt x="3471306" y="52516"/>
                </a:lnTo>
                <a:lnTo>
                  <a:pt x="3466833" y="48445"/>
                </a:lnTo>
                <a:lnTo>
                  <a:pt x="3467816" y="49250"/>
                </a:lnTo>
                <a:lnTo>
                  <a:pt x="3462649" y="45560"/>
                </a:lnTo>
                <a:lnTo>
                  <a:pt x="3463634" y="46186"/>
                </a:lnTo>
                <a:lnTo>
                  <a:pt x="3457752" y="42809"/>
                </a:lnTo>
                <a:lnTo>
                  <a:pt x="3458646" y="43279"/>
                </a:lnTo>
                <a:lnTo>
                  <a:pt x="3451981" y="40237"/>
                </a:lnTo>
                <a:lnTo>
                  <a:pt x="3452786" y="40573"/>
                </a:lnTo>
                <a:lnTo>
                  <a:pt x="3445293" y="37844"/>
                </a:lnTo>
                <a:lnTo>
                  <a:pt x="3446009" y="38067"/>
                </a:lnTo>
                <a:lnTo>
                  <a:pt x="3437666" y="35630"/>
                </a:lnTo>
                <a:lnTo>
                  <a:pt x="3438248" y="35786"/>
                </a:lnTo>
                <a:lnTo>
                  <a:pt x="3429010" y="33639"/>
                </a:lnTo>
                <a:lnTo>
                  <a:pt x="3429502" y="33728"/>
                </a:lnTo>
                <a:lnTo>
                  <a:pt x="3419326" y="31827"/>
                </a:lnTo>
                <a:lnTo>
                  <a:pt x="3419751" y="31894"/>
                </a:lnTo>
                <a:lnTo>
                  <a:pt x="3408591" y="30239"/>
                </a:lnTo>
                <a:lnTo>
                  <a:pt x="3408926" y="30284"/>
                </a:lnTo>
                <a:lnTo>
                  <a:pt x="3396759" y="28853"/>
                </a:lnTo>
                <a:lnTo>
                  <a:pt x="3397028" y="28875"/>
                </a:lnTo>
                <a:lnTo>
                  <a:pt x="3383809" y="27667"/>
                </a:lnTo>
                <a:lnTo>
                  <a:pt x="3384033" y="27689"/>
                </a:lnTo>
                <a:lnTo>
                  <a:pt x="3369673" y="26661"/>
                </a:lnTo>
                <a:lnTo>
                  <a:pt x="3369875" y="26661"/>
                </a:lnTo>
                <a:lnTo>
                  <a:pt x="3354374" y="25811"/>
                </a:lnTo>
                <a:lnTo>
                  <a:pt x="3354599" y="25811"/>
                </a:lnTo>
                <a:lnTo>
                  <a:pt x="3319997" y="24580"/>
                </a:lnTo>
                <a:lnTo>
                  <a:pt x="3320200" y="24580"/>
                </a:lnTo>
                <a:lnTo>
                  <a:pt x="3280544" y="23842"/>
                </a:lnTo>
                <a:lnTo>
                  <a:pt x="3280656" y="23842"/>
                </a:lnTo>
                <a:lnTo>
                  <a:pt x="3235565" y="23485"/>
                </a:lnTo>
                <a:lnTo>
                  <a:pt x="3235633" y="23485"/>
                </a:lnTo>
                <a:lnTo>
                  <a:pt x="3127895" y="23351"/>
                </a:lnTo>
                <a:lnTo>
                  <a:pt x="345022" y="22366"/>
                </a:lnTo>
                <a:lnTo>
                  <a:pt x="345044" y="22366"/>
                </a:lnTo>
                <a:lnTo>
                  <a:pt x="288480" y="22434"/>
                </a:lnTo>
                <a:lnTo>
                  <a:pt x="288546" y="22434"/>
                </a:lnTo>
                <a:lnTo>
                  <a:pt x="238760" y="22702"/>
                </a:lnTo>
                <a:lnTo>
                  <a:pt x="238849" y="22702"/>
                </a:lnTo>
                <a:lnTo>
                  <a:pt x="195392" y="23283"/>
                </a:lnTo>
                <a:lnTo>
                  <a:pt x="195547" y="23283"/>
                </a:lnTo>
                <a:lnTo>
                  <a:pt x="158017" y="24335"/>
                </a:lnTo>
                <a:lnTo>
                  <a:pt x="158174" y="24312"/>
                </a:lnTo>
                <a:lnTo>
                  <a:pt x="141489" y="25050"/>
                </a:lnTo>
                <a:lnTo>
                  <a:pt x="141646" y="25028"/>
                </a:lnTo>
                <a:lnTo>
                  <a:pt x="126257" y="25900"/>
                </a:lnTo>
                <a:lnTo>
                  <a:pt x="126459" y="25900"/>
                </a:lnTo>
                <a:lnTo>
                  <a:pt x="112345" y="26952"/>
                </a:lnTo>
                <a:lnTo>
                  <a:pt x="112570" y="26929"/>
                </a:lnTo>
                <a:lnTo>
                  <a:pt x="99664" y="28159"/>
                </a:lnTo>
                <a:lnTo>
                  <a:pt x="99956" y="28137"/>
                </a:lnTo>
                <a:lnTo>
                  <a:pt x="88190" y="29568"/>
                </a:lnTo>
                <a:lnTo>
                  <a:pt x="88548" y="29501"/>
                </a:lnTo>
                <a:lnTo>
                  <a:pt x="77902" y="31156"/>
                </a:lnTo>
                <a:lnTo>
                  <a:pt x="78327" y="31089"/>
                </a:lnTo>
                <a:lnTo>
                  <a:pt x="68732" y="32968"/>
                </a:lnTo>
                <a:lnTo>
                  <a:pt x="69246" y="32834"/>
                </a:lnTo>
                <a:lnTo>
                  <a:pt x="60635" y="34959"/>
                </a:lnTo>
                <a:lnTo>
                  <a:pt x="61261" y="34780"/>
                </a:lnTo>
                <a:lnTo>
                  <a:pt x="53590" y="37173"/>
                </a:lnTo>
                <a:lnTo>
                  <a:pt x="54350" y="36904"/>
                </a:lnTo>
                <a:lnTo>
                  <a:pt x="47551" y="39566"/>
                </a:lnTo>
                <a:lnTo>
                  <a:pt x="48446" y="39163"/>
                </a:lnTo>
                <a:lnTo>
                  <a:pt x="42474" y="42116"/>
                </a:lnTo>
                <a:lnTo>
                  <a:pt x="43458" y="41556"/>
                </a:lnTo>
                <a:lnTo>
                  <a:pt x="38269" y="44800"/>
                </a:lnTo>
                <a:lnTo>
                  <a:pt x="39320" y="44062"/>
                </a:lnTo>
                <a:lnTo>
                  <a:pt x="34847" y="47640"/>
                </a:lnTo>
                <a:lnTo>
                  <a:pt x="35898" y="46701"/>
                </a:lnTo>
                <a:lnTo>
                  <a:pt x="32096" y="50593"/>
                </a:lnTo>
                <a:lnTo>
                  <a:pt x="33035" y="49497"/>
                </a:lnTo>
                <a:lnTo>
                  <a:pt x="29859" y="53746"/>
                </a:lnTo>
                <a:lnTo>
                  <a:pt x="30642" y="52561"/>
                </a:lnTo>
                <a:lnTo>
                  <a:pt x="28025" y="57168"/>
                </a:lnTo>
                <a:lnTo>
                  <a:pt x="28606" y="56005"/>
                </a:lnTo>
                <a:lnTo>
                  <a:pt x="26482" y="60993"/>
                </a:lnTo>
                <a:lnTo>
                  <a:pt x="26884" y="59919"/>
                </a:lnTo>
                <a:lnTo>
                  <a:pt x="25230" y="65310"/>
                </a:lnTo>
                <a:lnTo>
                  <a:pt x="25475" y="64370"/>
                </a:lnTo>
                <a:lnTo>
                  <a:pt x="24223" y="70163"/>
                </a:lnTo>
                <a:lnTo>
                  <a:pt x="24357" y="69425"/>
                </a:lnTo>
                <a:lnTo>
                  <a:pt x="23463" y="75620"/>
                </a:lnTo>
                <a:lnTo>
                  <a:pt x="23530" y="75039"/>
                </a:lnTo>
                <a:lnTo>
                  <a:pt x="22925" y="81682"/>
                </a:lnTo>
                <a:lnTo>
                  <a:pt x="22947" y="81257"/>
                </a:lnTo>
                <a:lnTo>
                  <a:pt x="22590" y="88347"/>
                </a:lnTo>
                <a:lnTo>
                  <a:pt x="22590" y="87944"/>
                </a:lnTo>
                <a:lnTo>
                  <a:pt x="22366" y="103556"/>
                </a:lnTo>
              </a:path>
            </a:pathLst>
          </a:custGeom>
          <a:solidFill xmlns:a="http://schemas.openxmlformats.org/drawingml/2006/main">
            <a:srgbClr val="FC8F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4">
            <a:extLst xmlns:a="http://schemas.openxmlformats.org/drawingml/2006/main">
              <a:ext uri="{FF2B5EF4-FFF2-40B4-BE49-F238E27FC236}">
                <a16:creationId xmlns:a16="http://schemas.microsoft.com/office/drawing/2014/main" id="{841BBBA0-E596-40BB-B250-E9CD3DB6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535" y="1372648"/>
            <a:ext cx="6157422" cy="1468343"/>
          </a:xfrm>
          <a:custGeom xmlns:a="http://schemas.openxmlformats.org/drawingml/2006/main">
            <a:pathLst>
              <a:path w="6157422" h="1468343">
                <a:moveTo>
                  <a:pt x="201" y="144911"/>
                </a:moveTo>
                <a:lnTo>
                  <a:pt x="783" y="137172"/>
                </a:lnTo>
                <a:lnTo>
                  <a:pt x="1766" y="129523"/>
                </a:lnTo>
                <a:lnTo>
                  <a:pt x="3109" y="121985"/>
                </a:lnTo>
                <a:lnTo>
                  <a:pt x="4808" y="114605"/>
                </a:lnTo>
                <a:lnTo>
                  <a:pt x="6866" y="107358"/>
                </a:lnTo>
                <a:lnTo>
                  <a:pt x="9259" y="100245"/>
                </a:lnTo>
                <a:lnTo>
                  <a:pt x="12010" y="93312"/>
                </a:lnTo>
                <a:lnTo>
                  <a:pt x="15073" y="86535"/>
                </a:lnTo>
                <a:lnTo>
                  <a:pt x="18451" y="79937"/>
                </a:lnTo>
                <a:lnTo>
                  <a:pt x="22120" y="73540"/>
                </a:lnTo>
                <a:lnTo>
                  <a:pt x="26101" y="67345"/>
                </a:lnTo>
                <a:lnTo>
                  <a:pt x="30350" y="61351"/>
                </a:lnTo>
                <a:lnTo>
                  <a:pt x="34891" y="55580"/>
                </a:lnTo>
                <a:lnTo>
                  <a:pt x="39677" y="50056"/>
                </a:lnTo>
                <a:lnTo>
                  <a:pt x="44754" y="44755"/>
                </a:lnTo>
                <a:lnTo>
                  <a:pt x="50055" y="39678"/>
                </a:lnTo>
                <a:lnTo>
                  <a:pt x="55579" y="34891"/>
                </a:lnTo>
                <a:lnTo>
                  <a:pt x="61350" y="30351"/>
                </a:lnTo>
                <a:lnTo>
                  <a:pt x="67344" y="26101"/>
                </a:lnTo>
                <a:lnTo>
                  <a:pt x="73540" y="22120"/>
                </a:lnTo>
                <a:lnTo>
                  <a:pt x="79937" y="18452"/>
                </a:lnTo>
                <a:lnTo>
                  <a:pt x="86534" y="15075"/>
                </a:lnTo>
                <a:lnTo>
                  <a:pt x="93312" y="12011"/>
                </a:lnTo>
                <a:lnTo>
                  <a:pt x="100245" y="9260"/>
                </a:lnTo>
                <a:lnTo>
                  <a:pt x="107357" y="6866"/>
                </a:lnTo>
                <a:lnTo>
                  <a:pt x="114603" y="4809"/>
                </a:lnTo>
                <a:lnTo>
                  <a:pt x="121984" y="3109"/>
                </a:lnTo>
                <a:lnTo>
                  <a:pt x="129522" y="1767"/>
                </a:lnTo>
                <a:lnTo>
                  <a:pt x="137172" y="783"/>
                </a:lnTo>
                <a:lnTo>
                  <a:pt x="144911" y="201"/>
                </a:lnTo>
                <a:lnTo>
                  <a:pt x="152627" y="0"/>
                </a:lnTo>
                <a:lnTo>
                  <a:pt x="6004793" y="0"/>
                </a:lnTo>
                <a:lnTo>
                  <a:pt x="6012511" y="201"/>
                </a:lnTo>
                <a:lnTo>
                  <a:pt x="6020249" y="783"/>
                </a:lnTo>
                <a:lnTo>
                  <a:pt x="6027898" y="1767"/>
                </a:lnTo>
                <a:lnTo>
                  <a:pt x="6035413" y="3109"/>
                </a:lnTo>
                <a:lnTo>
                  <a:pt x="6042816" y="4809"/>
                </a:lnTo>
                <a:lnTo>
                  <a:pt x="6050062" y="6866"/>
                </a:lnTo>
                <a:lnTo>
                  <a:pt x="6057176" y="9260"/>
                </a:lnTo>
                <a:lnTo>
                  <a:pt x="6064109" y="12011"/>
                </a:lnTo>
                <a:lnTo>
                  <a:pt x="6070886" y="15075"/>
                </a:lnTo>
                <a:lnTo>
                  <a:pt x="6077484" y="18452"/>
                </a:lnTo>
                <a:lnTo>
                  <a:pt x="6083881" y="22120"/>
                </a:lnTo>
                <a:lnTo>
                  <a:pt x="6090076" y="26101"/>
                </a:lnTo>
                <a:lnTo>
                  <a:pt x="6096070" y="30351"/>
                </a:lnTo>
                <a:lnTo>
                  <a:pt x="6101840" y="34891"/>
                </a:lnTo>
                <a:lnTo>
                  <a:pt x="6107364" y="39678"/>
                </a:lnTo>
                <a:lnTo>
                  <a:pt x="6112665" y="44755"/>
                </a:lnTo>
                <a:lnTo>
                  <a:pt x="6117743" y="50056"/>
                </a:lnTo>
                <a:lnTo>
                  <a:pt x="6122530" y="55580"/>
                </a:lnTo>
                <a:lnTo>
                  <a:pt x="6127070" y="61351"/>
                </a:lnTo>
                <a:lnTo>
                  <a:pt x="6131319" y="67345"/>
                </a:lnTo>
                <a:lnTo>
                  <a:pt x="6135301" y="73540"/>
                </a:lnTo>
                <a:lnTo>
                  <a:pt x="6138968" y="79937"/>
                </a:lnTo>
                <a:lnTo>
                  <a:pt x="6142346" y="86535"/>
                </a:lnTo>
                <a:lnTo>
                  <a:pt x="6145410" y="93312"/>
                </a:lnTo>
                <a:lnTo>
                  <a:pt x="6148162" y="100245"/>
                </a:lnTo>
                <a:lnTo>
                  <a:pt x="6150555" y="107358"/>
                </a:lnTo>
                <a:lnTo>
                  <a:pt x="6152612" y="114605"/>
                </a:lnTo>
                <a:lnTo>
                  <a:pt x="6154312" y="121985"/>
                </a:lnTo>
                <a:lnTo>
                  <a:pt x="6155653" y="129523"/>
                </a:lnTo>
                <a:lnTo>
                  <a:pt x="6156638" y="137172"/>
                </a:lnTo>
                <a:lnTo>
                  <a:pt x="6157220" y="144911"/>
                </a:lnTo>
                <a:lnTo>
                  <a:pt x="6157422" y="152627"/>
                </a:lnTo>
                <a:lnTo>
                  <a:pt x="6157422" y="1315715"/>
                </a:lnTo>
                <a:lnTo>
                  <a:pt x="6157220" y="1323432"/>
                </a:lnTo>
                <a:lnTo>
                  <a:pt x="6156638" y="1331171"/>
                </a:lnTo>
                <a:lnTo>
                  <a:pt x="6155653" y="1338820"/>
                </a:lnTo>
                <a:lnTo>
                  <a:pt x="6154312" y="1346357"/>
                </a:lnTo>
                <a:lnTo>
                  <a:pt x="6152612" y="1353738"/>
                </a:lnTo>
                <a:lnTo>
                  <a:pt x="6150555" y="1360985"/>
                </a:lnTo>
                <a:lnTo>
                  <a:pt x="6148162" y="1368097"/>
                </a:lnTo>
                <a:lnTo>
                  <a:pt x="6145410" y="1375031"/>
                </a:lnTo>
                <a:lnTo>
                  <a:pt x="6142346" y="1381808"/>
                </a:lnTo>
                <a:lnTo>
                  <a:pt x="6138968" y="1388406"/>
                </a:lnTo>
                <a:lnTo>
                  <a:pt x="6135301" y="1394802"/>
                </a:lnTo>
                <a:lnTo>
                  <a:pt x="6131319" y="1400998"/>
                </a:lnTo>
                <a:lnTo>
                  <a:pt x="6127070" y="1406992"/>
                </a:lnTo>
                <a:lnTo>
                  <a:pt x="6122530" y="1412762"/>
                </a:lnTo>
                <a:lnTo>
                  <a:pt x="6117743" y="1418287"/>
                </a:lnTo>
                <a:lnTo>
                  <a:pt x="6112665" y="1423588"/>
                </a:lnTo>
                <a:lnTo>
                  <a:pt x="6107364" y="1428665"/>
                </a:lnTo>
                <a:lnTo>
                  <a:pt x="6101840" y="1433451"/>
                </a:lnTo>
                <a:lnTo>
                  <a:pt x="6096070" y="1437992"/>
                </a:lnTo>
                <a:lnTo>
                  <a:pt x="6090076" y="1442241"/>
                </a:lnTo>
                <a:lnTo>
                  <a:pt x="6083881" y="1446222"/>
                </a:lnTo>
                <a:lnTo>
                  <a:pt x="6077484" y="1449890"/>
                </a:lnTo>
                <a:lnTo>
                  <a:pt x="6070886" y="1453268"/>
                </a:lnTo>
                <a:lnTo>
                  <a:pt x="6064109" y="1456332"/>
                </a:lnTo>
                <a:lnTo>
                  <a:pt x="6057176" y="1459083"/>
                </a:lnTo>
                <a:lnTo>
                  <a:pt x="6050062" y="1461476"/>
                </a:lnTo>
                <a:lnTo>
                  <a:pt x="6042816" y="1463534"/>
                </a:lnTo>
                <a:lnTo>
                  <a:pt x="6035413" y="1465234"/>
                </a:lnTo>
                <a:lnTo>
                  <a:pt x="6027898" y="1466576"/>
                </a:lnTo>
                <a:lnTo>
                  <a:pt x="6020249" y="1467560"/>
                </a:lnTo>
                <a:lnTo>
                  <a:pt x="6012511" y="1468141"/>
                </a:lnTo>
                <a:lnTo>
                  <a:pt x="6004793" y="1468343"/>
                </a:lnTo>
                <a:lnTo>
                  <a:pt x="152627" y="1468343"/>
                </a:lnTo>
                <a:lnTo>
                  <a:pt x="144911" y="1468141"/>
                </a:lnTo>
                <a:lnTo>
                  <a:pt x="137172" y="1467560"/>
                </a:lnTo>
                <a:lnTo>
                  <a:pt x="129522" y="1466576"/>
                </a:lnTo>
                <a:lnTo>
                  <a:pt x="121984" y="1465234"/>
                </a:lnTo>
                <a:lnTo>
                  <a:pt x="114603" y="1463534"/>
                </a:lnTo>
                <a:lnTo>
                  <a:pt x="107357" y="1461476"/>
                </a:lnTo>
                <a:lnTo>
                  <a:pt x="100245" y="1459083"/>
                </a:lnTo>
                <a:lnTo>
                  <a:pt x="93312" y="1456332"/>
                </a:lnTo>
                <a:lnTo>
                  <a:pt x="86534" y="1453268"/>
                </a:lnTo>
                <a:lnTo>
                  <a:pt x="79937" y="1449890"/>
                </a:lnTo>
                <a:lnTo>
                  <a:pt x="73540" y="1446222"/>
                </a:lnTo>
                <a:lnTo>
                  <a:pt x="67344" y="1442241"/>
                </a:lnTo>
                <a:lnTo>
                  <a:pt x="61350" y="1437992"/>
                </a:lnTo>
                <a:lnTo>
                  <a:pt x="55579" y="1433451"/>
                </a:lnTo>
                <a:lnTo>
                  <a:pt x="50055" y="1428665"/>
                </a:lnTo>
                <a:lnTo>
                  <a:pt x="44754" y="1423588"/>
                </a:lnTo>
                <a:lnTo>
                  <a:pt x="39677" y="1418287"/>
                </a:lnTo>
                <a:lnTo>
                  <a:pt x="34891" y="1412762"/>
                </a:lnTo>
                <a:lnTo>
                  <a:pt x="30350" y="1406992"/>
                </a:lnTo>
                <a:lnTo>
                  <a:pt x="26101" y="1400998"/>
                </a:lnTo>
                <a:lnTo>
                  <a:pt x="22120" y="1394802"/>
                </a:lnTo>
                <a:lnTo>
                  <a:pt x="18451" y="1388406"/>
                </a:lnTo>
                <a:lnTo>
                  <a:pt x="15073" y="1381808"/>
                </a:lnTo>
                <a:lnTo>
                  <a:pt x="12010" y="1375031"/>
                </a:lnTo>
                <a:lnTo>
                  <a:pt x="9259" y="1368097"/>
                </a:lnTo>
                <a:lnTo>
                  <a:pt x="6866" y="1360985"/>
                </a:lnTo>
                <a:lnTo>
                  <a:pt x="4808" y="1353738"/>
                </a:lnTo>
                <a:lnTo>
                  <a:pt x="3109" y="1346357"/>
                </a:lnTo>
                <a:lnTo>
                  <a:pt x="1766" y="1338820"/>
                </a:lnTo>
                <a:lnTo>
                  <a:pt x="783" y="1331171"/>
                </a:lnTo>
                <a:lnTo>
                  <a:pt x="201" y="1323432"/>
                </a:lnTo>
                <a:lnTo>
                  <a:pt x="0" y="1315715"/>
                </a:lnTo>
                <a:lnTo>
                  <a:pt x="0" y="152627"/>
                </a:lnTo>
                <a:lnTo>
                  <a:pt x="201" y="144911"/>
                </a:lnTo>
                <a:moveTo>
                  <a:pt x="22366" y="153052"/>
                </a:moveTo>
                <a:lnTo>
                  <a:pt x="22366" y="152784"/>
                </a:lnTo>
                <a:lnTo>
                  <a:pt x="22366" y="1315559"/>
                </a:lnTo>
                <a:lnTo>
                  <a:pt x="22366" y="1315291"/>
                </a:lnTo>
                <a:lnTo>
                  <a:pt x="22545" y="1322582"/>
                </a:lnTo>
                <a:lnTo>
                  <a:pt x="22522" y="1322000"/>
                </a:lnTo>
                <a:lnTo>
                  <a:pt x="23059" y="1329202"/>
                </a:lnTo>
                <a:lnTo>
                  <a:pt x="23014" y="1328643"/>
                </a:lnTo>
                <a:lnTo>
                  <a:pt x="23909" y="1335733"/>
                </a:lnTo>
                <a:lnTo>
                  <a:pt x="23819" y="1335174"/>
                </a:lnTo>
                <a:lnTo>
                  <a:pt x="25072" y="1342130"/>
                </a:lnTo>
                <a:lnTo>
                  <a:pt x="24960" y="1341593"/>
                </a:lnTo>
                <a:lnTo>
                  <a:pt x="26526" y="1348437"/>
                </a:lnTo>
                <a:lnTo>
                  <a:pt x="26391" y="1347901"/>
                </a:lnTo>
                <a:lnTo>
                  <a:pt x="28315" y="1354610"/>
                </a:lnTo>
                <a:lnTo>
                  <a:pt x="28137" y="1354096"/>
                </a:lnTo>
                <a:lnTo>
                  <a:pt x="30373" y="1360672"/>
                </a:lnTo>
                <a:lnTo>
                  <a:pt x="30171" y="1360157"/>
                </a:lnTo>
                <a:lnTo>
                  <a:pt x="32721" y="1366576"/>
                </a:lnTo>
                <a:lnTo>
                  <a:pt x="32498" y="1366084"/>
                </a:lnTo>
                <a:lnTo>
                  <a:pt x="35337" y="1372347"/>
                </a:lnTo>
                <a:lnTo>
                  <a:pt x="35092" y="1371855"/>
                </a:lnTo>
                <a:lnTo>
                  <a:pt x="38223" y="1377961"/>
                </a:lnTo>
                <a:lnTo>
                  <a:pt x="37978" y="1377491"/>
                </a:lnTo>
                <a:lnTo>
                  <a:pt x="41378" y="1383418"/>
                </a:lnTo>
                <a:lnTo>
                  <a:pt x="41087" y="1382948"/>
                </a:lnTo>
                <a:lnTo>
                  <a:pt x="44776" y="1388696"/>
                </a:lnTo>
                <a:lnTo>
                  <a:pt x="44486" y="1388249"/>
                </a:lnTo>
                <a:lnTo>
                  <a:pt x="48423" y="1393796"/>
                </a:lnTo>
                <a:lnTo>
                  <a:pt x="48110" y="1393371"/>
                </a:lnTo>
                <a:lnTo>
                  <a:pt x="52314" y="1398717"/>
                </a:lnTo>
                <a:lnTo>
                  <a:pt x="51979" y="1398314"/>
                </a:lnTo>
                <a:lnTo>
                  <a:pt x="56407" y="1403458"/>
                </a:lnTo>
                <a:lnTo>
                  <a:pt x="56049" y="1403056"/>
                </a:lnTo>
                <a:lnTo>
                  <a:pt x="60746" y="1407976"/>
                </a:lnTo>
                <a:lnTo>
                  <a:pt x="60366" y="1407596"/>
                </a:lnTo>
                <a:lnTo>
                  <a:pt x="65287" y="1412293"/>
                </a:lnTo>
                <a:lnTo>
                  <a:pt x="64884" y="1411935"/>
                </a:lnTo>
                <a:lnTo>
                  <a:pt x="70028" y="1416364"/>
                </a:lnTo>
                <a:lnTo>
                  <a:pt x="69626" y="1416028"/>
                </a:lnTo>
                <a:lnTo>
                  <a:pt x="74971" y="1420233"/>
                </a:lnTo>
                <a:lnTo>
                  <a:pt x="74547" y="1419920"/>
                </a:lnTo>
                <a:lnTo>
                  <a:pt x="80093" y="1423856"/>
                </a:lnTo>
                <a:lnTo>
                  <a:pt x="79646" y="1423565"/>
                </a:lnTo>
                <a:lnTo>
                  <a:pt x="85394" y="1427256"/>
                </a:lnTo>
                <a:lnTo>
                  <a:pt x="84924" y="1426965"/>
                </a:lnTo>
                <a:lnTo>
                  <a:pt x="90850" y="1430365"/>
                </a:lnTo>
                <a:lnTo>
                  <a:pt x="90382" y="1430119"/>
                </a:lnTo>
                <a:lnTo>
                  <a:pt x="96487" y="1433250"/>
                </a:lnTo>
                <a:lnTo>
                  <a:pt x="95995" y="1433004"/>
                </a:lnTo>
                <a:lnTo>
                  <a:pt x="102258" y="1435845"/>
                </a:lnTo>
                <a:lnTo>
                  <a:pt x="101766" y="1435621"/>
                </a:lnTo>
                <a:lnTo>
                  <a:pt x="108185" y="1438171"/>
                </a:lnTo>
                <a:lnTo>
                  <a:pt x="107670" y="1437969"/>
                </a:lnTo>
                <a:lnTo>
                  <a:pt x="114247" y="1440206"/>
                </a:lnTo>
                <a:lnTo>
                  <a:pt x="113731" y="1440027"/>
                </a:lnTo>
                <a:lnTo>
                  <a:pt x="120441" y="1441950"/>
                </a:lnTo>
                <a:lnTo>
                  <a:pt x="119904" y="1441816"/>
                </a:lnTo>
                <a:lnTo>
                  <a:pt x="126749" y="1443382"/>
                </a:lnTo>
                <a:lnTo>
                  <a:pt x="126212" y="1443270"/>
                </a:lnTo>
                <a:lnTo>
                  <a:pt x="133167" y="1444523"/>
                </a:lnTo>
                <a:lnTo>
                  <a:pt x="132608" y="1444433"/>
                </a:lnTo>
                <a:lnTo>
                  <a:pt x="139700" y="1445328"/>
                </a:lnTo>
                <a:lnTo>
                  <a:pt x="139140" y="1445283"/>
                </a:lnTo>
                <a:lnTo>
                  <a:pt x="146342" y="1445820"/>
                </a:lnTo>
                <a:lnTo>
                  <a:pt x="145760" y="1445798"/>
                </a:lnTo>
                <a:lnTo>
                  <a:pt x="153051" y="1445976"/>
                </a:lnTo>
                <a:lnTo>
                  <a:pt x="152784" y="1445976"/>
                </a:lnTo>
                <a:lnTo>
                  <a:pt x="6004636" y="1445976"/>
                </a:lnTo>
                <a:lnTo>
                  <a:pt x="6004368" y="1445976"/>
                </a:lnTo>
                <a:lnTo>
                  <a:pt x="6011660" y="1445798"/>
                </a:lnTo>
                <a:lnTo>
                  <a:pt x="6011078" y="1445820"/>
                </a:lnTo>
                <a:lnTo>
                  <a:pt x="6018280" y="1445283"/>
                </a:lnTo>
                <a:lnTo>
                  <a:pt x="6017721" y="1445328"/>
                </a:lnTo>
                <a:lnTo>
                  <a:pt x="6024811" y="1444433"/>
                </a:lnTo>
                <a:lnTo>
                  <a:pt x="6024252" y="1444523"/>
                </a:lnTo>
                <a:lnTo>
                  <a:pt x="6031209" y="1443270"/>
                </a:lnTo>
                <a:lnTo>
                  <a:pt x="6030670" y="1443382"/>
                </a:lnTo>
                <a:lnTo>
                  <a:pt x="6037515" y="1441816"/>
                </a:lnTo>
                <a:lnTo>
                  <a:pt x="6036979" y="1441950"/>
                </a:lnTo>
                <a:lnTo>
                  <a:pt x="6043688" y="1440027"/>
                </a:lnTo>
                <a:lnTo>
                  <a:pt x="6043174" y="1440206"/>
                </a:lnTo>
                <a:lnTo>
                  <a:pt x="6049749" y="1437969"/>
                </a:lnTo>
                <a:lnTo>
                  <a:pt x="6049235" y="1438171"/>
                </a:lnTo>
                <a:lnTo>
                  <a:pt x="6055654" y="1435621"/>
                </a:lnTo>
                <a:lnTo>
                  <a:pt x="6055163" y="1435845"/>
                </a:lnTo>
                <a:lnTo>
                  <a:pt x="6061424" y="1433004"/>
                </a:lnTo>
                <a:lnTo>
                  <a:pt x="6060932" y="1433250"/>
                </a:lnTo>
                <a:lnTo>
                  <a:pt x="6067039" y="1430119"/>
                </a:lnTo>
                <a:lnTo>
                  <a:pt x="6066569" y="1430365"/>
                </a:lnTo>
                <a:lnTo>
                  <a:pt x="6072497" y="1426965"/>
                </a:lnTo>
                <a:lnTo>
                  <a:pt x="6072026" y="1427256"/>
                </a:lnTo>
                <a:lnTo>
                  <a:pt x="6077774" y="1423565"/>
                </a:lnTo>
                <a:lnTo>
                  <a:pt x="6077327" y="1423856"/>
                </a:lnTo>
                <a:lnTo>
                  <a:pt x="6082874" y="1419920"/>
                </a:lnTo>
                <a:lnTo>
                  <a:pt x="6082449" y="1420233"/>
                </a:lnTo>
                <a:lnTo>
                  <a:pt x="6087795" y="1416028"/>
                </a:lnTo>
                <a:lnTo>
                  <a:pt x="6087391" y="1416364"/>
                </a:lnTo>
                <a:lnTo>
                  <a:pt x="6092536" y="1411935"/>
                </a:lnTo>
                <a:lnTo>
                  <a:pt x="6092134" y="1412293"/>
                </a:lnTo>
                <a:lnTo>
                  <a:pt x="6097055" y="1407596"/>
                </a:lnTo>
                <a:lnTo>
                  <a:pt x="6096674" y="1407976"/>
                </a:lnTo>
                <a:lnTo>
                  <a:pt x="6101371" y="1403056"/>
                </a:lnTo>
                <a:lnTo>
                  <a:pt x="6101012" y="1403458"/>
                </a:lnTo>
                <a:lnTo>
                  <a:pt x="6105441" y="1398314"/>
                </a:lnTo>
                <a:lnTo>
                  <a:pt x="6105105" y="1398717"/>
                </a:lnTo>
                <a:lnTo>
                  <a:pt x="6109312" y="1393371"/>
                </a:lnTo>
                <a:lnTo>
                  <a:pt x="6108998" y="1393796"/>
                </a:lnTo>
                <a:lnTo>
                  <a:pt x="6112935" y="1388249"/>
                </a:lnTo>
                <a:lnTo>
                  <a:pt x="6112644" y="1388696"/>
                </a:lnTo>
                <a:lnTo>
                  <a:pt x="6116334" y="1382948"/>
                </a:lnTo>
                <a:lnTo>
                  <a:pt x="6116043" y="1383418"/>
                </a:lnTo>
                <a:lnTo>
                  <a:pt x="6119444" y="1377491"/>
                </a:lnTo>
                <a:lnTo>
                  <a:pt x="6119196" y="1377961"/>
                </a:lnTo>
                <a:lnTo>
                  <a:pt x="6122327" y="1371855"/>
                </a:lnTo>
                <a:lnTo>
                  <a:pt x="6122082" y="1372347"/>
                </a:lnTo>
                <a:lnTo>
                  <a:pt x="6124923" y="1366084"/>
                </a:lnTo>
                <a:lnTo>
                  <a:pt x="6124699" y="1366576"/>
                </a:lnTo>
                <a:lnTo>
                  <a:pt x="6127249" y="1360157"/>
                </a:lnTo>
                <a:lnTo>
                  <a:pt x="6127047" y="1360672"/>
                </a:lnTo>
                <a:lnTo>
                  <a:pt x="6129285" y="1354096"/>
                </a:lnTo>
                <a:lnTo>
                  <a:pt x="6129105" y="1354610"/>
                </a:lnTo>
                <a:lnTo>
                  <a:pt x="6131028" y="1347901"/>
                </a:lnTo>
                <a:lnTo>
                  <a:pt x="6130894" y="1348437"/>
                </a:lnTo>
                <a:lnTo>
                  <a:pt x="6132459" y="1341593"/>
                </a:lnTo>
                <a:lnTo>
                  <a:pt x="6132348" y="1342130"/>
                </a:lnTo>
                <a:lnTo>
                  <a:pt x="6133601" y="1335174"/>
                </a:lnTo>
                <a:lnTo>
                  <a:pt x="6133511" y="1335733"/>
                </a:lnTo>
                <a:lnTo>
                  <a:pt x="6134406" y="1328643"/>
                </a:lnTo>
                <a:lnTo>
                  <a:pt x="6134362" y="1329202"/>
                </a:lnTo>
                <a:lnTo>
                  <a:pt x="6134898" y="1322000"/>
                </a:lnTo>
                <a:lnTo>
                  <a:pt x="6134877" y="1322582"/>
                </a:lnTo>
                <a:lnTo>
                  <a:pt x="6135055" y="1315291"/>
                </a:lnTo>
                <a:lnTo>
                  <a:pt x="6135055" y="1315559"/>
                </a:lnTo>
                <a:lnTo>
                  <a:pt x="6135055" y="152784"/>
                </a:lnTo>
                <a:lnTo>
                  <a:pt x="6135055" y="153052"/>
                </a:lnTo>
                <a:lnTo>
                  <a:pt x="6134877" y="145761"/>
                </a:lnTo>
                <a:lnTo>
                  <a:pt x="6134898" y="146342"/>
                </a:lnTo>
                <a:lnTo>
                  <a:pt x="6134362" y="139140"/>
                </a:lnTo>
                <a:lnTo>
                  <a:pt x="6134406" y="139699"/>
                </a:lnTo>
                <a:lnTo>
                  <a:pt x="6133511" y="132609"/>
                </a:lnTo>
                <a:lnTo>
                  <a:pt x="6133601" y="133169"/>
                </a:lnTo>
                <a:lnTo>
                  <a:pt x="6132348" y="126213"/>
                </a:lnTo>
                <a:lnTo>
                  <a:pt x="6132459" y="126750"/>
                </a:lnTo>
                <a:lnTo>
                  <a:pt x="6130894" y="119905"/>
                </a:lnTo>
                <a:lnTo>
                  <a:pt x="6131028" y="120442"/>
                </a:lnTo>
                <a:lnTo>
                  <a:pt x="6129105" y="113732"/>
                </a:lnTo>
                <a:lnTo>
                  <a:pt x="6129285" y="114247"/>
                </a:lnTo>
                <a:lnTo>
                  <a:pt x="6127047" y="107671"/>
                </a:lnTo>
                <a:lnTo>
                  <a:pt x="6127249" y="108186"/>
                </a:lnTo>
                <a:lnTo>
                  <a:pt x="6124699" y="101766"/>
                </a:lnTo>
                <a:lnTo>
                  <a:pt x="6124923" y="102259"/>
                </a:lnTo>
                <a:lnTo>
                  <a:pt x="6122082" y="95996"/>
                </a:lnTo>
                <a:lnTo>
                  <a:pt x="6122327" y="96488"/>
                </a:lnTo>
                <a:lnTo>
                  <a:pt x="6119196" y="90382"/>
                </a:lnTo>
                <a:lnTo>
                  <a:pt x="6119444" y="90852"/>
                </a:lnTo>
                <a:lnTo>
                  <a:pt x="6116043" y="84924"/>
                </a:lnTo>
                <a:lnTo>
                  <a:pt x="6116334" y="85394"/>
                </a:lnTo>
                <a:lnTo>
                  <a:pt x="6112644" y="79646"/>
                </a:lnTo>
                <a:lnTo>
                  <a:pt x="6112935" y="80093"/>
                </a:lnTo>
                <a:lnTo>
                  <a:pt x="6108998" y="74547"/>
                </a:lnTo>
                <a:lnTo>
                  <a:pt x="6109312" y="74972"/>
                </a:lnTo>
                <a:lnTo>
                  <a:pt x="6105105" y="69626"/>
                </a:lnTo>
                <a:lnTo>
                  <a:pt x="6105441" y="70029"/>
                </a:lnTo>
                <a:lnTo>
                  <a:pt x="6101012" y="64884"/>
                </a:lnTo>
                <a:lnTo>
                  <a:pt x="6101371" y="65287"/>
                </a:lnTo>
                <a:lnTo>
                  <a:pt x="6096674" y="60366"/>
                </a:lnTo>
                <a:lnTo>
                  <a:pt x="6097055" y="60747"/>
                </a:lnTo>
                <a:lnTo>
                  <a:pt x="6092134" y="56050"/>
                </a:lnTo>
                <a:lnTo>
                  <a:pt x="6092536" y="56408"/>
                </a:lnTo>
                <a:lnTo>
                  <a:pt x="6087391" y="51979"/>
                </a:lnTo>
                <a:lnTo>
                  <a:pt x="6087795" y="52315"/>
                </a:lnTo>
                <a:lnTo>
                  <a:pt x="6082449" y="48110"/>
                </a:lnTo>
                <a:lnTo>
                  <a:pt x="6082874" y="48423"/>
                </a:lnTo>
                <a:lnTo>
                  <a:pt x="6077327" y="44487"/>
                </a:lnTo>
                <a:lnTo>
                  <a:pt x="6077774" y="44777"/>
                </a:lnTo>
                <a:lnTo>
                  <a:pt x="6072026" y="41087"/>
                </a:lnTo>
                <a:lnTo>
                  <a:pt x="6072497" y="41377"/>
                </a:lnTo>
                <a:lnTo>
                  <a:pt x="6066569" y="37978"/>
                </a:lnTo>
                <a:lnTo>
                  <a:pt x="6067039" y="38224"/>
                </a:lnTo>
                <a:lnTo>
                  <a:pt x="6060932" y="35093"/>
                </a:lnTo>
                <a:lnTo>
                  <a:pt x="6061424" y="35339"/>
                </a:lnTo>
                <a:lnTo>
                  <a:pt x="6055163" y="32498"/>
                </a:lnTo>
                <a:lnTo>
                  <a:pt x="6055654" y="32722"/>
                </a:lnTo>
                <a:lnTo>
                  <a:pt x="6049235" y="30172"/>
                </a:lnTo>
                <a:lnTo>
                  <a:pt x="6049749" y="30373"/>
                </a:lnTo>
                <a:lnTo>
                  <a:pt x="6043174" y="28137"/>
                </a:lnTo>
                <a:lnTo>
                  <a:pt x="6043688" y="28316"/>
                </a:lnTo>
                <a:lnTo>
                  <a:pt x="6036979" y="26392"/>
                </a:lnTo>
                <a:lnTo>
                  <a:pt x="6037515" y="26526"/>
                </a:lnTo>
                <a:lnTo>
                  <a:pt x="6030670" y="24961"/>
                </a:lnTo>
                <a:lnTo>
                  <a:pt x="6031209" y="25073"/>
                </a:lnTo>
                <a:lnTo>
                  <a:pt x="6024252" y="23820"/>
                </a:lnTo>
                <a:lnTo>
                  <a:pt x="6024811" y="23910"/>
                </a:lnTo>
                <a:lnTo>
                  <a:pt x="6017721" y="23015"/>
                </a:lnTo>
                <a:lnTo>
                  <a:pt x="6018280" y="23060"/>
                </a:lnTo>
                <a:lnTo>
                  <a:pt x="6011078" y="22523"/>
                </a:lnTo>
                <a:lnTo>
                  <a:pt x="6011660" y="22545"/>
                </a:lnTo>
                <a:lnTo>
                  <a:pt x="6004368" y="22366"/>
                </a:lnTo>
                <a:lnTo>
                  <a:pt x="6004636" y="22366"/>
                </a:lnTo>
                <a:lnTo>
                  <a:pt x="152784" y="22366"/>
                </a:lnTo>
                <a:lnTo>
                  <a:pt x="153051" y="22366"/>
                </a:lnTo>
                <a:lnTo>
                  <a:pt x="145760" y="22545"/>
                </a:lnTo>
                <a:lnTo>
                  <a:pt x="146342" y="22523"/>
                </a:lnTo>
                <a:lnTo>
                  <a:pt x="139140" y="23060"/>
                </a:lnTo>
                <a:lnTo>
                  <a:pt x="139700" y="23015"/>
                </a:lnTo>
                <a:lnTo>
                  <a:pt x="132608" y="23910"/>
                </a:lnTo>
                <a:lnTo>
                  <a:pt x="133167" y="23820"/>
                </a:lnTo>
                <a:lnTo>
                  <a:pt x="126212" y="25073"/>
                </a:lnTo>
                <a:lnTo>
                  <a:pt x="126749" y="24961"/>
                </a:lnTo>
                <a:lnTo>
                  <a:pt x="119904" y="26526"/>
                </a:lnTo>
                <a:lnTo>
                  <a:pt x="120441" y="26392"/>
                </a:lnTo>
                <a:lnTo>
                  <a:pt x="113731" y="28316"/>
                </a:lnTo>
                <a:lnTo>
                  <a:pt x="114247" y="28137"/>
                </a:lnTo>
                <a:lnTo>
                  <a:pt x="107670" y="30373"/>
                </a:lnTo>
                <a:lnTo>
                  <a:pt x="108185" y="30172"/>
                </a:lnTo>
                <a:lnTo>
                  <a:pt x="101766" y="32722"/>
                </a:lnTo>
                <a:lnTo>
                  <a:pt x="102258" y="32498"/>
                </a:lnTo>
                <a:lnTo>
                  <a:pt x="95995" y="35339"/>
                </a:lnTo>
                <a:lnTo>
                  <a:pt x="96487" y="35093"/>
                </a:lnTo>
                <a:lnTo>
                  <a:pt x="90382" y="38224"/>
                </a:lnTo>
                <a:lnTo>
                  <a:pt x="90850" y="37978"/>
                </a:lnTo>
                <a:lnTo>
                  <a:pt x="84924" y="41377"/>
                </a:lnTo>
                <a:lnTo>
                  <a:pt x="85394" y="41087"/>
                </a:lnTo>
                <a:lnTo>
                  <a:pt x="79646" y="44777"/>
                </a:lnTo>
                <a:lnTo>
                  <a:pt x="80093" y="44487"/>
                </a:lnTo>
                <a:lnTo>
                  <a:pt x="74547" y="48423"/>
                </a:lnTo>
                <a:lnTo>
                  <a:pt x="74971" y="48110"/>
                </a:lnTo>
                <a:lnTo>
                  <a:pt x="69626" y="52315"/>
                </a:lnTo>
                <a:lnTo>
                  <a:pt x="70028" y="51979"/>
                </a:lnTo>
                <a:lnTo>
                  <a:pt x="64884" y="56408"/>
                </a:lnTo>
                <a:lnTo>
                  <a:pt x="65287" y="56050"/>
                </a:lnTo>
                <a:lnTo>
                  <a:pt x="60366" y="60747"/>
                </a:lnTo>
                <a:lnTo>
                  <a:pt x="60746" y="60366"/>
                </a:lnTo>
                <a:lnTo>
                  <a:pt x="56049" y="65287"/>
                </a:lnTo>
                <a:lnTo>
                  <a:pt x="56407" y="64884"/>
                </a:lnTo>
                <a:lnTo>
                  <a:pt x="51979" y="70029"/>
                </a:lnTo>
                <a:lnTo>
                  <a:pt x="52314" y="69626"/>
                </a:lnTo>
                <a:lnTo>
                  <a:pt x="48110" y="74972"/>
                </a:lnTo>
                <a:lnTo>
                  <a:pt x="48423" y="74547"/>
                </a:lnTo>
                <a:lnTo>
                  <a:pt x="44486" y="80093"/>
                </a:lnTo>
                <a:lnTo>
                  <a:pt x="44776" y="79646"/>
                </a:lnTo>
                <a:lnTo>
                  <a:pt x="41087" y="85394"/>
                </a:lnTo>
                <a:lnTo>
                  <a:pt x="41378" y="84924"/>
                </a:lnTo>
                <a:lnTo>
                  <a:pt x="37978" y="90852"/>
                </a:lnTo>
                <a:lnTo>
                  <a:pt x="38223" y="90382"/>
                </a:lnTo>
                <a:lnTo>
                  <a:pt x="35092" y="96488"/>
                </a:lnTo>
                <a:lnTo>
                  <a:pt x="35337" y="95996"/>
                </a:lnTo>
                <a:lnTo>
                  <a:pt x="32498" y="102259"/>
                </a:lnTo>
                <a:lnTo>
                  <a:pt x="32721" y="101766"/>
                </a:lnTo>
                <a:lnTo>
                  <a:pt x="30171" y="108186"/>
                </a:lnTo>
                <a:lnTo>
                  <a:pt x="30373" y="107671"/>
                </a:lnTo>
                <a:lnTo>
                  <a:pt x="28137" y="114247"/>
                </a:lnTo>
                <a:lnTo>
                  <a:pt x="28315" y="113732"/>
                </a:lnTo>
                <a:lnTo>
                  <a:pt x="26391" y="120442"/>
                </a:lnTo>
                <a:lnTo>
                  <a:pt x="26526" y="119905"/>
                </a:lnTo>
                <a:lnTo>
                  <a:pt x="24960" y="126750"/>
                </a:lnTo>
                <a:lnTo>
                  <a:pt x="25072" y="126213"/>
                </a:lnTo>
                <a:lnTo>
                  <a:pt x="23819" y="133169"/>
                </a:lnTo>
                <a:lnTo>
                  <a:pt x="23909" y="132609"/>
                </a:lnTo>
                <a:lnTo>
                  <a:pt x="23014" y="139699"/>
                </a:lnTo>
                <a:lnTo>
                  <a:pt x="23059" y="139140"/>
                </a:lnTo>
                <a:lnTo>
                  <a:pt x="22522" y="146342"/>
                </a:lnTo>
                <a:lnTo>
                  <a:pt x="22545" y="145761"/>
                </a:lnTo>
                <a:lnTo>
                  <a:pt x="22366" y="153052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5 Type">
            <a:extLst xmlns:a="http://schemas.openxmlformats.org/drawingml/2006/main">
              <a:ext uri="{FF2B5EF4-FFF2-40B4-BE49-F238E27FC236}">
                <a16:creationId xmlns:a16="http://schemas.microsoft.com/office/drawing/2014/main" id="{81E50BAB-51F3-4A8F-9330-1306561A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612" y="1425627"/>
            <a:ext cx="667404" cy="41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13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rPr>
              <a:t>Type</a:t>
            </a:r>
          </a:p>
        </p:txBody>
      </p:sp>
      <p:sp>
        <p:nvSpPr>
          <p:cNvPr id="18" name="text-16 1-">
            <a:extLst xmlns:a="http://schemas.openxmlformats.org/drawingml/2006/main">
              <a:ext uri="{FF2B5EF4-FFF2-40B4-BE49-F238E27FC236}">
                <a16:creationId xmlns:a16="http://schemas.microsoft.com/office/drawing/2014/main" id="{1CB77135-BEBB-4895-80CA-C7548D11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867" y="1437476"/>
            <a:ext cx="285491" cy="39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9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9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19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rPr>
              <a:t>1-</a:t>
            </a:r>
          </a:p>
        </p:txBody>
      </p:sp>
      <p:sp>
        <p:nvSpPr>
          <p:cNvPr id="19" name="text-17 Identity">
            <a:extLst xmlns:a="http://schemas.openxmlformats.org/drawingml/2006/main">
              <a:ext uri="{FF2B5EF4-FFF2-40B4-BE49-F238E27FC236}">
                <a16:creationId xmlns:a16="http://schemas.microsoft.com/office/drawing/2014/main" id="{E020E3C1-E442-4F2B-82C0-024AF95B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8895" y="1451006"/>
            <a:ext cx="957485" cy="375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3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3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3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rPr>
              <a:t>Identity</a:t>
            </a:r>
          </a:p>
        </p:txBody>
      </p:sp>
      <p:sp>
        <p:nvSpPr>
          <p:cNvPr id="20" name="text-18 Who">
            <a:extLst xmlns:a="http://schemas.openxmlformats.org/drawingml/2006/main">
              <a:ext uri="{FF2B5EF4-FFF2-40B4-BE49-F238E27FC236}">
                <a16:creationId xmlns:a16="http://schemas.microsoft.com/office/drawing/2014/main" id="{D124A17C-67E7-4057-BAD5-487B4738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7356" y="1809746"/>
            <a:ext cx="427672" cy="28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Who</a:t>
            </a:r>
          </a:p>
        </p:txBody>
      </p:sp>
      <p:sp>
        <p:nvSpPr>
          <p:cNvPr id="21" name="text-18 is">
            <a:extLst xmlns:a="http://schemas.openxmlformats.org/drawingml/2006/main">
              <a:ext uri="{FF2B5EF4-FFF2-40B4-BE49-F238E27FC236}">
                <a16:creationId xmlns:a16="http://schemas.microsoft.com/office/drawing/2014/main" id="{A1607D38-B818-4709-B57F-0F55A040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9088" y="1809840"/>
            <a:ext cx="170498" cy="281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22" name="text-18 near">
            <a:extLst xmlns:a="http://schemas.openxmlformats.org/drawingml/2006/main">
              <a:ext uri="{FF2B5EF4-FFF2-40B4-BE49-F238E27FC236}">
                <a16:creationId xmlns:a16="http://schemas.microsoft.com/office/drawing/2014/main" id="{166C7FA4-5BE0-4511-B579-2FAF10FB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3610" y="1809688"/>
            <a:ext cx="382884" cy="282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near</a:t>
            </a:r>
          </a:p>
        </p:txBody>
      </p:sp>
      <p:sp>
        <p:nvSpPr>
          <p:cNvPr id="23" name="text-18 (18.2,">
            <a:extLst xmlns:a="http://schemas.openxmlformats.org/drawingml/2006/main">
              <a:ext uri="{FF2B5EF4-FFF2-40B4-BE49-F238E27FC236}">
                <a16:creationId xmlns:a16="http://schemas.microsoft.com/office/drawing/2014/main" id="{3EBA0DFC-D36D-407B-95E4-358B2D4A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0611" y="1809780"/>
            <a:ext cx="505946" cy="281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(18.2,</a:t>
            </a:r>
          </a:p>
        </p:txBody>
      </p:sp>
      <p:sp>
        <p:nvSpPr>
          <p:cNvPr id="24" name="text-18 4.5,">
            <a:extLst xmlns:a="http://schemas.openxmlformats.org/drawingml/2006/main">
              <a:ext uri="{FF2B5EF4-FFF2-40B4-BE49-F238E27FC236}">
                <a16:creationId xmlns:a16="http://schemas.microsoft.com/office/drawing/2014/main" id="{394C49B7-490C-4F97-967A-51B3BA54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0626" y="1809843"/>
            <a:ext cx="338188" cy="281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4.5,</a:t>
            </a:r>
          </a:p>
        </p:txBody>
      </p:sp>
      <p:sp>
        <p:nvSpPr>
          <p:cNvPr id="25" name="text-18 0.3)">
            <a:extLst xmlns:a="http://schemas.openxmlformats.org/drawingml/2006/main">
              <a:ext uri="{FF2B5EF4-FFF2-40B4-BE49-F238E27FC236}">
                <a16:creationId xmlns:a16="http://schemas.microsoft.com/office/drawing/2014/main" id="{B427B022-3F6D-475A-A9FD-BCCA5D27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2894" y="1809821"/>
            <a:ext cx="354901" cy="28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0.3)</a:t>
            </a:r>
          </a:p>
        </p:txBody>
      </p:sp>
      <p:sp>
        <p:nvSpPr>
          <p:cNvPr id="26" name="text-18 ?">
            <a:extLst xmlns:a="http://schemas.openxmlformats.org/drawingml/2006/main">
              <a:ext uri="{FF2B5EF4-FFF2-40B4-BE49-F238E27FC236}">
                <a16:creationId xmlns:a16="http://schemas.microsoft.com/office/drawing/2014/main" id="{D99AB77C-FE66-4323-BD78-7CF3CE38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1937" y="1809907"/>
            <a:ext cx="125578" cy="281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sp>
        <p:nvSpPr>
          <p:cNvPr id="27" name="text-19 A">
            <a:extLst xmlns:a="http://schemas.openxmlformats.org/drawingml/2006/main">
              <a:ext uri="{FF2B5EF4-FFF2-40B4-BE49-F238E27FC236}">
                <a16:creationId xmlns:a16="http://schemas.microsoft.com/office/drawing/2014/main" id="{F64A73E3-B38D-4200-970D-06EC76D1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6173" y="2051438"/>
            <a:ext cx="181607" cy="28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8" name="text-19 young">
            <a:extLst xmlns:a="http://schemas.openxmlformats.org/drawingml/2006/main">
              <a:ext uri="{FF2B5EF4-FFF2-40B4-BE49-F238E27FC236}">
                <a16:creationId xmlns:a16="http://schemas.microsoft.com/office/drawing/2014/main" id="{1284B94F-92C2-44B9-923D-6092D9EF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1877" y="2051373"/>
            <a:ext cx="53949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young</a:t>
            </a:r>
          </a:p>
        </p:txBody>
      </p:sp>
      <p:sp>
        <p:nvSpPr>
          <p:cNvPr id="29" name="text-19 man">
            <a:extLst xmlns:a="http://schemas.openxmlformats.org/drawingml/2006/main">
              <a:ext uri="{FF2B5EF4-FFF2-40B4-BE49-F238E27FC236}">
                <a16:creationId xmlns:a16="http://schemas.microsoft.com/office/drawing/2014/main" id="{84F396FE-6E30-41E6-82DA-C51BAA0A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5441" y="2051316"/>
            <a:ext cx="382937" cy="282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</a:t>
            </a:r>
          </a:p>
        </p:txBody>
      </p:sp>
      <p:sp>
        <p:nvSpPr>
          <p:cNvPr id="30" name="text-19 in">
            <a:extLst xmlns:a="http://schemas.openxmlformats.org/drawingml/2006/main">
              <a:ext uri="{FF2B5EF4-FFF2-40B4-BE49-F238E27FC236}">
                <a16:creationId xmlns:a16="http://schemas.microsoft.com/office/drawing/2014/main" id="{FB401A9F-6BDB-4553-8A4A-FADD50BC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2442" y="2051374"/>
            <a:ext cx="192814" cy="281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31" name="text-19 a">
            <a:extLst xmlns:a="http://schemas.openxmlformats.org/drawingml/2006/main">
              <a:ext uri="{FF2B5EF4-FFF2-40B4-BE49-F238E27FC236}">
                <a16:creationId xmlns:a16="http://schemas.microsoft.com/office/drawing/2014/main" id="{E9C5270B-6F68-40A1-8D56-9572ECAC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9330" y="2051463"/>
            <a:ext cx="125578" cy="281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2" name="text-19 light">
            <a:extLst xmlns:a="http://schemas.openxmlformats.org/drawingml/2006/main">
              <a:ext uri="{FF2B5EF4-FFF2-40B4-BE49-F238E27FC236}">
                <a16:creationId xmlns:a16="http://schemas.microsoft.com/office/drawing/2014/main" id="{253FF4FF-85E1-4270-BA62-5A533DDF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9118" y="2051381"/>
            <a:ext cx="405302" cy="28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light</a:t>
            </a:r>
          </a:p>
        </p:txBody>
      </p:sp>
      <p:sp>
        <p:nvSpPr>
          <p:cNvPr id="33" name="text-19 blue">
            <a:extLst xmlns:a="http://schemas.openxmlformats.org/drawingml/2006/main">
              <a:ext uri="{FF2B5EF4-FFF2-40B4-BE49-F238E27FC236}">
                <a16:creationId xmlns:a16="http://schemas.microsoft.com/office/drawing/2014/main" id="{015BD9DA-5D4A-4261-B985-804CCFBB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485" y="2051387"/>
            <a:ext cx="382803" cy="281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blue</a:t>
            </a:r>
          </a:p>
        </p:txBody>
      </p:sp>
      <p:sp>
        <p:nvSpPr>
          <p:cNvPr id="34" name="text-20 shirt,">
            <a:extLst xmlns:a="http://schemas.openxmlformats.org/drawingml/2006/main">
              <a:ext uri="{FF2B5EF4-FFF2-40B4-BE49-F238E27FC236}">
                <a16:creationId xmlns:a16="http://schemas.microsoft.com/office/drawing/2014/main" id="{3DED9D1F-4D88-42DA-99EE-C7C1CD43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3369" y="2292952"/>
            <a:ext cx="444429" cy="281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shirt,</a:t>
            </a:r>
          </a:p>
        </p:txBody>
      </p:sp>
      <p:sp>
        <p:nvSpPr>
          <p:cNvPr id="35" name="text-20 standing">
            <a:extLst xmlns:a="http://schemas.openxmlformats.org/drawingml/2006/main">
              <a:ext uri="{FF2B5EF4-FFF2-40B4-BE49-F238E27FC236}">
                <a16:creationId xmlns:a16="http://schemas.microsoft.com/office/drawing/2014/main" id="{A83F40CD-2A22-4E1E-9ACD-11FD0171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1877" y="2292937"/>
            <a:ext cx="718418" cy="28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standing</a:t>
            </a:r>
          </a:p>
        </p:txBody>
      </p:sp>
      <p:sp>
        <p:nvSpPr>
          <p:cNvPr id="36" name="text-20 nearly">
            <a:extLst xmlns:a="http://schemas.openxmlformats.org/drawingml/2006/main">
              <a:ext uri="{FF2B5EF4-FFF2-40B4-BE49-F238E27FC236}">
                <a16:creationId xmlns:a16="http://schemas.microsoft.com/office/drawing/2014/main" id="{6CB81727-8138-48C0-BA02-7C164380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4371" y="2292814"/>
            <a:ext cx="539510" cy="282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nearly</a:t>
            </a:r>
          </a:p>
        </p:txBody>
      </p:sp>
      <p:sp>
        <p:nvSpPr>
          <p:cNvPr id="37" name="text-20 still.">
            <a:extLst xmlns:a="http://schemas.openxmlformats.org/drawingml/2006/main">
              <a:ext uri="{FF2B5EF4-FFF2-40B4-BE49-F238E27FC236}">
                <a16:creationId xmlns:a16="http://schemas.microsoft.com/office/drawing/2014/main" id="{ABB5911B-49C3-476F-88F7-52477C18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7935" y="2292999"/>
            <a:ext cx="388505" cy="281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still.</a:t>
            </a:r>
          </a:p>
        </p:txBody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70CE55-28B4-479F-B1F7-74CB0E0FA5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dc588aafd437e"/>
          <a:stretch xmlns:a="http://schemas.openxmlformats.org/drawingml/2006/main"/>
        </p:blipFill>
        <p:spPr>
          <a:xfrm xmlns:a="http://schemas.openxmlformats.org/drawingml/2006/main">
            <a:off x="5248275" y="1838325"/>
            <a:ext cx="285750" cy="26670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BC76BF-8EE6-47A3-8F1B-3187EC6E5A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e8dbae13c40d0"/>
          <a:stretch xmlns:a="http://schemas.openxmlformats.org/drawingml/2006/main"/>
        </p:blipFill>
        <p:spPr>
          <a:xfrm xmlns:a="http://schemas.openxmlformats.org/drawingml/2006/main">
            <a:off x="5238750" y="2085975"/>
            <a:ext cx="285750" cy="228600"/>
          </a:xfrm>
          <a:prstGeom xmlns:a="http://schemas.openxmlformats.org/drawingml/2006/main" prst="rect">
            <a:avLst/>
          </a:prstGeom>
        </p:spPr>
      </p:pic>
      <p:sp>
        <p:nvSpPr>
          <p:cNvPr id="40" name="text-24 Stage">
            <a:extLst xmlns:a="http://schemas.openxmlformats.org/drawingml/2006/main">
              <a:ext uri="{FF2B5EF4-FFF2-40B4-BE49-F238E27FC236}">
                <a16:creationId xmlns:a16="http://schemas.microsoft.com/office/drawing/2014/main" id="{FB5B0DCE-929D-459E-9472-D0826024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1171" y="1432960"/>
            <a:ext cx="505817" cy="281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rPr>
              <a:t>Stage</a:t>
            </a:r>
          </a:p>
        </p:txBody>
      </p:sp>
      <p:sp>
        <p:nvSpPr>
          <p:cNvPr id="41" name="text-24 1">
            <a:extLst xmlns:a="http://schemas.openxmlformats.org/drawingml/2006/main">
              <a:ext uri="{FF2B5EF4-FFF2-40B4-BE49-F238E27FC236}">
                <a16:creationId xmlns:a16="http://schemas.microsoft.com/office/drawing/2014/main" id="{F712CAC5-10E8-482A-9790-ABB15B98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1186" y="1432908"/>
            <a:ext cx="136905" cy="28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ED7D3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2" name="text-25 :">
            <a:extLst xmlns:a="http://schemas.openxmlformats.org/drawingml/2006/main">
              <a:ext uri="{FF2B5EF4-FFF2-40B4-BE49-F238E27FC236}">
                <a16:creationId xmlns:a16="http://schemas.microsoft.com/office/drawing/2014/main" id="{9499FA4D-E462-42C7-BA01-96775C69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1834" y="1432819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43" name="text-25 State">
            <a:extLst xmlns:a="http://schemas.openxmlformats.org/drawingml/2006/main">
              <a:ext uri="{FF2B5EF4-FFF2-40B4-BE49-F238E27FC236}">
                <a16:creationId xmlns:a16="http://schemas.microsoft.com/office/drawing/2014/main" id="{15BD335C-C8E0-4867-A469-51F7725B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9256" y="1432964"/>
            <a:ext cx="472267" cy="281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</a:t>
            </a:r>
          </a:p>
        </p:txBody>
      </p:sp>
      <p:sp>
        <p:nvSpPr>
          <p:cNvPr id="44" name="text-25 Preparation">
            <a:extLst xmlns:a="http://schemas.openxmlformats.org/drawingml/2006/main">
              <a:ext uri="{FF2B5EF4-FFF2-40B4-BE49-F238E27FC236}">
                <a16:creationId xmlns:a16="http://schemas.microsoft.com/office/drawing/2014/main" id="{480CD4EE-25E5-41C2-822F-DBD8CBC0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5722" y="1432181"/>
            <a:ext cx="1076537" cy="283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Preparation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28FCB8-030F-4D2A-AC8E-84E0533FF8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c2c6a973b4b0b"/>
          <a:stretch xmlns:a="http://schemas.openxmlformats.org/drawingml/2006/main"/>
        </p:blipFill>
        <p:spPr>
          <a:xfrm xmlns:a="http://schemas.openxmlformats.org/drawingml/2006/main">
            <a:off x="152400" y="1819275"/>
            <a:ext cx="4191000" cy="4162425"/>
          </a:xfrm>
          <a:prstGeom xmlns:a="http://schemas.openxmlformats.org/drawingml/2006/main" prst="rect">
            <a:avLst/>
          </a:prstGeom>
        </p:spPr>
      </p:pic>
      <p:sp>
        <p:nvSpPr>
          <p:cNvPr id="46" name="text-27 APIDIS(14.6%)">
            <a:extLst xmlns:a="http://schemas.openxmlformats.org/drawingml/2006/main">
              <a:ext uri="{FF2B5EF4-FFF2-40B4-BE49-F238E27FC236}">
                <a16:creationId xmlns:a16="http://schemas.microsoft.com/office/drawing/2014/main" id="{E5977870-930D-4DA0-BDD0-710FD536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516" y="1567111"/>
            <a:ext cx="1250777" cy="250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1" b="1" i="0">
                <a:solidFill>
                  <a:srgbClr val="F9951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1" b="1" i="0">
                <a:solidFill>
                  <a:srgbClr val="F9951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1" i="0">
                <a:solidFill>
                  <a:srgbClr val="F9951C"/>
                </a:solidFill>
                <a:latin typeface="Times New Roman"/>
                <a:ea typeface="Times New Roman"/>
                <a:cs typeface="Times New Roman"/>
              </a:rPr>
              <a:t>APIDIS(14.6%)</a:t>
            </a:r>
          </a:p>
        </p:txBody>
      </p:sp>
      <p:sp>
        <p:nvSpPr>
          <p:cNvPr id="47" name="text-28 77">
            <a:extLst xmlns:a="http://schemas.openxmlformats.org/drawingml/2006/main">
              <a:ext uri="{FF2B5EF4-FFF2-40B4-BE49-F238E27FC236}">
                <a16:creationId xmlns:a16="http://schemas.microsoft.com/office/drawing/2014/main" id="{7717EC39-DA35-4585-97A9-170FDCA6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950" y="1785331"/>
            <a:ext cx="158369" cy="187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77</a:t>
            </a:r>
          </a:p>
        </p:txBody>
      </p:sp>
      <p:sp>
        <p:nvSpPr>
          <p:cNvPr id="48" name="text-28 dialogue">
            <a:extLst xmlns:a="http://schemas.openxmlformats.org/drawingml/2006/main">
              <a:ext uri="{FF2B5EF4-FFF2-40B4-BE49-F238E27FC236}">
                <a16:creationId xmlns:a16="http://schemas.microsoft.com/office/drawing/2014/main" id="{9326E1F5-1A6E-4DB1-83AC-D633040C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697" y="1785368"/>
            <a:ext cx="508686" cy="187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</a:t>
            </a:r>
          </a:p>
        </p:txBody>
      </p:sp>
      <p:sp>
        <p:nvSpPr>
          <p:cNvPr id="49" name="text-28 groups">
            <a:extLst xmlns:a="http://schemas.openxmlformats.org/drawingml/2006/main">
              <a:ext uri="{FF2B5EF4-FFF2-40B4-BE49-F238E27FC236}">
                <a16:creationId xmlns:a16="http://schemas.microsoft.com/office/drawing/2014/main" id="{22C0AD85-9F49-448F-8A1A-15F37521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475" y="1784384"/>
            <a:ext cx="419887" cy="189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groups</a:t>
            </a:r>
          </a:p>
        </p:txBody>
      </p:sp>
      <p:sp>
        <p:nvSpPr>
          <p:cNvPr id="50" name="text-29 336">
            <a:extLst xmlns:a="http://schemas.openxmlformats.org/drawingml/2006/main">
              <a:ext uri="{FF2B5EF4-FFF2-40B4-BE49-F238E27FC236}">
                <a16:creationId xmlns:a16="http://schemas.microsoft.com/office/drawing/2014/main" id="{635CE569-7DBC-49E2-985B-6BE599CA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809" y="1946368"/>
            <a:ext cx="225467" cy="187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336</a:t>
            </a:r>
          </a:p>
        </p:txBody>
      </p:sp>
      <p:sp>
        <p:nvSpPr>
          <p:cNvPr id="51" name="text-29 QA">
            <a:extLst xmlns:a="http://schemas.openxmlformats.org/drawingml/2006/main">
              <a:ext uri="{FF2B5EF4-FFF2-40B4-BE49-F238E27FC236}">
                <a16:creationId xmlns:a16="http://schemas.microsoft.com/office/drawing/2014/main" id="{95E3DA13-784F-4745-9FFF-CCF04C0D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55" y="1946063"/>
            <a:ext cx="218432" cy="188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QA</a:t>
            </a:r>
          </a:p>
        </p:txBody>
      </p:sp>
      <p:sp>
        <p:nvSpPr>
          <p:cNvPr id="52" name="text-29 pairs">
            <a:extLst xmlns:a="http://schemas.openxmlformats.org/drawingml/2006/main">
              <a:ext uri="{FF2B5EF4-FFF2-40B4-BE49-F238E27FC236}">
                <a16:creationId xmlns:a16="http://schemas.microsoft.com/office/drawing/2014/main" id="{9F4DB9D3-DC04-40CB-8673-AEE59E1C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790" y="1946695"/>
            <a:ext cx="284342" cy="187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pairs</a:t>
            </a:r>
          </a:p>
        </p:txBody>
      </p:sp>
      <p:sp>
        <p:nvSpPr>
          <p:cNvPr id="53" name="text-30 WildTrack(12.5%)">
            <a:extLst xmlns:a="http://schemas.openxmlformats.org/drawingml/2006/main">
              <a:ext uri="{FF2B5EF4-FFF2-40B4-BE49-F238E27FC236}">
                <a16:creationId xmlns:a16="http://schemas.microsoft.com/office/drawing/2014/main" id="{7A0CB990-8216-41C6-AABA-EE6AEB88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5809" y="1565256"/>
            <a:ext cx="1488193" cy="253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7E57C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7E57C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7E57C2"/>
                </a:solidFill>
                <a:latin typeface="Times New Roman"/>
                <a:ea typeface="Times New Roman"/>
                <a:cs typeface="Times New Roman"/>
              </a:rPr>
              <a:t>WildTrack(12.5%)</a:t>
            </a:r>
          </a:p>
        </p:txBody>
      </p:sp>
      <p:sp>
        <p:nvSpPr>
          <p:cNvPr id="54" name="text-31 66">
            <a:extLst xmlns:a="http://schemas.openxmlformats.org/drawingml/2006/main">
              <a:ext uri="{FF2B5EF4-FFF2-40B4-BE49-F238E27FC236}">
                <a16:creationId xmlns:a16="http://schemas.microsoft.com/office/drawing/2014/main" id="{A79BB2F9-A0B5-4939-8C88-BFD01909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9325" y="1785330"/>
            <a:ext cx="158369" cy="187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66</a:t>
            </a:r>
          </a:p>
        </p:txBody>
      </p:sp>
      <p:sp>
        <p:nvSpPr>
          <p:cNvPr id="55" name="text-31 dialogue">
            <a:extLst xmlns:a="http://schemas.openxmlformats.org/drawingml/2006/main">
              <a:ext uri="{FF2B5EF4-FFF2-40B4-BE49-F238E27FC236}">
                <a16:creationId xmlns:a16="http://schemas.microsoft.com/office/drawing/2014/main" id="{71930A78-4B80-434A-94A8-6F4B7778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7071" y="1785368"/>
            <a:ext cx="508686" cy="187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</a:t>
            </a:r>
          </a:p>
        </p:txBody>
      </p:sp>
      <p:sp>
        <p:nvSpPr>
          <p:cNvPr id="56" name="text-31 groups">
            <a:extLst xmlns:a="http://schemas.openxmlformats.org/drawingml/2006/main">
              <a:ext uri="{FF2B5EF4-FFF2-40B4-BE49-F238E27FC236}">
                <a16:creationId xmlns:a16="http://schemas.microsoft.com/office/drawing/2014/main" id="{DDAB2288-6826-4115-82AF-6EC51A51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4850" y="1784384"/>
            <a:ext cx="419887" cy="189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groups</a:t>
            </a:r>
          </a:p>
        </p:txBody>
      </p:sp>
      <p:sp>
        <p:nvSpPr>
          <p:cNvPr id="57" name="text-32 274">
            <a:extLst xmlns:a="http://schemas.openxmlformats.org/drawingml/2006/main">
              <a:ext uri="{FF2B5EF4-FFF2-40B4-BE49-F238E27FC236}">
                <a16:creationId xmlns:a16="http://schemas.microsoft.com/office/drawing/2014/main" id="{1DC5F6E9-7522-4BD3-A0FF-B6E6FBAB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7184" y="1946368"/>
            <a:ext cx="225467" cy="187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274</a:t>
            </a:r>
          </a:p>
        </p:txBody>
      </p:sp>
      <p:sp>
        <p:nvSpPr>
          <p:cNvPr id="58" name="text-32 QA">
            <a:extLst xmlns:a="http://schemas.openxmlformats.org/drawingml/2006/main">
              <a:ext uri="{FF2B5EF4-FFF2-40B4-BE49-F238E27FC236}">
                <a16:creationId xmlns:a16="http://schemas.microsoft.com/office/drawing/2014/main" id="{94F3AA99-ECEF-49EB-A084-96EFECE3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2030" y="1946063"/>
            <a:ext cx="218432" cy="188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QA</a:t>
            </a:r>
          </a:p>
        </p:txBody>
      </p:sp>
      <p:sp>
        <p:nvSpPr>
          <p:cNvPr id="59" name="text-32 pairs">
            <a:extLst xmlns:a="http://schemas.openxmlformats.org/drawingml/2006/main">
              <a:ext uri="{FF2B5EF4-FFF2-40B4-BE49-F238E27FC236}">
                <a16:creationId xmlns:a16="http://schemas.microsoft.com/office/drawing/2014/main" id="{6E042AC9-7A1D-4CB0-B75F-74DC378A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0166" y="1946695"/>
            <a:ext cx="284341" cy="187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pairs</a:t>
            </a:r>
          </a:p>
        </p:txBody>
      </p:sp>
      <p:sp>
        <p:nvSpPr>
          <p:cNvPr id="60" name="text-33 KITTI(72.8%)">
            <a:extLst xmlns:a="http://schemas.openxmlformats.org/drawingml/2006/main">
              <a:ext uri="{FF2B5EF4-FFF2-40B4-BE49-F238E27FC236}">
                <a16:creationId xmlns:a16="http://schemas.microsoft.com/office/drawing/2014/main" id="{4412A7DE-9BB3-47A5-A03A-56602CF4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8660" y="5692483"/>
            <a:ext cx="1160160" cy="250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18B7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18B7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9" b="1" i="0">
                <a:solidFill>
                  <a:srgbClr val="18B7C9"/>
                </a:solidFill>
                <a:latin typeface="Times New Roman"/>
                <a:ea typeface="Times New Roman"/>
                <a:cs typeface="Times New Roman"/>
              </a:rPr>
              <a:t>KITTI(72.8%)</a:t>
            </a:r>
          </a:p>
        </p:txBody>
      </p:sp>
      <p:sp>
        <p:nvSpPr>
          <p:cNvPr id="61" name="text-34 383">
            <a:extLst xmlns:a="http://schemas.openxmlformats.org/drawingml/2006/main">
              <a:ext uri="{FF2B5EF4-FFF2-40B4-BE49-F238E27FC236}">
                <a16:creationId xmlns:a16="http://schemas.microsoft.com/office/drawing/2014/main" id="{D95A4C6C-2A2D-4BBF-B8B2-6375BF1D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7412" y="5910513"/>
            <a:ext cx="225467" cy="187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383</a:t>
            </a:r>
          </a:p>
        </p:txBody>
      </p:sp>
      <p:sp>
        <p:nvSpPr>
          <p:cNvPr id="62" name="text-34 dialogue">
            <a:extLst xmlns:a="http://schemas.openxmlformats.org/drawingml/2006/main">
              <a:ext uri="{FF2B5EF4-FFF2-40B4-BE49-F238E27FC236}">
                <a16:creationId xmlns:a16="http://schemas.microsoft.com/office/drawing/2014/main" id="{BF7BB7E9-9E86-4E54-A74C-1C7BF82F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2257" y="5910550"/>
            <a:ext cx="508686" cy="187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</a:t>
            </a:r>
          </a:p>
        </p:txBody>
      </p:sp>
      <p:sp>
        <p:nvSpPr>
          <p:cNvPr id="63" name="text-34 groups">
            <a:extLst xmlns:a="http://schemas.openxmlformats.org/drawingml/2006/main">
              <a:ext uri="{FF2B5EF4-FFF2-40B4-BE49-F238E27FC236}">
                <a16:creationId xmlns:a16="http://schemas.microsoft.com/office/drawing/2014/main" id="{65C9E35B-5EFF-447E-8D33-3431E99C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0036" y="5909566"/>
            <a:ext cx="419887" cy="189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groups</a:t>
            </a:r>
          </a:p>
        </p:txBody>
      </p:sp>
      <p:sp>
        <p:nvSpPr>
          <p:cNvPr id="64" name="text-35 1585">
            <a:extLst xmlns:a="http://schemas.openxmlformats.org/drawingml/2006/main">
              <a:ext uri="{FF2B5EF4-FFF2-40B4-BE49-F238E27FC236}">
                <a16:creationId xmlns:a16="http://schemas.microsoft.com/office/drawing/2014/main" id="{4570A479-87C7-47BE-A76E-1307FD0A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272" y="6071550"/>
            <a:ext cx="292566" cy="187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1585</a:t>
            </a:r>
          </a:p>
        </p:txBody>
      </p:sp>
      <p:sp>
        <p:nvSpPr>
          <p:cNvPr id="65" name="text-35 QA">
            <a:extLst xmlns:a="http://schemas.openxmlformats.org/drawingml/2006/main">
              <a:ext uri="{FF2B5EF4-FFF2-40B4-BE49-F238E27FC236}">
                <a16:creationId xmlns:a16="http://schemas.microsoft.com/office/drawing/2014/main" id="{C9CD4267-383C-4ADD-9ECB-C81E4273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7216" y="6071244"/>
            <a:ext cx="218433" cy="188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0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QA</a:t>
            </a:r>
          </a:p>
        </p:txBody>
      </p:sp>
      <p:sp>
        <p:nvSpPr>
          <p:cNvPr id="66" name="text-35 pairs">
            <a:extLst xmlns:a="http://schemas.openxmlformats.org/drawingml/2006/main">
              <a:ext uri="{FF2B5EF4-FFF2-40B4-BE49-F238E27FC236}">
                <a16:creationId xmlns:a16="http://schemas.microsoft.com/office/drawing/2014/main" id="{DACC5563-ABCB-4E4F-BB25-896FCB67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5351" y="6071876"/>
            <a:ext cx="284342" cy="187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5" b="0" i="0">
                <a:solidFill>
                  <a:srgbClr val="767171"/>
                </a:solidFill>
                <a:latin typeface="Times New Roman"/>
                <a:ea typeface="Times New Roman"/>
                <a:cs typeface="Times New Roman"/>
              </a:rPr>
              <a:t>pairs</a:t>
            </a:r>
          </a:p>
        </p:txBody>
      </p:sp>
      <p:sp>
        <p:nvSpPr>
          <p:cNvPr id="67" name="path-36">
            <a:extLst xmlns:a="http://schemas.openxmlformats.org/drawingml/2006/main">
              <a:ext uri="{FF2B5EF4-FFF2-40B4-BE49-F238E27FC236}">
                <a16:creationId xmlns:a16="http://schemas.microsoft.com/office/drawing/2014/main" id="{003BFC8F-FA77-4E4C-995E-5032F662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9" y="996895"/>
            <a:ext cx="4396081" cy="5307505"/>
          </a:xfrm>
          <a:custGeom xmlns:a="http://schemas.openxmlformats.org/drawingml/2006/main">
            <a:pathLst>
              <a:path w="4396081" h="5307505">
                <a:moveTo>
                  <a:pt x="4396081" y="0"/>
                </a:moveTo>
                <a:lnTo>
                  <a:pt x="4396081" y="5307505"/>
                </a:lnTo>
                <a:lnTo>
                  <a:pt x="0" y="5307505"/>
                </a:lnTo>
                <a:lnTo>
                  <a:pt x="0" y="0"/>
                </a:lnTo>
                <a:lnTo>
                  <a:pt x="4396081" y="0"/>
                </a:lnTo>
                <a:moveTo>
                  <a:pt x="16775" y="33549"/>
                </a:moveTo>
                <a:lnTo>
                  <a:pt x="33549" y="16775"/>
                </a:lnTo>
                <a:lnTo>
                  <a:pt x="33549" y="5290730"/>
                </a:lnTo>
                <a:lnTo>
                  <a:pt x="16775" y="5273956"/>
                </a:lnTo>
                <a:lnTo>
                  <a:pt x="4379307" y="5273956"/>
                </a:lnTo>
                <a:lnTo>
                  <a:pt x="4362532" y="5290730"/>
                </a:lnTo>
                <a:lnTo>
                  <a:pt x="4362532" y="16775"/>
                </a:lnTo>
                <a:lnTo>
                  <a:pt x="4379307" y="33549"/>
                </a:lnTo>
                <a:lnTo>
                  <a:pt x="16775" y="33549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text-37 (">
            <a:extLst xmlns:a="http://schemas.openxmlformats.org/drawingml/2006/main">
              <a:ext uri="{FF2B5EF4-FFF2-40B4-BE49-F238E27FC236}">
                <a16:creationId xmlns:a16="http://schemas.microsoft.com/office/drawing/2014/main" id="{B7284F26-6782-4F04-9BE9-D8E7F90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047" y="1054830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69" name="text-38 a">
            <a:extLst xmlns:a="http://schemas.openxmlformats.org/drawingml/2006/main">
              <a:ext uri="{FF2B5EF4-FFF2-40B4-BE49-F238E27FC236}">
                <a16:creationId xmlns:a16="http://schemas.microsoft.com/office/drawing/2014/main" id="{682727F3-64DE-482C-A74A-71737D74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145" y="1054920"/>
            <a:ext cx="136904" cy="28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70" name="text-39 )">
            <a:extLst xmlns:a="http://schemas.openxmlformats.org/drawingml/2006/main">
              <a:ext uri="{FF2B5EF4-FFF2-40B4-BE49-F238E27FC236}">
                <a16:creationId xmlns:a16="http://schemas.microsoft.com/office/drawing/2014/main" id="{534B51E6-2746-471B-9595-B786D87E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793" y="1054830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71" name="text-41 Track4D-Bench">
            <a:extLst xmlns:a="http://schemas.openxmlformats.org/drawingml/2006/main">
              <a:ext uri="{FF2B5EF4-FFF2-40B4-BE49-F238E27FC236}">
                <a16:creationId xmlns:a16="http://schemas.microsoft.com/office/drawing/2014/main" id="{019224E8-910E-45BE-80D0-C7E31E61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216" y="1052729"/>
            <a:ext cx="1412294" cy="285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Track4D-Bench</a:t>
            </a:r>
          </a:p>
        </p:txBody>
      </p:sp>
      <p:sp>
        <p:nvSpPr>
          <p:cNvPr id="72" name="text-42 Statistics">
            <a:extLst xmlns:a="http://schemas.openxmlformats.org/drawingml/2006/main">
              <a:ext uri="{FF2B5EF4-FFF2-40B4-BE49-F238E27FC236}">
                <a16:creationId xmlns:a16="http://schemas.microsoft.com/office/drawing/2014/main" id="{5BD8B6C0-6711-4F59-A026-289E60FD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5063" y="1054930"/>
            <a:ext cx="807944" cy="281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Statistics</a:t>
            </a:r>
          </a:p>
        </p:txBody>
      </p:sp>
      <p:sp>
        <p:nvSpPr>
          <p:cNvPr id="73" name="text-43 (">
            <a:extLst xmlns:a="http://schemas.openxmlformats.org/drawingml/2006/main">
              <a:ext uri="{FF2B5EF4-FFF2-40B4-BE49-F238E27FC236}">
                <a16:creationId xmlns:a16="http://schemas.microsoft.com/office/drawing/2014/main" id="{5A1D1D47-2BB9-48BF-8EB1-09BA9CBF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3647" y="1054830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74" name="text-44 c">
            <a:extLst xmlns:a="http://schemas.openxmlformats.org/drawingml/2006/main">
              <a:ext uri="{FF2B5EF4-FFF2-40B4-BE49-F238E27FC236}">
                <a16:creationId xmlns:a16="http://schemas.microsoft.com/office/drawing/2014/main" id="{0DBFC61F-DFC0-4467-B8A2-520AA2E7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0745" y="1055048"/>
            <a:ext cx="125578" cy="281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75" name="text-45 )">
            <a:extLst xmlns:a="http://schemas.openxmlformats.org/drawingml/2006/main">
              <a:ext uri="{FF2B5EF4-FFF2-40B4-BE49-F238E27FC236}">
                <a16:creationId xmlns:a16="http://schemas.microsoft.com/office/drawing/2014/main" id="{C28421B2-4EE9-44FD-A8A5-951DD858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0211" y="1054830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76" name="text-46 Track4D-Bench">
            <a:extLst xmlns:a="http://schemas.openxmlformats.org/drawingml/2006/main">
              <a:ext uri="{FF2B5EF4-FFF2-40B4-BE49-F238E27FC236}">
                <a16:creationId xmlns:a16="http://schemas.microsoft.com/office/drawing/2014/main" id="{89FB55B9-0C74-4EB2-AABD-4C362C13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7309" y="1052729"/>
            <a:ext cx="1412293" cy="285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Track4D-Bench</a:t>
            </a:r>
          </a:p>
        </p:txBody>
      </p:sp>
      <p:sp>
        <p:nvSpPr>
          <p:cNvPr id="77" name="text-48 Construction">
            <a:extLst xmlns:a="http://schemas.openxmlformats.org/drawingml/2006/main">
              <a:ext uri="{FF2B5EF4-FFF2-40B4-BE49-F238E27FC236}">
                <a16:creationId xmlns:a16="http://schemas.microsoft.com/office/drawing/2014/main" id="{3D875893-24CA-44B9-9368-E982E04D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3156" y="1054955"/>
            <a:ext cx="1165865" cy="28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Construction</a:t>
            </a:r>
          </a:p>
        </p:txBody>
      </p:sp>
      <p:sp>
        <p:nvSpPr>
          <p:cNvPr id="78" name="text-49 (">
            <a:extLst xmlns:a="http://schemas.openxmlformats.org/drawingml/2006/main">
              <a:ext uri="{FF2B5EF4-FFF2-40B4-BE49-F238E27FC236}">
                <a16:creationId xmlns:a16="http://schemas.microsoft.com/office/drawing/2014/main" id="{7459E14A-10C7-47EE-AEF1-57C509D9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2764" y="1054673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79" name="text-50 b">
            <a:extLst xmlns:a="http://schemas.openxmlformats.org/drawingml/2006/main">
              <a:ext uri="{FF2B5EF4-FFF2-40B4-BE49-F238E27FC236}">
                <a16:creationId xmlns:a16="http://schemas.microsoft.com/office/drawing/2014/main" id="{ABC01359-5E67-4CD2-A7C4-B93BA5CA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9863" y="1054832"/>
            <a:ext cx="148195" cy="281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80" name="text-51 )">
            <a:extLst xmlns:a="http://schemas.openxmlformats.org/drawingml/2006/main">
              <a:ext uri="{FF2B5EF4-FFF2-40B4-BE49-F238E27FC236}">
                <a16:creationId xmlns:a16="http://schemas.microsoft.com/office/drawing/2014/main" id="{E068020E-BA23-4643-8167-99F65A94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1694" y="1054673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81" name="text-53 Type">
            <a:extLst xmlns:a="http://schemas.openxmlformats.org/drawingml/2006/main">
              <a:ext uri="{FF2B5EF4-FFF2-40B4-BE49-F238E27FC236}">
                <a16:creationId xmlns:a16="http://schemas.microsoft.com/office/drawing/2014/main" id="{22F465A4-F077-4883-B45D-E02FE3A5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9117" y="1047758"/>
            <a:ext cx="473538" cy="29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Type</a:t>
            </a:r>
          </a:p>
        </p:txBody>
      </p:sp>
      <p:sp>
        <p:nvSpPr>
          <p:cNvPr id="82" name="text-53 of">
            <a:extLst xmlns:a="http://schemas.openxmlformats.org/drawingml/2006/main">
              <a:ext uri="{FF2B5EF4-FFF2-40B4-BE49-F238E27FC236}">
                <a16:creationId xmlns:a16="http://schemas.microsoft.com/office/drawing/2014/main" id="{1E2D9859-9F24-4F88-B712-46B215F0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5582" y="1054841"/>
            <a:ext cx="203924" cy="281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83" name="text-53 Dialogue">
            <a:extLst xmlns:a="http://schemas.openxmlformats.org/drawingml/2006/main">
              <a:ext uri="{FF2B5EF4-FFF2-40B4-BE49-F238E27FC236}">
                <a16:creationId xmlns:a16="http://schemas.microsoft.com/office/drawing/2014/main" id="{9C967F38-A7E8-4359-9A00-46B3ECA4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3653" y="1054854"/>
            <a:ext cx="796570" cy="281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</a:t>
            </a:r>
          </a:p>
        </p:txBody>
      </p:sp>
      <p:sp>
        <p:nvSpPr>
          <p:cNvPr id="84" name="text-53 Questions">
            <a:extLst xmlns:a="http://schemas.openxmlformats.org/drawingml/2006/main">
              <a:ext uri="{FF2B5EF4-FFF2-40B4-BE49-F238E27FC236}">
                <a16:creationId xmlns:a16="http://schemas.microsoft.com/office/drawing/2014/main" id="{FCEC37C9-6BE5-404B-A75C-3EF30FFD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4428" y="1054833"/>
            <a:ext cx="886215" cy="281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Questions</a:t>
            </a:r>
          </a:p>
        </p:txBody>
      </p:sp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0CCFBA1-6949-41AF-80A8-524ABEA896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d2f77d164460e"/>
          <a:stretch xmlns:a="http://schemas.openxmlformats.org/drawingml/2006/main"/>
        </p:blipFill>
        <p:spPr>
          <a:xfrm xmlns:a="http://schemas.openxmlformats.org/drawingml/2006/main">
            <a:off x="4924425" y="178117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CD922B4-9F44-4337-9FB0-95A34268C7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9e3a7ecf74ae3"/>
          <a:stretch xmlns:a="http://schemas.openxmlformats.org/drawingml/2006/main"/>
        </p:blipFill>
        <p:spPr>
          <a:xfrm xmlns:a="http://schemas.openxmlformats.org/drawingml/2006/main">
            <a:off x="4867275" y="1971675"/>
            <a:ext cx="390525" cy="390525"/>
          </a:xfrm>
          <a:prstGeom xmlns:a="http://schemas.openxmlformats.org/drawingml/2006/main" prst="rect">
            <a:avLst/>
          </a:prstGeom>
        </p:spPr>
      </p:pic>
      <p:sp>
        <p:nvSpPr>
          <p:cNvPr id="87" name="path-56">
            <a:extLst xmlns:a="http://schemas.openxmlformats.org/drawingml/2006/main">
              <a:ext uri="{FF2B5EF4-FFF2-40B4-BE49-F238E27FC236}">
                <a16:creationId xmlns:a16="http://schemas.microsoft.com/office/drawing/2014/main" id="{ADD7FB38-515B-4951-8288-D0207587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668" y="2734751"/>
            <a:ext cx="3485776" cy="1254745"/>
          </a:xfrm>
          <a:custGeom xmlns:a="http://schemas.openxmlformats.org/drawingml/2006/main">
            <a:pathLst>
              <a:path w="3485776" h="1254745">
                <a:moveTo>
                  <a:pt x="0" y="92216"/>
                </a:moveTo>
                <a:cubicBezTo>
                  <a:pt x="0" y="3713"/>
                  <a:pt x="13464" y="0"/>
                  <a:pt x="333951" y="0"/>
                </a:cubicBezTo>
                <a:lnTo>
                  <a:pt x="3117718" y="984"/>
                </a:lnTo>
                <a:cubicBezTo>
                  <a:pt x="3438203" y="984"/>
                  <a:pt x="3484881" y="0"/>
                  <a:pt x="3484881" y="88481"/>
                </a:cubicBezTo>
                <a:lnTo>
                  <a:pt x="3485776" y="1165012"/>
                </a:lnTo>
                <a:cubicBezTo>
                  <a:pt x="3485776" y="1253515"/>
                  <a:pt x="3481281" y="1254745"/>
                  <a:pt x="3160818" y="1254745"/>
                </a:cubicBezTo>
                <a:lnTo>
                  <a:pt x="333951" y="1250026"/>
                </a:lnTo>
                <a:cubicBezTo>
                  <a:pt x="13464" y="1250026"/>
                  <a:pt x="895" y="1246559"/>
                  <a:pt x="895" y="1158078"/>
                </a:cubicBezTo>
                <a:lnTo>
                  <a:pt x="0" y="9221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57">
            <a:extLst xmlns:a="http://schemas.openxmlformats.org/drawingml/2006/main">
              <a:ext uri="{FF2B5EF4-FFF2-40B4-BE49-F238E27FC236}">
                <a16:creationId xmlns:a16="http://schemas.microsoft.com/office/drawing/2014/main" id="{2A1BF42C-8E3D-4BA5-87CE-3087326C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85" y="2723568"/>
            <a:ext cx="3508142" cy="1277111"/>
          </a:xfrm>
          <a:custGeom xmlns:a="http://schemas.openxmlformats.org/drawingml/2006/main">
            <a:pathLst>
              <a:path w="3508142" h="1277111">
                <a:moveTo>
                  <a:pt x="224" y="87407"/>
                </a:moveTo>
                <a:lnTo>
                  <a:pt x="627" y="79870"/>
                </a:lnTo>
                <a:lnTo>
                  <a:pt x="1276" y="72713"/>
                </a:lnTo>
                <a:lnTo>
                  <a:pt x="2281" y="65824"/>
                </a:lnTo>
                <a:lnTo>
                  <a:pt x="3713" y="59204"/>
                </a:lnTo>
                <a:lnTo>
                  <a:pt x="5659" y="52807"/>
                </a:lnTo>
                <a:lnTo>
                  <a:pt x="8253" y="46701"/>
                </a:lnTo>
                <a:lnTo>
                  <a:pt x="11541" y="40908"/>
                </a:lnTo>
                <a:lnTo>
                  <a:pt x="15566" y="35518"/>
                </a:lnTo>
                <a:lnTo>
                  <a:pt x="20353" y="30597"/>
                </a:lnTo>
                <a:lnTo>
                  <a:pt x="25855" y="26191"/>
                </a:lnTo>
                <a:lnTo>
                  <a:pt x="32074" y="22299"/>
                </a:lnTo>
                <a:lnTo>
                  <a:pt x="38985" y="18900"/>
                </a:lnTo>
                <a:lnTo>
                  <a:pt x="46589" y="15925"/>
                </a:lnTo>
                <a:lnTo>
                  <a:pt x="54977" y="13330"/>
                </a:lnTo>
                <a:lnTo>
                  <a:pt x="64191" y="11049"/>
                </a:lnTo>
                <a:lnTo>
                  <a:pt x="74278" y="9081"/>
                </a:lnTo>
                <a:lnTo>
                  <a:pt x="85349" y="7381"/>
                </a:lnTo>
                <a:lnTo>
                  <a:pt x="97428" y="5905"/>
                </a:lnTo>
                <a:lnTo>
                  <a:pt x="110601" y="4652"/>
                </a:lnTo>
                <a:lnTo>
                  <a:pt x="124938" y="3579"/>
                </a:lnTo>
                <a:lnTo>
                  <a:pt x="140482" y="2707"/>
                </a:lnTo>
                <a:lnTo>
                  <a:pt x="157346" y="1968"/>
                </a:lnTo>
                <a:lnTo>
                  <a:pt x="195079" y="939"/>
                </a:lnTo>
                <a:lnTo>
                  <a:pt x="238670" y="335"/>
                </a:lnTo>
                <a:lnTo>
                  <a:pt x="288524" y="67"/>
                </a:lnTo>
                <a:lnTo>
                  <a:pt x="345134" y="0"/>
                </a:lnTo>
                <a:lnTo>
                  <a:pt x="3128901" y="984"/>
                </a:lnTo>
                <a:lnTo>
                  <a:pt x="3236750" y="1118"/>
                </a:lnTo>
                <a:lnTo>
                  <a:pt x="3281931" y="1476"/>
                </a:lnTo>
                <a:lnTo>
                  <a:pt x="3321787" y="2214"/>
                </a:lnTo>
                <a:lnTo>
                  <a:pt x="3356567" y="3467"/>
                </a:lnTo>
                <a:lnTo>
                  <a:pt x="3372267" y="4339"/>
                </a:lnTo>
                <a:lnTo>
                  <a:pt x="3386828" y="5390"/>
                </a:lnTo>
                <a:lnTo>
                  <a:pt x="3400315" y="6621"/>
                </a:lnTo>
                <a:lnTo>
                  <a:pt x="3412795" y="8097"/>
                </a:lnTo>
                <a:lnTo>
                  <a:pt x="3424336" y="9819"/>
                </a:lnTo>
                <a:lnTo>
                  <a:pt x="3434960" y="11787"/>
                </a:lnTo>
                <a:lnTo>
                  <a:pt x="3444734" y="14091"/>
                </a:lnTo>
                <a:lnTo>
                  <a:pt x="3453725" y="16707"/>
                </a:lnTo>
                <a:lnTo>
                  <a:pt x="3461956" y="19705"/>
                </a:lnTo>
                <a:lnTo>
                  <a:pt x="3469493" y="23127"/>
                </a:lnTo>
                <a:lnTo>
                  <a:pt x="3476338" y="27041"/>
                </a:lnTo>
                <a:lnTo>
                  <a:pt x="3482489" y="31447"/>
                </a:lnTo>
                <a:lnTo>
                  <a:pt x="3487946" y="36412"/>
                </a:lnTo>
                <a:lnTo>
                  <a:pt x="3492688" y="41892"/>
                </a:lnTo>
                <a:lnTo>
                  <a:pt x="3496647" y="47842"/>
                </a:lnTo>
                <a:lnTo>
                  <a:pt x="3499890" y="54216"/>
                </a:lnTo>
                <a:lnTo>
                  <a:pt x="3502440" y="60970"/>
                </a:lnTo>
                <a:lnTo>
                  <a:pt x="3504341" y="68016"/>
                </a:lnTo>
                <a:lnTo>
                  <a:pt x="3505705" y="75419"/>
                </a:lnTo>
                <a:lnTo>
                  <a:pt x="3506599" y="83135"/>
                </a:lnTo>
                <a:lnTo>
                  <a:pt x="3507091" y="91187"/>
                </a:lnTo>
                <a:lnTo>
                  <a:pt x="3507248" y="99574"/>
                </a:lnTo>
                <a:lnTo>
                  <a:pt x="3508142" y="1176240"/>
                </a:lnTo>
                <a:lnTo>
                  <a:pt x="3508008" y="1192030"/>
                </a:lnTo>
                <a:lnTo>
                  <a:pt x="3507761" y="1199433"/>
                </a:lnTo>
                <a:lnTo>
                  <a:pt x="3507270" y="1206456"/>
                </a:lnTo>
                <a:lnTo>
                  <a:pt x="3506509" y="1213211"/>
                </a:lnTo>
                <a:lnTo>
                  <a:pt x="3505369" y="1219719"/>
                </a:lnTo>
                <a:lnTo>
                  <a:pt x="3503736" y="1225982"/>
                </a:lnTo>
                <a:lnTo>
                  <a:pt x="3501522" y="1232021"/>
                </a:lnTo>
                <a:lnTo>
                  <a:pt x="3498614" y="1237770"/>
                </a:lnTo>
                <a:lnTo>
                  <a:pt x="3494946" y="1243137"/>
                </a:lnTo>
                <a:lnTo>
                  <a:pt x="3490517" y="1248058"/>
                </a:lnTo>
                <a:lnTo>
                  <a:pt x="3485351" y="1252442"/>
                </a:lnTo>
                <a:lnTo>
                  <a:pt x="3479469" y="1256311"/>
                </a:lnTo>
                <a:lnTo>
                  <a:pt x="3472916" y="1259644"/>
                </a:lnTo>
                <a:lnTo>
                  <a:pt x="3465647" y="1262528"/>
                </a:lnTo>
                <a:lnTo>
                  <a:pt x="3457639" y="1265034"/>
                </a:lnTo>
                <a:lnTo>
                  <a:pt x="3448828" y="1267181"/>
                </a:lnTo>
                <a:lnTo>
                  <a:pt x="3439142" y="1269037"/>
                </a:lnTo>
                <a:lnTo>
                  <a:pt x="3428474" y="1270625"/>
                </a:lnTo>
                <a:lnTo>
                  <a:pt x="3416798" y="1271990"/>
                </a:lnTo>
                <a:lnTo>
                  <a:pt x="3404006" y="1273153"/>
                </a:lnTo>
                <a:lnTo>
                  <a:pt x="3390005" y="1274114"/>
                </a:lnTo>
                <a:lnTo>
                  <a:pt x="3358355" y="1275524"/>
                </a:lnTo>
                <a:lnTo>
                  <a:pt x="3321183" y="1276418"/>
                </a:lnTo>
                <a:lnTo>
                  <a:pt x="3278038" y="1276888"/>
                </a:lnTo>
                <a:lnTo>
                  <a:pt x="3172001" y="1277111"/>
                </a:lnTo>
                <a:lnTo>
                  <a:pt x="345111" y="1272392"/>
                </a:lnTo>
                <a:lnTo>
                  <a:pt x="288546" y="1272348"/>
                </a:lnTo>
                <a:lnTo>
                  <a:pt x="238692" y="1272079"/>
                </a:lnTo>
                <a:lnTo>
                  <a:pt x="195168" y="1271498"/>
                </a:lnTo>
                <a:lnTo>
                  <a:pt x="157459" y="1270469"/>
                </a:lnTo>
                <a:lnTo>
                  <a:pt x="125184" y="1268881"/>
                </a:lnTo>
                <a:lnTo>
                  <a:pt x="110848" y="1267829"/>
                </a:lnTo>
                <a:lnTo>
                  <a:pt x="97718" y="1266577"/>
                </a:lnTo>
                <a:lnTo>
                  <a:pt x="85663" y="1265124"/>
                </a:lnTo>
                <a:lnTo>
                  <a:pt x="74658" y="1263424"/>
                </a:lnTo>
                <a:lnTo>
                  <a:pt x="64594" y="1261455"/>
                </a:lnTo>
                <a:lnTo>
                  <a:pt x="55423" y="1259196"/>
                </a:lnTo>
                <a:lnTo>
                  <a:pt x="47081" y="1256624"/>
                </a:lnTo>
                <a:lnTo>
                  <a:pt x="39499" y="1253649"/>
                </a:lnTo>
                <a:lnTo>
                  <a:pt x="32633" y="1250250"/>
                </a:lnTo>
                <a:lnTo>
                  <a:pt x="26459" y="1246358"/>
                </a:lnTo>
                <a:lnTo>
                  <a:pt x="20980" y="1241974"/>
                </a:lnTo>
                <a:lnTo>
                  <a:pt x="16215" y="1237053"/>
                </a:lnTo>
                <a:lnTo>
                  <a:pt x="12234" y="1231641"/>
                </a:lnTo>
                <a:lnTo>
                  <a:pt x="8991" y="1225870"/>
                </a:lnTo>
                <a:lnTo>
                  <a:pt x="6441" y="1219764"/>
                </a:lnTo>
                <a:lnTo>
                  <a:pt x="4518" y="1213390"/>
                </a:lnTo>
                <a:lnTo>
                  <a:pt x="3109" y="1206770"/>
                </a:lnTo>
                <a:lnTo>
                  <a:pt x="2125" y="1199903"/>
                </a:lnTo>
                <a:lnTo>
                  <a:pt x="1499" y="1192746"/>
                </a:lnTo>
                <a:lnTo>
                  <a:pt x="1119" y="1185231"/>
                </a:lnTo>
                <a:lnTo>
                  <a:pt x="895" y="1169351"/>
                </a:lnTo>
                <a:lnTo>
                  <a:pt x="0" y="103310"/>
                </a:lnTo>
                <a:lnTo>
                  <a:pt x="224" y="87407"/>
                </a:lnTo>
                <a:moveTo>
                  <a:pt x="22366" y="103556"/>
                </a:moveTo>
                <a:lnTo>
                  <a:pt x="22366" y="103377"/>
                </a:lnTo>
                <a:lnTo>
                  <a:pt x="23261" y="1169239"/>
                </a:lnTo>
                <a:lnTo>
                  <a:pt x="23261" y="1169105"/>
                </a:lnTo>
                <a:lnTo>
                  <a:pt x="23485" y="1184717"/>
                </a:lnTo>
                <a:lnTo>
                  <a:pt x="23463" y="1184314"/>
                </a:lnTo>
                <a:lnTo>
                  <a:pt x="23821" y="1191404"/>
                </a:lnTo>
                <a:lnTo>
                  <a:pt x="23799" y="1190979"/>
                </a:lnTo>
                <a:lnTo>
                  <a:pt x="24379" y="1197622"/>
                </a:lnTo>
                <a:lnTo>
                  <a:pt x="24312" y="1197041"/>
                </a:lnTo>
                <a:lnTo>
                  <a:pt x="25207" y="1203258"/>
                </a:lnTo>
                <a:lnTo>
                  <a:pt x="25073" y="1202498"/>
                </a:lnTo>
                <a:lnTo>
                  <a:pt x="26303" y="1208291"/>
                </a:lnTo>
                <a:lnTo>
                  <a:pt x="26057" y="1207374"/>
                </a:lnTo>
                <a:lnTo>
                  <a:pt x="27690" y="1212741"/>
                </a:lnTo>
                <a:lnTo>
                  <a:pt x="27310" y="1211668"/>
                </a:lnTo>
                <a:lnTo>
                  <a:pt x="29367" y="1216656"/>
                </a:lnTo>
                <a:lnTo>
                  <a:pt x="28808" y="1215492"/>
                </a:lnTo>
                <a:lnTo>
                  <a:pt x="31379" y="1220078"/>
                </a:lnTo>
                <a:lnTo>
                  <a:pt x="30619" y="1218893"/>
                </a:lnTo>
                <a:lnTo>
                  <a:pt x="33750" y="1223141"/>
                </a:lnTo>
                <a:lnTo>
                  <a:pt x="32812" y="1222024"/>
                </a:lnTo>
                <a:lnTo>
                  <a:pt x="36569" y="1225916"/>
                </a:lnTo>
                <a:lnTo>
                  <a:pt x="35540" y="1224976"/>
                </a:lnTo>
                <a:lnTo>
                  <a:pt x="39968" y="1228532"/>
                </a:lnTo>
                <a:lnTo>
                  <a:pt x="38917" y="1227771"/>
                </a:lnTo>
                <a:lnTo>
                  <a:pt x="44061" y="1231015"/>
                </a:lnTo>
                <a:lnTo>
                  <a:pt x="43056" y="1230456"/>
                </a:lnTo>
                <a:lnTo>
                  <a:pt x="48982" y="1233385"/>
                </a:lnTo>
                <a:lnTo>
                  <a:pt x="48110" y="1233005"/>
                </a:lnTo>
                <a:lnTo>
                  <a:pt x="54864" y="1235645"/>
                </a:lnTo>
                <a:lnTo>
                  <a:pt x="54104" y="1235377"/>
                </a:lnTo>
                <a:lnTo>
                  <a:pt x="61731" y="1237747"/>
                </a:lnTo>
                <a:lnTo>
                  <a:pt x="61104" y="1237568"/>
                </a:lnTo>
                <a:lnTo>
                  <a:pt x="69671" y="1239671"/>
                </a:lnTo>
                <a:lnTo>
                  <a:pt x="69134" y="1239559"/>
                </a:lnTo>
                <a:lnTo>
                  <a:pt x="78707" y="1241415"/>
                </a:lnTo>
                <a:lnTo>
                  <a:pt x="78282" y="1241348"/>
                </a:lnTo>
                <a:lnTo>
                  <a:pt x="88906" y="1242981"/>
                </a:lnTo>
                <a:lnTo>
                  <a:pt x="88548" y="1242936"/>
                </a:lnTo>
                <a:lnTo>
                  <a:pt x="100268" y="1244345"/>
                </a:lnTo>
                <a:lnTo>
                  <a:pt x="99978" y="1244323"/>
                </a:lnTo>
                <a:lnTo>
                  <a:pt x="112837" y="1245553"/>
                </a:lnTo>
                <a:lnTo>
                  <a:pt x="112614" y="1245531"/>
                </a:lnTo>
                <a:lnTo>
                  <a:pt x="126705" y="1246560"/>
                </a:lnTo>
                <a:lnTo>
                  <a:pt x="126436" y="1246536"/>
                </a:lnTo>
                <a:lnTo>
                  <a:pt x="158443" y="1248125"/>
                </a:lnTo>
                <a:lnTo>
                  <a:pt x="158196" y="1248125"/>
                </a:lnTo>
                <a:lnTo>
                  <a:pt x="195682" y="1249132"/>
                </a:lnTo>
                <a:lnTo>
                  <a:pt x="195525" y="1249132"/>
                </a:lnTo>
                <a:lnTo>
                  <a:pt x="238961" y="1249713"/>
                </a:lnTo>
                <a:lnTo>
                  <a:pt x="238871" y="1249713"/>
                </a:lnTo>
                <a:lnTo>
                  <a:pt x="288636" y="1249982"/>
                </a:lnTo>
                <a:lnTo>
                  <a:pt x="288592" y="1249982"/>
                </a:lnTo>
                <a:lnTo>
                  <a:pt x="345134" y="1250026"/>
                </a:lnTo>
                <a:lnTo>
                  <a:pt x="3172001" y="1254745"/>
                </a:lnTo>
                <a:lnTo>
                  <a:pt x="3171977" y="1254745"/>
                </a:lnTo>
                <a:lnTo>
                  <a:pt x="3277949" y="1254521"/>
                </a:lnTo>
                <a:lnTo>
                  <a:pt x="3277837" y="1254521"/>
                </a:lnTo>
                <a:lnTo>
                  <a:pt x="3320871" y="1254052"/>
                </a:lnTo>
                <a:lnTo>
                  <a:pt x="3320714" y="1254052"/>
                </a:lnTo>
                <a:lnTo>
                  <a:pt x="3357708" y="1253180"/>
                </a:lnTo>
                <a:lnTo>
                  <a:pt x="3357461" y="1253180"/>
                </a:lnTo>
                <a:lnTo>
                  <a:pt x="3388864" y="1251771"/>
                </a:lnTo>
                <a:lnTo>
                  <a:pt x="3388594" y="1251793"/>
                </a:lnTo>
                <a:lnTo>
                  <a:pt x="3402350" y="1250831"/>
                </a:lnTo>
                <a:lnTo>
                  <a:pt x="3402126" y="1250854"/>
                </a:lnTo>
                <a:lnTo>
                  <a:pt x="3414652" y="1249735"/>
                </a:lnTo>
                <a:lnTo>
                  <a:pt x="3414360" y="1249757"/>
                </a:lnTo>
                <a:lnTo>
                  <a:pt x="3425722" y="1248438"/>
                </a:lnTo>
                <a:lnTo>
                  <a:pt x="3425342" y="1248483"/>
                </a:lnTo>
                <a:lnTo>
                  <a:pt x="3435609" y="1246962"/>
                </a:lnTo>
                <a:lnTo>
                  <a:pt x="3435161" y="1247029"/>
                </a:lnTo>
                <a:lnTo>
                  <a:pt x="3444354" y="1245262"/>
                </a:lnTo>
                <a:lnTo>
                  <a:pt x="3443794" y="1245396"/>
                </a:lnTo>
                <a:lnTo>
                  <a:pt x="3452003" y="1243383"/>
                </a:lnTo>
                <a:lnTo>
                  <a:pt x="3451332" y="1243562"/>
                </a:lnTo>
                <a:lnTo>
                  <a:pt x="3458580" y="1241303"/>
                </a:lnTo>
                <a:lnTo>
                  <a:pt x="3457774" y="1241594"/>
                </a:lnTo>
                <a:lnTo>
                  <a:pt x="3464171" y="1239044"/>
                </a:lnTo>
                <a:lnTo>
                  <a:pt x="3463230" y="1239469"/>
                </a:lnTo>
                <a:lnTo>
                  <a:pt x="3468778" y="1236651"/>
                </a:lnTo>
                <a:lnTo>
                  <a:pt x="3467727" y="1237255"/>
                </a:lnTo>
                <a:lnTo>
                  <a:pt x="3472514" y="1234124"/>
                </a:lnTo>
                <a:lnTo>
                  <a:pt x="3471395" y="1234951"/>
                </a:lnTo>
                <a:lnTo>
                  <a:pt x="3475488" y="1231484"/>
                </a:lnTo>
                <a:lnTo>
                  <a:pt x="3474414" y="1232536"/>
                </a:lnTo>
                <a:lnTo>
                  <a:pt x="3477837" y="1228733"/>
                </a:lnTo>
                <a:lnTo>
                  <a:pt x="3476897" y="1229919"/>
                </a:lnTo>
                <a:lnTo>
                  <a:pt x="3479714" y="1225781"/>
                </a:lnTo>
                <a:lnTo>
                  <a:pt x="3478977" y="1227034"/>
                </a:lnTo>
                <a:lnTo>
                  <a:pt x="3481281" y="1222493"/>
                </a:lnTo>
                <a:lnTo>
                  <a:pt x="3480745" y="1223701"/>
                </a:lnTo>
                <a:lnTo>
                  <a:pt x="3482556" y="1218781"/>
                </a:lnTo>
                <a:lnTo>
                  <a:pt x="3482220" y="1219832"/>
                </a:lnTo>
                <a:lnTo>
                  <a:pt x="3483607" y="1214531"/>
                </a:lnTo>
                <a:lnTo>
                  <a:pt x="3483428" y="1215403"/>
                </a:lnTo>
                <a:lnTo>
                  <a:pt x="3484434" y="1209677"/>
                </a:lnTo>
                <a:lnTo>
                  <a:pt x="3484322" y="1210349"/>
                </a:lnTo>
                <a:lnTo>
                  <a:pt x="3485038" y="1204197"/>
                </a:lnTo>
                <a:lnTo>
                  <a:pt x="3484971" y="1204712"/>
                </a:lnTo>
                <a:lnTo>
                  <a:pt x="3485419" y="1198114"/>
                </a:lnTo>
                <a:lnTo>
                  <a:pt x="3485419" y="1198472"/>
                </a:lnTo>
                <a:lnTo>
                  <a:pt x="3485665" y="1191404"/>
                </a:lnTo>
                <a:lnTo>
                  <a:pt x="3485642" y="1191695"/>
                </a:lnTo>
                <a:lnTo>
                  <a:pt x="3485776" y="1176106"/>
                </a:lnTo>
                <a:lnTo>
                  <a:pt x="3485776" y="1176217"/>
                </a:lnTo>
                <a:lnTo>
                  <a:pt x="3484881" y="99686"/>
                </a:lnTo>
                <a:lnTo>
                  <a:pt x="3484881" y="99865"/>
                </a:lnTo>
                <a:lnTo>
                  <a:pt x="3484748" y="91836"/>
                </a:lnTo>
                <a:lnTo>
                  <a:pt x="3484748" y="92328"/>
                </a:lnTo>
                <a:lnTo>
                  <a:pt x="3484300" y="84790"/>
                </a:lnTo>
                <a:lnTo>
                  <a:pt x="3484344" y="85394"/>
                </a:lnTo>
                <a:lnTo>
                  <a:pt x="3483540" y="78349"/>
                </a:lnTo>
                <a:lnTo>
                  <a:pt x="3483651" y="79109"/>
                </a:lnTo>
                <a:lnTo>
                  <a:pt x="3482443" y="72534"/>
                </a:lnTo>
                <a:lnTo>
                  <a:pt x="3482646" y="73428"/>
                </a:lnTo>
                <a:lnTo>
                  <a:pt x="3480990" y="67322"/>
                </a:lnTo>
                <a:lnTo>
                  <a:pt x="3481303" y="68351"/>
                </a:lnTo>
                <a:lnTo>
                  <a:pt x="3479178" y="62692"/>
                </a:lnTo>
                <a:lnTo>
                  <a:pt x="3479670" y="63789"/>
                </a:lnTo>
                <a:lnTo>
                  <a:pt x="3477009" y="58555"/>
                </a:lnTo>
                <a:lnTo>
                  <a:pt x="3477680" y="59718"/>
                </a:lnTo>
                <a:lnTo>
                  <a:pt x="3474459" y="54887"/>
                </a:lnTo>
                <a:lnTo>
                  <a:pt x="3475287" y="55983"/>
                </a:lnTo>
                <a:lnTo>
                  <a:pt x="3471463" y="51532"/>
                </a:lnTo>
                <a:lnTo>
                  <a:pt x="3472424" y="52516"/>
                </a:lnTo>
                <a:lnTo>
                  <a:pt x="3467928" y="48445"/>
                </a:lnTo>
                <a:lnTo>
                  <a:pt x="3468935" y="49250"/>
                </a:lnTo>
                <a:lnTo>
                  <a:pt x="3463768" y="45560"/>
                </a:lnTo>
                <a:lnTo>
                  <a:pt x="3464751" y="46186"/>
                </a:lnTo>
                <a:lnTo>
                  <a:pt x="3458847" y="42809"/>
                </a:lnTo>
                <a:lnTo>
                  <a:pt x="3459764" y="43279"/>
                </a:lnTo>
                <a:lnTo>
                  <a:pt x="3453078" y="40237"/>
                </a:lnTo>
                <a:lnTo>
                  <a:pt x="3453882" y="40572"/>
                </a:lnTo>
                <a:lnTo>
                  <a:pt x="3446412" y="37844"/>
                </a:lnTo>
                <a:lnTo>
                  <a:pt x="3447106" y="38067"/>
                </a:lnTo>
                <a:lnTo>
                  <a:pt x="3438762" y="35630"/>
                </a:lnTo>
                <a:lnTo>
                  <a:pt x="3439344" y="35786"/>
                </a:lnTo>
                <a:lnTo>
                  <a:pt x="3430107" y="33639"/>
                </a:lnTo>
                <a:lnTo>
                  <a:pt x="3430599" y="33728"/>
                </a:lnTo>
                <a:lnTo>
                  <a:pt x="3420421" y="31827"/>
                </a:lnTo>
                <a:lnTo>
                  <a:pt x="3420847" y="31894"/>
                </a:lnTo>
                <a:lnTo>
                  <a:pt x="3409686" y="30239"/>
                </a:lnTo>
                <a:lnTo>
                  <a:pt x="3410022" y="30284"/>
                </a:lnTo>
                <a:lnTo>
                  <a:pt x="3397854" y="28853"/>
                </a:lnTo>
                <a:lnTo>
                  <a:pt x="3398123" y="28875"/>
                </a:lnTo>
                <a:lnTo>
                  <a:pt x="3384882" y="27667"/>
                </a:lnTo>
                <a:lnTo>
                  <a:pt x="3385106" y="27690"/>
                </a:lnTo>
                <a:lnTo>
                  <a:pt x="3370769" y="26661"/>
                </a:lnTo>
                <a:lnTo>
                  <a:pt x="3370948" y="26661"/>
                </a:lnTo>
                <a:lnTo>
                  <a:pt x="3355448" y="25811"/>
                </a:lnTo>
                <a:lnTo>
                  <a:pt x="3355672" y="25811"/>
                </a:lnTo>
                <a:lnTo>
                  <a:pt x="3321072" y="24581"/>
                </a:lnTo>
                <a:lnTo>
                  <a:pt x="3321273" y="24581"/>
                </a:lnTo>
                <a:lnTo>
                  <a:pt x="3281595" y="23842"/>
                </a:lnTo>
                <a:lnTo>
                  <a:pt x="3281707" y="23842"/>
                </a:lnTo>
                <a:lnTo>
                  <a:pt x="3236594" y="23485"/>
                </a:lnTo>
                <a:lnTo>
                  <a:pt x="3236684" y="23485"/>
                </a:lnTo>
                <a:lnTo>
                  <a:pt x="3128878" y="23351"/>
                </a:lnTo>
                <a:lnTo>
                  <a:pt x="3128901" y="23351"/>
                </a:lnTo>
                <a:lnTo>
                  <a:pt x="345134" y="22366"/>
                </a:lnTo>
                <a:lnTo>
                  <a:pt x="288570" y="22434"/>
                </a:lnTo>
                <a:lnTo>
                  <a:pt x="288614" y="22434"/>
                </a:lnTo>
                <a:lnTo>
                  <a:pt x="238827" y="22702"/>
                </a:lnTo>
                <a:lnTo>
                  <a:pt x="238917" y="22702"/>
                </a:lnTo>
                <a:lnTo>
                  <a:pt x="195459" y="23283"/>
                </a:lnTo>
                <a:lnTo>
                  <a:pt x="195615" y="23283"/>
                </a:lnTo>
                <a:lnTo>
                  <a:pt x="158062" y="24335"/>
                </a:lnTo>
                <a:lnTo>
                  <a:pt x="158242" y="24312"/>
                </a:lnTo>
                <a:lnTo>
                  <a:pt x="141533" y="25050"/>
                </a:lnTo>
                <a:lnTo>
                  <a:pt x="141690" y="25028"/>
                </a:lnTo>
                <a:lnTo>
                  <a:pt x="126303" y="25900"/>
                </a:lnTo>
                <a:lnTo>
                  <a:pt x="126504" y="25900"/>
                </a:lnTo>
                <a:lnTo>
                  <a:pt x="112368" y="26952"/>
                </a:lnTo>
                <a:lnTo>
                  <a:pt x="112614" y="26929"/>
                </a:lnTo>
                <a:lnTo>
                  <a:pt x="99687" y="28159"/>
                </a:lnTo>
                <a:lnTo>
                  <a:pt x="99978" y="28137"/>
                </a:lnTo>
                <a:lnTo>
                  <a:pt x="88212" y="29568"/>
                </a:lnTo>
                <a:lnTo>
                  <a:pt x="88570" y="29501"/>
                </a:lnTo>
                <a:lnTo>
                  <a:pt x="77924" y="31156"/>
                </a:lnTo>
                <a:lnTo>
                  <a:pt x="78349" y="31089"/>
                </a:lnTo>
                <a:lnTo>
                  <a:pt x="68732" y="32968"/>
                </a:lnTo>
                <a:lnTo>
                  <a:pt x="69268" y="32834"/>
                </a:lnTo>
                <a:lnTo>
                  <a:pt x="60658" y="34959"/>
                </a:lnTo>
                <a:lnTo>
                  <a:pt x="61283" y="34780"/>
                </a:lnTo>
                <a:lnTo>
                  <a:pt x="53612" y="37173"/>
                </a:lnTo>
                <a:lnTo>
                  <a:pt x="54372" y="36904"/>
                </a:lnTo>
                <a:lnTo>
                  <a:pt x="47573" y="39566"/>
                </a:lnTo>
                <a:lnTo>
                  <a:pt x="48446" y="39163"/>
                </a:lnTo>
                <a:lnTo>
                  <a:pt x="42474" y="42116"/>
                </a:lnTo>
                <a:lnTo>
                  <a:pt x="43458" y="41556"/>
                </a:lnTo>
                <a:lnTo>
                  <a:pt x="38269" y="44800"/>
                </a:lnTo>
                <a:lnTo>
                  <a:pt x="39320" y="44062"/>
                </a:lnTo>
                <a:lnTo>
                  <a:pt x="34869" y="47640"/>
                </a:lnTo>
                <a:lnTo>
                  <a:pt x="35898" y="46701"/>
                </a:lnTo>
                <a:lnTo>
                  <a:pt x="32096" y="50593"/>
                </a:lnTo>
                <a:lnTo>
                  <a:pt x="33035" y="49497"/>
                </a:lnTo>
                <a:lnTo>
                  <a:pt x="29859" y="53746"/>
                </a:lnTo>
                <a:lnTo>
                  <a:pt x="30642" y="52561"/>
                </a:lnTo>
                <a:lnTo>
                  <a:pt x="28025" y="57168"/>
                </a:lnTo>
                <a:lnTo>
                  <a:pt x="28606" y="56005"/>
                </a:lnTo>
                <a:lnTo>
                  <a:pt x="26482" y="60993"/>
                </a:lnTo>
                <a:lnTo>
                  <a:pt x="26884" y="59919"/>
                </a:lnTo>
                <a:lnTo>
                  <a:pt x="25230" y="65310"/>
                </a:lnTo>
                <a:lnTo>
                  <a:pt x="25475" y="64392"/>
                </a:lnTo>
                <a:lnTo>
                  <a:pt x="24223" y="70163"/>
                </a:lnTo>
                <a:lnTo>
                  <a:pt x="24357" y="69425"/>
                </a:lnTo>
                <a:lnTo>
                  <a:pt x="23463" y="75620"/>
                </a:lnTo>
                <a:lnTo>
                  <a:pt x="23530" y="75039"/>
                </a:lnTo>
                <a:lnTo>
                  <a:pt x="22925" y="81681"/>
                </a:lnTo>
                <a:lnTo>
                  <a:pt x="22947" y="81256"/>
                </a:lnTo>
                <a:lnTo>
                  <a:pt x="22590" y="88347"/>
                </a:lnTo>
                <a:lnTo>
                  <a:pt x="22590" y="87944"/>
                </a:lnTo>
                <a:lnTo>
                  <a:pt x="22366" y="10355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text-58 Type">
            <a:extLst xmlns:a="http://schemas.openxmlformats.org/drawingml/2006/main">
              <a:ext uri="{FF2B5EF4-FFF2-40B4-BE49-F238E27FC236}">
                <a16:creationId xmlns:a16="http://schemas.microsoft.com/office/drawing/2014/main" id="{866956FF-9D05-4DAA-973B-89DA69ED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612" y="2759772"/>
            <a:ext cx="667404" cy="41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13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Type</a:t>
            </a:r>
          </a:p>
        </p:txBody>
      </p:sp>
      <p:sp>
        <p:nvSpPr>
          <p:cNvPr id="90" name="text-59 2">
            <a:extLst xmlns:a="http://schemas.openxmlformats.org/drawingml/2006/main">
              <a:ext uri="{FF2B5EF4-FFF2-40B4-BE49-F238E27FC236}">
                <a16:creationId xmlns:a16="http://schemas.microsoft.com/office/drawing/2014/main" id="{90518982-ACC4-4941-A33B-6E49ADB1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867" y="2785094"/>
            <a:ext cx="182505" cy="37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3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3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3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1" name="text-60 -">
            <a:extLst xmlns:a="http://schemas.openxmlformats.org/drawingml/2006/main">
              <a:ext uri="{FF2B5EF4-FFF2-40B4-BE49-F238E27FC236}">
                <a16:creationId xmlns:a16="http://schemas.microsoft.com/office/drawing/2014/main" id="{586B171B-4FF0-42BD-B26C-7C5712A7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8248" y="2784977"/>
            <a:ext cx="137706" cy="37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92" name="text-61 Trajectory">
            <a:extLst xmlns:a="http://schemas.openxmlformats.org/drawingml/2006/main">
              <a:ext uri="{FF2B5EF4-FFF2-40B4-BE49-F238E27FC236}">
                <a16:creationId xmlns:a16="http://schemas.microsoft.com/office/drawing/2014/main" id="{CCCF49F3-0AFF-44C5-8598-FC9F2ED3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8895" y="2784582"/>
            <a:ext cx="1267360" cy="376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93" name="text-62 Track">
            <a:extLst xmlns:a="http://schemas.openxmlformats.org/drawingml/2006/main">
              <a:ext uri="{FF2B5EF4-FFF2-40B4-BE49-F238E27FC236}">
                <a16:creationId xmlns:a16="http://schemas.microsoft.com/office/drawing/2014/main" id="{DE461551-80A8-4BF9-A190-6BDDD235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7356" y="3140728"/>
            <a:ext cx="506523" cy="286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</a:t>
            </a:r>
          </a:p>
        </p:txBody>
      </p:sp>
      <p:sp>
        <p:nvSpPr>
          <p:cNvPr id="94" name="text-62 that">
            <a:extLst xmlns:a="http://schemas.openxmlformats.org/drawingml/2006/main">
              <a:ext uri="{FF2B5EF4-FFF2-40B4-BE49-F238E27FC236}">
                <a16:creationId xmlns:a16="http://schemas.microsoft.com/office/drawing/2014/main" id="{78E1AEA6-159B-4EC8-92FF-B2379220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7371" y="3143918"/>
            <a:ext cx="338212" cy="282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that</a:t>
            </a:r>
          </a:p>
        </p:txBody>
      </p:sp>
      <p:sp>
        <p:nvSpPr>
          <p:cNvPr id="95" name="text-62 man">
            <a:extLst xmlns:a="http://schemas.openxmlformats.org/drawingml/2006/main">
              <a:ext uri="{FF2B5EF4-FFF2-40B4-BE49-F238E27FC236}">
                <a16:creationId xmlns:a16="http://schemas.microsoft.com/office/drawing/2014/main" id="{211ACD47-C5DC-4B20-BD17-58D53490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639" y="3143907"/>
            <a:ext cx="382936" cy="28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</a:t>
            </a:r>
          </a:p>
        </p:txBody>
      </p:sp>
      <p:sp>
        <p:nvSpPr>
          <p:cNvPr id="96" name="text-62 from">
            <a:extLst xmlns:a="http://schemas.openxmlformats.org/drawingml/2006/main">
              <a:ext uri="{FF2B5EF4-FFF2-40B4-BE49-F238E27FC236}">
                <a16:creationId xmlns:a16="http://schemas.microsoft.com/office/drawing/2014/main" id="{C7575C85-549C-4E3D-8DF5-B94B1AE9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639" y="3143887"/>
            <a:ext cx="427682" cy="282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</a:t>
            </a:r>
          </a:p>
        </p:txBody>
      </p:sp>
      <p:sp>
        <p:nvSpPr>
          <p:cNvPr id="97" name="text-62 10s">
            <a:extLst xmlns:a="http://schemas.openxmlformats.org/drawingml/2006/main">
              <a:ext uri="{FF2B5EF4-FFF2-40B4-BE49-F238E27FC236}">
                <a16:creationId xmlns:a16="http://schemas.microsoft.com/office/drawing/2014/main" id="{2580633B-1AC4-415C-877E-D12471CA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8373" y="3144001"/>
            <a:ext cx="315875" cy="281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10s</a:t>
            </a:r>
          </a:p>
        </p:txBody>
      </p:sp>
      <p:sp>
        <p:nvSpPr>
          <p:cNvPr id="98" name="text-62 to">
            <a:extLst xmlns:a="http://schemas.openxmlformats.org/drawingml/2006/main">
              <a:ext uri="{FF2B5EF4-FFF2-40B4-BE49-F238E27FC236}">
                <a16:creationId xmlns:a16="http://schemas.microsoft.com/office/drawing/2014/main" id="{E9A12FD3-0123-424A-BA6F-54E6ECE5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8275" y="3143966"/>
            <a:ext cx="192813" cy="28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99" name="text-62 15s?">
            <a:extLst xmlns:a="http://schemas.openxmlformats.org/drawingml/2006/main">
              <a:ext uri="{FF2B5EF4-FFF2-40B4-BE49-F238E27FC236}">
                <a16:creationId xmlns:a16="http://schemas.microsoft.com/office/drawing/2014/main" id="{C9F570A7-D5A9-4694-A697-9CE91501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5162" y="3143991"/>
            <a:ext cx="405166" cy="281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15s?</a:t>
            </a:r>
          </a:p>
        </p:txBody>
      </p:sp>
      <p:sp>
        <p:nvSpPr>
          <p:cNvPr id="100" name="text-63 Here">
            <a:extLst xmlns:a="http://schemas.openxmlformats.org/drawingml/2006/main">
              <a:ext uri="{FF2B5EF4-FFF2-40B4-BE49-F238E27FC236}">
                <a16:creationId xmlns:a16="http://schemas.microsoft.com/office/drawing/2014/main" id="{668687F9-45F8-4207-9E54-8D00DFA8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6173" y="3385411"/>
            <a:ext cx="427558" cy="282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Here</a:t>
            </a:r>
          </a:p>
        </p:txBody>
      </p:sp>
      <p:sp>
        <p:nvSpPr>
          <p:cNvPr id="101" name="text-63 is">
            <a:extLst xmlns:a="http://schemas.openxmlformats.org/drawingml/2006/main">
              <a:ext uri="{FF2B5EF4-FFF2-40B4-BE49-F238E27FC236}">
                <a16:creationId xmlns:a16="http://schemas.microsoft.com/office/drawing/2014/main" id="{C32C4719-3672-4324-8719-C858235F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7905" y="3385541"/>
            <a:ext cx="170498" cy="281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102" name="text-63 the">
            <a:extLst xmlns:a="http://schemas.openxmlformats.org/drawingml/2006/main">
              <a:ext uri="{FF2B5EF4-FFF2-40B4-BE49-F238E27FC236}">
                <a16:creationId xmlns:a16="http://schemas.microsoft.com/office/drawing/2014/main" id="{37CA7503-F243-4032-B8C4-6A05F6BD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427" y="3385553"/>
            <a:ext cx="282152" cy="281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03" name="text-63 track:">
            <a:extLst xmlns:a="http://schemas.openxmlformats.org/drawingml/2006/main">
              <a:ext uri="{FF2B5EF4-FFF2-40B4-BE49-F238E27FC236}">
                <a16:creationId xmlns:a16="http://schemas.microsoft.com/office/drawing/2014/main" id="{B224B7C5-492B-478A-A7FD-9C638DA2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8780" y="3385406"/>
            <a:ext cx="494788" cy="282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track:</a:t>
            </a:r>
          </a:p>
        </p:txBody>
      </p:sp>
      <p:sp>
        <p:nvSpPr>
          <p:cNvPr id="104" name="text-64 [Trajectory]">
            <a:extLst xmlns:a="http://schemas.openxmlformats.org/drawingml/2006/main">
              <a:ext uri="{FF2B5EF4-FFF2-40B4-BE49-F238E27FC236}">
                <a16:creationId xmlns:a16="http://schemas.microsoft.com/office/drawing/2014/main" id="{8C0EF608-CFA7-4754-9D55-A1CC9E1C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7611" y="3382528"/>
            <a:ext cx="1099118" cy="286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[Trajectory]</a:t>
            </a:r>
          </a:p>
        </p:txBody>
      </p:sp>
      <p:sp>
        <p:nvSpPr>
          <p:cNvPr id="105" name="text-65 .">
            <a:extLst xmlns:a="http://schemas.openxmlformats.org/drawingml/2006/main">
              <a:ext uri="{FF2B5EF4-FFF2-40B4-BE49-F238E27FC236}">
                <a16:creationId xmlns:a16="http://schemas.microsoft.com/office/drawing/2014/main" id="{A82D5A19-78E1-4105-B8C2-D52289D5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0007" y="3385482"/>
            <a:ext cx="86580" cy="281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106" name="text-66 The">
            <a:extLst xmlns:a="http://schemas.openxmlformats.org/drawingml/2006/main">
              <a:ext uri="{FF2B5EF4-FFF2-40B4-BE49-F238E27FC236}">
                <a16:creationId xmlns:a16="http://schemas.microsoft.com/office/drawing/2014/main" id="{6C580232-A57F-423D-9E27-6D3585F7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3369" y="3627030"/>
            <a:ext cx="349265" cy="28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07" name="text-66 man">
            <a:extLst xmlns:a="http://schemas.openxmlformats.org/drawingml/2006/main">
              <a:ext uri="{FF2B5EF4-FFF2-40B4-BE49-F238E27FC236}">
                <a16:creationId xmlns:a16="http://schemas.microsoft.com/office/drawing/2014/main" id="{D12B5898-C9E7-44A4-AC71-326ED349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6820" y="3627016"/>
            <a:ext cx="382937" cy="282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</a:t>
            </a:r>
          </a:p>
        </p:txBody>
      </p:sp>
      <p:sp>
        <p:nvSpPr>
          <p:cNvPr id="108" name="text-66 stays">
            <a:extLst xmlns:a="http://schemas.openxmlformats.org/drawingml/2006/main">
              <a:ext uri="{FF2B5EF4-FFF2-40B4-BE49-F238E27FC236}">
                <a16:creationId xmlns:a16="http://schemas.microsoft.com/office/drawing/2014/main" id="{835D10A6-6AB7-4ABC-B039-182D4BBF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822" y="3627056"/>
            <a:ext cx="438899" cy="2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stays</a:t>
            </a:r>
          </a:p>
        </p:txBody>
      </p:sp>
      <p:sp>
        <p:nvSpPr>
          <p:cNvPr id="109" name="text-66 nearly">
            <a:extLst xmlns:a="http://schemas.openxmlformats.org/drawingml/2006/main">
              <a:ext uri="{FF2B5EF4-FFF2-40B4-BE49-F238E27FC236}">
                <a16:creationId xmlns:a16="http://schemas.microsoft.com/office/drawing/2014/main" id="{4E1AAB76-FB4F-43F6-8217-22DB9996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737" y="3626958"/>
            <a:ext cx="539512" cy="282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nearly</a:t>
            </a:r>
          </a:p>
        </p:txBody>
      </p:sp>
      <p:sp>
        <p:nvSpPr>
          <p:cNvPr id="110" name="text-66 in">
            <a:extLst xmlns:a="http://schemas.openxmlformats.org/drawingml/2006/main">
              <a:ext uri="{FF2B5EF4-FFF2-40B4-BE49-F238E27FC236}">
                <a16:creationId xmlns:a16="http://schemas.microsoft.com/office/drawing/2014/main" id="{707C11A4-402C-4B93-B2F5-A2BB3719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0301" y="3627074"/>
            <a:ext cx="192814" cy="281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111" name="text-66 place">
            <a:extLst xmlns:a="http://schemas.openxmlformats.org/drawingml/2006/main">
              <a:ext uri="{FF2B5EF4-FFF2-40B4-BE49-F238E27FC236}">
                <a16:creationId xmlns:a16="http://schemas.microsoft.com/office/drawing/2014/main" id="{E0CC97DC-F0F1-48E3-8754-2943B199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7190" y="3626972"/>
            <a:ext cx="461105" cy="282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place</a:t>
            </a:r>
          </a:p>
        </p:txBody>
      </p:sp>
      <p:sp>
        <p:nvSpPr>
          <p:cNvPr id="112" name="text-67 .">
            <a:extLst xmlns:a="http://schemas.openxmlformats.org/drawingml/2006/main">
              <a:ext uri="{FF2B5EF4-FFF2-40B4-BE49-F238E27FC236}">
                <a16:creationId xmlns:a16="http://schemas.microsoft.com/office/drawing/2014/main" id="{7ADB1F35-8574-4C45-88CD-39A13DFD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2147" y="3627037"/>
            <a:ext cx="86580" cy="281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pic>
        <p:nvPic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F58782F-9D39-49B7-8EE3-2A0967B3E0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8cf8e22704e69"/>
          <a:stretch xmlns:a="http://schemas.openxmlformats.org/drawingml/2006/main"/>
        </p:blipFill>
        <p:spPr>
          <a:xfrm xmlns:a="http://schemas.openxmlformats.org/drawingml/2006/main">
            <a:off x="5248275" y="3171825"/>
            <a:ext cx="285750" cy="266700"/>
          </a:xfrm>
          <a:prstGeom xmlns:a="http://schemas.openxmlformats.org/drawingml/2006/main" prst="rect">
            <a:avLst/>
          </a:prstGeom>
        </p:spPr>
      </p:pic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0C54C86-74E2-4D37-A1C8-F81BE2B60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5db8508bc4672"/>
          <a:stretch xmlns:a="http://schemas.openxmlformats.org/drawingml/2006/main"/>
        </p:blipFill>
        <p:spPr>
          <a:xfrm xmlns:a="http://schemas.openxmlformats.org/drawingml/2006/main">
            <a:off x="5238750" y="3419475"/>
            <a:ext cx="285750" cy="228600"/>
          </a:xfrm>
          <a:prstGeom xmlns:a="http://schemas.openxmlformats.org/drawingml/2006/main" prst="rect">
            <a:avLst/>
          </a:prstGeom>
        </p:spPr>
      </p:pic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1F7658E-43E4-4CD2-8C21-8686C13A68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433866706467d"/>
          <a:stretch xmlns:a="http://schemas.openxmlformats.org/drawingml/2006/main"/>
        </p:blipFill>
        <p:spPr>
          <a:xfrm xmlns:a="http://schemas.openxmlformats.org/drawingml/2006/main">
            <a:off x="4924425" y="311467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61A78E8-D391-4942-A79D-2E5C53FA62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dbeb60937415c"/>
          <a:stretch xmlns:a="http://schemas.openxmlformats.org/drawingml/2006/main"/>
        </p:blipFill>
        <p:spPr>
          <a:xfrm xmlns:a="http://schemas.openxmlformats.org/drawingml/2006/main">
            <a:off x="4867275" y="3314700"/>
            <a:ext cx="390525" cy="390525"/>
          </a:xfrm>
          <a:prstGeom xmlns:a="http://schemas.openxmlformats.org/drawingml/2006/main" prst="rect">
            <a:avLst/>
          </a:prstGeom>
        </p:spPr>
      </p:pic>
      <p:sp>
        <p:nvSpPr>
          <p:cNvPr id="117" name="path-73">
            <a:extLst xmlns:a="http://schemas.openxmlformats.org/drawingml/2006/main">
              <a:ext uri="{FF2B5EF4-FFF2-40B4-BE49-F238E27FC236}">
                <a16:creationId xmlns:a16="http://schemas.microsoft.com/office/drawing/2014/main" id="{536DB1DA-1805-4782-B6D1-0E662E8A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668" y="4071133"/>
            <a:ext cx="3485776" cy="1424728"/>
          </a:xfrm>
          <a:custGeom xmlns:a="http://schemas.openxmlformats.org/drawingml/2006/main">
            <a:pathLst>
              <a:path w="3485776" h="1424728">
                <a:moveTo>
                  <a:pt x="0" y="104696"/>
                </a:moveTo>
                <a:cubicBezTo>
                  <a:pt x="0" y="4228"/>
                  <a:pt x="13464" y="0"/>
                  <a:pt x="333951" y="0"/>
                </a:cubicBezTo>
                <a:lnTo>
                  <a:pt x="3117718" y="1119"/>
                </a:lnTo>
                <a:cubicBezTo>
                  <a:pt x="3438203" y="1119"/>
                  <a:pt x="3484881" y="0"/>
                  <a:pt x="3484881" y="100469"/>
                </a:cubicBezTo>
                <a:lnTo>
                  <a:pt x="3485776" y="1322850"/>
                </a:lnTo>
                <a:cubicBezTo>
                  <a:pt x="3485776" y="1423320"/>
                  <a:pt x="3481281" y="1424728"/>
                  <a:pt x="3160818" y="1424728"/>
                </a:cubicBezTo>
                <a:lnTo>
                  <a:pt x="333951" y="1419383"/>
                </a:lnTo>
                <a:cubicBezTo>
                  <a:pt x="13464" y="1419383"/>
                  <a:pt x="895" y="1415447"/>
                  <a:pt x="895" y="1314955"/>
                </a:cubicBezTo>
                <a:lnTo>
                  <a:pt x="0" y="1046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74">
            <a:extLst xmlns:a="http://schemas.openxmlformats.org/drawingml/2006/main">
              <a:ext uri="{FF2B5EF4-FFF2-40B4-BE49-F238E27FC236}">
                <a16:creationId xmlns:a16="http://schemas.microsoft.com/office/drawing/2014/main" id="{F7BA65EF-FC48-4D3E-86E5-D15E4CA4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85" y="4059950"/>
            <a:ext cx="3508142" cy="1447094"/>
          </a:xfrm>
          <a:custGeom xmlns:a="http://schemas.openxmlformats.org/drawingml/2006/main">
            <a:pathLst>
              <a:path w="3508142" h="1447094">
                <a:moveTo>
                  <a:pt x="224" y="97830"/>
                </a:moveTo>
                <a:lnTo>
                  <a:pt x="627" y="89375"/>
                </a:lnTo>
                <a:lnTo>
                  <a:pt x="1252" y="81368"/>
                </a:lnTo>
                <a:lnTo>
                  <a:pt x="2237" y="73719"/>
                </a:lnTo>
                <a:lnTo>
                  <a:pt x="3623" y="66405"/>
                </a:lnTo>
                <a:lnTo>
                  <a:pt x="5525" y="59382"/>
                </a:lnTo>
                <a:lnTo>
                  <a:pt x="8030" y="52672"/>
                </a:lnTo>
                <a:lnTo>
                  <a:pt x="11206" y="46298"/>
                </a:lnTo>
                <a:lnTo>
                  <a:pt x="15142" y="40327"/>
                </a:lnTo>
                <a:lnTo>
                  <a:pt x="19839" y="34847"/>
                </a:lnTo>
                <a:lnTo>
                  <a:pt x="25318" y="29881"/>
                </a:lnTo>
                <a:lnTo>
                  <a:pt x="31536" y="25453"/>
                </a:lnTo>
                <a:lnTo>
                  <a:pt x="38493" y="21561"/>
                </a:lnTo>
                <a:lnTo>
                  <a:pt x="46165" y="18161"/>
                </a:lnTo>
                <a:lnTo>
                  <a:pt x="54619" y="15186"/>
                </a:lnTo>
                <a:lnTo>
                  <a:pt x="63879" y="12592"/>
                </a:lnTo>
                <a:lnTo>
                  <a:pt x="74033" y="10333"/>
                </a:lnTo>
                <a:lnTo>
                  <a:pt x="85148" y="8387"/>
                </a:lnTo>
                <a:lnTo>
                  <a:pt x="97271" y="6710"/>
                </a:lnTo>
                <a:lnTo>
                  <a:pt x="110468" y="5279"/>
                </a:lnTo>
                <a:lnTo>
                  <a:pt x="124826" y="4071"/>
                </a:lnTo>
                <a:lnTo>
                  <a:pt x="140416" y="3064"/>
                </a:lnTo>
                <a:lnTo>
                  <a:pt x="157302" y="2236"/>
                </a:lnTo>
                <a:lnTo>
                  <a:pt x="195033" y="1051"/>
                </a:lnTo>
                <a:lnTo>
                  <a:pt x="238648" y="380"/>
                </a:lnTo>
                <a:lnTo>
                  <a:pt x="288524" y="67"/>
                </a:lnTo>
                <a:lnTo>
                  <a:pt x="345134" y="0"/>
                </a:lnTo>
                <a:lnTo>
                  <a:pt x="3128901" y="1119"/>
                </a:lnTo>
                <a:lnTo>
                  <a:pt x="3236750" y="1275"/>
                </a:lnTo>
                <a:lnTo>
                  <a:pt x="3281953" y="1677"/>
                </a:lnTo>
                <a:lnTo>
                  <a:pt x="3321809" y="2528"/>
                </a:lnTo>
                <a:lnTo>
                  <a:pt x="3356633" y="3936"/>
                </a:lnTo>
                <a:lnTo>
                  <a:pt x="3372357" y="4921"/>
                </a:lnTo>
                <a:lnTo>
                  <a:pt x="3386940" y="6106"/>
                </a:lnTo>
                <a:lnTo>
                  <a:pt x="3400472" y="7537"/>
                </a:lnTo>
                <a:lnTo>
                  <a:pt x="3412996" y="9215"/>
                </a:lnTo>
                <a:lnTo>
                  <a:pt x="3424582" y="11161"/>
                </a:lnTo>
                <a:lnTo>
                  <a:pt x="3435251" y="13420"/>
                </a:lnTo>
                <a:lnTo>
                  <a:pt x="3445092" y="16036"/>
                </a:lnTo>
                <a:lnTo>
                  <a:pt x="3454150" y="19034"/>
                </a:lnTo>
                <a:lnTo>
                  <a:pt x="3462426" y="22478"/>
                </a:lnTo>
                <a:lnTo>
                  <a:pt x="3470008" y="26393"/>
                </a:lnTo>
                <a:lnTo>
                  <a:pt x="3476875" y="30843"/>
                </a:lnTo>
                <a:lnTo>
                  <a:pt x="3483026" y="35830"/>
                </a:lnTo>
                <a:lnTo>
                  <a:pt x="3488438" y="41400"/>
                </a:lnTo>
                <a:lnTo>
                  <a:pt x="3493068" y="47506"/>
                </a:lnTo>
                <a:lnTo>
                  <a:pt x="3496938" y="54104"/>
                </a:lnTo>
                <a:lnTo>
                  <a:pt x="3500068" y="61127"/>
                </a:lnTo>
                <a:lnTo>
                  <a:pt x="3502550" y="68553"/>
                </a:lnTo>
                <a:lnTo>
                  <a:pt x="3504407" y="76336"/>
                </a:lnTo>
                <a:lnTo>
                  <a:pt x="3505727" y="84522"/>
                </a:lnTo>
                <a:lnTo>
                  <a:pt x="3506622" y="93111"/>
                </a:lnTo>
                <a:lnTo>
                  <a:pt x="3507091" y="102146"/>
                </a:lnTo>
                <a:lnTo>
                  <a:pt x="3507248" y="111563"/>
                </a:lnTo>
                <a:lnTo>
                  <a:pt x="3508142" y="1334056"/>
                </a:lnTo>
                <a:lnTo>
                  <a:pt x="3508008" y="1351949"/>
                </a:lnTo>
                <a:lnTo>
                  <a:pt x="3507761" y="1360247"/>
                </a:lnTo>
                <a:lnTo>
                  <a:pt x="3507293" y="1368141"/>
                </a:lnTo>
                <a:lnTo>
                  <a:pt x="3506532" y="1375657"/>
                </a:lnTo>
                <a:lnTo>
                  <a:pt x="3505414" y="1382837"/>
                </a:lnTo>
                <a:lnTo>
                  <a:pt x="3503848" y="1389748"/>
                </a:lnTo>
                <a:lnTo>
                  <a:pt x="3501701" y="1396346"/>
                </a:lnTo>
                <a:lnTo>
                  <a:pt x="3498905" y="1402631"/>
                </a:lnTo>
                <a:lnTo>
                  <a:pt x="3495349" y="1408558"/>
                </a:lnTo>
                <a:lnTo>
                  <a:pt x="3491010" y="1414038"/>
                </a:lnTo>
                <a:lnTo>
                  <a:pt x="3485888" y="1418958"/>
                </a:lnTo>
                <a:lnTo>
                  <a:pt x="3480005" y="1423342"/>
                </a:lnTo>
                <a:lnTo>
                  <a:pt x="3473408" y="1427144"/>
                </a:lnTo>
                <a:lnTo>
                  <a:pt x="3466094" y="1430455"/>
                </a:lnTo>
                <a:lnTo>
                  <a:pt x="3458019" y="1433317"/>
                </a:lnTo>
                <a:lnTo>
                  <a:pt x="3449141" y="1435777"/>
                </a:lnTo>
                <a:lnTo>
                  <a:pt x="3439389" y="1437902"/>
                </a:lnTo>
                <a:lnTo>
                  <a:pt x="3428676" y="1439736"/>
                </a:lnTo>
                <a:lnTo>
                  <a:pt x="3416955" y="1441279"/>
                </a:lnTo>
                <a:lnTo>
                  <a:pt x="3404117" y="1442576"/>
                </a:lnTo>
                <a:lnTo>
                  <a:pt x="3390138" y="1443672"/>
                </a:lnTo>
                <a:lnTo>
                  <a:pt x="3374907" y="1444567"/>
                </a:lnTo>
                <a:lnTo>
                  <a:pt x="3358355" y="1445305"/>
                </a:lnTo>
                <a:lnTo>
                  <a:pt x="3321205" y="1446290"/>
                </a:lnTo>
                <a:lnTo>
                  <a:pt x="3278062" y="1446849"/>
                </a:lnTo>
                <a:lnTo>
                  <a:pt x="3172001" y="1447094"/>
                </a:lnTo>
                <a:lnTo>
                  <a:pt x="345111" y="1441749"/>
                </a:lnTo>
                <a:lnTo>
                  <a:pt x="288524" y="1441682"/>
                </a:lnTo>
                <a:lnTo>
                  <a:pt x="238692" y="1441391"/>
                </a:lnTo>
                <a:lnTo>
                  <a:pt x="195123" y="1440720"/>
                </a:lnTo>
                <a:lnTo>
                  <a:pt x="157436" y="1439557"/>
                </a:lnTo>
                <a:lnTo>
                  <a:pt x="140594" y="1438730"/>
                </a:lnTo>
                <a:lnTo>
                  <a:pt x="125049" y="1437745"/>
                </a:lnTo>
                <a:lnTo>
                  <a:pt x="110735" y="1436538"/>
                </a:lnTo>
                <a:lnTo>
                  <a:pt x="97561" y="1435129"/>
                </a:lnTo>
                <a:lnTo>
                  <a:pt x="85461" y="1433451"/>
                </a:lnTo>
                <a:lnTo>
                  <a:pt x="74413" y="1431528"/>
                </a:lnTo>
                <a:lnTo>
                  <a:pt x="64281" y="1429291"/>
                </a:lnTo>
                <a:lnTo>
                  <a:pt x="55066" y="1426697"/>
                </a:lnTo>
                <a:lnTo>
                  <a:pt x="46656" y="1423744"/>
                </a:lnTo>
                <a:lnTo>
                  <a:pt x="39007" y="1420345"/>
                </a:lnTo>
                <a:lnTo>
                  <a:pt x="32096" y="1416475"/>
                </a:lnTo>
                <a:lnTo>
                  <a:pt x="25923" y="1412046"/>
                </a:lnTo>
                <a:lnTo>
                  <a:pt x="20465" y="1407081"/>
                </a:lnTo>
                <a:lnTo>
                  <a:pt x="15791" y="1401602"/>
                </a:lnTo>
                <a:lnTo>
                  <a:pt x="11899" y="1395630"/>
                </a:lnTo>
                <a:lnTo>
                  <a:pt x="8768" y="1389255"/>
                </a:lnTo>
                <a:lnTo>
                  <a:pt x="6308" y="1382568"/>
                </a:lnTo>
                <a:lnTo>
                  <a:pt x="4429" y="1375567"/>
                </a:lnTo>
                <a:lnTo>
                  <a:pt x="3065" y="1368254"/>
                </a:lnTo>
                <a:lnTo>
                  <a:pt x="2125" y="1360605"/>
                </a:lnTo>
                <a:lnTo>
                  <a:pt x="1499" y="1352620"/>
                </a:lnTo>
                <a:lnTo>
                  <a:pt x="1119" y="1344188"/>
                </a:lnTo>
                <a:lnTo>
                  <a:pt x="895" y="1326228"/>
                </a:lnTo>
                <a:lnTo>
                  <a:pt x="0" y="115813"/>
                </a:lnTo>
                <a:lnTo>
                  <a:pt x="224" y="97830"/>
                </a:lnTo>
                <a:moveTo>
                  <a:pt x="22366" y="116036"/>
                </a:moveTo>
                <a:lnTo>
                  <a:pt x="22366" y="115879"/>
                </a:lnTo>
                <a:lnTo>
                  <a:pt x="23261" y="1326138"/>
                </a:lnTo>
                <a:lnTo>
                  <a:pt x="23261" y="1326004"/>
                </a:lnTo>
                <a:lnTo>
                  <a:pt x="23485" y="1343741"/>
                </a:lnTo>
                <a:lnTo>
                  <a:pt x="23463" y="1343383"/>
                </a:lnTo>
                <a:lnTo>
                  <a:pt x="23821" y="1351434"/>
                </a:lnTo>
                <a:lnTo>
                  <a:pt x="23799" y="1351054"/>
                </a:lnTo>
                <a:lnTo>
                  <a:pt x="24402" y="1358614"/>
                </a:lnTo>
                <a:lnTo>
                  <a:pt x="24335" y="1358100"/>
                </a:lnTo>
                <a:lnTo>
                  <a:pt x="25230" y="1365145"/>
                </a:lnTo>
                <a:lnTo>
                  <a:pt x="25117" y="1364474"/>
                </a:lnTo>
                <a:lnTo>
                  <a:pt x="26347" y="1371049"/>
                </a:lnTo>
                <a:lnTo>
                  <a:pt x="26168" y="1370222"/>
                </a:lnTo>
                <a:lnTo>
                  <a:pt x="27779" y="1376328"/>
                </a:lnTo>
                <a:lnTo>
                  <a:pt x="27466" y="1375344"/>
                </a:lnTo>
                <a:lnTo>
                  <a:pt x="29546" y="1381002"/>
                </a:lnTo>
                <a:lnTo>
                  <a:pt x="29076" y="1379884"/>
                </a:lnTo>
                <a:lnTo>
                  <a:pt x="31670" y="1385118"/>
                </a:lnTo>
                <a:lnTo>
                  <a:pt x="30999" y="1383954"/>
                </a:lnTo>
                <a:lnTo>
                  <a:pt x="34130" y="1388763"/>
                </a:lnTo>
                <a:lnTo>
                  <a:pt x="33304" y="1387646"/>
                </a:lnTo>
                <a:lnTo>
                  <a:pt x="37061" y="1392051"/>
                </a:lnTo>
                <a:lnTo>
                  <a:pt x="36077" y="1391045"/>
                </a:lnTo>
                <a:lnTo>
                  <a:pt x="40506" y="1395071"/>
                </a:lnTo>
                <a:lnTo>
                  <a:pt x="39455" y="1394243"/>
                </a:lnTo>
                <a:lnTo>
                  <a:pt x="44598" y="1397911"/>
                </a:lnTo>
                <a:lnTo>
                  <a:pt x="43592" y="1397262"/>
                </a:lnTo>
                <a:lnTo>
                  <a:pt x="49519" y="1400595"/>
                </a:lnTo>
                <a:lnTo>
                  <a:pt x="48580" y="1400126"/>
                </a:lnTo>
                <a:lnTo>
                  <a:pt x="55334" y="1403122"/>
                </a:lnTo>
                <a:lnTo>
                  <a:pt x="54506" y="1402787"/>
                </a:lnTo>
                <a:lnTo>
                  <a:pt x="62133" y="1405493"/>
                </a:lnTo>
                <a:lnTo>
                  <a:pt x="61440" y="1405269"/>
                </a:lnTo>
                <a:lnTo>
                  <a:pt x="70006" y="1407663"/>
                </a:lnTo>
                <a:lnTo>
                  <a:pt x="69425" y="1407507"/>
                </a:lnTo>
                <a:lnTo>
                  <a:pt x="78998" y="1409631"/>
                </a:lnTo>
                <a:lnTo>
                  <a:pt x="78506" y="1409541"/>
                </a:lnTo>
                <a:lnTo>
                  <a:pt x="89129" y="1411398"/>
                </a:lnTo>
                <a:lnTo>
                  <a:pt x="88727" y="1411331"/>
                </a:lnTo>
                <a:lnTo>
                  <a:pt x="100447" y="1412942"/>
                </a:lnTo>
                <a:lnTo>
                  <a:pt x="100111" y="1412897"/>
                </a:lnTo>
                <a:lnTo>
                  <a:pt x="112994" y="1414283"/>
                </a:lnTo>
                <a:lnTo>
                  <a:pt x="112726" y="1414261"/>
                </a:lnTo>
                <a:lnTo>
                  <a:pt x="126817" y="1415446"/>
                </a:lnTo>
                <a:lnTo>
                  <a:pt x="126593" y="1415424"/>
                </a:lnTo>
                <a:lnTo>
                  <a:pt x="141937" y="1416408"/>
                </a:lnTo>
                <a:lnTo>
                  <a:pt x="141758" y="1416408"/>
                </a:lnTo>
                <a:lnTo>
                  <a:pt x="158421" y="1417213"/>
                </a:lnTo>
                <a:lnTo>
                  <a:pt x="158242" y="1417191"/>
                </a:lnTo>
                <a:lnTo>
                  <a:pt x="195728" y="1418354"/>
                </a:lnTo>
                <a:lnTo>
                  <a:pt x="195547" y="1418354"/>
                </a:lnTo>
                <a:lnTo>
                  <a:pt x="238983" y="1419025"/>
                </a:lnTo>
                <a:lnTo>
                  <a:pt x="238871" y="1419025"/>
                </a:lnTo>
                <a:lnTo>
                  <a:pt x="288636" y="1419316"/>
                </a:lnTo>
                <a:lnTo>
                  <a:pt x="288592" y="1419316"/>
                </a:lnTo>
                <a:lnTo>
                  <a:pt x="345156" y="1419383"/>
                </a:lnTo>
                <a:lnTo>
                  <a:pt x="3172023" y="1424728"/>
                </a:lnTo>
                <a:lnTo>
                  <a:pt x="3171956" y="1424728"/>
                </a:lnTo>
                <a:lnTo>
                  <a:pt x="3277949" y="1424482"/>
                </a:lnTo>
                <a:lnTo>
                  <a:pt x="3277837" y="1424482"/>
                </a:lnTo>
                <a:lnTo>
                  <a:pt x="3320847" y="1423946"/>
                </a:lnTo>
                <a:lnTo>
                  <a:pt x="3320691" y="1423946"/>
                </a:lnTo>
                <a:lnTo>
                  <a:pt x="3357662" y="1422939"/>
                </a:lnTo>
                <a:lnTo>
                  <a:pt x="3357483" y="1422939"/>
                </a:lnTo>
                <a:lnTo>
                  <a:pt x="3373856" y="1422223"/>
                </a:lnTo>
                <a:lnTo>
                  <a:pt x="3373677" y="1422246"/>
                </a:lnTo>
                <a:lnTo>
                  <a:pt x="3388707" y="1421351"/>
                </a:lnTo>
                <a:lnTo>
                  <a:pt x="3388505" y="1421374"/>
                </a:lnTo>
                <a:lnTo>
                  <a:pt x="3402261" y="1420300"/>
                </a:lnTo>
                <a:lnTo>
                  <a:pt x="3401992" y="1420322"/>
                </a:lnTo>
                <a:lnTo>
                  <a:pt x="3414518" y="1419047"/>
                </a:lnTo>
                <a:lnTo>
                  <a:pt x="3414182" y="1419070"/>
                </a:lnTo>
                <a:lnTo>
                  <a:pt x="3425544" y="1417571"/>
                </a:lnTo>
                <a:lnTo>
                  <a:pt x="3425141" y="1417638"/>
                </a:lnTo>
                <a:lnTo>
                  <a:pt x="3435386" y="1415894"/>
                </a:lnTo>
                <a:lnTo>
                  <a:pt x="3434871" y="1416005"/>
                </a:lnTo>
                <a:lnTo>
                  <a:pt x="3444086" y="1413993"/>
                </a:lnTo>
                <a:lnTo>
                  <a:pt x="3443460" y="1414149"/>
                </a:lnTo>
                <a:lnTo>
                  <a:pt x="3451667" y="1411868"/>
                </a:lnTo>
                <a:lnTo>
                  <a:pt x="3450930" y="1412114"/>
                </a:lnTo>
                <a:lnTo>
                  <a:pt x="3458176" y="1409541"/>
                </a:lnTo>
                <a:lnTo>
                  <a:pt x="3457304" y="1409877"/>
                </a:lnTo>
                <a:lnTo>
                  <a:pt x="3463700" y="1406992"/>
                </a:lnTo>
                <a:lnTo>
                  <a:pt x="3462694" y="1407507"/>
                </a:lnTo>
                <a:lnTo>
                  <a:pt x="3468241" y="1404308"/>
                </a:lnTo>
                <a:lnTo>
                  <a:pt x="3467167" y="1405001"/>
                </a:lnTo>
                <a:lnTo>
                  <a:pt x="3471954" y="1401445"/>
                </a:lnTo>
                <a:lnTo>
                  <a:pt x="3470880" y="1402362"/>
                </a:lnTo>
                <a:lnTo>
                  <a:pt x="3474951" y="1398448"/>
                </a:lnTo>
                <a:lnTo>
                  <a:pt x="3473967" y="1399544"/>
                </a:lnTo>
                <a:lnTo>
                  <a:pt x="3477389" y="1395227"/>
                </a:lnTo>
                <a:lnTo>
                  <a:pt x="3476539" y="1396435"/>
                </a:lnTo>
                <a:lnTo>
                  <a:pt x="3479379" y="1391716"/>
                </a:lnTo>
                <a:lnTo>
                  <a:pt x="3478753" y="1392924"/>
                </a:lnTo>
                <a:lnTo>
                  <a:pt x="3481035" y="1387779"/>
                </a:lnTo>
                <a:lnTo>
                  <a:pt x="3480610" y="1388898"/>
                </a:lnTo>
                <a:lnTo>
                  <a:pt x="3482421" y="1383328"/>
                </a:lnTo>
                <a:lnTo>
                  <a:pt x="3482153" y="1384268"/>
                </a:lnTo>
                <a:lnTo>
                  <a:pt x="3483540" y="1378251"/>
                </a:lnTo>
                <a:lnTo>
                  <a:pt x="3483383" y="1379012"/>
                </a:lnTo>
                <a:lnTo>
                  <a:pt x="3484390" y="1372526"/>
                </a:lnTo>
                <a:lnTo>
                  <a:pt x="3484322" y="1373130"/>
                </a:lnTo>
                <a:lnTo>
                  <a:pt x="3485015" y="1366129"/>
                </a:lnTo>
                <a:lnTo>
                  <a:pt x="3484971" y="1366599"/>
                </a:lnTo>
                <a:lnTo>
                  <a:pt x="3485419" y="1359083"/>
                </a:lnTo>
                <a:lnTo>
                  <a:pt x="3485395" y="1359419"/>
                </a:lnTo>
                <a:lnTo>
                  <a:pt x="3485642" y="1351390"/>
                </a:lnTo>
                <a:lnTo>
                  <a:pt x="3485642" y="1351636"/>
                </a:lnTo>
                <a:lnTo>
                  <a:pt x="3485776" y="1333944"/>
                </a:lnTo>
                <a:lnTo>
                  <a:pt x="3485776" y="1334033"/>
                </a:lnTo>
                <a:lnTo>
                  <a:pt x="3484881" y="111675"/>
                </a:lnTo>
                <a:lnTo>
                  <a:pt x="3484881" y="111831"/>
                </a:lnTo>
                <a:lnTo>
                  <a:pt x="3484725" y="102705"/>
                </a:lnTo>
                <a:lnTo>
                  <a:pt x="3484748" y="103131"/>
                </a:lnTo>
                <a:lnTo>
                  <a:pt x="3484300" y="94587"/>
                </a:lnTo>
                <a:lnTo>
                  <a:pt x="3484344" y="95123"/>
                </a:lnTo>
                <a:lnTo>
                  <a:pt x="3483518" y="87139"/>
                </a:lnTo>
                <a:lnTo>
                  <a:pt x="3483607" y="87788"/>
                </a:lnTo>
                <a:lnTo>
                  <a:pt x="3482399" y="80339"/>
                </a:lnTo>
                <a:lnTo>
                  <a:pt x="3482556" y="81145"/>
                </a:lnTo>
                <a:lnTo>
                  <a:pt x="3480900" y="74211"/>
                </a:lnTo>
                <a:lnTo>
                  <a:pt x="3481169" y="75128"/>
                </a:lnTo>
                <a:lnTo>
                  <a:pt x="3479021" y="68709"/>
                </a:lnTo>
                <a:lnTo>
                  <a:pt x="3479424" y="69738"/>
                </a:lnTo>
                <a:lnTo>
                  <a:pt x="3476762" y="63789"/>
                </a:lnTo>
                <a:lnTo>
                  <a:pt x="3477345" y="64907"/>
                </a:lnTo>
                <a:lnTo>
                  <a:pt x="3474123" y="59405"/>
                </a:lnTo>
                <a:lnTo>
                  <a:pt x="3474862" y="60523"/>
                </a:lnTo>
                <a:lnTo>
                  <a:pt x="3471037" y="55468"/>
                </a:lnTo>
                <a:lnTo>
                  <a:pt x="3471909" y="56497"/>
                </a:lnTo>
                <a:lnTo>
                  <a:pt x="3467436" y="51890"/>
                </a:lnTo>
                <a:lnTo>
                  <a:pt x="3468398" y="52762"/>
                </a:lnTo>
                <a:lnTo>
                  <a:pt x="3463230" y="48557"/>
                </a:lnTo>
                <a:lnTo>
                  <a:pt x="3464215" y="49273"/>
                </a:lnTo>
                <a:lnTo>
                  <a:pt x="3458310" y="45448"/>
                </a:lnTo>
                <a:lnTo>
                  <a:pt x="3459250" y="46008"/>
                </a:lnTo>
                <a:lnTo>
                  <a:pt x="3452585" y="42563"/>
                </a:lnTo>
                <a:lnTo>
                  <a:pt x="3453435" y="42965"/>
                </a:lnTo>
                <a:lnTo>
                  <a:pt x="3445964" y="39856"/>
                </a:lnTo>
                <a:lnTo>
                  <a:pt x="3446724" y="40148"/>
                </a:lnTo>
                <a:lnTo>
                  <a:pt x="3438382" y="37374"/>
                </a:lnTo>
                <a:lnTo>
                  <a:pt x="3439031" y="37576"/>
                </a:lnTo>
                <a:lnTo>
                  <a:pt x="3429793" y="35115"/>
                </a:lnTo>
                <a:lnTo>
                  <a:pt x="3430330" y="35249"/>
                </a:lnTo>
                <a:lnTo>
                  <a:pt x="3420176" y="33079"/>
                </a:lnTo>
                <a:lnTo>
                  <a:pt x="3420624" y="33169"/>
                </a:lnTo>
                <a:lnTo>
                  <a:pt x="3409463" y="31290"/>
                </a:lnTo>
                <a:lnTo>
                  <a:pt x="3409843" y="31357"/>
                </a:lnTo>
                <a:lnTo>
                  <a:pt x="3397675" y="29725"/>
                </a:lnTo>
                <a:lnTo>
                  <a:pt x="3397989" y="29769"/>
                </a:lnTo>
                <a:lnTo>
                  <a:pt x="3384748" y="28383"/>
                </a:lnTo>
                <a:lnTo>
                  <a:pt x="3384995" y="28405"/>
                </a:lnTo>
                <a:lnTo>
                  <a:pt x="3370657" y="27220"/>
                </a:lnTo>
                <a:lnTo>
                  <a:pt x="3370858" y="27242"/>
                </a:lnTo>
                <a:lnTo>
                  <a:pt x="3355359" y="26280"/>
                </a:lnTo>
                <a:lnTo>
                  <a:pt x="3355606" y="26280"/>
                </a:lnTo>
                <a:lnTo>
                  <a:pt x="3321026" y="24871"/>
                </a:lnTo>
                <a:lnTo>
                  <a:pt x="3321228" y="24894"/>
                </a:lnTo>
                <a:lnTo>
                  <a:pt x="3281551" y="24044"/>
                </a:lnTo>
                <a:lnTo>
                  <a:pt x="3281685" y="24044"/>
                </a:lnTo>
                <a:lnTo>
                  <a:pt x="3236594" y="23641"/>
                </a:lnTo>
                <a:lnTo>
                  <a:pt x="3236684" y="23641"/>
                </a:lnTo>
                <a:lnTo>
                  <a:pt x="3128878" y="23485"/>
                </a:lnTo>
                <a:lnTo>
                  <a:pt x="3128901" y="23485"/>
                </a:lnTo>
                <a:lnTo>
                  <a:pt x="345134" y="22366"/>
                </a:lnTo>
                <a:lnTo>
                  <a:pt x="288570" y="22434"/>
                </a:lnTo>
                <a:lnTo>
                  <a:pt x="288636" y="22434"/>
                </a:lnTo>
                <a:lnTo>
                  <a:pt x="238827" y="22746"/>
                </a:lnTo>
                <a:lnTo>
                  <a:pt x="238939" y="22746"/>
                </a:lnTo>
                <a:lnTo>
                  <a:pt x="195481" y="23417"/>
                </a:lnTo>
                <a:lnTo>
                  <a:pt x="195660" y="23417"/>
                </a:lnTo>
                <a:lnTo>
                  <a:pt x="158107" y="24580"/>
                </a:lnTo>
                <a:lnTo>
                  <a:pt x="158286" y="24580"/>
                </a:lnTo>
                <a:lnTo>
                  <a:pt x="141601" y="25408"/>
                </a:lnTo>
                <a:lnTo>
                  <a:pt x="141780" y="25386"/>
                </a:lnTo>
                <a:lnTo>
                  <a:pt x="126391" y="26393"/>
                </a:lnTo>
                <a:lnTo>
                  <a:pt x="126616" y="26369"/>
                </a:lnTo>
                <a:lnTo>
                  <a:pt x="112480" y="27555"/>
                </a:lnTo>
                <a:lnTo>
                  <a:pt x="112748" y="27533"/>
                </a:lnTo>
                <a:lnTo>
                  <a:pt x="99843" y="28942"/>
                </a:lnTo>
                <a:lnTo>
                  <a:pt x="100156" y="28897"/>
                </a:lnTo>
                <a:lnTo>
                  <a:pt x="88391" y="30530"/>
                </a:lnTo>
                <a:lnTo>
                  <a:pt x="88795" y="30463"/>
                </a:lnTo>
                <a:lnTo>
                  <a:pt x="78148" y="32319"/>
                </a:lnTo>
                <a:lnTo>
                  <a:pt x="78639" y="32229"/>
                </a:lnTo>
                <a:lnTo>
                  <a:pt x="69023" y="34354"/>
                </a:lnTo>
                <a:lnTo>
                  <a:pt x="69604" y="34220"/>
                </a:lnTo>
                <a:lnTo>
                  <a:pt x="60993" y="36613"/>
                </a:lnTo>
                <a:lnTo>
                  <a:pt x="61686" y="36412"/>
                </a:lnTo>
                <a:lnTo>
                  <a:pt x="54015" y="39096"/>
                </a:lnTo>
                <a:lnTo>
                  <a:pt x="54820" y="38783"/>
                </a:lnTo>
                <a:lnTo>
                  <a:pt x="48020" y="41802"/>
                </a:lnTo>
                <a:lnTo>
                  <a:pt x="48960" y="41332"/>
                </a:lnTo>
                <a:lnTo>
                  <a:pt x="42988" y="44665"/>
                </a:lnTo>
                <a:lnTo>
                  <a:pt x="44017" y="44039"/>
                </a:lnTo>
                <a:lnTo>
                  <a:pt x="38828" y="47707"/>
                </a:lnTo>
                <a:lnTo>
                  <a:pt x="39857" y="46880"/>
                </a:lnTo>
                <a:lnTo>
                  <a:pt x="35384" y="50928"/>
                </a:lnTo>
                <a:lnTo>
                  <a:pt x="36368" y="49921"/>
                </a:lnTo>
                <a:lnTo>
                  <a:pt x="32588" y="54350"/>
                </a:lnTo>
                <a:lnTo>
                  <a:pt x="33415" y="53232"/>
                </a:lnTo>
                <a:lnTo>
                  <a:pt x="30239" y="58063"/>
                </a:lnTo>
                <a:lnTo>
                  <a:pt x="30911" y="56900"/>
                </a:lnTo>
                <a:lnTo>
                  <a:pt x="28294" y="62133"/>
                </a:lnTo>
                <a:lnTo>
                  <a:pt x="28785" y="61037"/>
                </a:lnTo>
                <a:lnTo>
                  <a:pt x="26661" y="66696"/>
                </a:lnTo>
                <a:lnTo>
                  <a:pt x="26996" y="65712"/>
                </a:lnTo>
                <a:lnTo>
                  <a:pt x="25341" y="71818"/>
                </a:lnTo>
                <a:lnTo>
                  <a:pt x="25521" y="70990"/>
                </a:lnTo>
                <a:lnTo>
                  <a:pt x="24267" y="77566"/>
                </a:lnTo>
                <a:lnTo>
                  <a:pt x="24379" y="76895"/>
                </a:lnTo>
                <a:lnTo>
                  <a:pt x="23485" y="83962"/>
                </a:lnTo>
                <a:lnTo>
                  <a:pt x="23530" y="83426"/>
                </a:lnTo>
                <a:lnTo>
                  <a:pt x="22925" y="90986"/>
                </a:lnTo>
                <a:lnTo>
                  <a:pt x="22947" y="90606"/>
                </a:lnTo>
                <a:lnTo>
                  <a:pt x="22590" y="98657"/>
                </a:lnTo>
                <a:lnTo>
                  <a:pt x="22590" y="98300"/>
                </a:lnTo>
                <a:lnTo>
                  <a:pt x="22366" y="116036"/>
                </a:lnTo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text-75 Type">
            <a:extLst xmlns:a="http://schemas.openxmlformats.org/drawingml/2006/main">
              <a:ext uri="{FF2B5EF4-FFF2-40B4-BE49-F238E27FC236}">
                <a16:creationId xmlns:a16="http://schemas.microsoft.com/office/drawing/2014/main" id="{38A6261E-625D-4730-B8FA-077749BD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612" y="4096154"/>
            <a:ext cx="667404" cy="41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13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Type</a:t>
            </a:r>
          </a:p>
        </p:txBody>
      </p:sp>
      <p:sp>
        <p:nvSpPr>
          <p:cNvPr id="120" name="text-76 3">
            <a:extLst xmlns:a="http://schemas.openxmlformats.org/drawingml/2006/main">
              <a:ext uri="{FF2B5EF4-FFF2-40B4-BE49-F238E27FC236}">
                <a16:creationId xmlns:a16="http://schemas.microsoft.com/office/drawing/2014/main" id="{6850AA15-E3F5-4AD6-8BCF-1A60FB04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867" y="4121476"/>
            <a:ext cx="182505" cy="37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3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3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3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21" name="text-77 -">
            <a:extLst xmlns:a="http://schemas.openxmlformats.org/drawingml/2006/main">
              <a:ext uri="{FF2B5EF4-FFF2-40B4-BE49-F238E27FC236}">
                <a16:creationId xmlns:a16="http://schemas.microsoft.com/office/drawing/2014/main" id="{FFAB3803-F3C8-498F-A8D9-8B983F7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8248" y="4121359"/>
            <a:ext cx="137706" cy="37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22" name="text-78 Relation">
            <a:extLst xmlns:a="http://schemas.openxmlformats.org/drawingml/2006/main">
              <a:ext uri="{FF2B5EF4-FFF2-40B4-BE49-F238E27FC236}">
                <a16:creationId xmlns:a16="http://schemas.microsoft.com/office/drawing/2014/main" id="{7B5F91EE-4D70-48BE-94E8-F376460F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8895" y="4121117"/>
            <a:ext cx="1018482" cy="376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6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6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6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Relation</a:t>
            </a:r>
          </a:p>
        </p:txBody>
      </p:sp>
      <p:sp>
        <p:nvSpPr>
          <p:cNvPr id="123" name="text-79 How">
            <a:extLst xmlns:a="http://schemas.openxmlformats.org/drawingml/2006/main">
              <a:ext uri="{FF2B5EF4-FFF2-40B4-BE49-F238E27FC236}">
                <a16:creationId xmlns:a16="http://schemas.microsoft.com/office/drawing/2014/main" id="{96901A33-A21D-49E9-99CD-EFE2222E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7356" y="4480329"/>
            <a:ext cx="427649" cy="281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</a:t>
            </a:r>
          </a:p>
        </p:txBody>
      </p:sp>
      <p:sp>
        <p:nvSpPr>
          <p:cNvPr id="124" name="text-79 do">
            <a:extLst xmlns:a="http://schemas.openxmlformats.org/drawingml/2006/main">
              <a:ext uri="{FF2B5EF4-FFF2-40B4-BE49-F238E27FC236}">
                <a16:creationId xmlns:a16="http://schemas.microsoft.com/office/drawing/2014/main" id="{167D5E4A-BA73-4111-9770-6277C680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9088" y="4480401"/>
            <a:ext cx="237536" cy="28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</a:t>
            </a:r>
          </a:p>
        </p:txBody>
      </p:sp>
      <p:sp>
        <p:nvSpPr>
          <p:cNvPr id="125" name="text-79 the">
            <a:extLst xmlns:a="http://schemas.openxmlformats.org/drawingml/2006/main">
              <a:ext uri="{FF2B5EF4-FFF2-40B4-BE49-F238E27FC236}">
                <a16:creationId xmlns:a16="http://schemas.microsoft.com/office/drawing/2014/main" id="{1C3E2727-504C-49BB-86CE-AF1E957A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0709" y="4480379"/>
            <a:ext cx="282152" cy="281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26" name="text-79 two">
            <a:extLst xmlns:a="http://schemas.openxmlformats.org/drawingml/2006/main">
              <a:ext uri="{FF2B5EF4-FFF2-40B4-BE49-F238E27FC236}">
                <a16:creationId xmlns:a16="http://schemas.microsoft.com/office/drawing/2014/main" id="{1083D1C9-F0D7-4AF1-819B-21307183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7062" y="4480370"/>
            <a:ext cx="338189" cy="28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two</a:t>
            </a:r>
          </a:p>
        </p:txBody>
      </p:sp>
      <p:sp>
        <p:nvSpPr>
          <p:cNvPr id="127" name="text-79 people">
            <a:extLst xmlns:a="http://schemas.openxmlformats.org/drawingml/2006/main">
              <a:ext uri="{FF2B5EF4-FFF2-40B4-BE49-F238E27FC236}">
                <a16:creationId xmlns:a16="http://schemas.microsoft.com/office/drawing/2014/main" id="{516B331E-3728-4EFA-8BE7-B254D3EB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9330" y="4480316"/>
            <a:ext cx="572923" cy="28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people</a:t>
            </a:r>
          </a:p>
        </p:txBody>
      </p:sp>
      <p:sp>
        <p:nvSpPr>
          <p:cNvPr id="128" name="text-79 near">
            <a:extLst xmlns:a="http://schemas.openxmlformats.org/drawingml/2006/main">
              <a:ext uri="{FF2B5EF4-FFF2-40B4-BE49-F238E27FC236}">
                <a16:creationId xmlns:a16="http://schemas.microsoft.com/office/drawing/2014/main" id="{E9466439-AA9E-4D55-A6F9-EBAE11FA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443" y="4480216"/>
            <a:ext cx="382883" cy="2821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near</a:t>
            </a:r>
          </a:p>
        </p:txBody>
      </p:sp>
      <p:sp>
        <p:nvSpPr>
          <p:cNvPr id="129" name="text-80 (">
            <a:extLst xmlns:a="http://schemas.openxmlformats.org/drawingml/2006/main">
              <a:ext uri="{FF2B5EF4-FFF2-40B4-BE49-F238E27FC236}">
                <a16:creationId xmlns:a16="http://schemas.microsoft.com/office/drawing/2014/main" id="{DECF9B00-DCE4-48A7-B740-AF7FC2C7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3369" y="4721773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130" name="text-81 18.2,">
            <a:extLst xmlns:a="http://schemas.openxmlformats.org/drawingml/2006/main">
              <a:ext uri="{FF2B5EF4-FFF2-40B4-BE49-F238E27FC236}">
                <a16:creationId xmlns:a16="http://schemas.microsoft.com/office/drawing/2014/main" id="{368874C8-4ACA-4084-BEEF-343AD882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0469" y="4721910"/>
            <a:ext cx="438839" cy="281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18.2,</a:t>
            </a:r>
          </a:p>
        </p:txBody>
      </p:sp>
      <p:sp>
        <p:nvSpPr>
          <p:cNvPr id="131" name="text-81 4.5,">
            <a:extLst xmlns:a="http://schemas.openxmlformats.org/drawingml/2006/main">
              <a:ext uri="{FF2B5EF4-FFF2-40B4-BE49-F238E27FC236}">
                <a16:creationId xmlns:a16="http://schemas.microsoft.com/office/drawing/2014/main" id="{62C5673D-8104-4EB1-BB7E-977126D8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3384" y="4721925"/>
            <a:ext cx="338189" cy="28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4.5,</a:t>
            </a:r>
          </a:p>
        </p:txBody>
      </p:sp>
      <p:sp>
        <p:nvSpPr>
          <p:cNvPr id="132" name="text-81 0.3)">
            <a:extLst xmlns:a="http://schemas.openxmlformats.org/drawingml/2006/main">
              <a:ext uri="{FF2B5EF4-FFF2-40B4-BE49-F238E27FC236}">
                <a16:creationId xmlns:a16="http://schemas.microsoft.com/office/drawing/2014/main" id="{56602325-0627-4B7B-BD69-F6A4A019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5652" y="4721903"/>
            <a:ext cx="354903" cy="28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0.3)</a:t>
            </a:r>
          </a:p>
        </p:txBody>
      </p:sp>
      <p:sp>
        <p:nvSpPr>
          <p:cNvPr id="133" name="text-82 relate?">
            <a:extLst xmlns:a="http://schemas.openxmlformats.org/drawingml/2006/main">
              <a:ext uri="{FF2B5EF4-FFF2-40B4-BE49-F238E27FC236}">
                <a16:creationId xmlns:a16="http://schemas.microsoft.com/office/drawing/2014/main" id="{EAAFF85E-0A72-45A9-9BD5-93FB3E41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95" y="4721764"/>
            <a:ext cx="572944" cy="282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relate?</a:t>
            </a:r>
          </a:p>
        </p:txBody>
      </p:sp>
      <p:sp>
        <p:nvSpPr>
          <p:cNvPr id="134" name="text-83 They">
            <a:extLst xmlns:a="http://schemas.openxmlformats.org/drawingml/2006/main">
              <a:ext uri="{FF2B5EF4-FFF2-40B4-BE49-F238E27FC236}">
                <a16:creationId xmlns:a16="http://schemas.microsoft.com/office/drawing/2014/main" id="{5CBD9468-4171-4F9B-B53C-401E911F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6173" y="4963402"/>
            <a:ext cx="450035" cy="282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They</a:t>
            </a:r>
          </a:p>
        </p:txBody>
      </p:sp>
      <p:sp>
        <p:nvSpPr>
          <p:cNvPr id="135" name="text-83 stay">
            <a:extLst xmlns:a="http://schemas.openxmlformats.org/drawingml/2006/main">
              <a:ext uri="{FF2B5EF4-FFF2-40B4-BE49-F238E27FC236}">
                <a16:creationId xmlns:a16="http://schemas.microsoft.com/office/drawing/2014/main" id="{334B4AA7-7198-4AD4-B913-44F56CE9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0272" y="4963436"/>
            <a:ext cx="360565" cy="281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stay</a:t>
            </a:r>
          </a:p>
        </p:txBody>
      </p:sp>
      <p:sp>
        <p:nvSpPr>
          <p:cNvPr id="136" name="text-83 very">
            <a:extLst xmlns:a="http://schemas.openxmlformats.org/drawingml/2006/main">
              <a:ext uri="{FF2B5EF4-FFF2-40B4-BE49-F238E27FC236}">
                <a16:creationId xmlns:a16="http://schemas.microsoft.com/office/drawing/2014/main" id="{B2D4EDD3-15FE-42DF-A4B1-5A6E4DA3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4907" y="4963382"/>
            <a:ext cx="394122" cy="28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very</a:t>
            </a:r>
          </a:p>
        </p:txBody>
      </p:sp>
      <p:sp>
        <p:nvSpPr>
          <p:cNvPr id="137" name="text-83 close">
            <a:extLst xmlns:a="http://schemas.openxmlformats.org/drawingml/2006/main">
              <a:ext uri="{FF2B5EF4-FFF2-40B4-BE49-F238E27FC236}">
                <a16:creationId xmlns:a16="http://schemas.microsoft.com/office/drawing/2014/main" id="{C3CEAB15-F6BC-4636-946B-67853A15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3090" y="4963461"/>
            <a:ext cx="449904" cy="28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close</a:t>
            </a:r>
          </a:p>
        </p:txBody>
      </p:sp>
      <p:sp>
        <p:nvSpPr>
          <p:cNvPr id="138" name="text-83 but">
            <a:extLst xmlns:a="http://schemas.openxmlformats.org/drawingml/2006/main">
              <a:ext uri="{FF2B5EF4-FFF2-40B4-BE49-F238E27FC236}">
                <a16:creationId xmlns:a16="http://schemas.microsoft.com/office/drawing/2014/main" id="{FBB29574-98D0-4242-B97C-C00FF7C5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7190" y="4963434"/>
            <a:ext cx="293476" cy="281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but</a:t>
            </a:r>
          </a:p>
        </p:txBody>
      </p:sp>
      <p:sp>
        <p:nvSpPr>
          <p:cNvPr id="139" name="text-83 do">
            <a:extLst xmlns:a="http://schemas.openxmlformats.org/drawingml/2006/main">
              <a:ext uri="{FF2B5EF4-FFF2-40B4-BE49-F238E27FC236}">
                <a16:creationId xmlns:a16="http://schemas.microsoft.com/office/drawing/2014/main" id="{9FE25232-CC4B-49F6-B8A3-A366FA9A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4724" y="4963512"/>
            <a:ext cx="237536" cy="28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</a:t>
            </a:r>
          </a:p>
        </p:txBody>
      </p:sp>
      <p:sp>
        <p:nvSpPr>
          <p:cNvPr id="140" name="text-83 not">
            <a:extLst xmlns:a="http://schemas.openxmlformats.org/drawingml/2006/main">
              <a:ext uri="{FF2B5EF4-FFF2-40B4-BE49-F238E27FC236}">
                <a16:creationId xmlns:a16="http://schemas.microsoft.com/office/drawing/2014/main" id="{5F9BC139-FE95-49F6-A78A-355AADDE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6345" y="4963434"/>
            <a:ext cx="293476" cy="281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</a:t>
            </a:r>
          </a:p>
        </p:txBody>
      </p:sp>
      <p:sp>
        <p:nvSpPr>
          <p:cNvPr id="141" name="text-84 move">
            <a:extLst xmlns:a="http://schemas.openxmlformats.org/drawingml/2006/main">
              <a:ext uri="{FF2B5EF4-FFF2-40B4-BE49-F238E27FC236}">
                <a16:creationId xmlns:a16="http://schemas.microsoft.com/office/drawing/2014/main" id="{3512D39B-2FBB-4C80-9768-6BE89DCF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3369" y="5205012"/>
            <a:ext cx="483453" cy="28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move</a:t>
            </a:r>
          </a:p>
        </p:txBody>
      </p:sp>
      <p:sp>
        <p:nvSpPr>
          <p:cNvPr id="142" name="text-84 together.">
            <a:extLst xmlns:a="http://schemas.openxmlformats.org/drawingml/2006/main">
              <a:ext uri="{FF2B5EF4-FFF2-40B4-BE49-F238E27FC236}">
                <a16:creationId xmlns:a16="http://schemas.microsoft.com/office/drawing/2014/main" id="{20B1D76C-2122-4AD3-B38A-27574307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018" y="5201740"/>
            <a:ext cx="746966" cy="286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together.</a:t>
            </a:r>
          </a:p>
        </p:txBody>
      </p:sp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FB7C43F-AA64-4F8E-8BF4-103A27DB1E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766b31c2c4be6"/>
          <a:stretch xmlns:a="http://schemas.openxmlformats.org/drawingml/2006/main"/>
        </p:blipFill>
        <p:spPr>
          <a:xfrm xmlns:a="http://schemas.openxmlformats.org/drawingml/2006/main">
            <a:off x="5248275" y="4514850"/>
            <a:ext cx="285750" cy="257175"/>
          </a:xfrm>
          <a:prstGeom xmlns:a="http://schemas.openxmlformats.org/drawingml/2006/main" prst="rect">
            <a:avLst/>
          </a:prstGeom>
        </p:spPr>
      </p:pic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93FF48C-A8FF-4652-9185-4BEFF8CDF9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ecc34668e4e2b"/>
          <a:stretch xmlns:a="http://schemas.openxmlformats.org/drawingml/2006/main"/>
        </p:blipFill>
        <p:spPr>
          <a:xfrm xmlns:a="http://schemas.openxmlformats.org/drawingml/2006/main">
            <a:off x="5238750" y="4991100"/>
            <a:ext cx="285750" cy="228600"/>
          </a:xfrm>
          <a:prstGeom xmlns:a="http://schemas.openxmlformats.org/drawingml/2006/main" prst="rect">
            <a:avLst/>
          </a:prstGeom>
        </p:spPr>
      </p:pic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873A256-0DAD-49E0-B5FD-21392A0E30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1e383a2ef491f"/>
          <a:stretch xmlns:a="http://schemas.openxmlformats.org/drawingml/2006/main"/>
        </p:blipFill>
        <p:spPr>
          <a:xfrm xmlns:a="http://schemas.openxmlformats.org/drawingml/2006/main">
            <a:off x="4924425" y="4457700"/>
            <a:ext cx="276225" cy="266700"/>
          </a:xfrm>
          <a:prstGeom xmlns:a="http://schemas.openxmlformats.org/drawingml/2006/main" prst="rect">
            <a:avLst/>
          </a:prstGeom>
        </p:spPr>
      </p:pic>
      <p:pic>
        <p:nvPic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10965FB-3D45-455E-9BD6-776EC39C08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29e36304946f3"/>
          <a:stretch xmlns:a="http://schemas.openxmlformats.org/drawingml/2006/main"/>
        </p:blipFill>
        <p:spPr>
          <a:xfrm xmlns:a="http://schemas.openxmlformats.org/drawingml/2006/main">
            <a:off x="4867275" y="4895850"/>
            <a:ext cx="390525" cy="390525"/>
          </a:xfrm>
          <a:prstGeom xmlns:a="http://schemas.openxmlformats.org/drawingml/2006/main" prst="rect">
            <a:avLst/>
          </a:prstGeom>
        </p:spPr>
      </p:pic>
      <p:sp>
        <p:nvSpPr>
          <p:cNvPr id="147" name="path-90">
            <a:extLst xmlns:a="http://schemas.openxmlformats.org/drawingml/2006/main">
              <a:ext uri="{FF2B5EF4-FFF2-40B4-BE49-F238E27FC236}">
                <a16:creationId xmlns:a16="http://schemas.microsoft.com/office/drawing/2014/main" id="{A18D60C9-21FE-4788-B04A-886948D7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668" y="5571906"/>
            <a:ext cx="3485776" cy="1404599"/>
          </a:xfrm>
          <a:custGeom xmlns:a="http://schemas.openxmlformats.org/drawingml/2006/main">
            <a:pathLst>
              <a:path w="3485776" h="1404599">
                <a:moveTo>
                  <a:pt x="0" y="103220"/>
                </a:moveTo>
                <a:cubicBezTo>
                  <a:pt x="0" y="4160"/>
                  <a:pt x="13464" y="0"/>
                  <a:pt x="333951" y="0"/>
                </a:cubicBezTo>
                <a:lnTo>
                  <a:pt x="3117718" y="1119"/>
                </a:lnTo>
                <a:cubicBezTo>
                  <a:pt x="3438203" y="1119"/>
                  <a:pt x="3484881" y="0"/>
                  <a:pt x="3484881" y="99060"/>
                </a:cubicBezTo>
                <a:lnTo>
                  <a:pt x="3485776" y="1304152"/>
                </a:lnTo>
                <a:cubicBezTo>
                  <a:pt x="3485776" y="1403212"/>
                  <a:pt x="3481281" y="1404599"/>
                  <a:pt x="3160818" y="1404599"/>
                </a:cubicBezTo>
                <a:lnTo>
                  <a:pt x="333951" y="1399321"/>
                </a:lnTo>
                <a:cubicBezTo>
                  <a:pt x="13464" y="1399321"/>
                  <a:pt x="895" y="1395451"/>
                  <a:pt x="895" y="1296391"/>
                </a:cubicBezTo>
                <a:lnTo>
                  <a:pt x="0" y="10322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91">
            <a:extLst xmlns:a="http://schemas.openxmlformats.org/drawingml/2006/main">
              <a:ext uri="{FF2B5EF4-FFF2-40B4-BE49-F238E27FC236}">
                <a16:creationId xmlns:a16="http://schemas.microsoft.com/office/drawing/2014/main" id="{A46797C4-E637-442C-8B4C-72E6B786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85" y="5560723"/>
            <a:ext cx="3508142" cy="1426965"/>
          </a:xfrm>
          <a:custGeom xmlns:a="http://schemas.openxmlformats.org/drawingml/2006/main">
            <a:pathLst>
              <a:path w="3508142" h="1426965">
                <a:moveTo>
                  <a:pt x="224" y="96600"/>
                </a:moveTo>
                <a:lnTo>
                  <a:pt x="627" y="88257"/>
                </a:lnTo>
                <a:lnTo>
                  <a:pt x="1252" y="80362"/>
                </a:lnTo>
                <a:lnTo>
                  <a:pt x="2237" y="72802"/>
                </a:lnTo>
                <a:lnTo>
                  <a:pt x="3646" y="65555"/>
                </a:lnTo>
                <a:lnTo>
                  <a:pt x="5547" y="58622"/>
                </a:lnTo>
                <a:lnTo>
                  <a:pt x="8052" y="51979"/>
                </a:lnTo>
                <a:lnTo>
                  <a:pt x="11228" y="45672"/>
                </a:lnTo>
                <a:lnTo>
                  <a:pt x="15186" y="39767"/>
                </a:lnTo>
                <a:lnTo>
                  <a:pt x="19906" y="34332"/>
                </a:lnTo>
                <a:lnTo>
                  <a:pt x="25386" y="29434"/>
                </a:lnTo>
                <a:lnTo>
                  <a:pt x="31604" y="25073"/>
                </a:lnTo>
                <a:lnTo>
                  <a:pt x="38537" y="21248"/>
                </a:lnTo>
                <a:lnTo>
                  <a:pt x="46209" y="17893"/>
                </a:lnTo>
                <a:lnTo>
                  <a:pt x="54663" y="14963"/>
                </a:lnTo>
                <a:lnTo>
                  <a:pt x="63923" y="12413"/>
                </a:lnTo>
                <a:lnTo>
                  <a:pt x="74055" y="10199"/>
                </a:lnTo>
                <a:lnTo>
                  <a:pt x="85170" y="8276"/>
                </a:lnTo>
                <a:lnTo>
                  <a:pt x="97271" y="6621"/>
                </a:lnTo>
                <a:lnTo>
                  <a:pt x="110490" y="5211"/>
                </a:lnTo>
                <a:lnTo>
                  <a:pt x="124848" y="4026"/>
                </a:lnTo>
                <a:lnTo>
                  <a:pt x="140416" y="3020"/>
                </a:lnTo>
                <a:lnTo>
                  <a:pt x="157302" y="2214"/>
                </a:lnTo>
                <a:lnTo>
                  <a:pt x="195057" y="1029"/>
                </a:lnTo>
                <a:lnTo>
                  <a:pt x="238648" y="380"/>
                </a:lnTo>
                <a:lnTo>
                  <a:pt x="288524" y="67"/>
                </a:lnTo>
                <a:lnTo>
                  <a:pt x="345134" y="0"/>
                </a:lnTo>
                <a:lnTo>
                  <a:pt x="3128901" y="1119"/>
                </a:lnTo>
                <a:lnTo>
                  <a:pt x="3236750" y="1253"/>
                </a:lnTo>
                <a:lnTo>
                  <a:pt x="3281953" y="1655"/>
                </a:lnTo>
                <a:lnTo>
                  <a:pt x="3321809" y="2482"/>
                </a:lnTo>
                <a:lnTo>
                  <a:pt x="3356633" y="3892"/>
                </a:lnTo>
                <a:lnTo>
                  <a:pt x="3372357" y="4853"/>
                </a:lnTo>
                <a:lnTo>
                  <a:pt x="3386940" y="6039"/>
                </a:lnTo>
                <a:lnTo>
                  <a:pt x="3400448" y="7426"/>
                </a:lnTo>
                <a:lnTo>
                  <a:pt x="3412974" y="9081"/>
                </a:lnTo>
                <a:lnTo>
                  <a:pt x="3424537" y="11005"/>
                </a:lnTo>
                <a:lnTo>
                  <a:pt x="3435229" y="13241"/>
                </a:lnTo>
                <a:lnTo>
                  <a:pt x="3445048" y="15813"/>
                </a:lnTo>
                <a:lnTo>
                  <a:pt x="3454083" y="18766"/>
                </a:lnTo>
                <a:lnTo>
                  <a:pt x="3462382" y="22142"/>
                </a:lnTo>
                <a:lnTo>
                  <a:pt x="3469942" y="26012"/>
                </a:lnTo>
                <a:lnTo>
                  <a:pt x="3476808" y="30374"/>
                </a:lnTo>
                <a:lnTo>
                  <a:pt x="3482958" y="35316"/>
                </a:lnTo>
                <a:lnTo>
                  <a:pt x="3488371" y="40818"/>
                </a:lnTo>
                <a:lnTo>
                  <a:pt x="3493023" y="46858"/>
                </a:lnTo>
                <a:lnTo>
                  <a:pt x="3496914" y="53366"/>
                </a:lnTo>
                <a:lnTo>
                  <a:pt x="3500068" y="60321"/>
                </a:lnTo>
                <a:lnTo>
                  <a:pt x="3502529" y="67658"/>
                </a:lnTo>
                <a:lnTo>
                  <a:pt x="3504407" y="75374"/>
                </a:lnTo>
                <a:lnTo>
                  <a:pt x="3505727" y="83448"/>
                </a:lnTo>
                <a:lnTo>
                  <a:pt x="3506622" y="91947"/>
                </a:lnTo>
                <a:lnTo>
                  <a:pt x="3507091" y="100850"/>
                </a:lnTo>
                <a:lnTo>
                  <a:pt x="3507248" y="110154"/>
                </a:lnTo>
                <a:lnTo>
                  <a:pt x="3508142" y="1315380"/>
                </a:lnTo>
                <a:lnTo>
                  <a:pt x="3508008" y="1333004"/>
                </a:lnTo>
                <a:lnTo>
                  <a:pt x="3507761" y="1341213"/>
                </a:lnTo>
                <a:lnTo>
                  <a:pt x="3507293" y="1348997"/>
                </a:lnTo>
                <a:lnTo>
                  <a:pt x="3506532" y="1356422"/>
                </a:lnTo>
                <a:lnTo>
                  <a:pt x="3505414" y="1363535"/>
                </a:lnTo>
                <a:lnTo>
                  <a:pt x="3503826" y="1370334"/>
                </a:lnTo>
                <a:lnTo>
                  <a:pt x="3501678" y="1376887"/>
                </a:lnTo>
                <a:lnTo>
                  <a:pt x="3498883" y="1383105"/>
                </a:lnTo>
                <a:lnTo>
                  <a:pt x="3495304" y="1388965"/>
                </a:lnTo>
                <a:lnTo>
                  <a:pt x="3490966" y="1394378"/>
                </a:lnTo>
                <a:lnTo>
                  <a:pt x="3485821" y="1399253"/>
                </a:lnTo>
                <a:lnTo>
                  <a:pt x="3479939" y="1403548"/>
                </a:lnTo>
                <a:lnTo>
                  <a:pt x="3473362" y="1407327"/>
                </a:lnTo>
                <a:lnTo>
                  <a:pt x="3466049" y="1410571"/>
                </a:lnTo>
                <a:lnTo>
                  <a:pt x="3457975" y="1413389"/>
                </a:lnTo>
                <a:lnTo>
                  <a:pt x="3449095" y="1415826"/>
                </a:lnTo>
                <a:lnTo>
                  <a:pt x="3439344" y="1417907"/>
                </a:lnTo>
                <a:lnTo>
                  <a:pt x="3428654" y="1419696"/>
                </a:lnTo>
                <a:lnTo>
                  <a:pt x="3416932" y="1421239"/>
                </a:lnTo>
                <a:lnTo>
                  <a:pt x="3404117" y="1422514"/>
                </a:lnTo>
                <a:lnTo>
                  <a:pt x="3390116" y="1423588"/>
                </a:lnTo>
                <a:lnTo>
                  <a:pt x="3374907" y="1424483"/>
                </a:lnTo>
                <a:lnTo>
                  <a:pt x="3358355" y="1425198"/>
                </a:lnTo>
                <a:lnTo>
                  <a:pt x="3321205" y="1426182"/>
                </a:lnTo>
                <a:lnTo>
                  <a:pt x="3278038" y="1426719"/>
                </a:lnTo>
                <a:lnTo>
                  <a:pt x="3172001" y="1426965"/>
                </a:lnTo>
                <a:lnTo>
                  <a:pt x="345111" y="1421687"/>
                </a:lnTo>
                <a:lnTo>
                  <a:pt x="288524" y="1421620"/>
                </a:lnTo>
                <a:lnTo>
                  <a:pt x="238692" y="1421329"/>
                </a:lnTo>
                <a:lnTo>
                  <a:pt x="195123" y="1420680"/>
                </a:lnTo>
                <a:lnTo>
                  <a:pt x="157459" y="1419540"/>
                </a:lnTo>
                <a:lnTo>
                  <a:pt x="140594" y="1418712"/>
                </a:lnTo>
                <a:lnTo>
                  <a:pt x="125073" y="1417750"/>
                </a:lnTo>
                <a:lnTo>
                  <a:pt x="110735" y="1416565"/>
                </a:lnTo>
                <a:lnTo>
                  <a:pt x="97561" y="1415155"/>
                </a:lnTo>
                <a:lnTo>
                  <a:pt x="85484" y="1413523"/>
                </a:lnTo>
                <a:lnTo>
                  <a:pt x="74435" y="1411622"/>
                </a:lnTo>
                <a:lnTo>
                  <a:pt x="64325" y="1409408"/>
                </a:lnTo>
                <a:lnTo>
                  <a:pt x="55111" y="1406880"/>
                </a:lnTo>
                <a:lnTo>
                  <a:pt x="46701" y="1403950"/>
                </a:lnTo>
                <a:lnTo>
                  <a:pt x="39074" y="1400617"/>
                </a:lnTo>
                <a:lnTo>
                  <a:pt x="32163" y="1396793"/>
                </a:lnTo>
                <a:lnTo>
                  <a:pt x="25967" y="1392432"/>
                </a:lnTo>
                <a:lnTo>
                  <a:pt x="20532" y="1387533"/>
                </a:lnTo>
                <a:lnTo>
                  <a:pt x="15835" y="1382098"/>
                </a:lnTo>
                <a:lnTo>
                  <a:pt x="11943" y="1376216"/>
                </a:lnTo>
                <a:lnTo>
                  <a:pt x="8790" y="1369909"/>
                </a:lnTo>
                <a:lnTo>
                  <a:pt x="6308" y="1363288"/>
                </a:lnTo>
                <a:lnTo>
                  <a:pt x="4451" y="1356355"/>
                </a:lnTo>
                <a:lnTo>
                  <a:pt x="3087" y="1349130"/>
                </a:lnTo>
                <a:lnTo>
                  <a:pt x="2125" y="1341571"/>
                </a:lnTo>
                <a:lnTo>
                  <a:pt x="1499" y="1333676"/>
                </a:lnTo>
                <a:lnTo>
                  <a:pt x="1119" y="1325356"/>
                </a:lnTo>
                <a:lnTo>
                  <a:pt x="895" y="1307642"/>
                </a:lnTo>
                <a:lnTo>
                  <a:pt x="0" y="114336"/>
                </a:lnTo>
                <a:lnTo>
                  <a:pt x="224" y="96600"/>
                </a:lnTo>
                <a:moveTo>
                  <a:pt x="22366" y="114560"/>
                </a:moveTo>
                <a:lnTo>
                  <a:pt x="22366" y="114403"/>
                </a:lnTo>
                <a:lnTo>
                  <a:pt x="23261" y="1307552"/>
                </a:lnTo>
                <a:lnTo>
                  <a:pt x="23261" y="1307418"/>
                </a:lnTo>
                <a:lnTo>
                  <a:pt x="23485" y="1324908"/>
                </a:lnTo>
                <a:lnTo>
                  <a:pt x="23463" y="1324550"/>
                </a:lnTo>
                <a:lnTo>
                  <a:pt x="23821" y="1332490"/>
                </a:lnTo>
                <a:lnTo>
                  <a:pt x="23799" y="1332110"/>
                </a:lnTo>
                <a:lnTo>
                  <a:pt x="24402" y="1339536"/>
                </a:lnTo>
                <a:lnTo>
                  <a:pt x="24335" y="1339021"/>
                </a:lnTo>
                <a:lnTo>
                  <a:pt x="25230" y="1345977"/>
                </a:lnTo>
                <a:lnTo>
                  <a:pt x="25117" y="1345306"/>
                </a:lnTo>
                <a:lnTo>
                  <a:pt x="26347" y="1351770"/>
                </a:lnTo>
                <a:lnTo>
                  <a:pt x="26146" y="1350942"/>
                </a:lnTo>
                <a:lnTo>
                  <a:pt x="27779" y="1356959"/>
                </a:lnTo>
                <a:lnTo>
                  <a:pt x="27466" y="1355975"/>
                </a:lnTo>
                <a:lnTo>
                  <a:pt x="29524" y="1361544"/>
                </a:lnTo>
                <a:lnTo>
                  <a:pt x="29054" y="1360426"/>
                </a:lnTo>
                <a:lnTo>
                  <a:pt x="31626" y="1365570"/>
                </a:lnTo>
                <a:lnTo>
                  <a:pt x="30955" y="1364407"/>
                </a:lnTo>
                <a:lnTo>
                  <a:pt x="34108" y="1369170"/>
                </a:lnTo>
                <a:lnTo>
                  <a:pt x="33236" y="1368030"/>
                </a:lnTo>
                <a:lnTo>
                  <a:pt x="36994" y="1372392"/>
                </a:lnTo>
                <a:lnTo>
                  <a:pt x="36009" y="1371385"/>
                </a:lnTo>
                <a:lnTo>
                  <a:pt x="40438" y="1375344"/>
                </a:lnTo>
                <a:lnTo>
                  <a:pt x="39387" y="1374517"/>
                </a:lnTo>
                <a:lnTo>
                  <a:pt x="44531" y="1378140"/>
                </a:lnTo>
                <a:lnTo>
                  <a:pt x="43525" y="1377514"/>
                </a:lnTo>
                <a:lnTo>
                  <a:pt x="49452" y="1380802"/>
                </a:lnTo>
                <a:lnTo>
                  <a:pt x="48512" y="1380332"/>
                </a:lnTo>
                <a:lnTo>
                  <a:pt x="55268" y="1383284"/>
                </a:lnTo>
                <a:lnTo>
                  <a:pt x="54462" y="1382971"/>
                </a:lnTo>
                <a:lnTo>
                  <a:pt x="62089" y="1385610"/>
                </a:lnTo>
                <a:lnTo>
                  <a:pt x="61395" y="1385409"/>
                </a:lnTo>
                <a:lnTo>
                  <a:pt x="69962" y="1387757"/>
                </a:lnTo>
                <a:lnTo>
                  <a:pt x="69381" y="1387623"/>
                </a:lnTo>
                <a:lnTo>
                  <a:pt x="78953" y="1389703"/>
                </a:lnTo>
                <a:lnTo>
                  <a:pt x="78484" y="1389613"/>
                </a:lnTo>
                <a:lnTo>
                  <a:pt x="89085" y="1391448"/>
                </a:lnTo>
                <a:lnTo>
                  <a:pt x="88705" y="1391381"/>
                </a:lnTo>
                <a:lnTo>
                  <a:pt x="100424" y="1392968"/>
                </a:lnTo>
                <a:lnTo>
                  <a:pt x="100089" y="1392946"/>
                </a:lnTo>
                <a:lnTo>
                  <a:pt x="112972" y="1394311"/>
                </a:lnTo>
                <a:lnTo>
                  <a:pt x="112704" y="1394288"/>
                </a:lnTo>
                <a:lnTo>
                  <a:pt x="126795" y="1395451"/>
                </a:lnTo>
                <a:lnTo>
                  <a:pt x="126570" y="1395429"/>
                </a:lnTo>
                <a:lnTo>
                  <a:pt x="141937" y="1396390"/>
                </a:lnTo>
                <a:lnTo>
                  <a:pt x="141758" y="1396390"/>
                </a:lnTo>
                <a:lnTo>
                  <a:pt x="158421" y="1397173"/>
                </a:lnTo>
                <a:lnTo>
                  <a:pt x="158219" y="1397173"/>
                </a:lnTo>
                <a:lnTo>
                  <a:pt x="195728" y="1398314"/>
                </a:lnTo>
                <a:lnTo>
                  <a:pt x="195547" y="1398314"/>
                </a:lnTo>
                <a:lnTo>
                  <a:pt x="238983" y="1398962"/>
                </a:lnTo>
                <a:lnTo>
                  <a:pt x="238871" y="1398962"/>
                </a:lnTo>
                <a:lnTo>
                  <a:pt x="288636" y="1399253"/>
                </a:lnTo>
                <a:lnTo>
                  <a:pt x="288592" y="1399253"/>
                </a:lnTo>
                <a:lnTo>
                  <a:pt x="345156" y="1399321"/>
                </a:lnTo>
                <a:lnTo>
                  <a:pt x="3172023" y="1404599"/>
                </a:lnTo>
                <a:lnTo>
                  <a:pt x="3171956" y="1404599"/>
                </a:lnTo>
                <a:lnTo>
                  <a:pt x="3277949" y="1404353"/>
                </a:lnTo>
                <a:lnTo>
                  <a:pt x="3277837" y="1404353"/>
                </a:lnTo>
                <a:lnTo>
                  <a:pt x="3320847" y="1403816"/>
                </a:lnTo>
                <a:lnTo>
                  <a:pt x="3320691" y="1403816"/>
                </a:lnTo>
                <a:lnTo>
                  <a:pt x="3357662" y="1402832"/>
                </a:lnTo>
                <a:lnTo>
                  <a:pt x="3357483" y="1402854"/>
                </a:lnTo>
                <a:lnTo>
                  <a:pt x="3373856" y="1402138"/>
                </a:lnTo>
                <a:lnTo>
                  <a:pt x="3373699" y="1402138"/>
                </a:lnTo>
                <a:lnTo>
                  <a:pt x="3388729" y="1401266"/>
                </a:lnTo>
                <a:lnTo>
                  <a:pt x="3388505" y="1401289"/>
                </a:lnTo>
                <a:lnTo>
                  <a:pt x="3402261" y="1400237"/>
                </a:lnTo>
                <a:lnTo>
                  <a:pt x="3401992" y="1400260"/>
                </a:lnTo>
                <a:lnTo>
                  <a:pt x="3414539" y="1398985"/>
                </a:lnTo>
                <a:lnTo>
                  <a:pt x="3414204" y="1399030"/>
                </a:lnTo>
                <a:lnTo>
                  <a:pt x="3425566" y="1397554"/>
                </a:lnTo>
                <a:lnTo>
                  <a:pt x="3425164" y="1397621"/>
                </a:lnTo>
                <a:lnTo>
                  <a:pt x="3435408" y="1395899"/>
                </a:lnTo>
                <a:lnTo>
                  <a:pt x="3434916" y="1395988"/>
                </a:lnTo>
                <a:lnTo>
                  <a:pt x="3444108" y="1394020"/>
                </a:lnTo>
                <a:lnTo>
                  <a:pt x="3443504" y="1394154"/>
                </a:lnTo>
                <a:lnTo>
                  <a:pt x="3451713" y="1391917"/>
                </a:lnTo>
                <a:lnTo>
                  <a:pt x="3450974" y="1392141"/>
                </a:lnTo>
                <a:lnTo>
                  <a:pt x="3458221" y="1389613"/>
                </a:lnTo>
                <a:lnTo>
                  <a:pt x="3457372" y="1389949"/>
                </a:lnTo>
                <a:lnTo>
                  <a:pt x="3463746" y="1387108"/>
                </a:lnTo>
                <a:lnTo>
                  <a:pt x="3462762" y="1387623"/>
                </a:lnTo>
                <a:lnTo>
                  <a:pt x="3468308" y="1384447"/>
                </a:lnTo>
                <a:lnTo>
                  <a:pt x="3467235" y="1385140"/>
                </a:lnTo>
                <a:lnTo>
                  <a:pt x="3472021" y="1381629"/>
                </a:lnTo>
                <a:lnTo>
                  <a:pt x="3470947" y="1382546"/>
                </a:lnTo>
                <a:lnTo>
                  <a:pt x="3475018" y="1378677"/>
                </a:lnTo>
                <a:lnTo>
                  <a:pt x="3474011" y="1379772"/>
                </a:lnTo>
                <a:lnTo>
                  <a:pt x="3477434" y="1375522"/>
                </a:lnTo>
                <a:lnTo>
                  <a:pt x="3476584" y="1376708"/>
                </a:lnTo>
                <a:lnTo>
                  <a:pt x="3479403" y="1372078"/>
                </a:lnTo>
                <a:lnTo>
                  <a:pt x="3478776" y="1373264"/>
                </a:lnTo>
                <a:lnTo>
                  <a:pt x="3481057" y="1368209"/>
                </a:lnTo>
                <a:lnTo>
                  <a:pt x="3480632" y="1369327"/>
                </a:lnTo>
                <a:lnTo>
                  <a:pt x="3482421" y="1363848"/>
                </a:lnTo>
                <a:lnTo>
                  <a:pt x="3482153" y="1364810"/>
                </a:lnTo>
                <a:lnTo>
                  <a:pt x="3483540" y="1358860"/>
                </a:lnTo>
                <a:lnTo>
                  <a:pt x="3483383" y="1359643"/>
                </a:lnTo>
                <a:lnTo>
                  <a:pt x="3484390" y="1353246"/>
                </a:lnTo>
                <a:lnTo>
                  <a:pt x="3484322" y="1353850"/>
                </a:lnTo>
                <a:lnTo>
                  <a:pt x="3485015" y="1346961"/>
                </a:lnTo>
                <a:lnTo>
                  <a:pt x="3484971" y="1347431"/>
                </a:lnTo>
                <a:lnTo>
                  <a:pt x="3485419" y="1340028"/>
                </a:lnTo>
                <a:lnTo>
                  <a:pt x="3485395" y="1340340"/>
                </a:lnTo>
                <a:lnTo>
                  <a:pt x="3485642" y="1332445"/>
                </a:lnTo>
                <a:lnTo>
                  <a:pt x="3485642" y="1332713"/>
                </a:lnTo>
                <a:lnTo>
                  <a:pt x="3485776" y="1315246"/>
                </a:lnTo>
                <a:lnTo>
                  <a:pt x="3485776" y="1315335"/>
                </a:lnTo>
                <a:lnTo>
                  <a:pt x="3484881" y="110243"/>
                </a:lnTo>
                <a:lnTo>
                  <a:pt x="3484881" y="110422"/>
                </a:lnTo>
                <a:lnTo>
                  <a:pt x="3484725" y="101431"/>
                </a:lnTo>
                <a:lnTo>
                  <a:pt x="3484748" y="101856"/>
                </a:lnTo>
                <a:lnTo>
                  <a:pt x="3484300" y="93424"/>
                </a:lnTo>
                <a:lnTo>
                  <a:pt x="3484344" y="93961"/>
                </a:lnTo>
                <a:lnTo>
                  <a:pt x="3483518" y="86088"/>
                </a:lnTo>
                <a:lnTo>
                  <a:pt x="3483607" y="86759"/>
                </a:lnTo>
                <a:lnTo>
                  <a:pt x="3482399" y="79422"/>
                </a:lnTo>
                <a:lnTo>
                  <a:pt x="3482556" y="80228"/>
                </a:lnTo>
                <a:lnTo>
                  <a:pt x="3480900" y="73383"/>
                </a:lnTo>
                <a:lnTo>
                  <a:pt x="3481169" y="74323"/>
                </a:lnTo>
                <a:lnTo>
                  <a:pt x="3479043" y="67994"/>
                </a:lnTo>
                <a:lnTo>
                  <a:pt x="3479447" y="69045"/>
                </a:lnTo>
                <a:lnTo>
                  <a:pt x="3476808" y="63162"/>
                </a:lnTo>
                <a:lnTo>
                  <a:pt x="3477367" y="64280"/>
                </a:lnTo>
                <a:lnTo>
                  <a:pt x="3474146" y="58868"/>
                </a:lnTo>
                <a:lnTo>
                  <a:pt x="3474907" y="59964"/>
                </a:lnTo>
                <a:lnTo>
                  <a:pt x="3471082" y="54998"/>
                </a:lnTo>
                <a:lnTo>
                  <a:pt x="3471954" y="56027"/>
                </a:lnTo>
                <a:lnTo>
                  <a:pt x="3467480" y="51465"/>
                </a:lnTo>
                <a:lnTo>
                  <a:pt x="3468465" y="52360"/>
                </a:lnTo>
                <a:lnTo>
                  <a:pt x="3463299" y="48199"/>
                </a:lnTo>
                <a:lnTo>
                  <a:pt x="3464282" y="48915"/>
                </a:lnTo>
                <a:lnTo>
                  <a:pt x="3458378" y="45135"/>
                </a:lnTo>
                <a:lnTo>
                  <a:pt x="3459317" y="45672"/>
                </a:lnTo>
                <a:lnTo>
                  <a:pt x="3452652" y="42272"/>
                </a:lnTo>
                <a:lnTo>
                  <a:pt x="3453502" y="42675"/>
                </a:lnTo>
                <a:lnTo>
                  <a:pt x="3446009" y="39610"/>
                </a:lnTo>
                <a:lnTo>
                  <a:pt x="3446770" y="39902"/>
                </a:lnTo>
                <a:lnTo>
                  <a:pt x="3438427" y="37173"/>
                </a:lnTo>
                <a:lnTo>
                  <a:pt x="3439076" y="37352"/>
                </a:lnTo>
                <a:lnTo>
                  <a:pt x="3429838" y="34936"/>
                </a:lnTo>
                <a:lnTo>
                  <a:pt x="3430375" y="35070"/>
                </a:lnTo>
                <a:lnTo>
                  <a:pt x="3420198" y="32945"/>
                </a:lnTo>
                <a:lnTo>
                  <a:pt x="3420646" y="33035"/>
                </a:lnTo>
                <a:lnTo>
                  <a:pt x="3409485" y="31178"/>
                </a:lnTo>
                <a:lnTo>
                  <a:pt x="3409865" y="31223"/>
                </a:lnTo>
                <a:lnTo>
                  <a:pt x="3397698" y="29613"/>
                </a:lnTo>
                <a:lnTo>
                  <a:pt x="3398011" y="29658"/>
                </a:lnTo>
                <a:lnTo>
                  <a:pt x="3384770" y="28294"/>
                </a:lnTo>
                <a:lnTo>
                  <a:pt x="3385017" y="28316"/>
                </a:lnTo>
                <a:lnTo>
                  <a:pt x="3370657" y="27153"/>
                </a:lnTo>
                <a:lnTo>
                  <a:pt x="3370880" y="27175"/>
                </a:lnTo>
                <a:lnTo>
                  <a:pt x="3355381" y="26214"/>
                </a:lnTo>
                <a:lnTo>
                  <a:pt x="3355627" y="26236"/>
                </a:lnTo>
                <a:lnTo>
                  <a:pt x="3321026" y="24849"/>
                </a:lnTo>
                <a:lnTo>
                  <a:pt x="3321251" y="24849"/>
                </a:lnTo>
                <a:lnTo>
                  <a:pt x="3281551" y="24021"/>
                </a:lnTo>
                <a:lnTo>
                  <a:pt x="3281685" y="24021"/>
                </a:lnTo>
                <a:lnTo>
                  <a:pt x="3236594" y="23619"/>
                </a:lnTo>
                <a:lnTo>
                  <a:pt x="3236684" y="23619"/>
                </a:lnTo>
                <a:lnTo>
                  <a:pt x="3128878" y="23485"/>
                </a:lnTo>
                <a:lnTo>
                  <a:pt x="3128901" y="23485"/>
                </a:lnTo>
                <a:lnTo>
                  <a:pt x="345134" y="22366"/>
                </a:lnTo>
                <a:lnTo>
                  <a:pt x="288570" y="22433"/>
                </a:lnTo>
                <a:lnTo>
                  <a:pt x="288636" y="22433"/>
                </a:lnTo>
                <a:lnTo>
                  <a:pt x="238827" y="22746"/>
                </a:lnTo>
                <a:lnTo>
                  <a:pt x="238939" y="22746"/>
                </a:lnTo>
                <a:lnTo>
                  <a:pt x="195481" y="23395"/>
                </a:lnTo>
                <a:lnTo>
                  <a:pt x="195660" y="23395"/>
                </a:lnTo>
                <a:lnTo>
                  <a:pt x="158085" y="24558"/>
                </a:lnTo>
                <a:lnTo>
                  <a:pt x="158286" y="24558"/>
                </a:lnTo>
                <a:lnTo>
                  <a:pt x="141601" y="25364"/>
                </a:lnTo>
                <a:lnTo>
                  <a:pt x="141758" y="25341"/>
                </a:lnTo>
                <a:lnTo>
                  <a:pt x="126369" y="26325"/>
                </a:lnTo>
                <a:lnTo>
                  <a:pt x="126593" y="26325"/>
                </a:lnTo>
                <a:lnTo>
                  <a:pt x="112480" y="27488"/>
                </a:lnTo>
                <a:lnTo>
                  <a:pt x="112726" y="27466"/>
                </a:lnTo>
                <a:lnTo>
                  <a:pt x="99821" y="28852"/>
                </a:lnTo>
                <a:lnTo>
                  <a:pt x="100133" y="28808"/>
                </a:lnTo>
                <a:lnTo>
                  <a:pt x="88391" y="30418"/>
                </a:lnTo>
                <a:lnTo>
                  <a:pt x="88771" y="30351"/>
                </a:lnTo>
                <a:lnTo>
                  <a:pt x="78125" y="32185"/>
                </a:lnTo>
                <a:lnTo>
                  <a:pt x="78595" y="32096"/>
                </a:lnTo>
                <a:lnTo>
                  <a:pt x="68977" y="34198"/>
                </a:lnTo>
                <a:lnTo>
                  <a:pt x="69559" y="34064"/>
                </a:lnTo>
                <a:lnTo>
                  <a:pt x="60949" y="36434"/>
                </a:lnTo>
                <a:lnTo>
                  <a:pt x="61642" y="36211"/>
                </a:lnTo>
                <a:lnTo>
                  <a:pt x="53970" y="38873"/>
                </a:lnTo>
                <a:lnTo>
                  <a:pt x="54775" y="38559"/>
                </a:lnTo>
                <a:lnTo>
                  <a:pt x="47976" y="41534"/>
                </a:lnTo>
                <a:lnTo>
                  <a:pt x="48914" y="41064"/>
                </a:lnTo>
                <a:lnTo>
                  <a:pt x="42943" y="44375"/>
                </a:lnTo>
                <a:lnTo>
                  <a:pt x="43950" y="43726"/>
                </a:lnTo>
                <a:lnTo>
                  <a:pt x="38760" y="47372"/>
                </a:lnTo>
                <a:lnTo>
                  <a:pt x="39789" y="46544"/>
                </a:lnTo>
                <a:lnTo>
                  <a:pt x="35339" y="50547"/>
                </a:lnTo>
                <a:lnTo>
                  <a:pt x="36323" y="49541"/>
                </a:lnTo>
                <a:lnTo>
                  <a:pt x="32521" y="53903"/>
                </a:lnTo>
                <a:lnTo>
                  <a:pt x="33393" y="52785"/>
                </a:lnTo>
                <a:lnTo>
                  <a:pt x="30217" y="57548"/>
                </a:lnTo>
                <a:lnTo>
                  <a:pt x="30888" y="56386"/>
                </a:lnTo>
                <a:lnTo>
                  <a:pt x="28272" y="61529"/>
                </a:lnTo>
                <a:lnTo>
                  <a:pt x="28763" y="60434"/>
                </a:lnTo>
                <a:lnTo>
                  <a:pt x="26661" y="66025"/>
                </a:lnTo>
                <a:lnTo>
                  <a:pt x="26974" y="65019"/>
                </a:lnTo>
                <a:lnTo>
                  <a:pt x="25318" y="71058"/>
                </a:lnTo>
                <a:lnTo>
                  <a:pt x="25521" y="70207"/>
                </a:lnTo>
                <a:lnTo>
                  <a:pt x="24267" y="76694"/>
                </a:lnTo>
                <a:lnTo>
                  <a:pt x="24379" y="76023"/>
                </a:lnTo>
                <a:lnTo>
                  <a:pt x="23485" y="82957"/>
                </a:lnTo>
                <a:lnTo>
                  <a:pt x="23530" y="82441"/>
                </a:lnTo>
                <a:lnTo>
                  <a:pt x="22925" y="89890"/>
                </a:lnTo>
                <a:lnTo>
                  <a:pt x="22947" y="89487"/>
                </a:lnTo>
                <a:lnTo>
                  <a:pt x="22590" y="97427"/>
                </a:lnTo>
                <a:lnTo>
                  <a:pt x="22590" y="97070"/>
                </a:lnTo>
                <a:lnTo>
                  <a:pt x="22366" y="114560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text-92 Type">
            <a:extLst xmlns:a="http://schemas.openxmlformats.org/drawingml/2006/main">
              <a:ext uri="{FF2B5EF4-FFF2-40B4-BE49-F238E27FC236}">
                <a16:creationId xmlns:a16="http://schemas.microsoft.com/office/drawing/2014/main" id="{346C014A-0262-42B7-BEC0-2448AF0F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612" y="5596928"/>
            <a:ext cx="667404" cy="41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13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Type</a:t>
            </a:r>
          </a:p>
        </p:txBody>
      </p:sp>
      <p:sp>
        <p:nvSpPr>
          <p:cNvPr id="150" name="text-93 4">
            <a:extLst xmlns:a="http://schemas.openxmlformats.org/drawingml/2006/main">
              <a:ext uri="{FF2B5EF4-FFF2-40B4-BE49-F238E27FC236}">
                <a16:creationId xmlns:a16="http://schemas.microsoft.com/office/drawing/2014/main" id="{4556C259-AECC-4E75-BF6B-226542A9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867" y="5622250"/>
            <a:ext cx="182505" cy="37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3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3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3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51" name="text-94 -">
            <a:extLst xmlns:a="http://schemas.openxmlformats.org/drawingml/2006/main">
              <a:ext uri="{FF2B5EF4-FFF2-40B4-BE49-F238E27FC236}">
                <a16:creationId xmlns:a16="http://schemas.microsoft.com/office/drawing/2014/main" id="{EC6640A1-57F9-426A-BEE9-219C010E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8248" y="5622133"/>
            <a:ext cx="137706" cy="37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52" name="text-95 Motion">
            <a:extLst xmlns:a="http://schemas.openxmlformats.org/drawingml/2006/main">
              <a:ext uri="{FF2B5EF4-FFF2-40B4-BE49-F238E27FC236}">
                <a16:creationId xmlns:a16="http://schemas.microsoft.com/office/drawing/2014/main" id="{AF0A6CDE-C6CB-4A13-9B31-D14A955B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8895" y="5621864"/>
            <a:ext cx="884289" cy="376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6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6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6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Motion</a:t>
            </a:r>
          </a:p>
        </p:txBody>
      </p:sp>
      <p:sp>
        <p:nvSpPr>
          <p:cNvPr id="153" name="text-95 Trend">
            <a:extLst xmlns:a="http://schemas.openxmlformats.org/drawingml/2006/main">
              <a:ext uri="{FF2B5EF4-FFF2-40B4-BE49-F238E27FC236}">
                <a16:creationId xmlns:a16="http://schemas.microsoft.com/office/drawing/2014/main" id="{DF8AABAC-C6B1-4D2D-B4E1-1E231578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5781" y="5622354"/>
            <a:ext cx="738820" cy="37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2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2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2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Trend</a:t>
            </a:r>
          </a:p>
        </p:txBody>
      </p:sp>
      <p:sp>
        <p:nvSpPr>
          <p:cNvPr id="154" name="text-96 How">
            <a:extLst xmlns:a="http://schemas.openxmlformats.org/drawingml/2006/main">
              <a:ext uri="{FF2B5EF4-FFF2-40B4-BE49-F238E27FC236}">
                <a16:creationId xmlns:a16="http://schemas.microsoft.com/office/drawing/2014/main" id="{41E89355-4FC5-4871-A06D-A73BB154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7356" y="5981103"/>
            <a:ext cx="427649" cy="281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</a:t>
            </a:r>
          </a:p>
        </p:txBody>
      </p:sp>
      <p:sp>
        <p:nvSpPr>
          <p:cNvPr id="155" name="text-96 does">
            <a:extLst xmlns:a="http://schemas.openxmlformats.org/drawingml/2006/main">
              <a:ext uri="{FF2B5EF4-FFF2-40B4-BE49-F238E27FC236}">
                <a16:creationId xmlns:a16="http://schemas.microsoft.com/office/drawing/2014/main" id="{AB17186C-006C-4FA6-9FE8-89ED5528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9088" y="5981051"/>
            <a:ext cx="405359" cy="282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does</a:t>
            </a:r>
          </a:p>
        </p:txBody>
      </p:sp>
      <p:sp>
        <p:nvSpPr>
          <p:cNvPr id="156" name="text-96 the">
            <a:extLst xmlns:a="http://schemas.openxmlformats.org/drawingml/2006/main">
              <a:ext uri="{FF2B5EF4-FFF2-40B4-BE49-F238E27FC236}">
                <a16:creationId xmlns:a16="http://schemas.microsoft.com/office/drawing/2014/main" id="{B9B311FD-AD1D-4217-8F1F-314E6895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8456" y="5981153"/>
            <a:ext cx="282152" cy="281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57" name="text-96 silver">
            <a:extLst xmlns:a="http://schemas.openxmlformats.org/drawingml/2006/main">
              <a:ext uri="{FF2B5EF4-FFF2-40B4-BE49-F238E27FC236}">
                <a16:creationId xmlns:a16="http://schemas.microsoft.com/office/drawing/2014/main" id="{A65C7E5A-69B5-41A6-93DC-503DE439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4808" y="5981095"/>
            <a:ext cx="483514" cy="281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silver</a:t>
            </a:r>
          </a:p>
        </p:txBody>
      </p:sp>
      <p:sp>
        <p:nvSpPr>
          <p:cNvPr id="158" name="text-96 car">
            <a:extLst xmlns:a="http://schemas.openxmlformats.org/drawingml/2006/main">
              <a:ext uri="{FF2B5EF4-FFF2-40B4-BE49-F238E27FC236}">
                <a16:creationId xmlns:a16="http://schemas.microsoft.com/office/drawing/2014/main" id="{04FEE138-2F1D-4CF3-AB7A-366EAB77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2456" y="5980952"/>
            <a:ext cx="282242" cy="282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car</a:t>
            </a:r>
          </a:p>
        </p:txBody>
      </p:sp>
      <p:sp>
        <p:nvSpPr>
          <p:cNvPr id="159" name="text-96 move">
            <a:extLst xmlns:a="http://schemas.openxmlformats.org/drawingml/2006/main">
              <a:ext uri="{FF2B5EF4-FFF2-40B4-BE49-F238E27FC236}">
                <a16:creationId xmlns:a16="http://schemas.microsoft.com/office/drawing/2014/main" id="{54582615-65F4-4F58-BAB8-9219B844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8809" y="5981120"/>
            <a:ext cx="483453" cy="28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move</a:t>
            </a:r>
          </a:p>
        </p:txBody>
      </p:sp>
      <p:sp>
        <p:nvSpPr>
          <p:cNvPr id="160" name="text-97 over">
            <a:extLst xmlns:a="http://schemas.openxmlformats.org/drawingml/2006/main">
              <a:ext uri="{FF2B5EF4-FFF2-40B4-BE49-F238E27FC236}">
                <a16:creationId xmlns:a16="http://schemas.microsoft.com/office/drawing/2014/main" id="{1399729A-5E11-4EA5-8348-F7FCF968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3369" y="6222636"/>
            <a:ext cx="394051" cy="281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</a:t>
            </a:r>
          </a:p>
        </p:txBody>
      </p:sp>
      <p:sp>
        <p:nvSpPr>
          <p:cNvPr id="161" name="text-97 the">
            <a:extLst xmlns:a="http://schemas.openxmlformats.org/drawingml/2006/main">
              <a:ext uri="{FF2B5EF4-FFF2-40B4-BE49-F238E27FC236}">
                <a16:creationId xmlns:a16="http://schemas.microsoft.com/office/drawing/2014/main" id="{B49B07A8-5085-4281-B9E9-46CDFE17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1554" y="6222708"/>
            <a:ext cx="282152" cy="281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62" name="text-97 clip?">
            <a:extLst xmlns:a="http://schemas.openxmlformats.org/drawingml/2006/main">
              <a:ext uri="{FF2B5EF4-FFF2-40B4-BE49-F238E27FC236}">
                <a16:creationId xmlns:a16="http://schemas.microsoft.com/office/drawing/2014/main" id="{CCF46836-A99B-4FF1-ABD4-496E6892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7905" y="6222616"/>
            <a:ext cx="427549" cy="282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clip?</a:t>
            </a:r>
          </a:p>
        </p:txBody>
      </p:sp>
      <p:sp>
        <p:nvSpPr>
          <p:cNvPr id="163" name="text-98 It">
            <a:extLst xmlns:a="http://schemas.openxmlformats.org/drawingml/2006/main">
              <a:ext uri="{FF2B5EF4-FFF2-40B4-BE49-F238E27FC236}">
                <a16:creationId xmlns:a16="http://schemas.microsoft.com/office/drawing/2014/main" id="{DA4BCF72-CB59-4ADE-B047-EDC06C22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6173" y="6464070"/>
            <a:ext cx="159303" cy="282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</a:t>
            </a:r>
          </a:p>
        </p:txBody>
      </p:sp>
      <p:sp>
        <p:nvSpPr>
          <p:cNvPr id="164" name="text-98 moves">
            <a:extLst xmlns:a="http://schemas.openxmlformats.org/drawingml/2006/main">
              <a:ext uri="{FF2B5EF4-FFF2-40B4-BE49-F238E27FC236}">
                <a16:creationId xmlns:a16="http://schemas.microsoft.com/office/drawing/2014/main" id="{99889FD9-2B0F-4730-8B15-D1C5EA6F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9511" y="6464183"/>
            <a:ext cx="561918" cy="282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moves</a:t>
            </a:r>
          </a:p>
        </p:txBody>
      </p:sp>
      <p:sp>
        <p:nvSpPr>
          <p:cNvPr id="165" name="text-98 steadily">
            <a:extLst xmlns:a="http://schemas.openxmlformats.org/drawingml/2006/main">
              <a:ext uri="{FF2B5EF4-FFF2-40B4-BE49-F238E27FC236}">
                <a16:creationId xmlns:a16="http://schemas.microsoft.com/office/drawing/2014/main" id="{0D916252-2658-4C44-88E2-0FF4DE95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5441" y="6464201"/>
            <a:ext cx="662509" cy="28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steadily</a:t>
            </a:r>
          </a:p>
        </p:txBody>
      </p:sp>
      <p:sp>
        <p:nvSpPr>
          <p:cNvPr id="166" name="text-98 forward">
            <a:extLst xmlns:a="http://schemas.openxmlformats.org/drawingml/2006/main">
              <a:ext uri="{FF2B5EF4-FFF2-40B4-BE49-F238E27FC236}">
                <a16:creationId xmlns:a16="http://schemas.microsoft.com/office/drawing/2014/main" id="{831AE995-701E-489B-8B3C-0215454F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2020" y="6464131"/>
            <a:ext cx="673705" cy="282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forward</a:t>
            </a:r>
          </a:p>
        </p:txBody>
      </p:sp>
      <p:sp>
        <p:nvSpPr>
          <p:cNvPr id="167" name="text-98 with">
            <a:extLst xmlns:a="http://schemas.openxmlformats.org/drawingml/2006/main">
              <a:ext uri="{FF2B5EF4-FFF2-40B4-BE49-F238E27FC236}">
                <a16:creationId xmlns:a16="http://schemas.microsoft.com/office/drawing/2014/main" id="{582FB769-69C4-4B10-8CC7-90790BBC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9781" y="6464263"/>
            <a:ext cx="394103" cy="281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</a:t>
            </a:r>
          </a:p>
        </p:txBody>
      </p:sp>
      <p:sp>
        <p:nvSpPr>
          <p:cNvPr id="168" name="text-99 a">
            <a:extLst xmlns:a="http://schemas.openxmlformats.org/drawingml/2006/main">
              <a:ext uri="{FF2B5EF4-FFF2-40B4-BE49-F238E27FC236}">
                <a16:creationId xmlns:a16="http://schemas.microsoft.com/office/drawing/2014/main" id="{91945420-5960-43D7-9909-5EA37A60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3369" y="6705874"/>
            <a:ext cx="125578" cy="281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69" name="text-99 slight">
            <a:extLst xmlns:a="http://schemas.openxmlformats.org/drawingml/2006/main">
              <a:ext uri="{FF2B5EF4-FFF2-40B4-BE49-F238E27FC236}">
                <a16:creationId xmlns:a16="http://schemas.microsoft.com/office/drawing/2014/main" id="{483F063C-1507-4221-9D45-7AD4EB48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3159" y="6705813"/>
            <a:ext cx="483580" cy="281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slight</a:t>
            </a:r>
          </a:p>
        </p:txBody>
      </p:sp>
      <p:sp>
        <p:nvSpPr>
          <p:cNvPr id="170" name="text-99 leftward">
            <a:extLst xmlns:a="http://schemas.openxmlformats.org/drawingml/2006/main">
              <a:ext uri="{FF2B5EF4-FFF2-40B4-BE49-F238E27FC236}">
                <a16:creationId xmlns:a16="http://schemas.microsoft.com/office/drawing/2014/main" id="{20D96920-E46E-42CA-AB78-4684CE8C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0807" y="6705689"/>
            <a:ext cx="707254" cy="28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leftward</a:t>
            </a:r>
          </a:p>
        </p:txBody>
      </p:sp>
      <p:sp>
        <p:nvSpPr>
          <p:cNvPr id="171" name="text-99 drift">
            <a:extLst xmlns:a="http://schemas.openxmlformats.org/drawingml/2006/main">
              <a:ext uri="{FF2B5EF4-FFF2-40B4-BE49-F238E27FC236}">
                <a16:creationId xmlns:a16="http://schemas.microsoft.com/office/drawing/2014/main" id="{6190D589-6096-464C-8D86-52A80536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2118" y="6705721"/>
            <a:ext cx="382949" cy="282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drift</a:t>
            </a:r>
          </a:p>
        </p:txBody>
      </p:sp>
      <p:sp>
        <p:nvSpPr>
          <p:cNvPr id="172" name="text-100 .">
            <a:extLst xmlns:a="http://schemas.openxmlformats.org/drawingml/2006/main">
              <a:ext uri="{FF2B5EF4-FFF2-40B4-BE49-F238E27FC236}">
                <a16:creationId xmlns:a16="http://schemas.microsoft.com/office/drawing/2014/main" id="{B04E2D8D-02F7-4580-ABBF-091E9822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794" y="6705747"/>
            <a:ext cx="86580" cy="281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A60F552-CB12-4EC0-9B0D-008B9A212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34e4fdbf84d06"/>
          <a:stretch xmlns:a="http://schemas.openxmlformats.org/drawingml/2006/main"/>
        </p:blipFill>
        <p:spPr>
          <a:xfrm xmlns:a="http://schemas.openxmlformats.org/drawingml/2006/main">
            <a:off x="5248275" y="6010275"/>
            <a:ext cx="285750" cy="266700"/>
          </a:xfrm>
          <a:prstGeom xmlns:a="http://schemas.openxmlformats.org/drawingml/2006/main" prst="rect">
            <a:avLst/>
          </a:prstGeom>
        </p:spPr>
      </p:pic>
      <p:pic>
        <p:nvPic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CFD8A0E-B110-4581-9924-6D43BE39C1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4a13ed6b2480a"/>
          <a:stretch xmlns:a="http://schemas.openxmlformats.org/drawingml/2006/main"/>
        </p:blipFill>
        <p:spPr>
          <a:xfrm xmlns:a="http://schemas.openxmlformats.org/drawingml/2006/main">
            <a:off x="5238750" y="6496050"/>
            <a:ext cx="285750" cy="228600"/>
          </a:xfrm>
          <a:prstGeom xmlns:a="http://schemas.openxmlformats.org/drawingml/2006/main" prst="rect">
            <a:avLst/>
          </a:prstGeom>
        </p:spPr>
      </p:pic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A052980-0730-405C-8E8B-0ECEE66812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101dc6de04e95"/>
          <a:stretch xmlns:a="http://schemas.openxmlformats.org/drawingml/2006/main"/>
        </p:blipFill>
        <p:spPr>
          <a:xfrm xmlns:a="http://schemas.openxmlformats.org/drawingml/2006/main">
            <a:off x="4924425" y="595312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335CDF7-8DED-444B-8E3F-C511E11094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d5b6492a34e9a"/>
          <a:stretch xmlns:a="http://schemas.openxmlformats.org/drawingml/2006/main"/>
        </p:blipFill>
        <p:spPr>
          <a:xfrm xmlns:a="http://schemas.openxmlformats.org/drawingml/2006/main">
            <a:off x="4867275" y="6410325"/>
            <a:ext cx="390525" cy="390525"/>
          </a:xfrm>
          <a:prstGeom xmlns:a="http://schemas.openxmlformats.org/drawingml/2006/main" prst="rect">
            <a:avLst/>
          </a:prstGeom>
        </p:spPr>
      </p:pic>
      <p:sp>
        <p:nvSpPr>
          <p:cNvPr id="177" name="path-106">
            <a:extLst xmlns:a="http://schemas.openxmlformats.org/drawingml/2006/main">
              <a:ext uri="{FF2B5EF4-FFF2-40B4-BE49-F238E27FC236}">
                <a16:creationId xmlns:a16="http://schemas.microsoft.com/office/drawing/2014/main" id="{8F1270E6-E2C9-436B-9F9F-F0CC8AA0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668" y="7082745"/>
            <a:ext cx="3485776" cy="1254746"/>
          </a:xfrm>
          <a:custGeom xmlns:a="http://schemas.openxmlformats.org/drawingml/2006/main">
            <a:pathLst>
              <a:path w="3485776" h="1254746">
                <a:moveTo>
                  <a:pt x="0" y="92216"/>
                </a:moveTo>
                <a:cubicBezTo>
                  <a:pt x="0" y="3713"/>
                  <a:pt x="13464" y="0"/>
                  <a:pt x="333951" y="0"/>
                </a:cubicBezTo>
                <a:lnTo>
                  <a:pt x="3117718" y="984"/>
                </a:lnTo>
                <a:cubicBezTo>
                  <a:pt x="3438203" y="984"/>
                  <a:pt x="3484881" y="0"/>
                  <a:pt x="3484881" y="88481"/>
                </a:cubicBezTo>
                <a:lnTo>
                  <a:pt x="3485776" y="1165012"/>
                </a:lnTo>
                <a:cubicBezTo>
                  <a:pt x="3485776" y="1253515"/>
                  <a:pt x="3481281" y="1254746"/>
                  <a:pt x="3160818" y="1254746"/>
                </a:cubicBezTo>
                <a:lnTo>
                  <a:pt x="333951" y="1250025"/>
                </a:lnTo>
                <a:cubicBezTo>
                  <a:pt x="13464" y="1250025"/>
                  <a:pt x="895" y="1246559"/>
                  <a:pt x="895" y="1158078"/>
                </a:cubicBezTo>
                <a:lnTo>
                  <a:pt x="0" y="9221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07">
            <a:extLst xmlns:a="http://schemas.openxmlformats.org/drawingml/2006/main">
              <a:ext uri="{FF2B5EF4-FFF2-40B4-BE49-F238E27FC236}">
                <a16:creationId xmlns:a16="http://schemas.microsoft.com/office/drawing/2014/main" id="{7FFFCA26-96F2-4FF3-8AE8-BF4C53A8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85" y="7071562"/>
            <a:ext cx="3508142" cy="1277112"/>
          </a:xfrm>
          <a:custGeom xmlns:a="http://schemas.openxmlformats.org/drawingml/2006/main">
            <a:pathLst>
              <a:path w="3508142" h="1277112">
                <a:moveTo>
                  <a:pt x="224" y="87407"/>
                </a:moveTo>
                <a:lnTo>
                  <a:pt x="627" y="79870"/>
                </a:lnTo>
                <a:lnTo>
                  <a:pt x="1276" y="72713"/>
                </a:lnTo>
                <a:lnTo>
                  <a:pt x="2281" y="65824"/>
                </a:lnTo>
                <a:lnTo>
                  <a:pt x="3713" y="59203"/>
                </a:lnTo>
                <a:lnTo>
                  <a:pt x="5659" y="52807"/>
                </a:lnTo>
                <a:lnTo>
                  <a:pt x="8253" y="46700"/>
                </a:lnTo>
                <a:lnTo>
                  <a:pt x="11541" y="40907"/>
                </a:lnTo>
                <a:lnTo>
                  <a:pt x="15566" y="35517"/>
                </a:lnTo>
                <a:lnTo>
                  <a:pt x="20353" y="30596"/>
                </a:lnTo>
                <a:lnTo>
                  <a:pt x="25855" y="26191"/>
                </a:lnTo>
                <a:lnTo>
                  <a:pt x="32074" y="22299"/>
                </a:lnTo>
                <a:lnTo>
                  <a:pt x="38985" y="18899"/>
                </a:lnTo>
                <a:lnTo>
                  <a:pt x="46589" y="15925"/>
                </a:lnTo>
                <a:lnTo>
                  <a:pt x="54977" y="13331"/>
                </a:lnTo>
                <a:lnTo>
                  <a:pt x="64191" y="11049"/>
                </a:lnTo>
                <a:lnTo>
                  <a:pt x="74278" y="9081"/>
                </a:lnTo>
                <a:lnTo>
                  <a:pt x="85349" y="7380"/>
                </a:lnTo>
                <a:lnTo>
                  <a:pt x="97428" y="5905"/>
                </a:lnTo>
                <a:lnTo>
                  <a:pt x="110601" y="4653"/>
                </a:lnTo>
                <a:lnTo>
                  <a:pt x="124938" y="3579"/>
                </a:lnTo>
                <a:lnTo>
                  <a:pt x="140482" y="2706"/>
                </a:lnTo>
                <a:lnTo>
                  <a:pt x="157346" y="1968"/>
                </a:lnTo>
                <a:lnTo>
                  <a:pt x="195079" y="939"/>
                </a:lnTo>
                <a:lnTo>
                  <a:pt x="238670" y="335"/>
                </a:lnTo>
                <a:lnTo>
                  <a:pt x="288524" y="67"/>
                </a:lnTo>
                <a:lnTo>
                  <a:pt x="345134" y="0"/>
                </a:lnTo>
                <a:lnTo>
                  <a:pt x="3128901" y="984"/>
                </a:lnTo>
                <a:lnTo>
                  <a:pt x="3236750" y="1118"/>
                </a:lnTo>
                <a:lnTo>
                  <a:pt x="3281931" y="1475"/>
                </a:lnTo>
                <a:lnTo>
                  <a:pt x="3321787" y="2214"/>
                </a:lnTo>
                <a:lnTo>
                  <a:pt x="3356567" y="3467"/>
                </a:lnTo>
                <a:lnTo>
                  <a:pt x="3372267" y="4339"/>
                </a:lnTo>
                <a:lnTo>
                  <a:pt x="3386828" y="5390"/>
                </a:lnTo>
                <a:lnTo>
                  <a:pt x="3400315" y="6620"/>
                </a:lnTo>
                <a:lnTo>
                  <a:pt x="3412795" y="8097"/>
                </a:lnTo>
                <a:lnTo>
                  <a:pt x="3424336" y="9819"/>
                </a:lnTo>
                <a:lnTo>
                  <a:pt x="3434960" y="11787"/>
                </a:lnTo>
                <a:lnTo>
                  <a:pt x="3444734" y="14091"/>
                </a:lnTo>
                <a:lnTo>
                  <a:pt x="3453725" y="16707"/>
                </a:lnTo>
                <a:lnTo>
                  <a:pt x="3461956" y="19704"/>
                </a:lnTo>
                <a:lnTo>
                  <a:pt x="3469493" y="23126"/>
                </a:lnTo>
                <a:lnTo>
                  <a:pt x="3476338" y="27040"/>
                </a:lnTo>
                <a:lnTo>
                  <a:pt x="3482489" y="31447"/>
                </a:lnTo>
                <a:lnTo>
                  <a:pt x="3487946" y="36412"/>
                </a:lnTo>
                <a:lnTo>
                  <a:pt x="3492688" y="41892"/>
                </a:lnTo>
                <a:lnTo>
                  <a:pt x="3496647" y="47841"/>
                </a:lnTo>
                <a:lnTo>
                  <a:pt x="3499890" y="54215"/>
                </a:lnTo>
                <a:lnTo>
                  <a:pt x="3502440" y="60970"/>
                </a:lnTo>
                <a:lnTo>
                  <a:pt x="3504341" y="68016"/>
                </a:lnTo>
                <a:lnTo>
                  <a:pt x="3505705" y="75419"/>
                </a:lnTo>
                <a:lnTo>
                  <a:pt x="3506599" y="83135"/>
                </a:lnTo>
                <a:lnTo>
                  <a:pt x="3507091" y="91187"/>
                </a:lnTo>
                <a:lnTo>
                  <a:pt x="3507248" y="99574"/>
                </a:lnTo>
                <a:lnTo>
                  <a:pt x="3508142" y="1176239"/>
                </a:lnTo>
                <a:lnTo>
                  <a:pt x="3508008" y="1192030"/>
                </a:lnTo>
                <a:lnTo>
                  <a:pt x="3507761" y="1199433"/>
                </a:lnTo>
                <a:lnTo>
                  <a:pt x="3507270" y="1206456"/>
                </a:lnTo>
                <a:lnTo>
                  <a:pt x="3506509" y="1213211"/>
                </a:lnTo>
                <a:lnTo>
                  <a:pt x="3505369" y="1219720"/>
                </a:lnTo>
                <a:lnTo>
                  <a:pt x="3503736" y="1225983"/>
                </a:lnTo>
                <a:lnTo>
                  <a:pt x="3501522" y="1232021"/>
                </a:lnTo>
                <a:lnTo>
                  <a:pt x="3498614" y="1237769"/>
                </a:lnTo>
                <a:lnTo>
                  <a:pt x="3494946" y="1243137"/>
                </a:lnTo>
                <a:lnTo>
                  <a:pt x="3490517" y="1248058"/>
                </a:lnTo>
                <a:lnTo>
                  <a:pt x="3485351" y="1252442"/>
                </a:lnTo>
                <a:lnTo>
                  <a:pt x="3479469" y="1256311"/>
                </a:lnTo>
                <a:lnTo>
                  <a:pt x="3472916" y="1259643"/>
                </a:lnTo>
                <a:lnTo>
                  <a:pt x="3465647" y="1262529"/>
                </a:lnTo>
                <a:lnTo>
                  <a:pt x="3457639" y="1265034"/>
                </a:lnTo>
                <a:lnTo>
                  <a:pt x="3448828" y="1267180"/>
                </a:lnTo>
                <a:lnTo>
                  <a:pt x="3439142" y="1269037"/>
                </a:lnTo>
                <a:lnTo>
                  <a:pt x="3428474" y="1270625"/>
                </a:lnTo>
                <a:lnTo>
                  <a:pt x="3416798" y="1271989"/>
                </a:lnTo>
                <a:lnTo>
                  <a:pt x="3404006" y="1273152"/>
                </a:lnTo>
                <a:lnTo>
                  <a:pt x="3390005" y="1274115"/>
                </a:lnTo>
                <a:lnTo>
                  <a:pt x="3358355" y="1275524"/>
                </a:lnTo>
                <a:lnTo>
                  <a:pt x="3321183" y="1276418"/>
                </a:lnTo>
                <a:lnTo>
                  <a:pt x="3278038" y="1276888"/>
                </a:lnTo>
                <a:lnTo>
                  <a:pt x="3172001" y="1277112"/>
                </a:lnTo>
                <a:lnTo>
                  <a:pt x="345111" y="1272392"/>
                </a:lnTo>
                <a:lnTo>
                  <a:pt x="288546" y="1272347"/>
                </a:lnTo>
                <a:lnTo>
                  <a:pt x="238692" y="1272079"/>
                </a:lnTo>
                <a:lnTo>
                  <a:pt x="195168" y="1271497"/>
                </a:lnTo>
                <a:lnTo>
                  <a:pt x="157459" y="1270468"/>
                </a:lnTo>
                <a:lnTo>
                  <a:pt x="125184" y="1268880"/>
                </a:lnTo>
                <a:lnTo>
                  <a:pt x="110848" y="1267829"/>
                </a:lnTo>
                <a:lnTo>
                  <a:pt x="97718" y="1266577"/>
                </a:lnTo>
                <a:lnTo>
                  <a:pt x="85663" y="1265122"/>
                </a:lnTo>
                <a:lnTo>
                  <a:pt x="74658" y="1263423"/>
                </a:lnTo>
                <a:lnTo>
                  <a:pt x="64594" y="1261455"/>
                </a:lnTo>
                <a:lnTo>
                  <a:pt x="55423" y="1259196"/>
                </a:lnTo>
                <a:lnTo>
                  <a:pt x="47081" y="1256624"/>
                </a:lnTo>
                <a:lnTo>
                  <a:pt x="39499" y="1253648"/>
                </a:lnTo>
                <a:lnTo>
                  <a:pt x="32633" y="1250249"/>
                </a:lnTo>
                <a:lnTo>
                  <a:pt x="26459" y="1246358"/>
                </a:lnTo>
                <a:lnTo>
                  <a:pt x="20980" y="1241975"/>
                </a:lnTo>
                <a:lnTo>
                  <a:pt x="16215" y="1237054"/>
                </a:lnTo>
                <a:lnTo>
                  <a:pt x="12234" y="1231641"/>
                </a:lnTo>
                <a:lnTo>
                  <a:pt x="8991" y="1225870"/>
                </a:lnTo>
                <a:lnTo>
                  <a:pt x="6441" y="1219765"/>
                </a:lnTo>
                <a:lnTo>
                  <a:pt x="4518" y="1213390"/>
                </a:lnTo>
                <a:lnTo>
                  <a:pt x="3109" y="1206770"/>
                </a:lnTo>
                <a:lnTo>
                  <a:pt x="2125" y="1199903"/>
                </a:lnTo>
                <a:lnTo>
                  <a:pt x="1499" y="1192746"/>
                </a:lnTo>
                <a:lnTo>
                  <a:pt x="1119" y="1185232"/>
                </a:lnTo>
                <a:lnTo>
                  <a:pt x="895" y="1169351"/>
                </a:lnTo>
                <a:lnTo>
                  <a:pt x="0" y="103309"/>
                </a:lnTo>
                <a:lnTo>
                  <a:pt x="224" y="87407"/>
                </a:lnTo>
                <a:moveTo>
                  <a:pt x="22366" y="103556"/>
                </a:moveTo>
                <a:lnTo>
                  <a:pt x="22366" y="103376"/>
                </a:lnTo>
                <a:lnTo>
                  <a:pt x="23261" y="1169240"/>
                </a:lnTo>
                <a:lnTo>
                  <a:pt x="23261" y="1169105"/>
                </a:lnTo>
                <a:lnTo>
                  <a:pt x="23485" y="1184717"/>
                </a:lnTo>
                <a:lnTo>
                  <a:pt x="23463" y="1184313"/>
                </a:lnTo>
                <a:lnTo>
                  <a:pt x="23821" y="1191403"/>
                </a:lnTo>
                <a:lnTo>
                  <a:pt x="23799" y="1190979"/>
                </a:lnTo>
                <a:lnTo>
                  <a:pt x="24379" y="1197622"/>
                </a:lnTo>
                <a:lnTo>
                  <a:pt x="24312" y="1197040"/>
                </a:lnTo>
                <a:lnTo>
                  <a:pt x="25207" y="1203259"/>
                </a:lnTo>
                <a:lnTo>
                  <a:pt x="25073" y="1202498"/>
                </a:lnTo>
                <a:lnTo>
                  <a:pt x="26303" y="1208291"/>
                </a:lnTo>
                <a:lnTo>
                  <a:pt x="26057" y="1207373"/>
                </a:lnTo>
                <a:lnTo>
                  <a:pt x="27690" y="1212742"/>
                </a:lnTo>
                <a:lnTo>
                  <a:pt x="27310" y="1211667"/>
                </a:lnTo>
                <a:lnTo>
                  <a:pt x="29367" y="1216655"/>
                </a:lnTo>
                <a:lnTo>
                  <a:pt x="28808" y="1215493"/>
                </a:lnTo>
                <a:lnTo>
                  <a:pt x="31379" y="1220077"/>
                </a:lnTo>
                <a:lnTo>
                  <a:pt x="30619" y="1218892"/>
                </a:lnTo>
                <a:lnTo>
                  <a:pt x="33750" y="1223141"/>
                </a:lnTo>
                <a:lnTo>
                  <a:pt x="32812" y="1222023"/>
                </a:lnTo>
                <a:lnTo>
                  <a:pt x="36569" y="1225915"/>
                </a:lnTo>
                <a:lnTo>
                  <a:pt x="35540" y="1224976"/>
                </a:lnTo>
                <a:lnTo>
                  <a:pt x="39968" y="1228531"/>
                </a:lnTo>
                <a:lnTo>
                  <a:pt x="38917" y="1227771"/>
                </a:lnTo>
                <a:lnTo>
                  <a:pt x="44061" y="1231015"/>
                </a:lnTo>
                <a:lnTo>
                  <a:pt x="43056" y="1230456"/>
                </a:lnTo>
                <a:lnTo>
                  <a:pt x="48982" y="1233385"/>
                </a:lnTo>
                <a:lnTo>
                  <a:pt x="48110" y="1233006"/>
                </a:lnTo>
                <a:lnTo>
                  <a:pt x="54864" y="1235645"/>
                </a:lnTo>
                <a:lnTo>
                  <a:pt x="54104" y="1235376"/>
                </a:lnTo>
                <a:lnTo>
                  <a:pt x="61731" y="1237747"/>
                </a:lnTo>
                <a:lnTo>
                  <a:pt x="61104" y="1237568"/>
                </a:lnTo>
                <a:lnTo>
                  <a:pt x="69671" y="1239670"/>
                </a:lnTo>
                <a:lnTo>
                  <a:pt x="69134" y="1239559"/>
                </a:lnTo>
                <a:lnTo>
                  <a:pt x="78707" y="1241414"/>
                </a:lnTo>
                <a:lnTo>
                  <a:pt x="78282" y="1241348"/>
                </a:lnTo>
                <a:lnTo>
                  <a:pt x="88906" y="1242981"/>
                </a:lnTo>
                <a:lnTo>
                  <a:pt x="88548" y="1242935"/>
                </a:lnTo>
                <a:lnTo>
                  <a:pt x="100268" y="1244344"/>
                </a:lnTo>
                <a:lnTo>
                  <a:pt x="99978" y="1244323"/>
                </a:lnTo>
                <a:lnTo>
                  <a:pt x="112837" y="1245552"/>
                </a:lnTo>
                <a:lnTo>
                  <a:pt x="112614" y="1245530"/>
                </a:lnTo>
                <a:lnTo>
                  <a:pt x="126705" y="1246559"/>
                </a:lnTo>
                <a:lnTo>
                  <a:pt x="126436" y="1246537"/>
                </a:lnTo>
                <a:lnTo>
                  <a:pt x="158443" y="1248124"/>
                </a:lnTo>
                <a:lnTo>
                  <a:pt x="158196" y="1248124"/>
                </a:lnTo>
                <a:lnTo>
                  <a:pt x="195682" y="1249131"/>
                </a:lnTo>
                <a:lnTo>
                  <a:pt x="195525" y="1249131"/>
                </a:lnTo>
                <a:lnTo>
                  <a:pt x="238961" y="1249713"/>
                </a:lnTo>
                <a:lnTo>
                  <a:pt x="238871" y="1249713"/>
                </a:lnTo>
                <a:lnTo>
                  <a:pt x="288636" y="1249981"/>
                </a:lnTo>
                <a:lnTo>
                  <a:pt x="288592" y="1249981"/>
                </a:lnTo>
                <a:lnTo>
                  <a:pt x="345134" y="1250025"/>
                </a:lnTo>
                <a:lnTo>
                  <a:pt x="3172001" y="1254746"/>
                </a:lnTo>
                <a:lnTo>
                  <a:pt x="3171977" y="1254746"/>
                </a:lnTo>
                <a:lnTo>
                  <a:pt x="3277949" y="1254522"/>
                </a:lnTo>
                <a:lnTo>
                  <a:pt x="3277837" y="1254522"/>
                </a:lnTo>
                <a:lnTo>
                  <a:pt x="3320871" y="1254052"/>
                </a:lnTo>
                <a:lnTo>
                  <a:pt x="3320714" y="1254052"/>
                </a:lnTo>
                <a:lnTo>
                  <a:pt x="3357708" y="1253179"/>
                </a:lnTo>
                <a:lnTo>
                  <a:pt x="3357461" y="1253179"/>
                </a:lnTo>
                <a:lnTo>
                  <a:pt x="3388864" y="1251770"/>
                </a:lnTo>
                <a:lnTo>
                  <a:pt x="3388594" y="1251793"/>
                </a:lnTo>
                <a:lnTo>
                  <a:pt x="3402350" y="1250830"/>
                </a:lnTo>
                <a:lnTo>
                  <a:pt x="3402126" y="1250853"/>
                </a:lnTo>
                <a:lnTo>
                  <a:pt x="3414652" y="1249735"/>
                </a:lnTo>
                <a:lnTo>
                  <a:pt x="3414360" y="1249758"/>
                </a:lnTo>
                <a:lnTo>
                  <a:pt x="3425722" y="1248437"/>
                </a:lnTo>
                <a:lnTo>
                  <a:pt x="3425342" y="1248484"/>
                </a:lnTo>
                <a:lnTo>
                  <a:pt x="3435609" y="1246962"/>
                </a:lnTo>
                <a:lnTo>
                  <a:pt x="3435161" y="1247029"/>
                </a:lnTo>
                <a:lnTo>
                  <a:pt x="3444354" y="1245262"/>
                </a:lnTo>
                <a:lnTo>
                  <a:pt x="3443794" y="1245395"/>
                </a:lnTo>
                <a:lnTo>
                  <a:pt x="3452003" y="1243383"/>
                </a:lnTo>
                <a:lnTo>
                  <a:pt x="3451332" y="1243563"/>
                </a:lnTo>
                <a:lnTo>
                  <a:pt x="3458580" y="1241303"/>
                </a:lnTo>
                <a:lnTo>
                  <a:pt x="3457774" y="1241593"/>
                </a:lnTo>
                <a:lnTo>
                  <a:pt x="3464171" y="1239044"/>
                </a:lnTo>
                <a:lnTo>
                  <a:pt x="3463230" y="1239469"/>
                </a:lnTo>
                <a:lnTo>
                  <a:pt x="3468778" y="1236651"/>
                </a:lnTo>
                <a:lnTo>
                  <a:pt x="3467727" y="1237254"/>
                </a:lnTo>
                <a:lnTo>
                  <a:pt x="3472514" y="1234124"/>
                </a:lnTo>
                <a:lnTo>
                  <a:pt x="3471395" y="1234951"/>
                </a:lnTo>
                <a:lnTo>
                  <a:pt x="3475488" y="1231485"/>
                </a:lnTo>
                <a:lnTo>
                  <a:pt x="3474414" y="1232536"/>
                </a:lnTo>
                <a:lnTo>
                  <a:pt x="3477837" y="1228734"/>
                </a:lnTo>
                <a:lnTo>
                  <a:pt x="3476897" y="1229919"/>
                </a:lnTo>
                <a:lnTo>
                  <a:pt x="3479714" y="1225780"/>
                </a:lnTo>
                <a:lnTo>
                  <a:pt x="3478977" y="1227034"/>
                </a:lnTo>
                <a:lnTo>
                  <a:pt x="3481281" y="1222492"/>
                </a:lnTo>
                <a:lnTo>
                  <a:pt x="3480745" y="1223701"/>
                </a:lnTo>
                <a:lnTo>
                  <a:pt x="3482556" y="1218781"/>
                </a:lnTo>
                <a:lnTo>
                  <a:pt x="3482220" y="1219832"/>
                </a:lnTo>
                <a:lnTo>
                  <a:pt x="3483607" y="1214530"/>
                </a:lnTo>
                <a:lnTo>
                  <a:pt x="3483428" y="1215403"/>
                </a:lnTo>
                <a:lnTo>
                  <a:pt x="3484434" y="1209677"/>
                </a:lnTo>
                <a:lnTo>
                  <a:pt x="3484322" y="1210349"/>
                </a:lnTo>
                <a:lnTo>
                  <a:pt x="3485038" y="1204198"/>
                </a:lnTo>
                <a:lnTo>
                  <a:pt x="3484971" y="1204712"/>
                </a:lnTo>
                <a:lnTo>
                  <a:pt x="3485419" y="1198113"/>
                </a:lnTo>
                <a:lnTo>
                  <a:pt x="3485419" y="1198472"/>
                </a:lnTo>
                <a:lnTo>
                  <a:pt x="3485665" y="1191403"/>
                </a:lnTo>
                <a:lnTo>
                  <a:pt x="3485642" y="1191694"/>
                </a:lnTo>
                <a:lnTo>
                  <a:pt x="3485776" y="1176104"/>
                </a:lnTo>
                <a:lnTo>
                  <a:pt x="3485776" y="1176217"/>
                </a:lnTo>
                <a:lnTo>
                  <a:pt x="3484881" y="99686"/>
                </a:lnTo>
                <a:lnTo>
                  <a:pt x="3484881" y="99865"/>
                </a:lnTo>
                <a:lnTo>
                  <a:pt x="3484748" y="91836"/>
                </a:lnTo>
                <a:lnTo>
                  <a:pt x="3484748" y="92328"/>
                </a:lnTo>
                <a:lnTo>
                  <a:pt x="3484300" y="84790"/>
                </a:lnTo>
                <a:lnTo>
                  <a:pt x="3484344" y="85394"/>
                </a:lnTo>
                <a:lnTo>
                  <a:pt x="3483540" y="78349"/>
                </a:lnTo>
                <a:lnTo>
                  <a:pt x="3483651" y="79109"/>
                </a:lnTo>
                <a:lnTo>
                  <a:pt x="3482443" y="72533"/>
                </a:lnTo>
                <a:lnTo>
                  <a:pt x="3482646" y="73428"/>
                </a:lnTo>
                <a:lnTo>
                  <a:pt x="3480990" y="67322"/>
                </a:lnTo>
                <a:lnTo>
                  <a:pt x="3481303" y="68351"/>
                </a:lnTo>
                <a:lnTo>
                  <a:pt x="3479178" y="62693"/>
                </a:lnTo>
                <a:lnTo>
                  <a:pt x="3479670" y="63811"/>
                </a:lnTo>
                <a:lnTo>
                  <a:pt x="3477009" y="58555"/>
                </a:lnTo>
                <a:lnTo>
                  <a:pt x="3477680" y="59717"/>
                </a:lnTo>
                <a:lnTo>
                  <a:pt x="3474459" y="54886"/>
                </a:lnTo>
                <a:lnTo>
                  <a:pt x="3475287" y="55983"/>
                </a:lnTo>
                <a:lnTo>
                  <a:pt x="3471463" y="51532"/>
                </a:lnTo>
                <a:lnTo>
                  <a:pt x="3472424" y="52516"/>
                </a:lnTo>
                <a:lnTo>
                  <a:pt x="3467928" y="48445"/>
                </a:lnTo>
                <a:lnTo>
                  <a:pt x="3468935" y="49250"/>
                </a:lnTo>
                <a:lnTo>
                  <a:pt x="3463768" y="45560"/>
                </a:lnTo>
                <a:lnTo>
                  <a:pt x="3464751" y="46186"/>
                </a:lnTo>
                <a:lnTo>
                  <a:pt x="3458847" y="42809"/>
                </a:lnTo>
                <a:lnTo>
                  <a:pt x="3459764" y="43279"/>
                </a:lnTo>
                <a:lnTo>
                  <a:pt x="3453078" y="40236"/>
                </a:lnTo>
                <a:lnTo>
                  <a:pt x="3453882" y="40573"/>
                </a:lnTo>
                <a:lnTo>
                  <a:pt x="3446412" y="37844"/>
                </a:lnTo>
                <a:lnTo>
                  <a:pt x="3447106" y="38067"/>
                </a:lnTo>
                <a:lnTo>
                  <a:pt x="3438762" y="35629"/>
                </a:lnTo>
                <a:lnTo>
                  <a:pt x="3439344" y="35786"/>
                </a:lnTo>
                <a:lnTo>
                  <a:pt x="3430107" y="33639"/>
                </a:lnTo>
                <a:lnTo>
                  <a:pt x="3430599" y="33728"/>
                </a:lnTo>
                <a:lnTo>
                  <a:pt x="3420421" y="31827"/>
                </a:lnTo>
                <a:lnTo>
                  <a:pt x="3420847" y="31894"/>
                </a:lnTo>
                <a:lnTo>
                  <a:pt x="3409686" y="30239"/>
                </a:lnTo>
                <a:lnTo>
                  <a:pt x="3410022" y="30284"/>
                </a:lnTo>
                <a:lnTo>
                  <a:pt x="3397854" y="28853"/>
                </a:lnTo>
                <a:lnTo>
                  <a:pt x="3398123" y="28874"/>
                </a:lnTo>
                <a:lnTo>
                  <a:pt x="3384882" y="27667"/>
                </a:lnTo>
                <a:lnTo>
                  <a:pt x="3385106" y="27690"/>
                </a:lnTo>
                <a:lnTo>
                  <a:pt x="3370769" y="26660"/>
                </a:lnTo>
                <a:lnTo>
                  <a:pt x="3370948" y="26660"/>
                </a:lnTo>
                <a:lnTo>
                  <a:pt x="3355448" y="25811"/>
                </a:lnTo>
                <a:lnTo>
                  <a:pt x="3355672" y="25811"/>
                </a:lnTo>
                <a:lnTo>
                  <a:pt x="3321072" y="24580"/>
                </a:lnTo>
                <a:lnTo>
                  <a:pt x="3321273" y="24580"/>
                </a:lnTo>
                <a:lnTo>
                  <a:pt x="3281595" y="23842"/>
                </a:lnTo>
                <a:lnTo>
                  <a:pt x="3281707" y="23842"/>
                </a:lnTo>
                <a:lnTo>
                  <a:pt x="3236594" y="23484"/>
                </a:lnTo>
                <a:lnTo>
                  <a:pt x="3236684" y="23484"/>
                </a:lnTo>
                <a:lnTo>
                  <a:pt x="3128878" y="23350"/>
                </a:lnTo>
                <a:lnTo>
                  <a:pt x="3128901" y="23350"/>
                </a:lnTo>
                <a:lnTo>
                  <a:pt x="345134" y="22366"/>
                </a:lnTo>
                <a:lnTo>
                  <a:pt x="288570" y="22433"/>
                </a:lnTo>
                <a:lnTo>
                  <a:pt x="288614" y="22433"/>
                </a:lnTo>
                <a:lnTo>
                  <a:pt x="238827" y="22702"/>
                </a:lnTo>
                <a:lnTo>
                  <a:pt x="238917" y="22702"/>
                </a:lnTo>
                <a:lnTo>
                  <a:pt x="195459" y="23283"/>
                </a:lnTo>
                <a:lnTo>
                  <a:pt x="195615" y="23283"/>
                </a:lnTo>
                <a:lnTo>
                  <a:pt x="158062" y="24334"/>
                </a:lnTo>
                <a:lnTo>
                  <a:pt x="158242" y="24312"/>
                </a:lnTo>
                <a:lnTo>
                  <a:pt x="141533" y="25050"/>
                </a:lnTo>
                <a:lnTo>
                  <a:pt x="141690" y="25028"/>
                </a:lnTo>
                <a:lnTo>
                  <a:pt x="126303" y="25900"/>
                </a:lnTo>
                <a:lnTo>
                  <a:pt x="126504" y="25900"/>
                </a:lnTo>
                <a:lnTo>
                  <a:pt x="112368" y="26951"/>
                </a:lnTo>
                <a:lnTo>
                  <a:pt x="112614" y="26929"/>
                </a:lnTo>
                <a:lnTo>
                  <a:pt x="99687" y="28159"/>
                </a:lnTo>
                <a:lnTo>
                  <a:pt x="99978" y="28137"/>
                </a:lnTo>
                <a:lnTo>
                  <a:pt x="88212" y="29568"/>
                </a:lnTo>
                <a:lnTo>
                  <a:pt x="88570" y="29501"/>
                </a:lnTo>
                <a:lnTo>
                  <a:pt x="77924" y="31156"/>
                </a:lnTo>
                <a:lnTo>
                  <a:pt x="78349" y="31089"/>
                </a:lnTo>
                <a:lnTo>
                  <a:pt x="68732" y="32968"/>
                </a:lnTo>
                <a:lnTo>
                  <a:pt x="69268" y="32833"/>
                </a:lnTo>
                <a:lnTo>
                  <a:pt x="60658" y="34958"/>
                </a:lnTo>
                <a:lnTo>
                  <a:pt x="61283" y="34779"/>
                </a:lnTo>
                <a:lnTo>
                  <a:pt x="53612" y="37172"/>
                </a:lnTo>
                <a:lnTo>
                  <a:pt x="54372" y="36904"/>
                </a:lnTo>
                <a:lnTo>
                  <a:pt x="47573" y="39566"/>
                </a:lnTo>
                <a:lnTo>
                  <a:pt x="48446" y="39163"/>
                </a:lnTo>
                <a:lnTo>
                  <a:pt x="42474" y="42115"/>
                </a:lnTo>
                <a:lnTo>
                  <a:pt x="43458" y="41557"/>
                </a:lnTo>
                <a:lnTo>
                  <a:pt x="38269" y="44800"/>
                </a:lnTo>
                <a:lnTo>
                  <a:pt x="39320" y="44061"/>
                </a:lnTo>
                <a:lnTo>
                  <a:pt x="34869" y="47640"/>
                </a:lnTo>
                <a:lnTo>
                  <a:pt x="35898" y="46700"/>
                </a:lnTo>
                <a:lnTo>
                  <a:pt x="32096" y="50592"/>
                </a:lnTo>
                <a:lnTo>
                  <a:pt x="33035" y="49496"/>
                </a:lnTo>
                <a:lnTo>
                  <a:pt x="29859" y="53746"/>
                </a:lnTo>
                <a:lnTo>
                  <a:pt x="30642" y="52561"/>
                </a:lnTo>
                <a:lnTo>
                  <a:pt x="28025" y="57168"/>
                </a:lnTo>
                <a:lnTo>
                  <a:pt x="28606" y="56005"/>
                </a:lnTo>
                <a:lnTo>
                  <a:pt x="26482" y="60992"/>
                </a:lnTo>
                <a:lnTo>
                  <a:pt x="26884" y="59919"/>
                </a:lnTo>
                <a:lnTo>
                  <a:pt x="25230" y="65309"/>
                </a:lnTo>
                <a:lnTo>
                  <a:pt x="25475" y="64393"/>
                </a:lnTo>
                <a:lnTo>
                  <a:pt x="24223" y="70163"/>
                </a:lnTo>
                <a:lnTo>
                  <a:pt x="24357" y="69425"/>
                </a:lnTo>
                <a:lnTo>
                  <a:pt x="23463" y="75620"/>
                </a:lnTo>
                <a:lnTo>
                  <a:pt x="23530" y="75038"/>
                </a:lnTo>
                <a:lnTo>
                  <a:pt x="22925" y="81682"/>
                </a:lnTo>
                <a:lnTo>
                  <a:pt x="22947" y="81257"/>
                </a:lnTo>
                <a:lnTo>
                  <a:pt x="22590" y="88346"/>
                </a:lnTo>
                <a:lnTo>
                  <a:pt x="22590" y="87944"/>
                </a:lnTo>
                <a:lnTo>
                  <a:pt x="22366" y="103556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text-108 Type">
            <a:extLst xmlns:a="http://schemas.openxmlformats.org/drawingml/2006/main">
              <a:ext uri="{FF2B5EF4-FFF2-40B4-BE49-F238E27FC236}">
                <a16:creationId xmlns:a16="http://schemas.microsoft.com/office/drawing/2014/main" id="{11135D53-37C4-4A8A-8523-1F4B480E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612" y="7107766"/>
            <a:ext cx="667404" cy="41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1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Type</a:t>
            </a:r>
          </a:p>
        </p:txBody>
      </p:sp>
      <p:sp>
        <p:nvSpPr>
          <p:cNvPr id="180" name="text-109 5">
            <a:extLst xmlns:a="http://schemas.openxmlformats.org/drawingml/2006/main">
              <a:ext uri="{FF2B5EF4-FFF2-40B4-BE49-F238E27FC236}">
                <a16:creationId xmlns:a16="http://schemas.microsoft.com/office/drawing/2014/main" id="{000BEBF2-BDE8-4F76-BE54-21669A4C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867" y="7133088"/>
            <a:ext cx="182505" cy="37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81" name="text-110 -">
            <a:extLst xmlns:a="http://schemas.openxmlformats.org/drawingml/2006/main">
              <a:ext uri="{FF2B5EF4-FFF2-40B4-BE49-F238E27FC236}">
                <a16:creationId xmlns:a16="http://schemas.microsoft.com/office/drawing/2014/main" id="{677B48A4-CF86-46A5-BF12-B1D5D591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8248" y="7132971"/>
            <a:ext cx="137706" cy="37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82" name="text-111 Scene">
            <a:extLst xmlns:a="http://schemas.openxmlformats.org/drawingml/2006/main">
              <a:ext uri="{FF2B5EF4-FFF2-40B4-BE49-F238E27FC236}">
                <a16:creationId xmlns:a16="http://schemas.microsoft.com/office/drawing/2014/main" id="{83C51B42-8469-40E3-AE37-957A95E0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8895" y="7133020"/>
            <a:ext cx="704236" cy="375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Scene</a:t>
            </a:r>
          </a:p>
        </p:txBody>
      </p:sp>
      <p:sp>
        <p:nvSpPr>
          <p:cNvPr id="183" name="text-111 Level">
            <a:extLst xmlns:a="http://schemas.openxmlformats.org/drawingml/2006/main">
              <a:ext uri="{FF2B5EF4-FFF2-40B4-BE49-F238E27FC236}">
                <a16:creationId xmlns:a16="http://schemas.microsoft.com/office/drawing/2014/main" id="{55D40EC3-3758-48A3-BB59-BD750053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2443" y="7132586"/>
            <a:ext cx="675413" cy="376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7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7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7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Level</a:t>
            </a:r>
          </a:p>
        </p:txBody>
      </p:sp>
      <p:sp>
        <p:nvSpPr>
          <p:cNvPr id="184" name="text-112 Can">
            <a:extLst xmlns:a="http://schemas.openxmlformats.org/drawingml/2006/main">
              <a:ext uri="{FF2B5EF4-FFF2-40B4-BE49-F238E27FC236}">
                <a16:creationId xmlns:a16="http://schemas.microsoft.com/office/drawing/2014/main" id="{76C3D13D-B2FA-4196-94A0-3B18B723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9463" y="7491937"/>
            <a:ext cx="360565" cy="281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Can</a:t>
            </a:r>
          </a:p>
        </p:txBody>
      </p:sp>
      <p:sp>
        <p:nvSpPr>
          <p:cNvPr id="185" name="text-112 you">
            <a:extLst xmlns:a="http://schemas.openxmlformats.org/drawingml/2006/main">
              <a:ext uri="{FF2B5EF4-FFF2-40B4-BE49-F238E27FC236}">
                <a16:creationId xmlns:a16="http://schemas.microsoft.com/office/drawing/2014/main" id="{22574A73-EC84-44DC-8960-DAD07F70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4097" y="7491981"/>
            <a:ext cx="338191" cy="281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you</a:t>
            </a:r>
          </a:p>
        </p:txBody>
      </p:sp>
      <p:sp>
        <p:nvSpPr>
          <p:cNvPr id="186" name="text-112 sum">
            <a:extLst xmlns:a="http://schemas.openxmlformats.org/drawingml/2006/main">
              <a:ext uri="{FF2B5EF4-FFF2-40B4-BE49-F238E27FC236}">
                <a16:creationId xmlns:a16="http://schemas.microsoft.com/office/drawing/2014/main" id="{A0159E4C-6D56-49E3-BB79-137B91EF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6365" y="7492027"/>
            <a:ext cx="371741" cy="281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sum</a:t>
            </a:r>
          </a:p>
        </p:txBody>
      </p:sp>
      <p:sp>
        <p:nvSpPr>
          <p:cNvPr id="187" name="text-112 the">
            <a:extLst xmlns:a="http://schemas.openxmlformats.org/drawingml/2006/main">
              <a:ext uri="{FF2B5EF4-FFF2-40B4-BE49-F238E27FC236}">
                <a16:creationId xmlns:a16="http://schemas.microsoft.com/office/drawing/2014/main" id="{7986946E-C679-4623-819F-11E4A630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2183" y="7491992"/>
            <a:ext cx="282150" cy="281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88" name="text-112 traffic">
            <a:extLst xmlns:a="http://schemas.openxmlformats.org/drawingml/2006/main">
              <a:ext uri="{FF2B5EF4-FFF2-40B4-BE49-F238E27FC236}">
                <a16:creationId xmlns:a16="http://schemas.microsoft.com/office/drawing/2014/main" id="{82D5484E-DCA8-441B-AF5B-70484682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8535" y="7490329"/>
            <a:ext cx="528480" cy="284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traffic</a:t>
            </a:r>
          </a:p>
        </p:txBody>
      </p:sp>
      <p:sp>
        <p:nvSpPr>
          <p:cNvPr id="189" name="text-112 scene?">
            <a:extLst xmlns:a="http://schemas.openxmlformats.org/drawingml/2006/main">
              <a:ext uri="{FF2B5EF4-FFF2-40B4-BE49-F238E27FC236}">
                <a16:creationId xmlns:a16="http://schemas.microsoft.com/office/drawing/2014/main" id="{20675ECE-870B-49F6-8D5F-4BD95958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0916" y="7491856"/>
            <a:ext cx="572937" cy="282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scene?</a:t>
            </a:r>
          </a:p>
        </p:txBody>
      </p:sp>
      <p:sp>
        <p:nvSpPr>
          <p:cNvPr id="190" name="text-113 A">
            <a:extLst xmlns:a="http://schemas.openxmlformats.org/drawingml/2006/main">
              <a:ext uri="{FF2B5EF4-FFF2-40B4-BE49-F238E27FC236}">
                <a16:creationId xmlns:a16="http://schemas.microsoft.com/office/drawing/2014/main" id="{F2F4C01F-46E9-4F0E-AA10-BF860118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8280" y="7733577"/>
            <a:ext cx="181607" cy="28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91" name="text-113 multi-lane">
            <a:extLst xmlns:a="http://schemas.openxmlformats.org/drawingml/2006/main">
              <a:ext uri="{FF2B5EF4-FFF2-40B4-BE49-F238E27FC236}">
                <a16:creationId xmlns:a16="http://schemas.microsoft.com/office/drawing/2014/main" id="{29E79A6C-7133-4FB7-893E-15BF006A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3984" y="7733488"/>
            <a:ext cx="863684" cy="28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multi-lane</a:t>
            </a:r>
          </a:p>
        </p:txBody>
      </p:sp>
      <p:sp>
        <p:nvSpPr>
          <p:cNvPr id="192" name="text-113 highway">
            <a:extLst xmlns:a="http://schemas.openxmlformats.org/drawingml/2006/main">
              <a:ext uri="{FF2B5EF4-FFF2-40B4-BE49-F238E27FC236}">
                <a16:creationId xmlns:a16="http://schemas.microsoft.com/office/drawing/2014/main" id="{28E95A0A-6E28-42F7-994B-E74177DC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1859" y="7733483"/>
            <a:ext cx="729609" cy="281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highway</a:t>
            </a:r>
          </a:p>
        </p:txBody>
      </p:sp>
      <p:sp>
        <p:nvSpPr>
          <p:cNvPr id="193" name="text-113 with">
            <a:extLst xmlns:a="http://schemas.openxmlformats.org/drawingml/2006/main">
              <a:ext uri="{FF2B5EF4-FFF2-40B4-BE49-F238E27FC236}">
                <a16:creationId xmlns:a16="http://schemas.microsoft.com/office/drawing/2014/main" id="{F5E7E912-14F0-4A65-AAA9-DC319A4B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5537" y="7733546"/>
            <a:ext cx="394103" cy="281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</a:t>
            </a:r>
          </a:p>
        </p:txBody>
      </p:sp>
      <p:sp>
        <p:nvSpPr>
          <p:cNvPr id="194" name="text-113 steady">
            <a:extLst xmlns:a="http://schemas.openxmlformats.org/drawingml/2006/main">
              <a:ext uri="{FF2B5EF4-FFF2-40B4-BE49-F238E27FC236}">
                <a16:creationId xmlns:a16="http://schemas.microsoft.com/office/drawing/2014/main" id="{B452CDE7-2EE5-4306-8311-71A429A0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720" y="7733462"/>
            <a:ext cx="550682" cy="282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steady</a:t>
            </a:r>
          </a:p>
        </p:txBody>
      </p:sp>
      <p:sp>
        <p:nvSpPr>
          <p:cNvPr id="195" name="text-114 traffic">
            <a:extLst xmlns:a="http://schemas.openxmlformats.org/drawingml/2006/main">
              <a:ext uri="{FF2B5EF4-FFF2-40B4-BE49-F238E27FC236}">
                <a16:creationId xmlns:a16="http://schemas.microsoft.com/office/drawing/2014/main" id="{122A3CA8-F96F-4A5A-A18F-D7511103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5477" y="7973440"/>
            <a:ext cx="528479" cy="284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traffic</a:t>
            </a:r>
          </a:p>
        </p:txBody>
      </p:sp>
      <p:sp>
        <p:nvSpPr>
          <p:cNvPr id="196" name="text-114 flow.">
            <a:extLst xmlns:a="http://schemas.openxmlformats.org/drawingml/2006/main">
              <a:ext uri="{FF2B5EF4-FFF2-40B4-BE49-F238E27FC236}">
                <a16:creationId xmlns:a16="http://schemas.microsoft.com/office/drawing/2014/main" id="{E6B89076-E33E-4B78-932C-835FCAF4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7858" y="7968556"/>
            <a:ext cx="456788" cy="291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flow.</a:t>
            </a:r>
          </a:p>
        </p:txBody>
      </p:sp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C524F3C-E787-495B-979C-1AC4639BC3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18595f78e4188"/>
          <a:stretch xmlns:a="http://schemas.openxmlformats.org/drawingml/2006/main"/>
        </p:blipFill>
        <p:spPr>
          <a:xfrm xmlns:a="http://schemas.openxmlformats.org/drawingml/2006/main">
            <a:off x="5229225" y="7524750"/>
            <a:ext cx="285750" cy="257175"/>
          </a:xfrm>
          <a:prstGeom xmlns:a="http://schemas.openxmlformats.org/drawingml/2006/main" prst="rect">
            <a:avLst/>
          </a:prstGeom>
        </p:spPr>
      </p:pic>
      <p:pic>
        <p:nvPic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86D65A9D-91CD-426B-B809-2D1B1C5005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e63f170a942d9"/>
          <a:stretch xmlns:a="http://schemas.openxmlformats.org/drawingml/2006/main"/>
        </p:blipFill>
        <p:spPr>
          <a:xfrm xmlns:a="http://schemas.openxmlformats.org/drawingml/2006/main">
            <a:off x="5219700" y="7762875"/>
            <a:ext cx="285750" cy="228600"/>
          </a:xfrm>
          <a:prstGeom xmlns:a="http://schemas.openxmlformats.org/drawingml/2006/main" prst="rect">
            <a:avLst/>
          </a:prstGeom>
        </p:spPr>
      </p:pic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096EEFD5-00D5-4022-9480-5CFDAE59C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28a930cbe40df"/>
          <a:stretch xmlns:a="http://schemas.openxmlformats.org/drawingml/2006/main"/>
        </p:blipFill>
        <p:spPr>
          <a:xfrm xmlns:a="http://schemas.openxmlformats.org/drawingml/2006/main">
            <a:off x="4924425" y="7467600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1BEB948-9C2B-4520-A150-D78F49D697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c9561ed5b4b68"/>
          <a:stretch xmlns:a="http://schemas.openxmlformats.org/drawingml/2006/main"/>
        </p:blipFill>
        <p:spPr>
          <a:xfrm xmlns:a="http://schemas.openxmlformats.org/drawingml/2006/main">
            <a:off x="4867275" y="7658100"/>
            <a:ext cx="390525" cy="390525"/>
          </a:xfrm>
          <a:prstGeom xmlns:a="http://schemas.openxmlformats.org/drawingml/2006/main" prst="rect">
            <a:avLst/>
          </a:prstGeom>
        </p:spPr>
      </p:pic>
      <p:sp>
        <p:nvSpPr>
          <p:cNvPr id="201" name="path-120">
            <a:extLst xmlns:a="http://schemas.openxmlformats.org/drawingml/2006/main">
              <a:ext uri="{FF2B5EF4-FFF2-40B4-BE49-F238E27FC236}">
                <a16:creationId xmlns:a16="http://schemas.microsoft.com/office/drawing/2014/main" id="{B401C5B2-0F94-468B-A934-AC24DF91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62" y="996895"/>
            <a:ext cx="3908497" cy="7526235"/>
          </a:xfrm>
          <a:custGeom xmlns:a="http://schemas.openxmlformats.org/drawingml/2006/main">
            <a:pathLst>
              <a:path w="3908497" h="7526235">
                <a:moveTo>
                  <a:pt x="3908497" y="0"/>
                </a:moveTo>
                <a:lnTo>
                  <a:pt x="3908497" y="7526235"/>
                </a:lnTo>
                <a:lnTo>
                  <a:pt x="0" y="7526235"/>
                </a:lnTo>
                <a:lnTo>
                  <a:pt x="0" y="0"/>
                </a:lnTo>
                <a:lnTo>
                  <a:pt x="3908497" y="0"/>
                </a:lnTo>
                <a:moveTo>
                  <a:pt x="16775" y="33549"/>
                </a:moveTo>
                <a:lnTo>
                  <a:pt x="33549" y="16775"/>
                </a:lnTo>
                <a:lnTo>
                  <a:pt x="33549" y="7509460"/>
                </a:lnTo>
                <a:lnTo>
                  <a:pt x="16775" y="7492685"/>
                </a:lnTo>
                <a:lnTo>
                  <a:pt x="3891723" y="7492685"/>
                </a:lnTo>
                <a:lnTo>
                  <a:pt x="3874948" y="7509460"/>
                </a:lnTo>
                <a:lnTo>
                  <a:pt x="3874948" y="16775"/>
                </a:lnTo>
                <a:lnTo>
                  <a:pt x="3891723" y="33549"/>
                </a:lnTo>
                <a:lnTo>
                  <a:pt x="16775" y="33549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121">
            <a:extLst xmlns:a="http://schemas.openxmlformats.org/drawingml/2006/main">
              <a:ext uri="{FF2B5EF4-FFF2-40B4-BE49-F238E27FC236}">
                <a16:creationId xmlns:a16="http://schemas.microsoft.com/office/drawing/2014/main" id="{A46E93D7-72AC-4190-B501-7B09FB9F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535" y="2894669"/>
            <a:ext cx="6158539" cy="1468343"/>
          </a:xfrm>
          <a:custGeom xmlns:a="http://schemas.openxmlformats.org/drawingml/2006/main">
            <a:pathLst>
              <a:path w="6158539" h="1468343">
                <a:moveTo>
                  <a:pt x="201" y="144911"/>
                </a:moveTo>
                <a:lnTo>
                  <a:pt x="783" y="137172"/>
                </a:lnTo>
                <a:lnTo>
                  <a:pt x="1766" y="129523"/>
                </a:lnTo>
                <a:lnTo>
                  <a:pt x="3109" y="121986"/>
                </a:lnTo>
                <a:lnTo>
                  <a:pt x="4808" y="114605"/>
                </a:lnTo>
                <a:lnTo>
                  <a:pt x="6866" y="107358"/>
                </a:lnTo>
                <a:lnTo>
                  <a:pt x="9259" y="100246"/>
                </a:lnTo>
                <a:lnTo>
                  <a:pt x="12010" y="93312"/>
                </a:lnTo>
                <a:lnTo>
                  <a:pt x="15073" y="86535"/>
                </a:lnTo>
                <a:lnTo>
                  <a:pt x="18451" y="79937"/>
                </a:lnTo>
                <a:lnTo>
                  <a:pt x="22120" y="73540"/>
                </a:lnTo>
                <a:lnTo>
                  <a:pt x="26101" y="67345"/>
                </a:lnTo>
                <a:lnTo>
                  <a:pt x="30350" y="61351"/>
                </a:lnTo>
                <a:lnTo>
                  <a:pt x="34891" y="55580"/>
                </a:lnTo>
                <a:lnTo>
                  <a:pt x="39677" y="50056"/>
                </a:lnTo>
                <a:lnTo>
                  <a:pt x="44754" y="44755"/>
                </a:lnTo>
                <a:lnTo>
                  <a:pt x="50055" y="39678"/>
                </a:lnTo>
                <a:lnTo>
                  <a:pt x="55579" y="34891"/>
                </a:lnTo>
                <a:lnTo>
                  <a:pt x="61350" y="30351"/>
                </a:lnTo>
                <a:lnTo>
                  <a:pt x="67344" y="26102"/>
                </a:lnTo>
                <a:lnTo>
                  <a:pt x="73540" y="22120"/>
                </a:lnTo>
                <a:lnTo>
                  <a:pt x="79937" y="18452"/>
                </a:lnTo>
                <a:lnTo>
                  <a:pt x="86534" y="15075"/>
                </a:lnTo>
                <a:lnTo>
                  <a:pt x="93312" y="12011"/>
                </a:lnTo>
                <a:lnTo>
                  <a:pt x="100245" y="9260"/>
                </a:lnTo>
                <a:lnTo>
                  <a:pt x="107357" y="6866"/>
                </a:lnTo>
                <a:lnTo>
                  <a:pt x="114603" y="4809"/>
                </a:lnTo>
                <a:lnTo>
                  <a:pt x="121984" y="3109"/>
                </a:lnTo>
                <a:lnTo>
                  <a:pt x="129522" y="1767"/>
                </a:lnTo>
                <a:lnTo>
                  <a:pt x="137172" y="783"/>
                </a:lnTo>
                <a:lnTo>
                  <a:pt x="144911" y="202"/>
                </a:lnTo>
                <a:lnTo>
                  <a:pt x="152627" y="0"/>
                </a:lnTo>
                <a:lnTo>
                  <a:pt x="6005911" y="0"/>
                </a:lnTo>
                <a:lnTo>
                  <a:pt x="6013628" y="202"/>
                </a:lnTo>
                <a:lnTo>
                  <a:pt x="6021367" y="783"/>
                </a:lnTo>
                <a:lnTo>
                  <a:pt x="6029016" y="1767"/>
                </a:lnTo>
                <a:lnTo>
                  <a:pt x="6036552" y="3109"/>
                </a:lnTo>
                <a:lnTo>
                  <a:pt x="6043935" y="4809"/>
                </a:lnTo>
                <a:lnTo>
                  <a:pt x="6051182" y="6866"/>
                </a:lnTo>
                <a:lnTo>
                  <a:pt x="6058294" y="9260"/>
                </a:lnTo>
                <a:lnTo>
                  <a:pt x="6065227" y="12011"/>
                </a:lnTo>
                <a:lnTo>
                  <a:pt x="6072004" y="15075"/>
                </a:lnTo>
                <a:lnTo>
                  <a:pt x="6078601" y="18452"/>
                </a:lnTo>
                <a:lnTo>
                  <a:pt x="6084998" y="22120"/>
                </a:lnTo>
                <a:lnTo>
                  <a:pt x="6091194" y="26102"/>
                </a:lnTo>
                <a:lnTo>
                  <a:pt x="6097188" y="30351"/>
                </a:lnTo>
                <a:lnTo>
                  <a:pt x="6102960" y="34891"/>
                </a:lnTo>
                <a:lnTo>
                  <a:pt x="6108483" y="39678"/>
                </a:lnTo>
                <a:lnTo>
                  <a:pt x="6113784" y="44755"/>
                </a:lnTo>
                <a:lnTo>
                  <a:pt x="6118861" y="50056"/>
                </a:lnTo>
                <a:lnTo>
                  <a:pt x="6123648" y="55580"/>
                </a:lnTo>
                <a:lnTo>
                  <a:pt x="6128189" y="61351"/>
                </a:lnTo>
                <a:lnTo>
                  <a:pt x="6132438" y="67345"/>
                </a:lnTo>
                <a:lnTo>
                  <a:pt x="6136418" y="73540"/>
                </a:lnTo>
                <a:lnTo>
                  <a:pt x="6140087" y="79937"/>
                </a:lnTo>
                <a:lnTo>
                  <a:pt x="6143465" y="86535"/>
                </a:lnTo>
                <a:lnTo>
                  <a:pt x="6146529" y="93312"/>
                </a:lnTo>
                <a:lnTo>
                  <a:pt x="6149279" y="100246"/>
                </a:lnTo>
                <a:lnTo>
                  <a:pt x="6151672" y="107358"/>
                </a:lnTo>
                <a:lnTo>
                  <a:pt x="6153730" y="114605"/>
                </a:lnTo>
                <a:lnTo>
                  <a:pt x="6155430" y="121986"/>
                </a:lnTo>
                <a:lnTo>
                  <a:pt x="6156772" y="129523"/>
                </a:lnTo>
                <a:lnTo>
                  <a:pt x="6157756" y="137172"/>
                </a:lnTo>
                <a:lnTo>
                  <a:pt x="6158337" y="144911"/>
                </a:lnTo>
                <a:lnTo>
                  <a:pt x="6158539" y="152627"/>
                </a:lnTo>
                <a:lnTo>
                  <a:pt x="6158539" y="1315716"/>
                </a:lnTo>
                <a:lnTo>
                  <a:pt x="6158337" y="1323432"/>
                </a:lnTo>
                <a:lnTo>
                  <a:pt x="6157756" y="1331170"/>
                </a:lnTo>
                <a:lnTo>
                  <a:pt x="6156772" y="1338820"/>
                </a:lnTo>
                <a:lnTo>
                  <a:pt x="6155430" y="1346358"/>
                </a:lnTo>
                <a:lnTo>
                  <a:pt x="6153730" y="1353739"/>
                </a:lnTo>
                <a:lnTo>
                  <a:pt x="6151672" y="1360985"/>
                </a:lnTo>
                <a:lnTo>
                  <a:pt x="6149279" y="1368097"/>
                </a:lnTo>
                <a:lnTo>
                  <a:pt x="6146529" y="1375031"/>
                </a:lnTo>
                <a:lnTo>
                  <a:pt x="6143465" y="1381808"/>
                </a:lnTo>
                <a:lnTo>
                  <a:pt x="6140087" y="1388406"/>
                </a:lnTo>
                <a:lnTo>
                  <a:pt x="6136418" y="1394803"/>
                </a:lnTo>
                <a:lnTo>
                  <a:pt x="6132438" y="1400998"/>
                </a:lnTo>
                <a:lnTo>
                  <a:pt x="6128189" y="1406993"/>
                </a:lnTo>
                <a:lnTo>
                  <a:pt x="6123648" y="1412763"/>
                </a:lnTo>
                <a:lnTo>
                  <a:pt x="6118861" y="1418287"/>
                </a:lnTo>
                <a:lnTo>
                  <a:pt x="6113784" y="1423588"/>
                </a:lnTo>
                <a:lnTo>
                  <a:pt x="6108483" y="1428665"/>
                </a:lnTo>
                <a:lnTo>
                  <a:pt x="6102960" y="1433451"/>
                </a:lnTo>
                <a:lnTo>
                  <a:pt x="6097188" y="1437992"/>
                </a:lnTo>
                <a:lnTo>
                  <a:pt x="6091194" y="1442242"/>
                </a:lnTo>
                <a:lnTo>
                  <a:pt x="6084998" y="1446223"/>
                </a:lnTo>
                <a:lnTo>
                  <a:pt x="6078601" y="1449891"/>
                </a:lnTo>
                <a:lnTo>
                  <a:pt x="6072004" y="1453268"/>
                </a:lnTo>
                <a:lnTo>
                  <a:pt x="6065227" y="1456332"/>
                </a:lnTo>
                <a:lnTo>
                  <a:pt x="6058294" y="1459084"/>
                </a:lnTo>
                <a:lnTo>
                  <a:pt x="6051182" y="1461476"/>
                </a:lnTo>
                <a:lnTo>
                  <a:pt x="6043935" y="1463535"/>
                </a:lnTo>
                <a:lnTo>
                  <a:pt x="6036552" y="1465234"/>
                </a:lnTo>
                <a:lnTo>
                  <a:pt x="6029016" y="1466576"/>
                </a:lnTo>
                <a:lnTo>
                  <a:pt x="6021367" y="1467560"/>
                </a:lnTo>
                <a:lnTo>
                  <a:pt x="6013628" y="1468141"/>
                </a:lnTo>
                <a:lnTo>
                  <a:pt x="6005911" y="1468343"/>
                </a:lnTo>
                <a:lnTo>
                  <a:pt x="152627" y="1468343"/>
                </a:lnTo>
                <a:lnTo>
                  <a:pt x="144911" y="1468141"/>
                </a:lnTo>
                <a:lnTo>
                  <a:pt x="137172" y="1467560"/>
                </a:lnTo>
                <a:lnTo>
                  <a:pt x="129522" y="1466576"/>
                </a:lnTo>
                <a:lnTo>
                  <a:pt x="121984" y="1465234"/>
                </a:lnTo>
                <a:lnTo>
                  <a:pt x="114603" y="1463535"/>
                </a:lnTo>
                <a:lnTo>
                  <a:pt x="107357" y="1461476"/>
                </a:lnTo>
                <a:lnTo>
                  <a:pt x="100245" y="1459084"/>
                </a:lnTo>
                <a:lnTo>
                  <a:pt x="93312" y="1456332"/>
                </a:lnTo>
                <a:lnTo>
                  <a:pt x="86534" y="1453268"/>
                </a:lnTo>
                <a:lnTo>
                  <a:pt x="79937" y="1449891"/>
                </a:lnTo>
                <a:lnTo>
                  <a:pt x="73540" y="1446223"/>
                </a:lnTo>
                <a:lnTo>
                  <a:pt x="67344" y="1442242"/>
                </a:lnTo>
                <a:lnTo>
                  <a:pt x="61350" y="1437992"/>
                </a:lnTo>
                <a:lnTo>
                  <a:pt x="55579" y="1433451"/>
                </a:lnTo>
                <a:lnTo>
                  <a:pt x="50055" y="1428665"/>
                </a:lnTo>
                <a:lnTo>
                  <a:pt x="44754" y="1423588"/>
                </a:lnTo>
                <a:lnTo>
                  <a:pt x="39677" y="1418287"/>
                </a:lnTo>
                <a:lnTo>
                  <a:pt x="34891" y="1412763"/>
                </a:lnTo>
                <a:lnTo>
                  <a:pt x="30350" y="1406993"/>
                </a:lnTo>
                <a:lnTo>
                  <a:pt x="26101" y="1400998"/>
                </a:lnTo>
                <a:lnTo>
                  <a:pt x="22120" y="1394803"/>
                </a:lnTo>
                <a:lnTo>
                  <a:pt x="18451" y="1388406"/>
                </a:lnTo>
                <a:lnTo>
                  <a:pt x="15073" y="1381808"/>
                </a:lnTo>
                <a:lnTo>
                  <a:pt x="12010" y="1375031"/>
                </a:lnTo>
                <a:lnTo>
                  <a:pt x="9259" y="1368097"/>
                </a:lnTo>
                <a:lnTo>
                  <a:pt x="6866" y="1360985"/>
                </a:lnTo>
                <a:lnTo>
                  <a:pt x="4808" y="1353739"/>
                </a:lnTo>
                <a:lnTo>
                  <a:pt x="3109" y="1346358"/>
                </a:lnTo>
                <a:lnTo>
                  <a:pt x="1766" y="1338820"/>
                </a:lnTo>
                <a:lnTo>
                  <a:pt x="783" y="1331170"/>
                </a:lnTo>
                <a:lnTo>
                  <a:pt x="201" y="1323432"/>
                </a:lnTo>
                <a:lnTo>
                  <a:pt x="0" y="1315716"/>
                </a:lnTo>
                <a:lnTo>
                  <a:pt x="0" y="152627"/>
                </a:lnTo>
                <a:lnTo>
                  <a:pt x="201" y="144911"/>
                </a:lnTo>
                <a:moveTo>
                  <a:pt x="22366" y="153052"/>
                </a:moveTo>
                <a:lnTo>
                  <a:pt x="22366" y="152784"/>
                </a:lnTo>
                <a:lnTo>
                  <a:pt x="22366" y="1315559"/>
                </a:lnTo>
                <a:lnTo>
                  <a:pt x="22366" y="1315291"/>
                </a:lnTo>
                <a:lnTo>
                  <a:pt x="22545" y="1322582"/>
                </a:lnTo>
                <a:lnTo>
                  <a:pt x="22522" y="1322001"/>
                </a:lnTo>
                <a:lnTo>
                  <a:pt x="23059" y="1329203"/>
                </a:lnTo>
                <a:lnTo>
                  <a:pt x="23014" y="1328643"/>
                </a:lnTo>
                <a:lnTo>
                  <a:pt x="23909" y="1335734"/>
                </a:lnTo>
                <a:lnTo>
                  <a:pt x="23819" y="1335175"/>
                </a:lnTo>
                <a:lnTo>
                  <a:pt x="25072" y="1342130"/>
                </a:lnTo>
                <a:lnTo>
                  <a:pt x="24960" y="1341593"/>
                </a:lnTo>
                <a:lnTo>
                  <a:pt x="26526" y="1348438"/>
                </a:lnTo>
                <a:lnTo>
                  <a:pt x="26391" y="1347901"/>
                </a:lnTo>
                <a:lnTo>
                  <a:pt x="28315" y="1354610"/>
                </a:lnTo>
                <a:lnTo>
                  <a:pt x="28137" y="1354096"/>
                </a:lnTo>
                <a:lnTo>
                  <a:pt x="30373" y="1360672"/>
                </a:lnTo>
                <a:lnTo>
                  <a:pt x="30171" y="1360157"/>
                </a:lnTo>
                <a:lnTo>
                  <a:pt x="32721" y="1366576"/>
                </a:lnTo>
                <a:lnTo>
                  <a:pt x="32498" y="1366085"/>
                </a:lnTo>
                <a:lnTo>
                  <a:pt x="35337" y="1372347"/>
                </a:lnTo>
                <a:lnTo>
                  <a:pt x="35092" y="1371855"/>
                </a:lnTo>
                <a:lnTo>
                  <a:pt x="38223" y="1377961"/>
                </a:lnTo>
                <a:lnTo>
                  <a:pt x="37978" y="1377491"/>
                </a:lnTo>
                <a:lnTo>
                  <a:pt x="41378" y="1383418"/>
                </a:lnTo>
                <a:lnTo>
                  <a:pt x="41087" y="1382949"/>
                </a:lnTo>
                <a:lnTo>
                  <a:pt x="44776" y="1388697"/>
                </a:lnTo>
                <a:lnTo>
                  <a:pt x="44486" y="1388250"/>
                </a:lnTo>
                <a:lnTo>
                  <a:pt x="48423" y="1393796"/>
                </a:lnTo>
                <a:lnTo>
                  <a:pt x="48110" y="1393371"/>
                </a:lnTo>
                <a:lnTo>
                  <a:pt x="52314" y="1398716"/>
                </a:lnTo>
                <a:lnTo>
                  <a:pt x="51979" y="1398314"/>
                </a:lnTo>
                <a:lnTo>
                  <a:pt x="56407" y="1403459"/>
                </a:lnTo>
                <a:lnTo>
                  <a:pt x="56049" y="1403056"/>
                </a:lnTo>
                <a:lnTo>
                  <a:pt x="60746" y="1407976"/>
                </a:lnTo>
                <a:lnTo>
                  <a:pt x="60366" y="1407596"/>
                </a:lnTo>
                <a:lnTo>
                  <a:pt x="65287" y="1412293"/>
                </a:lnTo>
                <a:lnTo>
                  <a:pt x="64884" y="1411935"/>
                </a:lnTo>
                <a:lnTo>
                  <a:pt x="70028" y="1416364"/>
                </a:lnTo>
                <a:lnTo>
                  <a:pt x="69626" y="1416028"/>
                </a:lnTo>
                <a:lnTo>
                  <a:pt x="74971" y="1420233"/>
                </a:lnTo>
                <a:lnTo>
                  <a:pt x="74547" y="1419920"/>
                </a:lnTo>
                <a:lnTo>
                  <a:pt x="80093" y="1423857"/>
                </a:lnTo>
                <a:lnTo>
                  <a:pt x="79646" y="1423566"/>
                </a:lnTo>
                <a:lnTo>
                  <a:pt x="85394" y="1427256"/>
                </a:lnTo>
                <a:lnTo>
                  <a:pt x="84924" y="1426965"/>
                </a:lnTo>
                <a:lnTo>
                  <a:pt x="90850" y="1430365"/>
                </a:lnTo>
                <a:lnTo>
                  <a:pt x="90382" y="1430119"/>
                </a:lnTo>
                <a:lnTo>
                  <a:pt x="96487" y="1433250"/>
                </a:lnTo>
                <a:lnTo>
                  <a:pt x="95995" y="1433004"/>
                </a:lnTo>
                <a:lnTo>
                  <a:pt x="102258" y="1435844"/>
                </a:lnTo>
                <a:lnTo>
                  <a:pt x="101766" y="1435621"/>
                </a:lnTo>
                <a:lnTo>
                  <a:pt x="108185" y="1438171"/>
                </a:lnTo>
                <a:lnTo>
                  <a:pt x="107670" y="1437970"/>
                </a:lnTo>
                <a:lnTo>
                  <a:pt x="114247" y="1440206"/>
                </a:lnTo>
                <a:lnTo>
                  <a:pt x="113731" y="1440027"/>
                </a:lnTo>
                <a:lnTo>
                  <a:pt x="120441" y="1441951"/>
                </a:lnTo>
                <a:lnTo>
                  <a:pt x="119904" y="1441816"/>
                </a:lnTo>
                <a:lnTo>
                  <a:pt x="126749" y="1443382"/>
                </a:lnTo>
                <a:lnTo>
                  <a:pt x="126212" y="1443271"/>
                </a:lnTo>
                <a:lnTo>
                  <a:pt x="133167" y="1444523"/>
                </a:lnTo>
                <a:lnTo>
                  <a:pt x="132608" y="1444433"/>
                </a:lnTo>
                <a:lnTo>
                  <a:pt x="139700" y="1445327"/>
                </a:lnTo>
                <a:lnTo>
                  <a:pt x="139140" y="1445283"/>
                </a:lnTo>
                <a:lnTo>
                  <a:pt x="146342" y="1445820"/>
                </a:lnTo>
                <a:lnTo>
                  <a:pt x="145760" y="1445798"/>
                </a:lnTo>
                <a:lnTo>
                  <a:pt x="153051" y="1445976"/>
                </a:lnTo>
                <a:lnTo>
                  <a:pt x="152784" y="1445976"/>
                </a:lnTo>
                <a:lnTo>
                  <a:pt x="6005756" y="1445976"/>
                </a:lnTo>
                <a:lnTo>
                  <a:pt x="6005487" y="1445976"/>
                </a:lnTo>
                <a:lnTo>
                  <a:pt x="6012778" y="1445798"/>
                </a:lnTo>
                <a:lnTo>
                  <a:pt x="6012197" y="1445820"/>
                </a:lnTo>
                <a:lnTo>
                  <a:pt x="6019399" y="1445283"/>
                </a:lnTo>
                <a:lnTo>
                  <a:pt x="6018840" y="1445327"/>
                </a:lnTo>
                <a:lnTo>
                  <a:pt x="6025930" y="1444433"/>
                </a:lnTo>
                <a:lnTo>
                  <a:pt x="6025369" y="1444523"/>
                </a:lnTo>
                <a:lnTo>
                  <a:pt x="6032327" y="1443271"/>
                </a:lnTo>
                <a:lnTo>
                  <a:pt x="6031790" y="1443382"/>
                </a:lnTo>
                <a:lnTo>
                  <a:pt x="6038634" y="1441816"/>
                </a:lnTo>
                <a:lnTo>
                  <a:pt x="6038097" y="1441951"/>
                </a:lnTo>
                <a:lnTo>
                  <a:pt x="6044807" y="1440027"/>
                </a:lnTo>
                <a:lnTo>
                  <a:pt x="6044292" y="1440206"/>
                </a:lnTo>
                <a:lnTo>
                  <a:pt x="6050868" y="1437970"/>
                </a:lnTo>
                <a:lnTo>
                  <a:pt x="6050353" y="1438171"/>
                </a:lnTo>
                <a:lnTo>
                  <a:pt x="6056773" y="1435621"/>
                </a:lnTo>
                <a:lnTo>
                  <a:pt x="6056280" y="1435844"/>
                </a:lnTo>
                <a:lnTo>
                  <a:pt x="6062544" y="1433004"/>
                </a:lnTo>
                <a:lnTo>
                  <a:pt x="6062051" y="1433250"/>
                </a:lnTo>
                <a:lnTo>
                  <a:pt x="6068158" y="1430119"/>
                </a:lnTo>
                <a:lnTo>
                  <a:pt x="6067688" y="1430365"/>
                </a:lnTo>
                <a:lnTo>
                  <a:pt x="6073615" y="1426965"/>
                </a:lnTo>
                <a:lnTo>
                  <a:pt x="6073146" y="1427256"/>
                </a:lnTo>
                <a:lnTo>
                  <a:pt x="6078893" y="1423566"/>
                </a:lnTo>
                <a:lnTo>
                  <a:pt x="6078446" y="1423857"/>
                </a:lnTo>
                <a:lnTo>
                  <a:pt x="6083993" y="1419920"/>
                </a:lnTo>
                <a:lnTo>
                  <a:pt x="6083568" y="1420233"/>
                </a:lnTo>
                <a:lnTo>
                  <a:pt x="6088912" y="1416028"/>
                </a:lnTo>
                <a:lnTo>
                  <a:pt x="6088510" y="1416364"/>
                </a:lnTo>
                <a:lnTo>
                  <a:pt x="6093655" y="1411935"/>
                </a:lnTo>
                <a:lnTo>
                  <a:pt x="6093252" y="1412293"/>
                </a:lnTo>
                <a:lnTo>
                  <a:pt x="6098172" y="1407596"/>
                </a:lnTo>
                <a:lnTo>
                  <a:pt x="6097793" y="1407976"/>
                </a:lnTo>
                <a:lnTo>
                  <a:pt x="6102489" y="1403056"/>
                </a:lnTo>
                <a:lnTo>
                  <a:pt x="6102109" y="1403459"/>
                </a:lnTo>
                <a:lnTo>
                  <a:pt x="6106560" y="1398314"/>
                </a:lnTo>
                <a:lnTo>
                  <a:pt x="6106225" y="1398716"/>
                </a:lnTo>
                <a:lnTo>
                  <a:pt x="6110429" y="1393371"/>
                </a:lnTo>
                <a:lnTo>
                  <a:pt x="6110115" y="1393796"/>
                </a:lnTo>
                <a:lnTo>
                  <a:pt x="6114052" y="1388250"/>
                </a:lnTo>
                <a:lnTo>
                  <a:pt x="6113762" y="1388697"/>
                </a:lnTo>
                <a:lnTo>
                  <a:pt x="6117452" y="1382949"/>
                </a:lnTo>
                <a:lnTo>
                  <a:pt x="6117161" y="1383418"/>
                </a:lnTo>
                <a:lnTo>
                  <a:pt x="6120583" y="1377491"/>
                </a:lnTo>
                <a:lnTo>
                  <a:pt x="6120316" y="1377961"/>
                </a:lnTo>
                <a:lnTo>
                  <a:pt x="6123446" y="1371855"/>
                </a:lnTo>
                <a:lnTo>
                  <a:pt x="6123201" y="1372347"/>
                </a:lnTo>
                <a:lnTo>
                  <a:pt x="6126041" y="1366085"/>
                </a:lnTo>
                <a:lnTo>
                  <a:pt x="6125817" y="1366576"/>
                </a:lnTo>
                <a:lnTo>
                  <a:pt x="6128368" y="1360157"/>
                </a:lnTo>
                <a:lnTo>
                  <a:pt x="6128165" y="1360672"/>
                </a:lnTo>
                <a:lnTo>
                  <a:pt x="6130403" y="1354096"/>
                </a:lnTo>
                <a:lnTo>
                  <a:pt x="6130223" y="1354610"/>
                </a:lnTo>
                <a:lnTo>
                  <a:pt x="6132148" y="1347901"/>
                </a:lnTo>
                <a:lnTo>
                  <a:pt x="6131991" y="1348438"/>
                </a:lnTo>
                <a:lnTo>
                  <a:pt x="6133578" y="1341593"/>
                </a:lnTo>
                <a:lnTo>
                  <a:pt x="6133466" y="1342130"/>
                </a:lnTo>
                <a:lnTo>
                  <a:pt x="6134720" y="1335175"/>
                </a:lnTo>
                <a:lnTo>
                  <a:pt x="6134629" y="1335734"/>
                </a:lnTo>
                <a:lnTo>
                  <a:pt x="6135524" y="1328643"/>
                </a:lnTo>
                <a:lnTo>
                  <a:pt x="6135480" y="1329203"/>
                </a:lnTo>
                <a:lnTo>
                  <a:pt x="6136016" y="1322001"/>
                </a:lnTo>
                <a:lnTo>
                  <a:pt x="6135994" y="1322582"/>
                </a:lnTo>
                <a:lnTo>
                  <a:pt x="6136173" y="1315291"/>
                </a:lnTo>
                <a:lnTo>
                  <a:pt x="6136173" y="1315559"/>
                </a:lnTo>
                <a:lnTo>
                  <a:pt x="6136173" y="152784"/>
                </a:lnTo>
                <a:lnTo>
                  <a:pt x="6136173" y="153052"/>
                </a:lnTo>
                <a:lnTo>
                  <a:pt x="6135994" y="145761"/>
                </a:lnTo>
                <a:lnTo>
                  <a:pt x="6136016" y="146343"/>
                </a:lnTo>
                <a:lnTo>
                  <a:pt x="6135480" y="139141"/>
                </a:lnTo>
                <a:lnTo>
                  <a:pt x="6135524" y="139700"/>
                </a:lnTo>
                <a:lnTo>
                  <a:pt x="6134629" y="132610"/>
                </a:lnTo>
                <a:lnTo>
                  <a:pt x="6134720" y="133169"/>
                </a:lnTo>
                <a:lnTo>
                  <a:pt x="6133466" y="126213"/>
                </a:lnTo>
                <a:lnTo>
                  <a:pt x="6133578" y="126750"/>
                </a:lnTo>
                <a:lnTo>
                  <a:pt x="6131991" y="119905"/>
                </a:lnTo>
                <a:lnTo>
                  <a:pt x="6132148" y="120442"/>
                </a:lnTo>
                <a:lnTo>
                  <a:pt x="6130223" y="113732"/>
                </a:lnTo>
                <a:lnTo>
                  <a:pt x="6130403" y="114247"/>
                </a:lnTo>
                <a:lnTo>
                  <a:pt x="6128165" y="107671"/>
                </a:lnTo>
                <a:lnTo>
                  <a:pt x="6128368" y="108186"/>
                </a:lnTo>
                <a:lnTo>
                  <a:pt x="6125817" y="101766"/>
                </a:lnTo>
                <a:lnTo>
                  <a:pt x="6126041" y="102259"/>
                </a:lnTo>
                <a:lnTo>
                  <a:pt x="6123201" y="95996"/>
                </a:lnTo>
                <a:lnTo>
                  <a:pt x="6123446" y="96488"/>
                </a:lnTo>
                <a:lnTo>
                  <a:pt x="6120316" y="90382"/>
                </a:lnTo>
                <a:lnTo>
                  <a:pt x="6120583" y="90852"/>
                </a:lnTo>
                <a:lnTo>
                  <a:pt x="6117161" y="84925"/>
                </a:lnTo>
                <a:lnTo>
                  <a:pt x="6117452" y="85394"/>
                </a:lnTo>
                <a:lnTo>
                  <a:pt x="6113762" y="79646"/>
                </a:lnTo>
                <a:lnTo>
                  <a:pt x="6114052" y="80094"/>
                </a:lnTo>
                <a:lnTo>
                  <a:pt x="6110115" y="74547"/>
                </a:lnTo>
                <a:lnTo>
                  <a:pt x="6110429" y="74972"/>
                </a:lnTo>
                <a:lnTo>
                  <a:pt x="6106225" y="69626"/>
                </a:lnTo>
                <a:lnTo>
                  <a:pt x="6106560" y="70029"/>
                </a:lnTo>
                <a:lnTo>
                  <a:pt x="6102109" y="64885"/>
                </a:lnTo>
                <a:lnTo>
                  <a:pt x="6102489" y="65287"/>
                </a:lnTo>
                <a:lnTo>
                  <a:pt x="6097793" y="60367"/>
                </a:lnTo>
                <a:lnTo>
                  <a:pt x="6098172" y="60747"/>
                </a:lnTo>
                <a:lnTo>
                  <a:pt x="6093252" y="56050"/>
                </a:lnTo>
                <a:lnTo>
                  <a:pt x="6093655" y="56408"/>
                </a:lnTo>
                <a:lnTo>
                  <a:pt x="6088510" y="51979"/>
                </a:lnTo>
                <a:lnTo>
                  <a:pt x="6088912" y="52315"/>
                </a:lnTo>
                <a:lnTo>
                  <a:pt x="6083568" y="48110"/>
                </a:lnTo>
                <a:lnTo>
                  <a:pt x="6083993" y="48423"/>
                </a:lnTo>
                <a:lnTo>
                  <a:pt x="6078446" y="44487"/>
                </a:lnTo>
                <a:lnTo>
                  <a:pt x="6078893" y="44777"/>
                </a:lnTo>
                <a:lnTo>
                  <a:pt x="6073146" y="41087"/>
                </a:lnTo>
                <a:lnTo>
                  <a:pt x="6073615" y="41378"/>
                </a:lnTo>
                <a:lnTo>
                  <a:pt x="6067688" y="37978"/>
                </a:lnTo>
                <a:lnTo>
                  <a:pt x="6068158" y="38224"/>
                </a:lnTo>
                <a:lnTo>
                  <a:pt x="6062051" y="35093"/>
                </a:lnTo>
                <a:lnTo>
                  <a:pt x="6062544" y="35339"/>
                </a:lnTo>
                <a:lnTo>
                  <a:pt x="6056280" y="32499"/>
                </a:lnTo>
                <a:lnTo>
                  <a:pt x="6056773" y="32722"/>
                </a:lnTo>
                <a:lnTo>
                  <a:pt x="6050353" y="30172"/>
                </a:lnTo>
                <a:lnTo>
                  <a:pt x="6050868" y="30374"/>
                </a:lnTo>
                <a:lnTo>
                  <a:pt x="6044292" y="28137"/>
                </a:lnTo>
                <a:lnTo>
                  <a:pt x="6044807" y="28316"/>
                </a:lnTo>
                <a:lnTo>
                  <a:pt x="6038097" y="26392"/>
                </a:lnTo>
                <a:lnTo>
                  <a:pt x="6038634" y="26527"/>
                </a:lnTo>
                <a:lnTo>
                  <a:pt x="6031790" y="24961"/>
                </a:lnTo>
                <a:lnTo>
                  <a:pt x="6032327" y="25073"/>
                </a:lnTo>
                <a:lnTo>
                  <a:pt x="6025369" y="23820"/>
                </a:lnTo>
                <a:lnTo>
                  <a:pt x="6025930" y="23910"/>
                </a:lnTo>
                <a:lnTo>
                  <a:pt x="6018840" y="23015"/>
                </a:lnTo>
                <a:lnTo>
                  <a:pt x="6019399" y="23060"/>
                </a:lnTo>
                <a:lnTo>
                  <a:pt x="6012197" y="22523"/>
                </a:lnTo>
                <a:lnTo>
                  <a:pt x="6012778" y="22545"/>
                </a:lnTo>
                <a:lnTo>
                  <a:pt x="6005487" y="22366"/>
                </a:lnTo>
                <a:lnTo>
                  <a:pt x="6005756" y="22366"/>
                </a:lnTo>
                <a:lnTo>
                  <a:pt x="152784" y="22366"/>
                </a:lnTo>
                <a:lnTo>
                  <a:pt x="153051" y="22366"/>
                </a:lnTo>
                <a:lnTo>
                  <a:pt x="145760" y="22545"/>
                </a:lnTo>
                <a:lnTo>
                  <a:pt x="146342" y="22523"/>
                </a:lnTo>
                <a:lnTo>
                  <a:pt x="139140" y="23060"/>
                </a:lnTo>
                <a:lnTo>
                  <a:pt x="139700" y="23015"/>
                </a:lnTo>
                <a:lnTo>
                  <a:pt x="132608" y="23910"/>
                </a:lnTo>
                <a:lnTo>
                  <a:pt x="133167" y="23820"/>
                </a:lnTo>
                <a:lnTo>
                  <a:pt x="126212" y="25073"/>
                </a:lnTo>
                <a:lnTo>
                  <a:pt x="126749" y="24961"/>
                </a:lnTo>
                <a:lnTo>
                  <a:pt x="119904" y="26527"/>
                </a:lnTo>
                <a:lnTo>
                  <a:pt x="120441" y="26392"/>
                </a:lnTo>
                <a:lnTo>
                  <a:pt x="113731" y="28316"/>
                </a:lnTo>
                <a:lnTo>
                  <a:pt x="114247" y="28137"/>
                </a:lnTo>
                <a:lnTo>
                  <a:pt x="107670" y="30374"/>
                </a:lnTo>
                <a:lnTo>
                  <a:pt x="108185" y="30172"/>
                </a:lnTo>
                <a:lnTo>
                  <a:pt x="101766" y="32722"/>
                </a:lnTo>
                <a:lnTo>
                  <a:pt x="102258" y="32499"/>
                </a:lnTo>
                <a:lnTo>
                  <a:pt x="95995" y="35339"/>
                </a:lnTo>
                <a:lnTo>
                  <a:pt x="96487" y="35093"/>
                </a:lnTo>
                <a:lnTo>
                  <a:pt x="90382" y="38224"/>
                </a:lnTo>
                <a:lnTo>
                  <a:pt x="90850" y="37978"/>
                </a:lnTo>
                <a:lnTo>
                  <a:pt x="84924" y="41378"/>
                </a:lnTo>
                <a:lnTo>
                  <a:pt x="85394" y="41087"/>
                </a:lnTo>
                <a:lnTo>
                  <a:pt x="79646" y="44777"/>
                </a:lnTo>
                <a:lnTo>
                  <a:pt x="80093" y="44487"/>
                </a:lnTo>
                <a:lnTo>
                  <a:pt x="74547" y="48423"/>
                </a:lnTo>
                <a:lnTo>
                  <a:pt x="74971" y="48110"/>
                </a:lnTo>
                <a:lnTo>
                  <a:pt x="69626" y="52315"/>
                </a:lnTo>
                <a:lnTo>
                  <a:pt x="70028" y="51979"/>
                </a:lnTo>
                <a:lnTo>
                  <a:pt x="64884" y="56408"/>
                </a:lnTo>
                <a:lnTo>
                  <a:pt x="65287" y="56050"/>
                </a:lnTo>
                <a:lnTo>
                  <a:pt x="60366" y="60747"/>
                </a:lnTo>
                <a:lnTo>
                  <a:pt x="60746" y="60367"/>
                </a:lnTo>
                <a:lnTo>
                  <a:pt x="56049" y="65287"/>
                </a:lnTo>
                <a:lnTo>
                  <a:pt x="56407" y="64885"/>
                </a:lnTo>
                <a:lnTo>
                  <a:pt x="51979" y="70029"/>
                </a:lnTo>
                <a:lnTo>
                  <a:pt x="52314" y="69626"/>
                </a:lnTo>
                <a:lnTo>
                  <a:pt x="48110" y="74972"/>
                </a:lnTo>
                <a:lnTo>
                  <a:pt x="48423" y="74547"/>
                </a:lnTo>
                <a:lnTo>
                  <a:pt x="44486" y="80094"/>
                </a:lnTo>
                <a:lnTo>
                  <a:pt x="44776" y="79646"/>
                </a:lnTo>
                <a:lnTo>
                  <a:pt x="41087" y="85394"/>
                </a:lnTo>
                <a:lnTo>
                  <a:pt x="41378" y="84925"/>
                </a:lnTo>
                <a:lnTo>
                  <a:pt x="37978" y="90852"/>
                </a:lnTo>
                <a:lnTo>
                  <a:pt x="38223" y="90382"/>
                </a:lnTo>
                <a:lnTo>
                  <a:pt x="35092" y="96488"/>
                </a:lnTo>
                <a:lnTo>
                  <a:pt x="35337" y="95996"/>
                </a:lnTo>
                <a:lnTo>
                  <a:pt x="32498" y="102259"/>
                </a:lnTo>
                <a:lnTo>
                  <a:pt x="32721" y="101766"/>
                </a:lnTo>
                <a:lnTo>
                  <a:pt x="30171" y="108186"/>
                </a:lnTo>
                <a:lnTo>
                  <a:pt x="30373" y="107671"/>
                </a:lnTo>
                <a:lnTo>
                  <a:pt x="28137" y="114247"/>
                </a:lnTo>
                <a:lnTo>
                  <a:pt x="28315" y="113732"/>
                </a:lnTo>
                <a:lnTo>
                  <a:pt x="26391" y="120442"/>
                </a:lnTo>
                <a:lnTo>
                  <a:pt x="26526" y="119905"/>
                </a:lnTo>
                <a:lnTo>
                  <a:pt x="24960" y="126750"/>
                </a:lnTo>
                <a:lnTo>
                  <a:pt x="25072" y="126213"/>
                </a:lnTo>
                <a:lnTo>
                  <a:pt x="23819" y="133169"/>
                </a:lnTo>
                <a:lnTo>
                  <a:pt x="23909" y="132610"/>
                </a:lnTo>
                <a:lnTo>
                  <a:pt x="23014" y="139700"/>
                </a:lnTo>
                <a:lnTo>
                  <a:pt x="23059" y="139141"/>
                </a:lnTo>
                <a:lnTo>
                  <a:pt x="22522" y="146343"/>
                </a:lnTo>
                <a:lnTo>
                  <a:pt x="22545" y="145761"/>
                </a:lnTo>
                <a:lnTo>
                  <a:pt x="22366" y="153052"/>
                </a:lnTo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text-122 Stage">
            <a:extLst xmlns:a="http://schemas.openxmlformats.org/drawingml/2006/main">
              <a:ext uri="{FF2B5EF4-FFF2-40B4-BE49-F238E27FC236}">
                <a16:creationId xmlns:a16="http://schemas.microsoft.com/office/drawing/2014/main" id="{C51CE1F8-91B7-4033-BA3C-D96D9520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1366" y="2932615"/>
            <a:ext cx="505817" cy="281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Stage</a:t>
            </a:r>
          </a:p>
        </p:txBody>
      </p:sp>
      <p:sp>
        <p:nvSpPr>
          <p:cNvPr id="204" name="text-122 2">
            <a:extLst xmlns:a="http://schemas.openxmlformats.org/drawingml/2006/main">
              <a:ext uri="{FF2B5EF4-FFF2-40B4-BE49-F238E27FC236}">
                <a16:creationId xmlns:a16="http://schemas.microsoft.com/office/drawing/2014/main" id="{7B998CEC-8809-46AA-BA45-71D95A93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1381" y="2932563"/>
            <a:ext cx="136905" cy="28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5" name="text-123 :">
            <a:extLst xmlns:a="http://schemas.openxmlformats.org/drawingml/2006/main">
              <a:ext uri="{FF2B5EF4-FFF2-40B4-BE49-F238E27FC236}">
                <a16:creationId xmlns:a16="http://schemas.microsoft.com/office/drawing/2014/main" id="{4FF93633-7C6C-49E2-8F70-CB3DEB27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2029" y="2932474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206" name="text-124 Clip">
            <a:extLst xmlns:a="http://schemas.openxmlformats.org/drawingml/2006/main">
              <a:ext uri="{FF2B5EF4-FFF2-40B4-BE49-F238E27FC236}">
                <a16:creationId xmlns:a16="http://schemas.microsoft.com/office/drawing/2014/main" id="{1CAFDFA6-6E41-464A-A081-4F7A8FD4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9451" y="2932602"/>
            <a:ext cx="405413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Clip</a:t>
            </a:r>
          </a:p>
        </p:txBody>
      </p:sp>
      <p:sp>
        <p:nvSpPr>
          <p:cNvPr id="207" name="text-124 Formation">
            <a:extLst xmlns:a="http://schemas.openxmlformats.org/drawingml/2006/main">
              <a:ext uri="{FF2B5EF4-FFF2-40B4-BE49-F238E27FC236}">
                <a16:creationId xmlns:a16="http://schemas.microsoft.com/office/drawing/2014/main" id="{C029FB79-983A-4F6E-9B02-42388D71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8818" y="2932551"/>
            <a:ext cx="953393" cy="282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Formation</a:t>
            </a:r>
          </a:p>
        </p:txBody>
      </p:sp>
      <p:sp>
        <p:nvSpPr>
          <p:cNvPr id="208" name="path-125">
            <a:extLst xmlns:a="http://schemas.openxmlformats.org/drawingml/2006/main">
              <a:ext uri="{FF2B5EF4-FFF2-40B4-BE49-F238E27FC236}">
                <a16:creationId xmlns:a16="http://schemas.microsoft.com/office/drawing/2014/main" id="{41A41E0B-6B4A-48CC-8603-DE50BE43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653" y="4418928"/>
            <a:ext cx="6158540" cy="1815019"/>
          </a:xfrm>
          <a:custGeom xmlns:a="http://schemas.openxmlformats.org/drawingml/2006/main">
            <a:pathLst>
              <a:path w="6158540" h="1815019">
                <a:moveTo>
                  <a:pt x="246" y="177118"/>
                </a:moveTo>
                <a:lnTo>
                  <a:pt x="962" y="167635"/>
                </a:lnTo>
                <a:lnTo>
                  <a:pt x="2148" y="158308"/>
                </a:lnTo>
                <a:lnTo>
                  <a:pt x="3780" y="149093"/>
                </a:lnTo>
                <a:lnTo>
                  <a:pt x="5882" y="140057"/>
                </a:lnTo>
                <a:lnTo>
                  <a:pt x="8388" y="131200"/>
                </a:lnTo>
                <a:lnTo>
                  <a:pt x="11340" y="122522"/>
                </a:lnTo>
                <a:lnTo>
                  <a:pt x="14672" y="114045"/>
                </a:lnTo>
                <a:lnTo>
                  <a:pt x="18408" y="105770"/>
                </a:lnTo>
                <a:lnTo>
                  <a:pt x="22545" y="97718"/>
                </a:lnTo>
                <a:lnTo>
                  <a:pt x="27041" y="89890"/>
                </a:lnTo>
                <a:lnTo>
                  <a:pt x="31895" y="82307"/>
                </a:lnTo>
                <a:lnTo>
                  <a:pt x="37106" y="74994"/>
                </a:lnTo>
                <a:lnTo>
                  <a:pt x="42630" y="67948"/>
                </a:lnTo>
                <a:lnTo>
                  <a:pt x="48513" y="61171"/>
                </a:lnTo>
                <a:lnTo>
                  <a:pt x="54686" y="54685"/>
                </a:lnTo>
                <a:lnTo>
                  <a:pt x="61172" y="48512"/>
                </a:lnTo>
                <a:lnTo>
                  <a:pt x="67948" y="42630"/>
                </a:lnTo>
                <a:lnTo>
                  <a:pt x="74994" y="37105"/>
                </a:lnTo>
                <a:lnTo>
                  <a:pt x="82308" y="31893"/>
                </a:lnTo>
                <a:lnTo>
                  <a:pt x="89890" y="27040"/>
                </a:lnTo>
                <a:lnTo>
                  <a:pt x="97718" y="22545"/>
                </a:lnTo>
                <a:lnTo>
                  <a:pt x="105770" y="18407"/>
                </a:lnTo>
                <a:lnTo>
                  <a:pt x="114045" y="14672"/>
                </a:lnTo>
                <a:lnTo>
                  <a:pt x="122523" y="11339"/>
                </a:lnTo>
                <a:lnTo>
                  <a:pt x="131200" y="8387"/>
                </a:lnTo>
                <a:lnTo>
                  <a:pt x="140058" y="5882"/>
                </a:lnTo>
                <a:lnTo>
                  <a:pt x="149094" y="3780"/>
                </a:lnTo>
                <a:lnTo>
                  <a:pt x="158309" y="2146"/>
                </a:lnTo>
                <a:lnTo>
                  <a:pt x="167635" y="962"/>
                </a:lnTo>
                <a:lnTo>
                  <a:pt x="177118" y="246"/>
                </a:lnTo>
                <a:lnTo>
                  <a:pt x="186579" y="0"/>
                </a:lnTo>
                <a:lnTo>
                  <a:pt x="5971961" y="0"/>
                </a:lnTo>
                <a:lnTo>
                  <a:pt x="5981422" y="246"/>
                </a:lnTo>
                <a:lnTo>
                  <a:pt x="5990905" y="962"/>
                </a:lnTo>
                <a:lnTo>
                  <a:pt x="6000231" y="2146"/>
                </a:lnTo>
                <a:lnTo>
                  <a:pt x="6009446" y="3780"/>
                </a:lnTo>
                <a:lnTo>
                  <a:pt x="6018483" y="5882"/>
                </a:lnTo>
                <a:lnTo>
                  <a:pt x="6027339" y="8387"/>
                </a:lnTo>
                <a:lnTo>
                  <a:pt x="6036018" y="11339"/>
                </a:lnTo>
                <a:lnTo>
                  <a:pt x="6044495" y="14672"/>
                </a:lnTo>
                <a:lnTo>
                  <a:pt x="6052770" y="18407"/>
                </a:lnTo>
                <a:lnTo>
                  <a:pt x="6060822" y="22545"/>
                </a:lnTo>
                <a:lnTo>
                  <a:pt x="6068651" y="27040"/>
                </a:lnTo>
                <a:lnTo>
                  <a:pt x="6076233" y="31893"/>
                </a:lnTo>
                <a:lnTo>
                  <a:pt x="6083545" y="37105"/>
                </a:lnTo>
                <a:lnTo>
                  <a:pt x="6090591" y="42630"/>
                </a:lnTo>
                <a:lnTo>
                  <a:pt x="6097369" y="48512"/>
                </a:lnTo>
                <a:lnTo>
                  <a:pt x="6103854" y="54685"/>
                </a:lnTo>
                <a:lnTo>
                  <a:pt x="6110027" y="61171"/>
                </a:lnTo>
                <a:lnTo>
                  <a:pt x="6115909" y="67948"/>
                </a:lnTo>
                <a:lnTo>
                  <a:pt x="6121434" y="74994"/>
                </a:lnTo>
                <a:lnTo>
                  <a:pt x="6126645" y="82307"/>
                </a:lnTo>
                <a:lnTo>
                  <a:pt x="6131499" y="89890"/>
                </a:lnTo>
                <a:lnTo>
                  <a:pt x="6135995" y="97718"/>
                </a:lnTo>
                <a:lnTo>
                  <a:pt x="6140132" y="105770"/>
                </a:lnTo>
                <a:lnTo>
                  <a:pt x="6143868" y="114045"/>
                </a:lnTo>
                <a:lnTo>
                  <a:pt x="6147200" y="122522"/>
                </a:lnTo>
                <a:lnTo>
                  <a:pt x="6150153" y="131200"/>
                </a:lnTo>
                <a:lnTo>
                  <a:pt x="6152658" y="140057"/>
                </a:lnTo>
                <a:lnTo>
                  <a:pt x="6154760" y="149093"/>
                </a:lnTo>
                <a:lnTo>
                  <a:pt x="6156393" y="158308"/>
                </a:lnTo>
                <a:lnTo>
                  <a:pt x="6157578" y="167635"/>
                </a:lnTo>
                <a:lnTo>
                  <a:pt x="6158294" y="177118"/>
                </a:lnTo>
                <a:lnTo>
                  <a:pt x="6158540" y="186579"/>
                </a:lnTo>
                <a:lnTo>
                  <a:pt x="6158540" y="1628440"/>
                </a:lnTo>
                <a:lnTo>
                  <a:pt x="6158294" y="1637901"/>
                </a:lnTo>
                <a:lnTo>
                  <a:pt x="6157578" y="1647384"/>
                </a:lnTo>
                <a:lnTo>
                  <a:pt x="6156393" y="1656711"/>
                </a:lnTo>
                <a:lnTo>
                  <a:pt x="6154760" y="1665926"/>
                </a:lnTo>
                <a:lnTo>
                  <a:pt x="6152658" y="1674962"/>
                </a:lnTo>
                <a:lnTo>
                  <a:pt x="6150153" y="1683819"/>
                </a:lnTo>
                <a:lnTo>
                  <a:pt x="6147200" y="1692497"/>
                </a:lnTo>
                <a:lnTo>
                  <a:pt x="6143868" y="1700974"/>
                </a:lnTo>
                <a:lnTo>
                  <a:pt x="6140132" y="1709249"/>
                </a:lnTo>
                <a:lnTo>
                  <a:pt x="6135995" y="1717301"/>
                </a:lnTo>
                <a:lnTo>
                  <a:pt x="6131499" y="1725129"/>
                </a:lnTo>
                <a:lnTo>
                  <a:pt x="6126645" y="1732711"/>
                </a:lnTo>
                <a:lnTo>
                  <a:pt x="6121434" y="1740025"/>
                </a:lnTo>
                <a:lnTo>
                  <a:pt x="6115909" y="1747070"/>
                </a:lnTo>
                <a:lnTo>
                  <a:pt x="6110027" y="1753847"/>
                </a:lnTo>
                <a:lnTo>
                  <a:pt x="6103854" y="1760333"/>
                </a:lnTo>
                <a:lnTo>
                  <a:pt x="6097369" y="1766507"/>
                </a:lnTo>
                <a:lnTo>
                  <a:pt x="6090591" y="1772389"/>
                </a:lnTo>
                <a:lnTo>
                  <a:pt x="6083545" y="1777913"/>
                </a:lnTo>
                <a:lnTo>
                  <a:pt x="6076233" y="1783124"/>
                </a:lnTo>
                <a:lnTo>
                  <a:pt x="6068651" y="1787978"/>
                </a:lnTo>
                <a:lnTo>
                  <a:pt x="6060822" y="1792474"/>
                </a:lnTo>
                <a:lnTo>
                  <a:pt x="6052770" y="1796611"/>
                </a:lnTo>
                <a:lnTo>
                  <a:pt x="6044495" y="1800347"/>
                </a:lnTo>
                <a:lnTo>
                  <a:pt x="6036018" y="1803679"/>
                </a:lnTo>
                <a:lnTo>
                  <a:pt x="6027339" y="1806632"/>
                </a:lnTo>
                <a:lnTo>
                  <a:pt x="6018483" y="1809136"/>
                </a:lnTo>
                <a:lnTo>
                  <a:pt x="6009446" y="1811239"/>
                </a:lnTo>
                <a:lnTo>
                  <a:pt x="6000231" y="1812871"/>
                </a:lnTo>
                <a:lnTo>
                  <a:pt x="5990905" y="1814057"/>
                </a:lnTo>
                <a:lnTo>
                  <a:pt x="5981422" y="1814773"/>
                </a:lnTo>
                <a:lnTo>
                  <a:pt x="5971961" y="1815019"/>
                </a:lnTo>
                <a:lnTo>
                  <a:pt x="186579" y="1815019"/>
                </a:lnTo>
                <a:lnTo>
                  <a:pt x="177118" y="1814773"/>
                </a:lnTo>
                <a:lnTo>
                  <a:pt x="167635" y="1814057"/>
                </a:lnTo>
                <a:lnTo>
                  <a:pt x="158309" y="1812871"/>
                </a:lnTo>
                <a:lnTo>
                  <a:pt x="149094" y="1811239"/>
                </a:lnTo>
                <a:lnTo>
                  <a:pt x="140058" y="1809136"/>
                </a:lnTo>
                <a:lnTo>
                  <a:pt x="131200" y="1806632"/>
                </a:lnTo>
                <a:lnTo>
                  <a:pt x="122523" y="1803679"/>
                </a:lnTo>
                <a:lnTo>
                  <a:pt x="114045" y="1800347"/>
                </a:lnTo>
                <a:lnTo>
                  <a:pt x="105770" y="1796611"/>
                </a:lnTo>
                <a:lnTo>
                  <a:pt x="97718" y="1792474"/>
                </a:lnTo>
                <a:lnTo>
                  <a:pt x="89890" y="1787978"/>
                </a:lnTo>
                <a:lnTo>
                  <a:pt x="82308" y="1783124"/>
                </a:lnTo>
                <a:lnTo>
                  <a:pt x="74994" y="1777913"/>
                </a:lnTo>
                <a:lnTo>
                  <a:pt x="67948" y="1772389"/>
                </a:lnTo>
                <a:lnTo>
                  <a:pt x="61172" y="1766507"/>
                </a:lnTo>
                <a:lnTo>
                  <a:pt x="54686" y="1760333"/>
                </a:lnTo>
                <a:lnTo>
                  <a:pt x="48513" y="1753847"/>
                </a:lnTo>
                <a:lnTo>
                  <a:pt x="42630" y="1747070"/>
                </a:lnTo>
                <a:lnTo>
                  <a:pt x="37106" y="1740025"/>
                </a:lnTo>
                <a:lnTo>
                  <a:pt x="31895" y="1732711"/>
                </a:lnTo>
                <a:lnTo>
                  <a:pt x="27041" y="1725129"/>
                </a:lnTo>
                <a:lnTo>
                  <a:pt x="22545" y="1717301"/>
                </a:lnTo>
                <a:lnTo>
                  <a:pt x="18408" y="1709249"/>
                </a:lnTo>
                <a:lnTo>
                  <a:pt x="14672" y="1700974"/>
                </a:lnTo>
                <a:lnTo>
                  <a:pt x="11340" y="1692497"/>
                </a:lnTo>
                <a:lnTo>
                  <a:pt x="8388" y="1683819"/>
                </a:lnTo>
                <a:lnTo>
                  <a:pt x="5882" y="1674962"/>
                </a:lnTo>
                <a:lnTo>
                  <a:pt x="3780" y="1665926"/>
                </a:lnTo>
                <a:lnTo>
                  <a:pt x="2148" y="1656711"/>
                </a:lnTo>
                <a:lnTo>
                  <a:pt x="962" y="1647384"/>
                </a:lnTo>
                <a:lnTo>
                  <a:pt x="246" y="1637901"/>
                </a:lnTo>
                <a:lnTo>
                  <a:pt x="0" y="1628440"/>
                </a:lnTo>
                <a:lnTo>
                  <a:pt x="0" y="186579"/>
                </a:lnTo>
                <a:lnTo>
                  <a:pt x="246" y="177118"/>
                </a:lnTo>
                <a:moveTo>
                  <a:pt x="22366" y="187004"/>
                </a:moveTo>
                <a:lnTo>
                  <a:pt x="22366" y="186713"/>
                </a:lnTo>
                <a:lnTo>
                  <a:pt x="22366" y="1628306"/>
                </a:lnTo>
                <a:lnTo>
                  <a:pt x="22366" y="1628015"/>
                </a:lnTo>
                <a:lnTo>
                  <a:pt x="22590" y="1637051"/>
                </a:lnTo>
                <a:lnTo>
                  <a:pt x="22568" y="1636491"/>
                </a:lnTo>
                <a:lnTo>
                  <a:pt x="23239" y="1645393"/>
                </a:lnTo>
                <a:lnTo>
                  <a:pt x="23194" y="1644834"/>
                </a:lnTo>
                <a:lnTo>
                  <a:pt x="24290" y="1653624"/>
                </a:lnTo>
                <a:lnTo>
                  <a:pt x="24223" y="1653065"/>
                </a:lnTo>
                <a:lnTo>
                  <a:pt x="25766" y="1661721"/>
                </a:lnTo>
                <a:lnTo>
                  <a:pt x="25654" y="1661161"/>
                </a:lnTo>
                <a:lnTo>
                  <a:pt x="27601" y="1669661"/>
                </a:lnTo>
                <a:lnTo>
                  <a:pt x="27466" y="1669124"/>
                </a:lnTo>
                <a:lnTo>
                  <a:pt x="29838" y="1677444"/>
                </a:lnTo>
                <a:lnTo>
                  <a:pt x="29659" y="1676908"/>
                </a:lnTo>
                <a:lnTo>
                  <a:pt x="32432" y="1685071"/>
                </a:lnTo>
                <a:lnTo>
                  <a:pt x="32231" y="1684556"/>
                </a:lnTo>
                <a:lnTo>
                  <a:pt x="35384" y="1692519"/>
                </a:lnTo>
                <a:lnTo>
                  <a:pt x="35159" y="1692027"/>
                </a:lnTo>
                <a:lnTo>
                  <a:pt x="38694" y="1699788"/>
                </a:lnTo>
                <a:lnTo>
                  <a:pt x="38448" y="1699296"/>
                </a:lnTo>
                <a:lnTo>
                  <a:pt x="42317" y="1706878"/>
                </a:lnTo>
                <a:lnTo>
                  <a:pt x="42072" y="1706386"/>
                </a:lnTo>
                <a:lnTo>
                  <a:pt x="46298" y="1713744"/>
                </a:lnTo>
                <a:lnTo>
                  <a:pt x="46008" y="1713275"/>
                </a:lnTo>
                <a:lnTo>
                  <a:pt x="50570" y="1720410"/>
                </a:lnTo>
                <a:lnTo>
                  <a:pt x="50279" y="1719962"/>
                </a:lnTo>
                <a:lnTo>
                  <a:pt x="55178" y="1726851"/>
                </a:lnTo>
                <a:lnTo>
                  <a:pt x="54842" y="1726426"/>
                </a:lnTo>
                <a:lnTo>
                  <a:pt x="60053" y="1733047"/>
                </a:lnTo>
                <a:lnTo>
                  <a:pt x="59718" y="1732644"/>
                </a:lnTo>
                <a:lnTo>
                  <a:pt x="65243" y="1738996"/>
                </a:lnTo>
                <a:lnTo>
                  <a:pt x="64884" y="1738615"/>
                </a:lnTo>
                <a:lnTo>
                  <a:pt x="70700" y="1744699"/>
                </a:lnTo>
                <a:lnTo>
                  <a:pt x="70320" y="1744319"/>
                </a:lnTo>
                <a:lnTo>
                  <a:pt x="76403" y="1750134"/>
                </a:lnTo>
                <a:lnTo>
                  <a:pt x="76023" y="1749776"/>
                </a:lnTo>
                <a:lnTo>
                  <a:pt x="82375" y="1755301"/>
                </a:lnTo>
                <a:lnTo>
                  <a:pt x="81973" y="1754966"/>
                </a:lnTo>
                <a:lnTo>
                  <a:pt x="88592" y="1760177"/>
                </a:lnTo>
                <a:lnTo>
                  <a:pt x="88168" y="1759841"/>
                </a:lnTo>
                <a:lnTo>
                  <a:pt x="95057" y="1764739"/>
                </a:lnTo>
                <a:lnTo>
                  <a:pt x="94609" y="1764449"/>
                </a:lnTo>
                <a:lnTo>
                  <a:pt x="101745" y="1769012"/>
                </a:lnTo>
                <a:lnTo>
                  <a:pt x="101275" y="1768721"/>
                </a:lnTo>
                <a:lnTo>
                  <a:pt x="108633" y="1772948"/>
                </a:lnTo>
                <a:lnTo>
                  <a:pt x="108141" y="1772702"/>
                </a:lnTo>
                <a:lnTo>
                  <a:pt x="115723" y="1776571"/>
                </a:lnTo>
                <a:lnTo>
                  <a:pt x="115231" y="1776325"/>
                </a:lnTo>
                <a:lnTo>
                  <a:pt x="122992" y="1779859"/>
                </a:lnTo>
                <a:lnTo>
                  <a:pt x="122501" y="1779636"/>
                </a:lnTo>
                <a:lnTo>
                  <a:pt x="130463" y="1782789"/>
                </a:lnTo>
                <a:lnTo>
                  <a:pt x="129948" y="1782588"/>
                </a:lnTo>
                <a:lnTo>
                  <a:pt x="138113" y="1785361"/>
                </a:lnTo>
                <a:lnTo>
                  <a:pt x="137575" y="1785182"/>
                </a:lnTo>
                <a:lnTo>
                  <a:pt x="145896" y="1787553"/>
                </a:lnTo>
                <a:lnTo>
                  <a:pt x="145359" y="1787419"/>
                </a:lnTo>
                <a:lnTo>
                  <a:pt x="153857" y="1789365"/>
                </a:lnTo>
                <a:lnTo>
                  <a:pt x="153299" y="1789253"/>
                </a:lnTo>
                <a:lnTo>
                  <a:pt x="161954" y="1790797"/>
                </a:lnTo>
                <a:lnTo>
                  <a:pt x="161395" y="1790729"/>
                </a:lnTo>
                <a:lnTo>
                  <a:pt x="170185" y="1791825"/>
                </a:lnTo>
                <a:lnTo>
                  <a:pt x="169626" y="1791780"/>
                </a:lnTo>
                <a:lnTo>
                  <a:pt x="178527" y="1792452"/>
                </a:lnTo>
                <a:lnTo>
                  <a:pt x="177968" y="1792429"/>
                </a:lnTo>
                <a:lnTo>
                  <a:pt x="187004" y="1792652"/>
                </a:lnTo>
                <a:lnTo>
                  <a:pt x="186713" y="1792652"/>
                </a:lnTo>
                <a:lnTo>
                  <a:pt x="5971826" y="1792652"/>
                </a:lnTo>
                <a:lnTo>
                  <a:pt x="5971536" y="1792652"/>
                </a:lnTo>
                <a:lnTo>
                  <a:pt x="5980572" y="1792429"/>
                </a:lnTo>
                <a:lnTo>
                  <a:pt x="5980013" y="1792452"/>
                </a:lnTo>
                <a:lnTo>
                  <a:pt x="5988915" y="1791780"/>
                </a:lnTo>
                <a:lnTo>
                  <a:pt x="5988355" y="1791825"/>
                </a:lnTo>
                <a:lnTo>
                  <a:pt x="5997146" y="1790729"/>
                </a:lnTo>
                <a:lnTo>
                  <a:pt x="5996585" y="1790797"/>
                </a:lnTo>
                <a:lnTo>
                  <a:pt x="6005242" y="1789253"/>
                </a:lnTo>
                <a:lnTo>
                  <a:pt x="6004682" y="1789365"/>
                </a:lnTo>
                <a:lnTo>
                  <a:pt x="6013182" y="1787419"/>
                </a:lnTo>
                <a:lnTo>
                  <a:pt x="6012645" y="1787553"/>
                </a:lnTo>
                <a:lnTo>
                  <a:pt x="6020965" y="1785182"/>
                </a:lnTo>
                <a:lnTo>
                  <a:pt x="6020429" y="1785361"/>
                </a:lnTo>
                <a:lnTo>
                  <a:pt x="6028592" y="1782588"/>
                </a:lnTo>
                <a:lnTo>
                  <a:pt x="6028077" y="1782789"/>
                </a:lnTo>
                <a:lnTo>
                  <a:pt x="6036041" y="1779636"/>
                </a:lnTo>
                <a:lnTo>
                  <a:pt x="6035548" y="1779859"/>
                </a:lnTo>
                <a:lnTo>
                  <a:pt x="6043310" y="1776325"/>
                </a:lnTo>
                <a:lnTo>
                  <a:pt x="6042817" y="1776571"/>
                </a:lnTo>
                <a:lnTo>
                  <a:pt x="6050399" y="1772702"/>
                </a:lnTo>
                <a:lnTo>
                  <a:pt x="6049907" y="1772948"/>
                </a:lnTo>
                <a:lnTo>
                  <a:pt x="6057265" y="1768721"/>
                </a:lnTo>
                <a:lnTo>
                  <a:pt x="6056795" y="1769012"/>
                </a:lnTo>
                <a:lnTo>
                  <a:pt x="6063931" y="1764449"/>
                </a:lnTo>
                <a:lnTo>
                  <a:pt x="6063483" y="1764739"/>
                </a:lnTo>
                <a:lnTo>
                  <a:pt x="6070372" y="1759841"/>
                </a:lnTo>
                <a:lnTo>
                  <a:pt x="6069947" y="1760177"/>
                </a:lnTo>
                <a:lnTo>
                  <a:pt x="6076569" y="1754966"/>
                </a:lnTo>
                <a:lnTo>
                  <a:pt x="6076165" y="1755301"/>
                </a:lnTo>
                <a:lnTo>
                  <a:pt x="6082517" y="1749776"/>
                </a:lnTo>
                <a:lnTo>
                  <a:pt x="6082137" y="1750134"/>
                </a:lnTo>
                <a:lnTo>
                  <a:pt x="6088221" y="1744319"/>
                </a:lnTo>
                <a:lnTo>
                  <a:pt x="6087840" y="1744699"/>
                </a:lnTo>
                <a:lnTo>
                  <a:pt x="6093656" y="1738615"/>
                </a:lnTo>
                <a:lnTo>
                  <a:pt x="6093298" y="1738996"/>
                </a:lnTo>
                <a:lnTo>
                  <a:pt x="6098823" y="1732644"/>
                </a:lnTo>
                <a:lnTo>
                  <a:pt x="6098487" y="1733047"/>
                </a:lnTo>
                <a:lnTo>
                  <a:pt x="6103697" y="1726426"/>
                </a:lnTo>
                <a:lnTo>
                  <a:pt x="6103364" y="1726851"/>
                </a:lnTo>
                <a:lnTo>
                  <a:pt x="6108261" y="1719962"/>
                </a:lnTo>
                <a:lnTo>
                  <a:pt x="6107970" y="1720410"/>
                </a:lnTo>
                <a:lnTo>
                  <a:pt x="6112533" y="1713275"/>
                </a:lnTo>
                <a:lnTo>
                  <a:pt x="6112242" y="1713744"/>
                </a:lnTo>
                <a:lnTo>
                  <a:pt x="6116470" y="1706386"/>
                </a:lnTo>
                <a:lnTo>
                  <a:pt x="6116222" y="1706878"/>
                </a:lnTo>
                <a:lnTo>
                  <a:pt x="6120093" y="1699296"/>
                </a:lnTo>
                <a:lnTo>
                  <a:pt x="6119847" y="1699788"/>
                </a:lnTo>
                <a:lnTo>
                  <a:pt x="6123380" y="1692027"/>
                </a:lnTo>
                <a:lnTo>
                  <a:pt x="6123158" y="1692519"/>
                </a:lnTo>
                <a:lnTo>
                  <a:pt x="6126311" y="1684556"/>
                </a:lnTo>
                <a:lnTo>
                  <a:pt x="6126109" y="1685071"/>
                </a:lnTo>
                <a:lnTo>
                  <a:pt x="6128883" y="1676908"/>
                </a:lnTo>
                <a:lnTo>
                  <a:pt x="6128704" y="1677444"/>
                </a:lnTo>
                <a:lnTo>
                  <a:pt x="6131073" y="1669124"/>
                </a:lnTo>
                <a:lnTo>
                  <a:pt x="6130940" y="1669661"/>
                </a:lnTo>
                <a:lnTo>
                  <a:pt x="6132886" y="1661161"/>
                </a:lnTo>
                <a:lnTo>
                  <a:pt x="6132774" y="1661721"/>
                </a:lnTo>
                <a:lnTo>
                  <a:pt x="6134317" y="1653065"/>
                </a:lnTo>
                <a:lnTo>
                  <a:pt x="6134250" y="1653624"/>
                </a:lnTo>
                <a:lnTo>
                  <a:pt x="6135346" y="1644834"/>
                </a:lnTo>
                <a:lnTo>
                  <a:pt x="6135301" y="1645393"/>
                </a:lnTo>
                <a:lnTo>
                  <a:pt x="6135973" y="1636491"/>
                </a:lnTo>
                <a:lnTo>
                  <a:pt x="6135950" y="1637051"/>
                </a:lnTo>
                <a:lnTo>
                  <a:pt x="6136174" y="1628015"/>
                </a:lnTo>
                <a:lnTo>
                  <a:pt x="6136174" y="1628306"/>
                </a:lnTo>
                <a:lnTo>
                  <a:pt x="6136174" y="186713"/>
                </a:lnTo>
                <a:lnTo>
                  <a:pt x="6136174" y="187004"/>
                </a:lnTo>
                <a:lnTo>
                  <a:pt x="6135950" y="177968"/>
                </a:lnTo>
                <a:lnTo>
                  <a:pt x="6135973" y="178527"/>
                </a:lnTo>
                <a:lnTo>
                  <a:pt x="6135301" y="169625"/>
                </a:lnTo>
                <a:lnTo>
                  <a:pt x="6135346" y="170184"/>
                </a:lnTo>
                <a:lnTo>
                  <a:pt x="6134250" y="161395"/>
                </a:lnTo>
                <a:lnTo>
                  <a:pt x="6134317" y="161953"/>
                </a:lnTo>
                <a:lnTo>
                  <a:pt x="6132774" y="153298"/>
                </a:lnTo>
                <a:lnTo>
                  <a:pt x="6132886" y="153857"/>
                </a:lnTo>
                <a:lnTo>
                  <a:pt x="6130940" y="145357"/>
                </a:lnTo>
                <a:lnTo>
                  <a:pt x="6131073" y="145895"/>
                </a:lnTo>
                <a:lnTo>
                  <a:pt x="6128704" y="137574"/>
                </a:lnTo>
                <a:lnTo>
                  <a:pt x="6128883" y="138111"/>
                </a:lnTo>
                <a:lnTo>
                  <a:pt x="6126109" y="129947"/>
                </a:lnTo>
                <a:lnTo>
                  <a:pt x="6126311" y="130462"/>
                </a:lnTo>
                <a:lnTo>
                  <a:pt x="6123158" y="122499"/>
                </a:lnTo>
                <a:lnTo>
                  <a:pt x="6123380" y="122991"/>
                </a:lnTo>
                <a:lnTo>
                  <a:pt x="6119847" y="115230"/>
                </a:lnTo>
                <a:lnTo>
                  <a:pt x="6120093" y="115723"/>
                </a:lnTo>
                <a:lnTo>
                  <a:pt x="6116222" y="108140"/>
                </a:lnTo>
                <a:lnTo>
                  <a:pt x="6116470" y="108632"/>
                </a:lnTo>
                <a:lnTo>
                  <a:pt x="6112242" y="101274"/>
                </a:lnTo>
                <a:lnTo>
                  <a:pt x="6112533" y="101744"/>
                </a:lnTo>
                <a:lnTo>
                  <a:pt x="6107970" y="94609"/>
                </a:lnTo>
                <a:lnTo>
                  <a:pt x="6108261" y="95056"/>
                </a:lnTo>
                <a:lnTo>
                  <a:pt x="6103364" y="88167"/>
                </a:lnTo>
                <a:lnTo>
                  <a:pt x="6103697" y="88592"/>
                </a:lnTo>
                <a:lnTo>
                  <a:pt x="6098487" y="81972"/>
                </a:lnTo>
                <a:lnTo>
                  <a:pt x="6098823" y="82375"/>
                </a:lnTo>
                <a:lnTo>
                  <a:pt x="6093298" y="76023"/>
                </a:lnTo>
                <a:lnTo>
                  <a:pt x="6093656" y="76402"/>
                </a:lnTo>
                <a:lnTo>
                  <a:pt x="6087840" y="70319"/>
                </a:lnTo>
                <a:lnTo>
                  <a:pt x="6088221" y="70699"/>
                </a:lnTo>
                <a:lnTo>
                  <a:pt x="6082137" y="64884"/>
                </a:lnTo>
                <a:lnTo>
                  <a:pt x="6082517" y="65243"/>
                </a:lnTo>
                <a:lnTo>
                  <a:pt x="6076165" y="59717"/>
                </a:lnTo>
                <a:lnTo>
                  <a:pt x="6076569" y="60053"/>
                </a:lnTo>
                <a:lnTo>
                  <a:pt x="6069947" y="54842"/>
                </a:lnTo>
                <a:lnTo>
                  <a:pt x="6070372" y="55177"/>
                </a:lnTo>
                <a:lnTo>
                  <a:pt x="6063483" y="50279"/>
                </a:lnTo>
                <a:lnTo>
                  <a:pt x="6063931" y="50570"/>
                </a:lnTo>
                <a:lnTo>
                  <a:pt x="6056795" y="46007"/>
                </a:lnTo>
                <a:lnTo>
                  <a:pt x="6057265" y="46298"/>
                </a:lnTo>
                <a:lnTo>
                  <a:pt x="6049907" y="42071"/>
                </a:lnTo>
                <a:lnTo>
                  <a:pt x="6050399" y="42317"/>
                </a:lnTo>
                <a:lnTo>
                  <a:pt x="6042817" y="38447"/>
                </a:lnTo>
                <a:lnTo>
                  <a:pt x="6043310" y="38693"/>
                </a:lnTo>
                <a:lnTo>
                  <a:pt x="6035548" y="35159"/>
                </a:lnTo>
                <a:lnTo>
                  <a:pt x="6036041" y="35383"/>
                </a:lnTo>
                <a:lnTo>
                  <a:pt x="6028077" y="32229"/>
                </a:lnTo>
                <a:lnTo>
                  <a:pt x="6028592" y="32431"/>
                </a:lnTo>
                <a:lnTo>
                  <a:pt x="6020429" y="29657"/>
                </a:lnTo>
                <a:lnTo>
                  <a:pt x="6020965" y="29837"/>
                </a:lnTo>
                <a:lnTo>
                  <a:pt x="6012645" y="27466"/>
                </a:lnTo>
                <a:lnTo>
                  <a:pt x="6013182" y="27599"/>
                </a:lnTo>
                <a:lnTo>
                  <a:pt x="6004682" y="25654"/>
                </a:lnTo>
                <a:lnTo>
                  <a:pt x="6005242" y="25766"/>
                </a:lnTo>
                <a:lnTo>
                  <a:pt x="5996585" y="24222"/>
                </a:lnTo>
                <a:lnTo>
                  <a:pt x="5997146" y="24289"/>
                </a:lnTo>
                <a:lnTo>
                  <a:pt x="5988355" y="23194"/>
                </a:lnTo>
                <a:lnTo>
                  <a:pt x="5988915" y="23238"/>
                </a:lnTo>
                <a:lnTo>
                  <a:pt x="5980013" y="22567"/>
                </a:lnTo>
                <a:lnTo>
                  <a:pt x="5980572" y="22589"/>
                </a:lnTo>
                <a:lnTo>
                  <a:pt x="5971536" y="22366"/>
                </a:lnTo>
                <a:lnTo>
                  <a:pt x="5971826" y="22366"/>
                </a:lnTo>
                <a:lnTo>
                  <a:pt x="186713" y="22366"/>
                </a:lnTo>
                <a:lnTo>
                  <a:pt x="187004" y="22366"/>
                </a:lnTo>
                <a:lnTo>
                  <a:pt x="177968" y="22589"/>
                </a:lnTo>
                <a:lnTo>
                  <a:pt x="178527" y="22567"/>
                </a:lnTo>
                <a:lnTo>
                  <a:pt x="169626" y="23238"/>
                </a:lnTo>
                <a:lnTo>
                  <a:pt x="170185" y="23194"/>
                </a:lnTo>
                <a:lnTo>
                  <a:pt x="161395" y="24289"/>
                </a:lnTo>
                <a:lnTo>
                  <a:pt x="161954" y="24222"/>
                </a:lnTo>
                <a:lnTo>
                  <a:pt x="153299" y="25766"/>
                </a:lnTo>
                <a:lnTo>
                  <a:pt x="153857" y="25654"/>
                </a:lnTo>
                <a:lnTo>
                  <a:pt x="145359" y="27599"/>
                </a:lnTo>
                <a:lnTo>
                  <a:pt x="145896" y="27466"/>
                </a:lnTo>
                <a:lnTo>
                  <a:pt x="137575" y="29837"/>
                </a:lnTo>
                <a:lnTo>
                  <a:pt x="138113" y="29657"/>
                </a:lnTo>
                <a:lnTo>
                  <a:pt x="129948" y="32431"/>
                </a:lnTo>
                <a:lnTo>
                  <a:pt x="130463" y="32229"/>
                </a:lnTo>
                <a:lnTo>
                  <a:pt x="122501" y="35383"/>
                </a:lnTo>
                <a:lnTo>
                  <a:pt x="122992" y="35159"/>
                </a:lnTo>
                <a:lnTo>
                  <a:pt x="115231" y="38693"/>
                </a:lnTo>
                <a:lnTo>
                  <a:pt x="115723" y="38447"/>
                </a:lnTo>
                <a:lnTo>
                  <a:pt x="108141" y="42317"/>
                </a:lnTo>
                <a:lnTo>
                  <a:pt x="108633" y="42071"/>
                </a:lnTo>
                <a:lnTo>
                  <a:pt x="101275" y="46298"/>
                </a:lnTo>
                <a:lnTo>
                  <a:pt x="101745" y="46007"/>
                </a:lnTo>
                <a:lnTo>
                  <a:pt x="94609" y="50570"/>
                </a:lnTo>
                <a:lnTo>
                  <a:pt x="95057" y="50279"/>
                </a:lnTo>
                <a:lnTo>
                  <a:pt x="88168" y="55177"/>
                </a:lnTo>
                <a:lnTo>
                  <a:pt x="88592" y="54842"/>
                </a:lnTo>
                <a:lnTo>
                  <a:pt x="81973" y="60053"/>
                </a:lnTo>
                <a:lnTo>
                  <a:pt x="82375" y="59717"/>
                </a:lnTo>
                <a:lnTo>
                  <a:pt x="76023" y="65243"/>
                </a:lnTo>
                <a:lnTo>
                  <a:pt x="76403" y="64884"/>
                </a:lnTo>
                <a:lnTo>
                  <a:pt x="70320" y="70699"/>
                </a:lnTo>
                <a:lnTo>
                  <a:pt x="70700" y="70319"/>
                </a:lnTo>
                <a:lnTo>
                  <a:pt x="64884" y="76402"/>
                </a:lnTo>
                <a:lnTo>
                  <a:pt x="65243" y="76023"/>
                </a:lnTo>
                <a:lnTo>
                  <a:pt x="59718" y="82375"/>
                </a:lnTo>
                <a:lnTo>
                  <a:pt x="60053" y="81972"/>
                </a:lnTo>
                <a:lnTo>
                  <a:pt x="54842" y="88592"/>
                </a:lnTo>
                <a:lnTo>
                  <a:pt x="55178" y="88167"/>
                </a:lnTo>
                <a:lnTo>
                  <a:pt x="50279" y="95056"/>
                </a:lnTo>
                <a:lnTo>
                  <a:pt x="50570" y="94609"/>
                </a:lnTo>
                <a:lnTo>
                  <a:pt x="46008" y="101744"/>
                </a:lnTo>
                <a:lnTo>
                  <a:pt x="46298" y="101274"/>
                </a:lnTo>
                <a:lnTo>
                  <a:pt x="42072" y="108632"/>
                </a:lnTo>
                <a:lnTo>
                  <a:pt x="42317" y="108140"/>
                </a:lnTo>
                <a:lnTo>
                  <a:pt x="38448" y="115723"/>
                </a:lnTo>
                <a:lnTo>
                  <a:pt x="38694" y="115230"/>
                </a:lnTo>
                <a:lnTo>
                  <a:pt x="35159" y="122991"/>
                </a:lnTo>
                <a:lnTo>
                  <a:pt x="35384" y="122499"/>
                </a:lnTo>
                <a:lnTo>
                  <a:pt x="32231" y="130462"/>
                </a:lnTo>
                <a:lnTo>
                  <a:pt x="32432" y="129947"/>
                </a:lnTo>
                <a:lnTo>
                  <a:pt x="29659" y="138111"/>
                </a:lnTo>
                <a:lnTo>
                  <a:pt x="29838" y="137574"/>
                </a:lnTo>
                <a:lnTo>
                  <a:pt x="27466" y="145895"/>
                </a:lnTo>
                <a:lnTo>
                  <a:pt x="27601" y="145357"/>
                </a:lnTo>
                <a:lnTo>
                  <a:pt x="25654" y="153857"/>
                </a:lnTo>
                <a:lnTo>
                  <a:pt x="25766" y="153298"/>
                </a:lnTo>
                <a:lnTo>
                  <a:pt x="24223" y="161953"/>
                </a:lnTo>
                <a:lnTo>
                  <a:pt x="24290" y="161395"/>
                </a:lnTo>
                <a:lnTo>
                  <a:pt x="23194" y="170184"/>
                </a:lnTo>
                <a:lnTo>
                  <a:pt x="23239" y="169625"/>
                </a:lnTo>
                <a:lnTo>
                  <a:pt x="22568" y="178527"/>
                </a:lnTo>
                <a:lnTo>
                  <a:pt x="22590" y="177968"/>
                </a:lnTo>
                <a:lnTo>
                  <a:pt x="22366" y="187004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text-126 Stage">
            <a:extLst xmlns:a="http://schemas.openxmlformats.org/drawingml/2006/main">
              <a:ext uri="{FF2B5EF4-FFF2-40B4-BE49-F238E27FC236}">
                <a16:creationId xmlns:a16="http://schemas.microsoft.com/office/drawing/2014/main" id="{98D703B5-40B6-4638-BFB2-C8623B58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2484" y="4456873"/>
            <a:ext cx="505817" cy="281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Stage</a:t>
            </a:r>
          </a:p>
        </p:txBody>
      </p:sp>
      <p:sp>
        <p:nvSpPr>
          <p:cNvPr id="210" name="text-126 3">
            <a:extLst xmlns:a="http://schemas.openxmlformats.org/drawingml/2006/main">
              <a:ext uri="{FF2B5EF4-FFF2-40B4-BE49-F238E27FC236}">
                <a16:creationId xmlns:a16="http://schemas.microsoft.com/office/drawing/2014/main" id="{18CCF9FE-98D8-4337-BC04-F580CD5F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2499" y="4456821"/>
            <a:ext cx="136905" cy="28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11" name="text-127 :">
            <a:extLst xmlns:a="http://schemas.openxmlformats.org/drawingml/2006/main">
              <a:ext uri="{FF2B5EF4-FFF2-40B4-BE49-F238E27FC236}">
                <a16:creationId xmlns:a16="http://schemas.microsoft.com/office/drawing/2014/main" id="{71749710-82A0-4A16-94BC-686E75C9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47" y="4456732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212" name="text-128 Dialogue">
            <a:extLst xmlns:a="http://schemas.openxmlformats.org/drawingml/2006/main">
              <a:ext uri="{FF2B5EF4-FFF2-40B4-BE49-F238E27FC236}">
                <a16:creationId xmlns:a16="http://schemas.microsoft.com/office/drawing/2014/main" id="{A14A00EA-CC02-4E6C-BDC5-165175F8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0570" y="4456912"/>
            <a:ext cx="796572" cy="28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</a:t>
            </a:r>
          </a:p>
        </p:txBody>
      </p:sp>
      <p:sp>
        <p:nvSpPr>
          <p:cNvPr id="213" name="text-128 Construction">
            <a:extLst xmlns:a="http://schemas.openxmlformats.org/drawingml/2006/main">
              <a:ext uri="{FF2B5EF4-FFF2-40B4-BE49-F238E27FC236}">
                <a16:creationId xmlns:a16="http://schemas.microsoft.com/office/drawing/2014/main" id="{DA60CC56-6765-41C3-87D7-351A66B6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1345" y="4456857"/>
            <a:ext cx="1165866" cy="28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Construction</a:t>
            </a:r>
          </a:p>
        </p:txBody>
      </p:sp>
      <p:sp>
        <p:nvSpPr>
          <p:cNvPr id="214" name="path-129">
            <a:extLst xmlns:a="http://schemas.openxmlformats.org/drawingml/2006/main">
              <a:ext uri="{FF2B5EF4-FFF2-40B4-BE49-F238E27FC236}">
                <a16:creationId xmlns:a16="http://schemas.microsoft.com/office/drawing/2014/main" id="{A554AE87-1471-488B-A0C0-D28DAEEE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8416" y="6344660"/>
            <a:ext cx="6158542" cy="2005132"/>
          </a:xfrm>
          <a:custGeom xmlns:a="http://schemas.openxmlformats.org/drawingml/2006/main">
            <a:pathLst>
              <a:path w="6158542" h="2005132">
                <a:moveTo>
                  <a:pt x="270" y="194787"/>
                </a:moveTo>
                <a:lnTo>
                  <a:pt x="1052" y="184364"/>
                </a:lnTo>
                <a:lnTo>
                  <a:pt x="2372" y="174076"/>
                </a:lnTo>
                <a:lnTo>
                  <a:pt x="4160" y="163967"/>
                </a:lnTo>
                <a:lnTo>
                  <a:pt x="6465" y="154036"/>
                </a:lnTo>
                <a:lnTo>
                  <a:pt x="9238" y="144284"/>
                </a:lnTo>
                <a:lnTo>
                  <a:pt x="12459" y="134734"/>
                </a:lnTo>
                <a:lnTo>
                  <a:pt x="16149" y="125407"/>
                </a:lnTo>
                <a:lnTo>
                  <a:pt x="20242" y="116304"/>
                </a:lnTo>
                <a:lnTo>
                  <a:pt x="24782" y="107447"/>
                </a:lnTo>
                <a:lnTo>
                  <a:pt x="29725" y="98858"/>
                </a:lnTo>
                <a:lnTo>
                  <a:pt x="35071" y="90516"/>
                </a:lnTo>
                <a:lnTo>
                  <a:pt x="40796" y="82464"/>
                </a:lnTo>
                <a:lnTo>
                  <a:pt x="46881" y="74726"/>
                </a:lnTo>
                <a:lnTo>
                  <a:pt x="53344" y="67277"/>
                </a:lnTo>
                <a:lnTo>
                  <a:pt x="60144" y="60143"/>
                </a:lnTo>
                <a:lnTo>
                  <a:pt x="67278" y="53343"/>
                </a:lnTo>
                <a:lnTo>
                  <a:pt x="74726" y="46880"/>
                </a:lnTo>
                <a:lnTo>
                  <a:pt x="82465" y="40796"/>
                </a:lnTo>
                <a:lnTo>
                  <a:pt x="90517" y="35070"/>
                </a:lnTo>
                <a:lnTo>
                  <a:pt x="98859" y="29724"/>
                </a:lnTo>
                <a:lnTo>
                  <a:pt x="107448" y="24782"/>
                </a:lnTo>
                <a:lnTo>
                  <a:pt x="116306" y="20241"/>
                </a:lnTo>
                <a:lnTo>
                  <a:pt x="125409" y="16148"/>
                </a:lnTo>
                <a:lnTo>
                  <a:pt x="134735" y="12458"/>
                </a:lnTo>
                <a:lnTo>
                  <a:pt x="144285" y="9237"/>
                </a:lnTo>
                <a:lnTo>
                  <a:pt x="154037" y="6464"/>
                </a:lnTo>
                <a:lnTo>
                  <a:pt x="163968" y="4160"/>
                </a:lnTo>
                <a:lnTo>
                  <a:pt x="174078" y="2370"/>
                </a:lnTo>
                <a:lnTo>
                  <a:pt x="184365" y="1051"/>
                </a:lnTo>
                <a:lnTo>
                  <a:pt x="194788" y="268"/>
                </a:lnTo>
                <a:lnTo>
                  <a:pt x="205189" y="0"/>
                </a:lnTo>
                <a:lnTo>
                  <a:pt x="5953353" y="0"/>
                </a:lnTo>
                <a:lnTo>
                  <a:pt x="5963752" y="268"/>
                </a:lnTo>
                <a:lnTo>
                  <a:pt x="5974175" y="1051"/>
                </a:lnTo>
                <a:lnTo>
                  <a:pt x="5984464" y="2370"/>
                </a:lnTo>
                <a:lnTo>
                  <a:pt x="5994572" y="4160"/>
                </a:lnTo>
                <a:lnTo>
                  <a:pt x="6004504" y="6464"/>
                </a:lnTo>
                <a:lnTo>
                  <a:pt x="6014255" y="9237"/>
                </a:lnTo>
                <a:lnTo>
                  <a:pt x="6023806" y="12458"/>
                </a:lnTo>
                <a:lnTo>
                  <a:pt x="6033134" y="16148"/>
                </a:lnTo>
                <a:lnTo>
                  <a:pt x="6042236" y="20241"/>
                </a:lnTo>
                <a:lnTo>
                  <a:pt x="6051093" y="24782"/>
                </a:lnTo>
                <a:lnTo>
                  <a:pt x="6059681" y="29724"/>
                </a:lnTo>
                <a:lnTo>
                  <a:pt x="6068025" y="35070"/>
                </a:lnTo>
                <a:lnTo>
                  <a:pt x="6076077" y="40796"/>
                </a:lnTo>
                <a:lnTo>
                  <a:pt x="6083816" y="46880"/>
                </a:lnTo>
                <a:lnTo>
                  <a:pt x="6091263" y="53343"/>
                </a:lnTo>
                <a:lnTo>
                  <a:pt x="6098398" y="60143"/>
                </a:lnTo>
                <a:lnTo>
                  <a:pt x="6105197" y="67277"/>
                </a:lnTo>
                <a:lnTo>
                  <a:pt x="6111637" y="74726"/>
                </a:lnTo>
                <a:lnTo>
                  <a:pt x="6117744" y="82464"/>
                </a:lnTo>
                <a:lnTo>
                  <a:pt x="6123469" y="90516"/>
                </a:lnTo>
                <a:lnTo>
                  <a:pt x="6128815" y="98858"/>
                </a:lnTo>
                <a:lnTo>
                  <a:pt x="6133758" y="107447"/>
                </a:lnTo>
                <a:lnTo>
                  <a:pt x="6138299" y="116304"/>
                </a:lnTo>
                <a:lnTo>
                  <a:pt x="6142391" y="125407"/>
                </a:lnTo>
                <a:lnTo>
                  <a:pt x="6146083" y="134734"/>
                </a:lnTo>
                <a:lnTo>
                  <a:pt x="6149304" y="144284"/>
                </a:lnTo>
                <a:lnTo>
                  <a:pt x="6152077" y="154036"/>
                </a:lnTo>
                <a:lnTo>
                  <a:pt x="6154380" y="163967"/>
                </a:lnTo>
                <a:lnTo>
                  <a:pt x="6156170" y="174076"/>
                </a:lnTo>
                <a:lnTo>
                  <a:pt x="6157489" y="184364"/>
                </a:lnTo>
                <a:lnTo>
                  <a:pt x="6158272" y="194787"/>
                </a:lnTo>
                <a:lnTo>
                  <a:pt x="6158542" y="205187"/>
                </a:lnTo>
                <a:lnTo>
                  <a:pt x="6158542" y="1799943"/>
                </a:lnTo>
                <a:lnTo>
                  <a:pt x="6158272" y="1810345"/>
                </a:lnTo>
                <a:lnTo>
                  <a:pt x="6157489" y="1820767"/>
                </a:lnTo>
                <a:lnTo>
                  <a:pt x="6156170" y="1831055"/>
                </a:lnTo>
                <a:lnTo>
                  <a:pt x="6154380" y="1841165"/>
                </a:lnTo>
                <a:lnTo>
                  <a:pt x="6152077" y="1851096"/>
                </a:lnTo>
                <a:lnTo>
                  <a:pt x="6149304" y="1860847"/>
                </a:lnTo>
                <a:lnTo>
                  <a:pt x="6146083" y="1870398"/>
                </a:lnTo>
                <a:lnTo>
                  <a:pt x="6142391" y="1879724"/>
                </a:lnTo>
                <a:lnTo>
                  <a:pt x="6138299" y="1888827"/>
                </a:lnTo>
                <a:lnTo>
                  <a:pt x="6133758" y="1897685"/>
                </a:lnTo>
                <a:lnTo>
                  <a:pt x="6128815" y="1906273"/>
                </a:lnTo>
                <a:lnTo>
                  <a:pt x="6123469" y="1914615"/>
                </a:lnTo>
                <a:lnTo>
                  <a:pt x="6117744" y="1922667"/>
                </a:lnTo>
                <a:lnTo>
                  <a:pt x="6111637" y="1930406"/>
                </a:lnTo>
                <a:lnTo>
                  <a:pt x="6105197" y="1937854"/>
                </a:lnTo>
                <a:lnTo>
                  <a:pt x="6098398" y="1944989"/>
                </a:lnTo>
                <a:lnTo>
                  <a:pt x="6091263" y="1951787"/>
                </a:lnTo>
                <a:lnTo>
                  <a:pt x="6083816" y="1958252"/>
                </a:lnTo>
                <a:lnTo>
                  <a:pt x="6076077" y="1964335"/>
                </a:lnTo>
                <a:lnTo>
                  <a:pt x="6068025" y="1970062"/>
                </a:lnTo>
                <a:lnTo>
                  <a:pt x="6059681" y="1975407"/>
                </a:lnTo>
                <a:lnTo>
                  <a:pt x="6051093" y="1980351"/>
                </a:lnTo>
                <a:lnTo>
                  <a:pt x="6042236" y="1984890"/>
                </a:lnTo>
                <a:lnTo>
                  <a:pt x="6033134" y="1988984"/>
                </a:lnTo>
                <a:lnTo>
                  <a:pt x="6023806" y="1992673"/>
                </a:lnTo>
                <a:lnTo>
                  <a:pt x="6014255" y="1995894"/>
                </a:lnTo>
                <a:lnTo>
                  <a:pt x="6004504" y="1998668"/>
                </a:lnTo>
                <a:lnTo>
                  <a:pt x="5994572" y="2000971"/>
                </a:lnTo>
                <a:lnTo>
                  <a:pt x="5984464" y="2002761"/>
                </a:lnTo>
                <a:lnTo>
                  <a:pt x="5974175" y="2004081"/>
                </a:lnTo>
                <a:lnTo>
                  <a:pt x="5963752" y="2004863"/>
                </a:lnTo>
                <a:lnTo>
                  <a:pt x="5953353" y="2005132"/>
                </a:lnTo>
                <a:lnTo>
                  <a:pt x="205189" y="2005132"/>
                </a:lnTo>
                <a:lnTo>
                  <a:pt x="194788" y="2004863"/>
                </a:lnTo>
                <a:lnTo>
                  <a:pt x="184365" y="2004081"/>
                </a:lnTo>
                <a:lnTo>
                  <a:pt x="174078" y="2002761"/>
                </a:lnTo>
                <a:lnTo>
                  <a:pt x="163968" y="2000971"/>
                </a:lnTo>
                <a:lnTo>
                  <a:pt x="154037" y="1998668"/>
                </a:lnTo>
                <a:lnTo>
                  <a:pt x="144285" y="1995894"/>
                </a:lnTo>
                <a:lnTo>
                  <a:pt x="134735" y="1992673"/>
                </a:lnTo>
                <a:lnTo>
                  <a:pt x="125409" y="1988984"/>
                </a:lnTo>
                <a:lnTo>
                  <a:pt x="116306" y="1984890"/>
                </a:lnTo>
                <a:lnTo>
                  <a:pt x="107448" y="1980351"/>
                </a:lnTo>
                <a:lnTo>
                  <a:pt x="98859" y="1975407"/>
                </a:lnTo>
                <a:lnTo>
                  <a:pt x="90517" y="1970062"/>
                </a:lnTo>
                <a:lnTo>
                  <a:pt x="82465" y="1964335"/>
                </a:lnTo>
                <a:lnTo>
                  <a:pt x="74726" y="1958252"/>
                </a:lnTo>
                <a:lnTo>
                  <a:pt x="67278" y="1951787"/>
                </a:lnTo>
                <a:lnTo>
                  <a:pt x="60144" y="1944989"/>
                </a:lnTo>
                <a:lnTo>
                  <a:pt x="53344" y="1937854"/>
                </a:lnTo>
                <a:lnTo>
                  <a:pt x="46881" y="1930406"/>
                </a:lnTo>
                <a:lnTo>
                  <a:pt x="40796" y="1922667"/>
                </a:lnTo>
                <a:lnTo>
                  <a:pt x="35071" y="1914615"/>
                </a:lnTo>
                <a:lnTo>
                  <a:pt x="29725" y="1906273"/>
                </a:lnTo>
                <a:lnTo>
                  <a:pt x="24782" y="1897685"/>
                </a:lnTo>
                <a:lnTo>
                  <a:pt x="20242" y="1888827"/>
                </a:lnTo>
                <a:lnTo>
                  <a:pt x="16149" y="1879724"/>
                </a:lnTo>
                <a:lnTo>
                  <a:pt x="12459" y="1870398"/>
                </a:lnTo>
                <a:lnTo>
                  <a:pt x="9238" y="1860847"/>
                </a:lnTo>
                <a:lnTo>
                  <a:pt x="6465" y="1851096"/>
                </a:lnTo>
                <a:lnTo>
                  <a:pt x="4160" y="1841165"/>
                </a:lnTo>
                <a:lnTo>
                  <a:pt x="2372" y="1831055"/>
                </a:lnTo>
                <a:lnTo>
                  <a:pt x="1052" y="1820767"/>
                </a:lnTo>
                <a:lnTo>
                  <a:pt x="270" y="1810345"/>
                </a:lnTo>
                <a:lnTo>
                  <a:pt x="0" y="1799943"/>
                </a:lnTo>
                <a:lnTo>
                  <a:pt x="0" y="205187"/>
                </a:lnTo>
                <a:lnTo>
                  <a:pt x="270" y="194787"/>
                </a:lnTo>
                <a:moveTo>
                  <a:pt x="22367" y="205612"/>
                </a:moveTo>
                <a:lnTo>
                  <a:pt x="22367" y="205344"/>
                </a:lnTo>
                <a:lnTo>
                  <a:pt x="22367" y="1799787"/>
                </a:lnTo>
                <a:lnTo>
                  <a:pt x="22367" y="1799520"/>
                </a:lnTo>
                <a:lnTo>
                  <a:pt x="22614" y="1809494"/>
                </a:lnTo>
                <a:lnTo>
                  <a:pt x="22590" y="1808936"/>
                </a:lnTo>
                <a:lnTo>
                  <a:pt x="23329" y="1818799"/>
                </a:lnTo>
                <a:lnTo>
                  <a:pt x="23285" y="1818240"/>
                </a:lnTo>
                <a:lnTo>
                  <a:pt x="24514" y="1827946"/>
                </a:lnTo>
                <a:lnTo>
                  <a:pt x="24425" y="1827388"/>
                </a:lnTo>
                <a:lnTo>
                  <a:pt x="26147" y="1836959"/>
                </a:lnTo>
                <a:lnTo>
                  <a:pt x="26034" y="1836401"/>
                </a:lnTo>
                <a:lnTo>
                  <a:pt x="28182" y="1845795"/>
                </a:lnTo>
                <a:lnTo>
                  <a:pt x="28048" y="1845258"/>
                </a:lnTo>
                <a:lnTo>
                  <a:pt x="30664" y="1854472"/>
                </a:lnTo>
                <a:lnTo>
                  <a:pt x="30509" y="1853935"/>
                </a:lnTo>
                <a:lnTo>
                  <a:pt x="33550" y="1862972"/>
                </a:lnTo>
                <a:lnTo>
                  <a:pt x="33371" y="1862458"/>
                </a:lnTo>
                <a:lnTo>
                  <a:pt x="36837" y="1871270"/>
                </a:lnTo>
                <a:lnTo>
                  <a:pt x="36636" y="1870755"/>
                </a:lnTo>
                <a:lnTo>
                  <a:pt x="40529" y="1879366"/>
                </a:lnTo>
                <a:lnTo>
                  <a:pt x="40282" y="1878875"/>
                </a:lnTo>
                <a:lnTo>
                  <a:pt x="44576" y="1887240"/>
                </a:lnTo>
                <a:lnTo>
                  <a:pt x="44309" y="1886770"/>
                </a:lnTo>
                <a:lnTo>
                  <a:pt x="48983" y="1894888"/>
                </a:lnTo>
                <a:lnTo>
                  <a:pt x="48714" y="1894442"/>
                </a:lnTo>
                <a:lnTo>
                  <a:pt x="53747" y="1902315"/>
                </a:lnTo>
                <a:lnTo>
                  <a:pt x="53456" y="1901867"/>
                </a:lnTo>
                <a:lnTo>
                  <a:pt x="58868" y="1909471"/>
                </a:lnTo>
                <a:lnTo>
                  <a:pt x="58556" y="1909047"/>
                </a:lnTo>
                <a:lnTo>
                  <a:pt x="64303" y="1916382"/>
                </a:lnTo>
                <a:lnTo>
                  <a:pt x="63968" y="1915980"/>
                </a:lnTo>
                <a:lnTo>
                  <a:pt x="70075" y="1923026"/>
                </a:lnTo>
                <a:lnTo>
                  <a:pt x="69717" y="1922623"/>
                </a:lnTo>
                <a:lnTo>
                  <a:pt x="76136" y="1929355"/>
                </a:lnTo>
                <a:lnTo>
                  <a:pt x="75777" y="1928998"/>
                </a:lnTo>
                <a:lnTo>
                  <a:pt x="82510" y="1935416"/>
                </a:lnTo>
                <a:lnTo>
                  <a:pt x="82108" y="1935058"/>
                </a:lnTo>
                <a:lnTo>
                  <a:pt x="89153" y="1941165"/>
                </a:lnTo>
                <a:lnTo>
                  <a:pt x="88750" y="1940829"/>
                </a:lnTo>
                <a:lnTo>
                  <a:pt x="96086" y="1946576"/>
                </a:lnTo>
                <a:lnTo>
                  <a:pt x="95662" y="1946264"/>
                </a:lnTo>
                <a:lnTo>
                  <a:pt x="103266" y="1951676"/>
                </a:lnTo>
                <a:lnTo>
                  <a:pt x="102818" y="1951385"/>
                </a:lnTo>
                <a:lnTo>
                  <a:pt x="110691" y="1956417"/>
                </a:lnTo>
                <a:lnTo>
                  <a:pt x="110244" y="1956150"/>
                </a:lnTo>
                <a:lnTo>
                  <a:pt x="118364" y="1960824"/>
                </a:lnTo>
                <a:lnTo>
                  <a:pt x="117894" y="1960555"/>
                </a:lnTo>
                <a:lnTo>
                  <a:pt x="126259" y="1964850"/>
                </a:lnTo>
                <a:lnTo>
                  <a:pt x="125767" y="1964604"/>
                </a:lnTo>
                <a:lnTo>
                  <a:pt x="134378" y="1968496"/>
                </a:lnTo>
                <a:lnTo>
                  <a:pt x="133863" y="1968294"/>
                </a:lnTo>
                <a:lnTo>
                  <a:pt x="142675" y="1971760"/>
                </a:lnTo>
                <a:lnTo>
                  <a:pt x="142161" y="1971583"/>
                </a:lnTo>
                <a:lnTo>
                  <a:pt x="151197" y="1974623"/>
                </a:lnTo>
                <a:lnTo>
                  <a:pt x="150659" y="1974467"/>
                </a:lnTo>
                <a:lnTo>
                  <a:pt x="159875" y="1977085"/>
                </a:lnTo>
                <a:lnTo>
                  <a:pt x="159338" y="1976951"/>
                </a:lnTo>
                <a:lnTo>
                  <a:pt x="168732" y="1979097"/>
                </a:lnTo>
                <a:lnTo>
                  <a:pt x="168172" y="1978986"/>
                </a:lnTo>
                <a:lnTo>
                  <a:pt x="177745" y="1980708"/>
                </a:lnTo>
                <a:lnTo>
                  <a:pt x="177186" y="1980618"/>
                </a:lnTo>
                <a:lnTo>
                  <a:pt x="186893" y="1981848"/>
                </a:lnTo>
                <a:lnTo>
                  <a:pt x="186334" y="1981804"/>
                </a:lnTo>
                <a:lnTo>
                  <a:pt x="196197" y="1982541"/>
                </a:lnTo>
                <a:lnTo>
                  <a:pt x="195638" y="1982520"/>
                </a:lnTo>
                <a:lnTo>
                  <a:pt x="205614" y="1982766"/>
                </a:lnTo>
                <a:lnTo>
                  <a:pt x="205344" y="1982766"/>
                </a:lnTo>
                <a:lnTo>
                  <a:pt x="5953196" y="1982766"/>
                </a:lnTo>
                <a:lnTo>
                  <a:pt x="5952927" y="1982766"/>
                </a:lnTo>
                <a:lnTo>
                  <a:pt x="5962903" y="1982520"/>
                </a:lnTo>
                <a:lnTo>
                  <a:pt x="5962344" y="1982541"/>
                </a:lnTo>
                <a:lnTo>
                  <a:pt x="5972206" y="1981804"/>
                </a:lnTo>
                <a:lnTo>
                  <a:pt x="5971648" y="1981848"/>
                </a:lnTo>
                <a:lnTo>
                  <a:pt x="5981356" y="1980618"/>
                </a:lnTo>
                <a:lnTo>
                  <a:pt x="5980797" y="1980708"/>
                </a:lnTo>
                <a:lnTo>
                  <a:pt x="5990368" y="1978986"/>
                </a:lnTo>
                <a:lnTo>
                  <a:pt x="5989810" y="1979097"/>
                </a:lnTo>
                <a:lnTo>
                  <a:pt x="5999204" y="1976951"/>
                </a:lnTo>
                <a:lnTo>
                  <a:pt x="5998666" y="1977085"/>
                </a:lnTo>
                <a:lnTo>
                  <a:pt x="6007882" y="1974467"/>
                </a:lnTo>
                <a:lnTo>
                  <a:pt x="6007345" y="1974623"/>
                </a:lnTo>
                <a:lnTo>
                  <a:pt x="6016380" y="1971583"/>
                </a:lnTo>
                <a:lnTo>
                  <a:pt x="6015867" y="1971760"/>
                </a:lnTo>
                <a:lnTo>
                  <a:pt x="6024678" y="1968294"/>
                </a:lnTo>
                <a:lnTo>
                  <a:pt x="6024165" y="1968496"/>
                </a:lnTo>
                <a:lnTo>
                  <a:pt x="6032775" y="1964604"/>
                </a:lnTo>
                <a:lnTo>
                  <a:pt x="6032283" y="1964850"/>
                </a:lnTo>
                <a:lnTo>
                  <a:pt x="6040649" y="1960555"/>
                </a:lnTo>
                <a:lnTo>
                  <a:pt x="6040178" y="1960824"/>
                </a:lnTo>
                <a:lnTo>
                  <a:pt x="6048297" y="1956150"/>
                </a:lnTo>
                <a:lnTo>
                  <a:pt x="6047849" y="1956417"/>
                </a:lnTo>
                <a:lnTo>
                  <a:pt x="6055722" y="1951385"/>
                </a:lnTo>
                <a:lnTo>
                  <a:pt x="6055276" y="1951676"/>
                </a:lnTo>
                <a:lnTo>
                  <a:pt x="6062880" y="1946264"/>
                </a:lnTo>
                <a:lnTo>
                  <a:pt x="6062456" y="1946576"/>
                </a:lnTo>
                <a:lnTo>
                  <a:pt x="6069791" y="1940829"/>
                </a:lnTo>
                <a:lnTo>
                  <a:pt x="6069389" y="1941165"/>
                </a:lnTo>
                <a:lnTo>
                  <a:pt x="6076434" y="1935058"/>
                </a:lnTo>
                <a:lnTo>
                  <a:pt x="6076031" y="1935416"/>
                </a:lnTo>
                <a:lnTo>
                  <a:pt x="6082764" y="1928998"/>
                </a:lnTo>
                <a:lnTo>
                  <a:pt x="6082405" y="1929355"/>
                </a:lnTo>
                <a:lnTo>
                  <a:pt x="6088825" y="1922623"/>
                </a:lnTo>
                <a:lnTo>
                  <a:pt x="6088468" y="1923026"/>
                </a:lnTo>
                <a:lnTo>
                  <a:pt x="6094572" y="1915980"/>
                </a:lnTo>
                <a:lnTo>
                  <a:pt x="6094238" y="1916382"/>
                </a:lnTo>
                <a:lnTo>
                  <a:pt x="6099986" y="1909047"/>
                </a:lnTo>
                <a:lnTo>
                  <a:pt x="6099673" y="1909471"/>
                </a:lnTo>
                <a:lnTo>
                  <a:pt x="6105085" y="1901867"/>
                </a:lnTo>
                <a:lnTo>
                  <a:pt x="6104795" y="1902315"/>
                </a:lnTo>
                <a:lnTo>
                  <a:pt x="6109826" y="1894442"/>
                </a:lnTo>
                <a:lnTo>
                  <a:pt x="6109558" y="1894888"/>
                </a:lnTo>
                <a:lnTo>
                  <a:pt x="6114233" y="1886770"/>
                </a:lnTo>
                <a:lnTo>
                  <a:pt x="6113964" y="1887240"/>
                </a:lnTo>
                <a:lnTo>
                  <a:pt x="6118259" y="1878875"/>
                </a:lnTo>
                <a:lnTo>
                  <a:pt x="6118013" y="1879366"/>
                </a:lnTo>
                <a:lnTo>
                  <a:pt x="6121905" y="1870755"/>
                </a:lnTo>
                <a:lnTo>
                  <a:pt x="6121703" y="1871270"/>
                </a:lnTo>
                <a:lnTo>
                  <a:pt x="6125170" y="1862458"/>
                </a:lnTo>
                <a:lnTo>
                  <a:pt x="6124991" y="1862972"/>
                </a:lnTo>
                <a:lnTo>
                  <a:pt x="6128033" y="1853935"/>
                </a:lnTo>
                <a:lnTo>
                  <a:pt x="6127876" y="1854472"/>
                </a:lnTo>
                <a:lnTo>
                  <a:pt x="6130493" y="1845258"/>
                </a:lnTo>
                <a:lnTo>
                  <a:pt x="6130360" y="1845795"/>
                </a:lnTo>
                <a:lnTo>
                  <a:pt x="6132507" y="1836401"/>
                </a:lnTo>
                <a:lnTo>
                  <a:pt x="6132394" y="1836959"/>
                </a:lnTo>
                <a:lnTo>
                  <a:pt x="6134116" y="1827388"/>
                </a:lnTo>
                <a:lnTo>
                  <a:pt x="6134028" y="1827946"/>
                </a:lnTo>
                <a:lnTo>
                  <a:pt x="6135257" y="1818240"/>
                </a:lnTo>
                <a:lnTo>
                  <a:pt x="6135213" y="1818799"/>
                </a:lnTo>
                <a:lnTo>
                  <a:pt x="6135951" y="1808936"/>
                </a:lnTo>
                <a:lnTo>
                  <a:pt x="6135928" y="1809494"/>
                </a:lnTo>
                <a:lnTo>
                  <a:pt x="6136174" y="1799520"/>
                </a:lnTo>
                <a:lnTo>
                  <a:pt x="6136174" y="1799787"/>
                </a:lnTo>
                <a:lnTo>
                  <a:pt x="6136174" y="205344"/>
                </a:lnTo>
                <a:lnTo>
                  <a:pt x="6136174" y="205612"/>
                </a:lnTo>
                <a:lnTo>
                  <a:pt x="6135928" y="195637"/>
                </a:lnTo>
                <a:lnTo>
                  <a:pt x="6135951" y="196197"/>
                </a:lnTo>
                <a:lnTo>
                  <a:pt x="6135213" y="186333"/>
                </a:lnTo>
                <a:lnTo>
                  <a:pt x="6135257" y="186891"/>
                </a:lnTo>
                <a:lnTo>
                  <a:pt x="6134028" y="177185"/>
                </a:lnTo>
                <a:lnTo>
                  <a:pt x="6134116" y="177744"/>
                </a:lnTo>
                <a:lnTo>
                  <a:pt x="6132394" y="168171"/>
                </a:lnTo>
                <a:lnTo>
                  <a:pt x="6132507" y="168731"/>
                </a:lnTo>
                <a:lnTo>
                  <a:pt x="6130360" y="159337"/>
                </a:lnTo>
                <a:lnTo>
                  <a:pt x="6130493" y="159873"/>
                </a:lnTo>
                <a:lnTo>
                  <a:pt x="6127876" y="150659"/>
                </a:lnTo>
                <a:lnTo>
                  <a:pt x="6128033" y="151173"/>
                </a:lnTo>
                <a:lnTo>
                  <a:pt x="6124991" y="142159"/>
                </a:lnTo>
                <a:lnTo>
                  <a:pt x="6125170" y="142674"/>
                </a:lnTo>
                <a:lnTo>
                  <a:pt x="6121703" y="133862"/>
                </a:lnTo>
                <a:lnTo>
                  <a:pt x="6121905" y="134376"/>
                </a:lnTo>
                <a:lnTo>
                  <a:pt x="6118013" y="125765"/>
                </a:lnTo>
                <a:lnTo>
                  <a:pt x="6118259" y="126257"/>
                </a:lnTo>
                <a:lnTo>
                  <a:pt x="6113964" y="117892"/>
                </a:lnTo>
                <a:lnTo>
                  <a:pt x="6114233" y="118362"/>
                </a:lnTo>
                <a:lnTo>
                  <a:pt x="6109558" y="110243"/>
                </a:lnTo>
                <a:lnTo>
                  <a:pt x="6109826" y="110690"/>
                </a:lnTo>
                <a:lnTo>
                  <a:pt x="6104795" y="102817"/>
                </a:lnTo>
                <a:lnTo>
                  <a:pt x="6105085" y="103265"/>
                </a:lnTo>
                <a:lnTo>
                  <a:pt x="6099673" y="95660"/>
                </a:lnTo>
                <a:lnTo>
                  <a:pt x="6099986" y="96085"/>
                </a:lnTo>
                <a:lnTo>
                  <a:pt x="6094238" y="88749"/>
                </a:lnTo>
                <a:lnTo>
                  <a:pt x="6094572" y="89152"/>
                </a:lnTo>
                <a:lnTo>
                  <a:pt x="6088468" y="82106"/>
                </a:lnTo>
                <a:lnTo>
                  <a:pt x="6088825" y="82509"/>
                </a:lnTo>
                <a:lnTo>
                  <a:pt x="6082405" y="75754"/>
                </a:lnTo>
                <a:lnTo>
                  <a:pt x="6082764" y="76134"/>
                </a:lnTo>
                <a:lnTo>
                  <a:pt x="6076031" y="69716"/>
                </a:lnTo>
                <a:lnTo>
                  <a:pt x="6076434" y="70073"/>
                </a:lnTo>
                <a:lnTo>
                  <a:pt x="6069389" y="63967"/>
                </a:lnTo>
                <a:lnTo>
                  <a:pt x="6069791" y="64303"/>
                </a:lnTo>
                <a:lnTo>
                  <a:pt x="6062456" y="58554"/>
                </a:lnTo>
                <a:lnTo>
                  <a:pt x="6062880" y="58867"/>
                </a:lnTo>
                <a:lnTo>
                  <a:pt x="6055276" y="53455"/>
                </a:lnTo>
                <a:lnTo>
                  <a:pt x="6055722" y="53746"/>
                </a:lnTo>
                <a:lnTo>
                  <a:pt x="6047849" y="48714"/>
                </a:lnTo>
                <a:lnTo>
                  <a:pt x="6048297" y="48982"/>
                </a:lnTo>
                <a:lnTo>
                  <a:pt x="6040178" y="44307"/>
                </a:lnTo>
                <a:lnTo>
                  <a:pt x="6040649" y="44575"/>
                </a:lnTo>
                <a:lnTo>
                  <a:pt x="6032283" y="40281"/>
                </a:lnTo>
                <a:lnTo>
                  <a:pt x="6032775" y="40527"/>
                </a:lnTo>
                <a:lnTo>
                  <a:pt x="6024165" y="36636"/>
                </a:lnTo>
                <a:lnTo>
                  <a:pt x="6024678" y="36837"/>
                </a:lnTo>
                <a:lnTo>
                  <a:pt x="6015867" y="33371"/>
                </a:lnTo>
                <a:lnTo>
                  <a:pt x="6016380" y="33549"/>
                </a:lnTo>
                <a:lnTo>
                  <a:pt x="6007345" y="30507"/>
                </a:lnTo>
                <a:lnTo>
                  <a:pt x="6007882" y="30664"/>
                </a:lnTo>
                <a:lnTo>
                  <a:pt x="5998666" y="28047"/>
                </a:lnTo>
                <a:lnTo>
                  <a:pt x="5999204" y="28181"/>
                </a:lnTo>
                <a:lnTo>
                  <a:pt x="5989810" y="26034"/>
                </a:lnTo>
                <a:lnTo>
                  <a:pt x="5990368" y="26146"/>
                </a:lnTo>
                <a:lnTo>
                  <a:pt x="5980797" y="24424"/>
                </a:lnTo>
                <a:lnTo>
                  <a:pt x="5981356" y="24514"/>
                </a:lnTo>
                <a:lnTo>
                  <a:pt x="5971648" y="23283"/>
                </a:lnTo>
                <a:lnTo>
                  <a:pt x="5972206" y="23328"/>
                </a:lnTo>
                <a:lnTo>
                  <a:pt x="5962344" y="22589"/>
                </a:lnTo>
                <a:lnTo>
                  <a:pt x="5962903" y="22612"/>
                </a:lnTo>
                <a:lnTo>
                  <a:pt x="5952927" y="22366"/>
                </a:lnTo>
                <a:lnTo>
                  <a:pt x="5953196" y="22366"/>
                </a:lnTo>
                <a:lnTo>
                  <a:pt x="205344" y="22366"/>
                </a:lnTo>
                <a:lnTo>
                  <a:pt x="205614" y="22366"/>
                </a:lnTo>
                <a:lnTo>
                  <a:pt x="195638" y="22612"/>
                </a:lnTo>
                <a:lnTo>
                  <a:pt x="196197" y="22589"/>
                </a:lnTo>
                <a:lnTo>
                  <a:pt x="186334" y="23328"/>
                </a:lnTo>
                <a:lnTo>
                  <a:pt x="186893" y="23283"/>
                </a:lnTo>
                <a:lnTo>
                  <a:pt x="177186" y="24514"/>
                </a:lnTo>
                <a:lnTo>
                  <a:pt x="177745" y="24424"/>
                </a:lnTo>
                <a:lnTo>
                  <a:pt x="168172" y="26146"/>
                </a:lnTo>
                <a:lnTo>
                  <a:pt x="168732" y="26034"/>
                </a:lnTo>
                <a:lnTo>
                  <a:pt x="159338" y="28181"/>
                </a:lnTo>
                <a:lnTo>
                  <a:pt x="159875" y="28047"/>
                </a:lnTo>
                <a:lnTo>
                  <a:pt x="150659" y="30664"/>
                </a:lnTo>
                <a:lnTo>
                  <a:pt x="151197" y="30507"/>
                </a:lnTo>
                <a:lnTo>
                  <a:pt x="142161" y="33549"/>
                </a:lnTo>
                <a:lnTo>
                  <a:pt x="142675" y="33371"/>
                </a:lnTo>
                <a:lnTo>
                  <a:pt x="133863" y="36837"/>
                </a:lnTo>
                <a:lnTo>
                  <a:pt x="134378" y="36636"/>
                </a:lnTo>
                <a:lnTo>
                  <a:pt x="125767" y="40527"/>
                </a:lnTo>
                <a:lnTo>
                  <a:pt x="126259" y="40281"/>
                </a:lnTo>
                <a:lnTo>
                  <a:pt x="117894" y="44575"/>
                </a:lnTo>
                <a:lnTo>
                  <a:pt x="118364" y="44307"/>
                </a:lnTo>
                <a:lnTo>
                  <a:pt x="110244" y="48982"/>
                </a:lnTo>
                <a:lnTo>
                  <a:pt x="110691" y="48714"/>
                </a:lnTo>
                <a:lnTo>
                  <a:pt x="102818" y="53746"/>
                </a:lnTo>
                <a:lnTo>
                  <a:pt x="103266" y="53455"/>
                </a:lnTo>
                <a:lnTo>
                  <a:pt x="95662" y="58867"/>
                </a:lnTo>
                <a:lnTo>
                  <a:pt x="96086" y="58554"/>
                </a:lnTo>
                <a:lnTo>
                  <a:pt x="88750" y="64303"/>
                </a:lnTo>
                <a:lnTo>
                  <a:pt x="89153" y="63967"/>
                </a:lnTo>
                <a:lnTo>
                  <a:pt x="82108" y="70073"/>
                </a:lnTo>
                <a:lnTo>
                  <a:pt x="82510" y="69716"/>
                </a:lnTo>
                <a:lnTo>
                  <a:pt x="75777" y="76134"/>
                </a:lnTo>
                <a:lnTo>
                  <a:pt x="76136" y="75754"/>
                </a:lnTo>
                <a:lnTo>
                  <a:pt x="69717" y="82509"/>
                </a:lnTo>
                <a:lnTo>
                  <a:pt x="70075" y="82106"/>
                </a:lnTo>
                <a:lnTo>
                  <a:pt x="63968" y="89152"/>
                </a:lnTo>
                <a:lnTo>
                  <a:pt x="64303" y="88749"/>
                </a:lnTo>
                <a:lnTo>
                  <a:pt x="58556" y="96085"/>
                </a:lnTo>
                <a:lnTo>
                  <a:pt x="58868" y="95660"/>
                </a:lnTo>
                <a:lnTo>
                  <a:pt x="53456" y="103265"/>
                </a:lnTo>
                <a:lnTo>
                  <a:pt x="53747" y="102817"/>
                </a:lnTo>
                <a:lnTo>
                  <a:pt x="48714" y="110690"/>
                </a:lnTo>
                <a:lnTo>
                  <a:pt x="48983" y="110243"/>
                </a:lnTo>
                <a:lnTo>
                  <a:pt x="44309" y="118362"/>
                </a:lnTo>
                <a:lnTo>
                  <a:pt x="44576" y="117892"/>
                </a:lnTo>
                <a:lnTo>
                  <a:pt x="40282" y="126257"/>
                </a:lnTo>
                <a:lnTo>
                  <a:pt x="40529" y="125765"/>
                </a:lnTo>
                <a:lnTo>
                  <a:pt x="36636" y="134376"/>
                </a:lnTo>
                <a:lnTo>
                  <a:pt x="36837" y="133862"/>
                </a:lnTo>
                <a:lnTo>
                  <a:pt x="33371" y="142674"/>
                </a:lnTo>
                <a:lnTo>
                  <a:pt x="33550" y="142159"/>
                </a:lnTo>
                <a:lnTo>
                  <a:pt x="30509" y="151173"/>
                </a:lnTo>
                <a:lnTo>
                  <a:pt x="30664" y="150659"/>
                </a:lnTo>
                <a:lnTo>
                  <a:pt x="28048" y="159873"/>
                </a:lnTo>
                <a:lnTo>
                  <a:pt x="28182" y="159337"/>
                </a:lnTo>
                <a:lnTo>
                  <a:pt x="26034" y="168731"/>
                </a:lnTo>
                <a:lnTo>
                  <a:pt x="26147" y="168171"/>
                </a:lnTo>
                <a:lnTo>
                  <a:pt x="24425" y="177744"/>
                </a:lnTo>
                <a:lnTo>
                  <a:pt x="24514" y="177185"/>
                </a:lnTo>
                <a:lnTo>
                  <a:pt x="23285" y="186891"/>
                </a:lnTo>
                <a:lnTo>
                  <a:pt x="23329" y="186333"/>
                </a:lnTo>
                <a:lnTo>
                  <a:pt x="22590" y="196197"/>
                </a:lnTo>
                <a:lnTo>
                  <a:pt x="22614" y="195637"/>
                </a:lnTo>
                <a:lnTo>
                  <a:pt x="22367" y="205612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text-130 Stage">
            <a:extLst xmlns:a="http://schemas.openxmlformats.org/drawingml/2006/main">
              <a:ext uri="{FF2B5EF4-FFF2-40B4-BE49-F238E27FC236}">
                <a16:creationId xmlns:a16="http://schemas.microsoft.com/office/drawing/2014/main" id="{6D6FD73C-A2B7-41EC-BDC9-02AFC891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0247" y="6382605"/>
            <a:ext cx="505817" cy="281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Stage</a:t>
            </a:r>
          </a:p>
        </p:txBody>
      </p:sp>
      <p:sp>
        <p:nvSpPr>
          <p:cNvPr id="216" name="text-130 4">
            <a:extLst xmlns:a="http://schemas.openxmlformats.org/drawingml/2006/main">
              <a:ext uri="{FF2B5EF4-FFF2-40B4-BE49-F238E27FC236}">
                <a16:creationId xmlns:a16="http://schemas.microsoft.com/office/drawing/2014/main" id="{F5CB1184-68C4-4EF2-9E34-932E90CB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0262" y="6382553"/>
            <a:ext cx="136905" cy="28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17" name="text-131 :">
            <a:extLst xmlns:a="http://schemas.openxmlformats.org/drawingml/2006/main">
              <a:ext uri="{FF2B5EF4-FFF2-40B4-BE49-F238E27FC236}">
                <a16:creationId xmlns:a16="http://schemas.microsoft.com/office/drawing/2014/main" id="{683DF334-1FE4-4EEC-9433-14D4EB02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0909" y="6382464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218" name="text-132 Quality">
            <a:extLst xmlns:a="http://schemas.openxmlformats.org/drawingml/2006/main">
              <a:ext uri="{FF2B5EF4-FFF2-40B4-BE49-F238E27FC236}">
                <a16:creationId xmlns:a16="http://schemas.microsoft.com/office/drawing/2014/main" id="{8005389C-2C22-4237-AE9A-B6A6CF36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8333" y="6382632"/>
            <a:ext cx="684863" cy="281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Quality</a:t>
            </a:r>
          </a:p>
        </p:txBody>
      </p:sp>
      <p:sp>
        <p:nvSpPr>
          <p:cNvPr id="219" name="text-132 Control">
            <a:extLst xmlns:a="http://schemas.openxmlformats.org/drawingml/2006/main">
              <a:ext uri="{FF2B5EF4-FFF2-40B4-BE49-F238E27FC236}">
                <a16:creationId xmlns:a16="http://schemas.microsoft.com/office/drawing/2014/main" id="{C295DA93-B826-4B3E-932F-5429527A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7277" y="6381486"/>
            <a:ext cx="707447" cy="283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Control</a:t>
            </a:r>
          </a:p>
        </p:txBody>
      </p:sp>
      <p:pic>
        <p:nvPic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F32CB994-7334-45AF-B4A7-3191871B4A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ead639b6248f4"/>
          <a:stretch xmlns:a="http://schemas.openxmlformats.org/drawingml/2006/main"/>
        </p:blipFill>
        <p:spPr>
          <a:xfrm xmlns:a="http://schemas.openxmlformats.org/drawingml/2006/main">
            <a:off x="8915400" y="1676400"/>
            <a:ext cx="657225" cy="666750"/>
          </a:xfrm>
          <a:prstGeom xmlns:a="http://schemas.openxmlformats.org/drawingml/2006/main" prst="rect">
            <a:avLst/>
          </a:prstGeom>
        </p:spPr>
      </p:pic>
      <p:pic>
        <p:nvPic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0F13F0C-B179-4B84-BA5E-55BED1E631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ac9147e764a5a"/>
          <a:stretch xmlns:a="http://schemas.openxmlformats.org/drawingml/2006/main"/>
        </p:blipFill>
        <p:spPr>
          <a:xfrm xmlns:a="http://schemas.openxmlformats.org/drawingml/2006/main">
            <a:off x="9563100" y="1676400"/>
            <a:ext cx="657225" cy="666750"/>
          </a:xfrm>
          <a:prstGeom xmlns:a="http://schemas.openxmlformats.org/drawingml/2006/main" prst="rect">
            <a:avLst/>
          </a:prstGeom>
        </p:spPr>
      </p:pic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2C8C322-1132-4784-843F-E134F09EEC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8af4791644db0"/>
          <a:stretch xmlns:a="http://schemas.openxmlformats.org/drawingml/2006/main"/>
        </p:blipFill>
        <p:spPr>
          <a:xfrm xmlns:a="http://schemas.openxmlformats.org/drawingml/2006/main">
            <a:off x="8905875" y="1962150"/>
            <a:ext cx="666750" cy="666750"/>
          </a:xfrm>
          <a:prstGeom xmlns:a="http://schemas.openxmlformats.org/drawingml/2006/main" prst="rect">
            <a:avLst/>
          </a:prstGeom>
        </p:spPr>
      </p:pic>
      <p:pic>
        <p:nvPic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7E3E296-F646-4E34-BD9F-0656AC6AAF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788fa063345ea"/>
          <a:stretch xmlns:a="http://schemas.openxmlformats.org/drawingml/2006/main"/>
        </p:blipFill>
        <p:spPr>
          <a:xfrm xmlns:a="http://schemas.openxmlformats.org/drawingml/2006/main">
            <a:off x="9563100" y="1962150"/>
            <a:ext cx="657225" cy="666750"/>
          </a:xfrm>
          <a:prstGeom xmlns:a="http://schemas.openxmlformats.org/drawingml/2006/main" prst="rect">
            <a:avLst/>
          </a:prstGeom>
        </p:spPr>
      </p:pic>
      <p:sp>
        <p:nvSpPr>
          <p:cNvPr id="224" name="path-137">
            <a:extLst xmlns:a="http://schemas.openxmlformats.org/drawingml/2006/main">
              <a:ext uri="{FF2B5EF4-FFF2-40B4-BE49-F238E27FC236}">
                <a16:creationId xmlns:a16="http://schemas.microsoft.com/office/drawing/2014/main" id="{6F47FFC7-E867-4A1D-9D15-C1CBE673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9" y="6368144"/>
            <a:ext cx="4396081" cy="2163933"/>
          </a:xfrm>
          <a:custGeom xmlns:a="http://schemas.openxmlformats.org/drawingml/2006/main">
            <a:pathLst>
              <a:path w="4396081" h="2163933">
                <a:moveTo>
                  <a:pt x="4396081" y="0"/>
                </a:moveTo>
                <a:lnTo>
                  <a:pt x="4396081" y="2163933"/>
                </a:lnTo>
                <a:lnTo>
                  <a:pt x="0" y="2163933"/>
                </a:lnTo>
                <a:lnTo>
                  <a:pt x="0" y="0"/>
                </a:lnTo>
                <a:lnTo>
                  <a:pt x="4396081" y="0"/>
                </a:lnTo>
                <a:moveTo>
                  <a:pt x="16775" y="33550"/>
                </a:moveTo>
                <a:lnTo>
                  <a:pt x="33549" y="16775"/>
                </a:lnTo>
                <a:lnTo>
                  <a:pt x="33549" y="2147157"/>
                </a:lnTo>
                <a:lnTo>
                  <a:pt x="16775" y="2130383"/>
                </a:lnTo>
                <a:lnTo>
                  <a:pt x="4379307" y="2130383"/>
                </a:lnTo>
                <a:lnTo>
                  <a:pt x="4362532" y="2147157"/>
                </a:lnTo>
                <a:lnTo>
                  <a:pt x="4362532" y="16775"/>
                </a:lnTo>
                <a:lnTo>
                  <a:pt x="4379307" y="33550"/>
                </a:lnTo>
                <a:lnTo>
                  <a:pt x="16775" y="33550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84262EE-7AC4-4B37-87F0-00F4F58D96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b9c875c1b4710"/>
          <a:stretch xmlns:a="http://schemas.openxmlformats.org/drawingml/2006/main"/>
        </p:blipFill>
        <p:spPr>
          <a:xfrm xmlns:a="http://schemas.openxmlformats.org/drawingml/2006/main">
            <a:off x="1495425" y="1495425"/>
            <a:ext cx="342900" cy="333375"/>
          </a:xfrm>
          <a:prstGeom xmlns:a="http://schemas.openxmlformats.org/drawingml/2006/main" prst="rect">
            <a:avLst/>
          </a:prstGeom>
        </p:spPr>
      </p:pic>
      <p:pic>
        <p:nvPic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46BBB48-18AA-43DB-8F17-5EDDC82BC1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2af7860f2485f"/>
          <a:stretch xmlns:a="http://schemas.openxmlformats.org/drawingml/2006/main"/>
        </p:blipFill>
        <p:spPr>
          <a:xfrm xmlns:a="http://schemas.openxmlformats.org/drawingml/2006/main">
            <a:off x="4048125" y="1352550"/>
            <a:ext cx="371475" cy="371475"/>
          </a:xfrm>
          <a:prstGeom xmlns:a="http://schemas.openxmlformats.org/drawingml/2006/main" prst="rect">
            <a:avLst/>
          </a:prstGeom>
        </p:spPr>
      </p:pic>
      <p:pic>
        <p:nvPic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B5864BE-1DB5-4197-A33B-FAE869315A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ba8844c274e2f"/>
          <a:stretch xmlns:a="http://schemas.openxmlformats.org/drawingml/2006/main"/>
        </p:blipFill>
        <p:spPr>
          <a:xfrm xmlns:a="http://schemas.openxmlformats.org/drawingml/2006/main">
            <a:off x="3943350" y="525780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228" name="text-141 Multi-view">
            <a:extLst xmlns:a="http://schemas.openxmlformats.org/drawingml/2006/main">
              <a:ext uri="{FF2B5EF4-FFF2-40B4-BE49-F238E27FC236}">
                <a16:creationId xmlns:a16="http://schemas.microsoft.com/office/drawing/2014/main" id="{6EDC0E08-B31D-4374-B190-0C10FD96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8594" y="2601972"/>
            <a:ext cx="835402" cy="250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Multi-view</a:t>
            </a:r>
          </a:p>
        </p:txBody>
      </p:sp>
      <p:sp>
        <p:nvSpPr>
          <p:cNvPr id="229" name="text-141 2D">
            <a:extLst xmlns:a="http://schemas.openxmlformats.org/drawingml/2006/main">
              <a:ext uri="{FF2B5EF4-FFF2-40B4-BE49-F238E27FC236}">
                <a16:creationId xmlns:a16="http://schemas.microsoft.com/office/drawing/2014/main" id="{626042B7-36FB-4FDD-85F0-92209CC8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6274" y="2600916"/>
            <a:ext cx="251834" cy="251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2D</a:t>
            </a:r>
          </a:p>
        </p:txBody>
      </p:sp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16756D7-BE24-4A36-9730-DF47AED23C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fee8c86d64c44"/>
          <a:stretch xmlns:a="http://schemas.openxmlformats.org/drawingml/2006/main"/>
        </p:blipFill>
        <p:spPr>
          <a:xfrm xmlns:a="http://schemas.openxmlformats.org/drawingml/2006/main">
            <a:off x="7600950" y="2733675"/>
            <a:ext cx="419100" cy="428625"/>
          </a:xfrm>
          <a:prstGeom xmlns:a="http://schemas.openxmlformats.org/drawingml/2006/main" prst="rect">
            <a:avLst/>
          </a:prstGeom>
        </p:spPr>
      </p:pic>
      <p:pic>
        <p:nvPic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DCD2CAE-4332-489E-A467-30ABA4861B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f3cb5296c44e3"/>
          <a:stretch xmlns:a="http://schemas.openxmlformats.org/drawingml/2006/main"/>
        </p:blipFill>
        <p:spPr>
          <a:xfrm xmlns:a="http://schemas.openxmlformats.org/drawingml/2006/main">
            <a:off x="7600950" y="1400175"/>
            <a:ext cx="419100" cy="428625"/>
          </a:xfrm>
          <a:prstGeom xmlns:a="http://schemas.openxmlformats.org/drawingml/2006/main" prst="rect">
            <a:avLst/>
          </a:prstGeom>
        </p:spPr>
      </p:pic>
      <p:pic>
        <p:nvPic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9C9AED5-13DD-4A54-8D35-9E0320F286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b10563c2e4b7b"/>
          <a:stretch xmlns:a="http://schemas.openxmlformats.org/drawingml/2006/main"/>
        </p:blipFill>
        <p:spPr>
          <a:xfrm xmlns:a="http://schemas.openxmlformats.org/drawingml/2006/main">
            <a:off x="7600950" y="4086225"/>
            <a:ext cx="419100" cy="428625"/>
          </a:xfrm>
          <a:prstGeom xmlns:a="http://schemas.openxmlformats.org/drawingml/2006/main" prst="rect">
            <a:avLst/>
          </a:prstGeom>
        </p:spPr>
      </p:pic>
      <p:pic>
        <p:nvPic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86FEA9F9-C39D-46F2-B7F4-8C2AB2B6B3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8a9d299f64844"/>
          <a:stretch xmlns:a="http://schemas.openxmlformats.org/drawingml/2006/main"/>
        </p:blipFill>
        <p:spPr>
          <a:xfrm xmlns:a="http://schemas.openxmlformats.org/drawingml/2006/main">
            <a:off x="7610475" y="5572125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158DED7-E4EE-4F07-A150-3F41058C4A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2e1d9de734e10"/>
          <a:stretch xmlns:a="http://schemas.openxmlformats.org/drawingml/2006/main"/>
        </p:blipFill>
        <p:spPr>
          <a:xfrm xmlns:a="http://schemas.openxmlformats.org/drawingml/2006/main">
            <a:off x="7600950" y="7124700"/>
            <a:ext cx="419100" cy="428625"/>
          </a:xfrm>
          <a:prstGeom xmlns:a="http://schemas.openxmlformats.org/drawingml/2006/main" prst="rect">
            <a:avLst/>
          </a:prstGeom>
        </p:spPr>
      </p:pic>
      <p:pic>
        <p:nvPic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7E8503C-95C4-45BB-9839-FB4AAD9D2B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44db48f004e99"/>
          <a:stretch xmlns:a="http://schemas.openxmlformats.org/drawingml/2006/main"/>
        </p:blipFill>
        <p:spPr>
          <a:xfrm xmlns:a="http://schemas.openxmlformats.org/drawingml/2006/main">
            <a:off x="10563225" y="1733550"/>
            <a:ext cx="1171575" cy="762000"/>
          </a:xfrm>
          <a:prstGeom xmlns:a="http://schemas.openxmlformats.org/drawingml/2006/main" prst="rect">
            <a:avLst/>
          </a:prstGeom>
        </p:spPr>
      </p:pic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2E4CF702-8A09-4B8B-9B18-36E5548D5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b964c685d457d"/>
          <a:stretch xmlns:a="http://schemas.openxmlformats.org/drawingml/2006/main"/>
        </p:blipFill>
        <p:spPr>
          <a:xfrm xmlns:a="http://schemas.openxmlformats.org/drawingml/2006/main">
            <a:off x="11668125" y="2009775"/>
            <a:ext cx="3162300" cy="466725"/>
          </a:xfrm>
          <a:prstGeom xmlns:a="http://schemas.openxmlformats.org/drawingml/2006/main" prst="rect">
            <a:avLst/>
          </a:prstGeom>
        </p:spPr>
      </p:pic>
      <p:sp>
        <p:nvSpPr>
          <p:cNvPr id="237" name="path-149">
            <a:extLst xmlns:a="http://schemas.openxmlformats.org/drawingml/2006/main">
              <a:ext uri="{FF2B5EF4-FFF2-40B4-BE49-F238E27FC236}">
                <a16:creationId xmlns:a16="http://schemas.microsoft.com/office/drawing/2014/main" id="{9ACBE6F7-20ED-4F1B-A739-82C3C527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993" y="1690919"/>
            <a:ext cx="509950" cy="252291"/>
          </a:xfrm>
          <a:custGeom xmlns:a="http://schemas.openxmlformats.org/drawingml/2006/main">
            <a:pathLst>
              <a:path w="509950" h="252291">
                <a:moveTo>
                  <a:pt x="0" y="42943"/>
                </a:moveTo>
                <a:cubicBezTo>
                  <a:pt x="224" y="19146"/>
                  <a:pt x="18922" y="447"/>
                  <a:pt x="42944" y="0"/>
                </a:cubicBezTo>
                <a:lnTo>
                  <a:pt x="467008" y="0"/>
                </a:lnTo>
                <a:cubicBezTo>
                  <a:pt x="490358" y="447"/>
                  <a:pt x="509056" y="19146"/>
                  <a:pt x="509950" y="42943"/>
                </a:cubicBezTo>
                <a:lnTo>
                  <a:pt x="509950" y="209348"/>
                </a:lnTo>
                <a:cubicBezTo>
                  <a:pt x="509056" y="232251"/>
                  <a:pt x="490358" y="250949"/>
                  <a:pt x="467008" y="252291"/>
                </a:cubicBezTo>
                <a:lnTo>
                  <a:pt x="42944" y="252291"/>
                </a:lnTo>
                <a:cubicBezTo>
                  <a:pt x="18922" y="250949"/>
                  <a:pt x="224" y="232251"/>
                  <a:pt x="0" y="209348"/>
                </a:cubicBezTo>
                <a:lnTo>
                  <a:pt x="0" y="42943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text-150 ID">
            <a:extLst xmlns:a="http://schemas.openxmlformats.org/drawingml/2006/main">
              <a:ext uri="{FF2B5EF4-FFF2-40B4-BE49-F238E27FC236}">
                <a16:creationId xmlns:a16="http://schemas.microsoft.com/office/drawing/2014/main" id="{17FAF97F-ECE0-42E2-AFD1-3F7B77CD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2554" y="1730252"/>
            <a:ext cx="165834" cy="18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ID</a:t>
            </a:r>
          </a:p>
        </p:txBody>
      </p:sp>
      <p:sp>
        <p:nvSpPr>
          <p:cNvPr id="239" name="path-151">
            <a:extLst xmlns:a="http://schemas.openxmlformats.org/drawingml/2006/main">
              <a:ext uri="{FF2B5EF4-FFF2-40B4-BE49-F238E27FC236}">
                <a16:creationId xmlns:a16="http://schemas.microsoft.com/office/drawing/2014/main" id="{7929E25C-3B8A-41F9-A60F-69978024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895" y="2533678"/>
            <a:ext cx="762912" cy="252291"/>
          </a:xfrm>
          <a:custGeom xmlns:a="http://schemas.openxmlformats.org/drawingml/2006/main">
            <a:pathLst>
              <a:path w="762912" h="252291">
                <a:moveTo>
                  <a:pt x="0" y="42943"/>
                </a:moveTo>
                <a:cubicBezTo>
                  <a:pt x="224" y="19593"/>
                  <a:pt x="18922" y="895"/>
                  <a:pt x="42943" y="0"/>
                </a:cubicBezTo>
                <a:lnTo>
                  <a:pt x="721983" y="0"/>
                </a:lnTo>
                <a:cubicBezTo>
                  <a:pt x="744214" y="895"/>
                  <a:pt x="762912" y="19593"/>
                  <a:pt x="762242" y="42943"/>
                </a:cubicBezTo>
                <a:lnTo>
                  <a:pt x="762242" y="209348"/>
                </a:lnTo>
                <a:cubicBezTo>
                  <a:pt x="762912" y="232698"/>
                  <a:pt x="744214" y="251396"/>
                  <a:pt x="721983" y="252291"/>
                </a:cubicBezTo>
                <a:lnTo>
                  <a:pt x="42943" y="252291"/>
                </a:lnTo>
                <a:cubicBezTo>
                  <a:pt x="18922" y="251396"/>
                  <a:pt x="224" y="232698"/>
                  <a:pt x="0" y="209348"/>
                </a:cubicBezTo>
                <a:lnTo>
                  <a:pt x="0" y="42943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text-152 Camera">
            <a:extLst xmlns:a="http://schemas.openxmlformats.org/drawingml/2006/main">
              <a:ext uri="{FF2B5EF4-FFF2-40B4-BE49-F238E27FC236}">
                <a16:creationId xmlns:a16="http://schemas.microsoft.com/office/drawing/2014/main" id="{B268E8D5-7F09-4561-B8F3-7A5C2B69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5390" y="2573841"/>
            <a:ext cx="440427" cy="187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Camera</a:t>
            </a:r>
          </a:p>
        </p:txBody>
      </p:sp>
      <p:sp>
        <p:nvSpPr>
          <p:cNvPr id="241" name="path-153">
            <a:extLst xmlns:a="http://schemas.openxmlformats.org/drawingml/2006/main">
              <a:ext uri="{FF2B5EF4-FFF2-40B4-BE49-F238E27FC236}">
                <a16:creationId xmlns:a16="http://schemas.microsoft.com/office/drawing/2014/main" id="{8299B2ED-AF6F-4794-A718-95951E46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239" y="1690919"/>
            <a:ext cx="682393" cy="252291"/>
          </a:xfrm>
          <a:custGeom xmlns:a="http://schemas.openxmlformats.org/drawingml/2006/main">
            <a:pathLst>
              <a:path w="682393" h="252291">
                <a:moveTo>
                  <a:pt x="0" y="42943"/>
                </a:moveTo>
                <a:cubicBezTo>
                  <a:pt x="223" y="19146"/>
                  <a:pt x="18921" y="447"/>
                  <a:pt x="42943" y="0"/>
                </a:cubicBezTo>
                <a:lnTo>
                  <a:pt x="641463" y="0"/>
                </a:lnTo>
                <a:cubicBezTo>
                  <a:pt x="663696" y="447"/>
                  <a:pt x="682393" y="19146"/>
                  <a:pt x="681721" y="42943"/>
                </a:cubicBezTo>
                <a:lnTo>
                  <a:pt x="681721" y="209348"/>
                </a:lnTo>
                <a:cubicBezTo>
                  <a:pt x="682393" y="232251"/>
                  <a:pt x="663696" y="250949"/>
                  <a:pt x="641463" y="252291"/>
                </a:cubicBezTo>
                <a:lnTo>
                  <a:pt x="42943" y="252291"/>
                </a:lnTo>
                <a:cubicBezTo>
                  <a:pt x="18921" y="250949"/>
                  <a:pt x="223" y="232251"/>
                  <a:pt x="0" y="209348"/>
                </a:cubicBezTo>
                <a:lnTo>
                  <a:pt x="0" y="42943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text-154 Time">
            <a:extLst xmlns:a="http://schemas.openxmlformats.org/drawingml/2006/main">
              <a:ext uri="{FF2B5EF4-FFF2-40B4-BE49-F238E27FC236}">
                <a16:creationId xmlns:a16="http://schemas.microsoft.com/office/drawing/2014/main" id="{0D571A2C-CA10-4F71-B3A7-92E552DD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7572" y="1728568"/>
            <a:ext cx="306601" cy="190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1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1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71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Time</a:t>
            </a:r>
          </a:p>
        </p:txBody>
      </p:sp>
      <p:sp>
        <p:nvSpPr>
          <p:cNvPr id="243" name="path-155">
            <a:extLst xmlns:a="http://schemas.openxmlformats.org/drawingml/2006/main">
              <a:ext uri="{FF2B5EF4-FFF2-40B4-BE49-F238E27FC236}">
                <a16:creationId xmlns:a16="http://schemas.microsoft.com/office/drawing/2014/main" id="{5867C87D-1DCF-422B-A84C-D45C44B1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5926" y="1690919"/>
            <a:ext cx="961747" cy="252291"/>
          </a:xfrm>
          <a:custGeom xmlns:a="http://schemas.openxmlformats.org/drawingml/2006/main">
            <a:pathLst>
              <a:path w="961747" h="252291">
                <a:moveTo>
                  <a:pt x="894" y="42943"/>
                </a:moveTo>
                <a:cubicBezTo>
                  <a:pt x="0" y="19146"/>
                  <a:pt x="18698" y="447"/>
                  <a:pt x="41153" y="0"/>
                </a:cubicBezTo>
                <a:lnTo>
                  <a:pt x="918803" y="0"/>
                </a:lnTo>
                <a:cubicBezTo>
                  <a:pt x="943049" y="447"/>
                  <a:pt x="961747" y="19146"/>
                  <a:pt x="961747" y="42943"/>
                </a:cubicBezTo>
                <a:lnTo>
                  <a:pt x="961747" y="209348"/>
                </a:lnTo>
                <a:cubicBezTo>
                  <a:pt x="961747" y="232251"/>
                  <a:pt x="943049" y="250949"/>
                  <a:pt x="918803" y="252291"/>
                </a:cubicBezTo>
                <a:lnTo>
                  <a:pt x="41153" y="252291"/>
                </a:lnTo>
                <a:cubicBezTo>
                  <a:pt x="18698" y="250949"/>
                  <a:pt x="0" y="232251"/>
                  <a:pt x="894" y="209348"/>
                </a:cubicBezTo>
                <a:lnTo>
                  <a:pt x="894" y="42943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text-156 Trajectory">
            <a:extLst xmlns:a="http://schemas.openxmlformats.org/drawingml/2006/main">
              <a:ext uri="{FF2B5EF4-FFF2-40B4-BE49-F238E27FC236}">
                <a16:creationId xmlns:a16="http://schemas.microsoft.com/office/drawing/2014/main" id="{56FD1F5F-DDA4-4B9A-9339-A1604161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8273" y="1729657"/>
            <a:ext cx="581218" cy="188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3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245" name="path-157">
            <a:extLst xmlns:a="http://schemas.openxmlformats.org/drawingml/2006/main">
              <a:ext uri="{FF2B5EF4-FFF2-40B4-BE49-F238E27FC236}">
                <a16:creationId xmlns:a16="http://schemas.microsoft.com/office/drawing/2014/main" id="{D1028548-703C-4824-909E-5A398226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036" y="2533678"/>
            <a:ext cx="1024372" cy="252291"/>
          </a:xfrm>
          <a:custGeom xmlns:a="http://schemas.openxmlformats.org/drawingml/2006/main">
            <a:pathLst>
              <a:path w="1024372" h="252291">
                <a:moveTo>
                  <a:pt x="1119" y="42943"/>
                </a:moveTo>
                <a:cubicBezTo>
                  <a:pt x="0" y="19593"/>
                  <a:pt x="18698" y="895"/>
                  <a:pt x="41377" y="0"/>
                </a:cubicBezTo>
                <a:lnTo>
                  <a:pt x="983442" y="0"/>
                </a:lnTo>
                <a:cubicBezTo>
                  <a:pt x="1005675" y="895"/>
                  <a:pt x="1024372" y="19593"/>
                  <a:pt x="1023703" y="42943"/>
                </a:cubicBezTo>
                <a:lnTo>
                  <a:pt x="1023703" y="209348"/>
                </a:lnTo>
                <a:cubicBezTo>
                  <a:pt x="1024372" y="232698"/>
                  <a:pt x="1005675" y="251396"/>
                  <a:pt x="983442" y="252291"/>
                </a:cubicBezTo>
                <a:lnTo>
                  <a:pt x="41377" y="252291"/>
                </a:lnTo>
                <a:cubicBezTo>
                  <a:pt x="18698" y="251396"/>
                  <a:pt x="0" y="232698"/>
                  <a:pt x="1119" y="209348"/>
                </a:cubicBezTo>
                <a:lnTo>
                  <a:pt x="1119" y="42943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text-158 Multi-View">
            <a:extLst xmlns:a="http://schemas.openxmlformats.org/drawingml/2006/main">
              <a:ext uri="{FF2B5EF4-FFF2-40B4-BE49-F238E27FC236}">
                <a16:creationId xmlns:a16="http://schemas.microsoft.com/office/drawing/2014/main" id="{154B0A06-E1F8-41E0-ADC8-4607BECE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1674" y="2572046"/>
            <a:ext cx="657028" cy="190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9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Multi-View</a:t>
            </a:r>
          </a:p>
        </p:txBody>
      </p:sp>
      <p:sp>
        <p:nvSpPr>
          <p:cNvPr id="247" name="text-159 3D">
            <a:extLst xmlns:a="http://schemas.openxmlformats.org/drawingml/2006/main">
              <a:ext uri="{FF2B5EF4-FFF2-40B4-BE49-F238E27FC236}">
                <a16:creationId xmlns:a16="http://schemas.microsoft.com/office/drawing/2014/main" id="{3A83F5DB-5303-441C-B298-550DB19D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3047" y="2600917"/>
            <a:ext cx="251832" cy="25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</a:t>
            </a:r>
          </a:p>
        </p:txBody>
      </p:sp>
      <p:sp>
        <p:nvSpPr>
          <p:cNvPr id="248" name="text-159 Grounding">
            <a:extLst xmlns:a="http://schemas.openxmlformats.org/drawingml/2006/main">
              <a:ext uri="{FF2B5EF4-FFF2-40B4-BE49-F238E27FC236}">
                <a16:creationId xmlns:a16="http://schemas.microsoft.com/office/drawing/2014/main" id="{1182494B-518C-4941-B1B6-26F7102A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6968" y="2601494"/>
            <a:ext cx="807787" cy="25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Grounding</a:t>
            </a:r>
          </a:p>
        </p:txBody>
      </p:sp>
      <p:pic>
        <p:nvPic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C036D79B-06DE-483A-B164-DDF1D31BFA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85c57171e43de"/>
          <a:stretch xmlns:a="http://schemas.openxmlformats.org/drawingml/2006/main"/>
        </p:blipFill>
        <p:spPr>
          <a:xfrm xmlns:a="http://schemas.openxmlformats.org/drawingml/2006/main">
            <a:off x="12658725" y="1571625"/>
            <a:ext cx="342900" cy="266700"/>
          </a:xfrm>
          <a:prstGeom xmlns:a="http://schemas.openxmlformats.org/drawingml/2006/main" prst="rect">
            <a:avLst/>
          </a:prstGeom>
        </p:spPr>
      </p:pic>
      <p:pic>
        <p:nvPic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BF25213A-1F1D-44BF-A82F-E8589F2E74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4c122b2d5439e"/>
          <a:stretch xmlns:a="http://schemas.openxmlformats.org/drawingml/2006/main"/>
        </p:blipFill>
        <p:spPr>
          <a:xfrm xmlns:a="http://schemas.openxmlformats.org/drawingml/2006/main">
            <a:off x="11877675" y="1571625"/>
            <a:ext cx="333375" cy="266700"/>
          </a:xfrm>
          <a:prstGeom xmlns:a="http://schemas.openxmlformats.org/drawingml/2006/main" prst="rect">
            <a:avLst/>
          </a:prstGeom>
        </p:spPr>
      </p:pic>
      <p:pic>
        <p:nvPic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BB153DC9-CB6C-4A63-B858-F8D9C1BFA2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97865d5884167"/>
          <a:stretch xmlns:a="http://schemas.openxmlformats.org/drawingml/2006/main"/>
        </p:blipFill>
        <p:spPr>
          <a:xfrm xmlns:a="http://schemas.openxmlformats.org/drawingml/2006/main">
            <a:off x="11830050" y="2371725"/>
            <a:ext cx="409575" cy="257175"/>
          </a:xfrm>
          <a:prstGeom xmlns:a="http://schemas.openxmlformats.org/drawingml/2006/main" prst="rect">
            <a:avLst/>
          </a:prstGeom>
        </p:spPr>
      </p:pic>
      <p:pic>
        <p:nvPic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32CDFEDE-CBBE-41AF-81F3-5C12B56872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e4a14bf9947ea"/>
          <a:stretch xmlns:a="http://schemas.openxmlformats.org/drawingml/2006/main"/>
        </p:blipFill>
        <p:spPr>
          <a:xfrm xmlns:a="http://schemas.openxmlformats.org/drawingml/2006/main">
            <a:off x="13735050" y="159067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53" name="path-164">
            <a:extLst xmlns:a="http://schemas.openxmlformats.org/drawingml/2006/main">
              <a:ext uri="{FF2B5EF4-FFF2-40B4-BE49-F238E27FC236}">
                <a16:creationId xmlns:a16="http://schemas.microsoft.com/office/drawing/2014/main" id="{EBCA5EB6-DC80-4842-8FD0-5EB291B1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6001" y="2957742"/>
            <a:ext cx="2361872" cy="634664"/>
          </a:xfrm>
          <a:custGeom xmlns:a="http://schemas.openxmlformats.org/drawingml/2006/main">
            <a:pathLst>
              <a:path w="2361872" h="634664">
                <a:moveTo>
                  <a:pt x="0" y="72467"/>
                </a:moveTo>
                <a:cubicBezTo>
                  <a:pt x="672" y="32923"/>
                  <a:pt x="32922" y="671"/>
                  <a:pt x="72467" y="0"/>
                </a:cubicBezTo>
                <a:lnTo>
                  <a:pt x="2289407" y="0"/>
                </a:lnTo>
                <a:cubicBezTo>
                  <a:pt x="2329174" y="671"/>
                  <a:pt x="2361427" y="32923"/>
                  <a:pt x="2361872" y="72467"/>
                </a:cubicBezTo>
                <a:lnTo>
                  <a:pt x="2361872" y="563629"/>
                </a:lnTo>
                <a:cubicBezTo>
                  <a:pt x="2361427" y="602412"/>
                  <a:pt x="2329174" y="634664"/>
                  <a:pt x="2289407" y="633412"/>
                </a:cubicBezTo>
                <a:lnTo>
                  <a:pt x="72467" y="633412"/>
                </a:lnTo>
                <a:cubicBezTo>
                  <a:pt x="32922" y="634664"/>
                  <a:pt x="672" y="602412"/>
                  <a:pt x="0" y="563629"/>
                </a:cubicBezTo>
                <a:lnTo>
                  <a:pt x="0" y="72467"/>
                </a:lnTo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165">
            <a:extLst xmlns:a="http://schemas.openxmlformats.org/drawingml/2006/main">
              <a:ext uri="{FF2B5EF4-FFF2-40B4-BE49-F238E27FC236}">
                <a16:creationId xmlns:a16="http://schemas.microsoft.com/office/drawing/2014/main" id="{0361E6D4-1DF3-4DBC-839D-12196E37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488" y="2947230"/>
            <a:ext cx="2383122" cy="656359"/>
          </a:xfrm>
          <a:custGeom xmlns:a="http://schemas.openxmlformats.org/drawingml/2006/main">
            <a:pathLst>
              <a:path w="2383122" h="656359">
                <a:moveTo>
                  <a:pt x="426" y="74726"/>
                </a:moveTo>
                <a:lnTo>
                  <a:pt x="1677" y="66472"/>
                </a:lnTo>
                <a:lnTo>
                  <a:pt x="3736" y="58488"/>
                </a:lnTo>
                <a:lnTo>
                  <a:pt x="6531" y="50816"/>
                </a:lnTo>
                <a:lnTo>
                  <a:pt x="10042" y="43547"/>
                </a:lnTo>
                <a:lnTo>
                  <a:pt x="14201" y="36681"/>
                </a:lnTo>
                <a:lnTo>
                  <a:pt x="18990" y="30284"/>
                </a:lnTo>
                <a:lnTo>
                  <a:pt x="24357" y="24357"/>
                </a:lnTo>
                <a:lnTo>
                  <a:pt x="30284" y="18989"/>
                </a:lnTo>
                <a:lnTo>
                  <a:pt x="36680" y="14203"/>
                </a:lnTo>
                <a:lnTo>
                  <a:pt x="43546" y="10043"/>
                </a:lnTo>
                <a:lnTo>
                  <a:pt x="50816" y="6531"/>
                </a:lnTo>
                <a:lnTo>
                  <a:pt x="58488" y="3735"/>
                </a:lnTo>
                <a:lnTo>
                  <a:pt x="66473" y="1678"/>
                </a:lnTo>
                <a:lnTo>
                  <a:pt x="74726" y="425"/>
                </a:lnTo>
                <a:lnTo>
                  <a:pt x="82933" y="0"/>
                </a:lnTo>
                <a:lnTo>
                  <a:pt x="2300188" y="0"/>
                </a:lnTo>
                <a:lnTo>
                  <a:pt x="2308396" y="425"/>
                </a:lnTo>
                <a:lnTo>
                  <a:pt x="2316649" y="1678"/>
                </a:lnTo>
                <a:lnTo>
                  <a:pt x="2324634" y="3735"/>
                </a:lnTo>
                <a:lnTo>
                  <a:pt x="2332304" y="6531"/>
                </a:lnTo>
                <a:lnTo>
                  <a:pt x="2339573" y="10043"/>
                </a:lnTo>
                <a:lnTo>
                  <a:pt x="2346440" y="14203"/>
                </a:lnTo>
                <a:lnTo>
                  <a:pt x="2352838" y="18989"/>
                </a:lnTo>
                <a:lnTo>
                  <a:pt x="2358742" y="24357"/>
                </a:lnTo>
                <a:lnTo>
                  <a:pt x="2364132" y="30284"/>
                </a:lnTo>
                <a:lnTo>
                  <a:pt x="2368918" y="36681"/>
                </a:lnTo>
                <a:lnTo>
                  <a:pt x="2373078" y="43547"/>
                </a:lnTo>
                <a:lnTo>
                  <a:pt x="2376591" y="50816"/>
                </a:lnTo>
                <a:lnTo>
                  <a:pt x="2379386" y="58488"/>
                </a:lnTo>
                <a:lnTo>
                  <a:pt x="2381444" y="66472"/>
                </a:lnTo>
                <a:lnTo>
                  <a:pt x="2382696" y="74726"/>
                </a:lnTo>
                <a:lnTo>
                  <a:pt x="2383122" y="82934"/>
                </a:lnTo>
                <a:lnTo>
                  <a:pt x="2383122" y="573425"/>
                </a:lnTo>
                <a:lnTo>
                  <a:pt x="2382696" y="581634"/>
                </a:lnTo>
                <a:lnTo>
                  <a:pt x="2381444" y="589909"/>
                </a:lnTo>
                <a:lnTo>
                  <a:pt x="2379386" y="597894"/>
                </a:lnTo>
                <a:lnTo>
                  <a:pt x="2376591" y="605543"/>
                </a:lnTo>
                <a:lnTo>
                  <a:pt x="2373078" y="612835"/>
                </a:lnTo>
                <a:lnTo>
                  <a:pt x="2368918" y="619701"/>
                </a:lnTo>
                <a:lnTo>
                  <a:pt x="2364132" y="626097"/>
                </a:lnTo>
                <a:lnTo>
                  <a:pt x="2358742" y="632003"/>
                </a:lnTo>
                <a:lnTo>
                  <a:pt x="2352838" y="637370"/>
                </a:lnTo>
                <a:lnTo>
                  <a:pt x="2346440" y="642157"/>
                </a:lnTo>
                <a:lnTo>
                  <a:pt x="2339573" y="646339"/>
                </a:lnTo>
                <a:lnTo>
                  <a:pt x="2332304" y="649828"/>
                </a:lnTo>
                <a:lnTo>
                  <a:pt x="2324634" y="652647"/>
                </a:lnTo>
                <a:lnTo>
                  <a:pt x="2316649" y="654704"/>
                </a:lnTo>
                <a:lnTo>
                  <a:pt x="2308396" y="655957"/>
                </a:lnTo>
                <a:lnTo>
                  <a:pt x="2300188" y="656359"/>
                </a:lnTo>
                <a:lnTo>
                  <a:pt x="82933" y="656359"/>
                </a:lnTo>
                <a:lnTo>
                  <a:pt x="74726" y="655957"/>
                </a:lnTo>
                <a:lnTo>
                  <a:pt x="66473" y="654704"/>
                </a:lnTo>
                <a:lnTo>
                  <a:pt x="58488" y="652647"/>
                </a:lnTo>
                <a:lnTo>
                  <a:pt x="50816" y="649828"/>
                </a:lnTo>
                <a:lnTo>
                  <a:pt x="43546" y="646339"/>
                </a:lnTo>
                <a:lnTo>
                  <a:pt x="36680" y="642157"/>
                </a:lnTo>
                <a:lnTo>
                  <a:pt x="30284" y="637370"/>
                </a:lnTo>
                <a:lnTo>
                  <a:pt x="24357" y="632003"/>
                </a:lnTo>
                <a:lnTo>
                  <a:pt x="18990" y="626097"/>
                </a:lnTo>
                <a:lnTo>
                  <a:pt x="14201" y="619701"/>
                </a:lnTo>
                <a:lnTo>
                  <a:pt x="10042" y="612835"/>
                </a:lnTo>
                <a:lnTo>
                  <a:pt x="6531" y="605543"/>
                </a:lnTo>
                <a:lnTo>
                  <a:pt x="3736" y="597894"/>
                </a:lnTo>
                <a:lnTo>
                  <a:pt x="1677" y="589909"/>
                </a:lnTo>
                <a:lnTo>
                  <a:pt x="426" y="581634"/>
                </a:lnTo>
                <a:lnTo>
                  <a:pt x="0" y="573425"/>
                </a:lnTo>
                <a:lnTo>
                  <a:pt x="0" y="82934"/>
                </a:lnTo>
                <a:lnTo>
                  <a:pt x="426" y="74726"/>
                </a:lnTo>
                <a:moveTo>
                  <a:pt x="22344" y="83784"/>
                </a:moveTo>
                <a:lnTo>
                  <a:pt x="22367" y="83225"/>
                </a:lnTo>
                <a:lnTo>
                  <a:pt x="22367" y="573134"/>
                </a:lnTo>
                <a:lnTo>
                  <a:pt x="22344" y="572576"/>
                </a:lnTo>
                <a:lnTo>
                  <a:pt x="22724" y="579956"/>
                </a:lnTo>
                <a:lnTo>
                  <a:pt x="22613" y="578815"/>
                </a:lnTo>
                <a:lnTo>
                  <a:pt x="23709" y="585973"/>
                </a:lnTo>
                <a:lnTo>
                  <a:pt x="23485" y="584877"/>
                </a:lnTo>
                <a:lnTo>
                  <a:pt x="25251" y="591788"/>
                </a:lnTo>
                <a:lnTo>
                  <a:pt x="24916" y="590715"/>
                </a:lnTo>
                <a:lnTo>
                  <a:pt x="27354" y="597335"/>
                </a:lnTo>
                <a:lnTo>
                  <a:pt x="26929" y="596328"/>
                </a:lnTo>
                <a:lnTo>
                  <a:pt x="29948" y="602636"/>
                </a:lnTo>
                <a:lnTo>
                  <a:pt x="29434" y="601674"/>
                </a:lnTo>
                <a:lnTo>
                  <a:pt x="33035" y="607623"/>
                </a:lnTo>
                <a:lnTo>
                  <a:pt x="32431" y="606729"/>
                </a:lnTo>
                <a:lnTo>
                  <a:pt x="36592" y="612275"/>
                </a:lnTo>
                <a:lnTo>
                  <a:pt x="35898" y="611448"/>
                </a:lnTo>
                <a:lnTo>
                  <a:pt x="40550" y="616570"/>
                </a:lnTo>
                <a:lnTo>
                  <a:pt x="39812" y="615810"/>
                </a:lnTo>
                <a:lnTo>
                  <a:pt x="44912" y="620462"/>
                </a:lnTo>
                <a:lnTo>
                  <a:pt x="44107" y="619791"/>
                </a:lnTo>
                <a:lnTo>
                  <a:pt x="49653" y="623928"/>
                </a:lnTo>
                <a:lnTo>
                  <a:pt x="48759" y="623324"/>
                </a:lnTo>
                <a:lnTo>
                  <a:pt x="54685" y="626925"/>
                </a:lnTo>
                <a:lnTo>
                  <a:pt x="53746" y="626411"/>
                </a:lnTo>
                <a:lnTo>
                  <a:pt x="60030" y="629453"/>
                </a:lnTo>
                <a:lnTo>
                  <a:pt x="59024" y="629028"/>
                </a:lnTo>
                <a:lnTo>
                  <a:pt x="65645" y="631443"/>
                </a:lnTo>
                <a:lnTo>
                  <a:pt x="64594" y="631108"/>
                </a:lnTo>
                <a:lnTo>
                  <a:pt x="71483" y="632897"/>
                </a:lnTo>
                <a:lnTo>
                  <a:pt x="70386" y="632674"/>
                </a:lnTo>
                <a:lnTo>
                  <a:pt x="77544" y="633769"/>
                </a:lnTo>
                <a:lnTo>
                  <a:pt x="76426" y="633635"/>
                </a:lnTo>
                <a:lnTo>
                  <a:pt x="83783" y="634015"/>
                </a:lnTo>
                <a:lnTo>
                  <a:pt x="83224" y="633993"/>
                </a:lnTo>
                <a:lnTo>
                  <a:pt x="2299897" y="633993"/>
                </a:lnTo>
                <a:lnTo>
                  <a:pt x="2299336" y="634015"/>
                </a:lnTo>
                <a:lnTo>
                  <a:pt x="2306696" y="633635"/>
                </a:lnTo>
                <a:lnTo>
                  <a:pt x="2305577" y="633769"/>
                </a:lnTo>
                <a:lnTo>
                  <a:pt x="2312734" y="632674"/>
                </a:lnTo>
                <a:lnTo>
                  <a:pt x="2311639" y="632897"/>
                </a:lnTo>
                <a:lnTo>
                  <a:pt x="2318528" y="631108"/>
                </a:lnTo>
                <a:lnTo>
                  <a:pt x="2317477" y="631443"/>
                </a:lnTo>
                <a:lnTo>
                  <a:pt x="2324097" y="629028"/>
                </a:lnTo>
                <a:lnTo>
                  <a:pt x="2323090" y="629453"/>
                </a:lnTo>
                <a:lnTo>
                  <a:pt x="2329375" y="626411"/>
                </a:lnTo>
                <a:lnTo>
                  <a:pt x="2328436" y="626925"/>
                </a:lnTo>
                <a:lnTo>
                  <a:pt x="2334363" y="623324"/>
                </a:lnTo>
                <a:lnTo>
                  <a:pt x="2333468" y="623928"/>
                </a:lnTo>
                <a:lnTo>
                  <a:pt x="2339015" y="619791"/>
                </a:lnTo>
                <a:lnTo>
                  <a:pt x="2338211" y="620462"/>
                </a:lnTo>
                <a:lnTo>
                  <a:pt x="2343309" y="615810"/>
                </a:lnTo>
                <a:lnTo>
                  <a:pt x="2342572" y="616570"/>
                </a:lnTo>
                <a:lnTo>
                  <a:pt x="2347201" y="611448"/>
                </a:lnTo>
                <a:lnTo>
                  <a:pt x="2346531" y="612275"/>
                </a:lnTo>
                <a:lnTo>
                  <a:pt x="2350668" y="606729"/>
                </a:lnTo>
                <a:lnTo>
                  <a:pt x="2350087" y="607623"/>
                </a:lnTo>
                <a:lnTo>
                  <a:pt x="2353687" y="601674"/>
                </a:lnTo>
                <a:lnTo>
                  <a:pt x="2353174" y="602636"/>
                </a:lnTo>
                <a:lnTo>
                  <a:pt x="2356191" y="596328"/>
                </a:lnTo>
                <a:lnTo>
                  <a:pt x="2355767" y="597335"/>
                </a:lnTo>
                <a:lnTo>
                  <a:pt x="2358205" y="590715"/>
                </a:lnTo>
                <a:lnTo>
                  <a:pt x="2357869" y="591788"/>
                </a:lnTo>
                <a:lnTo>
                  <a:pt x="2359637" y="584877"/>
                </a:lnTo>
                <a:lnTo>
                  <a:pt x="2359413" y="585973"/>
                </a:lnTo>
                <a:lnTo>
                  <a:pt x="2360509" y="578815"/>
                </a:lnTo>
                <a:lnTo>
                  <a:pt x="2360398" y="579956"/>
                </a:lnTo>
                <a:lnTo>
                  <a:pt x="2360777" y="572576"/>
                </a:lnTo>
                <a:lnTo>
                  <a:pt x="2360755" y="573134"/>
                </a:lnTo>
                <a:lnTo>
                  <a:pt x="2360755" y="83225"/>
                </a:lnTo>
                <a:lnTo>
                  <a:pt x="2360777" y="83784"/>
                </a:lnTo>
                <a:lnTo>
                  <a:pt x="2360398" y="76426"/>
                </a:lnTo>
                <a:lnTo>
                  <a:pt x="2360509" y="77544"/>
                </a:lnTo>
                <a:lnTo>
                  <a:pt x="2359413" y="70387"/>
                </a:lnTo>
                <a:lnTo>
                  <a:pt x="2359637" y="71483"/>
                </a:lnTo>
                <a:lnTo>
                  <a:pt x="2357869" y="64594"/>
                </a:lnTo>
                <a:lnTo>
                  <a:pt x="2358205" y="65645"/>
                </a:lnTo>
                <a:lnTo>
                  <a:pt x="2355767" y="59025"/>
                </a:lnTo>
                <a:lnTo>
                  <a:pt x="2356191" y="60031"/>
                </a:lnTo>
                <a:lnTo>
                  <a:pt x="2353174" y="53746"/>
                </a:lnTo>
                <a:lnTo>
                  <a:pt x="2353687" y="54685"/>
                </a:lnTo>
                <a:lnTo>
                  <a:pt x="2350087" y="48758"/>
                </a:lnTo>
                <a:lnTo>
                  <a:pt x="2350668" y="49653"/>
                </a:lnTo>
                <a:lnTo>
                  <a:pt x="2346531" y="44106"/>
                </a:lnTo>
                <a:lnTo>
                  <a:pt x="2347201" y="44912"/>
                </a:lnTo>
                <a:lnTo>
                  <a:pt x="2342572" y="39812"/>
                </a:lnTo>
                <a:lnTo>
                  <a:pt x="2343309" y="40550"/>
                </a:lnTo>
                <a:lnTo>
                  <a:pt x="2338211" y="35920"/>
                </a:lnTo>
                <a:lnTo>
                  <a:pt x="2339015" y="36591"/>
                </a:lnTo>
                <a:lnTo>
                  <a:pt x="2333468" y="32454"/>
                </a:lnTo>
                <a:lnTo>
                  <a:pt x="2334363" y="33035"/>
                </a:lnTo>
                <a:lnTo>
                  <a:pt x="2328436" y="29434"/>
                </a:lnTo>
                <a:lnTo>
                  <a:pt x="2329375" y="29948"/>
                </a:lnTo>
                <a:lnTo>
                  <a:pt x="2323090" y="26929"/>
                </a:lnTo>
                <a:lnTo>
                  <a:pt x="2324097" y="27354"/>
                </a:lnTo>
                <a:lnTo>
                  <a:pt x="2317477" y="24916"/>
                </a:lnTo>
                <a:lnTo>
                  <a:pt x="2318528" y="25252"/>
                </a:lnTo>
                <a:lnTo>
                  <a:pt x="2311639" y="23485"/>
                </a:lnTo>
                <a:lnTo>
                  <a:pt x="2312734" y="23708"/>
                </a:lnTo>
                <a:lnTo>
                  <a:pt x="2305577" y="22612"/>
                </a:lnTo>
                <a:lnTo>
                  <a:pt x="2306696" y="22724"/>
                </a:lnTo>
                <a:lnTo>
                  <a:pt x="2299336" y="22344"/>
                </a:lnTo>
                <a:lnTo>
                  <a:pt x="2299897" y="22366"/>
                </a:lnTo>
                <a:lnTo>
                  <a:pt x="83224" y="22366"/>
                </a:lnTo>
                <a:lnTo>
                  <a:pt x="83783" y="22344"/>
                </a:lnTo>
                <a:lnTo>
                  <a:pt x="76426" y="22724"/>
                </a:lnTo>
                <a:lnTo>
                  <a:pt x="77544" y="22612"/>
                </a:lnTo>
                <a:lnTo>
                  <a:pt x="70386" y="23708"/>
                </a:lnTo>
                <a:lnTo>
                  <a:pt x="71483" y="23485"/>
                </a:lnTo>
                <a:lnTo>
                  <a:pt x="64594" y="25252"/>
                </a:lnTo>
                <a:lnTo>
                  <a:pt x="65645" y="24916"/>
                </a:lnTo>
                <a:lnTo>
                  <a:pt x="59024" y="27354"/>
                </a:lnTo>
                <a:lnTo>
                  <a:pt x="60030" y="26929"/>
                </a:lnTo>
                <a:lnTo>
                  <a:pt x="53746" y="29948"/>
                </a:lnTo>
                <a:lnTo>
                  <a:pt x="54685" y="29434"/>
                </a:lnTo>
                <a:lnTo>
                  <a:pt x="48759" y="33035"/>
                </a:lnTo>
                <a:lnTo>
                  <a:pt x="49653" y="32454"/>
                </a:lnTo>
                <a:lnTo>
                  <a:pt x="44107" y="36591"/>
                </a:lnTo>
                <a:lnTo>
                  <a:pt x="44912" y="35920"/>
                </a:lnTo>
                <a:lnTo>
                  <a:pt x="39812" y="40550"/>
                </a:lnTo>
                <a:lnTo>
                  <a:pt x="40550" y="39812"/>
                </a:lnTo>
                <a:lnTo>
                  <a:pt x="35898" y="44912"/>
                </a:lnTo>
                <a:lnTo>
                  <a:pt x="36592" y="44106"/>
                </a:lnTo>
                <a:lnTo>
                  <a:pt x="32431" y="49653"/>
                </a:lnTo>
                <a:lnTo>
                  <a:pt x="33035" y="48758"/>
                </a:lnTo>
                <a:lnTo>
                  <a:pt x="29434" y="54685"/>
                </a:lnTo>
                <a:lnTo>
                  <a:pt x="29948" y="53746"/>
                </a:lnTo>
                <a:lnTo>
                  <a:pt x="26929" y="60031"/>
                </a:lnTo>
                <a:lnTo>
                  <a:pt x="27354" y="59025"/>
                </a:lnTo>
                <a:lnTo>
                  <a:pt x="24916" y="65645"/>
                </a:lnTo>
                <a:lnTo>
                  <a:pt x="25251" y="64594"/>
                </a:lnTo>
                <a:lnTo>
                  <a:pt x="23485" y="71483"/>
                </a:lnTo>
                <a:lnTo>
                  <a:pt x="23709" y="70387"/>
                </a:lnTo>
                <a:lnTo>
                  <a:pt x="22613" y="77544"/>
                </a:lnTo>
                <a:lnTo>
                  <a:pt x="22724" y="76426"/>
                </a:lnTo>
                <a:lnTo>
                  <a:pt x="22344" y="837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166">
            <a:extLst xmlns:a="http://schemas.openxmlformats.org/drawingml/2006/main">
              <a:ext uri="{FF2B5EF4-FFF2-40B4-BE49-F238E27FC236}">
                <a16:creationId xmlns:a16="http://schemas.microsoft.com/office/drawing/2014/main" id="{863D7E3C-5DA6-4AEC-BC4F-2383AEB4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3183" y="2533678"/>
            <a:ext cx="738979" cy="252291"/>
          </a:xfrm>
          <a:custGeom xmlns:a="http://schemas.openxmlformats.org/drawingml/2006/main">
            <a:pathLst>
              <a:path w="738979" h="252291">
                <a:moveTo>
                  <a:pt x="0" y="42943"/>
                </a:moveTo>
                <a:cubicBezTo>
                  <a:pt x="894" y="19593"/>
                  <a:pt x="19593" y="895"/>
                  <a:pt x="42943" y="0"/>
                </a:cubicBezTo>
                <a:lnTo>
                  <a:pt x="697825" y="0"/>
                </a:lnTo>
                <a:cubicBezTo>
                  <a:pt x="720282" y="895"/>
                  <a:pt x="738979" y="19593"/>
                  <a:pt x="738085" y="42943"/>
                </a:cubicBezTo>
                <a:lnTo>
                  <a:pt x="738085" y="209348"/>
                </a:lnTo>
                <a:cubicBezTo>
                  <a:pt x="738979" y="232698"/>
                  <a:pt x="720282" y="251396"/>
                  <a:pt x="697825" y="252291"/>
                </a:cubicBezTo>
                <a:lnTo>
                  <a:pt x="42943" y="252291"/>
                </a:lnTo>
                <a:cubicBezTo>
                  <a:pt x="19593" y="251396"/>
                  <a:pt x="894" y="232698"/>
                  <a:pt x="0" y="209348"/>
                </a:cubicBezTo>
                <a:lnTo>
                  <a:pt x="0" y="42943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text-167 3D">
            <a:extLst xmlns:a="http://schemas.openxmlformats.org/drawingml/2006/main">
              <a:ext uri="{FF2B5EF4-FFF2-40B4-BE49-F238E27FC236}">
                <a16:creationId xmlns:a16="http://schemas.microsoft.com/office/drawing/2014/main" id="{AE2B82C3-FC8C-430F-8DAA-008EB3AC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0298" y="2573577"/>
            <a:ext cx="188179" cy="18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3D</a:t>
            </a:r>
          </a:p>
        </p:txBody>
      </p:sp>
      <p:pic>
        <p:nvPic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B7466E2C-D43D-4D36-8A6B-E67C987A2E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449f836ea4a21"/>
          <a:stretch xmlns:a="http://schemas.openxmlformats.org/drawingml/2006/main"/>
        </p:blipFill>
        <p:spPr>
          <a:xfrm xmlns:a="http://schemas.openxmlformats.org/drawingml/2006/main">
            <a:off x="12753975" y="2371725"/>
            <a:ext cx="257175" cy="257175"/>
          </a:xfrm>
          <a:prstGeom xmlns:a="http://schemas.openxmlformats.org/drawingml/2006/main" prst="rect">
            <a:avLst/>
          </a:prstGeom>
        </p:spPr>
      </p:pic>
      <p:pic>
        <p:nvPic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88BFC0D8-CBA1-47B7-8492-193723EBC1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bb51d552f4ed7"/>
          <a:stretch xmlns:a="http://schemas.openxmlformats.org/drawingml/2006/main"/>
        </p:blipFill>
        <p:spPr>
          <a:xfrm xmlns:a="http://schemas.openxmlformats.org/drawingml/2006/main">
            <a:off x="13563600" y="23717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59" name="path-170">
            <a:extLst xmlns:a="http://schemas.openxmlformats.org/drawingml/2006/main">
              <a:ext uri="{FF2B5EF4-FFF2-40B4-BE49-F238E27FC236}">
                <a16:creationId xmlns:a16="http://schemas.microsoft.com/office/drawing/2014/main" id="{DD19A237-B26A-4A87-9254-BA3D367C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6001" y="3638347"/>
            <a:ext cx="2361872" cy="634530"/>
          </a:xfrm>
          <a:custGeom xmlns:a="http://schemas.openxmlformats.org/drawingml/2006/main">
            <a:pathLst>
              <a:path w="2361872" h="634530">
                <a:moveTo>
                  <a:pt x="0" y="70901"/>
                </a:moveTo>
                <a:cubicBezTo>
                  <a:pt x="672" y="32252"/>
                  <a:pt x="32922" y="0"/>
                  <a:pt x="72467" y="1118"/>
                </a:cubicBezTo>
                <a:lnTo>
                  <a:pt x="2289407" y="1118"/>
                </a:lnTo>
                <a:cubicBezTo>
                  <a:pt x="2329174" y="0"/>
                  <a:pt x="2361427" y="32252"/>
                  <a:pt x="2361872" y="70901"/>
                </a:cubicBezTo>
                <a:lnTo>
                  <a:pt x="2361872" y="562063"/>
                </a:lnTo>
                <a:cubicBezTo>
                  <a:pt x="2361427" y="601741"/>
                  <a:pt x="2329174" y="633993"/>
                  <a:pt x="2289407" y="634530"/>
                </a:cubicBezTo>
                <a:lnTo>
                  <a:pt x="72467" y="634530"/>
                </a:lnTo>
                <a:cubicBezTo>
                  <a:pt x="32922" y="633993"/>
                  <a:pt x="672" y="601741"/>
                  <a:pt x="0" y="562063"/>
                </a:cubicBezTo>
                <a:lnTo>
                  <a:pt x="0" y="70901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171">
            <a:extLst xmlns:a="http://schemas.openxmlformats.org/drawingml/2006/main">
              <a:ext uri="{FF2B5EF4-FFF2-40B4-BE49-F238E27FC236}">
                <a16:creationId xmlns:a16="http://schemas.microsoft.com/office/drawing/2014/main" id="{82660C02-3ED0-4201-AECF-764F1627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488" y="3627163"/>
            <a:ext cx="2383122" cy="656359"/>
          </a:xfrm>
          <a:custGeom xmlns:a="http://schemas.openxmlformats.org/drawingml/2006/main">
            <a:pathLst>
              <a:path w="2383122" h="656359">
                <a:moveTo>
                  <a:pt x="426" y="74726"/>
                </a:moveTo>
                <a:lnTo>
                  <a:pt x="1677" y="66473"/>
                </a:lnTo>
                <a:lnTo>
                  <a:pt x="3736" y="58487"/>
                </a:lnTo>
                <a:lnTo>
                  <a:pt x="6531" y="50816"/>
                </a:lnTo>
                <a:lnTo>
                  <a:pt x="10042" y="43547"/>
                </a:lnTo>
                <a:lnTo>
                  <a:pt x="14201" y="36680"/>
                </a:lnTo>
                <a:lnTo>
                  <a:pt x="18990" y="30284"/>
                </a:lnTo>
                <a:lnTo>
                  <a:pt x="24357" y="24357"/>
                </a:lnTo>
                <a:lnTo>
                  <a:pt x="30284" y="18989"/>
                </a:lnTo>
                <a:lnTo>
                  <a:pt x="36680" y="14203"/>
                </a:lnTo>
                <a:lnTo>
                  <a:pt x="43546" y="10042"/>
                </a:lnTo>
                <a:lnTo>
                  <a:pt x="50816" y="6531"/>
                </a:lnTo>
                <a:lnTo>
                  <a:pt x="58488" y="3735"/>
                </a:lnTo>
                <a:lnTo>
                  <a:pt x="66473" y="1677"/>
                </a:lnTo>
                <a:lnTo>
                  <a:pt x="74726" y="425"/>
                </a:lnTo>
                <a:lnTo>
                  <a:pt x="82933" y="0"/>
                </a:lnTo>
                <a:lnTo>
                  <a:pt x="2300188" y="0"/>
                </a:lnTo>
                <a:lnTo>
                  <a:pt x="2308396" y="425"/>
                </a:lnTo>
                <a:lnTo>
                  <a:pt x="2316649" y="1677"/>
                </a:lnTo>
                <a:lnTo>
                  <a:pt x="2324634" y="3735"/>
                </a:lnTo>
                <a:lnTo>
                  <a:pt x="2332304" y="6531"/>
                </a:lnTo>
                <a:lnTo>
                  <a:pt x="2339573" y="10042"/>
                </a:lnTo>
                <a:lnTo>
                  <a:pt x="2346440" y="14203"/>
                </a:lnTo>
                <a:lnTo>
                  <a:pt x="2352838" y="18989"/>
                </a:lnTo>
                <a:lnTo>
                  <a:pt x="2358742" y="24357"/>
                </a:lnTo>
                <a:lnTo>
                  <a:pt x="2364132" y="30284"/>
                </a:lnTo>
                <a:lnTo>
                  <a:pt x="2368918" y="36680"/>
                </a:lnTo>
                <a:lnTo>
                  <a:pt x="2373078" y="43547"/>
                </a:lnTo>
                <a:lnTo>
                  <a:pt x="2376591" y="50816"/>
                </a:lnTo>
                <a:lnTo>
                  <a:pt x="2379386" y="58487"/>
                </a:lnTo>
                <a:lnTo>
                  <a:pt x="2381444" y="66473"/>
                </a:lnTo>
                <a:lnTo>
                  <a:pt x="2382696" y="74726"/>
                </a:lnTo>
                <a:lnTo>
                  <a:pt x="2383122" y="82934"/>
                </a:lnTo>
                <a:lnTo>
                  <a:pt x="2383122" y="573425"/>
                </a:lnTo>
                <a:lnTo>
                  <a:pt x="2382696" y="581633"/>
                </a:lnTo>
                <a:lnTo>
                  <a:pt x="2381444" y="589909"/>
                </a:lnTo>
                <a:lnTo>
                  <a:pt x="2379386" y="597894"/>
                </a:lnTo>
                <a:lnTo>
                  <a:pt x="2376591" y="605543"/>
                </a:lnTo>
                <a:lnTo>
                  <a:pt x="2373078" y="612835"/>
                </a:lnTo>
                <a:lnTo>
                  <a:pt x="2368918" y="619701"/>
                </a:lnTo>
                <a:lnTo>
                  <a:pt x="2364132" y="626098"/>
                </a:lnTo>
                <a:lnTo>
                  <a:pt x="2358742" y="632002"/>
                </a:lnTo>
                <a:lnTo>
                  <a:pt x="2352838" y="637370"/>
                </a:lnTo>
                <a:lnTo>
                  <a:pt x="2346440" y="642157"/>
                </a:lnTo>
                <a:lnTo>
                  <a:pt x="2339573" y="646339"/>
                </a:lnTo>
                <a:lnTo>
                  <a:pt x="2332304" y="649828"/>
                </a:lnTo>
                <a:lnTo>
                  <a:pt x="2324634" y="652646"/>
                </a:lnTo>
                <a:lnTo>
                  <a:pt x="2316649" y="654704"/>
                </a:lnTo>
                <a:lnTo>
                  <a:pt x="2308396" y="655956"/>
                </a:lnTo>
                <a:lnTo>
                  <a:pt x="2300188" y="656359"/>
                </a:lnTo>
                <a:lnTo>
                  <a:pt x="82933" y="656359"/>
                </a:lnTo>
                <a:lnTo>
                  <a:pt x="74726" y="655956"/>
                </a:lnTo>
                <a:lnTo>
                  <a:pt x="66473" y="654704"/>
                </a:lnTo>
                <a:lnTo>
                  <a:pt x="58488" y="652646"/>
                </a:lnTo>
                <a:lnTo>
                  <a:pt x="50816" y="649828"/>
                </a:lnTo>
                <a:lnTo>
                  <a:pt x="43546" y="646339"/>
                </a:lnTo>
                <a:lnTo>
                  <a:pt x="36680" y="642157"/>
                </a:lnTo>
                <a:lnTo>
                  <a:pt x="30284" y="637370"/>
                </a:lnTo>
                <a:lnTo>
                  <a:pt x="24357" y="632002"/>
                </a:lnTo>
                <a:lnTo>
                  <a:pt x="18990" y="626098"/>
                </a:lnTo>
                <a:lnTo>
                  <a:pt x="14201" y="619701"/>
                </a:lnTo>
                <a:lnTo>
                  <a:pt x="10042" y="612835"/>
                </a:lnTo>
                <a:lnTo>
                  <a:pt x="6531" y="605543"/>
                </a:lnTo>
                <a:lnTo>
                  <a:pt x="3736" y="597894"/>
                </a:lnTo>
                <a:lnTo>
                  <a:pt x="1677" y="589909"/>
                </a:lnTo>
                <a:lnTo>
                  <a:pt x="426" y="581633"/>
                </a:lnTo>
                <a:lnTo>
                  <a:pt x="0" y="573425"/>
                </a:lnTo>
                <a:lnTo>
                  <a:pt x="0" y="82934"/>
                </a:lnTo>
                <a:lnTo>
                  <a:pt x="426" y="74726"/>
                </a:lnTo>
                <a:moveTo>
                  <a:pt x="22344" y="83783"/>
                </a:moveTo>
                <a:lnTo>
                  <a:pt x="22367" y="83225"/>
                </a:lnTo>
                <a:lnTo>
                  <a:pt x="22367" y="573135"/>
                </a:lnTo>
                <a:lnTo>
                  <a:pt x="22344" y="572576"/>
                </a:lnTo>
                <a:lnTo>
                  <a:pt x="22724" y="579956"/>
                </a:lnTo>
                <a:lnTo>
                  <a:pt x="22613" y="578816"/>
                </a:lnTo>
                <a:lnTo>
                  <a:pt x="23709" y="585972"/>
                </a:lnTo>
                <a:lnTo>
                  <a:pt x="23485" y="584877"/>
                </a:lnTo>
                <a:lnTo>
                  <a:pt x="25251" y="591788"/>
                </a:lnTo>
                <a:lnTo>
                  <a:pt x="24916" y="590714"/>
                </a:lnTo>
                <a:lnTo>
                  <a:pt x="27354" y="597334"/>
                </a:lnTo>
                <a:lnTo>
                  <a:pt x="26929" y="596328"/>
                </a:lnTo>
                <a:lnTo>
                  <a:pt x="29948" y="602635"/>
                </a:lnTo>
                <a:lnTo>
                  <a:pt x="29434" y="601674"/>
                </a:lnTo>
                <a:lnTo>
                  <a:pt x="33035" y="607623"/>
                </a:lnTo>
                <a:lnTo>
                  <a:pt x="32431" y="606728"/>
                </a:lnTo>
                <a:lnTo>
                  <a:pt x="36592" y="612275"/>
                </a:lnTo>
                <a:lnTo>
                  <a:pt x="35898" y="611448"/>
                </a:lnTo>
                <a:lnTo>
                  <a:pt x="40550" y="616569"/>
                </a:lnTo>
                <a:lnTo>
                  <a:pt x="39812" y="615809"/>
                </a:lnTo>
                <a:lnTo>
                  <a:pt x="44912" y="620461"/>
                </a:lnTo>
                <a:lnTo>
                  <a:pt x="44107" y="619790"/>
                </a:lnTo>
                <a:lnTo>
                  <a:pt x="49653" y="623928"/>
                </a:lnTo>
                <a:lnTo>
                  <a:pt x="48759" y="623324"/>
                </a:lnTo>
                <a:lnTo>
                  <a:pt x="54685" y="626925"/>
                </a:lnTo>
                <a:lnTo>
                  <a:pt x="53746" y="626411"/>
                </a:lnTo>
                <a:lnTo>
                  <a:pt x="60030" y="629452"/>
                </a:lnTo>
                <a:lnTo>
                  <a:pt x="59024" y="629028"/>
                </a:lnTo>
                <a:lnTo>
                  <a:pt x="65645" y="631443"/>
                </a:lnTo>
                <a:lnTo>
                  <a:pt x="64594" y="631108"/>
                </a:lnTo>
                <a:lnTo>
                  <a:pt x="71483" y="632897"/>
                </a:lnTo>
                <a:lnTo>
                  <a:pt x="70386" y="632673"/>
                </a:lnTo>
                <a:lnTo>
                  <a:pt x="77544" y="633769"/>
                </a:lnTo>
                <a:lnTo>
                  <a:pt x="76426" y="633635"/>
                </a:lnTo>
                <a:lnTo>
                  <a:pt x="83783" y="634015"/>
                </a:lnTo>
                <a:lnTo>
                  <a:pt x="83224" y="633993"/>
                </a:lnTo>
                <a:lnTo>
                  <a:pt x="2299897" y="633993"/>
                </a:lnTo>
                <a:lnTo>
                  <a:pt x="2299336" y="634015"/>
                </a:lnTo>
                <a:lnTo>
                  <a:pt x="2306696" y="633635"/>
                </a:lnTo>
                <a:lnTo>
                  <a:pt x="2305577" y="633769"/>
                </a:lnTo>
                <a:lnTo>
                  <a:pt x="2312734" y="632673"/>
                </a:lnTo>
                <a:lnTo>
                  <a:pt x="2311639" y="632897"/>
                </a:lnTo>
                <a:lnTo>
                  <a:pt x="2318528" y="631108"/>
                </a:lnTo>
                <a:lnTo>
                  <a:pt x="2317477" y="631443"/>
                </a:lnTo>
                <a:lnTo>
                  <a:pt x="2324097" y="629028"/>
                </a:lnTo>
                <a:lnTo>
                  <a:pt x="2323090" y="629452"/>
                </a:lnTo>
                <a:lnTo>
                  <a:pt x="2329375" y="626411"/>
                </a:lnTo>
                <a:lnTo>
                  <a:pt x="2328436" y="626925"/>
                </a:lnTo>
                <a:lnTo>
                  <a:pt x="2334363" y="623324"/>
                </a:lnTo>
                <a:lnTo>
                  <a:pt x="2333468" y="623928"/>
                </a:lnTo>
                <a:lnTo>
                  <a:pt x="2339015" y="619790"/>
                </a:lnTo>
                <a:lnTo>
                  <a:pt x="2338211" y="620461"/>
                </a:lnTo>
                <a:lnTo>
                  <a:pt x="2343309" y="615809"/>
                </a:lnTo>
                <a:lnTo>
                  <a:pt x="2342572" y="616569"/>
                </a:lnTo>
                <a:lnTo>
                  <a:pt x="2347201" y="611448"/>
                </a:lnTo>
                <a:lnTo>
                  <a:pt x="2346531" y="612275"/>
                </a:lnTo>
                <a:lnTo>
                  <a:pt x="2350668" y="606728"/>
                </a:lnTo>
                <a:lnTo>
                  <a:pt x="2350087" y="607623"/>
                </a:lnTo>
                <a:lnTo>
                  <a:pt x="2353687" y="601674"/>
                </a:lnTo>
                <a:lnTo>
                  <a:pt x="2353174" y="602635"/>
                </a:lnTo>
                <a:lnTo>
                  <a:pt x="2356191" y="596328"/>
                </a:lnTo>
                <a:lnTo>
                  <a:pt x="2355767" y="597334"/>
                </a:lnTo>
                <a:lnTo>
                  <a:pt x="2358205" y="590714"/>
                </a:lnTo>
                <a:lnTo>
                  <a:pt x="2357869" y="591788"/>
                </a:lnTo>
                <a:lnTo>
                  <a:pt x="2359637" y="584877"/>
                </a:lnTo>
                <a:lnTo>
                  <a:pt x="2359413" y="585972"/>
                </a:lnTo>
                <a:lnTo>
                  <a:pt x="2360509" y="578816"/>
                </a:lnTo>
                <a:lnTo>
                  <a:pt x="2360398" y="579956"/>
                </a:lnTo>
                <a:lnTo>
                  <a:pt x="2360777" y="572576"/>
                </a:lnTo>
                <a:lnTo>
                  <a:pt x="2360755" y="573135"/>
                </a:lnTo>
                <a:lnTo>
                  <a:pt x="2360755" y="83225"/>
                </a:lnTo>
                <a:lnTo>
                  <a:pt x="2360777" y="83783"/>
                </a:lnTo>
                <a:lnTo>
                  <a:pt x="2360398" y="76426"/>
                </a:lnTo>
                <a:lnTo>
                  <a:pt x="2360509" y="77544"/>
                </a:lnTo>
                <a:lnTo>
                  <a:pt x="2359413" y="70386"/>
                </a:lnTo>
                <a:lnTo>
                  <a:pt x="2359637" y="71482"/>
                </a:lnTo>
                <a:lnTo>
                  <a:pt x="2357869" y="64594"/>
                </a:lnTo>
                <a:lnTo>
                  <a:pt x="2358205" y="65645"/>
                </a:lnTo>
                <a:lnTo>
                  <a:pt x="2355767" y="59024"/>
                </a:lnTo>
                <a:lnTo>
                  <a:pt x="2356191" y="60031"/>
                </a:lnTo>
                <a:lnTo>
                  <a:pt x="2353174" y="53746"/>
                </a:lnTo>
                <a:lnTo>
                  <a:pt x="2353687" y="54685"/>
                </a:lnTo>
                <a:lnTo>
                  <a:pt x="2350087" y="48758"/>
                </a:lnTo>
                <a:lnTo>
                  <a:pt x="2350668" y="49653"/>
                </a:lnTo>
                <a:lnTo>
                  <a:pt x="2346531" y="44106"/>
                </a:lnTo>
                <a:lnTo>
                  <a:pt x="2347201" y="44911"/>
                </a:lnTo>
                <a:lnTo>
                  <a:pt x="2342572" y="39812"/>
                </a:lnTo>
                <a:lnTo>
                  <a:pt x="2343309" y="40550"/>
                </a:lnTo>
                <a:lnTo>
                  <a:pt x="2338211" y="35920"/>
                </a:lnTo>
                <a:lnTo>
                  <a:pt x="2339015" y="36591"/>
                </a:lnTo>
                <a:lnTo>
                  <a:pt x="2333468" y="32453"/>
                </a:lnTo>
                <a:lnTo>
                  <a:pt x="2334363" y="33035"/>
                </a:lnTo>
                <a:lnTo>
                  <a:pt x="2328436" y="29434"/>
                </a:lnTo>
                <a:lnTo>
                  <a:pt x="2329375" y="29948"/>
                </a:lnTo>
                <a:lnTo>
                  <a:pt x="2323090" y="26929"/>
                </a:lnTo>
                <a:lnTo>
                  <a:pt x="2324097" y="27354"/>
                </a:lnTo>
                <a:lnTo>
                  <a:pt x="2317477" y="24916"/>
                </a:lnTo>
                <a:lnTo>
                  <a:pt x="2318528" y="25251"/>
                </a:lnTo>
                <a:lnTo>
                  <a:pt x="2311639" y="23485"/>
                </a:lnTo>
                <a:lnTo>
                  <a:pt x="2312734" y="23708"/>
                </a:lnTo>
                <a:lnTo>
                  <a:pt x="2305577" y="22612"/>
                </a:lnTo>
                <a:lnTo>
                  <a:pt x="2306696" y="22724"/>
                </a:lnTo>
                <a:lnTo>
                  <a:pt x="2299336" y="22344"/>
                </a:lnTo>
                <a:lnTo>
                  <a:pt x="2299897" y="22366"/>
                </a:lnTo>
                <a:lnTo>
                  <a:pt x="83224" y="22366"/>
                </a:lnTo>
                <a:lnTo>
                  <a:pt x="83783" y="22344"/>
                </a:lnTo>
                <a:lnTo>
                  <a:pt x="76426" y="22724"/>
                </a:lnTo>
                <a:lnTo>
                  <a:pt x="77544" y="22612"/>
                </a:lnTo>
                <a:lnTo>
                  <a:pt x="70386" y="23708"/>
                </a:lnTo>
                <a:lnTo>
                  <a:pt x="71483" y="23485"/>
                </a:lnTo>
                <a:lnTo>
                  <a:pt x="64594" y="25251"/>
                </a:lnTo>
                <a:lnTo>
                  <a:pt x="65645" y="24916"/>
                </a:lnTo>
                <a:lnTo>
                  <a:pt x="59024" y="27354"/>
                </a:lnTo>
                <a:lnTo>
                  <a:pt x="60030" y="26929"/>
                </a:lnTo>
                <a:lnTo>
                  <a:pt x="53746" y="29948"/>
                </a:lnTo>
                <a:lnTo>
                  <a:pt x="54685" y="29434"/>
                </a:lnTo>
                <a:lnTo>
                  <a:pt x="48759" y="33035"/>
                </a:lnTo>
                <a:lnTo>
                  <a:pt x="49653" y="32453"/>
                </a:lnTo>
                <a:lnTo>
                  <a:pt x="44107" y="36591"/>
                </a:lnTo>
                <a:lnTo>
                  <a:pt x="44912" y="35920"/>
                </a:lnTo>
                <a:lnTo>
                  <a:pt x="39812" y="40550"/>
                </a:lnTo>
                <a:lnTo>
                  <a:pt x="40550" y="39812"/>
                </a:lnTo>
                <a:lnTo>
                  <a:pt x="35898" y="44911"/>
                </a:lnTo>
                <a:lnTo>
                  <a:pt x="36592" y="44106"/>
                </a:lnTo>
                <a:lnTo>
                  <a:pt x="32431" y="49653"/>
                </a:lnTo>
                <a:lnTo>
                  <a:pt x="33035" y="48758"/>
                </a:lnTo>
                <a:lnTo>
                  <a:pt x="29434" y="54685"/>
                </a:lnTo>
                <a:lnTo>
                  <a:pt x="29948" y="53746"/>
                </a:lnTo>
                <a:lnTo>
                  <a:pt x="26929" y="60031"/>
                </a:lnTo>
                <a:lnTo>
                  <a:pt x="27354" y="59024"/>
                </a:lnTo>
                <a:lnTo>
                  <a:pt x="24916" y="65645"/>
                </a:lnTo>
                <a:lnTo>
                  <a:pt x="25251" y="64594"/>
                </a:lnTo>
                <a:lnTo>
                  <a:pt x="23485" y="71482"/>
                </a:lnTo>
                <a:lnTo>
                  <a:pt x="23709" y="70386"/>
                </a:lnTo>
                <a:lnTo>
                  <a:pt x="22613" y="77544"/>
                </a:lnTo>
                <a:lnTo>
                  <a:pt x="22724" y="76426"/>
                </a:lnTo>
                <a:lnTo>
                  <a:pt x="22344" y="837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84D28E7D-18F1-4BF9-A24B-3A2970772E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bfc0c86ed413b"/>
          <a:stretch xmlns:a="http://schemas.openxmlformats.org/drawingml/2006/main"/>
        </p:blipFill>
        <p:spPr>
          <a:xfrm xmlns:a="http://schemas.openxmlformats.org/drawingml/2006/main">
            <a:off x="8839200" y="3152775"/>
            <a:ext cx="2219325" cy="876300"/>
          </a:xfrm>
          <a:prstGeom xmlns:a="http://schemas.openxmlformats.org/drawingml/2006/main" prst="rect">
            <a:avLst/>
          </a:prstGeom>
        </p:spPr>
      </p:pic>
      <p:pic>
        <p:nvPic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C33F875-F43F-406C-92E3-25387DDA5C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52926378047aa"/>
          <a:stretch xmlns:a="http://schemas.openxmlformats.org/drawingml/2006/main"/>
        </p:blipFill>
        <p:spPr>
          <a:xfrm xmlns:a="http://schemas.openxmlformats.org/drawingml/2006/main">
            <a:off x="10963275" y="3152775"/>
            <a:ext cx="1476375" cy="885825"/>
          </a:xfrm>
          <a:prstGeom xmlns:a="http://schemas.openxmlformats.org/drawingml/2006/main" prst="rect">
            <a:avLst/>
          </a:prstGeom>
        </p:spPr>
      </p:pic>
      <p:pic>
        <p:nvPic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FBC3CC5F-B557-40B5-A7BF-3F62A749ED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70eba7acc4305"/>
          <a:stretch xmlns:a="http://schemas.openxmlformats.org/drawingml/2006/main"/>
        </p:blipFill>
        <p:spPr>
          <a:xfrm xmlns:a="http://schemas.openxmlformats.org/drawingml/2006/main">
            <a:off x="8934450" y="3371850"/>
            <a:ext cx="647700" cy="447675"/>
          </a:xfrm>
          <a:prstGeom xmlns:a="http://schemas.openxmlformats.org/drawingml/2006/main" prst="rect">
            <a:avLst/>
          </a:prstGeom>
        </p:spPr>
      </p:pic>
      <p:pic>
        <p:nvPic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7A9CEEDB-F3BD-41AC-854C-7483C10D9C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d77ee46aa4844"/>
          <a:stretch xmlns:a="http://schemas.openxmlformats.org/drawingml/2006/main"/>
        </p:blipFill>
        <p:spPr>
          <a:xfrm xmlns:a="http://schemas.openxmlformats.org/drawingml/2006/main">
            <a:off x="9610725" y="3371850"/>
            <a:ext cx="647700" cy="447675"/>
          </a:xfrm>
          <a:prstGeom xmlns:a="http://schemas.openxmlformats.org/drawingml/2006/main" prst="rect">
            <a:avLst/>
          </a:prstGeom>
        </p:spPr>
      </p:pic>
      <p:pic>
        <p:nvPic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B4A5EA8-5B32-4E0C-8DCB-3F88A21498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90405d7b54b3f"/>
          <a:stretch xmlns:a="http://schemas.openxmlformats.org/drawingml/2006/main"/>
        </p:blipFill>
        <p:spPr>
          <a:xfrm xmlns:a="http://schemas.openxmlformats.org/drawingml/2006/main">
            <a:off x="10277475" y="3371850"/>
            <a:ext cx="676275" cy="457200"/>
          </a:xfrm>
          <a:prstGeom xmlns:a="http://schemas.openxmlformats.org/drawingml/2006/main" prst="rect">
            <a:avLst/>
          </a:prstGeom>
        </p:spPr>
      </p:pic>
      <p:pic>
        <p:nvPic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BBECC661-F216-41E8-8364-9E4A216CEA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06ee398094af4"/>
          <a:stretch xmlns:a="http://schemas.openxmlformats.org/drawingml/2006/main"/>
        </p:blipFill>
        <p:spPr>
          <a:xfrm xmlns:a="http://schemas.openxmlformats.org/drawingml/2006/main">
            <a:off x="10963275" y="3362325"/>
            <a:ext cx="695325" cy="457200"/>
          </a:xfrm>
          <a:prstGeom xmlns:a="http://schemas.openxmlformats.org/drawingml/2006/main" prst="rect">
            <a:avLst/>
          </a:prstGeom>
        </p:spPr>
      </p:pic>
      <p:pic>
        <p:nvPic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A0C0161-CE64-4C64-9271-EF90B44F3B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2b97d594a4360"/>
          <a:stretch xmlns:a="http://schemas.openxmlformats.org/drawingml/2006/main"/>
        </p:blipFill>
        <p:spPr>
          <a:xfrm xmlns:a="http://schemas.openxmlformats.org/drawingml/2006/main">
            <a:off x="11668125" y="3371850"/>
            <a:ext cx="685800" cy="447675"/>
          </a:xfrm>
          <a:prstGeom xmlns:a="http://schemas.openxmlformats.org/drawingml/2006/main" prst="rect">
            <a:avLst/>
          </a:prstGeom>
        </p:spPr>
      </p:pic>
      <p:sp>
        <p:nvSpPr>
          <p:cNvPr id="268" name="path-179">
            <a:extLst xmlns:a="http://schemas.openxmlformats.org/drawingml/2006/main">
              <a:ext uri="{FF2B5EF4-FFF2-40B4-BE49-F238E27FC236}">
                <a16:creationId xmlns:a16="http://schemas.microsoft.com/office/drawing/2014/main" id="{A573C842-AB63-4086-BD43-38CE1D2D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846" y="3193818"/>
            <a:ext cx="2080059" cy="817485"/>
          </a:xfrm>
          <a:custGeom xmlns:a="http://schemas.openxmlformats.org/drawingml/2006/main">
            <a:pathLst>
              <a:path w="2080059" h="817485">
                <a:moveTo>
                  <a:pt x="0" y="675639"/>
                </a:moveTo>
                <a:lnTo>
                  <a:pt x="0" y="625315"/>
                </a:lnTo>
                <a:lnTo>
                  <a:pt x="16775" y="625315"/>
                </a:lnTo>
                <a:lnTo>
                  <a:pt x="16775" y="675639"/>
                </a:lnTo>
                <a:lnTo>
                  <a:pt x="0" y="675639"/>
                </a:lnTo>
                <a:moveTo>
                  <a:pt x="0" y="608540"/>
                </a:moveTo>
                <a:lnTo>
                  <a:pt x="0" y="558216"/>
                </a:lnTo>
                <a:lnTo>
                  <a:pt x="16775" y="558216"/>
                </a:lnTo>
                <a:lnTo>
                  <a:pt x="16775" y="608540"/>
                </a:lnTo>
                <a:lnTo>
                  <a:pt x="0" y="608540"/>
                </a:lnTo>
                <a:moveTo>
                  <a:pt x="0" y="541441"/>
                </a:moveTo>
                <a:lnTo>
                  <a:pt x="0" y="491118"/>
                </a:lnTo>
                <a:lnTo>
                  <a:pt x="16775" y="491118"/>
                </a:lnTo>
                <a:lnTo>
                  <a:pt x="16775" y="541441"/>
                </a:lnTo>
                <a:lnTo>
                  <a:pt x="0" y="541441"/>
                </a:lnTo>
                <a:moveTo>
                  <a:pt x="0" y="474343"/>
                </a:moveTo>
                <a:lnTo>
                  <a:pt x="0" y="424018"/>
                </a:lnTo>
                <a:lnTo>
                  <a:pt x="16775" y="424018"/>
                </a:lnTo>
                <a:lnTo>
                  <a:pt x="16775" y="474343"/>
                </a:lnTo>
                <a:lnTo>
                  <a:pt x="0" y="474343"/>
                </a:lnTo>
                <a:moveTo>
                  <a:pt x="0" y="407244"/>
                </a:moveTo>
                <a:lnTo>
                  <a:pt x="0" y="356920"/>
                </a:lnTo>
                <a:lnTo>
                  <a:pt x="16775" y="356920"/>
                </a:lnTo>
                <a:lnTo>
                  <a:pt x="16775" y="407244"/>
                </a:lnTo>
                <a:lnTo>
                  <a:pt x="0" y="407244"/>
                </a:lnTo>
                <a:moveTo>
                  <a:pt x="0" y="340146"/>
                </a:moveTo>
                <a:lnTo>
                  <a:pt x="0" y="289821"/>
                </a:lnTo>
                <a:lnTo>
                  <a:pt x="16775" y="289821"/>
                </a:lnTo>
                <a:lnTo>
                  <a:pt x="16775" y="340146"/>
                </a:lnTo>
                <a:lnTo>
                  <a:pt x="0" y="340146"/>
                </a:lnTo>
                <a:moveTo>
                  <a:pt x="0" y="273047"/>
                </a:moveTo>
                <a:lnTo>
                  <a:pt x="0" y="222722"/>
                </a:lnTo>
                <a:lnTo>
                  <a:pt x="16775" y="222722"/>
                </a:lnTo>
                <a:lnTo>
                  <a:pt x="16775" y="273047"/>
                </a:lnTo>
                <a:lnTo>
                  <a:pt x="0" y="273047"/>
                </a:lnTo>
                <a:moveTo>
                  <a:pt x="0" y="205948"/>
                </a:moveTo>
                <a:lnTo>
                  <a:pt x="0" y="155624"/>
                </a:lnTo>
                <a:lnTo>
                  <a:pt x="16775" y="155624"/>
                </a:lnTo>
                <a:lnTo>
                  <a:pt x="16775" y="205948"/>
                </a:lnTo>
                <a:lnTo>
                  <a:pt x="0" y="205948"/>
                </a:lnTo>
                <a:moveTo>
                  <a:pt x="67" y="138649"/>
                </a:moveTo>
                <a:lnTo>
                  <a:pt x="180" y="134555"/>
                </a:lnTo>
                <a:lnTo>
                  <a:pt x="738" y="127353"/>
                </a:lnTo>
                <a:lnTo>
                  <a:pt x="1632" y="120240"/>
                </a:lnTo>
                <a:lnTo>
                  <a:pt x="2886" y="113263"/>
                </a:lnTo>
                <a:lnTo>
                  <a:pt x="4474" y="106396"/>
                </a:lnTo>
                <a:lnTo>
                  <a:pt x="6375" y="99664"/>
                </a:lnTo>
                <a:lnTo>
                  <a:pt x="8611" y="93066"/>
                </a:lnTo>
                <a:lnTo>
                  <a:pt x="11049" y="86848"/>
                </a:lnTo>
                <a:lnTo>
                  <a:pt x="26661" y="92999"/>
                </a:lnTo>
                <a:lnTo>
                  <a:pt x="24290" y="99038"/>
                </a:lnTo>
                <a:lnTo>
                  <a:pt x="24424" y="98635"/>
                </a:lnTo>
                <a:lnTo>
                  <a:pt x="22322" y="104853"/>
                </a:lnTo>
                <a:lnTo>
                  <a:pt x="22456" y="104450"/>
                </a:lnTo>
                <a:lnTo>
                  <a:pt x="20667" y="110780"/>
                </a:lnTo>
                <a:lnTo>
                  <a:pt x="20756" y="110377"/>
                </a:lnTo>
                <a:lnTo>
                  <a:pt x="19280" y="116841"/>
                </a:lnTo>
                <a:lnTo>
                  <a:pt x="19348" y="116416"/>
                </a:lnTo>
                <a:lnTo>
                  <a:pt x="18184" y="122991"/>
                </a:lnTo>
                <a:lnTo>
                  <a:pt x="18251" y="122567"/>
                </a:lnTo>
                <a:lnTo>
                  <a:pt x="17401" y="129254"/>
                </a:lnTo>
                <a:lnTo>
                  <a:pt x="17445" y="128829"/>
                </a:lnTo>
                <a:lnTo>
                  <a:pt x="16932" y="135606"/>
                </a:lnTo>
                <a:lnTo>
                  <a:pt x="16955" y="135181"/>
                </a:lnTo>
                <a:lnTo>
                  <a:pt x="16842" y="139073"/>
                </a:lnTo>
                <a:lnTo>
                  <a:pt x="67" y="138649"/>
                </a:lnTo>
                <a:moveTo>
                  <a:pt x="19101" y="70767"/>
                </a:moveTo>
                <a:lnTo>
                  <a:pt x="20532" y="68284"/>
                </a:lnTo>
                <a:lnTo>
                  <a:pt x="24223" y="62536"/>
                </a:lnTo>
                <a:lnTo>
                  <a:pt x="28182" y="56966"/>
                </a:lnTo>
                <a:lnTo>
                  <a:pt x="32386" y="51621"/>
                </a:lnTo>
                <a:lnTo>
                  <a:pt x="36837" y="46477"/>
                </a:lnTo>
                <a:lnTo>
                  <a:pt x="41535" y="41534"/>
                </a:lnTo>
                <a:lnTo>
                  <a:pt x="46477" y="36837"/>
                </a:lnTo>
                <a:lnTo>
                  <a:pt x="51621" y="32386"/>
                </a:lnTo>
                <a:lnTo>
                  <a:pt x="53948" y="30552"/>
                </a:lnTo>
                <a:lnTo>
                  <a:pt x="64325" y="43748"/>
                </a:lnTo>
                <a:lnTo>
                  <a:pt x="62133" y="45448"/>
                </a:lnTo>
                <a:lnTo>
                  <a:pt x="62447" y="45202"/>
                </a:lnTo>
                <a:lnTo>
                  <a:pt x="57593" y="49407"/>
                </a:lnTo>
                <a:lnTo>
                  <a:pt x="57907" y="49116"/>
                </a:lnTo>
                <a:lnTo>
                  <a:pt x="53255" y="53544"/>
                </a:lnTo>
                <a:lnTo>
                  <a:pt x="53546" y="53254"/>
                </a:lnTo>
                <a:lnTo>
                  <a:pt x="49117" y="57906"/>
                </a:lnTo>
                <a:lnTo>
                  <a:pt x="49385" y="57593"/>
                </a:lnTo>
                <a:lnTo>
                  <a:pt x="45203" y="62446"/>
                </a:lnTo>
                <a:lnTo>
                  <a:pt x="45448" y="62133"/>
                </a:lnTo>
                <a:lnTo>
                  <a:pt x="41489" y="67166"/>
                </a:lnTo>
                <a:lnTo>
                  <a:pt x="41736" y="66852"/>
                </a:lnTo>
                <a:lnTo>
                  <a:pt x="38023" y="72086"/>
                </a:lnTo>
                <a:lnTo>
                  <a:pt x="38247" y="71750"/>
                </a:lnTo>
                <a:lnTo>
                  <a:pt x="34780" y="77163"/>
                </a:lnTo>
                <a:lnTo>
                  <a:pt x="34982" y="76828"/>
                </a:lnTo>
                <a:lnTo>
                  <a:pt x="33662" y="79131"/>
                </a:lnTo>
                <a:lnTo>
                  <a:pt x="19101" y="70767"/>
                </a:lnTo>
                <a:moveTo>
                  <a:pt x="68710" y="20286"/>
                </a:moveTo>
                <a:lnTo>
                  <a:pt x="74234" y="17133"/>
                </a:lnTo>
                <a:lnTo>
                  <a:pt x="80340" y="13979"/>
                </a:lnTo>
                <a:lnTo>
                  <a:pt x="86625" y="11138"/>
                </a:lnTo>
                <a:lnTo>
                  <a:pt x="93066" y="8611"/>
                </a:lnTo>
                <a:lnTo>
                  <a:pt x="99665" y="6374"/>
                </a:lnTo>
                <a:lnTo>
                  <a:pt x="106397" y="4473"/>
                </a:lnTo>
                <a:lnTo>
                  <a:pt x="113263" y="2885"/>
                </a:lnTo>
                <a:lnTo>
                  <a:pt x="118340" y="1968"/>
                </a:lnTo>
                <a:lnTo>
                  <a:pt x="121293" y="18497"/>
                </a:lnTo>
                <a:lnTo>
                  <a:pt x="116417" y="19346"/>
                </a:lnTo>
                <a:lnTo>
                  <a:pt x="116842" y="19280"/>
                </a:lnTo>
                <a:lnTo>
                  <a:pt x="110377" y="20756"/>
                </a:lnTo>
                <a:lnTo>
                  <a:pt x="110780" y="20666"/>
                </a:lnTo>
                <a:lnTo>
                  <a:pt x="104451" y="22456"/>
                </a:lnTo>
                <a:lnTo>
                  <a:pt x="104853" y="22321"/>
                </a:lnTo>
                <a:lnTo>
                  <a:pt x="98636" y="24424"/>
                </a:lnTo>
                <a:lnTo>
                  <a:pt x="99038" y="24289"/>
                </a:lnTo>
                <a:lnTo>
                  <a:pt x="92977" y="26683"/>
                </a:lnTo>
                <a:lnTo>
                  <a:pt x="93357" y="26526"/>
                </a:lnTo>
                <a:lnTo>
                  <a:pt x="87431" y="29188"/>
                </a:lnTo>
                <a:lnTo>
                  <a:pt x="87811" y="29009"/>
                </a:lnTo>
                <a:lnTo>
                  <a:pt x="82062" y="31961"/>
                </a:lnTo>
                <a:lnTo>
                  <a:pt x="82419" y="31760"/>
                </a:lnTo>
                <a:lnTo>
                  <a:pt x="77074" y="34824"/>
                </a:lnTo>
                <a:lnTo>
                  <a:pt x="68710" y="20286"/>
                </a:lnTo>
                <a:moveTo>
                  <a:pt x="136278" y="134"/>
                </a:moveTo>
                <a:lnTo>
                  <a:pt x="141736" y="0"/>
                </a:lnTo>
                <a:lnTo>
                  <a:pt x="186804" y="0"/>
                </a:lnTo>
                <a:lnTo>
                  <a:pt x="186804" y="16775"/>
                </a:lnTo>
                <a:lnTo>
                  <a:pt x="141847" y="16775"/>
                </a:lnTo>
                <a:lnTo>
                  <a:pt x="142048" y="16775"/>
                </a:lnTo>
                <a:lnTo>
                  <a:pt x="136702" y="16909"/>
                </a:lnTo>
                <a:lnTo>
                  <a:pt x="136278" y="134"/>
                </a:lnTo>
                <a:moveTo>
                  <a:pt x="203578" y="0"/>
                </a:moveTo>
                <a:lnTo>
                  <a:pt x="253902" y="0"/>
                </a:lnTo>
                <a:lnTo>
                  <a:pt x="253902" y="16775"/>
                </a:lnTo>
                <a:lnTo>
                  <a:pt x="203578" y="16775"/>
                </a:lnTo>
                <a:lnTo>
                  <a:pt x="203578" y="0"/>
                </a:lnTo>
                <a:moveTo>
                  <a:pt x="270677" y="0"/>
                </a:moveTo>
                <a:lnTo>
                  <a:pt x="321000" y="0"/>
                </a:lnTo>
                <a:lnTo>
                  <a:pt x="321000" y="16775"/>
                </a:lnTo>
                <a:lnTo>
                  <a:pt x="270677" y="16775"/>
                </a:lnTo>
                <a:lnTo>
                  <a:pt x="270677" y="0"/>
                </a:lnTo>
                <a:moveTo>
                  <a:pt x="337776" y="0"/>
                </a:moveTo>
                <a:lnTo>
                  <a:pt x="388100" y="0"/>
                </a:lnTo>
                <a:lnTo>
                  <a:pt x="388100" y="16775"/>
                </a:lnTo>
                <a:lnTo>
                  <a:pt x="337776" y="16775"/>
                </a:lnTo>
                <a:lnTo>
                  <a:pt x="337776" y="0"/>
                </a:lnTo>
                <a:moveTo>
                  <a:pt x="404874" y="0"/>
                </a:moveTo>
                <a:lnTo>
                  <a:pt x="455198" y="0"/>
                </a:lnTo>
                <a:lnTo>
                  <a:pt x="455198" y="16775"/>
                </a:lnTo>
                <a:lnTo>
                  <a:pt x="404874" y="16775"/>
                </a:lnTo>
                <a:lnTo>
                  <a:pt x="404874" y="0"/>
                </a:lnTo>
                <a:moveTo>
                  <a:pt x="471972" y="0"/>
                </a:moveTo>
                <a:lnTo>
                  <a:pt x="522297" y="0"/>
                </a:lnTo>
                <a:lnTo>
                  <a:pt x="522297" y="16775"/>
                </a:lnTo>
                <a:lnTo>
                  <a:pt x="471972" y="16775"/>
                </a:lnTo>
                <a:lnTo>
                  <a:pt x="471972" y="0"/>
                </a:lnTo>
                <a:moveTo>
                  <a:pt x="539072" y="0"/>
                </a:moveTo>
                <a:lnTo>
                  <a:pt x="589395" y="0"/>
                </a:lnTo>
                <a:lnTo>
                  <a:pt x="589395" y="16775"/>
                </a:lnTo>
                <a:lnTo>
                  <a:pt x="539072" y="16775"/>
                </a:lnTo>
                <a:lnTo>
                  <a:pt x="539072" y="0"/>
                </a:lnTo>
                <a:moveTo>
                  <a:pt x="606170" y="0"/>
                </a:moveTo>
                <a:lnTo>
                  <a:pt x="656494" y="0"/>
                </a:lnTo>
                <a:lnTo>
                  <a:pt x="656494" y="16775"/>
                </a:lnTo>
                <a:lnTo>
                  <a:pt x="606170" y="16775"/>
                </a:lnTo>
                <a:lnTo>
                  <a:pt x="606170" y="0"/>
                </a:lnTo>
                <a:moveTo>
                  <a:pt x="673268" y="0"/>
                </a:moveTo>
                <a:lnTo>
                  <a:pt x="723593" y="0"/>
                </a:lnTo>
                <a:lnTo>
                  <a:pt x="723593" y="16775"/>
                </a:lnTo>
                <a:lnTo>
                  <a:pt x="673268" y="16775"/>
                </a:lnTo>
                <a:lnTo>
                  <a:pt x="673268" y="0"/>
                </a:lnTo>
                <a:moveTo>
                  <a:pt x="740368" y="0"/>
                </a:moveTo>
                <a:lnTo>
                  <a:pt x="790691" y="0"/>
                </a:lnTo>
                <a:lnTo>
                  <a:pt x="790691" y="16775"/>
                </a:lnTo>
                <a:lnTo>
                  <a:pt x="740368" y="16775"/>
                </a:lnTo>
                <a:lnTo>
                  <a:pt x="740368" y="0"/>
                </a:lnTo>
                <a:moveTo>
                  <a:pt x="807466" y="0"/>
                </a:moveTo>
                <a:lnTo>
                  <a:pt x="857790" y="0"/>
                </a:lnTo>
                <a:lnTo>
                  <a:pt x="857790" y="16775"/>
                </a:lnTo>
                <a:lnTo>
                  <a:pt x="807466" y="16775"/>
                </a:lnTo>
                <a:lnTo>
                  <a:pt x="807466" y="0"/>
                </a:lnTo>
                <a:moveTo>
                  <a:pt x="874565" y="0"/>
                </a:moveTo>
                <a:lnTo>
                  <a:pt x="924889" y="0"/>
                </a:lnTo>
                <a:lnTo>
                  <a:pt x="924889" y="16775"/>
                </a:lnTo>
                <a:lnTo>
                  <a:pt x="874565" y="16775"/>
                </a:lnTo>
                <a:lnTo>
                  <a:pt x="874565" y="0"/>
                </a:lnTo>
                <a:moveTo>
                  <a:pt x="941663" y="0"/>
                </a:moveTo>
                <a:lnTo>
                  <a:pt x="991987" y="0"/>
                </a:lnTo>
                <a:lnTo>
                  <a:pt x="991987" y="16775"/>
                </a:lnTo>
                <a:lnTo>
                  <a:pt x="941663" y="16775"/>
                </a:lnTo>
                <a:lnTo>
                  <a:pt x="941663" y="0"/>
                </a:lnTo>
                <a:moveTo>
                  <a:pt x="1008762" y="0"/>
                </a:moveTo>
                <a:lnTo>
                  <a:pt x="1059087" y="0"/>
                </a:lnTo>
                <a:lnTo>
                  <a:pt x="1059087" y="16775"/>
                </a:lnTo>
                <a:lnTo>
                  <a:pt x="1008762" y="16775"/>
                </a:lnTo>
                <a:lnTo>
                  <a:pt x="1008762" y="0"/>
                </a:lnTo>
                <a:moveTo>
                  <a:pt x="1075861" y="0"/>
                </a:moveTo>
                <a:lnTo>
                  <a:pt x="1126185" y="0"/>
                </a:lnTo>
                <a:lnTo>
                  <a:pt x="1126185" y="16775"/>
                </a:lnTo>
                <a:lnTo>
                  <a:pt x="1075861" y="16775"/>
                </a:lnTo>
                <a:lnTo>
                  <a:pt x="1075861" y="0"/>
                </a:lnTo>
                <a:moveTo>
                  <a:pt x="1142959" y="0"/>
                </a:moveTo>
                <a:lnTo>
                  <a:pt x="1193283" y="0"/>
                </a:lnTo>
                <a:lnTo>
                  <a:pt x="1193283" y="16775"/>
                </a:lnTo>
                <a:lnTo>
                  <a:pt x="1142959" y="16775"/>
                </a:lnTo>
                <a:lnTo>
                  <a:pt x="1142959" y="0"/>
                </a:lnTo>
                <a:moveTo>
                  <a:pt x="1210058" y="0"/>
                </a:moveTo>
                <a:lnTo>
                  <a:pt x="1260381" y="0"/>
                </a:lnTo>
                <a:lnTo>
                  <a:pt x="1260381" y="16775"/>
                </a:lnTo>
                <a:lnTo>
                  <a:pt x="1210058" y="16775"/>
                </a:lnTo>
                <a:lnTo>
                  <a:pt x="1210058" y="0"/>
                </a:lnTo>
                <a:moveTo>
                  <a:pt x="1277156" y="0"/>
                </a:moveTo>
                <a:lnTo>
                  <a:pt x="1327481" y="0"/>
                </a:lnTo>
                <a:lnTo>
                  <a:pt x="1327481" y="16775"/>
                </a:lnTo>
                <a:lnTo>
                  <a:pt x="1277156" y="16775"/>
                </a:lnTo>
                <a:lnTo>
                  <a:pt x="1277156" y="0"/>
                </a:lnTo>
                <a:moveTo>
                  <a:pt x="1344255" y="0"/>
                </a:moveTo>
                <a:lnTo>
                  <a:pt x="1394579" y="0"/>
                </a:lnTo>
                <a:lnTo>
                  <a:pt x="1394579" y="16775"/>
                </a:lnTo>
                <a:lnTo>
                  <a:pt x="1344255" y="16775"/>
                </a:lnTo>
                <a:lnTo>
                  <a:pt x="1344255" y="0"/>
                </a:lnTo>
                <a:moveTo>
                  <a:pt x="1411353" y="0"/>
                </a:moveTo>
                <a:lnTo>
                  <a:pt x="1461677" y="0"/>
                </a:lnTo>
                <a:lnTo>
                  <a:pt x="1461677" y="16775"/>
                </a:lnTo>
                <a:lnTo>
                  <a:pt x="1411353" y="16775"/>
                </a:lnTo>
                <a:lnTo>
                  <a:pt x="1411353" y="0"/>
                </a:lnTo>
                <a:moveTo>
                  <a:pt x="1478452" y="0"/>
                </a:moveTo>
                <a:lnTo>
                  <a:pt x="1528776" y="0"/>
                </a:lnTo>
                <a:lnTo>
                  <a:pt x="1528776" y="16775"/>
                </a:lnTo>
                <a:lnTo>
                  <a:pt x="1478452" y="16775"/>
                </a:lnTo>
                <a:lnTo>
                  <a:pt x="1478452" y="0"/>
                </a:lnTo>
                <a:moveTo>
                  <a:pt x="1545551" y="0"/>
                </a:moveTo>
                <a:lnTo>
                  <a:pt x="1595875" y="0"/>
                </a:lnTo>
                <a:lnTo>
                  <a:pt x="1595875" y="16775"/>
                </a:lnTo>
                <a:lnTo>
                  <a:pt x="1545551" y="16775"/>
                </a:lnTo>
                <a:lnTo>
                  <a:pt x="1545551" y="0"/>
                </a:lnTo>
                <a:moveTo>
                  <a:pt x="1612649" y="0"/>
                </a:moveTo>
                <a:lnTo>
                  <a:pt x="1662973" y="0"/>
                </a:lnTo>
                <a:lnTo>
                  <a:pt x="1662973" y="16775"/>
                </a:lnTo>
                <a:lnTo>
                  <a:pt x="1612649" y="16775"/>
                </a:lnTo>
                <a:lnTo>
                  <a:pt x="1612649" y="0"/>
                </a:lnTo>
                <a:moveTo>
                  <a:pt x="1679749" y="0"/>
                </a:moveTo>
                <a:lnTo>
                  <a:pt x="1730072" y="0"/>
                </a:lnTo>
                <a:lnTo>
                  <a:pt x="1730072" y="16775"/>
                </a:lnTo>
                <a:lnTo>
                  <a:pt x="1679749" y="16775"/>
                </a:lnTo>
                <a:lnTo>
                  <a:pt x="1679749" y="0"/>
                </a:lnTo>
                <a:moveTo>
                  <a:pt x="1746847" y="0"/>
                </a:moveTo>
                <a:lnTo>
                  <a:pt x="1797171" y="0"/>
                </a:lnTo>
                <a:lnTo>
                  <a:pt x="1797171" y="16775"/>
                </a:lnTo>
                <a:lnTo>
                  <a:pt x="1746847" y="16775"/>
                </a:lnTo>
                <a:lnTo>
                  <a:pt x="1746847" y="0"/>
                </a:lnTo>
                <a:moveTo>
                  <a:pt x="1813945" y="0"/>
                </a:moveTo>
                <a:lnTo>
                  <a:pt x="1864270" y="0"/>
                </a:lnTo>
                <a:lnTo>
                  <a:pt x="1864270" y="16775"/>
                </a:lnTo>
                <a:lnTo>
                  <a:pt x="1813945" y="16775"/>
                </a:lnTo>
                <a:lnTo>
                  <a:pt x="1813945" y="0"/>
                </a:lnTo>
                <a:moveTo>
                  <a:pt x="1881044" y="0"/>
                </a:moveTo>
                <a:lnTo>
                  <a:pt x="1931368" y="0"/>
                </a:lnTo>
                <a:lnTo>
                  <a:pt x="1931368" y="16775"/>
                </a:lnTo>
                <a:lnTo>
                  <a:pt x="1881044" y="16775"/>
                </a:lnTo>
                <a:lnTo>
                  <a:pt x="1881044" y="0"/>
                </a:lnTo>
                <a:moveTo>
                  <a:pt x="1948769" y="425"/>
                </a:moveTo>
                <a:lnTo>
                  <a:pt x="1952706" y="738"/>
                </a:lnTo>
                <a:lnTo>
                  <a:pt x="1959819" y="1632"/>
                </a:lnTo>
                <a:lnTo>
                  <a:pt x="1966797" y="2885"/>
                </a:lnTo>
                <a:lnTo>
                  <a:pt x="1973663" y="4473"/>
                </a:lnTo>
                <a:lnTo>
                  <a:pt x="1980395" y="6374"/>
                </a:lnTo>
                <a:lnTo>
                  <a:pt x="1986993" y="8611"/>
                </a:lnTo>
                <a:lnTo>
                  <a:pt x="1993435" y="11138"/>
                </a:lnTo>
                <a:lnTo>
                  <a:pt x="1999720" y="13979"/>
                </a:lnTo>
                <a:lnTo>
                  <a:pt x="2000278" y="14269"/>
                </a:lnTo>
                <a:lnTo>
                  <a:pt x="1992630" y="29210"/>
                </a:lnTo>
                <a:lnTo>
                  <a:pt x="1992250" y="29009"/>
                </a:lnTo>
                <a:lnTo>
                  <a:pt x="1992630" y="29188"/>
                </a:lnTo>
                <a:lnTo>
                  <a:pt x="1986702" y="26526"/>
                </a:lnTo>
                <a:lnTo>
                  <a:pt x="1987083" y="26683"/>
                </a:lnTo>
                <a:lnTo>
                  <a:pt x="1981022" y="24289"/>
                </a:lnTo>
                <a:lnTo>
                  <a:pt x="1981424" y="24424"/>
                </a:lnTo>
                <a:lnTo>
                  <a:pt x="1975206" y="22321"/>
                </a:lnTo>
                <a:lnTo>
                  <a:pt x="1975610" y="22456"/>
                </a:lnTo>
                <a:lnTo>
                  <a:pt x="1969279" y="20666"/>
                </a:lnTo>
                <a:lnTo>
                  <a:pt x="1969682" y="20756"/>
                </a:lnTo>
                <a:lnTo>
                  <a:pt x="1963217" y="19280"/>
                </a:lnTo>
                <a:lnTo>
                  <a:pt x="1963643" y="19346"/>
                </a:lnTo>
                <a:lnTo>
                  <a:pt x="1957068" y="18184"/>
                </a:lnTo>
                <a:lnTo>
                  <a:pt x="1957492" y="18251"/>
                </a:lnTo>
                <a:lnTo>
                  <a:pt x="1950805" y="17401"/>
                </a:lnTo>
                <a:lnTo>
                  <a:pt x="1951230" y="17445"/>
                </a:lnTo>
                <a:lnTo>
                  <a:pt x="1947494" y="17155"/>
                </a:lnTo>
                <a:lnTo>
                  <a:pt x="1948769" y="425"/>
                </a:lnTo>
                <a:moveTo>
                  <a:pt x="2015555" y="22970"/>
                </a:moveTo>
                <a:lnTo>
                  <a:pt x="2017525" y="24222"/>
                </a:lnTo>
                <a:lnTo>
                  <a:pt x="2023093" y="28181"/>
                </a:lnTo>
                <a:lnTo>
                  <a:pt x="2028438" y="32386"/>
                </a:lnTo>
                <a:lnTo>
                  <a:pt x="2033582" y="36837"/>
                </a:lnTo>
                <a:lnTo>
                  <a:pt x="2038526" y="41534"/>
                </a:lnTo>
                <a:lnTo>
                  <a:pt x="2043223" y="46477"/>
                </a:lnTo>
                <a:lnTo>
                  <a:pt x="2047673" y="51621"/>
                </a:lnTo>
                <a:lnTo>
                  <a:pt x="2051877" y="56966"/>
                </a:lnTo>
                <a:lnTo>
                  <a:pt x="2053913" y="59829"/>
                </a:lnTo>
                <a:lnTo>
                  <a:pt x="2040248" y="69559"/>
                </a:lnTo>
                <a:lnTo>
                  <a:pt x="2038324" y="66852"/>
                </a:lnTo>
                <a:lnTo>
                  <a:pt x="2038570" y="67166"/>
                </a:lnTo>
                <a:lnTo>
                  <a:pt x="2034611" y="62133"/>
                </a:lnTo>
                <a:lnTo>
                  <a:pt x="2034857" y="62446"/>
                </a:lnTo>
                <a:lnTo>
                  <a:pt x="2030653" y="57593"/>
                </a:lnTo>
                <a:lnTo>
                  <a:pt x="2030943" y="57906"/>
                </a:lnTo>
                <a:lnTo>
                  <a:pt x="2026515" y="53254"/>
                </a:lnTo>
                <a:lnTo>
                  <a:pt x="2026805" y="53544"/>
                </a:lnTo>
                <a:lnTo>
                  <a:pt x="2022153" y="49116"/>
                </a:lnTo>
                <a:lnTo>
                  <a:pt x="2022466" y="49407"/>
                </a:lnTo>
                <a:lnTo>
                  <a:pt x="2017613" y="45202"/>
                </a:lnTo>
                <a:lnTo>
                  <a:pt x="2017926" y="45448"/>
                </a:lnTo>
                <a:lnTo>
                  <a:pt x="2012893" y="41489"/>
                </a:lnTo>
                <a:lnTo>
                  <a:pt x="2013206" y="41735"/>
                </a:lnTo>
                <a:lnTo>
                  <a:pt x="2007974" y="38022"/>
                </a:lnTo>
                <a:lnTo>
                  <a:pt x="2008308" y="38246"/>
                </a:lnTo>
                <a:lnTo>
                  <a:pt x="2006496" y="37083"/>
                </a:lnTo>
                <a:lnTo>
                  <a:pt x="2015555" y="22970"/>
                </a:lnTo>
                <a:moveTo>
                  <a:pt x="2063396" y="75106"/>
                </a:moveTo>
                <a:lnTo>
                  <a:pt x="2066080" y="80339"/>
                </a:lnTo>
                <a:lnTo>
                  <a:pt x="2068921" y="86624"/>
                </a:lnTo>
                <a:lnTo>
                  <a:pt x="2071448" y="93066"/>
                </a:lnTo>
                <a:lnTo>
                  <a:pt x="2073685" y="99664"/>
                </a:lnTo>
                <a:lnTo>
                  <a:pt x="2075585" y="106396"/>
                </a:lnTo>
                <a:lnTo>
                  <a:pt x="2077174" y="113263"/>
                </a:lnTo>
                <a:lnTo>
                  <a:pt x="2078427" y="120240"/>
                </a:lnTo>
                <a:lnTo>
                  <a:pt x="2079120" y="125631"/>
                </a:lnTo>
                <a:lnTo>
                  <a:pt x="2062479" y="127756"/>
                </a:lnTo>
                <a:lnTo>
                  <a:pt x="2061809" y="122567"/>
                </a:lnTo>
                <a:lnTo>
                  <a:pt x="2061875" y="122991"/>
                </a:lnTo>
                <a:lnTo>
                  <a:pt x="2060713" y="116416"/>
                </a:lnTo>
                <a:lnTo>
                  <a:pt x="2060779" y="116841"/>
                </a:lnTo>
                <a:lnTo>
                  <a:pt x="2059303" y="110377"/>
                </a:lnTo>
                <a:lnTo>
                  <a:pt x="2059393" y="110780"/>
                </a:lnTo>
                <a:lnTo>
                  <a:pt x="2057605" y="104450"/>
                </a:lnTo>
                <a:lnTo>
                  <a:pt x="2057738" y="104853"/>
                </a:lnTo>
                <a:lnTo>
                  <a:pt x="2055635" y="98635"/>
                </a:lnTo>
                <a:lnTo>
                  <a:pt x="2055770" y="99038"/>
                </a:lnTo>
                <a:lnTo>
                  <a:pt x="2053376" y="92976"/>
                </a:lnTo>
                <a:lnTo>
                  <a:pt x="2053533" y="93357"/>
                </a:lnTo>
                <a:lnTo>
                  <a:pt x="2050871" y="87430"/>
                </a:lnTo>
                <a:lnTo>
                  <a:pt x="2051050" y="87810"/>
                </a:lnTo>
                <a:lnTo>
                  <a:pt x="2048456" y="82755"/>
                </a:lnTo>
                <a:lnTo>
                  <a:pt x="2063396" y="75106"/>
                </a:lnTo>
                <a:moveTo>
                  <a:pt x="2080059" y="143434"/>
                </a:moveTo>
                <a:lnTo>
                  <a:pt x="2080059" y="193759"/>
                </a:lnTo>
                <a:lnTo>
                  <a:pt x="2063285" y="193759"/>
                </a:lnTo>
                <a:lnTo>
                  <a:pt x="2063285" y="143434"/>
                </a:lnTo>
                <a:lnTo>
                  <a:pt x="2080059" y="143434"/>
                </a:lnTo>
                <a:moveTo>
                  <a:pt x="2080059" y="210533"/>
                </a:moveTo>
                <a:lnTo>
                  <a:pt x="2080059" y="260857"/>
                </a:lnTo>
                <a:lnTo>
                  <a:pt x="2063285" y="260857"/>
                </a:lnTo>
                <a:lnTo>
                  <a:pt x="2063285" y="210533"/>
                </a:lnTo>
                <a:lnTo>
                  <a:pt x="2080059" y="210533"/>
                </a:lnTo>
                <a:moveTo>
                  <a:pt x="2080059" y="277632"/>
                </a:moveTo>
                <a:lnTo>
                  <a:pt x="2080059" y="327956"/>
                </a:lnTo>
                <a:lnTo>
                  <a:pt x="2063285" y="327956"/>
                </a:lnTo>
                <a:lnTo>
                  <a:pt x="2063285" y="277632"/>
                </a:lnTo>
                <a:lnTo>
                  <a:pt x="2080059" y="277632"/>
                </a:lnTo>
                <a:moveTo>
                  <a:pt x="2080059" y="344730"/>
                </a:moveTo>
                <a:lnTo>
                  <a:pt x="2080059" y="395054"/>
                </a:lnTo>
                <a:lnTo>
                  <a:pt x="2063285" y="395054"/>
                </a:lnTo>
                <a:lnTo>
                  <a:pt x="2063285" y="344730"/>
                </a:lnTo>
                <a:lnTo>
                  <a:pt x="2080059" y="344730"/>
                </a:lnTo>
                <a:moveTo>
                  <a:pt x="2080059" y="411830"/>
                </a:moveTo>
                <a:lnTo>
                  <a:pt x="2080059" y="462153"/>
                </a:lnTo>
                <a:lnTo>
                  <a:pt x="2063285" y="462153"/>
                </a:lnTo>
                <a:lnTo>
                  <a:pt x="2063285" y="411830"/>
                </a:lnTo>
                <a:lnTo>
                  <a:pt x="2080059" y="411830"/>
                </a:lnTo>
                <a:moveTo>
                  <a:pt x="2080059" y="478928"/>
                </a:moveTo>
                <a:lnTo>
                  <a:pt x="2080059" y="529252"/>
                </a:lnTo>
                <a:lnTo>
                  <a:pt x="2063285" y="529252"/>
                </a:lnTo>
                <a:lnTo>
                  <a:pt x="2063285" y="478928"/>
                </a:lnTo>
                <a:lnTo>
                  <a:pt x="2080059" y="478928"/>
                </a:lnTo>
                <a:moveTo>
                  <a:pt x="2080059" y="546027"/>
                </a:moveTo>
                <a:lnTo>
                  <a:pt x="2080059" y="596351"/>
                </a:lnTo>
                <a:lnTo>
                  <a:pt x="2063285" y="596351"/>
                </a:lnTo>
                <a:lnTo>
                  <a:pt x="2063285" y="546027"/>
                </a:lnTo>
                <a:lnTo>
                  <a:pt x="2080059" y="546027"/>
                </a:lnTo>
                <a:moveTo>
                  <a:pt x="2080059" y="613125"/>
                </a:moveTo>
                <a:lnTo>
                  <a:pt x="2080059" y="663449"/>
                </a:lnTo>
                <a:lnTo>
                  <a:pt x="2063285" y="663449"/>
                </a:lnTo>
                <a:lnTo>
                  <a:pt x="2063285" y="613125"/>
                </a:lnTo>
                <a:lnTo>
                  <a:pt x="2080059" y="613125"/>
                </a:lnTo>
                <a:moveTo>
                  <a:pt x="2079947" y="680425"/>
                </a:moveTo>
                <a:lnTo>
                  <a:pt x="2079880" y="682930"/>
                </a:lnTo>
                <a:lnTo>
                  <a:pt x="2079322" y="690132"/>
                </a:lnTo>
                <a:lnTo>
                  <a:pt x="2078427" y="697245"/>
                </a:lnTo>
                <a:lnTo>
                  <a:pt x="2077174" y="704223"/>
                </a:lnTo>
                <a:lnTo>
                  <a:pt x="2075585" y="711089"/>
                </a:lnTo>
                <a:lnTo>
                  <a:pt x="2073685" y="717821"/>
                </a:lnTo>
                <a:lnTo>
                  <a:pt x="2071448" y="724420"/>
                </a:lnTo>
                <a:lnTo>
                  <a:pt x="2068921" y="730861"/>
                </a:lnTo>
                <a:lnTo>
                  <a:pt x="2068182" y="732472"/>
                </a:lnTo>
                <a:lnTo>
                  <a:pt x="2052906" y="725560"/>
                </a:lnTo>
                <a:lnTo>
                  <a:pt x="2053533" y="724129"/>
                </a:lnTo>
                <a:lnTo>
                  <a:pt x="2053376" y="724509"/>
                </a:lnTo>
                <a:lnTo>
                  <a:pt x="2055770" y="718448"/>
                </a:lnTo>
                <a:lnTo>
                  <a:pt x="2055635" y="718850"/>
                </a:lnTo>
                <a:lnTo>
                  <a:pt x="2057738" y="712633"/>
                </a:lnTo>
                <a:lnTo>
                  <a:pt x="2057605" y="713035"/>
                </a:lnTo>
                <a:lnTo>
                  <a:pt x="2059393" y="706706"/>
                </a:lnTo>
                <a:lnTo>
                  <a:pt x="2059303" y="707108"/>
                </a:lnTo>
                <a:lnTo>
                  <a:pt x="2060779" y="700644"/>
                </a:lnTo>
                <a:lnTo>
                  <a:pt x="2060713" y="701069"/>
                </a:lnTo>
                <a:lnTo>
                  <a:pt x="2061875" y="694494"/>
                </a:lnTo>
                <a:lnTo>
                  <a:pt x="2061809" y="694918"/>
                </a:lnTo>
                <a:lnTo>
                  <a:pt x="2062658" y="688231"/>
                </a:lnTo>
                <a:lnTo>
                  <a:pt x="2062614" y="688656"/>
                </a:lnTo>
                <a:lnTo>
                  <a:pt x="2063129" y="681879"/>
                </a:lnTo>
                <a:lnTo>
                  <a:pt x="2063105" y="682304"/>
                </a:lnTo>
                <a:lnTo>
                  <a:pt x="2063173" y="680000"/>
                </a:lnTo>
                <a:lnTo>
                  <a:pt x="2079947" y="680425"/>
                </a:lnTo>
                <a:moveTo>
                  <a:pt x="2060153" y="748105"/>
                </a:moveTo>
                <a:lnTo>
                  <a:pt x="2059528" y="749201"/>
                </a:lnTo>
                <a:lnTo>
                  <a:pt x="2055836" y="754949"/>
                </a:lnTo>
                <a:lnTo>
                  <a:pt x="2051877" y="760519"/>
                </a:lnTo>
                <a:lnTo>
                  <a:pt x="2047673" y="765864"/>
                </a:lnTo>
                <a:lnTo>
                  <a:pt x="2043223" y="771009"/>
                </a:lnTo>
                <a:lnTo>
                  <a:pt x="2038526" y="775951"/>
                </a:lnTo>
                <a:lnTo>
                  <a:pt x="2033582" y="780648"/>
                </a:lnTo>
                <a:lnTo>
                  <a:pt x="2028438" y="785099"/>
                </a:lnTo>
                <a:lnTo>
                  <a:pt x="2024859" y="787917"/>
                </a:lnTo>
                <a:lnTo>
                  <a:pt x="2014481" y="774721"/>
                </a:lnTo>
                <a:lnTo>
                  <a:pt x="2017926" y="772037"/>
                </a:lnTo>
                <a:lnTo>
                  <a:pt x="2017613" y="772283"/>
                </a:lnTo>
                <a:lnTo>
                  <a:pt x="2022466" y="768078"/>
                </a:lnTo>
                <a:lnTo>
                  <a:pt x="2022153" y="768369"/>
                </a:lnTo>
                <a:lnTo>
                  <a:pt x="2026805" y="763941"/>
                </a:lnTo>
                <a:lnTo>
                  <a:pt x="2026515" y="764231"/>
                </a:lnTo>
                <a:lnTo>
                  <a:pt x="2030943" y="759579"/>
                </a:lnTo>
                <a:lnTo>
                  <a:pt x="2030653" y="759892"/>
                </a:lnTo>
                <a:lnTo>
                  <a:pt x="2034857" y="755039"/>
                </a:lnTo>
                <a:lnTo>
                  <a:pt x="2034611" y="755352"/>
                </a:lnTo>
                <a:lnTo>
                  <a:pt x="2038570" y="750319"/>
                </a:lnTo>
                <a:lnTo>
                  <a:pt x="2038324" y="750633"/>
                </a:lnTo>
                <a:lnTo>
                  <a:pt x="2042036" y="745399"/>
                </a:lnTo>
                <a:lnTo>
                  <a:pt x="2041814" y="745735"/>
                </a:lnTo>
                <a:lnTo>
                  <a:pt x="2045280" y="740322"/>
                </a:lnTo>
                <a:lnTo>
                  <a:pt x="2045079" y="740657"/>
                </a:lnTo>
                <a:lnTo>
                  <a:pt x="2045616" y="739740"/>
                </a:lnTo>
                <a:lnTo>
                  <a:pt x="2060153" y="748105"/>
                </a:lnTo>
                <a:moveTo>
                  <a:pt x="2009963" y="797982"/>
                </a:moveTo>
                <a:lnTo>
                  <a:pt x="2005826" y="800353"/>
                </a:lnTo>
                <a:lnTo>
                  <a:pt x="1999720" y="803507"/>
                </a:lnTo>
                <a:lnTo>
                  <a:pt x="1993435" y="806347"/>
                </a:lnTo>
                <a:lnTo>
                  <a:pt x="1986993" y="808874"/>
                </a:lnTo>
                <a:lnTo>
                  <a:pt x="1980395" y="811111"/>
                </a:lnTo>
                <a:lnTo>
                  <a:pt x="1973663" y="813012"/>
                </a:lnTo>
                <a:lnTo>
                  <a:pt x="1966797" y="814600"/>
                </a:lnTo>
                <a:lnTo>
                  <a:pt x="1960155" y="815786"/>
                </a:lnTo>
                <a:lnTo>
                  <a:pt x="1957201" y="799279"/>
                </a:lnTo>
                <a:lnTo>
                  <a:pt x="1963643" y="798138"/>
                </a:lnTo>
                <a:lnTo>
                  <a:pt x="1963217" y="798206"/>
                </a:lnTo>
                <a:lnTo>
                  <a:pt x="1969682" y="796729"/>
                </a:lnTo>
                <a:lnTo>
                  <a:pt x="1969279" y="796819"/>
                </a:lnTo>
                <a:lnTo>
                  <a:pt x="1975610" y="795029"/>
                </a:lnTo>
                <a:lnTo>
                  <a:pt x="1975206" y="795164"/>
                </a:lnTo>
                <a:lnTo>
                  <a:pt x="1981424" y="793061"/>
                </a:lnTo>
                <a:lnTo>
                  <a:pt x="1981022" y="793196"/>
                </a:lnTo>
                <a:lnTo>
                  <a:pt x="1987083" y="790803"/>
                </a:lnTo>
                <a:lnTo>
                  <a:pt x="1986702" y="790959"/>
                </a:lnTo>
                <a:lnTo>
                  <a:pt x="1992630" y="788297"/>
                </a:lnTo>
                <a:lnTo>
                  <a:pt x="1992250" y="788476"/>
                </a:lnTo>
                <a:lnTo>
                  <a:pt x="1997997" y="785524"/>
                </a:lnTo>
                <a:lnTo>
                  <a:pt x="1997640" y="785725"/>
                </a:lnTo>
                <a:lnTo>
                  <a:pt x="2001599" y="783444"/>
                </a:lnTo>
                <a:lnTo>
                  <a:pt x="2009963" y="797982"/>
                </a:lnTo>
                <a:moveTo>
                  <a:pt x="1942193" y="817395"/>
                </a:moveTo>
                <a:lnTo>
                  <a:pt x="1938325" y="817485"/>
                </a:lnTo>
                <a:lnTo>
                  <a:pt x="1891646" y="817485"/>
                </a:lnTo>
                <a:lnTo>
                  <a:pt x="1891646" y="800710"/>
                </a:lnTo>
                <a:lnTo>
                  <a:pt x="1938213" y="800710"/>
                </a:lnTo>
                <a:lnTo>
                  <a:pt x="1938011" y="800710"/>
                </a:lnTo>
                <a:lnTo>
                  <a:pt x="1941769" y="800621"/>
                </a:lnTo>
                <a:lnTo>
                  <a:pt x="1942193" y="817395"/>
                </a:lnTo>
                <a:moveTo>
                  <a:pt x="1874870" y="817485"/>
                </a:moveTo>
                <a:lnTo>
                  <a:pt x="1824547" y="817485"/>
                </a:lnTo>
                <a:lnTo>
                  <a:pt x="1824547" y="800710"/>
                </a:lnTo>
                <a:lnTo>
                  <a:pt x="1874870" y="800710"/>
                </a:lnTo>
                <a:lnTo>
                  <a:pt x="1874870" y="817485"/>
                </a:lnTo>
                <a:moveTo>
                  <a:pt x="1807772" y="817485"/>
                </a:moveTo>
                <a:lnTo>
                  <a:pt x="1757449" y="817485"/>
                </a:lnTo>
                <a:lnTo>
                  <a:pt x="1757449" y="800710"/>
                </a:lnTo>
                <a:lnTo>
                  <a:pt x="1807772" y="800710"/>
                </a:lnTo>
                <a:lnTo>
                  <a:pt x="1807772" y="817485"/>
                </a:lnTo>
                <a:moveTo>
                  <a:pt x="1740674" y="817485"/>
                </a:moveTo>
                <a:lnTo>
                  <a:pt x="1690349" y="817485"/>
                </a:lnTo>
                <a:lnTo>
                  <a:pt x="1690349" y="800710"/>
                </a:lnTo>
                <a:lnTo>
                  <a:pt x="1740674" y="800710"/>
                </a:lnTo>
                <a:lnTo>
                  <a:pt x="1740674" y="817485"/>
                </a:lnTo>
                <a:moveTo>
                  <a:pt x="1673575" y="817485"/>
                </a:moveTo>
                <a:lnTo>
                  <a:pt x="1623251" y="817485"/>
                </a:lnTo>
                <a:lnTo>
                  <a:pt x="1623251" y="800710"/>
                </a:lnTo>
                <a:lnTo>
                  <a:pt x="1673575" y="800710"/>
                </a:lnTo>
                <a:lnTo>
                  <a:pt x="1673575" y="817485"/>
                </a:lnTo>
                <a:moveTo>
                  <a:pt x="1606476" y="817485"/>
                </a:moveTo>
                <a:lnTo>
                  <a:pt x="1556153" y="817485"/>
                </a:lnTo>
                <a:lnTo>
                  <a:pt x="1556153" y="800710"/>
                </a:lnTo>
                <a:lnTo>
                  <a:pt x="1606476" y="800710"/>
                </a:lnTo>
                <a:lnTo>
                  <a:pt x="1606476" y="817485"/>
                </a:lnTo>
                <a:moveTo>
                  <a:pt x="1539378" y="817485"/>
                </a:moveTo>
                <a:lnTo>
                  <a:pt x="1489053" y="817485"/>
                </a:lnTo>
                <a:lnTo>
                  <a:pt x="1489053" y="800710"/>
                </a:lnTo>
                <a:lnTo>
                  <a:pt x="1539378" y="800710"/>
                </a:lnTo>
                <a:lnTo>
                  <a:pt x="1539378" y="817485"/>
                </a:lnTo>
                <a:moveTo>
                  <a:pt x="1472279" y="817485"/>
                </a:moveTo>
                <a:lnTo>
                  <a:pt x="1421955" y="817485"/>
                </a:lnTo>
                <a:lnTo>
                  <a:pt x="1421955" y="800710"/>
                </a:lnTo>
                <a:lnTo>
                  <a:pt x="1472279" y="800710"/>
                </a:lnTo>
                <a:lnTo>
                  <a:pt x="1472279" y="817485"/>
                </a:lnTo>
                <a:moveTo>
                  <a:pt x="1405181" y="817485"/>
                </a:moveTo>
                <a:lnTo>
                  <a:pt x="1354857" y="817485"/>
                </a:lnTo>
                <a:lnTo>
                  <a:pt x="1354857" y="800710"/>
                </a:lnTo>
                <a:lnTo>
                  <a:pt x="1405181" y="800710"/>
                </a:lnTo>
                <a:lnTo>
                  <a:pt x="1405181" y="817485"/>
                </a:lnTo>
                <a:moveTo>
                  <a:pt x="1338081" y="817485"/>
                </a:moveTo>
                <a:lnTo>
                  <a:pt x="1287757" y="817485"/>
                </a:lnTo>
                <a:lnTo>
                  <a:pt x="1287757" y="800710"/>
                </a:lnTo>
                <a:lnTo>
                  <a:pt x="1338081" y="800710"/>
                </a:lnTo>
                <a:lnTo>
                  <a:pt x="1338081" y="817485"/>
                </a:lnTo>
                <a:moveTo>
                  <a:pt x="1270983" y="817485"/>
                </a:moveTo>
                <a:lnTo>
                  <a:pt x="1220659" y="817485"/>
                </a:lnTo>
                <a:lnTo>
                  <a:pt x="1220659" y="800710"/>
                </a:lnTo>
                <a:lnTo>
                  <a:pt x="1270983" y="800710"/>
                </a:lnTo>
                <a:lnTo>
                  <a:pt x="1270983" y="817485"/>
                </a:lnTo>
                <a:moveTo>
                  <a:pt x="1203885" y="817485"/>
                </a:moveTo>
                <a:lnTo>
                  <a:pt x="1153561" y="817485"/>
                </a:lnTo>
                <a:lnTo>
                  <a:pt x="1153561" y="800710"/>
                </a:lnTo>
                <a:lnTo>
                  <a:pt x="1203885" y="800710"/>
                </a:lnTo>
                <a:lnTo>
                  <a:pt x="1203885" y="817485"/>
                </a:lnTo>
                <a:moveTo>
                  <a:pt x="1136786" y="817485"/>
                </a:moveTo>
                <a:lnTo>
                  <a:pt x="1086463" y="817485"/>
                </a:lnTo>
                <a:lnTo>
                  <a:pt x="1086463" y="800710"/>
                </a:lnTo>
                <a:lnTo>
                  <a:pt x="1136786" y="800710"/>
                </a:lnTo>
                <a:lnTo>
                  <a:pt x="1136786" y="817485"/>
                </a:lnTo>
                <a:moveTo>
                  <a:pt x="1069688" y="817485"/>
                </a:moveTo>
                <a:lnTo>
                  <a:pt x="1019363" y="817485"/>
                </a:lnTo>
                <a:lnTo>
                  <a:pt x="1019363" y="800710"/>
                </a:lnTo>
                <a:lnTo>
                  <a:pt x="1069688" y="800710"/>
                </a:lnTo>
                <a:lnTo>
                  <a:pt x="1069688" y="817485"/>
                </a:lnTo>
                <a:moveTo>
                  <a:pt x="1002589" y="817485"/>
                </a:moveTo>
                <a:lnTo>
                  <a:pt x="952265" y="817485"/>
                </a:lnTo>
                <a:lnTo>
                  <a:pt x="952265" y="800710"/>
                </a:lnTo>
                <a:lnTo>
                  <a:pt x="1002589" y="800710"/>
                </a:lnTo>
                <a:lnTo>
                  <a:pt x="1002589" y="817485"/>
                </a:lnTo>
                <a:moveTo>
                  <a:pt x="935491" y="817485"/>
                </a:moveTo>
                <a:lnTo>
                  <a:pt x="885166" y="817485"/>
                </a:lnTo>
                <a:lnTo>
                  <a:pt x="885166" y="800710"/>
                </a:lnTo>
                <a:lnTo>
                  <a:pt x="935491" y="800710"/>
                </a:lnTo>
                <a:lnTo>
                  <a:pt x="935491" y="817485"/>
                </a:lnTo>
                <a:moveTo>
                  <a:pt x="868391" y="817485"/>
                </a:moveTo>
                <a:lnTo>
                  <a:pt x="818068" y="817485"/>
                </a:lnTo>
                <a:lnTo>
                  <a:pt x="818068" y="800710"/>
                </a:lnTo>
                <a:lnTo>
                  <a:pt x="868391" y="800710"/>
                </a:lnTo>
                <a:lnTo>
                  <a:pt x="868391" y="817485"/>
                </a:lnTo>
                <a:moveTo>
                  <a:pt x="801293" y="817485"/>
                </a:moveTo>
                <a:lnTo>
                  <a:pt x="750969" y="817485"/>
                </a:lnTo>
                <a:lnTo>
                  <a:pt x="750969" y="800710"/>
                </a:lnTo>
                <a:lnTo>
                  <a:pt x="801293" y="800710"/>
                </a:lnTo>
                <a:lnTo>
                  <a:pt x="801293" y="817485"/>
                </a:lnTo>
                <a:moveTo>
                  <a:pt x="734195" y="817485"/>
                </a:moveTo>
                <a:lnTo>
                  <a:pt x="683870" y="817485"/>
                </a:lnTo>
                <a:lnTo>
                  <a:pt x="683870" y="800710"/>
                </a:lnTo>
                <a:lnTo>
                  <a:pt x="734195" y="800710"/>
                </a:lnTo>
                <a:lnTo>
                  <a:pt x="734195" y="817485"/>
                </a:lnTo>
                <a:moveTo>
                  <a:pt x="667095" y="817485"/>
                </a:moveTo>
                <a:lnTo>
                  <a:pt x="616772" y="817485"/>
                </a:lnTo>
                <a:lnTo>
                  <a:pt x="616772" y="800710"/>
                </a:lnTo>
                <a:lnTo>
                  <a:pt x="667095" y="800710"/>
                </a:lnTo>
                <a:lnTo>
                  <a:pt x="667095" y="817485"/>
                </a:lnTo>
                <a:moveTo>
                  <a:pt x="599997" y="817485"/>
                </a:moveTo>
                <a:lnTo>
                  <a:pt x="549673" y="817485"/>
                </a:lnTo>
                <a:lnTo>
                  <a:pt x="549673" y="800710"/>
                </a:lnTo>
                <a:lnTo>
                  <a:pt x="599997" y="800710"/>
                </a:lnTo>
                <a:lnTo>
                  <a:pt x="599997" y="817485"/>
                </a:lnTo>
                <a:moveTo>
                  <a:pt x="532898" y="817485"/>
                </a:moveTo>
                <a:lnTo>
                  <a:pt x="482574" y="817485"/>
                </a:lnTo>
                <a:lnTo>
                  <a:pt x="482574" y="800710"/>
                </a:lnTo>
                <a:lnTo>
                  <a:pt x="532898" y="800710"/>
                </a:lnTo>
                <a:lnTo>
                  <a:pt x="532898" y="817485"/>
                </a:lnTo>
                <a:moveTo>
                  <a:pt x="465799" y="817485"/>
                </a:moveTo>
                <a:lnTo>
                  <a:pt x="415476" y="817485"/>
                </a:lnTo>
                <a:lnTo>
                  <a:pt x="415476" y="800710"/>
                </a:lnTo>
                <a:lnTo>
                  <a:pt x="465799" y="800710"/>
                </a:lnTo>
                <a:lnTo>
                  <a:pt x="465799" y="817485"/>
                </a:lnTo>
                <a:moveTo>
                  <a:pt x="398701" y="817485"/>
                </a:moveTo>
                <a:lnTo>
                  <a:pt x="348376" y="817485"/>
                </a:lnTo>
                <a:lnTo>
                  <a:pt x="348376" y="800710"/>
                </a:lnTo>
                <a:lnTo>
                  <a:pt x="398701" y="800710"/>
                </a:lnTo>
                <a:lnTo>
                  <a:pt x="398701" y="817485"/>
                </a:lnTo>
                <a:moveTo>
                  <a:pt x="331602" y="817485"/>
                </a:moveTo>
                <a:lnTo>
                  <a:pt x="281278" y="817485"/>
                </a:lnTo>
                <a:lnTo>
                  <a:pt x="281278" y="800710"/>
                </a:lnTo>
                <a:lnTo>
                  <a:pt x="331602" y="800710"/>
                </a:lnTo>
                <a:lnTo>
                  <a:pt x="331602" y="817485"/>
                </a:lnTo>
                <a:moveTo>
                  <a:pt x="264504" y="817485"/>
                </a:moveTo>
                <a:lnTo>
                  <a:pt x="214180" y="817485"/>
                </a:lnTo>
                <a:lnTo>
                  <a:pt x="214180" y="800710"/>
                </a:lnTo>
                <a:lnTo>
                  <a:pt x="264504" y="800710"/>
                </a:lnTo>
                <a:lnTo>
                  <a:pt x="264504" y="817485"/>
                </a:lnTo>
                <a:moveTo>
                  <a:pt x="197405" y="817485"/>
                </a:moveTo>
                <a:lnTo>
                  <a:pt x="147081" y="817485"/>
                </a:lnTo>
                <a:lnTo>
                  <a:pt x="147081" y="800710"/>
                </a:lnTo>
                <a:lnTo>
                  <a:pt x="197405" y="800710"/>
                </a:lnTo>
                <a:lnTo>
                  <a:pt x="197405" y="817485"/>
                </a:lnTo>
                <a:moveTo>
                  <a:pt x="129703" y="816926"/>
                </a:moveTo>
                <a:lnTo>
                  <a:pt x="127354" y="816748"/>
                </a:lnTo>
                <a:lnTo>
                  <a:pt x="120241" y="815853"/>
                </a:lnTo>
                <a:lnTo>
                  <a:pt x="113263" y="814600"/>
                </a:lnTo>
                <a:lnTo>
                  <a:pt x="106397" y="813012"/>
                </a:lnTo>
                <a:lnTo>
                  <a:pt x="99665" y="811111"/>
                </a:lnTo>
                <a:lnTo>
                  <a:pt x="93066" y="808874"/>
                </a:lnTo>
                <a:lnTo>
                  <a:pt x="86625" y="806347"/>
                </a:lnTo>
                <a:lnTo>
                  <a:pt x="80340" y="803507"/>
                </a:lnTo>
                <a:lnTo>
                  <a:pt x="78371" y="802478"/>
                </a:lnTo>
                <a:lnTo>
                  <a:pt x="86020" y="787559"/>
                </a:lnTo>
                <a:lnTo>
                  <a:pt x="87811" y="788476"/>
                </a:lnTo>
                <a:lnTo>
                  <a:pt x="87431" y="788297"/>
                </a:lnTo>
                <a:lnTo>
                  <a:pt x="93357" y="790959"/>
                </a:lnTo>
                <a:lnTo>
                  <a:pt x="92977" y="790803"/>
                </a:lnTo>
                <a:lnTo>
                  <a:pt x="99038" y="793196"/>
                </a:lnTo>
                <a:lnTo>
                  <a:pt x="98636" y="793061"/>
                </a:lnTo>
                <a:lnTo>
                  <a:pt x="104853" y="795164"/>
                </a:lnTo>
                <a:lnTo>
                  <a:pt x="104451" y="795029"/>
                </a:lnTo>
                <a:lnTo>
                  <a:pt x="110780" y="796819"/>
                </a:lnTo>
                <a:lnTo>
                  <a:pt x="110377" y="796729"/>
                </a:lnTo>
                <a:lnTo>
                  <a:pt x="116842" y="798206"/>
                </a:lnTo>
                <a:lnTo>
                  <a:pt x="116417" y="798138"/>
                </a:lnTo>
                <a:lnTo>
                  <a:pt x="122992" y="799302"/>
                </a:lnTo>
                <a:lnTo>
                  <a:pt x="122567" y="799235"/>
                </a:lnTo>
                <a:lnTo>
                  <a:pt x="129255" y="800084"/>
                </a:lnTo>
                <a:lnTo>
                  <a:pt x="128829" y="800040"/>
                </a:lnTo>
                <a:lnTo>
                  <a:pt x="130977" y="800219"/>
                </a:lnTo>
                <a:lnTo>
                  <a:pt x="129703" y="816926"/>
                </a:lnTo>
                <a:moveTo>
                  <a:pt x="63162" y="793666"/>
                </a:moveTo>
                <a:lnTo>
                  <a:pt x="62537" y="793263"/>
                </a:lnTo>
                <a:lnTo>
                  <a:pt x="56966" y="789304"/>
                </a:lnTo>
                <a:lnTo>
                  <a:pt x="51621" y="785099"/>
                </a:lnTo>
                <a:lnTo>
                  <a:pt x="46477" y="780648"/>
                </a:lnTo>
                <a:lnTo>
                  <a:pt x="41535" y="775951"/>
                </a:lnTo>
                <a:lnTo>
                  <a:pt x="36837" y="771009"/>
                </a:lnTo>
                <a:lnTo>
                  <a:pt x="32386" y="765864"/>
                </a:lnTo>
                <a:lnTo>
                  <a:pt x="28182" y="760519"/>
                </a:lnTo>
                <a:lnTo>
                  <a:pt x="25230" y="756358"/>
                </a:lnTo>
                <a:lnTo>
                  <a:pt x="38895" y="746629"/>
                </a:lnTo>
                <a:lnTo>
                  <a:pt x="41736" y="750633"/>
                </a:lnTo>
                <a:lnTo>
                  <a:pt x="41489" y="750319"/>
                </a:lnTo>
                <a:lnTo>
                  <a:pt x="45448" y="755352"/>
                </a:lnTo>
                <a:lnTo>
                  <a:pt x="45203" y="755039"/>
                </a:lnTo>
                <a:lnTo>
                  <a:pt x="49385" y="759892"/>
                </a:lnTo>
                <a:lnTo>
                  <a:pt x="49117" y="759579"/>
                </a:lnTo>
                <a:lnTo>
                  <a:pt x="53546" y="764231"/>
                </a:lnTo>
                <a:lnTo>
                  <a:pt x="53255" y="763941"/>
                </a:lnTo>
                <a:lnTo>
                  <a:pt x="57907" y="768369"/>
                </a:lnTo>
                <a:lnTo>
                  <a:pt x="57593" y="768078"/>
                </a:lnTo>
                <a:lnTo>
                  <a:pt x="62447" y="772283"/>
                </a:lnTo>
                <a:lnTo>
                  <a:pt x="62133" y="772037"/>
                </a:lnTo>
                <a:lnTo>
                  <a:pt x="67167" y="775996"/>
                </a:lnTo>
                <a:lnTo>
                  <a:pt x="66853" y="775750"/>
                </a:lnTo>
                <a:lnTo>
                  <a:pt x="72087" y="779463"/>
                </a:lnTo>
                <a:lnTo>
                  <a:pt x="71751" y="779239"/>
                </a:lnTo>
                <a:lnTo>
                  <a:pt x="72221" y="779552"/>
                </a:lnTo>
                <a:lnTo>
                  <a:pt x="63162" y="793666"/>
                </a:lnTo>
                <a:moveTo>
                  <a:pt x="15948" y="740948"/>
                </a:moveTo>
                <a:lnTo>
                  <a:pt x="13979" y="737146"/>
                </a:lnTo>
                <a:lnTo>
                  <a:pt x="11139" y="730861"/>
                </a:lnTo>
                <a:lnTo>
                  <a:pt x="8611" y="724420"/>
                </a:lnTo>
                <a:lnTo>
                  <a:pt x="6375" y="717821"/>
                </a:lnTo>
                <a:lnTo>
                  <a:pt x="4474" y="711089"/>
                </a:lnTo>
                <a:lnTo>
                  <a:pt x="2886" y="704223"/>
                </a:lnTo>
                <a:lnTo>
                  <a:pt x="1632" y="697245"/>
                </a:lnTo>
                <a:lnTo>
                  <a:pt x="738" y="690132"/>
                </a:lnTo>
                <a:lnTo>
                  <a:pt x="716" y="689842"/>
                </a:lnTo>
                <a:lnTo>
                  <a:pt x="17425" y="688566"/>
                </a:lnTo>
                <a:lnTo>
                  <a:pt x="17425" y="688432"/>
                </a:lnTo>
                <a:lnTo>
                  <a:pt x="17445" y="688656"/>
                </a:lnTo>
                <a:lnTo>
                  <a:pt x="17401" y="688231"/>
                </a:lnTo>
                <a:lnTo>
                  <a:pt x="18251" y="694918"/>
                </a:lnTo>
                <a:lnTo>
                  <a:pt x="18184" y="694494"/>
                </a:lnTo>
                <a:lnTo>
                  <a:pt x="19348" y="701069"/>
                </a:lnTo>
                <a:lnTo>
                  <a:pt x="19280" y="700644"/>
                </a:lnTo>
                <a:lnTo>
                  <a:pt x="20756" y="707108"/>
                </a:lnTo>
                <a:lnTo>
                  <a:pt x="20667" y="706706"/>
                </a:lnTo>
                <a:lnTo>
                  <a:pt x="22456" y="713035"/>
                </a:lnTo>
                <a:lnTo>
                  <a:pt x="22322" y="712633"/>
                </a:lnTo>
                <a:lnTo>
                  <a:pt x="24424" y="718850"/>
                </a:lnTo>
                <a:lnTo>
                  <a:pt x="24290" y="718448"/>
                </a:lnTo>
                <a:lnTo>
                  <a:pt x="26683" y="724509"/>
                </a:lnTo>
                <a:lnTo>
                  <a:pt x="26526" y="724129"/>
                </a:lnTo>
                <a:lnTo>
                  <a:pt x="29189" y="730055"/>
                </a:lnTo>
                <a:lnTo>
                  <a:pt x="29009" y="729675"/>
                </a:lnTo>
                <a:lnTo>
                  <a:pt x="30866" y="733322"/>
                </a:lnTo>
                <a:lnTo>
                  <a:pt x="15948" y="74094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180">
            <a:extLst xmlns:a="http://schemas.openxmlformats.org/drawingml/2006/main">
              <a:ext uri="{FF2B5EF4-FFF2-40B4-BE49-F238E27FC236}">
                <a16:creationId xmlns:a16="http://schemas.microsoft.com/office/drawing/2014/main" id="{A986D692-B770-4224-8393-51E0D7B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054" y="4056438"/>
            <a:ext cx="3388505" cy="178818"/>
          </a:xfrm>
          <a:custGeom xmlns:a="http://schemas.openxmlformats.org/drawingml/2006/main">
            <a:pathLst>
              <a:path w="3388505" h="178818">
                <a:moveTo>
                  <a:pt x="3226394" y="158039"/>
                </a:moveTo>
                <a:lnTo>
                  <a:pt x="3360681" y="79914"/>
                </a:lnTo>
                <a:lnTo>
                  <a:pt x="3360660" y="99239"/>
                </a:lnTo>
                <a:lnTo>
                  <a:pt x="3226573" y="20778"/>
                </a:lnTo>
                <a:lnTo>
                  <a:pt x="3223867" y="18564"/>
                </a:lnTo>
                <a:lnTo>
                  <a:pt x="3221965" y="15634"/>
                </a:lnTo>
                <a:lnTo>
                  <a:pt x="3221093" y="12234"/>
                </a:lnTo>
                <a:lnTo>
                  <a:pt x="3221295" y="8745"/>
                </a:lnTo>
                <a:lnTo>
                  <a:pt x="3222571" y="5479"/>
                </a:lnTo>
                <a:lnTo>
                  <a:pt x="3224785" y="2773"/>
                </a:lnTo>
                <a:lnTo>
                  <a:pt x="3227736" y="894"/>
                </a:lnTo>
                <a:lnTo>
                  <a:pt x="3231113" y="0"/>
                </a:lnTo>
                <a:lnTo>
                  <a:pt x="3234603" y="201"/>
                </a:lnTo>
                <a:lnTo>
                  <a:pt x="3237867" y="1475"/>
                </a:lnTo>
                <a:lnTo>
                  <a:pt x="3388505" y="89621"/>
                </a:lnTo>
                <a:lnTo>
                  <a:pt x="3237622" y="177364"/>
                </a:lnTo>
                <a:lnTo>
                  <a:pt x="3234378" y="178639"/>
                </a:lnTo>
                <a:lnTo>
                  <a:pt x="3230868" y="178818"/>
                </a:lnTo>
                <a:lnTo>
                  <a:pt x="3227490" y="177923"/>
                </a:lnTo>
                <a:lnTo>
                  <a:pt x="3224560" y="176022"/>
                </a:lnTo>
                <a:lnTo>
                  <a:pt x="3222346" y="173316"/>
                </a:lnTo>
                <a:lnTo>
                  <a:pt x="3221071" y="170050"/>
                </a:lnTo>
                <a:lnTo>
                  <a:pt x="3220893" y="166561"/>
                </a:lnTo>
                <a:lnTo>
                  <a:pt x="3221787" y="163184"/>
                </a:lnTo>
                <a:lnTo>
                  <a:pt x="3223666" y="160231"/>
                </a:lnTo>
                <a:lnTo>
                  <a:pt x="3226394" y="158039"/>
                </a:lnTo>
                <a:moveTo>
                  <a:pt x="44" y="73965"/>
                </a:moveTo>
                <a:lnTo>
                  <a:pt x="3366318" y="78416"/>
                </a:lnTo>
                <a:lnTo>
                  <a:pt x="3366295" y="100782"/>
                </a:lnTo>
                <a:lnTo>
                  <a:pt x="0" y="96331"/>
                </a:lnTo>
                <a:lnTo>
                  <a:pt x="44" y="739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181">
            <a:extLst xmlns:a="http://schemas.openxmlformats.org/drawingml/2006/main">
              <a:ext uri="{FF2B5EF4-FFF2-40B4-BE49-F238E27FC236}">
                <a16:creationId xmlns:a16="http://schemas.microsoft.com/office/drawing/2014/main" id="{FAEA0E62-18C2-4E23-A482-0C6888C1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161" y="4046530"/>
            <a:ext cx="44732" cy="190202"/>
          </a:xfrm>
          <a:custGeom xmlns:a="http://schemas.openxmlformats.org/drawingml/2006/main">
            <a:pathLst>
              <a:path w="44732" h="190202">
                <a:moveTo>
                  <a:pt x="44732" y="0"/>
                </a:moveTo>
                <a:lnTo>
                  <a:pt x="44732" y="190202"/>
                </a:lnTo>
                <a:lnTo>
                  <a:pt x="0" y="190202"/>
                </a:lnTo>
                <a:lnTo>
                  <a:pt x="0" y="0"/>
                </a:lnTo>
                <a:lnTo>
                  <a:pt x="4473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182">
            <a:extLst xmlns:a="http://schemas.openxmlformats.org/drawingml/2006/main">
              <a:ext uri="{FF2B5EF4-FFF2-40B4-BE49-F238E27FC236}">
                <a16:creationId xmlns:a16="http://schemas.microsoft.com/office/drawing/2014/main" id="{265EC1CA-F762-4C22-BE29-C78FCC32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409" y="4046530"/>
            <a:ext cx="44733" cy="190202"/>
          </a:xfrm>
          <a:custGeom xmlns:a="http://schemas.openxmlformats.org/drawingml/2006/main">
            <a:pathLst>
              <a:path w="44733" h="190202">
                <a:moveTo>
                  <a:pt x="44733" y="0"/>
                </a:moveTo>
                <a:lnTo>
                  <a:pt x="44733" y="190202"/>
                </a:lnTo>
                <a:lnTo>
                  <a:pt x="0" y="190202"/>
                </a:lnTo>
                <a:lnTo>
                  <a:pt x="0" y="0"/>
                </a:lnTo>
                <a:lnTo>
                  <a:pt x="4473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183">
            <a:extLst xmlns:a="http://schemas.openxmlformats.org/drawingml/2006/main">
              <a:ext uri="{FF2B5EF4-FFF2-40B4-BE49-F238E27FC236}">
                <a16:creationId xmlns:a16="http://schemas.microsoft.com/office/drawing/2014/main" id="{12C9007C-2811-47DB-AF34-A8B3A03C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390" y="4046530"/>
            <a:ext cx="44732" cy="190202"/>
          </a:xfrm>
          <a:custGeom xmlns:a="http://schemas.openxmlformats.org/drawingml/2006/main">
            <a:pathLst>
              <a:path w="44732" h="190202">
                <a:moveTo>
                  <a:pt x="44732" y="0"/>
                </a:moveTo>
                <a:lnTo>
                  <a:pt x="44732" y="190202"/>
                </a:lnTo>
                <a:lnTo>
                  <a:pt x="0" y="190202"/>
                </a:lnTo>
                <a:lnTo>
                  <a:pt x="0" y="0"/>
                </a:lnTo>
                <a:lnTo>
                  <a:pt x="4473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ath-184">
            <a:extLst xmlns:a="http://schemas.openxmlformats.org/drawingml/2006/main">
              <a:ext uri="{FF2B5EF4-FFF2-40B4-BE49-F238E27FC236}">
                <a16:creationId xmlns:a16="http://schemas.microsoft.com/office/drawing/2014/main" id="{FF52F091-7F97-4023-9AF8-F8EA25B8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844" y="4046530"/>
            <a:ext cx="44733" cy="190202"/>
          </a:xfrm>
          <a:custGeom xmlns:a="http://schemas.openxmlformats.org/drawingml/2006/main">
            <a:pathLst>
              <a:path w="44733" h="190202">
                <a:moveTo>
                  <a:pt x="44733" y="0"/>
                </a:moveTo>
                <a:lnTo>
                  <a:pt x="44733" y="190202"/>
                </a:lnTo>
                <a:lnTo>
                  <a:pt x="0" y="190202"/>
                </a:lnTo>
                <a:lnTo>
                  <a:pt x="0" y="0"/>
                </a:lnTo>
                <a:lnTo>
                  <a:pt x="4473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185">
            <a:extLst xmlns:a="http://schemas.openxmlformats.org/drawingml/2006/main">
              <a:ext uri="{FF2B5EF4-FFF2-40B4-BE49-F238E27FC236}">
                <a16:creationId xmlns:a16="http://schemas.microsoft.com/office/drawing/2014/main" id="{1C1D822F-F302-41A4-9448-2A7D6DF0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825" y="4046530"/>
            <a:ext cx="44733" cy="190202"/>
          </a:xfrm>
          <a:custGeom xmlns:a="http://schemas.openxmlformats.org/drawingml/2006/main">
            <a:pathLst>
              <a:path w="44733" h="190202">
                <a:moveTo>
                  <a:pt x="44733" y="0"/>
                </a:moveTo>
                <a:lnTo>
                  <a:pt x="44733" y="190202"/>
                </a:lnTo>
                <a:lnTo>
                  <a:pt x="0" y="190202"/>
                </a:lnTo>
                <a:lnTo>
                  <a:pt x="0" y="0"/>
                </a:lnTo>
                <a:lnTo>
                  <a:pt x="4473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186">
            <a:extLst xmlns:a="http://schemas.openxmlformats.org/drawingml/2006/main">
              <a:ext uri="{FF2B5EF4-FFF2-40B4-BE49-F238E27FC236}">
                <a16:creationId xmlns:a16="http://schemas.microsoft.com/office/drawing/2014/main" id="{1E4F171B-5ADF-487B-95E5-0BF2585C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752" y="4046530"/>
            <a:ext cx="44733" cy="190202"/>
          </a:xfrm>
          <a:custGeom xmlns:a="http://schemas.openxmlformats.org/drawingml/2006/main">
            <a:pathLst>
              <a:path w="44733" h="190202">
                <a:moveTo>
                  <a:pt x="44733" y="0"/>
                </a:moveTo>
                <a:lnTo>
                  <a:pt x="44733" y="190202"/>
                </a:lnTo>
                <a:lnTo>
                  <a:pt x="0" y="190202"/>
                </a:lnTo>
                <a:lnTo>
                  <a:pt x="0" y="0"/>
                </a:lnTo>
                <a:lnTo>
                  <a:pt x="4473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187">
            <a:extLst xmlns:a="http://schemas.openxmlformats.org/drawingml/2006/main">
              <a:ext uri="{FF2B5EF4-FFF2-40B4-BE49-F238E27FC236}">
                <a16:creationId xmlns:a16="http://schemas.microsoft.com/office/drawing/2014/main" id="{61F1507C-00C7-4927-8AEF-0CF0B6BC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1617" y="4219868"/>
            <a:ext cx="369043" cy="33550"/>
          </a:xfrm>
          <a:custGeom xmlns:a="http://schemas.openxmlformats.org/drawingml/2006/main">
            <a:pathLst>
              <a:path w="369043" h="33550">
                <a:moveTo>
                  <a:pt x="0" y="0"/>
                </a:moveTo>
                <a:lnTo>
                  <a:pt x="33549" y="0"/>
                </a:lnTo>
                <a:lnTo>
                  <a:pt x="33549" y="33550"/>
                </a:lnTo>
                <a:lnTo>
                  <a:pt x="0" y="33550"/>
                </a:lnTo>
                <a:lnTo>
                  <a:pt x="0" y="0"/>
                </a:lnTo>
                <a:moveTo>
                  <a:pt x="67098" y="0"/>
                </a:moveTo>
                <a:lnTo>
                  <a:pt x="100647" y="0"/>
                </a:lnTo>
                <a:lnTo>
                  <a:pt x="100647" y="33550"/>
                </a:lnTo>
                <a:lnTo>
                  <a:pt x="67098" y="33550"/>
                </a:lnTo>
                <a:lnTo>
                  <a:pt x="67098" y="0"/>
                </a:lnTo>
                <a:moveTo>
                  <a:pt x="134198" y="0"/>
                </a:moveTo>
                <a:lnTo>
                  <a:pt x="167747" y="0"/>
                </a:lnTo>
                <a:lnTo>
                  <a:pt x="167747" y="33550"/>
                </a:lnTo>
                <a:lnTo>
                  <a:pt x="134198" y="33550"/>
                </a:lnTo>
                <a:lnTo>
                  <a:pt x="134198" y="0"/>
                </a:lnTo>
                <a:moveTo>
                  <a:pt x="201296" y="0"/>
                </a:moveTo>
                <a:lnTo>
                  <a:pt x="234845" y="0"/>
                </a:lnTo>
                <a:lnTo>
                  <a:pt x="234845" y="33550"/>
                </a:lnTo>
                <a:lnTo>
                  <a:pt x="201296" y="33550"/>
                </a:lnTo>
                <a:lnTo>
                  <a:pt x="201296" y="0"/>
                </a:lnTo>
                <a:moveTo>
                  <a:pt x="268394" y="0"/>
                </a:moveTo>
                <a:lnTo>
                  <a:pt x="301943" y="0"/>
                </a:lnTo>
                <a:lnTo>
                  <a:pt x="301943" y="33550"/>
                </a:lnTo>
                <a:lnTo>
                  <a:pt x="268394" y="33550"/>
                </a:lnTo>
                <a:lnTo>
                  <a:pt x="268394" y="0"/>
                </a:lnTo>
                <a:moveTo>
                  <a:pt x="335493" y="0"/>
                </a:moveTo>
                <a:lnTo>
                  <a:pt x="369043" y="0"/>
                </a:lnTo>
                <a:lnTo>
                  <a:pt x="369043" y="33550"/>
                </a:lnTo>
                <a:lnTo>
                  <a:pt x="335493" y="33550"/>
                </a:lnTo>
                <a:lnTo>
                  <a:pt x="33549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C567EDD6-35A3-43EC-B8B6-80E89FEEAC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070f8b00f4ea3"/>
          <a:stretch xmlns:a="http://schemas.openxmlformats.org/drawingml/2006/main"/>
        </p:blipFill>
        <p:spPr>
          <a:xfrm xmlns:a="http://schemas.openxmlformats.org/drawingml/2006/main">
            <a:off x="9563100" y="4057650"/>
            <a:ext cx="2209800" cy="152400"/>
          </a:xfrm>
          <a:prstGeom xmlns:a="http://schemas.openxmlformats.org/drawingml/2006/main" prst="rect">
            <a:avLst/>
          </a:prstGeom>
        </p:spPr>
      </p:pic>
      <p:sp>
        <p:nvSpPr>
          <p:cNvPr id="278" name="text-189 t">
            <a:extLst xmlns:a="http://schemas.openxmlformats.org/drawingml/2006/main">
              <a:ext uri="{FF2B5EF4-FFF2-40B4-BE49-F238E27FC236}">
                <a16:creationId xmlns:a16="http://schemas.microsoft.com/office/drawing/2014/main" id="{5DAE984C-035D-4AB0-BCD7-826C1488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6364" y="4093281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79" name="text-190 n">
            <a:extLst xmlns:a="http://schemas.openxmlformats.org/drawingml/2006/main">
              <a:ext uri="{FF2B5EF4-FFF2-40B4-BE49-F238E27FC236}">
                <a16:creationId xmlns:a16="http://schemas.microsoft.com/office/drawing/2014/main" id="{875BD683-F1A0-4D34-9733-4DD5CA78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3462" y="4203008"/>
            <a:ext cx="97158" cy="184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80" name="text-191 t">
            <a:extLst xmlns:a="http://schemas.openxmlformats.org/drawingml/2006/main">
              <a:ext uri="{FF2B5EF4-FFF2-40B4-BE49-F238E27FC236}">
                <a16:creationId xmlns:a16="http://schemas.microsoft.com/office/drawing/2014/main" id="{95F5D89C-1450-4D9F-9DE4-6907DC07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3132" y="4094400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81" name="text-192 1">
            <a:extLst xmlns:a="http://schemas.openxmlformats.org/drawingml/2006/main">
              <a:ext uri="{FF2B5EF4-FFF2-40B4-BE49-F238E27FC236}">
                <a16:creationId xmlns:a16="http://schemas.microsoft.com/office/drawing/2014/main" id="{6C029E0F-6277-46FC-81B5-4113D7C1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0231" y="4204076"/>
            <a:ext cx="89758" cy="184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82" name="path-193">
            <a:extLst xmlns:a="http://schemas.openxmlformats.org/drawingml/2006/main">
              <a:ext uri="{FF2B5EF4-FFF2-40B4-BE49-F238E27FC236}">
                <a16:creationId xmlns:a16="http://schemas.microsoft.com/office/drawing/2014/main" id="{B3E188D5-E095-40AB-AA54-6519354A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834" y="3120568"/>
            <a:ext cx="507268" cy="336611"/>
          </a:xfrm>
          <a:custGeom xmlns:a="http://schemas.openxmlformats.org/drawingml/2006/main">
            <a:pathLst>
              <a:path w="507268" h="336611">
                <a:moveTo>
                  <a:pt x="0" y="57258"/>
                </a:moveTo>
                <a:cubicBezTo>
                  <a:pt x="0" y="25118"/>
                  <a:pt x="25118" y="0"/>
                  <a:pt x="56364" y="895"/>
                </a:cubicBezTo>
                <a:lnTo>
                  <a:pt x="450904" y="895"/>
                </a:lnTo>
                <a:cubicBezTo>
                  <a:pt x="481479" y="0"/>
                  <a:pt x="506596" y="25118"/>
                  <a:pt x="507268" y="57258"/>
                </a:cubicBezTo>
                <a:lnTo>
                  <a:pt x="507268" y="280025"/>
                </a:lnTo>
                <a:cubicBezTo>
                  <a:pt x="506596" y="311494"/>
                  <a:pt x="481479" y="336611"/>
                  <a:pt x="450904" y="336388"/>
                </a:cubicBezTo>
                <a:lnTo>
                  <a:pt x="56364" y="336388"/>
                </a:lnTo>
                <a:cubicBezTo>
                  <a:pt x="25118" y="336611"/>
                  <a:pt x="0" y="311494"/>
                  <a:pt x="0" y="280025"/>
                </a:cubicBezTo>
                <a:lnTo>
                  <a:pt x="0" y="57258"/>
                </a:ln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194">
            <a:extLst xmlns:a="http://schemas.openxmlformats.org/drawingml/2006/main">
              <a:ext uri="{FF2B5EF4-FFF2-40B4-BE49-F238E27FC236}">
                <a16:creationId xmlns:a16="http://schemas.microsoft.com/office/drawing/2014/main" id="{DE19825B-DFE2-4D8A-9F5A-0E3F92DA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651" y="3109385"/>
            <a:ext cx="528962" cy="358978"/>
          </a:xfrm>
          <a:custGeom xmlns:a="http://schemas.openxmlformats.org/drawingml/2006/main">
            <a:pathLst>
              <a:path w="528962" h="358978">
                <a:moveTo>
                  <a:pt x="336" y="60411"/>
                </a:moveTo>
                <a:lnTo>
                  <a:pt x="1342" y="53746"/>
                </a:lnTo>
                <a:lnTo>
                  <a:pt x="3020" y="47283"/>
                </a:lnTo>
                <a:lnTo>
                  <a:pt x="5279" y="41086"/>
                </a:lnTo>
                <a:lnTo>
                  <a:pt x="8120" y="35204"/>
                </a:lnTo>
                <a:lnTo>
                  <a:pt x="11497" y="29658"/>
                </a:lnTo>
                <a:lnTo>
                  <a:pt x="15367" y="24469"/>
                </a:lnTo>
                <a:lnTo>
                  <a:pt x="19706" y="19705"/>
                </a:lnTo>
                <a:lnTo>
                  <a:pt x="24468" y="15366"/>
                </a:lnTo>
                <a:lnTo>
                  <a:pt x="29659" y="11496"/>
                </a:lnTo>
                <a:lnTo>
                  <a:pt x="35206" y="8119"/>
                </a:lnTo>
                <a:lnTo>
                  <a:pt x="41088" y="5278"/>
                </a:lnTo>
                <a:lnTo>
                  <a:pt x="47283" y="3019"/>
                </a:lnTo>
                <a:lnTo>
                  <a:pt x="53747" y="1342"/>
                </a:lnTo>
                <a:lnTo>
                  <a:pt x="60413" y="335"/>
                </a:lnTo>
                <a:lnTo>
                  <a:pt x="67010" y="0"/>
                </a:lnTo>
                <a:lnTo>
                  <a:pt x="461953" y="0"/>
                </a:lnTo>
                <a:lnTo>
                  <a:pt x="468550" y="335"/>
                </a:lnTo>
                <a:lnTo>
                  <a:pt x="475215" y="1342"/>
                </a:lnTo>
                <a:lnTo>
                  <a:pt x="481680" y="3019"/>
                </a:lnTo>
                <a:lnTo>
                  <a:pt x="487876" y="5278"/>
                </a:lnTo>
                <a:lnTo>
                  <a:pt x="493758" y="8119"/>
                </a:lnTo>
                <a:lnTo>
                  <a:pt x="499304" y="11496"/>
                </a:lnTo>
                <a:lnTo>
                  <a:pt x="504494" y="15366"/>
                </a:lnTo>
                <a:lnTo>
                  <a:pt x="509257" y="19705"/>
                </a:lnTo>
                <a:lnTo>
                  <a:pt x="513597" y="24469"/>
                </a:lnTo>
                <a:lnTo>
                  <a:pt x="517466" y="29658"/>
                </a:lnTo>
                <a:lnTo>
                  <a:pt x="520844" y="35204"/>
                </a:lnTo>
                <a:lnTo>
                  <a:pt x="523683" y="41086"/>
                </a:lnTo>
                <a:lnTo>
                  <a:pt x="525942" y="47283"/>
                </a:lnTo>
                <a:lnTo>
                  <a:pt x="527620" y="53746"/>
                </a:lnTo>
                <a:lnTo>
                  <a:pt x="528626" y="60411"/>
                </a:lnTo>
                <a:lnTo>
                  <a:pt x="528962" y="67009"/>
                </a:lnTo>
                <a:lnTo>
                  <a:pt x="528962" y="291969"/>
                </a:lnTo>
                <a:lnTo>
                  <a:pt x="528626" y="298567"/>
                </a:lnTo>
                <a:lnTo>
                  <a:pt x="527620" y="305232"/>
                </a:lnTo>
                <a:lnTo>
                  <a:pt x="525942" y="311696"/>
                </a:lnTo>
                <a:lnTo>
                  <a:pt x="523683" y="317891"/>
                </a:lnTo>
                <a:lnTo>
                  <a:pt x="520844" y="323773"/>
                </a:lnTo>
                <a:lnTo>
                  <a:pt x="517466" y="329320"/>
                </a:lnTo>
                <a:lnTo>
                  <a:pt x="513597" y="334509"/>
                </a:lnTo>
                <a:lnTo>
                  <a:pt x="509257" y="339273"/>
                </a:lnTo>
                <a:lnTo>
                  <a:pt x="504494" y="343612"/>
                </a:lnTo>
                <a:lnTo>
                  <a:pt x="499304" y="347482"/>
                </a:lnTo>
                <a:lnTo>
                  <a:pt x="493758" y="350859"/>
                </a:lnTo>
                <a:lnTo>
                  <a:pt x="487876" y="353700"/>
                </a:lnTo>
                <a:lnTo>
                  <a:pt x="481680" y="355959"/>
                </a:lnTo>
                <a:lnTo>
                  <a:pt x="475215" y="357636"/>
                </a:lnTo>
                <a:lnTo>
                  <a:pt x="468550" y="358643"/>
                </a:lnTo>
                <a:lnTo>
                  <a:pt x="461953" y="358978"/>
                </a:lnTo>
                <a:lnTo>
                  <a:pt x="67010" y="358978"/>
                </a:lnTo>
                <a:lnTo>
                  <a:pt x="60413" y="358643"/>
                </a:lnTo>
                <a:lnTo>
                  <a:pt x="53747" y="357636"/>
                </a:lnTo>
                <a:lnTo>
                  <a:pt x="47283" y="355959"/>
                </a:lnTo>
                <a:lnTo>
                  <a:pt x="41088" y="353700"/>
                </a:lnTo>
                <a:lnTo>
                  <a:pt x="35206" y="350859"/>
                </a:lnTo>
                <a:lnTo>
                  <a:pt x="29659" y="347482"/>
                </a:lnTo>
                <a:lnTo>
                  <a:pt x="24468" y="343612"/>
                </a:lnTo>
                <a:lnTo>
                  <a:pt x="19706" y="339273"/>
                </a:lnTo>
                <a:lnTo>
                  <a:pt x="15367" y="334509"/>
                </a:lnTo>
                <a:lnTo>
                  <a:pt x="11497" y="329320"/>
                </a:lnTo>
                <a:lnTo>
                  <a:pt x="8120" y="323773"/>
                </a:lnTo>
                <a:lnTo>
                  <a:pt x="5279" y="317891"/>
                </a:lnTo>
                <a:lnTo>
                  <a:pt x="3020" y="311696"/>
                </a:lnTo>
                <a:lnTo>
                  <a:pt x="1342" y="305232"/>
                </a:lnTo>
                <a:lnTo>
                  <a:pt x="336" y="298567"/>
                </a:lnTo>
                <a:lnTo>
                  <a:pt x="0" y="291969"/>
                </a:lnTo>
                <a:lnTo>
                  <a:pt x="0" y="67009"/>
                </a:lnTo>
                <a:lnTo>
                  <a:pt x="336" y="60411"/>
                </a:lnTo>
                <a:moveTo>
                  <a:pt x="22345" y="67859"/>
                </a:moveTo>
                <a:lnTo>
                  <a:pt x="22366" y="67278"/>
                </a:lnTo>
                <a:lnTo>
                  <a:pt x="22366" y="291700"/>
                </a:lnTo>
                <a:lnTo>
                  <a:pt x="22345" y="291119"/>
                </a:lnTo>
                <a:lnTo>
                  <a:pt x="22636" y="296867"/>
                </a:lnTo>
                <a:lnTo>
                  <a:pt x="22523" y="295749"/>
                </a:lnTo>
                <a:lnTo>
                  <a:pt x="23374" y="301318"/>
                </a:lnTo>
                <a:lnTo>
                  <a:pt x="23150" y="300222"/>
                </a:lnTo>
                <a:lnTo>
                  <a:pt x="24537" y="305590"/>
                </a:lnTo>
                <a:lnTo>
                  <a:pt x="24201" y="304538"/>
                </a:lnTo>
                <a:lnTo>
                  <a:pt x="26103" y="309683"/>
                </a:lnTo>
                <a:lnTo>
                  <a:pt x="25676" y="308677"/>
                </a:lnTo>
                <a:lnTo>
                  <a:pt x="28026" y="313574"/>
                </a:lnTo>
                <a:lnTo>
                  <a:pt x="27511" y="312635"/>
                </a:lnTo>
                <a:lnTo>
                  <a:pt x="30330" y="317243"/>
                </a:lnTo>
                <a:lnTo>
                  <a:pt x="29726" y="316370"/>
                </a:lnTo>
                <a:lnTo>
                  <a:pt x="32946" y="320687"/>
                </a:lnTo>
                <a:lnTo>
                  <a:pt x="32276" y="319860"/>
                </a:lnTo>
                <a:lnTo>
                  <a:pt x="35899" y="323841"/>
                </a:lnTo>
                <a:lnTo>
                  <a:pt x="35139" y="323080"/>
                </a:lnTo>
                <a:lnTo>
                  <a:pt x="39120" y="326704"/>
                </a:lnTo>
                <a:lnTo>
                  <a:pt x="38292" y="326032"/>
                </a:lnTo>
                <a:lnTo>
                  <a:pt x="42609" y="329254"/>
                </a:lnTo>
                <a:lnTo>
                  <a:pt x="41736" y="328649"/>
                </a:lnTo>
                <a:lnTo>
                  <a:pt x="46344" y="331468"/>
                </a:lnTo>
                <a:lnTo>
                  <a:pt x="45404" y="330952"/>
                </a:lnTo>
                <a:lnTo>
                  <a:pt x="50303" y="333302"/>
                </a:lnTo>
                <a:lnTo>
                  <a:pt x="49296" y="332877"/>
                </a:lnTo>
                <a:lnTo>
                  <a:pt x="54440" y="334778"/>
                </a:lnTo>
                <a:lnTo>
                  <a:pt x="53389" y="334442"/>
                </a:lnTo>
                <a:lnTo>
                  <a:pt x="58757" y="335829"/>
                </a:lnTo>
                <a:lnTo>
                  <a:pt x="57660" y="335606"/>
                </a:lnTo>
                <a:lnTo>
                  <a:pt x="63230" y="336455"/>
                </a:lnTo>
                <a:lnTo>
                  <a:pt x="62112" y="336343"/>
                </a:lnTo>
                <a:lnTo>
                  <a:pt x="67860" y="336634"/>
                </a:lnTo>
                <a:lnTo>
                  <a:pt x="67277" y="336611"/>
                </a:lnTo>
                <a:lnTo>
                  <a:pt x="461685" y="336611"/>
                </a:lnTo>
                <a:lnTo>
                  <a:pt x="461103" y="336634"/>
                </a:lnTo>
                <a:lnTo>
                  <a:pt x="466852" y="336343"/>
                </a:lnTo>
                <a:lnTo>
                  <a:pt x="465732" y="336455"/>
                </a:lnTo>
                <a:lnTo>
                  <a:pt x="471301" y="335606"/>
                </a:lnTo>
                <a:lnTo>
                  <a:pt x="470205" y="335829"/>
                </a:lnTo>
                <a:lnTo>
                  <a:pt x="475573" y="334442"/>
                </a:lnTo>
                <a:lnTo>
                  <a:pt x="474522" y="334778"/>
                </a:lnTo>
                <a:lnTo>
                  <a:pt x="479667" y="332877"/>
                </a:lnTo>
                <a:lnTo>
                  <a:pt x="478660" y="333302"/>
                </a:lnTo>
                <a:lnTo>
                  <a:pt x="483558" y="330952"/>
                </a:lnTo>
                <a:lnTo>
                  <a:pt x="482618" y="331468"/>
                </a:lnTo>
                <a:lnTo>
                  <a:pt x="487226" y="328649"/>
                </a:lnTo>
                <a:lnTo>
                  <a:pt x="486354" y="329254"/>
                </a:lnTo>
                <a:lnTo>
                  <a:pt x="490671" y="326032"/>
                </a:lnTo>
                <a:lnTo>
                  <a:pt x="489843" y="326704"/>
                </a:lnTo>
                <a:lnTo>
                  <a:pt x="493825" y="323080"/>
                </a:lnTo>
                <a:lnTo>
                  <a:pt x="493064" y="323841"/>
                </a:lnTo>
                <a:lnTo>
                  <a:pt x="496687" y="319860"/>
                </a:lnTo>
                <a:lnTo>
                  <a:pt x="496016" y="320687"/>
                </a:lnTo>
                <a:lnTo>
                  <a:pt x="499238" y="316370"/>
                </a:lnTo>
                <a:lnTo>
                  <a:pt x="498634" y="317243"/>
                </a:lnTo>
                <a:lnTo>
                  <a:pt x="501452" y="312635"/>
                </a:lnTo>
                <a:lnTo>
                  <a:pt x="500937" y="313574"/>
                </a:lnTo>
                <a:lnTo>
                  <a:pt x="503286" y="308677"/>
                </a:lnTo>
                <a:lnTo>
                  <a:pt x="502861" y="309683"/>
                </a:lnTo>
                <a:lnTo>
                  <a:pt x="504762" y="304538"/>
                </a:lnTo>
                <a:lnTo>
                  <a:pt x="504426" y="305590"/>
                </a:lnTo>
                <a:lnTo>
                  <a:pt x="505813" y="300222"/>
                </a:lnTo>
                <a:lnTo>
                  <a:pt x="505590" y="301318"/>
                </a:lnTo>
                <a:lnTo>
                  <a:pt x="506439" y="295749"/>
                </a:lnTo>
                <a:lnTo>
                  <a:pt x="506327" y="296867"/>
                </a:lnTo>
                <a:lnTo>
                  <a:pt x="506618" y="291119"/>
                </a:lnTo>
                <a:lnTo>
                  <a:pt x="506596" y="291700"/>
                </a:lnTo>
                <a:lnTo>
                  <a:pt x="506596" y="67278"/>
                </a:lnTo>
                <a:lnTo>
                  <a:pt x="506618" y="67859"/>
                </a:lnTo>
                <a:lnTo>
                  <a:pt x="506327" y="62111"/>
                </a:lnTo>
                <a:lnTo>
                  <a:pt x="506439" y="63229"/>
                </a:lnTo>
                <a:lnTo>
                  <a:pt x="505590" y="57660"/>
                </a:lnTo>
                <a:lnTo>
                  <a:pt x="505813" y="58756"/>
                </a:lnTo>
                <a:lnTo>
                  <a:pt x="504426" y="53388"/>
                </a:lnTo>
                <a:lnTo>
                  <a:pt x="504762" y="54439"/>
                </a:lnTo>
                <a:lnTo>
                  <a:pt x="502861" y="49295"/>
                </a:lnTo>
                <a:lnTo>
                  <a:pt x="503286" y="50302"/>
                </a:lnTo>
                <a:lnTo>
                  <a:pt x="500937" y="45404"/>
                </a:lnTo>
                <a:lnTo>
                  <a:pt x="501452" y="46343"/>
                </a:lnTo>
                <a:lnTo>
                  <a:pt x="498634" y="41735"/>
                </a:lnTo>
                <a:lnTo>
                  <a:pt x="499238" y="42608"/>
                </a:lnTo>
                <a:lnTo>
                  <a:pt x="496016" y="38291"/>
                </a:lnTo>
                <a:lnTo>
                  <a:pt x="496687" y="39119"/>
                </a:lnTo>
                <a:lnTo>
                  <a:pt x="493064" y="35137"/>
                </a:lnTo>
                <a:lnTo>
                  <a:pt x="493825" y="35898"/>
                </a:lnTo>
                <a:lnTo>
                  <a:pt x="489843" y="32274"/>
                </a:lnTo>
                <a:lnTo>
                  <a:pt x="490671" y="32945"/>
                </a:lnTo>
                <a:lnTo>
                  <a:pt x="486354" y="29724"/>
                </a:lnTo>
                <a:lnTo>
                  <a:pt x="487226" y="30329"/>
                </a:lnTo>
                <a:lnTo>
                  <a:pt x="482618" y="27511"/>
                </a:lnTo>
                <a:lnTo>
                  <a:pt x="483558" y="28025"/>
                </a:lnTo>
                <a:lnTo>
                  <a:pt x="478660" y="25676"/>
                </a:lnTo>
                <a:lnTo>
                  <a:pt x="479667" y="26101"/>
                </a:lnTo>
                <a:lnTo>
                  <a:pt x="474522" y="24200"/>
                </a:lnTo>
                <a:lnTo>
                  <a:pt x="475573" y="24536"/>
                </a:lnTo>
                <a:lnTo>
                  <a:pt x="470205" y="23149"/>
                </a:lnTo>
                <a:lnTo>
                  <a:pt x="471301" y="23372"/>
                </a:lnTo>
                <a:lnTo>
                  <a:pt x="465732" y="22522"/>
                </a:lnTo>
                <a:lnTo>
                  <a:pt x="466852" y="22635"/>
                </a:lnTo>
                <a:lnTo>
                  <a:pt x="461103" y="22343"/>
                </a:lnTo>
                <a:lnTo>
                  <a:pt x="461685" y="22366"/>
                </a:lnTo>
                <a:lnTo>
                  <a:pt x="67277" y="22366"/>
                </a:lnTo>
                <a:lnTo>
                  <a:pt x="67860" y="22343"/>
                </a:lnTo>
                <a:lnTo>
                  <a:pt x="62112" y="22635"/>
                </a:lnTo>
                <a:lnTo>
                  <a:pt x="63230" y="22522"/>
                </a:lnTo>
                <a:lnTo>
                  <a:pt x="57660" y="23372"/>
                </a:lnTo>
                <a:lnTo>
                  <a:pt x="58757" y="23149"/>
                </a:lnTo>
                <a:lnTo>
                  <a:pt x="53389" y="24536"/>
                </a:lnTo>
                <a:lnTo>
                  <a:pt x="54440" y="24200"/>
                </a:lnTo>
                <a:lnTo>
                  <a:pt x="49296" y="26101"/>
                </a:lnTo>
                <a:lnTo>
                  <a:pt x="50303" y="25676"/>
                </a:lnTo>
                <a:lnTo>
                  <a:pt x="45404" y="28025"/>
                </a:lnTo>
                <a:lnTo>
                  <a:pt x="46344" y="27511"/>
                </a:lnTo>
                <a:lnTo>
                  <a:pt x="41736" y="30329"/>
                </a:lnTo>
                <a:lnTo>
                  <a:pt x="42609" y="29724"/>
                </a:lnTo>
                <a:lnTo>
                  <a:pt x="38292" y="32945"/>
                </a:lnTo>
                <a:lnTo>
                  <a:pt x="39120" y="32274"/>
                </a:lnTo>
                <a:lnTo>
                  <a:pt x="35139" y="35898"/>
                </a:lnTo>
                <a:lnTo>
                  <a:pt x="35899" y="35137"/>
                </a:lnTo>
                <a:lnTo>
                  <a:pt x="32276" y="39119"/>
                </a:lnTo>
                <a:lnTo>
                  <a:pt x="32946" y="38291"/>
                </a:lnTo>
                <a:lnTo>
                  <a:pt x="29726" y="42608"/>
                </a:lnTo>
                <a:lnTo>
                  <a:pt x="30330" y="41735"/>
                </a:lnTo>
                <a:lnTo>
                  <a:pt x="27511" y="46343"/>
                </a:lnTo>
                <a:lnTo>
                  <a:pt x="28026" y="45404"/>
                </a:lnTo>
                <a:lnTo>
                  <a:pt x="25676" y="50302"/>
                </a:lnTo>
                <a:lnTo>
                  <a:pt x="26103" y="49295"/>
                </a:lnTo>
                <a:lnTo>
                  <a:pt x="24201" y="54439"/>
                </a:lnTo>
                <a:lnTo>
                  <a:pt x="24537" y="53388"/>
                </a:lnTo>
                <a:lnTo>
                  <a:pt x="23150" y="58756"/>
                </a:lnTo>
                <a:lnTo>
                  <a:pt x="23374" y="57660"/>
                </a:lnTo>
                <a:lnTo>
                  <a:pt x="22523" y="63229"/>
                </a:lnTo>
                <a:lnTo>
                  <a:pt x="22636" y="62111"/>
                </a:lnTo>
                <a:lnTo>
                  <a:pt x="22345" y="678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195">
            <a:extLst xmlns:a="http://schemas.openxmlformats.org/drawingml/2006/main">
              <a:ext uri="{FF2B5EF4-FFF2-40B4-BE49-F238E27FC236}">
                <a16:creationId xmlns:a16="http://schemas.microsoft.com/office/drawing/2014/main" id="{2CB7513F-672A-4DA8-A1A0-93EE17D6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834" y="3804975"/>
            <a:ext cx="507268" cy="336612"/>
          </a:xfrm>
          <a:custGeom xmlns:a="http://schemas.openxmlformats.org/drawingml/2006/main">
            <a:pathLst>
              <a:path w="507268" h="336612">
                <a:moveTo>
                  <a:pt x="0" y="57258"/>
                </a:moveTo>
                <a:cubicBezTo>
                  <a:pt x="0" y="25117"/>
                  <a:pt x="25118" y="0"/>
                  <a:pt x="56364" y="895"/>
                </a:cubicBezTo>
                <a:lnTo>
                  <a:pt x="450904" y="895"/>
                </a:lnTo>
                <a:cubicBezTo>
                  <a:pt x="481479" y="0"/>
                  <a:pt x="506596" y="25117"/>
                  <a:pt x="507268" y="57258"/>
                </a:cubicBezTo>
                <a:lnTo>
                  <a:pt x="507268" y="280025"/>
                </a:lnTo>
                <a:cubicBezTo>
                  <a:pt x="506596" y="311495"/>
                  <a:pt x="481479" y="336612"/>
                  <a:pt x="450904" y="336388"/>
                </a:cubicBezTo>
                <a:lnTo>
                  <a:pt x="56364" y="336388"/>
                </a:lnTo>
                <a:cubicBezTo>
                  <a:pt x="25118" y="336612"/>
                  <a:pt x="0" y="311495"/>
                  <a:pt x="0" y="280025"/>
                </a:cubicBezTo>
                <a:lnTo>
                  <a:pt x="0" y="57258"/>
                </a:lnTo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196">
            <a:extLst xmlns:a="http://schemas.openxmlformats.org/drawingml/2006/main">
              <a:ext uri="{FF2B5EF4-FFF2-40B4-BE49-F238E27FC236}">
                <a16:creationId xmlns:a16="http://schemas.microsoft.com/office/drawing/2014/main" id="{E5F6A812-D63E-417C-99A7-2D3362F8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651" y="3793792"/>
            <a:ext cx="528962" cy="358978"/>
          </a:xfrm>
          <a:custGeom xmlns:a="http://schemas.openxmlformats.org/drawingml/2006/main">
            <a:pathLst>
              <a:path w="528962" h="358978">
                <a:moveTo>
                  <a:pt x="336" y="60411"/>
                </a:moveTo>
                <a:lnTo>
                  <a:pt x="1342" y="53746"/>
                </a:lnTo>
                <a:lnTo>
                  <a:pt x="3020" y="47282"/>
                </a:lnTo>
                <a:lnTo>
                  <a:pt x="5279" y="41087"/>
                </a:lnTo>
                <a:lnTo>
                  <a:pt x="8120" y="35204"/>
                </a:lnTo>
                <a:lnTo>
                  <a:pt x="11497" y="29657"/>
                </a:lnTo>
                <a:lnTo>
                  <a:pt x="15367" y="24468"/>
                </a:lnTo>
                <a:lnTo>
                  <a:pt x="19706" y="19705"/>
                </a:lnTo>
                <a:lnTo>
                  <a:pt x="24468" y="15365"/>
                </a:lnTo>
                <a:lnTo>
                  <a:pt x="29659" y="11496"/>
                </a:lnTo>
                <a:lnTo>
                  <a:pt x="35206" y="8119"/>
                </a:lnTo>
                <a:lnTo>
                  <a:pt x="41088" y="5279"/>
                </a:lnTo>
                <a:lnTo>
                  <a:pt x="47283" y="3020"/>
                </a:lnTo>
                <a:lnTo>
                  <a:pt x="53747" y="1342"/>
                </a:lnTo>
                <a:lnTo>
                  <a:pt x="60413" y="335"/>
                </a:lnTo>
                <a:lnTo>
                  <a:pt x="67010" y="0"/>
                </a:lnTo>
                <a:lnTo>
                  <a:pt x="461953" y="0"/>
                </a:lnTo>
                <a:lnTo>
                  <a:pt x="468550" y="335"/>
                </a:lnTo>
                <a:lnTo>
                  <a:pt x="475215" y="1342"/>
                </a:lnTo>
                <a:lnTo>
                  <a:pt x="481680" y="3020"/>
                </a:lnTo>
                <a:lnTo>
                  <a:pt x="487876" y="5279"/>
                </a:lnTo>
                <a:lnTo>
                  <a:pt x="493758" y="8119"/>
                </a:lnTo>
                <a:lnTo>
                  <a:pt x="499304" y="11496"/>
                </a:lnTo>
                <a:lnTo>
                  <a:pt x="504494" y="15365"/>
                </a:lnTo>
                <a:lnTo>
                  <a:pt x="509257" y="19705"/>
                </a:lnTo>
                <a:lnTo>
                  <a:pt x="513597" y="24468"/>
                </a:lnTo>
                <a:lnTo>
                  <a:pt x="517466" y="29657"/>
                </a:lnTo>
                <a:lnTo>
                  <a:pt x="520844" y="35204"/>
                </a:lnTo>
                <a:lnTo>
                  <a:pt x="523683" y="41087"/>
                </a:lnTo>
                <a:lnTo>
                  <a:pt x="525942" y="47282"/>
                </a:lnTo>
                <a:lnTo>
                  <a:pt x="527620" y="53746"/>
                </a:lnTo>
                <a:lnTo>
                  <a:pt x="528626" y="60411"/>
                </a:lnTo>
                <a:lnTo>
                  <a:pt x="528962" y="67009"/>
                </a:lnTo>
                <a:lnTo>
                  <a:pt x="528962" y="291969"/>
                </a:lnTo>
                <a:lnTo>
                  <a:pt x="528626" y="298567"/>
                </a:lnTo>
                <a:lnTo>
                  <a:pt x="527620" y="305232"/>
                </a:lnTo>
                <a:lnTo>
                  <a:pt x="525942" y="311696"/>
                </a:lnTo>
                <a:lnTo>
                  <a:pt x="523683" y="317891"/>
                </a:lnTo>
                <a:lnTo>
                  <a:pt x="520844" y="323773"/>
                </a:lnTo>
                <a:lnTo>
                  <a:pt x="517466" y="329321"/>
                </a:lnTo>
                <a:lnTo>
                  <a:pt x="513597" y="334509"/>
                </a:lnTo>
                <a:lnTo>
                  <a:pt x="509257" y="339273"/>
                </a:lnTo>
                <a:lnTo>
                  <a:pt x="504494" y="343612"/>
                </a:lnTo>
                <a:lnTo>
                  <a:pt x="499304" y="347482"/>
                </a:lnTo>
                <a:lnTo>
                  <a:pt x="493758" y="350859"/>
                </a:lnTo>
                <a:lnTo>
                  <a:pt x="487876" y="353699"/>
                </a:lnTo>
                <a:lnTo>
                  <a:pt x="481680" y="355959"/>
                </a:lnTo>
                <a:lnTo>
                  <a:pt x="475215" y="357636"/>
                </a:lnTo>
                <a:lnTo>
                  <a:pt x="468550" y="358643"/>
                </a:lnTo>
                <a:lnTo>
                  <a:pt x="461953" y="358978"/>
                </a:lnTo>
                <a:lnTo>
                  <a:pt x="67010" y="358978"/>
                </a:lnTo>
                <a:lnTo>
                  <a:pt x="60413" y="358643"/>
                </a:lnTo>
                <a:lnTo>
                  <a:pt x="53747" y="357636"/>
                </a:lnTo>
                <a:lnTo>
                  <a:pt x="47283" y="355959"/>
                </a:lnTo>
                <a:lnTo>
                  <a:pt x="41088" y="353699"/>
                </a:lnTo>
                <a:lnTo>
                  <a:pt x="35206" y="350859"/>
                </a:lnTo>
                <a:lnTo>
                  <a:pt x="29659" y="347482"/>
                </a:lnTo>
                <a:lnTo>
                  <a:pt x="24468" y="343612"/>
                </a:lnTo>
                <a:lnTo>
                  <a:pt x="19706" y="339273"/>
                </a:lnTo>
                <a:lnTo>
                  <a:pt x="15367" y="334509"/>
                </a:lnTo>
                <a:lnTo>
                  <a:pt x="11497" y="329321"/>
                </a:lnTo>
                <a:lnTo>
                  <a:pt x="8120" y="323773"/>
                </a:lnTo>
                <a:lnTo>
                  <a:pt x="5279" y="317891"/>
                </a:lnTo>
                <a:lnTo>
                  <a:pt x="3020" y="311696"/>
                </a:lnTo>
                <a:lnTo>
                  <a:pt x="1342" y="305232"/>
                </a:lnTo>
                <a:lnTo>
                  <a:pt x="336" y="298567"/>
                </a:lnTo>
                <a:lnTo>
                  <a:pt x="0" y="291969"/>
                </a:lnTo>
                <a:lnTo>
                  <a:pt x="0" y="67009"/>
                </a:lnTo>
                <a:lnTo>
                  <a:pt x="336" y="60411"/>
                </a:lnTo>
                <a:moveTo>
                  <a:pt x="22345" y="67859"/>
                </a:moveTo>
                <a:lnTo>
                  <a:pt x="22366" y="67277"/>
                </a:lnTo>
                <a:lnTo>
                  <a:pt x="22366" y="291700"/>
                </a:lnTo>
                <a:lnTo>
                  <a:pt x="22345" y="291118"/>
                </a:lnTo>
                <a:lnTo>
                  <a:pt x="22636" y="296867"/>
                </a:lnTo>
                <a:lnTo>
                  <a:pt x="22523" y="295748"/>
                </a:lnTo>
                <a:lnTo>
                  <a:pt x="23374" y="301318"/>
                </a:lnTo>
                <a:lnTo>
                  <a:pt x="23150" y="300222"/>
                </a:lnTo>
                <a:lnTo>
                  <a:pt x="24537" y="305589"/>
                </a:lnTo>
                <a:lnTo>
                  <a:pt x="24201" y="304538"/>
                </a:lnTo>
                <a:lnTo>
                  <a:pt x="26103" y="309682"/>
                </a:lnTo>
                <a:lnTo>
                  <a:pt x="25676" y="308677"/>
                </a:lnTo>
                <a:lnTo>
                  <a:pt x="28026" y="313575"/>
                </a:lnTo>
                <a:lnTo>
                  <a:pt x="27511" y="312635"/>
                </a:lnTo>
                <a:lnTo>
                  <a:pt x="30330" y="317242"/>
                </a:lnTo>
                <a:lnTo>
                  <a:pt x="29726" y="316370"/>
                </a:lnTo>
                <a:lnTo>
                  <a:pt x="32946" y="320687"/>
                </a:lnTo>
                <a:lnTo>
                  <a:pt x="32276" y="319860"/>
                </a:lnTo>
                <a:lnTo>
                  <a:pt x="35899" y="323841"/>
                </a:lnTo>
                <a:lnTo>
                  <a:pt x="35139" y="323080"/>
                </a:lnTo>
                <a:lnTo>
                  <a:pt x="39120" y="326703"/>
                </a:lnTo>
                <a:lnTo>
                  <a:pt x="38292" y="326032"/>
                </a:lnTo>
                <a:lnTo>
                  <a:pt x="42609" y="329253"/>
                </a:lnTo>
                <a:lnTo>
                  <a:pt x="41736" y="328650"/>
                </a:lnTo>
                <a:lnTo>
                  <a:pt x="46344" y="331467"/>
                </a:lnTo>
                <a:lnTo>
                  <a:pt x="45404" y="330953"/>
                </a:lnTo>
                <a:lnTo>
                  <a:pt x="50303" y="333302"/>
                </a:lnTo>
                <a:lnTo>
                  <a:pt x="49296" y="332876"/>
                </a:lnTo>
                <a:lnTo>
                  <a:pt x="54440" y="334778"/>
                </a:lnTo>
                <a:lnTo>
                  <a:pt x="53389" y="334442"/>
                </a:lnTo>
                <a:lnTo>
                  <a:pt x="58757" y="335829"/>
                </a:lnTo>
                <a:lnTo>
                  <a:pt x="57660" y="335605"/>
                </a:lnTo>
                <a:lnTo>
                  <a:pt x="63230" y="336455"/>
                </a:lnTo>
                <a:lnTo>
                  <a:pt x="62112" y="336343"/>
                </a:lnTo>
                <a:lnTo>
                  <a:pt x="67860" y="336634"/>
                </a:lnTo>
                <a:lnTo>
                  <a:pt x="67277" y="336612"/>
                </a:lnTo>
                <a:lnTo>
                  <a:pt x="461685" y="336612"/>
                </a:lnTo>
                <a:lnTo>
                  <a:pt x="461103" y="336634"/>
                </a:lnTo>
                <a:lnTo>
                  <a:pt x="466852" y="336343"/>
                </a:lnTo>
                <a:lnTo>
                  <a:pt x="465732" y="336455"/>
                </a:lnTo>
                <a:lnTo>
                  <a:pt x="471301" y="335605"/>
                </a:lnTo>
                <a:lnTo>
                  <a:pt x="470205" y="335829"/>
                </a:lnTo>
                <a:lnTo>
                  <a:pt x="475573" y="334442"/>
                </a:lnTo>
                <a:lnTo>
                  <a:pt x="474522" y="334778"/>
                </a:lnTo>
                <a:lnTo>
                  <a:pt x="479667" y="332876"/>
                </a:lnTo>
                <a:lnTo>
                  <a:pt x="478660" y="333302"/>
                </a:lnTo>
                <a:lnTo>
                  <a:pt x="483558" y="330953"/>
                </a:lnTo>
                <a:lnTo>
                  <a:pt x="482618" y="331467"/>
                </a:lnTo>
                <a:lnTo>
                  <a:pt x="487226" y="328650"/>
                </a:lnTo>
                <a:lnTo>
                  <a:pt x="486354" y="329253"/>
                </a:lnTo>
                <a:lnTo>
                  <a:pt x="490671" y="326032"/>
                </a:lnTo>
                <a:lnTo>
                  <a:pt x="489843" y="326703"/>
                </a:lnTo>
                <a:lnTo>
                  <a:pt x="493825" y="323080"/>
                </a:lnTo>
                <a:lnTo>
                  <a:pt x="493064" y="323841"/>
                </a:lnTo>
                <a:lnTo>
                  <a:pt x="496687" y="319860"/>
                </a:lnTo>
                <a:lnTo>
                  <a:pt x="496016" y="320687"/>
                </a:lnTo>
                <a:lnTo>
                  <a:pt x="499238" y="316370"/>
                </a:lnTo>
                <a:lnTo>
                  <a:pt x="498634" y="317242"/>
                </a:lnTo>
                <a:lnTo>
                  <a:pt x="501452" y="312635"/>
                </a:lnTo>
                <a:lnTo>
                  <a:pt x="500937" y="313575"/>
                </a:lnTo>
                <a:lnTo>
                  <a:pt x="503286" y="308677"/>
                </a:lnTo>
                <a:lnTo>
                  <a:pt x="502861" y="309682"/>
                </a:lnTo>
                <a:lnTo>
                  <a:pt x="504762" y="304538"/>
                </a:lnTo>
                <a:lnTo>
                  <a:pt x="504426" y="305589"/>
                </a:lnTo>
                <a:lnTo>
                  <a:pt x="505813" y="300222"/>
                </a:lnTo>
                <a:lnTo>
                  <a:pt x="505590" y="301318"/>
                </a:lnTo>
                <a:lnTo>
                  <a:pt x="506439" y="295748"/>
                </a:lnTo>
                <a:lnTo>
                  <a:pt x="506327" y="296867"/>
                </a:lnTo>
                <a:lnTo>
                  <a:pt x="506618" y="291118"/>
                </a:lnTo>
                <a:lnTo>
                  <a:pt x="506596" y="291700"/>
                </a:lnTo>
                <a:lnTo>
                  <a:pt x="506596" y="67277"/>
                </a:lnTo>
                <a:lnTo>
                  <a:pt x="506618" y="67859"/>
                </a:lnTo>
                <a:lnTo>
                  <a:pt x="506327" y="62111"/>
                </a:lnTo>
                <a:lnTo>
                  <a:pt x="506439" y="63229"/>
                </a:lnTo>
                <a:lnTo>
                  <a:pt x="505590" y="57660"/>
                </a:lnTo>
                <a:lnTo>
                  <a:pt x="505813" y="58756"/>
                </a:lnTo>
                <a:lnTo>
                  <a:pt x="504426" y="53388"/>
                </a:lnTo>
                <a:lnTo>
                  <a:pt x="504762" y="54439"/>
                </a:lnTo>
                <a:lnTo>
                  <a:pt x="502861" y="49295"/>
                </a:lnTo>
                <a:lnTo>
                  <a:pt x="503286" y="50302"/>
                </a:lnTo>
                <a:lnTo>
                  <a:pt x="500937" y="45403"/>
                </a:lnTo>
                <a:lnTo>
                  <a:pt x="501452" y="46343"/>
                </a:lnTo>
                <a:lnTo>
                  <a:pt x="498634" y="41735"/>
                </a:lnTo>
                <a:lnTo>
                  <a:pt x="499238" y="42608"/>
                </a:lnTo>
                <a:lnTo>
                  <a:pt x="496016" y="38291"/>
                </a:lnTo>
                <a:lnTo>
                  <a:pt x="496687" y="39119"/>
                </a:lnTo>
                <a:lnTo>
                  <a:pt x="493064" y="35137"/>
                </a:lnTo>
                <a:lnTo>
                  <a:pt x="493825" y="35898"/>
                </a:lnTo>
                <a:lnTo>
                  <a:pt x="489843" y="32275"/>
                </a:lnTo>
                <a:lnTo>
                  <a:pt x="490671" y="32946"/>
                </a:lnTo>
                <a:lnTo>
                  <a:pt x="486354" y="29725"/>
                </a:lnTo>
                <a:lnTo>
                  <a:pt x="487226" y="30328"/>
                </a:lnTo>
                <a:lnTo>
                  <a:pt x="482618" y="27511"/>
                </a:lnTo>
                <a:lnTo>
                  <a:pt x="483558" y="28025"/>
                </a:lnTo>
                <a:lnTo>
                  <a:pt x="478660" y="25676"/>
                </a:lnTo>
                <a:lnTo>
                  <a:pt x="479667" y="26101"/>
                </a:lnTo>
                <a:lnTo>
                  <a:pt x="474522" y="24200"/>
                </a:lnTo>
                <a:lnTo>
                  <a:pt x="475573" y="24536"/>
                </a:lnTo>
                <a:lnTo>
                  <a:pt x="470205" y="23149"/>
                </a:lnTo>
                <a:lnTo>
                  <a:pt x="471301" y="23373"/>
                </a:lnTo>
                <a:lnTo>
                  <a:pt x="465732" y="22523"/>
                </a:lnTo>
                <a:lnTo>
                  <a:pt x="466852" y="22635"/>
                </a:lnTo>
                <a:lnTo>
                  <a:pt x="461103" y="22344"/>
                </a:lnTo>
                <a:lnTo>
                  <a:pt x="461685" y="22366"/>
                </a:lnTo>
                <a:lnTo>
                  <a:pt x="67277" y="22366"/>
                </a:lnTo>
                <a:lnTo>
                  <a:pt x="67860" y="22344"/>
                </a:lnTo>
                <a:lnTo>
                  <a:pt x="62112" y="22635"/>
                </a:lnTo>
                <a:lnTo>
                  <a:pt x="63230" y="22523"/>
                </a:lnTo>
                <a:lnTo>
                  <a:pt x="57660" y="23373"/>
                </a:lnTo>
                <a:lnTo>
                  <a:pt x="58757" y="23149"/>
                </a:lnTo>
                <a:lnTo>
                  <a:pt x="53389" y="24536"/>
                </a:lnTo>
                <a:lnTo>
                  <a:pt x="54440" y="24200"/>
                </a:lnTo>
                <a:lnTo>
                  <a:pt x="49296" y="26101"/>
                </a:lnTo>
                <a:lnTo>
                  <a:pt x="50303" y="25676"/>
                </a:lnTo>
                <a:lnTo>
                  <a:pt x="45404" y="28025"/>
                </a:lnTo>
                <a:lnTo>
                  <a:pt x="46344" y="27511"/>
                </a:lnTo>
                <a:lnTo>
                  <a:pt x="41736" y="30328"/>
                </a:lnTo>
                <a:lnTo>
                  <a:pt x="42609" y="29725"/>
                </a:lnTo>
                <a:lnTo>
                  <a:pt x="38292" y="32946"/>
                </a:lnTo>
                <a:lnTo>
                  <a:pt x="39120" y="32275"/>
                </a:lnTo>
                <a:lnTo>
                  <a:pt x="35139" y="35898"/>
                </a:lnTo>
                <a:lnTo>
                  <a:pt x="35899" y="35137"/>
                </a:lnTo>
                <a:lnTo>
                  <a:pt x="32276" y="39119"/>
                </a:lnTo>
                <a:lnTo>
                  <a:pt x="32946" y="38291"/>
                </a:lnTo>
                <a:lnTo>
                  <a:pt x="29726" y="42608"/>
                </a:lnTo>
                <a:lnTo>
                  <a:pt x="30330" y="41735"/>
                </a:lnTo>
                <a:lnTo>
                  <a:pt x="27511" y="46343"/>
                </a:lnTo>
                <a:lnTo>
                  <a:pt x="28026" y="45403"/>
                </a:lnTo>
                <a:lnTo>
                  <a:pt x="25676" y="50302"/>
                </a:lnTo>
                <a:lnTo>
                  <a:pt x="26103" y="49295"/>
                </a:lnTo>
                <a:lnTo>
                  <a:pt x="24201" y="54439"/>
                </a:lnTo>
                <a:lnTo>
                  <a:pt x="24537" y="53388"/>
                </a:lnTo>
                <a:lnTo>
                  <a:pt x="23150" y="58756"/>
                </a:lnTo>
                <a:lnTo>
                  <a:pt x="23374" y="57660"/>
                </a:lnTo>
                <a:lnTo>
                  <a:pt x="22523" y="63229"/>
                </a:lnTo>
                <a:lnTo>
                  <a:pt x="22636" y="62111"/>
                </a:lnTo>
                <a:lnTo>
                  <a:pt x="22345" y="678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text-197 Short">
            <a:extLst xmlns:a="http://schemas.openxmlformats.org/drawingml/2006/main">
              <a:ext uri="{FF2B5EF4-FFF2-40B4-BE49-F238E27FC236}">
                <a16:creationId xmlns:a16="http://schemas.microsoft.com/office/drawing/2014/main" id="{41B02250-CF1D-42A2-8DF4-1AC7897D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1064" y="3198605"/>
            <a:ext cx="345110" cy="188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9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9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9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Short</a:t>
            </a:r>
          </a:p>
        </p:txBody>
      </p:sp>
      <p:sp>
        <p:nvSpPr>
          <p:cNvPr id="287" name="text-198 Long">
            <a:extLst xmlns:a="http://schemas.openxmlformats.org/drawingml/2006/main">
              <a:ext uri="{FF2B5EF4-FFF2-40B4-BE49-F238E27FC236}">
                <a16:creationId xmlns:a16="http://schemas.microsoft.com/office/drawing/2014/main" id="{12283D5D-D531-4BFC-BC9C-3A86A104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3364" y="3885288"/>
            <a:ext cx="322781" cy="188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Long</a:t>
            </a:r>
          </a:p>
        </p:txBody>
      </p:sp>
      <p:pic>
        <p:nvPic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78BA7E17-67C5-4EF0-941C-9C75B787E4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47f2a77a64bb8"/>
          <a:stretch xmlns:a="http://schemas.openxmlformats.org/drawingml/2006/main"/>
        </p:blipFill>
        <p:spPr>
          <a:xfrm xmlns:a="http://schemas.openxmlformats.org/drawingml/2006/main">
            <a:off x="13239750" y="3105150"/>
            <a:ext cx="752475" cy="381000"/>
          </a:xfrm>
          <a:prstGeom xmlns:a="http://schemas.openxmlformats.org/drawingml/2006/main" prst="rect">
            <a:avLst/>
          </a:prstGeom>
        </p:spPr>
      </p:pic>
      <p:pic>
        <p:nvPic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3EC88948-1B5B-42BE-9D11-0B6B793667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7adcc3ed54028"/>
          <a:stretch xmlns:a="http://schemas.openxmlformats.org/drawingml/2006/main"/>
        </p:blipFill>
        <p:spPr>
          <a:xfrm xmlns:a="http://schemas.openxmlformats.org/drawingml/2006/main">
            <a:off x="13211175" y="3771900"/>
            <a:ext cx="781050" cy="390525"/>
          </a:xfrm>
          <a:prstGeom xmlns:a="http://schemas.openxmlformats.org/drawingml/2006/main" prst="rect">
            <a:avLst/>
          </a:prstGeom>
        </p:spPr>
      </p:pic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34688B9F-DBC7-4F64-BC6C-E845F51B1D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5315710954027"/>
          <a:stretch xmlns:a="http://schemas.openxmlformats.org/drawingml/2006/main"/>
        </p:blipFill>
        <p:spPr>
          <a:xfrm xmlns:a="http://schemas.openxmlformats.org/drawingml/2006/main">
            <a:off x="14020800" y="321945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84CAD799-A5D2-42FD-B1A9-14C820A6FB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d520ced264674"/>
          <a:stretch xmlns:a="http://schemas.openxmlformats.org/drawingml/2006/main"/>
        </p:blipFill>
        <p:spPr>
          <a:xfrm xmlns:a="http://schemas.openxmlformats.org/drawingml/2006/main">
            <a:off x="14020800" y="3867150"/>
            <a:ext cx="152400" cy="190500"/>
          </a:xfrm>
          <a:prstGeom xmlns:a="http://schemas.openxmlformats.org/drawingml/2006/main" prst="rect">
            <a:avLst/>
          </a:prstGeom>
        </p:spPr>
      </p:pic>
      <p:pic>
        <p:nvPic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E705A7C-3297-421C-B2A2-D5310BA538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cdaab8b4c413a"/>
          <a:stretch xmlns:a="http://schemas.openxmlformats.org/drawingml/2006/main"/>
        </p:blipFill>
        <p:spPr>
          <a:xfrm xmlns:a="http://schemas.openxmlformats.org/drawingml/2006/main">
            <a:off x="14239875" y="3028950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22C10F9C-365F-4FE0-A28C-DCADF26F5B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08dc80c67437a"/>
          <a:stretch xmlns:a="http://schemas.openxmlformats.org/drawingml/2006/main"/>
        </p:blipFill>
        <p:spPr>
          <a:xfrm xmlns:a="http://schemas.openxmlformats.org/drawingml/2006/main">
            <a:off x="14239875" y="3705225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301C517C-C2F3-4019-938D-EB28DEB8AA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2c6eec8bb43b8"/>
          <a:stretch xmlns:a="http://schemas.openxmlformats.org/drawingml/2006/main"/>
        </p:blipFill>
        <p:spPr>
          <a:xfrm xmlns:a="http://schemas.openxmlformats.org/drawingml/2006/main">
            <a:off x="11410950" y="2895600"/>
            <a:ext cx="428625" cy="419100"/>
          </a:xfrm>
          <a:prstGeom xmlns:a="http://schemas.openxmlformats.org/drawingml/2006/main" prst="rect">
            <a:avLst/>
          </a:prstGeom>
        </p:spPr>
      </p:pic>
      <p:pic>
        <p:nvPic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C88E1DFD-211F-4186-A2F2-E8AAAFF1F8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ef51990174eb0"/>
          <a:stretch xmlns:a="http://schemas.openxmlformats.org/drawingml/2006/main"/>
        </p:blipFill>
        <p:spPr>
          <a:xfrm xmlns:a="http://schemas.openxmlformats.org/drawingml/2006/main">
            <a:off x="13925550" y="3419475"/>
            <a:ext cx="971550" cy="180975"/>
          </a:xfrm>
          <a:prstGeom xmlns:a="http://schemas.openxmlformats.org/drawingml/2006/main" prst="rect">
            <a:avLst/>
          </a:prstGeom>
        </p:spPr>
      </p:pic>
      <p:pic>
        <p:nvPic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151C56D1-726A-4B03-9492-1546E1A13C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1368d610e4b70"/>
          <a:stretch xmlns:a="http://schemas.openxmlformats.org/drawingml/2006/main"/>
        </p:blipFill>
        <p:spPr>
          <a:xfrm xmlns:a="http://schemas.openxmlformats.org/drawingml/2006/main">
            <a:off x="13935075" y="4076700"/>
            <a:ext cx="962025" cy="180975"/>
          </a:xfrm>
          <a:prstGeom xmlns:a="http://schemas.openxmlformats.org/drawingml/2006/main" prst="rect">
            <a:avLst/>
          </a:prstGeom>
        </p:spPr>
      </p:pic>
      <p:pic>
        <p:nvPic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85727F2B-EBCE-4B6B-9F88-B60404DA40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3eb49a3b3473a"/>
          <a:stretch xmlns:a="http://schemas.openxmlformats.org/drawingml/2006/main"/>
        </p:blipFill>
        <p:spPr>
          <a:xfrm xmlns:a="http://schemas.openxmlformats.org/drawingml/2006/main">
            <a:off x="10544175" y="4933950"/>
            <a:ext cx="2571750" cy="695325"/>
          </a:xfrm>
          <a:prstGeom xmlns:a="http://schemas.openxmlformats.org/drawingml/2006/main" prst="rect">
            <a:avLst/>
          </a:prstGeom>
        </p:spPr>
      </p:pic>
      <p:pic>
        <p:nvPic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2CCC4F68-A75A-4B09-9037-028A35F3AA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eede462e6476e"/>
          <a:stretch xmlns:a="http://schemas.openxmlformats.org/drawingml/2006/main"/>
        </p:blipFill>
        <p:spPr>
          <a:xfrm xmlns:a="http://schemas.openxmlformats.org/drawingml/2006/main">
            <a:off x="8924925" y="5029200"/>
            <a:ext cx="476250" cy="457200"/>
          </a:xfrm>
          <a:prstGeom xmlns:a="http://schemas.openxmlformats.org/drawingml/2006/main" prst="rect">
            <a:avLst/>
          </a:prstGeom>
        </p:spPr>
      </p:pic>
      <p:pic>
        <p:nvPic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3D211BAA-34C4-4B82-A308-48B5646B4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51b1bede54ea3"/>
          <a:stretch xmlns:a="http://schemas.openxmlformats.org/drawingml/2006/main"/>
        </p:blipFill>
        <p:spPr>
          <a:xfrm xmlns:a="http://schemas.openxmlformats.org/drawingml/2006/main">
            <a:off x="9058275" y="5133975"/>
            <a:ext cx="209550" cy="228600"/>
          </a:xfrm>
          <a:prstGeom xmlns:a="http://schemas.openxmlformats.org/drawingml/2006/main" prst="rect">
            <a:avLst/>
          </a:prstGeom>
        </p:spPr>
      </p:pic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F45348DE-7C00-4199-A856-7CE2E3BE8C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9b885a59a47c3"/>
          <a:stretch xmlns:a="http://schemas.openxmlformats.org/drawingml/2006/main"/>
        </p:blipFill>
        <p:spPr>
          <a:xfrm xmlns:a="http://schemas.openxmlformats.org/drawingml/2006/main">
            <a:off x="9382125" y="5029200"/>
            <a:ext cx="466725" cy="457200"/>
          </a:xfrm>
          <a:prstGeom xmlns:a="http://schemas.openxmlformats.org/drawingml/2006/main" prst="rect">
            <a:avLst/>
          </a:prstGeom>
        </p:spPr>
      </p:pic>
      <p:pic>
        <p:nvPic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C75B26CE-AAD0-40DE-8708-D07540C739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2661dbd494763"/>
          <a:stretch xmlns:a="http://schemas.openxmlformats.org/drawingml/2006/main"/>
        </p:blipFill>
        <p:spPr>
          <a:xfrm xmlns:a="http://schemas.openxmlformats.org/drawingml/2006/main">
            <a:off x="9477375" y="513397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000DDD5D-465F-43E6-8862-DB48D33B20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20143365a4d2d"/>
          <a:stretch xmlns:a="http://schemas.openxmlformats.org/drawingml/2006/main"/>
        </p:blipFill>
        <p:spPr>
          <a:xfrm xmlns:a="http://schemas.openxmlformats.org/drawingml/2006/main">
            <a:off x="9839325" y="5029200"/>
            <a:ext cx="476250" cy="457200"/>
          </a:xfrm>
          <a:prstGeom xmlns:a="http://schemas.openxmlformats.org/drawingml/2006/main" prst="rect">
            <a:avLst/>
          </a:prstGeom>
        </p:spPr>
      </p:pic>
      <p:pic>
        <p:nvPic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3AAA1299-8272-41A6-85E2-7D23B7228A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abf0a4021431c"/>
          <a:stretch xmlns:a="http://schemas.openxmlformats.org/drawingml/2006/main"/>
        </p:blipFill>
        <p:spPr>
          <a:xfrm xmlns:a="http://schemas.openxmlformats.org/drawingml/2006/main">
            <a:off x="9963150" y="51149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04" name="text-215 Clip">
            <a:extLst xmlns:a="http://schemas.openxmlformats.org/drawingml/2006/main">
              <a:ext uri="{FF2B5EF4-FFF2-40B4-BE49-F238E27FC236}">
                <a16:creationId xmlns:a16="http://schemas.microsoft.com/office/drawing/2014/main" id="{30924F63-0C38-454A-8063-54D95E20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5741" y="4797026"/>
            <a:ext cx="269871" cy="187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Clip</a:t>
            </a:r>
          </a:p>
        </p:txBody>
      </p:sp>
      <p:sp>
        <p:nvSpPr>
          <p:cNvPr id="305" name="text-215 Package">
            <a:extLst xmlns:a="http://schemas.openxmlformats.org/drawingml/2006/main">
              <a:ext uri="{FF2B5EF4-FFF2-40B4-BE49-F238E27FC236}">
                <a16:creationId xmlns:a16="http://schemas.microsoft.com/office/drawing/2014/main" id="{295D3BCF-B3E9-4B56-92DB-EA618750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5318" y="4796899"/>
            <a:ext cx="500852" cy="187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Package</a:t>
            </a:r>
          </a:p>
        </p:txBody>
      </p:sp>
      <p:sp>
        <p:nvSpPr>
          <p:cNvPr id="306" name="text-216 Query-conditioned">
            <a:extLst xmlns:a="http://schemas.openxmlformats.org/drawingml/2006/main">
              <a:ext uri="{FF2B5EF4-FFF2-40B4-BE49-F238E27FC236}">
                <a16:creationId xmlns:a16="http://schemas.microsoft.com/office/drawing/2014/main" id="{219790AC-A432-41C4-91D3-C57534E3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9562" y="4796946"/>
            <a:ext cx="1104146" cy="187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Query-conditioned</a:t>
            </a:r>
          </a:p>
        </p:txBody>
      </p:sp>
      <p:sp>
        <p:nvSpPr>
          <p:cNvPr id="307" name="text-216 Multi-turn">
            <a:extLst xmlns:a="http://schemas.openxmlformats.org/drawingml/2006/main">
              <a:ext uri="{FF2B5EF4-FFF2-40B4-BE49-F238E27FC236}">
                <a16:creationId xmlns:a16="http://schemas.microsoft.com/office/drawing/2014/main" id="{D7C014FE-22F0-4836-81A4-99D769F8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3400" y="4796946"/>
            <a:ext cx="642285" cy="187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Multi-turn</a:t>
            </a:r>
          </a:p>
        </p:txBody>
      </p:sp>
      <p:sp>
        <p:nvSpPr>
          <p:cNvPr id="308" name="text-216 Dialogue">
            <a:extLst xmlns:a="http://schemas.openxmlformats.org/drawingml/2006/main">
              <a:ext uri="{FF2B5EF4-FFF2-40B4-BE49-F238E27FC236}">
                <a16:creationId xmlns:a16="http://schemas.microsoft.com/office/drawing/2014/main" id="{98E7EC7D-FD40-4027-A0A3-A3C8E6EC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5376" y="4796825"/>
            <a:ext cx="531060" cy="188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</a:t>
            </a:r>
          </a:p>
        </p:txBody>
      </p:sp>
      <p:sp>
        <p:nvSpPr>
          <p:cNvPr id="309" name="path-217">
            <a:extLst xmlns:a="http://schemas.openxmlformats.org/drawingml/2006/main">
              <a:ext uri="{FF2B5EF4-FFF2-40B4-BE49-F238E27FC236}">
                <a16:creationId xmlns:a16="http://schemas.microsoft.com/office/drawing/2014/main" id="{79B96CBC-6807-4E1B-AD41-D5CA5192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13" y="4719753"/>
            <a:ext cx="1505245" cy="890176"/>
          </a:xfrm>
          <a:custGeom xmlns:a="http://schemas.openxmlformats.org/drawingml/2006/main">
            <a:pathLst>
              <a:path w="1505245" h="890176">
                <a:moveTo>
                  <a:pt x="0" y="878993"/>
                </a:moveTo>
                <a:lnTo>
                  <a:pt x="0" y="811894"/>
                </a:lnTo>
                <a:lnTo>
                  <a:pt x="22366" y="811894"/>
                </a:lnTo>
                <a:lnTo>
                  <a:pt x="22366" y="878993"/>
                </a:lnTo>
                <a:lnTo>
                  <a:pt x="0" y="878993"/>
                </a:lnTo>
                <a:moveTo>
                  <a:pt x="0" y="789528"/>
                </a:moveTo>
                <a:lnTo>
                  <a:pt x="0" y="722429"/>
                </a:lnTo>
                <a:lnTo>
                  <a:pt x="22366" y="722429"/>
                </a:lnTo>
                <a:lnTo>
                  <a:pt x="22366" y="789528"/>
                </a:lnTo>
                <a:lnTo>
                  <a:pt x="0" y="789528"/>
                </a:lnTo>
                <a:moveTo>
                  <a:pt x="0" y="700063"/>
                </a:moveTo>
                <a:lnTo>
                  <a:pt x="0" y="632964"/>
                </a:lnTo>
                <a:lnTo>
                  <a:pt x="22366" y="632964"/>
                </a:lnTo>
                <a:lnTo>
                  <a:pt x="22366" y="700063"/>
                </a:lnTo>
                <a:lnTo>
                  <a:pt x="0" y="700063"/>
                </a:lnTo>
                <a:moveTo>
                  <a:pt x="0" y="610598"/>
                </a:moveTo>
                <a:lnTo>
                  <a:pt x="0" y="543499"/>
                </a:lnTo>
                <a:lnTo>
                  <a:pt x="22366" y="543499"/>
                </a:lnTo>
                <a:lnTo>
                  <a:pt x="22366" y="610598"/>
                </a:lnTo>
                <a:lnTo>
                  <a:pt x="0" y="610598"/>
                </a:lnTo>
                <a:moveTo>
                  <a:pt x="0" y="521133"/>
                </a:moveTo>
                <a:lnTo>
                  <a:pt x="0" y="454034"/>
                </a:lnTo>
                <a:lnTo>
                  <a:pt x="22366" y="454034"/>
                </a:lnTo>
                <a:lnTo>
                  <a:pt x="22366" y="521133"/>
                </a:lnTo>
                <a:lnTo>
                  <a:pt x="0" y="521133"/>
                </a:lnTo>
                <a:moveTo>
                  <a:pt x="0" y="431668"/>
                </a:moveTo>
                <a:lnTo>
                  <a:pt x="0" y="364570"/>
                </a:lnTo>
                <a:lnTo>
                  <a:pt x="22366" y="364570"/>
                </a:lnTo>
                <a:lnTo>
                  <a:pt x="22366" y="431668"/>
                </a:lnTo>
                <a:lnTo>
                  <a:pt x="0" y="431668"/>
                </a:lnTo>
                <a:moveTo>
                  <a:pt x="0" y="342204"/>
                </a:moveTo>
                <a:lnTo>
                  <a:pt x="0" y="275105"/>
                </a:lnTo>
                <a:lnTo>
                  <a:pt x="22366" y="275105"/>
                </a:lnTo>
                <a:lnTo>
                  <a:pt x="22366" y="342204"/>
                </a:lnTo>
                <a:lnTo>
                  <a:pt x="0" y="342204"/>
                </a:lnTo>
                <a:moveTo>
                  <a:pt x="0" y="252739"/>
                </a:moveTo>
                <a:lnTo>
                  <a:pt x="0" y="185640"/>
                </a:lnTo>
                <a:lnTo>
                  <a:pt x="22366" y="185640"/>
                </a:lnTo>
                <a:lnTo>
                  <a:pt x="22366" y="252739"/>
                </a:lnTo>
                <a:lnTo>
                  <a:pt x="0" y="252739"/>
                </a:lnTo>
                <a:moveTo>
                  <a:pt x="0" y="163274"/>
                </a:moveTo>
                <a:lnTo>
                  <a:pt x="0" y="96175"/>
                </a:lnTo>
                <a:lnTo>
                  <a:pt x="22366" y="96175"/>
                </a:lnTo>
                <a:lnTo>
                  <a:pt x="22366" y="163274"/>
                </a:lnTo>
                <a:lnTo>
                  <a:pt x="0" y="163274"/>
                </a:lnTo>
                <a:moveTo>
                  <a:pt x="0" y="73809"/>
                </a:moveTo>
                <a:lnTo>
                  <a:pt x="0" y="0"/>
                </a:lnTo>
                <a:lnTo>
                  <a:pt x="15656" y="0"/>
                </a:lnTo>
                <a:lnTo>
                  <a:pt x="15656" y="22367"/>
                </a:lnTo>
                <a:lnTo>
                  <a:pt x="22366" y="22367"/>
                </a:lnTo>
                <a:lnTo>
                  <a:pt x="11183" y="22367"/>
                </a:lnTo>
                <a:lnTo>
                  <a:pt x="22366" y="11184"/>
                </a:lnTo>
                <a:lnTo>
                  <a:pt x="22366" y="73809"/>
                </a:lnTo>
                <a:lnTo>
                  <a:pt x="0" y="73809"/>
                </a:lnTo>
                <a:moveTo>
                  <a:pt x="38022" y="0"/>
                </a:moveTo>
                <a:lnTo>
                  <a:pt x="105120" y="0"/>
                </a:lnTo>
                <a:lnTo>
                  <a:pt x="105120" y="22367"/>
                </a:lnTo>
                <a:lnTo>
                  <a:pt x="38022" y="22367"/>
                </a:lnTo>
                <a:lnTo>
                  <a:pt x="38022" y="0"/>
                </a:lnTo>
                <a:moveTo>
                  <a:pt x="127486" y="0"/>
                </a:moveTo>
                <a:lnTo>
                  <a:pt x="194586" y="0"/>
                </a:lnTo>
                <a:lnTo>
                  <a:pt x="194586" y="22367"/>
                </a:lnTo>
                <a:lnTo>
                  <a:pt x="127486" y="22367"/>
                </a:lnTo>
                <a:lnTo>
                  <a:pt x="127486" y="0"/>
                </a:lnTo>
                <a:moveTo>
                  <a:pt x="216952" y="0"/>
                </a:moveTo>
                <a:lnTo>
                  <a:pt x="284050" y="0"/>
                </a:lnTo>
                <a:lnTo>
                  <a:pt x="284050" y="22367"/>
                </a:lnTo>
                <a:lnTo>
                  <a:pt x="216952" y="22367"/>
                </a:lnTo>
                <a:lnTo>
                  <a:pt x="216952" y="0"/>
                </a:lnTo>
                <a:moveTo>
                  <a:pt x="306416" y="0"/>
                </a:moveTo>
                <a:lnTo>
                  <a:pt x="373514" y="0"/>
                </a:lnTo>
                <a:lnTo>
                  <a:pt x="373514" y="22367"/>
                </a:lnTo>
                <a:lnTo>
                  <a:pt x="306416" y="22367"/>
                </a:lnTo>
                <a:lnTo>
                  <a:pt x="306416" y="0"/>
                </a:lnTo>
                <a:moveTo>
                  <a:pt x="395880" y="0"/>
                </a:moveTo>
                <a:lnTo>
                  <a:pt x="462980" y="0"/>
                </a:lnTo>
                <a:lnTo>
                  <a:pt x="462980" y="22367"/>
                </a:lnTo>
                <a:lnTo>
                  <a:pt x="395880" y="22367"/>
                </a:lnTo>
                <a:lnTo>
                  <a:pt x="395880" y="0"/>
                </a:lnTo>
                <a:moveTo>
                  <a:pt x="485346" y="0"/>
                </a:moveTo>
                <a:lnTo>
                  <a:pt x="552444" y="0"/>
                </a:lnTo>
                <a:lnTo>
                  <a:pt x="552444" y="22367"/>
                </a:lnTo>
                <a:lnTo>
                  <a:pt x="485346" y="22367"/>
                </a:lnTo>
                <a:lnTo>
                  <a:pt x="485346" y="0"/>
                </a:lnTo>
                <a:moveTo>
                  <a:pt x="574810" y="0"/>
                </a:moveTo>
                <a:lnTo>
                  <a:pt x="641910" y="0"/>
                </a:lnTo>
                <a:lnTo>
                  <a:pt x="641910" y="22367"/>
                </a:lnTo>
                <a:lnTo>
                  <a:pt x="574810" y="22367"/>
                </a:lnTo>
                <a:lnTo>
                  <a:pt x="574810" y="0"/>
                </a:lnTo>
                <a:moveTo>
                  <a:pt x="664276" y="0"/>
                </a:moveTo>
                <a:lnTo>
                  <a:pt x="731374" y="0"/>
                </a:lnTo>
                <a:lnTo>
                  <a:pt x="731374" y="22367"/>
                </a:lnTo>
                <a:lnTo>
                  <a:pt x="664276" y="22367"/>
                </a:lnTo>
                <a:lnTo>
                  <a:pt x="664276" y="0"/>
                </a:lnTo>
                <a:moveTo>
                  <a:pt x="753740" y="0"/>
                </a:moveTo>
                <a:lnTo>
                  <a:pt x="820839" y="0"/>
                </a:lnTo>
                <a:lnTo>
                  <a:pt x="820839" y="22367"/>
                </a:lnTo>
                <a:lnTo>
                  <a:pt x="753740" y="22367"/>
                </a:lnTo>
                <a:lnTo>
                  <a:pt x="753740" y="0"/>
                </a:lnTo>
                <a:moveTo>
                  <a:pt x="843206" y="0"/>
                </a:moveTo>
                <a:lnTo>
                  <a:pt x="910304" y="0"/>
                </a:lnTo>
                <a:lnTo>
                  <a:pt x="910304" y="22367"/>
                </a:lnTo>
                <a:lnTo>
                  <a:pt x="843206" y="22367"/>
                </a:lnTo>
                <a:lnTo>
                  <a:pt x="843206" y="0"/>
                </a:lnTo>
                <a:moveTo>
                  <a:pt x="932670" y="0"/>
                </a:moveTo>
                <a:lnTo>
                  <a:pt x="999769" y="0"/>
                </a:lnTo>
                <a:lnTo>
                  <a:pt x="999769" y="22367"/>
                </a:lnTo>
                <a:lnTo>
                  <a:pt x="932670" y="22367"/>
                </a:lnTo>
                <a:lnTo>
                  <a:pt x="932670" y="0"/>
                </a:lnTo>
                <a:moveTo>
                  <a:pt x="1022135" y="0"/>
                </a:moveTo>
                <a:lnTo>
                  <a:pt x="1089234" y="0"/>
                </a:lnTo>
                <a:lnTo>
                  <a:pt x="1089234" y="22367"/>
                </a:lnTo>
                <a:lnTo>
                  <a:pt x="1022135" y="22367"/>
                </a:lnTo>
                <a:lnTo>
                  <a:pt x="1022135" y="0"/>
                </a:lnTo>
                <a:moveTo>
                  <a:pt x="1111601" y="0"/>
                </a:moveTo>
                <a:lnTo>
                  <a:pt x="1178699" y="0"/>
                </a:lnTo>
                <a:lnTo>
                  <a:pt x="1178699" y="22367"/>
                </a:lnTo>
                <a:lnTo>
                  <a:pt x="1111601" y="22367"/>
                </a:lnTo>
                <a:lnTo>
                  <a:pt x="1111601" y="0"/>
                </a:lnTo>
                <a:moveTo>
                  <a:pt x="1201065" y="0"/>
                </a:moveTo>
                <a:lnTo>
                  <a:pt x="1268163" y="0"/>
                </a:lnTo>
                <a:lnTo>
                  <a:pt x="1268163" y="22367"/>
                </a:lnTo>
                <a:lnTo>
                  <a:pt x="1201065" y="22367"/>
                </a:lnTo>
                <a:lnTo>
                  <a:pt x="1201065" y="0"/>
                </a:lnTo>
                <a:moveTo>
                  <a:pt x="1290531" y="0"/>
                </a:moveTo>
                <a:lnTo>
                  <a:pt x="1357629" y="0"/>
                </a:lnTo>
                <a:lnTo>
                  <a:pt x="1357629" y="22367"/>
                </a:lnTo>
                <a:lnTo>
                  <a:pt x="1290531" y="22367"/>
                </a:lnTo>
                <a:lnTo>
                  <a:pt x="1290531" y="0"/>
                </a:lnTo>
                <a:moveTo>
                  <a:pt x="1379995" y="0"/>
                </a:moveTo>
                <a:lnTo>
                  <a:pt x="1447093" y="0"/>
                </a:lnTo>
                <a:lnTo>
                  <a:pt x="1447093" y="22367"/>
                </a:lnTo>
                <a:lnTo>
                  <a:pt x="1379995" y="22367"/>
                </a:lnTo>
                <a:lnTo>
                  <a:pt x="1379995" y="0"/>
                </a:lnTo>
                <a:moveTo>
                  <a:pt x="1469460" y="0"/>
                </a:moveTo>
                <a:lnTo>
                  <a:pt x="1505245" y="0"/>
                </a:lnTo>
                <a:lnTo>
                  <a:pt x="1505245" y="53679"/>
                </a:lnTo>
                <a:lnTo>
                  <a:pt x="1482879" y="53679"/>
                </a:lnTo>
                <a:lnTo>
                  <a:pt x="1482879" y="11184"/>
                </a:lnTo>
                <a:lnTo>
                  <a:pt x="1494062" y="22367"/>
                </a:lnTo>
                <a:lnTo>
                  <a:pt x="1469460" y="22367"/>
                </a:lnTo>
                <a:lnTo>
                  <a:pt x="1469460" y="0"/>
                </a:lnTo>
                <a:moveTo>
                  <a:pt x="1505245" y="76045"/>
                </a:moveTo>
                <a:lnTo>
                  <a:pt x="1505245" y="143144"/>
                </a:lnTo>
                <a:lnTo>
                  <a:pt x="1482879" y="143144"/>
                </a:lnTo>
                <a:lnTo>
                  <a:pt x="1482879" y="76045"/>
                </a:lnTo>
                <a:lnTo>
                  <a:pt x="1505245" y="76045"/>
                </a:lnTo>
                <a:moveTo>
                  <a:pt x="1505245" y="165510"/>
                </a:moveTo>
                <a:lnTo>
                  <a:pt x="1505245" y="232609"/>
                </a:lnTo>
                <a:lnTo>
                  <a:pt x="1482879" y="232609"/>
                </a:lnTo>
                <a:lnTo>
                  <a:pt x="1482879" y="165510"/>
                </a:lnTo>
                <a:lnTo>
                  <a:pt x="1505245" y="165510"/>
                </a:lnTo>
                <a:moveTo>
                  <a:pt x="1505245" y="254975"/>
                </a:moveTo>
                <a:lnTo>
                  <a:pt x="1505245" y="322074"/>
                </a:lnTo>
                <a:lnTo>
                  <a:pt x="1482879" y="322074"/>
                </a:lnTo>
                <a:lnTo>
                  <a:pt x="1482879" y="254975"/>
                </a:lnTo>
                <a:lnTo>
                  <a:pt x="1505245" y="254975"/>
                </a:lnTo>
                <a:moveTo>
                  <a:pt x="1505245" y="344440"/>
                </a:moveTo>
                <a:lnTo>
                  <a:pt x="1505245" y="411539"/>
                </a:lnTo>
                <a:lnTo>
                  <a:pt x="1482879" y="411539"/>
                </a:lnTo>
                <a:lnTo>
                  <a:pt x="1482879" y="344440"/>
                </a:lnTo>
                <a:lnTo>
                  <a:pt x="1505245" y="344440"/>
                </a:lnTo>
                <a:moveTo>
                  <a:pt x="1505245" y="433905"/>
                </a:moveTo>
                <a:lnTo>
                  <a:pt x="1505245" y="501004"/>
                </a:lnTo>
                <a:lnTo>
                  <a:pt x="1482879" y="501004"/>
                </a:lnTo>
                <a:lnTo>
                  <a:pt x="1482879" y="433905"/>
                </a:lnTo>
                <a:lnTo>
                  <a:pt x="1505245" y="433905"/>
                </a:lnTo>
                <a:moveTo>
                  <a:pt x="1505245" y="523370"/>
                </a:moveTo>
                <a:lnTo>
                  <a:pt x="1505245" y="590469"/>
                </a:lnTo>
                <a:lnTo>
                  <a:pt x="1482879" y="590469"/>
                </a:lnTo>
                <a:lnTo>
                  <a:pt x="1482879" y="523370"/>
                </a:lnTo>
                <a:lnTo>
                  <a:pt x="1505245" y="523370"/>
                </a:lnTo>
                <a:moveTo>
                  <a:pt x="1505245" y="612835"/>
                </a:moveTo>
                <a:lnTo>
                  <a:pt x="1505245" y="679933"/>
                </a:lnTo>
                <a:lnTo>
                  <a:pt x="1482879" y="679933"/>
                </a:lnTo>
                <a:lnTo>
                  <a:pt x="1482879" y="612835"/>
                </a:lnTo>
                <a:lnTo>
                  <a:pt x="1505245" y="612835"/>
                </a:lnTo>
                <a:moveTo>
                  <a:pt x="1505245" y="702300"/>
                </a:moveTo>
                <a:lnTo>
                  <a:pt x="1505245" y="769398"/>
                </a:lnTo>
                <a:lnTo>
                  <a:pt x="1482879" y="769398"/>
                </a:lnTo>
                <a:lnTo>
                  <a:pt x="1482879" y="702300"/>
                </a:lnTo>
                <a:lnTo>
                  <a:pt x="1505245" y="702300"/>
                </a:lnTo>
                <a:moveTo>
                  <a:pt x="1505245" y="791764"/>
                </a:moveTo>
                <a:lnTo>
                  <a:pt x="1505245" y="858863"/>
                </a:lnTo>
                <a:lnTo>
                  <a:pt x="1482879" y="858863"/>
                </a:lnTo>
                <a:lnTo>
                  <a:pt x="1482879" y="791764"/>
                </a:lnTo>
                <a:lnTo>
                  <a:pt x="1505245" y="791764"/>
                </a:lnTo>
                <a:moveTo>
                  <a:pt x="1491826" y="890176"/>
                </a:moveTo>
                <a:lnTo>
                  <a:pt x="1424727" y="890176"/>
                </a:lnTo>
                <a:lnTo>
                  <a:pt x="1424727" y="867810"/>
                </a:lnTo>
                <a:lnTo>
                  <a:pt x="1491826" y="867810"/>
                </a:lnTo>
                <a:lnTo>
                  <a:pt x="1491826" y="890176"/>
                </a:lnTo>
                <a:moveTo>
                  <a:pt x="1402361" y="890176"/>
                </a:moveTo>
                <a:lnTo>
                  <a:pt x="1335263" y="890176"/>
                </a:lnTo>
                <a:lnTo>
                  <a:pt x="1335263" y="867810"/>
                </a:lnTo>
                <a:lnTo>
                  <a:pt x="1402361" y="867810"/>
                </a:lnTo>
                <a:lnTo>
                  <a:pt x="1402361" y="890176"/>
                </a:lnTo>
                <a:moveTo>
                  <a:pt x="1312897" y="890176"/>
                </a:moveTo>
                <a:lnTo>
                  <a:pt x="1245797" y="890176"/>
                </a:lnTo>
                <a:lnTo>
                  <a:pt x="1245797" y="867810"/>
                </a:lnTo>
                <a:lnTo>
                  <a:pt x="1312897" y="867810"/>
                </a:lnTo>
                <a:lnTo>
                  <a:pt x="1312897" y="890176"/>
                </a:lnTo>
                <a:moveTo>
                  <a:pt x="1223431" y="890176"/>
                </a:moveTo>
                <a:lnTo>
                  <a:pt x="1156333" y="890176"/>
                </a:lnTo>
                <a:lnTo>
                  <a:pt x="1156333" y="867810"/>
                </a:lnTo>
                <a:lnTo>
                  <a:pt x="1223431" y="867810"/>
                </a:lnTo>
                <a:lnTo>
                  <a:pt x="1223431" y="890176"/>
                </a:lnTo>
                <a:moveTo>
                  <a:pt x="1133967" y="890176"/>
                </a:moveTo>
                <a:lnTo>
                  <a:pt x="1066867" y="890176"/>
                </a:lnTo>
                <a:lnTo>
                  <a:pt x="1066867" y="867810"/>
                </a:lnTo>
                <a:lnTo>
                  <a:pt x="1133967" y="867810"/>
                </a:lnTo>
                <a:lnTo>
                  <a:pt x="1133967" y="890176"/>
                </a:lnTo>
                <a:moveTo>
                  <a:pt x="1044501" y="890176"/>
                </a:moveTo>
                <a:lnTo>
                  <a:pt x="977403" y="890176"/>
                </a:lnTo>
                <a:lnTo>
                  <a:pt x="977403" y="867810"/>
                </a:lnTo>
                <a:lnTo>
                  <a:pt x="1044501" y="867810"/>
                </a:lnTo>
                <a:lnTo>
                  <a:pt x="1044501" y="890176"/>
                </a:lnTo>
                <a:moveTo>
                  <a:pt x="955037" y="890176"/>
                </a:moveTo>
                <a:lnTo>
                  <a:pt x="887938" y="890176"/>
                </a:lnTo>
                <a:lnTo>
                  <a:pt x="887938" y="867810"/>
                </a:lnTo>
                <a:lnTo>
                  <a:pt x="955037" y="867810"/>
                </a:lnTo>
                <a:lnTo>
                  <a:pt x="955037" y="890176"/>
                </a:lnTo>
                <a:moveTo>
                  <a:pt x="865572" y="890176"/>
                </a:moveTo>
                <a:lnTo>
                  <a:pt x="798473" y="890176"/>
                </a:lnTo>
                <a:lnTo>
                  <a:pt x="798473" y="867810"/>
                </a:lnTo>
                <a:lnTo>
                  <a:pt x="865572" y="867810"/>
                </a:lnTo>
                <a:lnTo>
                  <a:pt x="865572" y="890176"/>
                </a:lnTo>
                <a:moveTo>
                  <a:pt x="776107" y="890176"/>
                </a:moveTo>
                <a:lnTo>
                  <a:pt x="709008" y="890176"/>
                </a:lnTo>
                <a:lnTo>
                  <a:pt x="709008" y="867810"/>
                </a:lnTo>
                <a:lnTo>
                  <a:pt x="776107" y="867810"/>
                </a:lnTo>
                <a:lnTo>
                  <a:pt x="776107" y="890176"/>
                </a:lnTo>
                <a:moveTo>
                  <a:pt x="686642" y="890176"/>
                </a:moveTo>
                <a:lnTo>
                  <a:pt x="619544" y="890176"/>
                </a:lnTo>
                <a:lnTo>
                  <a:pt x="619544" y="867810"/>
                </a:lnTo>
                <a:lnTo>
                  <a:pt x="686642" y="867810"/>
                </a:lnTo>
                <a:lnTo>
                  <a:pt x="686642" y="890176"/>
                </a:lnTo>
                <a:moveTo>
                  <a:pt x="597178" y="890176"/>
                </a:moveTo>
                <a:lnTo>
                  <a:pt x="530078" y="890176"/>
                </a:lnTo>
                <a:lnTo>
                  <a:pt x="530078" y="867810"/>
                </a:lnTo>
                <a:lnTo>
                  <a:pt x="597178" y="867810"/>
                </a:lnTo>
                <a:lnTo>
                  <a:pt x="597178" y="890176"/>
                </a:lnTo>
                <a:moveTo>
                  <a:pt x="507712" y="890176"/>
                </a:moveTo>
                <a:lnTo>
                  <a:pt x="440614" y="890176"/>
                </a:lnTo>
                <a:lnTo>
                  <a:pt x="440614" y="867810"/>
                </a:lnTo>
                <a:lnTo>
                  <a:pt x="507712" y="867810"/>
                </a:lnTo>
                <a:lnTo>
                  <a:pt x="507712" y="890176"/>
                </a:lnTo>
                <a:moveTo>
                  <a:pt x="418248" y="890176"/>
                </a:moveTo>
                <a:lnTo>
                  <a:pt x="351148" y="890176"/>
                </a:lnTo>
                <a:lnTo>
                  <a:pt x="351148" y="867810"/>
                </a:lnTo>
                <a:lnTo>
                  <a:pt x="418248" y="867810"/>
                </a:lnTo>
                <a:lnTo>
                  <a:pt x="418248" y="890176"/>
                </a:lnTo>
                <a:moveTo>
                  <a:pt x="328782" y="890176"/>
                </a:moveTo>
                <a:lnTo>
                  <a:pt x="261684" y="890176"/>
                </a:lnTo>
                <a:lnTo>
                  <a:pt x="261684" y="867810"/>
                </a:lnTo>
                <a:lnTo>
                  <a:pt x="328782" y="867810"/>
                </a:lnTo>
                <a:lnTo>
                  <a:pt x="328782" y="890176"/>
                </a:lnTo>
                <a:moveTo>
                  <a:pt x="239318" y="890176"/>
                </a:moveTo>
                <a:lnTo>
                  <a:pt x="172219" y="890176"/>
                </a:lnTo>
                <a:lnTo>
                  <a:pt x="172219" y="867810"/>
                </a:lnTo>
                <a:lnTo>
                  <a:pt x="239318" y="867810"/>
                </a:lnTo>
                <a:lnTo>
                  <a:pt x="239318" y="890176"/>
                </a:lnTo>
                <a:moveTo>
                  <a:pt x="149852" y="890176"/>
                </a:moveTo>
                <a:lnTo>
                  <a:pt x="82754" y="890176"/>
                </a:lnTo>
                <a:lnTo>
                  <a:pt x="82754" y="867810"/>
                </a:lnTo>
                <a:lnTo>
                  <a:pt x="149852" y="867810"/>
                </a:lnTo>
                <a:lnTo>
                  <a:pt x="149852" y="890176"/>
                </a:lnTo>
                <a:moveTo>
                  <a:pt x="60388" y="890176"/>
                </a:moveTo>
                <a:lnTo>
                  <a:pt x="11183" y="890176"/>
                </a:lnTo>
                <a:lnTo>
                  <a:pt x="11183" y="867810"/>
                </a:lnTo>
                <a:lnTo>
                  <a:pt x="60388" y="867810"/>
                </a:lnTo>
                <a:lnTo>
                  <a:pt x="60388" y="890176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218">
            <a:extLst xmlns:a="http://schemas.openxmlformats.org/drawingml/2006/main">
              <a:ext uri="{FF2B5EF4-FFF2-40B4-BE49-F238E27FC236}">
                <a16:creationId xmlns:a16="http://schemas.microsoft.com/office/drawing/2014/main" id="{4DC92F7E-0315-4577-B5A3-581283BE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1215" y="4719753"/>
            <a:ext cx="2713023" cy="890176"/>
          </a:xfrm>
          <a:custGeom xmlns:a="http://schemas.openxmlformats.org/drawingml/2006/main">
            <a:pathLst>
              <a:path w="2713023" h="890176">
                <a:moveTo>
                  <a:pt x="0" y="878993"/>
                </a:moveTo>
                <a:lnTo>
                  <a:pt x="0" y="811894"/>
                </a:lnTo>
                <a:lnTo>
                  <a:pt x="22366" y="811894"/>
                </a:lnTo>
                <a:lnTo>
                  <a:pt x="22366" y="878993"/>
                </a:lnTo>
                <a:lnTo>
                  <a:pt x="0" y="878993"/>
                </a:lnTo>
                <a:moveTo>
                  <a:pt x="0" y="789528"/>
                </a:moveTo>
                <a:lnTo>
                  <a:pt x="0" y="722429"/>
                </a:lnTo>
                <a:lnTo>
                  <a:pt x="22366" y="722429"/>
                </a:lnTo>
                <a:lnTo>
                  <a:pt x="22366" y="789528"/>
                </a:lnTo>
                <a:lnTo>
                  <a:pt x="0" y="789528"/>
                </a:lnTo>
                <a:moveTo>
                  <a:pt x="0" y="700063"/>
                </a:moveTo>
                <a:lnTo>
                  <a:pt x="0" y="632964"/>
                </a:lnTo>
                <a:lnTo>
                  <a:pt x="22366" y="632964"/>
                </a:lnTo>
                <a:lnTo>
                  <a:pt x="22366" y="700063"/>
                </a:lnTo>
                <a:lnTo>
                  <a:pt x="0" y="700063"/>
                </a:lnTo>
                <a:moveTo>
                  <a:pt x="0" y="610598"/>
                </a:moveTo>
                <a:lnTo>
                  <a:pt x="0" y="543499"/>
                </a:lnTo>
                <a:lnTo>
                  <a:pt x="22366" y="543499"/>
                </a:lnTo>
                <a:lnTo>
                  <a:pt x="22366" y="610598"/>
                </a:lnTo>
                <a:lnTo>
                  <a:pt x="0" y="610598"/>
                </a:lnTo>
                <a:moveTo>
                  <a:pt x="0" y="521133"/>
                </a:moveTo>
                <a:lnTo>
                  <a:pt x="0" y="454034"/>
                </a:lnTo>
                <a:lnTo>
                  <a:pt x="22366" y="454034"/>
                </a:lnTo>
                <a:lnTo>
                  <a:pt x="22366" y="521133"/>
                </a:lnTo>
                <a:lnTo>
                  <a:pt x="0" y="521133"/>
                </a:lnTo>
                <a:moveTo>
                  <a:pt x="0" y="431668"/>
                </a:moveTo>
                <a:lnTo>
                  <a:pt x="0" y="364570"/>
                </a:lnTo>
                <a:lnTo>
                  <a:pt x="22366" y="364570"/>
                </a:lnTo>
                <a:lnTo>
                  <a:pt x="22366" y="431668"/>
                </a:lnTo>
                <a:lnTo>
                  <a:pt x="0" y="431668"/>
                </a:lnTo>
                <a:moveTo>
                  <a:pt x="0" y="342204"/>
                </a:moveTo>
                <a:lnTo>
                  <a:pt x="0" y="275105"/>
                </a:lnTo>
                <a:lnTo>
                  <a:pt x="22366" y="275105"/>
                </a:lnTo>
                <a:lnTo>
                  <a:pt x="22366" y="342204"/>
                </a:lnTo>
                <a:lnTo>
                  <a:pt x="0" y="342204"/>
                </a:lnTo>
                <a:moveTo>
                  <a:pt x="0" y="252739"/>
                </a:moveTo>
                <a:lnTo>
                  <a:pt x="0" y="185640"/>
                </a:lnTo>
                <a:lnTo>
                  <a:pt x="22366" y="185640"/>
                </a:lnTo>
                <a:lnTo>
                  <a:pt x="22366" y="252739"/>
                </a:lnTo>
                <a:lnTo>
                  <a:pt x="0" y="252739"/>
                </a:lnTo>
                <a:moveTo>
                  <a:pt x="0" y="163274"/>
                </a:moveTo>
                <a:lnTo>
                  <a:pt x="0" y="96175"/>
                </a:lnTo>
                <a:lnTo>
                  <a:pt x="22366" y="96175"/>
                </a:lnTo>
                <a:lnTo>
                  <a:pt x="22366" y="163274"/>
                </a:lnTo>
                <a:lnTo>
                  <a:pt x="0" y="163274"/>
                </a:lnTo>
                <a:moveTo>
                  <a:pt x="0" y="73809"/>
                </a:moveTo>
                <a:lnTo>
                  <a:pt x="0" y="0"/>
                </a:lnTo>
                <a:lnTo>
                  <a:pt x="15657" y="0"/>
                </a:lnTo>
                <a:lnTo>
                  <a:pt x="15657" y="22367"/>
                </a:lnTo>
                <a:lnTo>
                  <a:pt x="22366" y="22367"/>
                </a:lnTo>
                <a:lnTo>
                  <a:pt x="11183" y="22367"/>
                </a:lnTo>
                <a:lnTo>
                  <a:pt x="22366" y="11184"/>
                </a:lnTo>
                <a:lnTo>
                  <a:pt x="22366" y="73809"/>
                </a:lnTo>
                <a:lnTo>
                  <a:pt x="0" y="73809"/>
                </a:lnTo>
                <a:moveTo>
                  <a:pt x="38023" y="0"/>
                </a:moveTo>
                <a:lnTo>
                  <a:pt x="105121" y="0"/>
                </a:lnTo>
                <a:lnTo>
                  <a:pt x="105121" y="22367"/>
                </a:lnTo>
                <a:lnTo>
                  <a:pt x="38023" y="22367"/>
                </a:lnTo>
                <a:lnTo>
                  <a:pt x="38023" y="0"/>
                </a:lnTo>
                <a:moveTo>
                  <a:pt x="127488" y="0"/>
                </a:moveTo>
                <a:lnTo>
                  <a:pt x="194587" y="0"/>
                </a:lnTo>
                <a:lnTo>
                  <a:pt x="194587" y="22367"/>
                </a:lnTo>
                <a:lnTo>
                  <a:pt x="127488" y="22367"/>
                </a:lnTo>
                <a:lnTo>
                  <a:pt x="127488" y="0"/>
                </a:lnTo>
                <a:moveTo>
                  <a:pt x="216953" y="0"/>
                </a:moveTo>
                <a:lnTo>
                  <a:pt x="284051" y="0"/>
                </a:lnTo>
                <a:lnTo>
                  <a:pt x="284051" y="22367"/>
                </a:lnTo>
                <a:lnTo>
                  <a:pt x="216953" y="22367"/>
                </a:lnTo>
                <a:lnTo>
                  <a:pt x="216953" y="0"/>
                </a:lnTo>
                <a:moveTo>
                  <a:pt x="306417" y="0"/>
                </a:moveTo>
                <a:lnTo>
                  <a:pt x="373517" y="0"/>
                </a:lnTo>
                <a:lnTo>
                  <a:pt x="373517" y="22367"/>
                </a:lnTo>
                <a:lnTo>
                  <a:pt x="306417" y="22367"/>
                </a:lnTo>
                <a:lnTo>
                  <a:pt x="306417" y="0"/>
                </a:lnTo>
                <a:moveTo>
                  <a:pt x="395883" y="0"/>
                </a:moveTo>
                <a:lnTo>
                  <a:pt x="462981" y="0"/>
                </a:lnTo>
                <a:lnTo>
                  <a:pt x="462981" y="22367"/>
                </a:lnTo>
                <a:lnTo>
                  <a:pt x="395883" y="22367"/>
                </a:lnTo>
                <a:lnTo>
                  <a:pt x="395883" y="0"/>
                </a:lnTo>
                <a:moveTo>
                  <a:pt x="485347" y="0"/>
                </a:moveTo>
                <a:lnTo>
                  <a:pt x="552447" y="0"/>
                </a:lnTo>
                <a:lnTo>
                  <a:pt x="552447" y="22367"/>
                </a:lnTo>
                <a:lnTo>
                  <a:pt x="485347" y="22367"/>
                </a:lnTo>
                <a:lnTo>
                  <a:pt x="485347" y="0"/>
                </a:lnTo>
                <a:moveTo>
                  <a:pt x="574813" y="0"/>
                </a:moveTo>
                <a:lnTo>
                  <a:pt x="641911" y="0"/>
                </a:lnTo>
                <a:lnTo>
                  <a:pt x="641911" y="22367"/>
                </a:lnTo>
                <a:lnTo>
                  <a:pt x="574813" y="22367"/>
                </a:lnTo>
                <a:lnTo>
                  <a:pt x="574813" y="0"/>
                </a:lnTo>
                <a:moveTo>
                  <a:pt x="664277" y="0"/>
                </a:moveTo>
                <a:lnTo>
                  <a:pt x="731376" y="0"/>
                </a:lnTo>
                <a:lnTo>
                  <a:pt x="731376" y="22367"/>
                </a:lnTo>
                <a:lnTo>
                  <a:pt x="664277" y="22367"/>
                </a:lnTo>
                <a:lnTo>
                  <a:pt x="664277" y="0"/>
                </a:lnTo>
                <a:moveTo>
                  <a:pt x="753742" y="0"/>
                </a:moveTo>
                <a:lnTo>
                  <a:pt x="820841" y="0"/>
                </a:lnTo>
                <a:lnTo>
                  <a:pt x="820841" y="22367"/>
                </a:lnTo>
                <a:lnTo>
                  <a:pt x="753742" y="22367"/>
                </a:lnTo>
                <a:lnTo>
                  <a:pt x="753742" y="0"/>
                </a:lnTo>
                <a:moveTo>
                  <a:pt x="843207" y="0"/>
                </a:moveTo>
                <a:lnTo>
                  <a:pt x="910306" y="0"/>
                </a:lnTo>
                <a:lnTo>
                  <a:pt x="910306" y="22367"/>
                </a:lnTo>
                <a:lnTo>
                  <a:pt x="843207" y="22367"/>
                </a:lnTo>
                <a:lnTo>
                  <a:pt x="843207" y="0"/>
                </a:lnTo>
                <a:moveTo>
                  <a:pt x="932672" y="0"/>
                </a:moveTo>
                <a:lnTo>
                  <a:pt x="999770" y="0"/>
                </a:lnTo>
                <a:lnTo>
                  <a:pt x="999770" y="22367"/>
                </a:lnTo>
                <a:lnTo>
                  <a:pt x="932672" y="22367"/>
                </a:lnTo>
                <a:lnTo>
                  <a:pt x="932672" y="0"/>
                </a:lnTo>
                <a:moveTo>
                  <a:pt x="1022136" y="0"/>
                </a:moveTo>
                <a:lnTo>
                  <a:pt x="1089236" y="0"/>
                </a:lnTo>
                <a:lnTo>
                  <a:pt x="1089236" y="22367"/>
                </a:lnTo>
                <a:lnTo>
                  <a:pt x="1022136" y="22367"/>
                </a:lnTo>
                <a:lnTo>
                  <a:pt x="1022136" y="0"/>
                </a:lnTo>
                <a:moveTo>
                  <a:pt x="1111602" y="0"/>
                </a:moveTo>
                <a:lnTo>
                  <a:pt x="1178700" y="0"/>
                </a:lnTo>
                <a:lnTo>
                  <a:pt x="1178700" y="22367"/>
                </a:lnTo>
                <a:lnTo>
                  <a:pt x="1111602" y="22367"/>
                </a:lnTo>
                <a:lnTo>
                  <a:pt x="1111602" y="0"/>
                </a:lnTo>
                <a:moveTo>
                  <a:pt x="1201066" y="0"/>
                </a:moveTo>
                <a:lnTo>
                  <a:pt x="1268166" y="0"/>
                </a:lnTo>
                <a:lnTo>
                  <a:pt x="1268166" y="22367"/>
                </a:lnTo>
                <a:lnTo>
                  <a:pt x="1201066" y="22367"/>
                </a:lnTo>
                <a:lnTo>
                  <a:pt x="1201066" y="0"/>
                </a:lnTo>
                <a:moveTo>
                  <a:pt x="1290532" y="0"/>
                </a:moveTo>
                <a:lnTo>
                  <a:pt x="1357630" y="0"/>
                </a:lnTo>
                <a:lnTo>
                  <a:pt x="1357630" y="22367"/>
                </a:lnTo>
                <a:lnTo>
                  <a:pt x="1290532" y="22367"/>
                </a:lnTo>
                <a:lnTo>
                  <a:pt x="1290532" y="0"/>
                </a:lnTo>
                <a:moveTo>
                  <a:pt x="1379996" y="0"/>
                </a:moveTo>
                <a:lnTo>
                  <a:pt x="1447095" y="0"/>
                </a:lnTo>
                <a:lnTo>
                  <a:pt x="1447095" y="22367"/>
                </a:lnTo>
                <a:lnTo>
                  <a:pt x="1379996" y="22367"/>
                </a:lnTo>
                <a:lnTo>
                  <a:pt x="1379996" y="0"/>
                </a:lnTo>
                <a:moveTo>
                  <a:pt x="1469461" y="0"/>
                </a:moveTo>
                <a:lnTo>
                  <a:pt x="1536560" y="0"/>
                </a:lnTo>
                <a:lnTo>
                  <a:pt x="1536560" y="22367"/>
                </a:lnTo>
                <a:lnTo>
                  <a:pt x="1469461" y="22367"/>
                </a:lnTo>
                <a:lnTo>
                  <a:pt x="1469461" y="0"/>
                </a:lnTo>
                <a:moveTo>
                  <a:pt x="1558926" y="0"/>
                </a:moveTo>
                <a:lnTo>
                  <a:pt x="1626025" y="0"/>
                </a:lnTo>
                <a:lnTo>
                  <a:pt x="1626025" y="22367"/>
                </a:lnTo>
                <a:lnTo>
                  <a:pt x="1558926" y="22367"/>
                </a:lnTo>
                <a:lnTo>
                  <a:pt x="1558926" y="0"/>
                </a:lnTo>
                <a:moveTo>
                  <a:pt x="1648391" y="0"/>
                </a:moveTo>
                <a:lnTo>
                  <a:pt x="1715489" y="0"/>
                </a:lnTo>
                <a:lnTo>
                  <a:pt x="1715489" y="22367"/>
                </a:lnTo>
                <a:lnTo>
                  <a:pt x="1648391" y="22367"/>
                </a:lnTo>
                <a:lnTo>
                  <a:pt x="1648391" y="0"/>
                </a:lnTo>
                <a:moveTo>
                  <a:pt x="1737856" y="0"/>
                </a:moveTo>
                <a:lnTo>
                  <a:pt x="1804955" y="0"/>
                </a:lnTo>
                <a:lnTo>
                  <a:pt x="1804955" y="22367"/>
                </a:lnTo>
                <a:lnTo>
                  <a:pt x="1737856" y="22367"/>
                </a:lnTo>
                <a:lnTo>
                  <a:pt x="1737856" y="0"/>
                </a:lnTo>
                <a:moveTo>
                  <a:pt x="1827321" y="0"/>
                </a:moveTo>
                <a:lnTo>
                  <a:pt x="1894419" y="0"/>
                </a:lnTo>
                <a:lnTo>
                  <a:pt x="1894419" y="22367"/>
                </a:lnTo>
                <a:lnTo>
                  <a:pt x="1827321" y="22367"/>
                </a:lnTo>
                <a:lnTo>
                  <a:pt x="1827321" y="0"/>
                </a:lnTo>
                <a:moveTo>
                  <a:pt x="1916785" y="0"/>
                </a:moveTo>
                <a:lnTo>
                  <a:pt x="1983885" y="0"/>
                </a:lnTo>
                <a:lnTo>
                  <a:pt x="1983885" y="22367"/>
                </a:lnTo>
                <a:lnTo>
                  <a:pt x="1916785" y="22367"/>
                </a:lnTo>
                <a:lnTo>
                  <a:pt x="1916785" y="0"/>
                </a:lnTo>
                <a:moveTo>
                  <a:pt x="2006251" y="0"/>
                </a:moveTo>
                <a:lnTo>
                  <a:pt x="2073349" y="0"/>
                </a:lnTo>
                <a:lnTo>
                  <a:pt x="2073349" y="22367"/>
                </a:lnTo>
                <a:lnTo>
                  <a:pt x="2006251" y="22367"/>
                </a:lnTo>
                <a:lnTo>
                  <a:pt x="2006251" y="0"/>
                </a:lnTo>
                <a:moveTo>
                  <a:pt x="2095715" y="0"/>
                </a:moveTo>
                <a:lnTo>
                  <a:pt x="2162814" y="0"/>
                </a:lnTo>
                <a:lnTo>
                  <a:pt x="2162814" y="22367"/>
                </a:lnTo>
                <a:lnTo>
                  <a:pt x="2095715" y="22367"/>
                </a:lnTo>
                <a:lnTo>
                  <a:pt x="2095715" y="0"/>
                </a:lnTo>
                <a:moveTo>
                  <a:pt x="2185181" y="0"/>
                </a:moveTo>
                <a:lnTo>
                  <a:pt x="2252279" y="0"/>
                </a:lnTo>
                <a:lnTo>
                  <a:pt x="2252279" y="22367"/>
                </a:lnTo>
                <a:lnTo>
                  <a:pt x="2185181" y="22367"/>
                </a:lnTo>
                <a:lnTo>
                  <a:pt x="2185181" y="0"/>
                </a:lnTo>
                <a:moveTo>
                  <a:pt x="2274645" y="0"/>
                </a:moveTo>
                <a:lnTo>
                  <a:pt x="2341744" y="0"/>
                </a:lnTo>
                <a:lnTo>
                  <a:pt x="2341744" y="22367"/>
                </a:lnTo>
                <a:lnTo>
                  <a:pt x="2274645" y="22367"/>
                </a:lnTo>
                <a:lnTo>
                  <a:pt x="2274645" y="0"/>
                </a:lnTo>
                <a:moveTo>
                  <a:pt x="2364110" y="0"/>
                </a:moveTo>
                <a:lnTo>
                  <a:pt x="2431209" y="0"/>
                </a:lnTo>
                <a:lnTo>
                  <a:pt x="2431209" y="22367"/>
                </a:lnTo>
                <a:lnTo>
                  <a:pt x="2364110" y="22367"/>
                </a:lnTo>
                <a:lnTo>
                  <a:pt x="2364110" y="0"/>
                </a:lnTo>
                <a:moveTo>
                  <a:pt x="2453575" y="0"/>
                </a:moveTo>
                <a:lnTo>
                  <a:pt x="2520674" y="0"/>
                </a:lnTo>
                <a:lnTo>
                  <a:pt x="2520674" y="22367"/>
                </a:lnTo>
                <a:lnTo>
                  <a:pt x="2453575" y="22367"/>
                </a:lnTo>
                <a:lnTo>
                  <a:pt x="2453575" y="0"/>
                </a:lnTo>
                <a:moveTo>
                  <a:pt x="2543040" y="0"/>
                </a:moveTo>
                <a:lnTo>
                  <a:pt x="2610138" y="0"/>
                </a:lnTo>
                <a:lnTo>
                  <a:pt x="2610138" y="22367"/>
                </a:lnTo>
                <a:lnTo>
                  <a:pt x="2543040" y="22367"/>
                </a:lnTo>
                <a:lnTo>
                  <a:pt x="2543040" y="0"/>
                </a:lnTo>
                <a:moveTo>
                  <a:pt x="2632504" y="0"/>
                </a:moveTo>
                <a:lnTo>
                  <a:pt x="2699604" y="0"/>
                </a:lnTo>
                <a:lnTo>
                  <a:pt x="2699604" y="22367"/>
                </a:lnTo>
                <a:lnTo>
                  <a:pt x="2632504" y="22367"/>
                </a:lnTo>
                <a:lnTo>
                  <a:pt x="2632504" y="0"/>
                </a:lnTo>
                <a:moveTo>
                  <a:pt x="2713023" y="31313"/>
                </a:moveTo>
                <a:lnTo>
                  <a:pt x="2713023" y="98412"/>
                </a:lnTo>
                <a:lnTo>
                  <a:pt x="2690657" y="98412"/>
                </a:lnTo>
                <a:lnTo>
                  <a:pt x="2690657" y="31313"/>
                </a:lnTo>
                <a:lnTo>
                  <a:pt x="2713023" y="31313"/>
                </a:lnTo>
                <a:moveTo>
                  <a:pt x="2713023" y="120778"/>
                </a:moveTo>
                <a:lnTo>
                  <a:pt x="2713023" y="187876"/>
                </a:lnTo>
                <a:lnTo>
                  <a:pt x="2690657" y="187876"/>
                </a:lnTo>
                <a:lnTo>
                  <a:pt x="2690657" y="120778"/>
                </a:lnTo>
                <a:lnTo>
                  <a:pt x="2713023" y="120778"/>
                </a:lnTo>
                <a:moveTo>
                  <a:pt x="2713023" y="210242"/>
                </a:moveTo>
                <a:lnTo>
                  <a:pt x="2713023" y="277342"/>
                </a:lnTo>
                <a:lnTo>
                  <a:pt x="2690657" y="277342"/>
                </a:lnTo>
                <a:lnTo>
                  <a:pt x="2690657" y="210242"/>
                </a:lnTo>
                <a:lnTo>
                  <a:pt x="2713023" y="210242"/>
                </a:lnTo>
                <a:moveTo>
                  <a:pt x="2713023" y="299708"/>
                </a:moveTo>
                <a:lnTo>
                  <a:pt x="2713023" y="366806"/>
                </a:lnTo>
                <a:lnTo>
                  <a:pt x="2690657" y="366806"/>
                </a:lnTo>
                <a:lnTo>
                  <a:pt x="2690657" y="299708"/>
                </a:lnTo>
                <a:lnTo>
                  <a:pt x="2713023" y="299708"/>
                </a:lnTo>
                <a:moveTo>
                  <a:pt x="2713023" y="389173"/>
                </a:moveTo>
                <a:lnTo>
                  <a:pt x="2713023" y="456272"/>
                </a:lnTo>
                <a:lnTo>
                  <a:pt x="2690657" y="456272"/>
                </a:lnTo>
                <a:lnTo>
                  <a:pt x="2690657" y="389173"/>
                </a:lnTo>
                <a:lnTo>
                  <a:pt x="2713023" y="389173"/>
                </a:lnTo>
                <a:moveTo>
                  <a:pt x="2713023" y="478638"/>
                </a:moveTo>
                <a:lnTo>
                  <a:pt x="2713023" y="545736"/>
                </a:lnTo>
                <a:lnTo>
                  <a:pt x="2690657" y="545736"/>
                </a:lnTo>
                <a:lnTo>
                  <a:pt x="2690657" y="478638"/>
                </a:lnTo>
                <a:lnTo>
                  <a:pt x="2713023" y="478638"/>
                </a:lnTo>
                <a:moveTo>
                  <a:pt x="2713023" y="568103"/>
                </a:moveTo>
                <a:lnTo>
                  <a:pt x="2713023" y="635201"/>
                </a:lnTo>
                <a:lnTo>
                  <a:pt x="2690657" y="635201"/>
                </a:lnTo>
                <a:lnTo>
                  <a:pt x="2690657" y="568103"/>
                </a:lnTo>
                <a:lnTo>
                  <a:pt x="2713023" y="568103"/>
                </a:lnTo>
                <a:moveTo>
                  <a:pt x="2713023" y="657567"/>
                </a:moveTo>
                <a:lnTo>
                  <a:pt x="2713023" y="724666"/>
                </a:lnTo>
                <a:lnTo>
                  <a:pt x="2690657" y="724666"/>
                </a:lnTo>
                <a:lnTo>
                  <a:pt x="2690657" y="657567"/>
                </a:lnTo>
                <a:lnTo>
                  <a:pt x="2713023" y="657567"/>
                </a:lnTo>
                <a:moveTo>
                  <a:pt x="2713023" y="747032"/>
                </a:moveTo>
                <a:lnTo>
                  <a:pt x="2713023" y="814131"/>
                </a:lnTo>
                <a:lnTo>
                  <a:pt x="2690657" y="814131"/>
                </a:lnTo>
                <a:lnTo>
                  <a:pt x="2690657" y="747032"/>
                </a:lnTo>
                <a:lnTo>
                  <a:pt x="2713023" y="747032"/>
                </a:lnTo>
                <a:moveTo>
                  <a:pt x="2713023" y="836497"/>
                </a:moveTo>
                <a:lnTo>
                  <a:pt x="2713023" y="890176"/>
                </a:lnTo>
                <a:lnTo>
                  <a:pt x="2677238" y="890176"/>
                </a:lnTo>
                <a:lnTo>
                  <a:pt x="2677238" y="867810"/>
                </a:lnTo>
                <a:lnTo>
                  <a:pt x="2701840" y="867810"/>
                </a:lnTo>
                <a:lnTo>
                  <a:pt x="2690657" y="878993"/>
                </a:lnTo>
                <a:lnTo>
                  <a:pt x="2690657" y="836497"/>
                </a:lnTo>
                <a:lnTo>
                  <a:pt x="2713023" y="836497"/>
                </a:lnTo>
                <a:moveTo>
                  <a:pt x="2654872" y="890176"/>
                </a:moveTo>
                <a:lnTo>
                  <a:pt x="2587772" y="890176"/>
                </a:lnTo>
                <a:lnTo>
                  <a:pt x="2587772" y="867810"/>
                </a:lnTo>
                <a:lnTo>
                  <a:pt x="2654872" y="867810"/>
                </a:lnTo>
                <a:lnTo>
                  <a:pt x="2654872" y="890176"/>
                </a:lnTo>
                <a:moveTo>
                  <a:pt x="2565406" y="890176"/>
                </a:moveTo>
                <a:lnTo>
                  <a:pt x="2498308" y="890176"/>
                </a:lnTo>
                <a:lnTo>
                  <a:pt x="2498308" y="867810"/>
                </a:lnTo>
                <a:lnTo>
                  <a:pt x="2565406" y="867810"/>
                </a:lnTo>
                <a:lnTo>
                  <a:pt x="2565406" y="890176"/>
                </a:lnTo>
                <a:moveTo>
                  <a:pt x="2475941" y="890176"/>
                </a:moveTo>
                <a:lnTo>
                  <a:pt x="2408843" y="890176"/>
                </a:lnTo>
                <a:lnTo>
                  <a:pt x="2408843" y="867810"/>
                </a:lnTo>
                <a:lnTo>
                  <a:pt x="2475941" y="867810"/>
                </a:lnTo>
                <a:lnTo>
                  <a:pt x="2475941" y="890176"/>
                </a:lnTo>
                <a:moveTo>
                  <a:pt x="2386476" y="890176"/>
                </a:moveTo>
                <a:lnTo>
                  <a:pt x="2319378" y="890176"/>
                </a:lnTo>
                <a:lnTo>
                  <a:pt x="2319378" y="867810"/>
                </a:lnTo>
                <a:lnTo>
                  <a:pt x="2386476" y="867810"/>
                </a:lnTo>
                <a:lnTo>
                  <a:pt x="2386476" y="890176"/>
                </a:lnTo>
                <a:moveTo>
                  <a:pt x="2297011" y="890176"/>
                </a:moveTo>
                <a:lnTo>
                  <a:pt x="2229913" y="890176"/>
                </a:lnTo>
                <a:lnTo>
                  <a:pt x="2229913" y="867810"/>
                </a:lnTo>
                <a:lnTo>
                  <a:pt x="2297011" y="867810"/>
                </a:lnTo>
                <a:lnTo>
                  <a:pt x="2297011" y="890176"/>
                </a:lnTo>
                <a:moveTo>
                  <a:pt x="2207547" y="890176"/>
                </a:moveTo>
                <a:lnTo>
                  <a:pt x="2140448" y="890176"/>
                </a:lnTo>
                <a:lnTo>
                  <a:pt x="2140448" y="867810"/>
                </a:lnTo>
                <a:lnTo>
                  <a:pt x="2207547" y="867810"/>
                </a:lnTo>
                <a:lnTo>
                  <a:pt x="2207547" y="890176"/>
                </a:lnTo>
                <a:moveTo>
                  <a:pt x="2118081" y="890176"/>
                </a:moveTo>
                <a:lnTo>
                  <a:pt x="2050983" y="890176"/>
                </a:lnTo>
                <a:lnTo>
                  <a:pt x="2050983" y="867810"/>
                </a:lnTo>
                <a:lnTo>
                  <a:pt x="2118081" y="867810"/>
                </a:lnTo>
                <a:lnTo>
                  <a:pt x="2118081" y="890176"/>
                </a:lnTo>
                <a:moveTo>
                  <a:pt x="2028617" y="890176"/>
                </a:moveTo>
                <a:lnTo>
                  <a:pt x="1961519" y="890176"/>
                </a:lnTo>
                <a:lnTo>
                  <a:pt x="1961519" y="867810"/>
                </a:lnTo>
                <a:lnTo>
                  <a:pt x="2028617" y="867810"/>
                </a:lnTo>
                <a:lnTo>
                  <a:pt x="2028617" y="890176"/>
                </a:lnTo>
                <a:moveTo>
                  <a:pt x="1939151" y="890176"/>
                </a:moveTo>
                <a:lnTo>
                  <a:pt x="1872053" y="890176"/>
                </a:lnTo>
                <a:lnTo>
                  <a:pt x="1872053" y="867810"/>
                </a:lnTo>
                <a:lnTo>
                  <a:pt x="1939151" y="867810"/>
                </a:lnTo>
                <a:lnTo>
                  <a:pt x="1939151" y="890176"/>
                </a:lnTo>
                <a:moveTo>
                  <a:pt x="1849687" y="890176"/>
                </a:moveTo>
                <a:lnTo>
                  <a:pt x="1782589" y="890176"/>
                </a:lnTo>
                <a:lnTo>
                  <a:pt x="1782589" y="867810"/>
                </a:lnTo>
                <a:lnTo>
                  <a:pt x="1849687" y="867810"/>
                </a:lnTo>
                <a:lnTo>
                  <a:pt x="1849687" y="890176"/>
                </a:lnTo>
                <a:moveTo>
                  <a:pt x="1760222" y="890176"/>
                </a:moveTo>
                <a:lnTo>
                  <a:pt x="1693123" y="890176"/>
                </a:lnTo>
                <a:lnTo>
                  <a:pt x="1693123" y="867810"/>
                </a:lnTo>
                <a:lnTo>
                  <a:pt x="1760222" y="867810"/>
                </a:lnTo>
                <a:lnTo>
                  <a:pt x="1760222" y="890176"/>
                </a:lnTo>
                <a:moveTo>
                  <a:pt x="1670757" y="890176"/>
                </a:moveTo>
                <a:lnTo>
                  <a:pt x="1603659" y="890176"/>
                </a:lnTo>
                <a:lnTo>
                  <a:pt x="1603659" y="867810"/>
                </a:lnTo>
                <a:lnTo>
                  <a:pt x="1670757" y="867810"/>
                </a:lnTo>
                <a:lnTo>
                  <a:pt x="1670757" y="890176"/>
                </a:lnTo>
                <a:moveTo>
                  <a:pt x="1581292" y="890176"/>
                </a:moveTo>
                <a:lnTo>
                  <a:pt x="1514194" y="890176"/>
                </a:lnTo>
                <a:lnTo>
                  <a:pt x="1514194" y="867810"/>
                </a:lnTo>
                <a:lnTo>
                  <a:pt x="1581292" y="867810"/>
                </a:lnTo>
                <a:lnTo>
                  <a:pt x="1581292" y="890176"/>
                </a:lnTo>
                <a:moveTo>
                  <a:pt x="1491828" y="890176"/>
                </a:moveTo>
                <a:lnTo>
                  <a:pt x="1424729" y="890176"/>
                </a:lnTo>
                <a:lnTo>
                  <a:pt x="1424729" y="867810"/>
                </a:lnTo>
                <a:lnTo>
                  <a:pt x="1491828" y="867810"/>
                </a:lnTo>
                <a:lnTo>
                  <a:pt x="1491828" y="890176"/>
                </a:lnTo>
                <a:moveTo>
                  <a:pt x="1402362" y="890176"/>
                </a:moveTo>
                <a:lnTo>
                  <a:pt x="1335264" y="890176"/>
                </a:lnTo>
                <a:lnTo>
                  <a:pt x="1335264" y="867810"/>
                </a:lnTo>
                <a:lnTo>
                  <a:pt x="1402362" y="867810"/>
                </a:lnTo>
                <a:lnTo>
                  <a:pt x="1402362" y="890176"/>
                </a:lnTo>
                <a:moveTo>
                  <a:pt x="1312898" y="890176"/>
                </a:moveTo>
                <a:lnTo>
                  <a:pt x="1245800" y="890176"/>
                </a:lnTo>
                <a:lnTo>
                  <a:pt x="1245800" y="867810"/>
                </a:lnTo>
                <a:lnTo>
                  <a:pt x="1312898" y="867810"/>
                </a:lnTo>
                <a:lnTo>
                  <a:pt x="1312898" y="890176"/>
                </a:lnTo>
                <a:moveTo>
                  <a:pt x="1223432" y="890176"/>
                </a:moveTo>
                <a:lnTo>
                  <a:pt x="1156334" y="890176"/>
                </a:lnTo>
                <a:lnTo>
                  <a:pt x="1156334" y="867810"/>
                </a:lnTo>
                <a:lnTo>
                  <a:pt x="1223432" y="867810"/>
                </a:lnTo>
                <a:lnTo>
                  <a:pt x="1223432" y="890176"/>
                </a:lnTo>
                <a:moveTo>
                  <a:pt x="1133968" y="890176"/>
                </a:moveTo>
                <a:lnTo>
                  <a:pt x="1066869" y="890176"/>
                </a:lnTo>
                <a:lnTo>
                  <a:pt x="1066869" y="867810"/>
                </a:lnTo>
                <a:lnTo>
                  <a:pt x="1133968" y="867810"/>
                </a:lnTo>
                <a:lnTo>
                  <a:pt x="1133968" y="890176"/>
                </a:lnTo>
                <a:moveTo>
                  <a:pt x="1044503" y="890176"/>
                </a:moveTo>
                <a:lnTo>
                  <a:pt x="977404" y="890176"/>
                </a:lnTo>
                <a:lnTo>
                  <a:pt x="977404" y="867810"/>
                </a:lnTo>
                <a:lnTo>
                  <a:pt x="1044503" y="867810"/>
                </a:lnTo>
                <a:lnTo>
                  <a:pt x="1044503" y="890176"/>
                </a:lnTo>
                <a:moveTo>
                  <a:pt x="955038" y="890176"/>
                </a:moveTo>
                <a:lnTo>
                  <a:pt x="887939" y="890176"/>
                </a:lnTo>
                <a:lnTo>
                  <a:pt x="887939" y="867810"/>
                </a:lnTo>
                <a:lnTo>
                  <a:pt x="955038" y="867810"/>
                </a:lnTo>
                <a:lnTo>
                  <a:pt x="955038" y="890176"/>
                </a:lnTo>
                <a:moveTo>
                  <a:pt x="865573" y="890176"/>
                </a:moveTo>
                <a:lnTo>
                  <a:pt x="798475" y="890176"/>
                </a:lnTo>
                <a:lnTo>
                  <a:pt x="798475" y="867810"/>
                </a:lnTo>
                <a:lnTo>
                  <a:pt x="865573" y="867810"/>
                </a:lnTo>
                <a:lnTo>
                  <a:pt x="865573" y="890176"/>
                </a:lnTo>
                <a:moveTo>
                  <a:pt x="776108" y="890176"/>
                </a:moveTo>
                <a:lnTo>
                  <a:pt x="709009" y="890176"/>
                </a:lnTo>
                <a:lnTo>
                  <a:pt x="709009" y="867810"/>
                </a:lnTo>
                <a:lnTo>
                  <a:pt x="776108" y="867810"/>
                </a:lnTo>
                <a:lnTo>
                  <a:pt x="776108" y="890176"/>
                </a:lnTo>
                <a:moveTo>
                  <a:pt x="686643" y="890176"/>
                </a:moveTo>
                <a:lnTo>
                  <a:pt x="619545" y="890176"/>
                </a:lnTo>
                <a:lnTo>
                  <a:pt x="619545" y="867810"/>
                </a:lnTo>
                <a:lnTo>
                  <a:pt x="686643" y="867810"/>
                </a:lnTo>
                <a:lnTo>
                  <a:pt x="686643" y="890176"/>
                </a:lnTo>
                <a:moveTo>
                  <a:pt x="597179" y="890176"/>
                </a:moveTo>
                <a:lnTo>
                  <a:pt x="530079" y="890176"/>
                </a:lnTo>
                <a:lnTo>
                  <a:pt x="530079" y="867810"/>
                </a:lnTo>
                <a:lnTo>
                  <a:pt x="597179" y="867810"/>
                </a:lnTo>
                <a:lnTo>
                  <a:pt x="597179" y="890176"/>
                </a:lnTo>
                <a:moveTo>
                  <a:pt x="507713" y="890176"/>
                </a:moveTo>
                <a:lnTo>
                  <a:pt x="440615" y="890176"/>
                </a:lnTo>
                <a:lnTo>
                  <a:pt x="440615" y="867810"/>
                </a:lnTo>
                <a:lnTo>
                  <a:pt x="507713" y="867810"/>
                </a:lnTo>
                <a:lnTo>
                  <a:pt x="507713" y="890176"/>
                </a:lnTo>
                <a:moveTo>
                  <a:pt x="418249" y="890176"/>
                </a:moveTo>
                <a:lnTo>
                  <a:pt x="351149" y="890176"/>
                </a:lnTo>
                <a:lnTo>
                  <a:pt x="351149" y="867810"/>
                </a:lnTo>
                <a:lnTo>
                  <a:pt x="418249" y="867810"/>
                </a:lnTo>
                <a:lnTo>
                  <a:pt x="418249" y="890176"/>
                </a:lnTo>
                <a:moveTo>
                  <a:pt x="328783" y="890176"/>
                </a:moveTo>
                <a:lnTo>
                  <a:pt x="261685" y="890176"/>
                </a:lnTo>
                <a:lnTo>
                  <a:pt x="261685" y="867810"/>
                </a:lnTo>
                <a:lnTo>
                  <a:pt x="328783" y="867810"/>
                </a:lnTo>
                <a:lnTo>
                  <a:pt x="328783" y="890176"/>
                </a:lnTo>
                <a:moveTo>
                  <a:pt x="239319" y="890176"/>
                </a:moveTo>
                <a:lnTo>
                  <a:pt x="172220" y="890176"/>
                </a:lnTo>
                <a:lnTo>
                  <a:pt x="172220" y="867810"/>
                </a:lnTo>
                <a:lnTo>
                  <a:pt x="239319" y="867810"/>
                </a:lnTo>
                <a:lnTo>
                  <a:pt x="239319" y="890176"/>
                </a:lnTo>
                <a:moveTo>
                  <a:pt x="149854" y="890176"/>
                </a:moveTo>
                <a:lnTo>
                  <a:pt x="82755" y="890176"/>
                </a:lnTo>
                <a:lnTo>
                  <a:pt x="82755" y="867810"/>
                </a:lnTo>
                <a:lnTo>
                  <a:pt x="149854" y="867810"/>
                </a:lnTo>
                <a:lnTo>
                  <a:pt x="149854" y="890176"/>
                </a:lnTo>
                <a:moveTo>
                  <a:pt x="60389" y="890176"/>
                </a:moveTo>
                <a:lnTo>
                  <a:pt x="11183" y="890176"/>
                </a:lnTo>
                <a:lnTo>
                  <a:pt x="11183" y="867810"/>
                </a:lnTo>
                <a:lnTo>
                  <a:pt x="60389" y="867810"/>
                </a:lnTo>
                <a:lnTo>
                  <a:pt x="60389" y="890176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76FE940D-2E22-4D3D-B3E5-3E0CA1A4F8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2c01d1ab84ace"/>
          <a:stretch xmlns:a="http://schemas.openxmlformats.org/drawingml/2006/main"/>
        </p:blipFill>
        <p:spPr>
          <a:xfrm xmlns:a="http://schemas.openxmlformats.org/drawingml/2006/main">
            <a:off x="13182600" y="4972050"/>
            <a:ext cx="228600" cy="342900"/>
          </a:xfrm>
          <a:prstGeom xmlns:a="http://schemas.openxmlformats.org/drawingml/2006/main" prst="rect">
            <a:avLst/>
          </a:prstGeom>
        </p:spPr>
      </p:pic>
      <p:sp>
        <p:nvSpPr>
          <p:cNvPr id="312" name="path-220">
            <a:extLst xmlns:a="http://schemas.openxmlformats.org/drawingml/2006/main">
              <a:ext uri="{FF2B5EF4-FFF2-40B4-BE49-F238E27FC236}">
                <a16:creationId xmlns:a16="http://schemas.microsoft.com/office/drawing/2014/main" id="{EC9A4ACB-7172-4357-8C74-CFA8E3E4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730" y="4711925"/>
            <a:ext cx="1482880" cy="1432557"/>
          </a:xfrm>
          <a:custGeom xmlns:a="http://schemas.openxmlformats.org/drawingml/2006/main">
            <a:pathLst>
              <a:path w="1482880" h="1432557">
                <a:moveTo>
                  <a:pt x="1482880" y="0"/>
                </a:moveTo>
                <a:lnTo>
                  <a:pt x="1482880" y="1432557"/>
                </a:lnTo>
                <a:lnTo>
                  <a:pt x="0" y="1432557"/>
                </a:lnTo>
                <a:lnTo>
                  <a:pt x="0" y="0"/>
                </a:lnTo>
                <a:lnTo>
                  <a:pt x="1482880" y="0"/>
                </a:lnTo>
                <a:moveTo>
                  <a:pt x="11183" y="22366"/>
                </a:moveTo>
                <a:lnTo>
                  <a:pt x="22366" y="11183"/>
                </a:lnTo>
                <a:lnTo>
                  <a:pt x="22366" y="1421374"/>
                </a:lnTo>
                <a:lnTo>
                  <a:pt x="11183" y="1410190"/>
                </a:lnTo>
                <a:lnTo>
                  <a:pt x="1471697" y="1410190"/>
                </a:lnTo>
                <a:lnTo>
                  <a:pt x="1460513" y="1421374"/>
                </a:lnTo>
                <a:lnTo>
                  <a:pt x="1460513" y="11183"/>
                </a:lnTo>
                <a:lnTo>
                  <a:pt x="1471697" y="22366"/>
                </a:lnTo>
                <a:lnTo>
                  <a:pt x="11183" y="22366"/>
                </a:lnTo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221">
            <a:extLst xmlns:a="http://schemas.openxmlformats.org/drawingml/2006/main">
              <a:ext uri="{FF2B5EF4-FFF2-40B4-BE49-F238E27FC236}">
                <a16:creationId xmlns:a16="http://schemas.microsoft.com/office/drawing/2014/main" id="{FDE33783-E64D-420E-A903-45DE7D0C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738" y="6748929"/>
            <a:ext cx="2435680" cy="1416901"/>
          </a:xfrm>
          <a:custGeom xmlns:a="http://schemas.openxmlformats.org/drawingml/2006/main">
            <a:pathLst>
              <a:path w="2435680" h="1416901">
                <a:moveTo>
                  <a:pt x="0" y="1402921"/>
                </a:moveTo>
                <a:lnTo>
                  <a:pt x="0" y="1374964"/>
                </a:lnTo>
                <a:lnTo>
                  <a:pt x="27956" y="1374964"/>
                </a:lnTo>
                <a:lnTo>
                  <a:pt x="27956" y="1402921"/>
                </a:lnTo>
                <a:lnTo>
                  <a:pt x="0" y="1402921"/>
                </a:lnTo>
                <a:moveTo>
                  <a:pt x="0" y="1347006"/>
                </a:moveTo>
                <a:lnTo>
                  <a:pt x="0" y="1319049"/>
                </a:lnTo>
                <a:lnTo>
                  <a:pt x="27956" y="1319049"/>
                </a:lnTo>
                <a:lnTo>
                  <a:pt x="27956" y="1347006"/>
                </a:lnTo>
                <a:lnTo>
                  <a:pt x="0" y="1347006"/>
                </a:lnTo>
                <a:moveTo>
                  <a:pt x="0" y="1291090"/>
                </a:moveTo>
                <a:lnTo>
                  <a:pt x="0" y="1263133"/>
                </a:lnTo>
                <a:lnTo>
                  <a:pt x="27956" y="1263133"/>
                </a:lnTo>
                <a:lnTo>
                  <a:pt x="27956" y="1291090"/>
                </a:lnTo>
                <a:lnTo>
                  <a:pt x="0" y="1291090"/>
                </a:lnTo>
                <a:moveTo>
                  <a:pt x="0" y="1235175"/>
                </a:moveTo>
                <a:lnTo>
                  <a:pt x="0" y="1207217"/>
                </a:lnTo>
                <a:lnTo>
                  <a:pt x="27956" y="1207217"/>
                </a:lnTo>
                <a:lnTo>
                  <a:pt x="27956" y="1235175"/>
                </a:lnTo>
                <a:lnTo>
                  <a:pt x="0" y="1235175"/>
                </a:lnTo>
                <a:moveTo>
                  <a:pt x="0" y="1179259"/>
                </a:moveTo>
                <a:lnTo>
                  <a:pt x="0" y="1151302"/>
                </a:lnTo>
                <a:lnTo>
                  <a:pt x="27956" y="1151302"/>
                </a:lnTo>
                <a:lnTo>
                  <a:pt x="27956" y="1179259"/>
                </a:lnTo>
                <a:lnTo>
                  <a:pt x="0" y="1179259"/>
                </a:lnTo>
                <a:moveTo>
                  <a:pt x="0" y="1123344"/>
                </a:moveTo>
                <a:lnTo>
                  <a:pt x="0" y="1095386"/>
                </a:lnTo>
                <a:lnTo>
                  <a:pt x="27956" y="1095386"/>
                </a:lnTo>
                <a:lnTo>
                  <a:pt x="27956" y="1123344"/>
                </a:lnTo>
                <a:lnTo>
                  <a:pt x="0" y="1123344"/>
                </a:lnTo>
                <a:moveTo>
                  <a:pt x="0" y="1067428"/>
                </a:moveTo>
                <a:lnTo>
                  <a:pt x="0" y="1039470"/>
                </a:lnTo>
                <a:lnTo>
                  <a:pt x="27956" y="1039470"/>
                </a:lnTo>
                <a:lnTo>
                  <a:pt x="27956" y="1067428"/>
                </a:lnTo>
                <a:lnTo>
                  <a:pt x="0" y="1067428"/>
                </a:lnTo>
                <a:moveTo>
                  <a:pt x="0" y="1011513"/>
                </a:moveTo>
                <a:lnTo>
                  <a:pt x="0" y="983555"/>
                </a:lnTo>
                <a:lnTo>
                  <a:pt x="27956" y="983555"/>
                </a:lnTo>
                <a:lnTo>
                  <a:pt x="27956" y="1011513"/>
                </a:lnTo>
                <a:lnTo>
                  <a:pt x="0" y="1011513"/>
                </a:lnTo>
                <a:moveTo>
                  <a:pt x="0" y="955597"/>
                </a:moveTo>
                <a:lnTo>
                  <a:pt x="0" y="927639"/>
                </a:lnTo>
                <a:lnTo>
                  <a:pt x="27956" y="927639"/>
                </a:lnTo>
                <a:lnTo>
                  <a:pt x="27956" y="955597"/>
                </a:lnTo>
                <a:lnTo>
                  <a:pt x="0" y="955597"/>
                </a:lnTo>
                <a:moveTo>
                  <a:pt x="0" y="899682"/>
                </a:moveTo>
                <a:lnTo>
                  <a:pt x="0" y="871724"/>
                </a:lnTo>
                <a:lnTo>
                  <a:pt x="27956" y="871724"/>
                </a:lnTo>
                <a:lnTo>
                  <a:pt x="27956" y="899682"/>
                </a:lnTo>
                <a:lnTo>
                  <a:pt x="0" y="899682"/>
                </a:lnTo>
                <a:moveTo>
                  <a:pt x="0" y="843766"/>
                </a:moveTo>
                <a:lnTo>
                  <a:pt x="0" y="815808"/>
                </a:lnTo>
                <a:lnTo>
                  <a:pt x="27956" y="815808"/>
                </a:lnTo>
                <a:lnTo>
                  <a:pt x="27956" y="843766"/>
                </a:lnTo>
                <a:lnTo>
                  <a:pt x="0" y="843766"/>
                </a:lnTo>
                <a:moveTo>
                  <a:pt x="0" y="787850"/>
                </a:moveTo>
                <a:lnTo>
                  <a:pt x="0" y="759893"/>
                </a:lnTo>
                <a:lnTo>
                  <a:pt x="27956" y="759893"/>
                </a:lnTo>
                <a:lnTo>
                  <a:pt x="27956" y="787850"/>
                </a:lnTo>
                <a:lnTo>
                  <a:pt x="0" y="787850"/>
                </a:lnTo>
                <a:moveTo>
                  <a:pt x="0" y="731935"/>
                </a:moveTo>
                <a:lnTo>
                  <a:pt x="0" y="703977"/>
                </a:lnTo>
                <a:lnTo>
                  <a:pt x="27956" y="703977"/>
                </a:lnTo>
                <a:lnTo>
                  <a:pt x="27956" y="731935"/>
                </a:lnTo>
                <a:lnTo>
                  <a:pt x="0" y="731935"/>
                </a:lnTo>
                <a:moveTo>
                  <a:pt x="0" y="676019"/>
                </a:moveTo>
                <a:lnTo>
                  <a:pt x="0" y="648062"/>
                </a:lnTo>
                <a:lnTo>
                  <a:pt x="27956" y="648062"/>
                </a:lnTo>
                <a:lnTo>
                  <a:pt x="27956" y="676019"/>
                </a:lnTo>
                <a:lnTo>
                  <a:pt x="0" y="676019"/>
                </a:lnTo>
                <a:moveTo>
                  <a:pt x="0" y="620104"/>
                </a:moveTo>
                <a:lnTo>
                  <a:pt x="0" y="592146"/>
                </a:lnTo>
                <a:lnTo>
                  <a:pt x="27956" y="592146"/>
                </a:lnTo>
                <a:lnTo>
                  <a:pt x="27956" y="620104"/>
                </a:lnTo>
                <a:lnTo>
                  <a:pt x="0" y="620104"/>
                </a:lnTo>
                <a:moveTo>
                  <a:pt x="0" y="564188"/>
                </a:moveTo>
                <a:lnTo>
                  <a:pt x="0" y="536231"/>
                </a:lnTo>
                <a:lnTo>
                  <a:pt x="27956" y="536231"/>
                </a:lnTo>
                <a:lnTo>
                  <a:pt x="27956" y="564188"/>
                </a:lnTo>
                <a:lnTo>
                  <a:pt x="0" y="564188"/>
                </a:lnTo>
                <a:moveTo>
                  <a:pt x="0" y="508272"/>
                </a:moveTo>
                <a:lnTo>
                  <a:pt x="0" y="480315"/>
                </a:lnTo>
                <a:lnTo>
                  <a:pt x="27956" y="480315"/>
                </a:lnTo>
                <a:lnTo>
                  <a:pt x="27956" y="508272"/>
                </a:lnTo>
                <a:lnTo>
                  <a:pt x="0" y="508272"/>
                </a:lnTo>
                <a:moveTo>
                  <a:pt x="0" y="452357"/>
                </a:moveTo>
                <a:lnTo>
                  <a:pt x="0" y="424399"/>
                </a:lnTo>
                <a:lnTo>
                  <a:pt x="27956" y="424399"/>
                </a:lnTo>
                <a:lnTo>
                  <a:pt x="27956" y="452357"/>
                </a:lnTo>
                <a:lnTo>
                  <a:pt x="0" y="452357"/>
                </a:lnTo>
                <a:moveTo>
                  <a:pt x="0" y="396441"/>
                </a:moveTo>
                <a:lnTo>
                  <a:pt x="0" y="368484"/>
                </a:lnTo>
                <a:lnTo>
                  <a:pt x="27956" y="368484"/>
                </a:lnTo>
                <a:lnTo>
                  <a:pt x="27956" y="396441"/>
                </a:lnTo>
                <a:lnTo>
                  <a:pt x="0" y="396441"/>
                </a:lnTo>
                <a:moveTo>
                  <a:pt x="0" y="340526"/>
                </a:moveTo>
                <a:lnTo>
                  <a:pt x="0" y="312568"/>
                </a:lnTo>
                <a:lnTo>
                  <a:pt x="27956" y="312568"/>
                </a:lnTo>
                <a:lnTo>
                  <a:pt x="27956" y="340526"/>
                </a:lnTo>
                <a:lnTo>
                  <a:pt x="0" y="340526"/>
                </a:lnTo>
                <a:moveTo>
                  <a:pt x="0" y="284611"/>
                </a:moveTo>
                <a:lnTo>
                  <a:pt x="0" y="256652"/>
                </a:lnTo>
                <a:lnTo>
                  <a:pt x="27956" y="256652"/>
                </a:lnTo>
                <a:lnTo>
                  <a:pt x="27956" y="284611"/>
                </a:lnTo>
                <a:lnTo>
                  <a:pt x="0" y="284611"/>
                </a:lnTo>
                <a:moveTo>
                  <a:pt x="0" y="228695"/>
                </a:moveTo>
                <a:lnTo>
                  <a:pt x="0" y="200737"/>
                </a:lnTo>
                <a:lnTo>
                  <a:pt x="27956" y="200737"/>
                </a:lnTo>
                <a:lnTo>
                  <a:pt x="27956" y="228695"/>
                </a:lnTo>
                <a:lnTo>
                  <a:pt x="0" y="228695"/>
                </a:lnTo>
                <a:moveTo>
                  <a:pt x="0" y="172779"/>
                </a:moveTo>
                <a:lnTo>
                  <a:pt x="0" y="144821"/>
                </a:lnTo>
                <a:lnTo>
                  <a:pt x="27956" y="144821"/>
                </a:lnTo>
                <a:lnTo>
                  <a:pt x="27956" y="172779"/>
                </a:lnTo>
                <a:lnTo>
                  <a:pt x="0" y="172779"/>
                </a:lnTo>
                <a:moveTo>
                  <a:pt x="0" y="116864"/>
                </a:moveTo>
                <a:lnTo>
                  <a:pt x="0" y="88906"/>
                </a:lnTo>
                <a:lnTo>
                  <a:pt x="27956" y="88906"/>
                </a:lnTo>
                <a:lnTo>
                  <a:pt x="27956" y="116864"/>
                </a:lnTo>
                <a:lnTo>
                  <a:pt x="0" y="116864"/>
                </a:lnTo>
                <a:moveTo>
                  <a:pt x="0" y="60948"/>
                </a:moveTo>
                <a:lnTo>
                  <a:pt x="0" y="32990"/>
                </a:lnTo>
                <a:lnTo>
                  <a:pt x="27956" y="32990"/>
                </a:lnTo>
                <a:lnTo>
                  <a:pt x="27956" y="60948"/>
                </a:lnTo>
                <a:lnTo>
                  <a:pt x="0" y="60948"/>
                </a:lnTo>
                <a:moveTo>
                  <a:pt x="22924" y="0"/>
                </a:moveTo>
                <a:lnTo>
                  <a:pt x="50882" y="0"/>
                </a:lnTo>
                <a:lnTo>
                  <a:pt x="50882" y="27958"/>
                </a:lnTo>
                <a:lnTo>
                  <a:pt x="22924" y="27958"/>
                </a:lnTo>
                <a:lnTo>
                  <a:pt x="22924" y="0"/>
                </a:lnTo>
                <a:moveTo>
                  <a:pt x="78839" y="0"/>
                </a:moveTo>
                <a:lnTo>
                  <a:pt x="106798" y="0"/>
                </a:lnTo>
                <a:lnTo>
                  <a:pt x="106798" y="27958"/>
                </a:lnTo>
                <a:lnTo>
                  <a:pt x="78839" y="27958"/>
                </a:lnTo>
                <a:lnTo>
                  <a:pt x="78839" y="0"/>
                </a:lnTo>
                <a:moveTo>
                  <a:pt x="134756" y="0"/>
                </a:moveTo>
                <a:lnTo>
                  <a:pt x="162713" y="0"/>
                </a:lnTo>
                <a:lnTo>
                  <a:pt x="162713" y="27958"/>
                </a:lnTo>
                <a:lnTo>
                  <a:pt x="134756" y="27958"/>
                </a:lnTo>
                <a:lnTo>
                  <a:pt x="134756" y="0"/>
                </a:lnTo>
                <a:moveTo>
                  <a:pt x="190671" y="0"/>
                </a:moveTo>
                <a:lnTo>
                  <a:pt x="218629" y="0"/>
                </a:lnTo>
                <a:lnTo>
                  <a:pt x="218629" y="27958"/>
                </a:lnTo>
                <a:lnTo>
                  <a:pt x="190671" y="27958"/>
                </a:lnTo>
                <a:lnTo>
                  <a:pt x="190671" y="0"/>
                </a:lnTo>
                <a:moveTo>
                  <a:pt x="246586" y="0"/>
                </a:moveTo>
                <a:lnTo>
                  <a:pt x="274545" y="0"/>
                </a:lnTo>
                <a:lnTo>
                  <a:pt x="274545" y="27958"/>
                </a:lnTo>
                <a:lnTo>
                  <a:pt x="246586" y="27958"/>
                </a:lnTo>
                <a:lnTo>
                  <a:pt x="246586" y="0"/>
                </a:lnTo>
                <a:moveTo>
                  <a:pt x="302502" y="0"/>
                </a:moveTo>
                <a:lnTo>
                  <a:pt x="330460" y="0"/>
                </a:lnTo>
                <a:lnTo>
                  <a:pt x="330460" y="27958"/>
                </a:lnTo>
                <a:lnTo>
                  <a:pt x="302502" y="27958"/>
                </a:lnTo>
                <a:lnTo>
                  <a:pt x="302502" y="0"/>
                </a:lnTo>
                <a:moveTo>
                  <a:pt x="358418" y="0"/>
                </a:moveTo>
                <a:lnTo>
                  <a:pt x="386375" y="0"/>
                </a:lnTo>
                <a:lnTo>
                  <a:pt x="386375" y="27958"/>
                </a:lnTo>
                <a:lnTo>
                  <a:pt x="358418" y="27958"/>
                </a:lnTo>
                <a:lnTo>
                  <a:pt x="358418" y="0"/>
                </a:lnTo>
                <a:moveTo>
                  <a:pt x="414333" y="0"/>
                </a:moveTo>
                <a:lnTo>
                  <a:pt x="442292" y="0"/>
                </a:lnTo>
                <a:lnTo>
                  <a:pt x="442292" y="27958"/>
                </a:lnTo>
                <a:lnTo>
                  <a:pt x="414333" y="27958"/>
                </a:lnTo>
                <a:lnTo>
                  <a:pt x="414333" y="0"/>
                </a:lnTo>
                <a:moveTo>
                  <a:pt x="470249" y="0"/>
                </a:moveTo>
                <a:lnTo>
                  <a:pt x="498207" y="0"/>
                </a:lnTo>
                <a:lnTo>
                  <a:pt x="498207" y="27958"/>
                </a:lnTo>
                <a:lnTo>
                  <a:pt x="470249" y="27958"/>
                </a:lnTo>
                <a:lnTo>
                  <a:pt x="470249" y="0"/>
                </a:lnTo>
                <a:moveTo>
                  <a:pt x="526164" y="0"/>
                </a:moveTo>
                <a:lnTo>
                  <a:pt x="554122" y="0"/>
                </a:lnTo>
                <a:lnTo>
                  <a:pt x="554122" y="27958"/>
                </a:lnTo>
                <a:lnTo>
                  <a:pt x="526164" y="27958"/>
                </a:lnTo>
                <a:lnTo>
                  <a:pt x="526164" y="0"/>
                </a:lnTo>
                <a:moveTo>
                  <a:pt x="582080" y="0"/>
                </a:moveTo>
                <a:lnTo>
                  <a:pt x="610038" y="0"/>
                </a:lnTo>
                <a:lnTo>
                  <a:pt x="610038" y="27958"/>
                </a:lnTo>
                <a:lnTo>
                  <a:pt x="582080" y="27958"/>
                </a:lnTo>
                <a:lnTo>
                  <a:pt x="582080" y="0"/>
                </a:lnTo>
                <a:moveTo>
                  <a:pt x="637996" y="0"/>
                </a:moveTo>
                <a:lnTo>
                  <a:pt x="665954" y="0"/>
                </a:lnTo>
                <a:lnTo>
                  <a:pt x="665954" y="27958"/>
                </a:lnTo>
                <a:lnTo>
                  <a:pt x="637996" y="27958"/>
                </a:lnTo>
                <a:lnTo>
                  <a:pt x="637996" y="0"/>
                </a:lnTo>
                <a:moveTo>
                  <a:pt x="693911" y="0"/>
                </a:moveTo>
                <a:lnTo>
                  <a:pt x="721869" y="0"/>
                </a:lnTo>
                <a:lnTo>
                  <a:pt x="721869" y="27958"/>
                </a:lnTo>
                <a:lnTo>
                  <a:pt x="693911" y="27958"/>
                </a:lnTo>
                <a:lnTo>
                  <a:pt x="693911" y="0"/>
                </a:lnTo>
                <a:moveTo>
                  <a:pt x="749826" y="0"/>
                </a:moveTo>
                <a:lnTo>
                  <a:pt x="777784" y="0"/>
                </a:lnTo>
                <a:lnTo>
                  <a:pt x="777784" y="27958"/>
                </a:lnTo>
                <a:lnTo>
                  <a:pt x="749826" y="27958"/>
                </a:lnTo>
                <a:lnTo>
                  <a:pt x="749826" y="0"/>
                </a:lnTo>
                <a:moveTo>
                  <a:pt x="805743" y="0"/>
                </a:moveTo>
                <a:lnTo>
                  <a:pt x="833700" y="0"/>
                </a:lnTo>
                <a:lnTo>
                  <a:pt x="833700" y="27958"/>
                </a:lnTo>
                <a:lnTo>
                  <a:pt x="805743" y="27958"/>
                </a:lnTo>
                <a:lnTo>
                  <a:pt x="805743" y="0"/>
                </a:lnTo>
                <a:moveTo>
                  <a:pt x="861658" y="0"/>
                </a:moveTo>
                <a:lnTo>
                  <a:pt x="889615" y="0"/>
                </a:lnTo>
                <a:lnTo>
                  <a:pt x="889615" y="27958"/>
                </a:lnTo>
                <a:lnTo>
                  <a:pt x="861658" y="27958"/>
                </a:lnTo>
                <a:lnTo>
                  <a:pt x="861658" y="0"/>
                </a:lnTo>
                <a:moveTo>
                  <a:pt x="917573" y="0"/>
                </a:moveTo>
                <a:lnTo>
                  <a:pt x="945531" y="0"/>
                </a:lnTo>
                <a:lnTo>
                  <a:pt x="945531" y="27958"/>
                </a:lnTo>
                <a:lnTo>
                  <a:pt x="917573" y="27958"/>
                </a:lnTo>
                <a:lnTo>
                  <a:pt x="917573" y="0"/>
                </a:lnTo>
                <a:moveTo>
                  <a:pt x="973489" y="0"/>
                </a:moveTo>
                <a:lnTo>
                  <a:pt x="1001447" y="0"/>
                </a:lnTo>
                <a:lnTo>
                  <a:pt x="1001447" y="27958"/>
                </a:lnTo>
                <a:lnTo>
                  <a:pt x="973489" y="27958"/>
                </a:lnTo>
                <a:lnTo>
                  <a:pt x="973489" y="0"/>
                </a:lnTo>
                <a:moveTo>
                  <a:pt x="1029405" y="0"/>
                </a:moveTo>
                <a:lnTo>
                  <a:pt x="1057362" y="0"/>
                </a:lnTo>
                <a:lnTo>
                  <a:pt x="1057362" y="27958"/>
                </a:lnTo>
                <a:lnTo>
                  <a:pt x="1029405" y="27958"/>
                </a:lnTo>
                <a:lnTo>
                  <a:pt x="1029405" y="0"/>
                </a:lnTo>
                <a:moveTo>
                  <a:pt x="1085320" y="0"/>
                </a:moveTo>
                <a:lnTo>
                  <a:pt x="1113277" y="0"/>
                </a:lnTo>
                <a:lnTo>
                  <a:pt x="1113277" y="27958"/>
                </a:lnTo>
                <a:lnTo>
                  <a:pt x="1085320" y="27958"/>
                </a:lnTo>
                <a:lnTo>
                  <a:pt x="1085320" y="0"/>
                </a:lnTo>
                <a:moveTo>
                  <a:pt x="1141236" y="0"/>
                </a:moveTo>
                <a:lnTo>
                  <a:pt x="1169194" y="0"/>
                </a:lnTo>
                <a:lnTo>
                  <a:pt x="1169194" y="27958"/>
                </a:lnTo>
                <a:lnTo>
                  <a:pt x="1141236" y="27958"/>
                </a:lnTo>
                <a:lnTo>
                  <a:pt x="1141236" y="0"/>
                </a:lnTo>
                <a:moveTo>
                  <a:pt x="1197151" y="0"/>
                </a:moveTo>
                <a:lnTo>
                  <a:pt x="1225109" y="0"/>
                </a:lnTo>
                <a:lnTo>
                  <a:pt x="1225109" y="27958"/>
                </a:lnTo>
                <a:lnTo>
                  <a:pt x="1197151" y="27958"/>
                </a:lnTo>
                <a:lnTo>
                  <a:pt x="1197151" y="0"/>
                </a:lnTo>
                <a:moveTo>
                  <a:pt x="1253067" y="0"/>
                </a:moveTo>
                <a:lnTo>
                  <a:pt x="1281024" y="0"/>
                </a:lnTo>
                <a:lnTo>
                  <a:pt x="1281024" y="27958"/>
                </a:lnTo>
                <a:lnTo>
                  <a:pt x="1253067" y="27958"/>
                </a:lnTo>
                <a:lnTo>
                  <a:pt x="1253067" y="0"/>
                </a:lnTo>
                <a:moveTo>
                  <a:pt x="1308982" y="0"/>
                </a:moveTo>
                <a:lnTo>
                  <a:pt x="1336940" y="0"/>
                </a:lnTo>
                <a:lnTo>
                  <a:pt x="1336940" y="27958"/>
                </a:lnTo>
                <a:lnTo>
                  <a:pt x="1308982" y="27958"/>
                </a:lnTo>
                <a:lnTo>
                  <a:pt x="1308982" y="0"/>
                </a:lnTo>
                <a:moveTo>
                  <a:pt x="1364898" y="0"/>
                </a:moveTo>
                <a:lnTo>
                  <a:pt x="1392856" y="0"/>
                </a:lnTo>
                <a:lnTo>
                  <a:pt x="1392856" y="27958"/>
                </a:lnTo>
                <a:lnTo>
                  <a:pt x="1364898" y="27958"/>
                </a:lnTo>
                <a:lnTo>
                  <a:pt x="1364898" y="0"/>
                </a:lnTo>
                <a:moveTo>
                  <a:pt x="1420813" y="0"/>
                </a:moveTo>
                <a:lnTo>
                  <a:pt x="1448771" y="0"/>
                </a:lnTo>
                <a:lnTo>
                  <a:pt x="1448771" y="27958"/>
                </a:lnTo>
                <a:lnTo>
                  <a:pt x="1420813" y="27958"/>
                </a:lnTo>
                <a:lnTo>
                  <a:pt x="1420813" y="0"/>
                </a:lnTo>
                <a:moveTo>
                  <a:pt x="1476728" y="0"/>
                </a:moveTo>
                <a:lnTo>
                  <a:pt x="1504687" y="0"/>
                </a:lnTo>
                <a:lnTo>
                  <a:pt x="1504687" y="27958"/>
                </a:lnTo>
                <a:lnTo>
                  <a:pt x="1476728" y="27958"/>
                </a:lnTo>
                <a:lnTo>
                  <a:pt x="1476728" y="0"/>
                </a:lnTo>
                <a:moveTo>
                  <a:pt x="1532645" y="0"/>
                </a:moveTo>
                <a:lnTo>
                  <a:pt x="1560602" y="0"/>
                </a:lnTo>
                <a:lnTo>
                  <a:pt x="1560602" y="27958"/>
                </a:lnTo>
                <a:lnTo>
                  <a:pt x="1532645" y="27958"/>
                </a:lnTo>
                <a:lnTo>
                  <a:pt x="1532645" y="0"/>
                </a:lnTo>
                <a:moveTo>
                  <a:pt x="1588560" y="0"/>
                </a:moveTo>
                <a:lnTo>
                  <a:pt x="1616518" y="0"/>
                </a:lnTo>
                <a:lnTo>
                  <a:pt x="1616518" y="27958"/>
                </a:lnTo>
                <a:lnTo>
                  <a:pt x="1588560" y="27958"/>
                </a:lnTo>
                <a:lnTo>
                  <a:pt x="1588560" y="0"/>
                </a:lnTo>
                <a:moveTo>
                  <a:pt x="1644475" y="0"/>
                </a:moveTo>
                <a:lnTo>
                  <a:pt x="1672434" y="0"/>
                </a:lnTo>
                <a:lnTo>
                  <a:pt x="1672434" y="27958"/>
                </a:lnTo>
                <a:lnTo>
                  <a:pt x="1644475" y="27958"/>
                </a:lnTo>
                <a:lnTo>
                  <a:pt x="1644475" y="0"/>
                </a:lnTo>
                <a:moveTo>
                  <a:pt x="1700392" y="0"/>
                </a:moveTo>
                <a:lnTo>
                  <a:pt x="1728348" y="0"/>
                </a:lnTo>
                <a:lnTo>
                  <a:pt x="1728348" y="27958"/>
                </a:lnTo>
                <a:lnTo>
                  <a:pt x="1700392" y="27958"/>
                </a:lnTo>
                <a:lnTo>
                  <a:pt x="1700392" y="0"/>
                </a:lnTo>
                <a:moveTo>
                  <a:pt x="1756306" y="0"/>
                </a:moveTo>
                <a:lnTo>
                  <a:pt x="1784264" y="0"/>
                </a:lnTo>
                <a:lnTo>
                  <a:pt x="1784264" y="27958"/>
                </a:lnTo>
                <a:lnTo>
                  <a:pt x="1756306" y="27958"/>
                </a:lnTo>
                <a:lnTo>
                  <a:pt x="1756306" y="0"/>
                </a:lnTo>
                <a:moveTo>
                  <a:pt x="1812222" y="0"/>
                </a:moveTo>
                <a:lnTo>
                  <a:pt x="1840180" y="0"/>
                </a:lnTo>
                <a:lnTo>
                  <a:pt x="1840180" y="27958"/>
                </a:lnTo>
                <a:lnTo>
                  <a:pt x="1812222" y="27958"/>
                </a:lnTo>
                <a:lnTo>
                  <a:pt x="1812222" y="0"/>
                </a:lnTo>
                <a:moveTo>
                  <a:pt x="1868137" y="0"/>
                </a:moveTo>
                <a:lnTo>
                  <a:pt x="1896095" y="0"/>
                </a:lnTo>
                <a:lnTo>
                  <a:pt x="1896095" y="27958"/>
                </a:lnTo>
                <a:lnTo>
                  <a:pt x="1868137" y="27958"/>
                </a:lnTo>
                <a:lnTo>
                  <a:pt x="1868137" y="0"/>
                </a:lnTo>
                <a:moveTo>
                  <a:pt x="1924052" y="0"/>
                </a:moveTo>
                <a:lnTo>
                  <a:pt x="1952011" y="0"/>
                </a:lnTo>
                <a:lnTo>
                  <a:pt x="1952011" y="27958"/>
                </a:lnTo>
                <a:lnTo>
                  <a:pt x="1924052" y="27958"/>
                </a:lnTo>
                <a:lnTo>
                  <a:pt x="1924052" y="0"/>
                </a:lnTo>
                <a:moveTo>
                  <a:pt x="1979969" y="0"/>
                </a:moveTo>
                <a:lnTo>
                  <a:pt x="2007926" y="0"/>
                </a:lnTo>
                <a:lnTo>
                  <a:pt x="2007926" y="27958"/>
                </a:lnTo>
                <a:lnTo>
                  <a:pt x="1979969" y="27958"/>
                </a:lnTo>
                <a:lnTo>
                  <a:pt x="1979969" y="0"/>
                </a:lnTo>
                <a:moveTo>
                  <a:pt x="2035884" y="0"/>
                </a:moveTo>
                <a:lnTo>
                  <a:pt x="2063841" y="0"/>
                </a:lnTo>
                <a:lnTo>
                  <a:pt x="2063841" y="27958"/>
                </a:lnTo>
                <a:lnTo>
                  <a:pt x="2035884" y="27958"/>
                </a:lnTo>
                <a:lnTo>
                  <a:pt x="2035884" y="0"/>
                </a:lnTo>
                <a:moveTo>
                  <a:pt x="2091799" y="0"/>
                </a:moveTo>
                <a:lnTo>
                  <a:pt x="2119757" y="0"/>
                </a:lnTo>
                <a:lnTo>
                  <a:pt x="2119757" y="27958"/>
                </a:lnTo>
                <a:lnTo>
                  <a:pt x="2091799" y="27958"/>
                </a:lnTo>
                <a:lnTo>
                  <a:pt x="2091799" y="0"/>
                </a:lnTo>
                <a:moveTo>
                  <a:pt x="2147715" y="0"/>
                </a:moveTo>
                <a:lnTo>
                  <a:pt x="2175673" y="0"/>
                </a:lnTo>
                <a:lnTo>
                  <a:pt x="2175673" y="27958"/>
                </a:lnTo>
                <a:lnTo>
                  <a:pt x="2147715" y="27958"/>
                </a:lnTo>
                <a:lnTo>
                  <a:pt x="2147715" y="0"/>
                </a:lnTo>
                <a:moveTo>
                  <a:pt x="2203631" y="0"/>
                </a:moveTo>
                <a:lnTo>
                  <a:pt x="2231588" y="0"/>
                </a:lnTo>
                <a:lnTo>
                  <a:pt x="2231588" y="27958"/>
                </a:lnTo>
                <a:lnTo>
                  <a:pt x="2203631" y="27958"/>
                </a:lnTo>
                <a:lnTo>
                  <a:pt x="2203631" y="0"/>
                </a:lnTo>
                <a:moveTo>
                  <a:pt x="2259546" y="0"/>
                </a:moveTo>
                <a:lnTo>
                  <a:pt x="2287503" y="0"/>
                </a:lnTo>
                <a:lnTo>
                  <a:pt x="2287503" y="27958"/>
                </a:lnTo>
                <a:lnTo>
                  <a:pt x="2259546" y="27958"/>
                </a:lnTo>
                <a:lnTo>
                  <a:pt x="2259546" y="0"/>
                </a:lnTo>
                <a:moveTo>
                  <a:pt x="2315462" y="0"/>
                </a:moveTo>
                <a:lnTo>
                  <a:pt x="2343420" y="0"/>
                </a:lnTo>
                <a:lnTo>
                  <a:pt x="2343420" y="27958"/>
                </a:lnTo>
                <a:lnTo>
                  <a:pt x="2315462" y="27958"/>
                </a:lnTo>
                <a:lnTo>
                  <a:pt x="2315462" y="0"/>
                </a:lnTo>
                <a:moveTo>
                  <a:pt x="2371377" y="0"/>
                </a:moveTo>
                <a:lnTo>
                  <a:pt x="2399335" y="0"/>
                </a:lnTo>
                <a:lnTo>
                  <a:pt x="2399335" y="27958"/>
                </a:lnTo>
                <a:lnTo>
                  <a:pt x="2371377" y="27958"/>
                </a:lnTo>
                <a:lnTo>
                  <a:pt x="2371377" y="0"/>
                </a:lnTo>
                <a:moveTo>
                  <a:pt x="2435680" y="19570"/>
                </a:moveTo>
                <a:lnTo>
                  <a:pt x="2435680" y="47528"/>
                </a:lnTo>
                <a:lnTo>
                  <a:pt x="2407723" y="47528"/>
                </a:lnTo>
                <a:lnTo>
                  <a:pt x="2407723" y="19570"/>
                </a:lnTo>
                <a:lnTo>
                  <a:pt x="2435680" y="19570"/>
                </a:lnTo>
                <a:moveTo>
                  <a:pt x="2435680" y="75486"/>
                </a:moveTo>
                <a:lnTo>
                  <a:pt x="2435680" y="103444"/>
                </a:lnTo>
                <a:lnTo>
                  <a:pt x="2407723" y="103444"/>
                </a:lnTo>
                <a:lnTo>
                  <a:pt x="2407723" y="75486"/>
                </a:lnTo>
                <a:lnTo>
                  <a:pt x="2435680" y="75486"/>
                </a:lnTo>
                <a:moveTo>
                  <a:pt x="2435680" y="131402"/>
                </a:moveTo>
                <a:lnTo>
                  <a:pt x="2435680" y="159359"/>
                </a:lnTo>
                <a:lnTo>
                  <a:pt x="2407723" y="159359"/>
                </a:lnTo>
                <a:lnTo>
                  <a:pt x="2407723" y="131402"/>
                </a:lnTo>
                <a:lnTo>
                  <a:pt x="2435680" y="131402"/>
                </a:lnTo>
                <a:moveTo>
                  <a:pt x="2435680" y="187317"/>
                </a:moveTo>
                <a:lnTo>
                  <a:pt x="2435680" y="215275"/>
                </a:lnTo>
                <a:lnTo>
                  <a:pt x="2407723" y="215275"/>
                </a:lnTo>
                <a:lnTo>
                  <a:pt x="2407723" y="187317"/>
                </a:lnTo>
                <a:lnTo>
                  <a:pt x="2435680" y="187317"/>
                </a:lnTo>
                <a:moveTo>
                  <a:pt x="2435680" y="243233"/>
                </a:moveTo>
                <a:lnTo>
                  <a:pt x="2435680" y="271190"/>
                </a:lnTo>
                <a:lnTo>
                  <a:pt x="2407723" y="271190"/>
                </a:lnTo>
                <a:lnTo>
                  <a:pt x="2407723" y="243233"/>
                </a:lnTo>
                <a:lnTo>
                  <a:pt x="2435680" y="243233"/>
                </a:lnTo>
                <a:moveTo>
                  <a:pt x="2435680" y="299148"/>
                </a:moveTo>
                <a:lnTo>
                  <a:pt x="2435680" y="327106"/>
                </a:lnTo>
                <a:lnTo>
                  <a:pt x="2407723" y="327106"/>
                </a:lnTo>
                <a:lnTo>
                  <a:pt x="2407723" y="299148"/>
                </a:lnTo>
                <a:lnTo>
                  <a:pt x="2435680" y="299148"/>
                </a:lnTo>
                <a:moveTo>
                  <a:pt x="2435680" y="355064"/>
                </a:moveTo>
                <a:lnTo>
                  <a:pt x="2435680" y="383021"/>
                </a:lnTo>
                <a:lnTo>
                  <a:pt x="2407723" y="383021"/>
                </a:lnTo>
                <a:lnTo>
                  <a:pt x="2407723" y="355064"/>
                </a:lnTo>
                <a:lnTo>
                  <a:pt x="2435680" y="355064"/>
                </a:lnTo>
                <a:moveTo>
                  <a:pt x="2435680" y="410980"/>
                </a:moveTo>
                <a:lnTo>
                  <a:pt x="2435680" y="438937"/>
                </a:lnTo>
                <a:lnTo>
                  <a:pt x="2407723" y="438937"/>
                </a:lnTo>
                <a:lnTo>
                  <a:pt x="2407723" y="410980"/>
                </a:lnTo>
                <a:lnTo>
                  <a:pt x="2435680" y="410980"/>
                </a:lnTo>
                <a:moveTo>
                  <a:pt x="2435680" y="466895"/>
                </a:moveTo>
                <a:lnTo>
                  <a:pt x="2435680" y="494853"/>
                </a:lnTo>
                <a:lnTo>
                  <a:pt x="2407723" y="494853"/>
                </a:lnTo>
                <a:lnTo>
                  <a:pt x="2407723" y="466895"/>
                </a:lnTo>
                <a:lnTo>
                  <a:pt x="2435680" y="466895"/>
                </a:lnTo>
                <a:moveTo>
                  <a:pt x="2435680" y="522811"/>
                </a:moveTo>
                <a:lnTo>
                  <a:pt x="2435680" y="550768"/>
                </a:lnTo>
                <a:lnTo>
                  <a:pt x="2407723" y="550768"/>
                </a:lnTo>
                <a:lnTo>
                  <a:pt x="2407723" y="522811"/>
                </a:lnTo>
                <a:lnTo>
                  <a:pt x="2435680" y="522811"/>
                </a:lnTo>
                <a:moveTo>
                  <a:pt x="2435680" y="578726"/>
                </a:moveTo>
                <a:lnTo>
                  <a:pt x="2435680" y="606684"/>
                </a:lnTo>
                <a:lnTo>
                  <a:pt x="2407723" y="606684"/>
                </a:lnTo>
                <a:lnTo>
                  <a:pt x="2407723" y="578726"/>
                </a:lnTo>
                <a:lnTo>
                  <a:pt x="2435680" y="578726"/>
                </a:lnTo>
                <a:moveTo>
                  <a:pt x="2435680" y="634641"/>
                </a:moveTo>
                <a:lnTo>
                  <a:pt x="2435680" y="662600"/>
                </a:lnTo>
                <a:lnTo>
                  <a:pt x="2407723" y="662600"/>
                </a:lnTo>
                <a:lnTo>
                  <a:pt x="2407723" y="634641"/>
                </a:lnTo>
                <a:lnTo>
                  <a:pt x="2435680" y="634641"/>
                </a:lnTo>
                <a:moveTo>
                  <a:pt x="2435680" y="690557"/>
                </a:moveTo>
                <a:lnTo>
                  <a:pt x="2435680" y="718515"/>
                </a:lnTo>
                <a:lnTo>
                  <a:pt x="2407723" y="718515"/>
                </a:lnTo>
                <a:lnTo>
                  <a:pt x="2407723" y="690557"/>
                </a:lnTo>
                <a:lnTo>
                  <a:pt x="2435680" y="690557"/>
                </a:lnTo>
                <a:moveTo>
                  <a:pt x="2435680" y="746473"/>
                </a:moveTo>
                <a:lnTo>
                  <a:pt x="2435680" y="774431"/>
                </a:lnTo>
                <a:lnTo>
                  <a:pt x="2407723" y="774431"/>
                </a:lnTo>
                <a:lnTo>
                  <a:pt x="2407723" y="746473"/>
                </a:lnTo>
                <a:lnTo>
                  <a:pt x="2435680" y="746473"/>
                </a:lnTo>
                <a:moveTo>
                  <a:pt x="2435680" y="802388"/>
                </a:moveTo>
                <a:lnTo>
                  <a:pt x="2435680" y="830346"/>
                </a:lnTo>
                <a:lnTo>
                  <a:pt x="2407723" y="830346"/>
                </a:lnTo>
                <a:lnTo>
                  <a:pt x="2407723" y="802388"/>
                </a:lnTo>
                <a:lnTo>
                  <a:pt x="2435680" y="802388"/>
                </a:lnTo>
                <a:moveTo>
                  <a:pt x="2435680" y="858304"/>
                </a:moveTo>
                <a:lnTo>
                  <a:pt x="2435680" y="886262"/>
                </a:lnTo>
                <a:lnTo>
                  <a:pt x="2407723" y="886262"/>
                </a:lnTo>
                <a:lnTo>
                  <a:pt x="2407723" y="858304"/>
                </a:lnTo>
                <a:lnTo>
                  <a:pt x="2435680" y="858304"/>
                </a:lnTo>
                <a:moveTo>
                  <a:pt x="2435680" y="914219"/>
                </a:moveTo>
                <a:lnTo>
                  <a:pt x="2435680" y="942177"/>
                </a:lnTo>
                <a:lnTo>
                  <a:pt x="2407723" y="942177"/>
                </a:lnTo>
                <a:lnTo>
                  <a:pt x="2407723" y="914219"/>
                </a:lnTo>
                <a:lnTo>
                  <a:pt x="2435680" y="914219"/>
                </a:lnTo>
                <a:moveTo>
                  <a:pt x="2435680" y="970135"/>
                </a:moveTo>
                <a:lnTo>
                  <a:pt x="2435680" y="998093"/>
                </a:lnTo>
                <a:lnTo>
                  <a:pt x="2407723" y="998093"/>
                </a:lnTo>
                <a:lnTo>
                  <a:pt x="2407723" y="970135"/>
                </a:lnTo>
                <a:lnTo>
                  <a:pt x="2435680" y="970135"/>
                </a:lnTo>
                <a:moveTo>
                  <a:pt x="2435680" y="1026051"/>
                </a:moveTo>
                <a:lnTo>
                  <a:pt x="2435680" y="1054008"/>
                </a:lnTo>
                <a:lnTo>
                  <a:pt x="2407723" y="1054008"/>
                </a:lnTo>
                <a:lnTo>
                  <a:pt x="2407723" y="1026051"/>
                </a:lnTo>
                <a:lnTo>
                  <a:pt x="2435680" y="1026051"/>
                </a:lnTo>
                <a:moveTo>
                  <a:pt x="2435680" y="1081966"/>
                </a:moveTo>
                <a:lnTo>
                  <a:pt x="2435680" y="1109924"/>
                </a:lnTo>
                <a:lnTo>
                  <a:pt x="2407723" y="1109924"/>
                </a:lnTo>
                <a:lnTo>
                  <a:pt x="2407723" y="1081966"/>
                </a:lnTo>
                <a:lnTo>
                  <a:pt x="2435680" y="1081966"/>
                </a:lnTo>
                <a:moveTo>
                  <a:pt x="2435680" y="1137882"/>
                </a:moveTo>
                <a:lnTo>
                  <a:pt x="2435680" y="1165839"/>
                </a:lnTo>
                <a:lnTo>
                  <a:pt x="2407723" y="1165839"/>
                </a:lnTo>
                <a:lnTo>
                  <a:pt x="2407723" y="1137882"/>
                </a:lnTo>
                <a:lnTo>
                  <a:pt x="2435680" y="1137882"/>
                </a:lnTo>
                <a:moveTo>
                  <a:pt x="2435680" y="1193797"/>
                </a:moveTo>
                <a:lnTo>
                  <a:pt x="2435680" y="1221755"/>
                </a:lnTo>
                <a:lnTo>
                  <a:pt x="2407723" y="1221755"/>
                </a:lnTo>
                <a:lnTo>
                  <a:pt x="2407723" y="1193797"/>
                </a:lnTo>
                <a:lnTo>
                  <a:pt x="2435680" y="1193797"/>
                </a:lnTo>
                <a:moveTo>
                  <a:pt x="2435680" y="1249713"/>
                </a:moveTo>
                <a:lnTo>
                  <a:pt x="2435680" y="1277671"/>
                </a:lnTo>
                <a:lnTo>
                  <a:pt x="2407723" y="1277671"/>
                </a:lnTo>
                <a:lnTo>
                  <a:pt x="2407723" y="1249713"/>
                </a:lnTo>
                <a:lnTo>
                  <a:pt x="2435680" y="1249713"/>
                </a:lnTo>
                <a:moveTo>
                  <a:pt x="2435680" y="1305628"/>
                </a:moveTo>
                <a:lnTo>
                  <a:pt x="2435680" y="1333586"/>
                </a:lnTo>
                <a:lnTo>
                  <a:pt x="2407723" y="1333586"/>
                </a:lnTo>
                <a:lnTo>
                  <a:pt x="2407723" y="1305628"/>
                </a:lnTo>
                <a:lnTo>
                  <a:pt x="2435680" y="1305628"/>
                </a:lnTo>
                <a:moveTo>
                  <a:pt x="2435680" y="1361544"/>
                </a:moveTo>
                <a:lnTo>
                  <a:pt x="2435680" y="1389502"/>
                </a:lnTo>
                <a:lnTo>
                  <a:pt x="2407723" y="1389502"/>
                </a:lnTo>
                <a:lnTo>
                  <a:pt x="2407723" y="1361544"/>
                </a:lnTo>
                <a:lnTo>
                  <a:pt x="2435680" y="1361544"/>
                </a:lnTo>
                <a:moveTo>
                  <a:pt x="2407164" y="1416901"/>
                </a:moveTo>
                <a:lnTo>
                  <a:pt x="2379206" y="1416901"/>
                </a:lnTo>
                <a:lnTo>
                  <a:pt x="2379206" y="1388942"/>
                </a:lnTo>
                <a:lnTo>
                  <a:pt x="2407164" y="1388942"/>
                </a:lnTo>
                <a:lnTo>
                  <a:pt x="2407164" y="1416901"/>
                </a:lnTo>
                <a:moveTo>
                  <a:pt x="2351248" y="1416901"/>
                </a:moveTo>
                <a:lnTo>
                  <a:pt x="2323291" y="1416901"/>
                </a:lnTo>
                <a:lnTo>
                  <a:pt x="2323291" y="1388942"/>
                </a:lnTo>
                <a:lnTo>
                  <a:pt x="2351248" y="1388942"/>
                </a:lnTo>
                <a:lnTo>
                  <a:pt x="2351248" y="1416901"/>
                </a:lnTo>
                <a:moveTo>
                  <a:pt x="2295333" y="1416901"/>
                </a:moveTo>
                <a:lnTo>
                  <a:pt x="2267376" y="1416901"/>
                </a:lnTo>
                <a:lnTo>
                  <a:pt x="2267376" y="1388942"/>
                </a:lnTo>
                <a:lnTo>
                  <a:pt x="2295333" y="1388942"/>
                </a:lnTo>
                <a:lnTo>
                  <a:pt x="2295333" y="1416901"/>
                </a:lnTo>
                <a:moveTo>
                  <a:pt x="2239417" y="1416901"/>
                </a:moveTo>
                <a:lnTo>
                  <a:pt x="2211459" y="1416901"/>
                </a:lnTo>
                <a:lnTo>
                  <a:pt x="2211459" y="1388942"/>
                </a:lnTo>
                <a:lnTo>
                  <a:pt x="2239417" y="1388942"/>
                </a:lnTo>
                <a:lnTo>
                  <a:pt x="2239417" y="1416901"/>
                </a:lnTo>
                <a:moveTo>
                  <a:pt x="2183502" y="1416901"/>
                </a:moveTo>
                <a:lnTo>
                  <a:pt x="2155544" y="1416901"/>
                </a:lnTo>
                <a:lnTo>
                  <a:pt x="2155544" y="1388942"/>
                </a:lnTo>
                <a:lnTo>
                  <a:pt x="2183502" y="1388942"/>
                </a:lnTo>
                <a:lnTo>
                  <a:pt x="2183502" y="1416901"/>
                </a:lnTo>
                <a:moveTo>
                  <a:pt x="2127586" y="1416901"/>
                </a:moveTo>
                <a:lnTo>
                  <a:pt x="2099629" y="1416901"/>
                </a:lnTo>
                <a:lnTo>
                  <a:pt x="2099629" y="1388942"/>
                </a:lnTo>
                <a:lnTo>
                  <a:pt x="2127586" y="1388942"/>
                </a:lnTo>
                <a:lnTo>
                  <a:pt x="2127586" y="1416901"/>
                </a:lnTo>
                <a:moveTo>
                  <a:pt x="2071671" y="1416901"/>
                </a:moveTo>
                <a:lnTo>
                  <a:pt x="2043712" y="1416901"/>
                </a:lnTo>
                <a:lnTo>
                  <a:pt x="2043712" y="1388942"/>
                </a:lnTo>
                <a:lnTo>
                  <a:pt x="2071671" y="1388942"/>
                </a:lnTo>
                <a:lnTo>
                  <a:pt x="2071671" y="1416901"/>
                </a:lnTo>
                <a:moveTo>
                  <a:pt x="2015755" y="1416901"/>
                </a:moveTo>
                <a:lnTo>
                  <a:pt x="1987797" y="1416901"/>
                </a:lnTo>
                <a:lnTo>
                  <a:pt x="1987797" y="1388942"/>
                </a:lnTo>
                <a:lnTo>
                  <a:pt x="2015755" y="1388942"/>
                </a:lnTo>
                <a:lnTo>
                  <a:pt x="2015755" y="1416901"/>
                </a:lnTo>
                <a:moveTo>
                  <a:pt x="1959840" y="1416901"/>
                </a:moveTo>
                <a:lnTo>
                  <a:pt x="1931882" y="1416901"/>
                </a:lnTo>
                <a:lnTo>
                  <a:pt x="1931882" y="1388942"/>
                </a:lnTo>
                <a:lnTo>
                  <a:pt x="1959840" y="1388942"/>
                </a:lnTo>
                <a:lnTo>
                  <a:pt x="1959840" y="1416901"/>
                </a:lnTo>
                <a:moveTo>
                  <a:pt x="1903924" y="1416901"/>
                </a:moveTo>
                <a:lnTo>
                  <a:pt x="1875966" y="1416901"/>
                </a:lnTo>
                <a:lnTo>
                  <a:pt x="1875966" y="1388942"/>
                </a:lnTo>
                <a:lnTo>
                  <a:pt x="1903924" y="1388942"/>
                </a:lnTo>
                <a:lnTo>
                  <a:pt x="1903924" y="1416901"/>
                </a:lnTo>
                <a:moveTo>
                  <a:pt x="1848008" y="1416901"/>
                </a:moveTo>
                <a:lnTo>
                  <a:pt x="1820051" y="1416901"/>
                </a:lnTo>
                <a:lnTo>
                  <a:pt x="1820051" y="1388942"/>
                </a:lnTo>
                <a:lnTo>
                  <a:pt x="1848008" y="1388942"/>
                </a:lnTo>
                <a:lnTo>
                  <a:pt x="1848008" y="1416901"/>
                </a:lnTo>
                <a:moveTo>
                  <a:pt x="1792093" y="1416901"/>
                </a:moveTo>
                <a:lnTo>
                  <a:pt x="1764135" y="1416901"/>
                </a:lnTo>
                <a:lnTo>
                  <a:pt x="1764135" y="1388942"/>
                </a:lnTo>
                <a:lnTo>
                  <a:pt x="1792093" y="1388942"/>
                </a:lnTo>
                <a:lnTo>
                  <a:pt x="1792093" y="1416901"/>
                </a:lnTo>
                <a:moveTo>
                  <a:pt x="1736178" y="1416901"/>
                </a:moveTo>
                <a:lnTo>
                  <a:pt x="1708219" y="1416901"/>
                </a:lnTo>
                <a:lnTo>
                  <a:pt x="1708219" y="1388942"/>
                </a:lnTo>
                <a:lnTo>
                  <a:pt x="1736178" y="1388942"/>
                </a:lnTo>
                <a:lnTo>
                  <a:pt x="1736178" y="1416901"/>
                </a:lnTo>
                <a:moveTo>
                  <a:pt x="1680261" y="1416901"/>
                </a:moveTo>
                <a:lnTo>
                  <a:pt x="1652304" y="1416901"/>
                </a:lnTo>
                <a:lnTo>
                  <a:pt x="1652304" y="1388942"/>
                </a:lnTo>
                <a:lnTo>
                  <a:pt x="1680261" y="1388942"/>
                </a:lnTo>
                <a:lnTo>
                  <a:pt x="1680261" y="1416901"/>
                </a:lnTo>
                <a:moveTo>
                  <a:pt x="1624346" y="1416901"/>
                </a:moveTo>
                <a:lnTo>
                  <a:pt x="1596389" y="1416901"/>
                </a:lnTo>
                <a:lnTo>
                  <a:pt x="1596389" y="1388942"/>
                </a:lnTo>
                <a:lnTo>
                  <a:pt x="1624346" y="1388942"/>
                </a:lnTo>
                <a:lnTo>
                  <a:pt x="1624346" y="1416901"/>
                </a:lnTo>
                <a:moveTo>
                  <a:pt x="1568431" y="1416901"/>
                </a:moveTo>
                <a:lnTo>
                  <a:pt x="1540473" y="1416901"/>
                </a:lnTo>
                <a:lnTo>
                  <a:pt x="1540473" y="1388942"/>
                </a:lnTo>
                <a:lnTo>
                  <a:pt x="1568431" y="1388942"/>
                </a:lnTo>
                <a:lnTo>
                  <a:pt x="1568431" y="1416901"/>
                </a:lnTo>
                <a:moveTo>
                  <a:pt x="1512515" y="1416901"/>
                </a:moveTo>
                <a:lnTo>
                  <a:pt x="1484557" y="1416901"/>
                </a:lnTo>
                <a:lnTo>
                  <a:pt x="1484557" y="1388942"/>
                </a:lnTo>
                <a:lnTo>
                  <a:pt x="1512515" y="1388942"/>
                </a:lnTo>
                <a:lnTo>
                  <a:pt x="1512515" y="1416901"/>
                </a:lnTo>
                <a:moveTo>
                  <a:pt x="1456599" y="1416901"/>
                </a:moveTo>
                <a:lnTo>
                  <a:pt x="1428642" y="1416901"/>
                </a:lnTo>
                <a:lnTo>
                  <a:pt x="1428642" y="1388942"/>
                </a:lnTo>
                <a:lnTo>
                  <a:pt x="1456599" y="1388942"/>
                </a:lnTo>
                <a:lnTo>
                  <a:pt x="1456599" y="1416901"/>
                </a:lnTo>
                <a:moveTo>
                  <a:pt x="1400684" y="1416901"/>
                </a:moveTo>
                <a:lnTo>
                  <a:pt x="1372727" y="1416901"/>
                </a:lnTo>
                <a:lnTo>
                  <a:pt x="1372727" y="1388942"/>
                </a:lnTo>
                <a:lnTo>
                  <a:pt x="1400684" y="1388942"/>
                </a:lnTo>
                <a:lnTo>
                  <a:pt x="1400684" y="1416901"/>
                </a:lnTo>
                <a:moveTo>
                  <a:pt x="1344768" y="1416901"/>
                </a:moveTo>
                <a:lnTo>
                  <a:pt x="1316810" y="1416901"/>
                </a:lnTo>
                <a:lnTo>
                  <a:pt x="1316810" y="1388942"/>
                </a:lnTo>
                <a:lnTo>
                  <a:pt x="1344768" y="1388942"/>
                </a:lnTo>
                <a:lnTo>
                  <a:pt x="1344768" y="1416901"/>
                </a:lnTo>
                <a:moveTo>
                  <a:pt x="1288853" y="1416901"/>
                </a:moveTo>
                <a:lnTo>
                  <a:pt x="1260895" y="1416901"/>
                </a:lnTo>
                <a:lnTo>
                  <a:pt x="1260895" y="1388942"/>
                </a:lnTo>
                <a:lnTo>
                  <a:pt x="1288853" y="1388942"/>
                </a:lnTo>
                <a:lnTo>
                  <a:pt x="1288853" y="1416901"/>
                </a:lnTo>
                <a:moveTo>
                  <a:pt x="1232938" y="1416901"/>
                </a:moveTo>
                <a:lnTo>
                  <a:pt x="1204980" y="1416901"/>
                </a:lnTo>
                <a:lnTo>
                  <a:pt x="1204980" y="1388942"/>
                </a:lnTo>
                <a:lnTo>
                  <a:pt x="1232938" y="1388942"/>
                </a:lnTo>
                <a:lnTo>
                  <a:pt x="1232938" y="1416901"/>
                </a:lnTo>
                <a:moveTo>
                  <a:pt x="1177021" y="1416901"/>
                </a:moveTo>
                <a:lnTo>
                  <a:pt x="1149064" y="1416901"/>
                </a:lnTo>
                <a:lnTo>
                  <a:pt x="1149064" y="1388942"/>
                </a:lnTo>
                <a:lnTo>
                  <a:pt x="1177021" y="1388942"/>
                </a:lnTo>
                <a:lnTo>
                  <a:pt x="1177021" y="1416901"/>
                </a:lnTo>
                <a:moveTo>
                  <a:pt x="1121106" y="1416901"/>
                </a:moveTo>
                <a:lnTo>
                  <a:pt x="1093148" y="1416901"/>
                </a:lnTo>
                <a:lnTo>
                  <a:pt x="1093148" y="1388942"/>
                </a:lnTo>
                <a:lnTo>
                  <a:pt x="1121106" y="1388942"/>
                </a:lnTo>
                <a:lnTo>
                  <a:pt x="1121106" y="1416901"/>
                </a:lnTo>
                <a:moveTo>
                  <a:pt x="1065191" y="1416901"/>
                </a:moveTo>
                <a:lnTo>
                  <a:pt x="1037233" y="1416901"/>
                </a:lnTo>
                <a:lnTo>
                  <a:pt x="1037233" y="1388942"/>
                </a:lnTo>
                <a:lnTo>
                  <a:pt x="1065191" y="1388942"/>
                </a:lnTo>
                <a:lnTo>
                  <a:pt x="1065191" y="1416901"/>
                </a:lnTo>
                <a:moveTo>
                  <a:pt x="1009274" y="1416901"/>
                </a:moveTo>
                <a:lnTo>
                  <a:pt x="981317" y="1416901"/>
                </a:lnTo>
                <a:lnTo>
                  <a:pt x="981317" y="1388942"/>
                </a:lnTo>
                <a:lnTo>
                  <a:pt x="1009274" y="1388942"/>
                </a:lnTo>
                <a:lnTo>
                  <a:pt x="1009274" y="1416901"/>
                </a:lnTo>
                <a:moveTo>
                  <a:pt x="953359" y="1416901"/>
                </a:moveTo>
                <a:lnTo>
                  <a:pt x="925402" y="1416901"/>
                </a:lnTo>
                <a:lnTo>
                  <a:pt x="925402" y="1388942"/>
                </a:lnTo>
                <a:lnTo>
                  <a:pt x="953359" y="1388942"/>
                </a:lnTo>
                <a:lnTo>
                  <a:pt x="953359" y="1416901"/>
                </a:lnTo>
                <a:moveTo>
                  <a:pt x="897444" y="1416901"/>
                </a:moveTo>
                <a:lnTo>
                  <a:pt x="869486" y="1416901"/>
                </a:lnTo>
                <a:lnTo>
                  <a:pt x="869486" y="1388942"/>
                </a:lnTo>
                <a:lnTo>
                  <a:pt x="897444" y="1388942"/>
                </a:lnTo>
                <a:lnTo>
                  <a:pt x="897444" y="1416901"/>
                </a:lnTo>
                <a:moveTo>
                  <a:pt x="841529" y="1416901"/>
                </a:moveTo>
                <a:lnTo>
                  <a:pt x="813570" y="1416901"/>
                </a:lnTo>
                <a:lnTo>
                  <a:pt x="813570" y="1388942"/>
                </a:lnTo>
                <a:lnTo>
                  <a:pt x="841529" y="1388942"/>
                </a:lnTo>
                <a:lnTo>
                  <a:pt x="841529" y="1416901"/>
                </a:lnTo>
                <a:moveTo>
                  <a:pt x="785613" y="1416901"/>
                </a:moveTo>
                <a:lnTo>
                  <a:pt x="757655" y="1416901"/>
                </a:lnTo>
                <a:lnTo>
                  <a:pt x="757655" y="1388942"/>
                </a:lnTo>
                <a:lnTo>
                  <a:pt x="785613" y="1388942"/>
                </a:lnTo>
                <a:lnTo>
                  <a:pt x="785613" y="1416901"/>
                </a:lnTo>
                <a:moveTo>
                  <a:pt x="729697" y="1416901"/>
                </a:moveTo>
                <a:lnTo>
                  <a:pt x="701740" y="1416901"/>
                </a:lnTo>
                <a:lnTo>
                  <a:pt x="701740" y="1388942"/>
                </a:lnTo>
                <a:lnTo>
                  <a:pt x="729697" y="1388942"/>
                </a:lnTo>
                <a:lnTo>
                  <a:pt x="729697" y="1416901"/>
                </a:lnTo>
                <a:moveTo>
                  <a:pt x="673782" y="1416901"/>
                </a:moveTo>
                <a:lnTo>
                  <a:pt x="645823" y="1416901"/>
                </a:lnTo>
                <a:lnTo>
                  <a:pt x="645823" y="1388942"/>
                </a:lnTo>
                <a:lnTo>
                  <a:pt x="673782" y="1388942"/>
                </a:lnTo>
                <a:lnTo>
                  <a:pt x="673782" y="1416901"/>
                </a:lnTo>
                <a:moveTo>
                  <a:pt x="617866" y="1416901"/>
                </a:moveTo>
                <a:lnTo>
                  <a:pt x="589908" y="1416901"/>
                </a:lnTo>
                <a:lnTo>
                  <a:pt x="589908" y="1388942"/>
                </a:lnTo>
                <a:lnTo>
                  <a:pt x="617866" y="1388942"/>
                </a:lnTo>
                <a:lnTo>
                  <a:pt x="617866" y="1416901"/>
                </a:lnTo>
                <a:moveTo>
                  <a:pt x="561951" y="1416901"/>
                </a:moveTo>
                <a:lnTo>
                  <a:pt x="533993" y="1416901"/>
                </a:lnTo>
                <a:lnTo>
                  <a:pt x="533993" y="1388942"/>
                </a:lnTo>
                <a:lnTo>
                  <a:pt x="561951" y="1388942"/>
                </a:lnTo>
                <a:lnTo>
                  <a:pt x="561951" y="1416901"/>
                </a:lnTo>
                <a:moveTo>
                  <a:pt x="506035" y="1416901"/>
                </a:moveTo>
                <a:lnTo>
                  <a:pt x="478077" y="1416901"/>
                </a:lnTo>
                <a:lnTo>
                  <a:pt x="478077" y="1388942"/>
                </a:lnTo>
                <a:lnTo>
                  <a:pt x="506035" y="1388942"/>
                </a:lnTo>
                <a:lnTo>
                  <a:pt x="506035" y="1416901"/>
                </a:lnTo>
                <a:moveTo>
                  <a:pt x="450119" y="1416901"/>
                </a:moveTo>
                <a:lnTo>
                  <a:pt x="422161" y="1416901"/>
                </a:lnTo>
                <a:lnTo>
                  <a:pt x="422161" y="1388942"/>
                </a:lnTo>
                <a:lnTo>
                  <a:pt x="450119" y="1388942"/>
                </a:lnTo>
                <a:lnTo>
                  <a:pt x="450119" y="1416901"/>
                </a:lnTo>
                <a:moveTo>
                  <a:pt x="394204" y="1416901"/>
                </a:moveTo>
                <a:lnTo>
                  <a:pt x="366246" y="1416901"/>
                </a:lnTo>
                <a:lnTo>
                  <a:pt x="366246" y="1388942"/>
                </a:lnTo>
                <a:lnTo>
                  <a:pt x="394204" y="1388942"/>
                </a:lnTo>
                <a:lnTo>
                  <a:pt x="394204" y="1416901"/>
                </a:lnTo>
                <a:moveTo>
                  <a:pt x="338289" y="1416901"/>
                </a:moveTo>
                <a:lnTo>
                  <a:pt x="310331" y="1416901"/>
                </a:lnTo>
                <a:lnTo>
                  <a:pt x="310331" y="1388942"/>
                </a:lnTo>
                <a:lnTo>
                  <a:pt x="338289" y="1388942"/>
                </a:lnTo>
                <a:lnTo>
                  <a:pt x="338289" y="1416901"/>
                </a:lnTo>
                <a:moveTo>
                  <a:pt x="282372" y="1416901"/>
                </a:moveTo>
                <a:lnTo>
                  <a:pt x="254415" y="1416901"/>
                </a:lnTo>
                <a:lnTo>
                  <a:pt x="254415" y="1388942"/>
                </a:lnTo>
                <a:lnTo>
                  <a:pt x="282372" y="1388942"/>
                </a:lnTo>
                <a:lnTo>
                  <a:pt x="282372" y="1416901"/>
                </a:lnTo>
                <a:moveTo>
                  <a:pt x="226457" y="1416901"/>
                </a:moveTo>
                <a:lnTo>
                  <a:pt x="198500" y="1416901"/>
                </a:lnTo>
                <a:lnTo>
                  <a:pt x="198500" y="1388942"/>
                </a:lnTo>
                <a:lnTo>
                  <a:pt x="226457" y="1388942"/>
                </a:lnTo>
                <a:lnTo>
                  <a:pt x="226457" y="1416901"/>
                </a:lnTo>
                <a:moveTo>
                  <a:pt x="170542" y="1416901"/>
                </a:moveTo>
                <a:lnTo>
                  <a:pt x="142584" y="1416901"/>
                </a:lnTo>
                <a:lnTo>
                  <a:pt x="142584" y="1388942"/>
                </a:lnTo>
                <a:lnTo>
                  <a:pt x="170542" y="1388942"/>
                </a:lnTo>
                <a:lnTo>
                  <a:pt x="170542" y="1416901"/>
                </a:lnTo>
                <a:moveTo>
                  <a:pt x="114626" y="1416901"/>
                </a:moveTo>
                <a:lnTo>
                  <a:pt x="86668" y="1416901"/>
                </a:lnTo>
                <a:lnTo>
                  <a:pt x="86668" y="1388942"/>
                </a:lnTo>
                <a:lnTo>
                  <a:pt x="114626" y="1388942"/>
                </a:lnTo>
                <a:lnTo>
                  <a:pt x="114626" y="1416901"/>
                </a:lnTo>
                <a:moveTo>
                  <a:pt x="58710" y="1416901"/>
                </a:moveTo>
                <a:lnTo>
                  <a:pt x="30753" y="1416901"/>
                </a:lnTo>
                <a:lnTo>
                  <a:pt x="30753" y="1388942"/>
                </a:lnTo>
                <a:lnTo>
                  <a:pt x="58710" y="1388942"/>
                </a:lnTo>
                <a:lnTo>
                  <a:pt x="58710" y="1416901"/>
                </a:lnTo>
              </a:path>
            </a:pathLst>
          </a:custGeom>
          <a:solidFill xmlns:a="http://schemas.openxmlformats.org/drawingml/2006/main">
            <a:srgbClr val="AE8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222">
            <a:extLst xmlns:a="http://schemas.openxmlformats.org/drawingml/2006/main">
              <a:ext uri="{FF2B5EF4-FFF2-40B4-BE49-F238E27FC236}">
                <a16:creationId xmlns:a16="http://schemas.microsoft.com/office/drawing/2014/main" id="{0E8A54D0-E4C7-4C94-922B-32651CC1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781" y="7843912"/>
            <a:ext cx="358150" cy="269602"/>
          </a:xfrm>
          <a:custGeom xmlns:a="http://schemas.openxmlformats.org/drawingml/2006/main">
            <a:pathLst>
              <a:path w="358150" h="269602">
                <a:moveTo>
                  <a:pt x="193825" y="125296"/>
                </a:moveTo>
                <a:cubicBezTo>
                  <a:pt x="191276" y="125296"/>
                  <a:pt x="189263" y="127353"/>
                  <a:pt x="189263" y="129948"/>
                </a:cubicBezTo>
                <a:cubicBezTo>
                  <a:pt x="189263" y="129971"/>
                  <a:pt x="189263" y="130015"/>
                  <a:pt x="189263" y="130038"/>
                </a:cubicBezTo>
                <a:cubicBezTo>
                  <a:pt x="189263" y="132543"/>
                  <a:pt x="191276" y="134578"/>
                  <a:pt x="193780" y="134600"/>
                </a:cubicBezTo>
                <a:cubicBezTo>
                  <a:pt x="193802" y="134600"/>
                  <a:pt x="193825" y="134600"/>
                  <a:pt x="193825" y="134600"/>
                </a:cubicBezTo>
                <a:cubicBezTo>
                  <a:pt x="196352" y="134556"/>
                  <a:pt x="198366" y="132476"/>
                  <a:pt x="198343" y="129948"/>
                </a:cubicBezTo>
                <a:cubicBezTo>
                  <a:pt x="198366" y="128003"/>
                  <a:pt x="197180" y="126258"/>
                  <a:pt x="195390" y="125587"/>
                </a:cubicBezTo>
                <a:cubicBezTo>
                  <a:pt x="194921" y="125385"/>
                  <a:pt x="194407" y="125296"/>
                  <a:pt x="193825" y="125296"/>
                </a:cubicBezTo>
                <a:moveTo>
                  <a:pt x="190493" y="108543"/>
                </a:moveTo>
                <a:cubicBezTo>
                  <a:pt x="190023" y="108879"/>
                  <a:pt x="188055" y="110869"/>
                  <a:pt x="187651" y="111720"/>
                </a:cubicBezTo>
                <a:cubicBezTo>
                  <a:pt x="187607" y="111809"/>
                  <a:pt x="187562" y="111876"/>
                  <a:pt x="187518" y="111966"/>
                </a:cubicBezTo>
                <a:cubicBezTo>
                  <a:pt x="186600" y="113889"/>
                  <a:pt x="187406" y="116193"/>
                  <a:pt x="189329" y="117132"/>
                </a:cubicBezTo>
                <a:cubicBezTo>
                  <a:pt x="190448" y="117825"/>
                  <a:pt x="191745" y="118228"/>
                  <a:pt x="193087" y="118295"/>
                </a:cubicBezTo>
                <a:cubicBezTo>
                  <a:pt x="196934" y="118295"/>
                  <a:pt x="200468" y="118944"/>
                  <a:pt x="203241" y="121292"/>
                </a:cubicBezTo>
                <a:cubicBezTo>
                  <a:pt x="206641" y="124200"/>
                  <a:pt x="207804" y="127353"/>
                  <a:pt x="206752" y="132297"/>
                </a:cubicBezTo>
                <a:cubicBezTo>
                  <a:pt x="206193" y="135227"/>
                  <a:pt x="206104" y="138245"/>
                  <a:pt x="206529" y="141198"/>
                </a:cubicBezTo>
                <a:cubicBezTo>
                  <a:pt x="207737" y="147260"/>
                  <a:pt x="210644" y="149205"/>
                  <a:pt x="214693" y="152672"/>
                </a:cubicBezTo>
                <a:cubicBezTo>
                  <a:pt x="218047" y="155289"/>
                  <a:pt x="222207" y="156653"/>
                  <a:pt x="226479" y="156520"/>
                </a:cubicBezTo>
                <a:cubicBezTo>
                  <a:pt x="229298" y="156385"/>
                  <a:pt x="232251" y="155334"/>
                  <a:pt x="235203" y="154081"/>
                </a:cubicBezTo>
                <a:lnTo>
                  <a:pt x="235203" y="154105"/>
                </a:lnTo>
                <a:cubicBezTo>
                  <a:pt x="238603" y="152628"/>
                  <a:pt x="239877" y="150212"/>
                  <a:pt x="238894" y="147260"/>
                </a:cubicBezTo>
                <a:cubicBezTo>
                  <a:pt x="237282" y="142540"/>
                  <a:pt x="234911" y="138447"/>
                  <a:pt x="232295" y="134421"/>
                </a:cubicBezTo>
                <a:cubicBezTo>
                  <a:pt x="229007" y="129300"/>
                  <a:pt x="227978" y="127421"/>
                  <a:pt x="222185" y="120599"/>
                </a:cubicBezTo>
                <a:cubicBezTo>
                  <a:pt x="216527" y="114940"/>
                  <a:pt x="212613" y="110937"/>
                  <a:pt x="207401" y="108745"/>
                </a:cubicBezTo>
                <a:cubicBezTo>
                  <a:pt x="201810" y="106464"/>
                  <a:pt x="195749" y="105457"/>
                  <a:pt x="190493" y="108543"/>
                </a:cubicBezTo>
                <a:moveTo>
                  <a:pt x="56519" y="96600"/>
                </a:moveTo>
                <a:cubicBezTo>
                  <a:pt x="49004" y="95527"/>
                  <a:pt x="41377" y="95727"/>
                  <a:pt x="33929" y="97181"/>
                </a:cubicBezTo>
                <a:cubicBezTo>
                  <a:pt x="28270" y="98255"/>
                  <a:pt x="26593" y="100290"/>
                  <a:pt x="26883" y="106150"/>
                </a:cubicBezTo>
                <a:cubicBezTo>
                  <a:pt x="28002" y="129948"/>
                  <a:pt x="34555" y="153142"/>
                  <a:pt x="46052" y="173987"/>
                </a:cubicBezTo>
                <a:cubicBezTo>
                  <a:pt x="57906" y="195883"/>
                  <a:pt x="74702" y="211898"/>
                  <a:pt x="94809" y="224021"/>
                </a:cubicBezTo>
                <a:cubicBezTo>
                  <a:pt x="95615" y="224424"/>
                  <a:pt x="112881" y="232856"/>
                  <a:pt x="122834" y="226548"/>
                </a:cubicBezTo>
                <a:cubicBezTo>
                  <a:pt x="127331" y="223731"/>
                  <a:pt x="126167" y="219949"/>
                  <a:pt x="124512" y="217422"/>
                </a:cubicBezTo>
                <a:cubicBezTo>
                  <a:pt x="122074" y="213599"/>
                  <a:pt x="120352" y="210578"/>
                  <a:pt x="119010" y="206239"/>
                </a:cubicBezTo>
                <a:cubicBezTo>
                  <a:pt x="117757" y="201834"/>
                  <a:pt x="116706" y="195056"/>
                  <a:pt x="122476" y="194699"/>
                </a:cubicBezTo>
                <a:cubicBezTo>
                  <a:pt x="128672" y="194342"/>
                  <a:pt x="143635" y="202527"/>
                  <a:pt x="174479" y="227376"/>
                </a:cubicBezTo>
                <a:lnTo>
                  <a:pt x="174501" y="227354"/>
                </a:lnTo>
                <a:cubicBezTo>
                  <a:pt x="188011" y="238312"/>
                  <a:pt x="207759" y="238022"/>
                  <a:pt x="219613" y="236658"/>
                </a:cubicBezTo>
                <a:cubicBezTo>
                  <a:pt x="215678" y="234197"/>
                  <a:pt x="211584" y="230842"/>
                  <a:pt x="206440" y="226414"/>
                </a:cubicBezTo>
                <a:cubicBezTo>
                  <a:pt x="191879" y="213822"/>
                  <a:pt x="180451" y="198455"/>
                  <a:pt x="169804" y="182330"/>
                </a:cubicBezTo>
                <a:cubicBezTo>
                  <a:pt x="159805" y="167143"/>
                  <a:pt x="150099" y="151599"/>
                  <a:pt x="137283" y="138582"/>
                </a:cubicBezTo>
                <a:cubicBezTo>
                  <a:pt x="114828" y="115746"/>
                  <a:pt x="88011" y="101297"/>
                  <a:pt x="56519" y="96600"/>
                </a:cubicBezTo>
                <a:moveTo>
                  <a:pt x="251038" y="470"/>
                </a:moveTo>
                <a:cubicBezTo>
                  <a:pt x="253744" y="873"/>
                  <a:pt x="254550" y="3356"/>
                  <a:pt x="255354" y="5771"/>
                </a:cubicBezTo>
                <a:cubicBezTo>
                  <a:pt x="256630" y="9774"/>
                  <a:pt x="257323" y="13845"/>
                  <a:pt x="259850" y="17491"/>
                </a:cubicBezTo>
                <a:cubicBezTo>
                  <a:pt x="263497" y="22613"/>
                  <a:pt x="268752" y="24961"/>
                  <a:pt x="273964" y="27309"/>
                </a:cubicBezTo>
                <a:cubicBezTo>
                  <a:pt x="283894" y="31872"/>
                  <a:pt x="290424" y="38918"/>
                  <a:pt x="292393" y="50749"/>
                </a:cubicBezTo>
                <a:cubicBezTo>
                  <a:pt x="301630" y="41154"/>
                  <a:pt x="312097" y="37217"/>
                  <a:pt x="324331" y="37911"/>
                </a:cubicBezTo>
                <a:cubicBezTo>
                  <a:pt x="332719" y="38381"/>
                  <a:pt x="339115" y="34444"/>
                  <a:pt x="344618" y="28450"/>
                </a:cubicBezTo>
                <a:cubicBezTo>
                  <a:pt x="345245" y="27712"/>
                  <a:pt x="345893" y="26975"/>
                  <a:pt x="346653" y="26370"/>
                </a:cubicBezTo>
                <a:cubicBezTo>
                  <a:pt x="348823" y="24536"/>
                  <a:pt x="350455" y="20957"/>
                  <a:pt x="354191" y="22836"/>
                </a:cubicBezTo>
                <a:cubicBezTo>
                  <a:pt x="357791" y="24670"/>
                  <a:pt x="358150" y="28249"/>
                  <a:pt x="357836" y="31738"/>
                </a:cubicBezTo>
                <a:cubicBezTo>
                  <a:pt x="355891" y="54462"/>
                  <a:pt x="347549" y="73429"/>
                  <a:pt x="326927" y="84947"/>
                </a:cubicBezTo>
                <a:cubicBezTo>
                  <a:pt x="319882" y="88839"/>
                  <a:pt x="312119" y="91277"/>
                  <a:pt x="304113" y="92127"/>
                </a:cubicBezTo>
                <a:cubicBezTo>
                  <a:pt x="301227" y="92440"/>
                  <a:pt x="300646" y="93424"/>
                  <a:pt x="300713" y="96019"/>
                </a:cubicBezTo>
                <a:cubicBezTo>
                  <a:pt x="300825" y="100268"/>
                  <a:pt x="301473" y="103556"/>
                  <a:pt x="300713" y="108813"/>
                </a:cubicBezTo>
                <a:cubicBezTo>
                  <a:pt x="291164" y="174815"/>
                  <a:pt x="266806" y="195168"/>
                  <a:pt x="250613" y="214782"/>
                </a:cubicBezTo>
                <a:cubicBezTo>
                  <a:pt x="256987" y="219770"/>
                  <a:pt x="249987" y="213599"/>
                  <a:pt x="281813" y="228784"/>
                </a:cubicBezTo>
                <a:cubicBezTo>
                  <a:pt x="285750" y="230686"/>
                  <a:pt x="286488" y="240997"/>
                  <a:pt x="275641" y="243346"/>
                </a:cubicBezTo>
                <a:cubicBezTo>
                  <a:pt x="268707" y="244821"/>
                  <a:pt x="259738" y="246163"/>
                  <a:pt x="250457" y="245291"/>
                </a:cubicBezTo>
                <a:cubicBezTo>
                  <a:pt x="238378" y="244218"/>
                  <a:pt x="231087" y="242808"/>
                  <a:pt x="224154" y="239274"/>
                </a:cubicBezTo>
                <a:cubicBezTo>
                  <a:pt x="196666" y="263116"/>
                  <a:pt x="172287" y="266136"/>
                  <a:pt x="150390" y="267412"/>
                </a:cubicBezTo>
                <a:cubicBezTo>
                  <a:pt x="114336" y="269602"/>
                  <a:pt x="82732" y="258219"/>
                  <a:pt x="55288" y="235046"/>
                </a:cubicBezTo>
                <a:cubicBezTo>
                  <a:pt x="28830" y="212659"/>
                  <a:pt x="11607" y="184052"/>
                  <a:pt x="5658" y="149475"/>
                </a:cubicBezTo>
                <a:cubicBezTo>
                  <a:pt x="0" y="116707"/>
                  <a:pt x="4629" y="85260"/>
                  <a:pt x="24267" y="57571"/>
                </a:cubicBezTo>
                <a:cubicBezTo>
                  <a:pt x="40616" y="34556"/>
                  <a:pt x="62848" y="21070"/>
                  <a:pt x="90694" y="17894"/>
                </a:cubicBezTo>
                <a:cubicBezTo>
                  <a:pt x="104897" y="16193"/>
                  <a:pt x="119257" y="16708"/>
                  <a:pt x="133302" y="19415"/>
                </a:cubicBezTo>
                <a:cubicBezTo>
                  <a:pt x="135628" y="18922"/>
                  <a:pt x="137932" y="18229"/>
                  <a:pt x="140146" y="17356"/>
                </a:cubicBezTo>
                <a:cubicBezTo>
                  <a:pt x="155177" y="11496"/>
                  <a:pt x="166963" y="7046"/>
                  <a:pt x="179846" y="7001"/>
                </a:cubicBezTo>
                <a:cubicBezTo>
                  <a:pt x="192729" y="6956"/>
                  <a:pt x="195324" y="12011"/>
                  <a:pt x="191343" y="13465"/>
                </a:cubicBezTo>
                <a:cubicBezTo>
                  <a:pt x="187540" y="14896"/>
                  <a:pt x="171056" y="26795"/>
                  <a:pt x="185639" y="41266"/>
                </a:cubicBezTo>
                <a:cubicBezTo>
                  <a:pt x="189106" y="43525"/>
                  <a:pt x="192506" y="45895"/>
                  <a:pt x="195794" y="48401"/>
                </a:cubicBezTo>
                <a:cubicBezTo>
                  <a:pt x="210063" y="59226"/>
                  <a:pt x="221492" y="73071"/>
                  <a:pt x="234151" y="85597"/>
                </a:cubicBezTo>
                <a:cubicBezTo>
                  <a:pt x="241465" y="93156"/>
                  <a:pt x="250188" y="99217"/>
                  <a:pt x="259805" y="103444"/>
                </a:cubicBezTo>
                <a:cubicBezTo>
                  <a:pt x="262646" y="104630"/>
                  <a:pt x="263854" y="104026"/>
                  <a:pt x="264658" y="101319"/>
                </a:cubicBezTo>
                <a:cubicBezTo>
                  <a:pt x="265911" y="97070"/>
                  <a:pt x="267387" y="92977"/>
                  <a:pt x="268573" y="88727"/>
                </a:cubicBezTo>
                <a:cubicBezTo>
                  <a:pt x="269222" y="86669"/>
                  <a:pt x="268707" y="85260"/>
                  <a:pt x="266672" y="83829"/>
                </a:cubicBezTo>
                <a:cubicBezTo>
                  <a:pt x="248891" y="71527"/>
                  <a:pt x="239945" y="54216"/>
                  <a:pt x="239541" y="32499"/>
                </a:cubicBezTo>
                <a:cubicBezTo>
                  <a:pt x="239363" y="22836"/>
                  <a:pt x="241152" y="13308"/>
                  <a:pt x="245759" y="4630"/>
                </a:cubicBezTo>
                <a:cubicBezTo>
                  <a:pt x="246922" y="2528"/>
                  <a:pt x="248085" y="0"/>
                  <a:pt x="251038" y="470"/>
                </a:cubicBezTo>
              </a:path>
            </a:pathLst>
          </a:custGeom>
          <a:solidFill xmlns:a="http://schemas.openxmlformats.org/drawingml/2006/main">
            <a:srgbClr val="4F6BF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2FF3D63C-7408-4EAC-8CA3-A6ABF261CD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9ecf14b434b0c"/>
          <a:stretch xmlns:a="http://schemas.openxmlformats.org/drawingml/2006/main"/>
        </p:blipFill>
        <p:spPr>
          <a:xfrm xmlns:a="http://schemas.openxmlformats.org/drawingml/2006/main">
            <a:off x="9172575" y="7439025"/>
            <a:ext cx="523875" cy="371475"/>
          </a:xfrm>
          <a:prstGeom xmlns:a="http://schemas.openxmlformats.org/drawingml/2006/main" prst="rect">
            <a:avLst/>
          </a:prstGeom>
        </p:spPr>
      </p:pic>
      <p:sp>
        <p:nvSpPr>
          <p:cNvPr id="316" name="text-224 VLM">
            <a:extLst xmlns:a="http://schemas.openxmlformats.org/drawingml/2006/main">
              <a:ext uri="{FF2B5EF4-FFF2-40B4-BE49-F238E27FC236}">
                <a16:creationId xmlns:a16="http://schemas.microsoft.com/office/drawing/2014/main" id="{C7B7D2E2-CA5E-474F-8DA4-4061866E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0829" y="7508744"/>
            <a:ext cx="505818" cy="281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VLM</a:t>
            </a:r>
          </a:p>
        </p:txBody>
      </p:sp>
      <p:sp>
        <p:nvSpPr>
          <p:cNvPr id="317" name="text-225 LLM">
            <a:extLst xmlns:a="http://schemas.openxmlformats.org/drawingml/2006/main">
              <a:ext uri="{FF2B5EF4-FFF2-40B4-BE49-F238E27FC236}">
                <a16:creationId xmlns:a16="http://schemas.microsoft.com/office/drawing/2014/main" id="{7C261D00-03FD-4184-BFF1-39509ED0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6420" y="7856597"/>
            <a:ext cx="494625" cy="281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LLM</a:t>
            </a:r>
          </a:p>
        </p:txBody>
      </p:sp>
      <p:pic>
        <p:nvPic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4B15D263-FBAD-43CA-ADAC-9CCFDD4BD9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e30655e0941e0"/>
          <a:stretch xmlns:a="http://schemas.openxmlformats.org/drawingml/2006/main"/>
        </p:blipFill>
        <p:spPr>
          <a:xfrm xmlns:a="http://schemas.openxmlformats.org/drawingml/2006/main">
            <a:off x="13420725" y="4724400"/>
            <a:ext cx="1085850" cy="1457325"/>
          </a:xfrm>
          <a:prstGeom xmlns:a="http://schemas.openxmlformats.org/drawingml/2006/main" prst="rect">
            <a:avLst/>
          </a:prstGeom>
        </p:spPr>
      </p:pic>
      <p:pic>
        <p:nvPic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8B37D30B-E82E-411F-B448-59DCFD30E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d5a21caa8460c"/>
          <a:stretch xmlns:a="http://schemas.openxmlformats.org/drawingml/2006/main"/>
        </p:blipFill>
        <p:spPr>
          <a:xfrm xmlns:a="http://schemas.openxmlformats.org/drawingml/2006/main">
            <a:off x="14277975" y="4752975"/>
            <a:ext cx="619125" cy="609600"/>
          </a:xfrm>
          <a:prstGeom xmlns:a="http://schemas.openxmlformats.org/drawingml/2006/main" prst="rect">
            <a:avLst/>
          </a:prstGeom>
        </p:spPr>
      </p:pic>
      <p:pic>
        <p:nvPic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59888352-0073-4A85-B1F3-7B754DB103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17b57c5c04078"/>
          <a:stretch xmlns:a="http://schemas.openxmlformats.org/drawingml/2006/main"/>
        </p:blipFill>
        <p:spPr>
          <a:xfrm xmlns:a="http://schemas.openxmlformats.org/drawingml/2006/main">
            <a:off x="13144500" y="5886450"/>
            <a:ext cx="228600" cy="304800"/>
          </a:xfrm>
          <a:prstGeom xmlns:a="http://schemas.openxmlformats.org/drawingml/2006/main" prst="rect">
            <a:avLst/>
          </a:prstGeom>
        </p:spPr>
      </p:pic>
      <p:sp>
        <p:nvSpPr>
          <p:cNvPr id="321" name="path-229">
            <a:extLst xmlns:a="http://schemas.openxmlformats.org/drawingml/2006/main">
              <a:ext uri="{FF2B5EF4-FFF2-40B4-BE49-F238E27FC236}">
                <a16:creationId xmlns:a16="http://schemas.microsoft.com/office/drawing/2014/main" id="{C8C54932-9F96-46CB-901B-7CBEBE03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988" y="5681949"/>
            <a:ext cx="4157433" cy="228135"/>
          </a:xfrm>
          <a:custGeom xmlns:a="http://schemas.openxmlformats.org/drawingml/2006/main">
            <a:pathLst>
              <a:path w="4157433" h="228135">
                <a:moveTo>
                  <a:pt x="0" y="0"/>
                </a:moveTo>
                <a:lnTo>
                  <a:pt x="0" y="228135"/>
                </a:lnTo>
                <a:lnTo>
                  <a:pt x="4157433" y="228135"/>
                </a:lnTo>
                <a:lnTo>
                  <a:pt x="4157433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230">
            <a:extLst xmlns:a="http://schemas.openxmlformats.org/drawingml/2006/main">
              <a:ext uri="{FF2B5EF4-FFF2-40B4-BE49-F238E27FC236}">
                <a16:creationId xmlns:a16="http://schemas.microsoft.com/office/drawing/2014/main" id="{9179E71F-6344-427C-9200-81584435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279" y="5675909"/>
            <a:ext cx="4171300" cy="240437"/>
          </a:xfrm>
          <a:custGeom xmlns:a="http://schemas.openxmlformats.org/drawingml/2006/main">
            <a:pathLst>
              <a:path w="4171300" h="240437">
                <a:moveTo>
                  <a:pt x="0" y="233727"/>
                </a:moveTo>
                <a:lnTo>
                  <a:pt x="0" y="193468"/>
                </a:lnTo>
                <a:lnTo>
                  <a:pt x="13419" y="193468"/>
                </a:lnTo>
                <a:lnTo>
                  <a:pt x="13419" y="233727"/>
                </a:lnTo>
                <a:lnTo>
                  <a:pt x="0" y="233727"/>
                </a:lnTo>
                <a:moveTo>
                  <a:pt x="0" y="180048"/>
                </a:moveTo>
                <a:lnTo>
                  <a:pt x="0" y="139789"/>
                </a:lnTo>
                <a:lnTo>
                  <a:pt x="13419" y="139789"/>
                </a:lnTo>
                <a:lnTo>
                  <a:pt x="13419" y="180048"/>
                </a:lnTo>
                <a:lnTo>
                  <a:pt x="0" y="180048"/>
                </a:lnTo>
                <a:moveTo>
                  <a:pt x="0" y="126370"/>
                </a:moveTo>
                <a:lnTo>
                  <a:pt x="0" y="86110"/>
                </a:lnTo>
                <a:lnTo>
                  <a:pt x="13419" y="86110"/>
                </a:lnTo>
                <a:lnTo>
                  <a:pt x="13419" y="126370"/>
                </a:lnTo>
                <a:lnTo>
                  <a:pt x="0" y="126370"/>
                </a:lnTo>
                <a:moveTo>
                  <a:pt x="0" y="72690"/>
                </a:moveTo>
                <a:lnTo>
                  <a:pt x="0" y="32431"/>
                </a:lnTo>
                <a:lnTo>
                  <a:pt x="13419" y="32431"/>
                </a:lnTo>
                <a:lnTo>
                  <a:pt x="13419" y="72690"/>
                </a:lnTo>
                <a:lnTo>
                  <a:pt x="0" y="72690"/>
                </a:lnTo>
                <a:moveTo>
                  <a:pt x="0" y="19012"/>
                </a:moveTo>
                <a:lnTo>
                  <a:pt x="0" y="0"/>
                </a:lnTo>
                <a:lnTo>
                  <a:pt x="34666" y="0"/>
                </a:lnTo>
                <a:lnTo>
                  <a:pt x="34666" y="13420"/>
                </a:lnTo>
                <a:lnTo>
                  <a:pt x="6709" y="13420"/>
                </a:lnTo>
                <a:lnTo>
                  <a:pt x="13419" y="6710"/>
                </a:lnTo>
                <a:lnTo>
                  <a:pt x="13419" y="19012"/>
                </a:lnTo>
                <a:lnTo>
                  <a:pt x="0" y="19012"/>
                </a:lnTo>
                <a:moveTo>
                  <a:pt x="48087" y="0"/>
                </a:moveTo>
                <a:lnTo>
                  <a:pt x="88346" y="0"/>
                </a:lnTo>
                <a:lnTo>
                  <a:pt x="88346" y="13420"/>
                </a:lnTo>
                <a:lnTo>
                  <a:pt x="48087" y="13420"/>
                </a:lnTo>
                <a:lnTo>
                  <a:pt x="48087" y="0"/>
                </a:lnTo>
                <a:moveTo>
                  <a:pt x="101766" y="0"/>
                </a:moveTo>
                <a:lnTo>
                  <a:pt x="142025" y="0"/>
                </a:lnTo>
                <a:lnTo>
                  <a:pt x="142025" y="13420"/>
                </a:lnTo>
                <a:lnTo>
                  <a:pt x="101766" y="13420"/>
                </a:lnTo>
                <a:lnTo>
                  <a:pt x="101766" y="0"/>
                </a:lnTo>
                <a:moveTo>
                  <a:pt x="155444" y="0"/>
                </a:moveTo>
                <a:lnTo>
                  <a:pt x="195704" y="0"/>
                </a:lnTo>
                <a:lnTo>
                  <a:pt x="195704" y="13420"/>
                </a:lnTo>
                <a:lnTo>
                  <a:pt x="155444" y="13420"/>
                </a:lnTo>
                <a:lnTo>
                  <a:pt x="155444" y="0"/>
                </a:lnTo>
                <a:moveTo>
                  <a:pt x="209123" y="0"/>
                </a:moveTo>
                <a:lnTo>
                  <a:pt x="249382" y="0"/>
                </a:lnTo>
                <a:lnTo>
                  <a:pt x="249382" y="13420"/>
                </a:lnTo>
                <a:lnTo>
                  <a:pt x="209123" y="13420"/>
                </a:lnTo>
                <a:lnTo>
                  <a:pt x="209123" y="0"/>
                </a:lnTo>
                <a:moveTo>
                  <a:pt x="262803" y="0"/>
                </a:moveTo>
                <a:lnTo>
                  <a:pt x="303062" y="0"/>
                </a:lnTo>
                <a:lnTo>
                  <a:pt x="303062" y="13420"/>
                </a:lnTo>
                <a:lnTo>
                  <a:pt x="262803" y="13420"/>
                </a:lnTo>
                <a:lnTo>
                  <a:pt x="262803" y="0"/>
                </a:lnTo>
                <a:moveTo>
                  <a:pt x="316482" y="0"/>
                </a:moveTo>
                <a:lnTo>
                  <a:pt x="356740" y="0"/>
                </a:lnTo>
                <a:lnTo>
                  <a:pt x="356740" y="13420"/>
                </a:lnTo>
                <a:lnTo>
                  <a:pt x="316482" y="13420"/>
                </a:lnTo>
                <a:lnTo>
                  <a:pt x="316482" y="0"/>
                </a:lnTo>
                <a:moveTo>
                  <a:pt x="370160" y="0"/>
                </a:moveTo>
                <a:lnTo>
                  <a:pt x="410419" y="0"/>
                </a:lnTo>
                <a:lnTo>
                  <a:pt x="410419" y="13420"/>
                </a:lnTo>
                <a:lnTo>
                  <a:pt x="370160" y="13420"/>
                </a:lnTo>
                <a:lnTo>
                  <a:pt x="370160" y="0"/>
                </a:lnTo>
                <a:moveTo>
                  <a:pt x="423839" y="0"/>
                </a:moveTo>
                <a:lnTo>
                  <a:pt x="464098" y="0"/>
                </a:lnTo>
                <a:lnTo>
                  <a:pt x="464098" y="13420"/>
                </a:lnTo>
                <a:lnTo>
                  <a:pt x="423839" y="13420"/>
                </a:lnTo>
                <a:lnTo>
                  <a:pt x="423839" y="0"/>
                </a:lnTo>
                <a:moveTo>
                  <a:pt x="477517" y="0"/>
                </a:moveTo>
                <a:lnTo>
                  <a:pt x="517778" y="0"/>
                </a:lnTo>
                <a:lnTo>
                  <a:pt x="517778" y="13420"/>
                </a:lnTo>
                <a:lnTo>
                  <a:pt x="477517" y="13420"/>
                </a:lnTo>
                <a:lnTo>
                  <a:pt x="477517" y="0"/>
                </a:lnTo>
                <a:moveTo>
                  <a:pt x="531197" y="0"/>
                </a:moveTo>
                <a:lnTo>
                  <a:pt x="571456" y="0"/>
                </a:lnTo>
                <a:lnTo>
                  <a:pt x="571456" y="13420"/>
                </a:lnTo>
                <a:lnTo>
                  <a:pt x="531197" y="13420"/>
                </a:lnTo>
                <a:lnTo>
                  <a:pt x="531197" y="0"/>
                </a:lnTo>
                <a:moveTo>
                  <a:pt x="584876" y="0"/>
                </a:moveTo>
                <a:lnTo>
                  <a:pt x="625135" y="0"/>
                </a:lnTo>
                <a:lnTo>
                  <a:pt x="625135" y="13420"/>
                </a:lnTo>
                <a:lnTo>
                  <a:pt x="584876" y="13420"/>
                </a:lnTo>
                <a:lnTo>
                  <a:pt x="584876" y="0"/>
                </a:lnTo>
                <a:moveTo>
                  <a:pt x="638555" y="0"/>
                </a:moveTo>
                <a:lnTo>
                  <a:pt x="678813" y="0"/>
                </a:lnTo>
                <a:lnTo>
                  <a:pt x="678813" y="13420"/>
                </a:lnTo>
                <a:lnTo>
                  <a:pt x="638555" y="13420"/>
                </a:lnTo>
                <a:lnTo>
                  <a:pt x="638555" y="0"/>
                </a:lnTo>
                <a:moveTo>
                  <a:pt x="692233" y="0"/>
                </a:moveTo>
                <a:lnTo>
                  <a:pt x="732494" y="0"/>
                </a:lnTo>
                <a:lnTo>
                  <a:pt x="732494" y="13420"/>
                </a:lnTo>
                <a:lnTo>
                  <a:pt x="692233" y="13420"/>
                </a:lnTo>
                <a:lnTo>
                  <a:pt x="692233" y="0"/>
                </a:lnTo>
                <a:moveTo>
                  <a:pt x="745913" y="0"/>
                </a:moveTo>
                <a:lnTo>
                  <a:pt x="786172" y="0"/>
                </a:lnTo>
                <a:lnTo>
                  <a:pt x="786172" y="13420"/>
                </a:lnTo>
                <a:lnTo>
                  <a:pt x="745913" y="13420"/>
                </a:lnTo>
                <a:lnTo>
                  <a:pt x="745913" y="0"/>
                </a:lnTo>
                <a:moveTo>
                  <a:pt x="799592" y="0"/>
                </a:moveTo>
                <a:lnTo>
                  <a:pt x="839851" y="0"/>
                </a:lnTo>
                <a:lnTo>
                  <a:pt x="839851" y="13420"/>
                </a:lnTo>
                <a:lnTo>
                  <a:pt x="799592" y="13420"/>
                </a:lnTo>
                <a:lnTo>
                  <a:pt x="799592" y="0"/>
                </a:lnTo>
                <a:moveTo>
                  <a:pt x="853271" y="0"/>
                </a:moveTo>
                <a:lnTo>
                  <a:pt x="893529" y="0"/>
                </a:lnTo>
                <a:lnTo>
                  <a:pt x="893529" y="13420"/>
                </a:lnTo>
                <a:lnTo>
                  <a:pt x="853271" y="13420"/>
                </a:lnTo>
                <a:lnTo>
                  <a:pt x="853271" y="0"/>
                </a:lnTo>
                <a:moveTo>
                  <a:pt x="906949" y="0"/>
                </a:moveTo>
                <a:lnTo>
                  <a:pt x="947208" y="0"/>
                </a:lnTo>
                <a:lnTo>
                  <a:pt x="947208" y="13420"/>
                </a:lnTo>
                <a:lnTo>
                  <a:pt x="906949" y="13420"/>
                </a:lnTo>
                <a:lnTo>
                  <a:pt x="906949" y="0"/>
                </a:lnTo>
                <a:moveTo>
                  <a:pt x="960629" y="0"/>
                </a:moveTo>
                <a:lnTo>
                  <a:pt x="1000888" y="0"/>
                </a:lnTo>
                <a:lnTo>
                  <a:pt x="1000888" y="13420"/>
                </a:lnTo>
                <a:lnTo>
                  <a:pt x="960629" y="13420"/>
                </a:lnTo>
                <a:lnTo>
                  <a:pt x="960629" y="0"/>
                </a:lnTo>
                <a:moveTo>
                  <a:pt x="1014307" y="0"/>
                </a:moveTo>
                <a:lnTo>
                  <a:pt x="1054567" y="0"/>
                </a:lnTo>
                <a:lnTo>
                  <a:pt x="1054567" y="13420"/>
                </a:lnTo>
                <a:lnTo>
                  <a:pt x="1014307" y="13420"/>
                </a:lnTo>
                <a:lnTo>
                  <a:pt x="1014307" y="0"/>
                </a:lnTo>
                <a:moveTo>
                  <a:pt x="1067987" y="0"/>
                </a:moveTo>
                <a:lnTo>
                  <a:pt x="1108245" y="0"/>
                </a:lnTo>
                <a:lnTo>
                  <a:pt x="1108245" y="13420"/>
                </a:lnTo>
                <a:lnTo>
                  <a:pt x="1067987" y="13420"/>
                </a:lnTo>
                <a:lnTo>
                  <a:pt x="1067987" y="0"/>
                </a:lnTo>
                <a:moveTo>
                  <a:pt x="1121665" y="0"/>
                </a:moveTo>
                <a:lnTo>
                  <a:pt x="1161924" y="0"/>
                </a:lnTo>
                <a:lnTo>
                  <a:pt x="1161924" y="13420"/>
                </a:lnTo>
                <a:lnTo>
                  <a:pt x="1121665" y="13420"/>
                </a:lnTo>
                <a:lnTo>
                  <a:pt x="1121665" y="0"/>
                </a:lnTo>
                <a:moveTo>
                  <a:pt x="1175345" y="0"/>
                </a:moveTo>
                <a:lnTo>
                  <a:pt x="1215604" y="0"/>
                </a:lnTo>
                <a:lnTo>
                  <a:pt x="1215604" y="13420"/>
                </a:lnTo>
                <a:lnTo>
                  <a:pt x="1175345" y="13420"/>
                </a:lnTo>
                <a:lnTo>
                  <a:pt x="1175345" y="0"/>
                </a:lnTo>
                <a:moveTo>
                  <a:pt x="1229023" y="0"/>
                </a:moveTo>
                <a:lnTo>
                  <a:pt x="1269283" y="0"/>
                </a:lnTo>
                <a:lnTo>
                  <a:pt x="1269283" y="13420"/>
                </a:lnTo>
                <a:lnTo>
                  <a:pt x="1229023" y="13420"/>
                </a:lnTo>
                <a:lnTo>
                  <a:pt x="1229023" y="0"/>
                </a:lnTo>
                <a:moveTo>
                  <a:pt x="1282702" y="0"/>
                </a:moveTo>
                <a:lnTo>
                  <a:pt x="1322961" y="0"/>
                </a:lnTo>
                <a:lnTo>
                  <a:pt x="1322961" y="13420"/>
                </a:lnTo>
                <a:lnTo>
                  <a:pt x="1282702" y="13420"/>
                </a:lnTo>
                <a:lnTo>
                  <a:pt x="1282702" y="0"/>
                </a:lnTo>
                <a:moveTo>
                  <a:pt x="1336381" y="0"/>
                </a:moveTo>
                <a:lnTo>
                  <a:pt x="1376640" y="0"/>
                </a:lnTo>
                <a:lnTo>
                  <a:pt x="1376640" y="13420"/>
                </a:lnTo>
                <a:lnTo>
                  <a:pt x="1336381" y="13420"/>
                </a:lnTo>
                <a:lnTo>
                  <a:pt x="1336381" y="0"/>
                </a:lnTo>
                <a:moveTo>
                  <a:pt x="1390061" y="0"/>
                </a:moveTo>
                <a:lnTo>
                  <a:pt x="1430319" y="0"/>
                </a:lnTo>
                <a:lnTo>
                  <a:pt x="1430319" y="13420"/>
                </a:lnTo>
                <a:lnTo>
                  <a:pt x="1390061" y="13420"/>
                </a:lnTo>
                <a:lnTo>
                  <a:pt x="1390061" y="0"/>
                </a:lnTo>
                <a:moveTo>
                  <a:pt x="1443739" y="0"/>
                </a:moveTo>
                <a:lnTo>
                  <a:pt x="1483998" y="0"/>
                </a:lnTo>
                <a:lnTo>
                  <a:pt x="1483998" y="13420"/>
                </a:lnTo>
                <a:lnTo>
                  <a:pt x="1443739" y="13420"/>
                </a:lnTo>
                <a:lnTo>
                  <a:pt x="1443739" y="0"/>
                </a:lnTo>
                <a:moveTo>
                  <a:pt x="1497418" y="0"/>
                </a:moveTo>
                <a:lnTo>
                  <a:pt x="1537677" y="0"/>
                </a:lnTo>
                <a:lnTo>
                  <a:pt x="1537677" y="13420"/>
                </a:lnTo>
                <a:lnTo>
                  <a:pt x="1497418" y="13420"/>
                </a:lnTo>
                <a:lnTo>
                  <a:pt x="1497418" y="0"/>
                </a:lnTo>
                <a:moveTo>
                  <a:pt x="1551096" y="0"/>
                </a:moveTo>
                <a:lnTo>
                  <a:pt x="1591356" y="0"/>
                </a:lnTo>
                <a:lnTo>
                  <a:pt x="1591356" y="13420"/>
                </a:lnTo>
                <a:lnTo>
                  <a:pt x="1551096" y="13420"/>
                </a:lnTo>
                <a:lnTo>
                  <a:pt x="1551096" y="0"/>
                </a:lnTo>
                <a:moveTo>
                  <a:pt x="1604776" y="0"/>
                </a:moveTo>
                <a:lnTo>
                  <a:pt x="1645034" y="0"/>
                </a:lnTo>
                <a:lnTo>
                  <a:pt x="1645034" y="13420"/>
                </a:lnTo>
                <a:lnTo>
                  <a:pt x="1604776" y="13420"/>
                </a:lnTo>
                <a:lnTo>
                  <a:pt x="1604776" y="0"/>
                </a:lnTo>
                <a:moveTo>
                  <a:pt x="1658455" y="0"/>
                </a:moveTo>
                <a:lnTo>
                  <a:pt x="1698714" y="0"/>
                </a:lnTo>
                <a:lnTo>
                  <a:pt x="1698714" y="13420"/>
                </a:lnTo>
                <a:lnTo>
                  <a:pt x="1658455" y="13420"/>
                </a:lnTo>
                <a:lnTo>
                  <a:pt x="1658455" y="0"/>
                </a:lnTo>
                <a:moveTo>
                  <a:pt x="1712134" y="0"/>
                </a:moveTo>
                <a:lnTo>
                  <a:pt x="1752393" y="0"/>
                </a:lnTo>
                <a:lnTo>
                  <a:pt x="1752393" y="13420"/>
                </a:lnTo>
                <a:lnTo>
                  <a:pt x="1712134" y="13420"/>
                </a:lnTo>
                <a:lnTo>
                  <a:pt x="1712134" y="0"/>
                </a:lnTo>
                <a:moveTo>
                  <a:pt x="1765812" y="0"/>
                </a:moveTo>
                <a:lnTo>
                  <a:pt x="1806072" y="0"/>
                </a:lnTo>
                <a:lnTo>
                  <a:pt x="1806072" y="13420"/>
                </a:lnTo>
                <a:lnTo>
                  <a:pt x="1765812" y="13420"/>
                </a:lnTo>
                <a:lnTo>
                  <a:pt x="1765812" y="0"/>
                </a:lnTo>
                <a:moveTo>
                  <a:pt x="1819491" y="0"/>
                </a:moveTo>
                <a:lnTo>
                  <a:pt x="1859750" y="0"/>
                </a:lnTo>
                <a:lnTo>
                  <a:pt x="1859750" y="13420"/>
                </a:lnTo>
                <a:lnTo>
                  <a:pt x="1819491" y="13420"/>
                </a:lnTo>
                <a:lnTo>
                  <a:pt x="1819491" y="0"/>
                </a:lnTo>
                <a:moveTo>
                  <a:pt x="1873171" y="0"/>
                </a:moveTo>
                <a:lnTo>
                  <a:pt x="1913430" y="0"/>
                </a:lnTo>
                <a:lnTo>
                  <a:pt x="1913430" y="13420"/>
                </a:lnTo>
                <a:lnTo>
                  <a:pt x="1873171" y="13420"/>
                </a:lnTo>
                <a:lnTo>
                  <a:pt x="1873171" y="0"/>
                </a:lnTo>
                <a:moveTo>
                  <a:pt x="1926850" y="0"/>
                </a:moveTo>
                <a:lnTo>
                  <a:pt x="1967109" y="0"/>
                </a:lnTo>
                <a:lnTo>
                  <a:pt x="1967109" y="13420"/>
                </a:lnTo>
                <a:lnTo>
                  <a:pt x="1926850" y="13420"/>
                </a:lnTo>
                <a:lnTo>
                  <a:pt x="1926850" y="0"/>
                </a:lnTo>
                <a:moveTo>
                  <a:pt x="1980528" y="0"/>
                </a:moveTo>
                <a:lnTo>
                  <a:pt x="2020787" y="0"/>
                </a:lnTo>
                <a:lnTo>
                  <a:pt x="2020787" y="13420"/>
                </a:lnTo>
                <a:lnTo>
                  <a:pt x="1980528" y="13420"/>
                </a:lnTo>
                <a:lnTo>
                  <a:pt x="1980528" y="0"/>
                </a:lnTo>
                <a:moveTo>
                  <a:pt x="2034207" y="0"/>
                </a:moveTo>
                <a:lnTo>
                  <a:pt x="2074466" y="0"/>
                </a:lnTo>
                <a:lnTo>
                  <a:pt x="2074466" y="13420"/>
                </a:lnTo>
                <a:lnTo>
                  <a:pt x="2034207" y="13420"/>
                </a:lnTo>
                <a:lnTo>
                  <a:pt x="2034207" y="0"/>
                </a:lnTo>
                <a:moveTo>
                  <a:pt x="2087885" y="0"/>
                </a:moveTo>
                <a:lnTo>
                  <a:pt x="2128145" y="0"/>
                </a:lnTo>
                <a:lnTo>
                  <a:pt x="2128145" y="13420"/>
                </a:lnTo>
                <a:lnTo>
                  <a:pt x="2087885" y="13420"/>
                </a:lnTo>
                <a:lnTo>
                  <a:pt x="2087885" y="0"/>
                </a:lnTo>
                <a:moveTo>
                  <a:pt x="2141566" y="0"/>
                </a:moveTo>
                <a:lnTo>
                  <a:pt x="2181824" y="0"/>
                </a:lnTo>
                <a:lnTo>
                  <a:pt x="2181824" y="13420"/>
                </a:lnTo>
                <a:lnTo>
                  <a:pt x="2141566" y="13420"/>
                </a:lnTo>
                <a:lnTo>
                  <a:pt x="2141566" y="0"/>
                </a:lnTo>
                <a:moveTo>
                  <a:pt x="2195244" y="0"/>
                </a:moveTo>
                <a:lnTo>
                  <a:pt x="2235504" y="0"/>
                </a:lnTo>
                <a:lnTo>
                  <a:pt x="2235504" y="13420"/>
                </a:lnTo>
                <a:lnTo>
                  <a:pt x="2195244" y="13420"/>
                </a:lnTo>
                <a:lnTo>
                  <a:pt x="2195244" y="0"/>
                </a:lnTo>
                <a:moveTo>
                  <a:pt x="2248923" y="0"/>
                </a:moveTo>
                <a:lnTo>
                  <a:pt x="2289182" y="0"/>
                </a:lnTo>
                <a:lnTo>
                  <a:pt x="2289182" y="13420"/>
                </a:lnTo>
                <a:lnTo>
                  <a:pt x="2248923" y="13420"/>
                </a:lnTo>
                <a:lnTo>
                  <a:pt x="2248923" y="0"/>
                </a:lnTo>
                <a:moveTo>
                  <a:pt x="2302602" y="0"/>
                </a:moveTo>
                <a:lnTo>
                  <a:pt x="2342862" y="0"/>
                </a:lnTo>
                <a:lnTo>
                  <a:pt x="2342862" y="13420"/>
                </a:lnTo>
                <a:lnTo>
                  <a:pt x="2302602" y="13420"/>
                </a:lnTo>
                <a:lnTo>
                  <a:pt x="2302602" y="0"/>
                </a:lnTo>
                <a:moveTo>
                  <a:pt x="2356281" y="0"/>
                </a:moveTo>
                <a:lnTo>
                  <a:pt x="2396540" y="0"/>
                </a:lnTo>
                <a:lnTo>
                  <a:pt x="2396540" y="13420"/>
                </a:lnTo>
                <a:lnTo>
                  <a:pt x="2356281" y="13420"/>
                </a:lnTo>
                <a:lnTo>
                  <a:pt x="2356281" y="0"/>
                </a:lnTo>
                <a:moveTo>
                  <a:pt x="2409960" y="0"/>
                </a:moveTo>
                <a:lnTo>
                  <a:pt x="2450219" y="0"/>
                </a:lnTo>
                <a:lnTo>
                  <a:pt x="2450219" y="13420"/>
                </a:lnTo>
                <a:lnTo>
                  <a:pt x="2409960" y="13420"/>
                </a:lnTo>
                <a:lnTo>
                  <a:pt x="2409960" y="0"/>
                </a:lnTo>
                <a:moveTo>
                  <a:pt x="2463638" y="0"/>
                </a:moveTo>
                <a:lnTo>
                  <a:pt x="2503898" y="0"/>
                </a:lnTo>
                <a:lnTo>
                  <a:pt x="2503898" y="13420"/>
                </a:lnTo>
                <a:lnTo>
                  <a:pt x="2463638" y="13420"/>
                </a:lnTo>
                <a:lnTo>
                  <a:pt x="2463638" y="0"/>
                </a:lnTo>
                <a:moveTo>
                  <a:pt x="2517317" y="0"/>
                </a:moveTo>
                <a:lnTo>
                  <a:pt x="2557576" y="0"/>
                </a:lnTo>
                <a:lnTo>
                  <a:pt x="2557576" y="13420"/>
                </a:lnTo>
                <a:lnTo>
                  <a:pt x="2517317" y="13420"/>
                </a:lnTo>
                <a:lnTo>
                  <a:pt x="2517317" y="0"/>
                </a:lnTo>
                <a:moveTo>
                  <a:pt x="2570998" y="0"/>
                </a:moveTo>
                <a:lnTo>
                  <a:pt x="2611256" y="0"/>
                </a:lnTo>
                <a:lnTo>
                  <a:pt x="2611256" y="13420"/>
                </a:lnTo>
                <a:lnTo>
                  <a:pt x="2570998" y="13420"/>
                </a:lnTo>
                <a:lnTo>
                  <a:pt x="2570998" y="0"/>
                </a:lnTo>
                <a:moveTo>
                  <a:pt x="2624676" y="0"/>
                </a:moveTo>
                <a:lnTo>
                  <a:pt x="2664934" y="0"/>
                </a:lnTo>
                <a:lnTo>
                  <a:pt x="2664934" y="13420"/>
                </a:lnTo>
                <a:lnTo>
                  <a:pt x="2624676" y="13420"/>
                </a:lnTo>
                <a:lnTo>
                  <a:pt x="2624676" y="0"/>
                </a:lnTo>
                <a:moveTo>
                  <a:pt x="2678355" y="0"/>
                </a:moveTo>
                <a:lnTo>
                  <a:pt x="2718613" y="0"/>
                </a:lnTo>
                <a:lnTo>
                  <a:pt x="2718613" y="13420"/>
                </a:lnTo>
                <a:lnTo>
                  <a:pt x="2678355" y="13420"/>
                </a:lnTo>
                <a:lnTo>
                  <a:pt x="2678355" y="0"/>
                </a:lnTo>
                <a:moveTo>
                  <a:pt x="2732033" y="0"/>
                </a:moveTo>
                <a:lnTo>
                  <a:pt x="2772294" y="0"/>
                </a:lnTo>
                <a:lnTo>
                  <a:pt x="2772294" y="13420"/>
                </a:lnTo>
                <a:lnTo>
                  <a:pt x="2732033" y="13420"/>
                </a:lnTo>
                <a:lnTo>
                  <a:pt x="2732033" y="0"/>
                </a:lnTo>
                <a:moveTo>
                  <a:pt x="2785713" y="0"/>
                </a:moveTo>
                <a:lnTo>
                  <a:pt x="2825972" y="0"/>
                </a:lnTo>
                <a:lnTo>
                  <a:pt x="2825972" y="13420"/>
                </a:lnTo>
                <a:lnTo>
                  <a:pt x="2785713" y="13420"/>
                </a:lnTo>
                <a:lnTo>
                  <a:pt x="2785713" y="0"/>
                </a:lnTo>
                <a:moveTo>
                  <a:pt x="2839392" y="0"/>
                </a:moveTo>
                <a:lnTo>
                  <a:pt x="2879651" y="0"/>
                </a:lnTo>
                <a:lnTo>
                  <a:pt x="2879651" y="13420"/>
                </a:lnTo>
                <a:lnTo>
                  <a:pt x="2839392" y="13420"/>
                </a:lnTo>
                <a:lnTo>
                  <a:pt x="2839392" y="0"/>
                </a:lnTo>
                <a:moveTo>
                  <a:pt x="2893070" y="0"/>
                </a:moveTo>
                <a:lnTo>
                  <a:pt x="2933329" y="0"/>
                </a:lnTo>
                <a:lnTo>
                  <a:pt x="2933329" y="13420"/>
                </a:lnTo>
                <a:lnTo>
                  <a:pt x="2893070" y="13420"/>
                </a:lnTo>
                <a:lnTo>
                  <a:pt x="2893070" y="0"/>
                </a:lnTo>
                <a:moveTo>
                  <a:pt x="2946749" y="0"/>
                </a:moveTo>
                <a:lnTo>
                  <a:pt x="2987008" y="0"/>
                </a:lnTo>
                <a:lnTo>
                  <a:pt x="2987008" y="13420"/>
                </a:lnTo>
                <a:lnTo>
                  <a:pt x="2946749" y="13420"/>
                </a:lnTo>
                <a:lnTo>
                  <a:pt x="2946749" y="0"/>
                </a:lnTo>
                <a:moveTo>
                  <a:pt x="3000427" y="0"/>
                </a:moveTo>
                <a:lnTo>
                  <a:pt x="3040688" y="0"/>
                </a:lnTo>
                <a:lnTo>
                  <a:pt x="3040688" y="13420"/>
                </a:lnTo>
                <a:lnTo>
                  <a:pt x="3000427" y="13420"/>
                </a:lnTo>
                <a:lnTo>
                  <a:pt x="3000427" y="0"/>
                </a:lnTo>
                <a:moveTo>
                  <a:pt x="3054107" y="0"/>
                </a:moveTo>
                <a:lnTo>
                  <a:pt x="3094366" y="0"/>
                </a:lnTo>
                <a:lnTo>
                  <a:pt x="3094366" y="13420"/>
                </a:lnTo>
                <a:lnTo>
                  <a:pt x="3054107" y="13420"/>
                </a:lnTo>
                <a:lnTo>
                  <a:pt x="3054107" y="0"/>
                </a:lnTo>
                <a:moveTo>
                  <a:pt x="3107787" y="0"/>
                </a:moveTo>
                <a:lnTo>
                  <a:pt x="3148045" y="0"/>
                </a:lnTo>
                <a:lnTo>
                  <a:pt x="3148045" y="13420"/>
                </a:lnTo>
                <a:lnTo>
                  <a:pt x="3107787" y="13420"/>
                </a:lnTo>
                <a:lnTo>
                  <a:pt x="3107787" y="0"/>
                </a:lnTo>
                <a:moveTo>
                  <a:pt x="3161465" y="0"/>
                </a:moveTo>
                <a:lnTo>
                  <a:pt x="3201723" y="0"/>
                </a:lnTo>
                <a:lnTo>
                  <a:pt x="3201723" y="13420"/>
                </a:lnTo>
                <a:lnTo>
                  <a:pt x="3161465" y="13420"/>
                </a:lnTo>
                <a:lnTo>
                  <a:pt x="3161465" y="0"/>
                </a:lnTo>
                <a:moveTo>
                  <a:pt x="3215144" y="0"/>
                </a:moveTo>
                <a:lnTo>
                  <a:pt x="3255404" y="0"/>
                </a:lnTo>
                <a:lnTo>
                  <a:pt x="3255404" y="13420"/>
                </a:lnTo>
                <a:lnTo>
                  <a:pt x="3215144" y="13420"/>
                </a:lnTo>
                <a:lnTo>
                  <a:pt x="3215144" y="0"/>
                </a:lnTo>
                <a:moveTo>
                  <a:pt x="3268823" y="0"/>
                </a:moveTo>
                <a:lnTo>
                  <a:pt x="3309083" y="0"/>
                </a:lnTo>
                <a:lnTo>
                  <a:pt x="3309083" y="13420"/>
                </a:lnTo>
                <a:lnTo>
                  <a:pt x="3268823" y="13420"/>
                </a:lnTo>
                <a:lnTo>
                  <a:pt x="3268823" y="0"/>
                </a:lnTo>
                <a:moveTo>
                  <a:pt x="3322502" y="0"/>
                </a:moveTo>
                <a:lnTo>
                  <a:pt x="3362761" y="0"/>
                </a:lnTo>
                <a:lnTo>
                  <a:pt x="3362761" y="13420"/>
                </a:lnTo>
                <a:lnTo>
                  <a:pt x="3322502" y="13420"/>
                </a:lnTo>
                <a:lnTo>
                  <a:pt x="3322502" y="0"/>
                </a:lnTo>
                <a:moveTo>
                  <a:pt x="3376181" y="0"/>
                </a:moveTo>
                <a:lnTo>
                  <a:pt x="3416440" y="0"/>
                </a:lnTo>
                <a:lnTo>
                  <a:pt x="3416440" y="13420"/>
                </a:lnTo>
                <a:lnTo>
                  <a:pt x="3376181" y="13420"/>
                </a:lnTo>
                <a:lnTo>
                  <a:pt x="3376181" y="0"/>
                </a:lnTo>
                <a:moveTo>
                  <a:pt x="3429859" y="0"/>
                </a:moveTo>
                <a:lnTo>
                  <a:pt x="3470118" y="0"/>
                </a:lnTo>
                <a:lnTo>
                  <a:pt x="3470118" y="13420"/>
                </a:lnTo>
                <a:lnTo>
                  <a:pt x="3429859" y="13420"/>
                </a:lnTo>
                <a:lnTo>
                  <a:pt x="3429859" y="0"/>
                </a:lnTo>
                <a:moveTo>
                  <a:pt x="3483539" y="0"/>
                </a:moveTo>
                <a:lnTo>
                  <a:pt x="3523798" y="0"/>
                </a:lnTo>
                <a:lnTo>
                  <a:pt x="3523798" y="13420"/>
                </a:lnTo>
                <a:lnTo>
                  <a:pt x="3483539" y="13420"/>
                </a:lnTo>
                <a:lnTo>
                  <a:pt x="3483539" y="0"/>
                </a:lnTo>
                <a:moveTo>
                  <a:pt x="3537217" y="0"/>
                </a:moveTo>
                <a:lnTo>
                  <a:pt x="3577477" y="0"/>
                </a:lnTo>
                <a:lnTo>
                  <a:pt x="3577477" y="13420"/>
                </a:lnTo>
                <a:lnTo>
                  <a:pt x="3537217" y="13420"/>
                </a:lnTo>
                <a:lnTo>
                  <a:pt x="3537217" y="0"/>
                </a:lnTo>
                <a:moveTo>
                  <a:pt x="3590896" y="0"/>
                </a:moveTo>
                <a:lnTo>
                  <a:pt x="3631155" y="0"/>
                </a:lnTo>
                <a:lnTo>
                  <a:pt x="3631155" y="13420"/>
                </a:lnTo>
                <a:lnTo>
                  <a:pt x="3590896" y="13420"/>
                </a:lnTo>
                <a:lnTo>
                  <a:pt x="3590896" y="0"/>
                </a:lnTo>
                <a:moveTo>
                  <a:pt x="3644576" y="0"/>
                </a:moveTo>
                <a:lnTo>
                  <a:pt x="3684834" y="0"/>
                </a:lnTo>
                <a:lnTo>
                  <a:pt x="3684834" y="13420"/>
                </a:lnTo>
                <a:lnTo>
                  <a:pt x="3644576" y="13420"/>
                </a:lnTo>
                <a:lnTo>
                  <a:pt x="3644576" y="0"/>
                </a:lnTo>
                <a:moveTo>
                  <a:pt x="3698254" y="0"/>
                </a:moveTo>
                <a:lnTo>
                  <a:pt x="3738513" y="0"/>
                </a:lnTo>
                <a:lnTo>
                  <a:pt x="3738513" y="13420"/>
                </a:lnTo>
                <a:lnTo>
                  <a:pt x="3698254" y="13420"/>
                </a:lnTo>
                <a:lnTo>
                  <a:pt x="3698254" y="0"/>
                </a:lnTo>
                <a:moveTo>
                  <a:pt x="3751934" y="0"/>
                </a:moveTo>
                <a:lnTo>
                  <a:pt x="3792193" y="0"/>
                </a:lnTo>
                <a:lnTo>
                  <a:pt x="3792193" y="13420"/>
                </a:lnTo>
                <a:lnTo>
                  <a:pt x="3751934" y="13420"/>
                </a:lnTo>
                <a:lnTo>
                  <a:pt x="3751934" y="0"/>
                </a:lnTo>
                <a:moveTo>
                  <a:pt x="3805612" y="0"/>
                </a:moveTo>
                <a:lnTo>
                  <a:pt x="3845872" y="0"/>
                </a:lnTo>
                <a:lnTo>
                  <a:pt x="3845872" y="13420"/>
                </a:lnTo>
                <a:lnTo>
                  <a:pt x="3805612" y="13420"/>
                </a:lnTo>
                <a:lnTo>
                  <a:pt x="3805612" y="0"/>
                </a:lnTo>
                <a:moveTo>
                  <a:pt x="3859291" y="0"/>
                </a:moveTo>
                <a:lnTo>
                  <a:pt x="3899550" y="0"/>
                </a:lnTo>
                <a:lnTo>
                  <a:pt x="3899550" y="13420"/>
                </a:lnTo>
                <a:lnTo>
                  <a:pt x="3859291" y="13420"/>
                </a:lnTo>
                <a:lnTo>
                  <a:pt x="3859291" y="0"/>
                </a:lnTo>
                <a:moveTo>
                  <a:pt x="3912970" y="0"/>
                </a:moveTo>
                <a:lnTo>
                  <a:pt x="3953230" y="0"/>
                </a:lnTo>
                <a:lnTo>
                  <a:pt x="3953230" y="13420"/>
                </a:lnTo>
                <a:lnTo>
                  <a:pt x="3912970" y="13420"/>
                </a:lnTo>
                <a:lnTo>
                  <a:pt x="3912970" y="0"/>
                </a:lnTo>
                <a:moveTo>
                  <a:pt x="3966649" y="0"/>
                </a:moveTo>
                <a:lnTo>
                  <a:pt x="4006908" y="0"/>
                </a:lnTo>
                <a:lnTo>
                  <a:pt x="4006908" y="13420"/>
                </a:lnTo>
                <a:lnTo>
                  <a:pt x="3966649" y="13420"/>
                </a:lnTo>
                <a:lnTo>
                  <a:pt x="3966649" y="0"/>
                </a:lnTo>
                <a:moveTo>
                  <a:pt x="4020328" y="0"/>
                </a:moveTo>
                <a:lnTo>
                  <a:pt x="4060587" y="0"/>
                </a:lnTo>
                <a:lnTo>
                  <a:pt x="4060587" y="13420"/>
                </a:lnTo>
                <a:lnTo>
                  <a:pt x="4020328" y="13420"/>
                </a:lnTo>
                <a:lnTo>
                  <a:pt x="4020328" y="0"/>
                </a:lnTo>
                <a:moveTo>
                  <a:pt x="4074006" y="0"/>
                </a:moveTo>
                <a:lnTo>
                  <a:pt x="4114266" y="0"/>
                </a:lnTo>
                <a:lnTo>
                  <a:pt x="4114266" y="13420"/>
                </a:lnTo>
                <a:lnTo>
                  <a:pt x="4074006" y="13420"/>
                </a:lnTo>
                <a:lnTo>
                  <a:pt x="4074006" y="0"/>
                </a:lnTo>
                <a:moveTo>
                  <a:pt x="4127685" y="0"/>
                </a:moveTo>
                <a:lnTo>
                  <a:pt x="4171300" y="0"/>
                </a:lnTo>
                <a:lnTo>
                  <a:pt x="4171300" y="10065"/>
                </a:lnTo>
                <a:lnTo>
                  <a:pt x="4157880" y="10065"/>
                </a:lnTo>
                <a:lnTo>
                  <a:pt x="4157880" y="13420"/>
                </a:lnTo>
                <a:lnTo>
                  <a:pt x="4157880" y="6710"/>
                </a:lnTo>
                <a:lnTo>
                  <a:pt x="4164591" y="13420"/>
                </a:lnTo>
                <a:lnTo>
                  <a:pt x="4127685" y="13420"/>
                </a:lnTo>
                <a:lnTo>
                  <a:pt x="4127685" y="0"/>
                </a:lnTo>
                <a:moveTo>
                  <a:pt x="4171300" y="23485"/>
                </a:moveTo>
                <a:lnTo>
                  <a:pt x="4171300" y="63744"/>
                </a:lnTo>
                <a:lnTo>
                  <a:pt x="4157880" y="63744"/>
                </a:lnTo>
                <a:lnTo>
                  <a:pt x="4157880" y="23485"/>
                </a:lnTo>
                <a:lnTo>
                  <a:pt x="4171300" y="23485"/>
                </a:lnTo>
                <a:moveTo>
                  <a:pt x="4171300" y="77163"/>
                </a:moveTo>
                <a:lnTo>
                  <a:pt x="4171300" y="117422"/>
                </a:lnTo>
                <a:lnTo>
                  <a:pt x="4157880" y="117422"/>
                </a:lnTo>
                <a:lnTo>
                  <a:pt x="4157880" y="77163"/>
                </a:lnTo>
                <a:lnTo>
                  <a:pt x="4171300" y="77163"/>
                </a:lnTo>
                <a:moveTo>
                  <a:pt x="4171300" y="130843"/>
                </a:moveTo>
                <a:lnTo>
                  <a:pt x="4171300" y="171102"/>
                </a:lnTo>
                <a:lnTo>
                  <a:pt x="4157880" y="171102"/>
                </a:lnTo>
                <a:lnTo>
                  <a:pt x="4157880" y="130843"/>
                </a:lnTo>
                <a:lnTo>
                  <a:pt x="4171300" y="130843"/>
                </a:lnTo>
                <a:moveTo>
                  <a:pt x="4171300" y="184521"/>
                </a:moveTo>
                <a:lnTo>
                  <a:pt x="4171300" y="224780"/>
                </a:lnTo>
                <a:lnTo>
                  <a:pt x="4157880" y="224780"/>
                </a:lnTo>
                <a:lnTo>
                  <a:pt x="4157880" y="184521"/>
                </a:lnTo>
                <a:lnTo>
                  <a:pt x="4171300" y="184521"/>
                </a:lnTo>
                <a:moveTo>
                  <a:pt x="4160117" y="240437"/>
                </a:moveTo>
                <a:lnTo>
                  <a:pt x="4119858" y="240437"/>
                </a:lnTo>
                <a:lnTo>
                  <a:pt x="4119858" y="227018"/>
                </a:lnTo>
                <a:lnTo>
                  <a:pt x="4160117" y="227018"/>
                </a:lnTo>
                <a:lnTo>
                  <a:pt x="4160117" y="240437"/>
                </a:lnTo>
                <a:moveTo>
                  <a:pt x="4106438" y="240437"/>
                </a:moveTo>
                <a:lnTo>
                  <a:pt x="4066179" y="240437"/>
                </a:lnTo>
                <a:lnTo>
                  <a:pt x="4066179" y="227018"/>
                </a:lnTo>
                <a:lnTo>
                  <a:pt x="4106438" y="227018"/>
                </a:lnTo>
                <a:lnTo>
                  <a:pt x="4106438" y="240437"/>
                </a:lnTo>
                <a:moveTo>
                  <a:pt x="4052760" y="240437"/>
                </a:moveTo>
                <a:lnTo>
                  <a:pt x="4012499" y="240437"/>
                </a:lnTo>
                <a:lnTo>
                  <a:pt x="4012499" y="227018"/>
                </a:lnTo>
                <a:lnTo>
                  <a:pt x="4052760" y="227018"/>
                </a:lnTo>
                <a:lnTo>
                  <a:pt x="4052760" y="240437"/>
                </a:lnTo>
                <a:moveTo>
                  <a:pt x="3999080" y="240437"/>
                </a:moveTo>
                <a:lnTo>
                  <a:pt x="3958821" y="240437"/>
                </a:lnTo>
                <a:lnTo>
                  <a:pt x="3958821" y="227018"/>
                </a:lnTo>
                <a:lnTo>
                  <a:pt x="3999080" y="227018"/>
                </a:lnTo>
                <a:lnTo>
                  <a:pt x="3999080" y="240437"/>
                </a:lnTo>
                <a:moveTo>
                  <a:pt x="3945401" y="240437"/>
                </a:moveTo>
                <a:lnTo>
                  <a:pt x="3905142" y="240437"/>
                </a:lnTo>
                <a:lnTo>
                  <a:pt x="3905142" y="227018"/>
                </a:lnTo>
                <a:lnTo>
                  <a:pt x="3945401" y="227018"/>
                </a:lnTo>
                <a:lnTo>
                  <a:pt x="3945401" y="240437"/>
                </a:lnTo>
                <a:moveTo>
                  <a:pt x="3891723" y="240437"/>
                </a:moveTo>
                <a:lnTo>
                  <a:pt x="3851464" y="240437"/>
                </a:lnTo>
                <a:lnTo>
                  <a:pt x="3851464" y="227018"/>
                </a:lnTo>
                <a:lnTo>
                  <a:pt x="3891723" y="227018"/>
                </a:lnTo>
                <a:lnTo>
                  <a:pt x="3891723" y="240437"/>
                </a:lnTo>
                <a:moveTo>
                  <a:pt x="3838042" y="240437"/>
                </a:moveTo>
                <a:lnTo>
                  <a:pt x="3797784" y="240437"/>
                </a:lnTo>
                <a:lnTo>
                  <a:pt x="3797784" y="227018"/>
                </a:lnTo>
                <a:lnTo>
                  <a:pt x="3838042" y="227018"/>
                </a:lnTo>
                <a:lnTo>
                  <a:pt x="3838042" y="240437"/>
                </a:lnTo>
                <a:moveTo>
                  <a:pt x="3784364" y="240437"/>
                </a:moveTo>
                <a:lnTo>
                  <a:pt x="3744104" y="240437"/>
                </a:lnTo>
                <a:lnTo>
                  <a:pt x="3744104" y="227018"/>
                </a:lnTo>
                <a:lnTo>
                  <a:pt x="3784364" y="227018"/>
                </a:lnTo>
                <a:lnTo>
                  <a:pt x="3784364" y="240437"/>
                </a:lnTo>
                <a:moveTo>
                  <a:pt x="3730685" y="240437"/>
                </a:moveTo>
                <a:lnTo>
                  <a:pt x="3690426" y="240437"/>
                </a:lnTo>
                <a:lnTo>
                  <a:pt x="3690426" y="227018"/>
                </a:lnTo>
                <a:lnTo>
                  <a:pt x="3730685" y="227018"/>
                </a:lnTo>
                <a:lnTo>
                  <a:pt x="3730685" y="240437"/>
                </a:lnTo>
                <a:moveTo>
                  <a:pt x="3677006" y="240437"/>
                </a:moveTo>
                <a:lnTo>
                  <a:pt x="3636747" y="240437"/>
                </a:lnTo>
                <a:lnTo>
                  <a:pt x="3636747" y="227018"/>
                </a:lnTo>
                <a:lnTo>
                  <a:pt x="3677006" y="227018"/>
                </a:lnTo>
                <a:lnTo>
                  <a:pt x="3677006" y="240437"/>
                </a:lnTo>
                <a:moveTo>
                  <a:pt x="3623328" y="240437"/>
                </a:moveTo>
                <a:lnTo>
                  <a:pt x="3583069" y="240437"/>
                </a:lnTo>
                <a:lnTo>
                  <a:pt x="3583069" y="227018"/>
                </a:lnTo>
                <a:lnTo>
                  <a:pt x="3623328" y="227018"/>
                </a:lnTo>
                <a:lnTo>
                  <a:pt x="3623328" y="240437"/>
                </a:lnTo>
                <a:moveTo>
                  <a:pt x="3569648" y="240437"/>
                </a:moveTo>
                <a:lnTo>
                  <a:pt x="3529389" y="240437"/>
                </a:lnTo>
                <a:lnTo>
                  <a:pt x="3529389" y="227018"/>
                </a:lnTo>
                <a:lnTo>
                  <a:pt x="3569648" y="227018"/>
                </a:lnTo>
                <a:lnTo>
                  <a:pt x="3569648" y="240437"/>
                </a:lnTo>
                <a:moveTo>
                  <a:pt x="3515970" y="240437"/>
                </a:moveTo>
                <a:lnTo>
                  <a:pt x="3475710" y="240437"/>
                </a:lnTo>
                <a:lnTo>
                  <a:pt x="3475710" y="227018"/>
                </a:lnTo>
                <a:lnTo>
                  <a:pt x="3515970" y="227018"/>
                </a:lnTo>
                <a:lnTo>
                  <a:pt x="3515970" y="240437"/>
                </a:lnTo>
                <a:moveTo>
                  <a:pt x="3462291" y="240437"/>
                </a:moveTo>
                <a:lnTo>
                  <a:pt x="3422032" y="240437"/>
                </a:lnTo>
                <a:lnTo>
                  <a:pt x="3422032" y="227018"/>
                </a:lnTo>
                <a:lnTo>
                  <a:pt x="3462291" y="227018"/>
                </a:lnTo>
                <a:lnTo>
                  <a:pt x="3462291" y="240437"/>
                </a:lnTo>
                <a:moveTo>
                  <a:pt x="3408612" y="240437"/>
                </a:moveTo>
                <a:lnTo>
                  <a:pt x="3368353" y="240437"/>
                </a:lnTo>
                <a:lnTo>
                  <a:pt x="3368353" y="227018"/>
                </a:lnTo>
                <a:lnTo>
                  <a:pt x="3408612" y="227018"/>
                </a:lnTo>
                <a:lnTo>
                  <a:pt x="3408612" y="240437"/>
                </a:lnTo>
                <a:moveTo>
                  <a:pt x="3354934" y="240437"/>
                </a:moveTo>
                <a:lnTo>
                  <a:pt x="3314674" y="240437"/>
                </a:lnTo>
                <a:lnTo>
                  <a:pt x="3314674" y="227018"/>
                </a:lnTo>
                <a:lnTo>
                  <a:pt x="3354934" y="227018"/>
                </a:lnTo>
                <a:lnTo>
                  <a:pt x="3354934" y="240437"/>
                </a:lnTo>
                <a:moveTo>
                  <a:pt x="3301253" y="240437"/>
                </a:moveTo>
                <a:lnTo>
                  <a:pt x="3260995" y="240437"/>
                </a:lnTo>
                <a:lnTo>
                  <a:pt x="3260995" y="227018"/>
                </a:lnTo>
                <a:lnTo>
                  <a:pt x="3301253" y="227018"/>
                </a:lnTo>
                <a:lnTo>
                  <a:pt x="3301253" y="240437"/>
                </a:lnTo>
                <a:moveTo>
                  <a:pt x="3247575" y="240437"/>
                </a:moveTo>
                <a:lnTo>
                  <a:pt x="3207315" y="240437"/>
                </a:lnTo>
                <a:lnTo>
                  <a:pt x="3207315" y="227018"/>
                </a:lnTo>
                <a:lnTo>
                  <a:pt x="3247575" y="227018"/>
                </a:lnTo>
                <a:lnTo>
                  <a:pt x="3247575" y="240437"/>
                </a:lnTo>
                <a:moveTo>
                  <a:pt x="3193896" y="240437"/>
                </a:moveTo>
                <a:lnTo>
                  <a:pt x="3153637" y="240437"/>
                </a:lnTo>
                <a:lnTo>
                  <a:pt x="3153637" y="227018"/>
                </a:lnTo>
                <a:lnTo>
                  <a:pt x="3193896" y="227018"/>
                </a:lnTo>
                <a:lnTo>
                  <a:pt x="3193896" y="240437"/>
                </a:lnTo>
                <a:moveTo>
                  <a:pt x="3140216" y="240437"/>
                </a:moveTo>
                <a:lnTo>
                  <a:pt x="3099957" y="240437"/>
                </a:lnTo>
                <a:lnTo>
                  <a:pt x="3099957" y="227018"/>
                </a:lnTo>
                <a:lnTo>
                  <a:pt x="3140216" y="227018"/>
                </a:lnTo>
                <a:lnTo>
                  <a:pt x="3140216" y="240437"/>
                </a:lnTo>
                <a:moveTo>
                  <a:pt x="3086538" y="240437"/>
                </a:moveTo>
                <a:lnTo>
                  <a:pt x="3046279" y="240437"/>
                </a:lnTo>
                <a:lnTo>
                  <a:pt x="3046279" y="227018"/>
                </a:lnTo>
                <a:lnTo>
                  <a:pt x="3086538" y="227018"/>
                </a:lnTo>
                <a:lnTo>
                  <a:pt x="3086538" y="240437"/>
                </a:lnTo>
                <a:moveTo>
                  <a:pt x="3032859" y="240437"/>
                </a:moveTo>
                <a:lnTo>
                  <a:pt x="2992600" y="240437"/>
                </a:lnTo>
                <a:lnTo>
                  <a:pt x="2992600" y="227018"/>
                </a:lnTo>
                <a:lnTo>
                  <a:pt x="3032859" y="227018"/>
                </a:lnTo>
                <a:lnTo>
                  <a:pt x="3032859" y="240437"/>
                </a:lnTo>
                <a:moveTo>
                  <a:pt x="2979181" y="240437"/>
                </a:moveTo>
                <a:lnTo>
                  <a:pt x="2938921" y="240437"/>
                </a:lnTo>
                <a:lnTo>
                  <a:pt x="2938921" y="227018"/>
                </a:lnTo>
                <a:lnTo>
                  <a:pt x="2979181" y="227018"/>
                </a:lnTo>
                <a:lnTo>
                  <a:pt x="2979181" y="240437"/>
                </a:lnTo>
                <a:moveTo>
                  <a:pt x="2925502" y="240437"/>
                </a:moveTo>
                <a:lnTo>
                  <a:pt x="2885242" y="240437"/>
                </a:lnTo>
                <a:lnTo>
                  <a:pt x="2885242" y="227018"/>
                </a:lnTo>
                <a:lnTo>
                  <a:pt x="2925502" y="227018"/>
                </a:lnTo>
                <a:lnTo>
                  <a:pt x="2925502" y="240437"/>
                </a:lnTo>
                <a:moveTo>
                  <a:pt x="2871821" y="240437"/>
                </a:moveTo>
                <a:lnTo>
                  <a:pt x="2831563" y="240437"/>
                </a:lnTo>
                <a:lnTo>
                  <a:pt x="2831563" y="227018"/>
                </a:lnTo>
                <a:lnTo>
                  <a:pt x="2871821" y="227018"/>
                </a:lnTo>
                <a:lnTo>
                  <a:pt x="2871821" y="240437"/>
                </a:lnTo>
                <a:moveTo>
                  <a:pt x="2818143" y="240437"/>
                </a:moveTo>
                <a:lnTo>
                  <a:pt x="2777885" y="240437"/>
                </a:lnTo>
                <a:lnTo>
                  <a:pt x="2777885" y="227018"/>
                </a:lnTo>
                <a:lnTo>
                  <a:pt x="2818143" y="227018"/>
                </a:lnTo>
                <a:lnTo>
                  <a:pt x="2818143" y="240437"/>
                </a:lnTo>
                <a:moveTo>
                  <a:pt x="2764464" y="240437"/>
                </a:moveTo>
                <a:lnTo>
                  <a:pt x="2724206" y="240437"/>
                </a:lnTo>
                <a:lnTo>
                  <a:pt x="2724206" y="227018"/>
                </a:lnTo>
                <a:lnTo>
                  <a:pt x="2764464" y="227018"/>
                </a:lnTo>
                <a:lnTo>
                  <a:pt x="2764464" y="240437"/>
                </a:lnTo>
                <a:moveTo>
                  <a:pt x="2710786" y="240437"/>
                </a:moveTo>
                <a:lnTo>
                  <a:pt x="2670525" y="240437"/>
                </a:lnTo>
                <a:lnTo>
                  <a:pt x="2670525" y="227018"/>
                </a:lnTo>
                <a:lnTo>
                  <a:pt x="2710786" y="227018"/>
                </a:lnTo>
                <a:lnTo>
                  <a:pt x="2710786" y="240437"/>
                </a:lnTo>
                <a:moveTo>
                  <a:pt x="2657106" y="240437"/>
                </a:moveTo>
                <a:lnTo>
                  <a:pt x="2616847" y="240437"/>
                </a:lnTo>
                <a:lnTo>
                  <a:pt x="2616847" y="227018"/>
                </a:lnTo>
                <a:lnTo>
                  <a:pt x="2657106" y="227018"/>
                </a:lnTo>
                <a:lnTo>
                  <a:pt x="2657106" y="240437"/>
                </a:lnTo>
                <a:moveTo>
                  <a:pt x="2603427" y="240437"/>
                </a:moveTo>
                <a:lnTo>
                  <a:pt x="2563168" y="240437"/>
                </a:lnTo>
                <a:lnTo>
                  <a:pt x="2563168" y="227018"/>
                </a:lnTo>
                <a:lnTo>
                  <a:pt x="2603427" y="227018"/>
                </a:lnTo>
                <a:lnTo>
                  <a:pt x="2603427" y="240437"/>
                </a:lnTo>
                <a:moveTo>
                  <a:pt x="2549749" y="240437"/>
                </a:moveTo>
                <a:lnTo>
                  <a:pt x="2509490" y="240437"/>
                </a:lnTo>
                <a:lnTo>
                  <a:pt x="2509490" y="227018"/>
                </a:lnTo>
                <a:lnTo>
                  <a:pt x="2549749" y="227018"/>
                </a:lnTo>
                <a:lnTo>
                  <a:pt x="2549749" y="240437"/>
                </a:lnTo>
                <a:moveTo>
                  <a:pt x="2496070" y="240437"/>
                </a:moveTo>
                <a:lnTo>
                  <a:pt x="2455811" y="240437"/>
                </a:lnTo>
                <a:lnTo>
                  <a:pt x="2455811" y="227018"/>
                </a:lnTo>
                <a:lnTo>
                  <a:pt x="2496070" y="227018"/>
                </a:lnTo>
                <a:lnTo>
                  <a:pt x="2496070" y="240437"/>
                </a:lnTo>
                <a:moveTo>
                  <a:pt x="2442392" y="240437"/>
                </a:moveTo>
                <a:lnTo>
                  <a:pt x="2402131" y="240437"/>
                </a:lnTo>
                <a:lnTo>
                  <a:pt x="2402131" y="227018"/>
                </a:lnTo>
                <a:lnTo>
                  <a:pt x="2442392" y="227018"/>
                </a:lnTo>
                <a:lnTo>
                  <a:pt x="2442392" y="240437"/>
                </a:lnTo>
                <a:moveTo>
                  <a:pt x="2388712" y="240437"/>
                </a:moveTo>
                <a:lnTo>
                  <a:pt x="2348453" y="240437"/>
                </a:lnTo>
                <a:lnTo>
                  <a:pt x="2348453" y="227018"/>
                </a:lnTo>
                <a:lnTo>
                  <a:pt x="2388712" y="227018"/>
                </a:lnTo>
                <a:lnTo>
                  <a:pt x="2388712" y="240437"/>
                </a:lnTo>
                <a:moveTo>
                  <a:pt x="2335032" y="240437"/>
                </a:moveTo>
                <a:lnTo>
                  <a:pt x="2294774" y="240437"/>
                </a:lnTo>
                <a:lnTo>
                  <a:pt x="2294774" y="227018"/>
                </a:lnTo>
                <a:lnTo>
                  <a:pt x="2335032" y="227018"/>
                </a:lnTo>
                <a:lnTo>
                  <a:pt x="2335032" y="240437"/>
                </a:lnTo>
                <a:moveTo>
                  <a:pt x="2281354" y="240437"/>
                </a:moveTo>
                <a:lnTo>
                  <a:pt x="2241096" y="240437"/>
                </a:lnTo>
                <a:lnTo>
                  <a:pt x="2241096" y="227018"/>
                </a:lnTo>
                <a:lnTo>
                  <a:pt x="2281354" y="227018"/>
                </a:lnTo>
                <a:lnTo>
                  <a:pt x="2281354" y="240437"/>
                </a:lnTo>
                <a:moveTo>
                  <a:pt x="2227674" y="240437"/>
                </a:moveTo>
                <a:lnTo>
                  <a:pt x="2187415" y="240437"/>
                </a:lnTo>
                <a:lnTo>
                  <a:pt x="2187415" y="227018"/>
                </a:lnTo>
                <a:lnTo>
                  <a:pt x="2227674" y="227018"/>
                </a:lnTo>
                <a:lnTo>
                  <a:pt x="2227674" y="240437"/>
                </a:lnTo>
                <a:moveTo>
                  <a:pt x="2173996" y="240437"/>
                </a:moveTo>
                <a:lnTo>
                  <a:pt x="2133736" y="240437"/>
                </a:lnTo>
                <a:lnTo>
                  <a:pt x="2133736" y="227018"/>
                </a:lnTo>
                <a:lnTo>
                  <a:pt x="2173996" y="227018"/>
                </a:lnTo>
                <a:lnTo>
                  <a:pt x="2173996" y="240437"/>
                </a:lnTo>
                <a:moveTo>
                  <a:pt x="2120317" y="240437"/>
                </a:moveTo>
                <a:lnTo>
                  <a:pt x="2080058" y="240437"/>
                </a:lnTo>
                <a:lnTo>
                  <a:pt x="2080058" y="227018"/>
                </a:lnTo>
                <a:lnTo>
                  <a:pt x="2120317" y="227018"/>
                </a:lnTo>
                <a:lnTo>
                  <a:pt x="2120317" y="240437"/>
                </a:lnTo>
                <a:moveTo>
                  <a:pt x="2066638" y="240437"/>
                </a:moveTo>
                <a:lnTo>
                  <a:pt x="2026379" y="240437"/>
                </a:lnTo>
                <a:lnTo>
                  <a:pt x="2026379" y="227018"/>
                </a:lnTo>
                <a:lnTo>
                  <a:pt x="2066638" y="227018"/>
                </a:lnTo>
                <a:lnTo>
                  <a:pt x="2066638" y="240437"/>
                </a:lnTo>
                <a:moveTo>
                  <a:pt x="2012960" y="240437"/>
                </a:moveTo>
                <a:lnTo>
                  <a:pt x="1972701" y="240437"/>
                </a:lnTo>
                <a:lnTo>
                  <a:pt x="1972701" y="227018"/>
                </a:lnTo>
                <a:lnTo>
                  <a:pt x="2012960" y="227018"/>
                </a:lnTo>
                <a:lnTo>
                  <a:pt x="2012960" y="240437"/>
                </a:lnTo>
                <a:moveTo>
                  <a:pt x="1959280" y="240437"/>
                </a:moveTo>
                <a:lnTo>
                  <a:pt x="1919021" y="240437"/>
                </a:lnTo>
                <a:lnTo>
                  <a:pt x="1919021" y="227018"/>
                </a:lnTo>
                <a:lnTo>
                  <a:pt x="1959280" y="227018"/>
                </a:lnTo>
                <a:lnTo>
                  <a:pt x="1959280" y="240437"/>
                </a:lnTo>
                <a:moveTo>
                  <a:pt x="1905601" y="240437"/>
                </a:moveTo>
                <a:lnTo>
                  <a:pt x="1865342" y="240437"/>
                </a:lnTo>
                <a:lnTo>
                  <a:pt x="1865342" y="227018"/>
                </a:lnTo>
                <a:lnTo>
                  <a:pt x="1905601" y="227018"/>
                </a:lnTo>
                <a:lnTo>
                  <a:pt x="1905601" y="240437"/>
                </a:lnTo>
                <a:moveTo>
                  <a:pt x="1851923" y="240437"/>
                </a:moveTo>
                <a:lnTo>
                  <a:pt x="1811664" y="240437"/>
                </a:lnTo>
                <a:lnTo>
                  <a:pt x="1811664" y="227018"/>
                </a:lnTo>
                <a:lnTo>
                  <a:pt x="1851923" y="227018"/>
                </a:lnTo>
                <a:lnTo>
                  <a:pt x="1851923" y="240437"/>
                </a:lnTo>
                <a:moveTo>
                  <a:pt x="1798244" y="240437"/>
                </a:moveTo>
                <a:lnTo>
                  <a:pt x="1757985" y="240437"/>
                </a:lnTo>
                <a:lnTo>
                  <a:pt x="1757985" y="227018"/>
                </a:lnTo>
                <a:lnTo>
                  <a:pt x="1798244" y="227018"/>
                </a:lnTo>
                <a:lnTo>
                  <a:pt x="1798244" y="240437"/>
                </a:lnTo>
                <a:moveTo>
                  <a:pt x="1744564" y="240437"/>
                </a:moveTo>
                <a:lnTo>
                  <a:pt x="1704305" y="240437"/>
                </a:lnTo>
                <a:lnTo>
                  <a:pt x="1704305" y="227018"/>
                </a:lnTo>
                <a:lnTo>
                  <a:pt x="1744564" y="227018"/>
                </a:lnTo>
                <a:lnTo>
                  <a:pt x="1744564" y="240437"/>
                </a:lnTo>
                <a:moveTo>
                  <a:pt x="1690885" y="240437"/>
                </a:moveTo>
                <a:lnTo>
                  <a:pt x="1650626" y="240437"/>
                </a:lnTo>
                <a:lnTo>
                  <a:pt x="1650626" y="227018"/>
                </a:lnTo>
                <a:lnTo>
                  <a:pt x="1690885" y="227018"/>
                </a:lnTo>
                <a:lnTo>
                  <a:pt x="1690885" y="240437"/>
                </a:lnTo>
                <a:moveTo>
                  <a:pt x="1637207" y="240437"/>
                </a:moveTo>
                <a:lnTo>
                  <a:pt x="1596948" y="240437"/>
                </a:lnTo>
                <a:lnTo>
                  <a:pt x="1596948" y="227018"/>
                </a:lnTo>
                <a:lnTo>
                  <a:pt x="1637207" y="227018"/>
                </a:lnTo>
                <a:lnTo>
                  <a:pt x="1637207" y="240437"/>
                </a:lnTo>
                <a:moveTo>
                  <a:pt x="1583528" y="240437"/>
                </a:moveTo>
                <a:lnTo>
                  <a:pt x="1543269" y="240437"/>
                </a:lnTo>
                <a:lnTo>
                  <a:pt x="1543269" y="227018"/>
                </a:lnTo>
                <a:lnTo>
                  <a:pt x="1583528" y="227018"/>
                </a:lnTo>
                <a:lnTo>
                  <a:pt x="1583528" y="240437"/>
                </a:lnTo>
                <a:moveTo>
                  <a:pt x="1529848" y="240437"/>
                </a:moveTo>
                <a:lnTo>
                  <a:pt x="1489589" y="240437"/>
                </a:lnTo>
                <a:lnTo>
                  <a:pt x="1489589" y="227018"/>
                </a:lnTo>
                <a:lnTo>
                  <a:pt x="1529848" y="227018"/>
                </a:lnTo>
                <a:lnTo>
                  <a:pt x="1529848" y="240437"/>
                </a:lnTo>
                <a:moveTo>
                  <a:pt x="1476170" y="240437"/>
                </a:moveTo>
                <a:lnTo>
                  <a:pt x="1435910" y="240437"/>
                </a:lnTo>
                <a:lnTo>
                  <a:pt x="1435910" y="227018"/>
                </a:lnTo>
                <a:lnTo>
                  <a:pt x="1476170" y="227018"/>
                </a:lnTo>
                <a:lnTo>
                  <a:pt x="1476170" y="240437"/>
                </a:lnTo>
                <a:moveTo>
                  <a:pt x="1422491" y="240437"/>
                </a:moveTo>
                <a:lnTo>
                  <a:pt x="1382232" y="240437"/>
                </a:lnTo>
                <a:lnTo>
                  <a:pt x="1382232" y="227018"/>
                </a:lnTo>
                <a:lnTo>
                  <a:pt x="1422491" y="227018"/>
                </a:lnTo>
                <a:lnTo>
                  <a:pt x="1422491" y="240437"/>
                </a:lnTo>
                <a:moveTo>
                  <a:pt x="1368812" y="240437"/>
                </a:moveTo>
                <a:lnTo>
                  <a:pt x="1328553" y="240437"/>
                </a:lnTo>
                <a:lnTo>
                  <a:pt x="1328553" y="227018"/>
                </a:lnTo>
                <a:lnTo>
                  <a:pt x="1368812" y="227018"/>
                </a:lnTo>
                <a:lnTo>
                  <a:pt x="1368812" y="240437"/>
                </a:lnTo>
                <a:moveTo>
                  <a:pt x="1315134" y="240437"/>
                </a:moveTo>
                <a:lnTo>
                  <a:pt x="1274875" y="240437"/>
                </a:lnTo>
                <a:lnTo>
                  <a:pt x="1274875" y="227018"/>
                </a:lnTo>
                <a:lnTo>
                  <a:pt x="1315134" y="227018"/>
                </a:lnTo>
                <a:lnTo>
                  <a:pt x="1315134" y="240437"/>
                </a:lnTo>
                <a:moveTo>
                  <a:pt x="1261454" y="240437"/>
                </a:moveTo>
                <a:lnTo>
                  <a:pt x="1221195" y="240437"/>
                </a:lnTo>
                <a:lnTo>
                  <a:pt x="1221195" y="227018"/>
                </a:lnTo>
                <a:lnTo>
                  <a:pt x="1261454" y="227018"/>
                </a:lnTo>
                <a:lnTo>
                  <a:pt x="1261454" y="240437"/>
                </a:lnTo>
                <a:moveTo>
                  <a:pt x="1207775" y="240437"/>
                </a:moveTo>
                <a:lnTo>
                  <a:pt x="1167516" y="240437"/>
                </a:lnTo>
                <a:lnTo>
                  <a:pt x="1167516" y="227018"/>
                </a:lnTo>
                <a:lnTo>
                  <a:pt x="1207775" y="227018"/>
                </a:lnTo>
                <a:lnTo>
                  <a:pt x="1207775" y="240437"/>
                </a:lnTo>
                <a:moveTo>
                  <a:pt x="1154096" y="240437"/>
                </a:moveTo>
                <a:lnTo>
                  <a:pt x="1113837" y="240437"/>
                </a:lnTo>
                <a:lnTo>
                  <a:pt x="1113837" y="227018"/>
                </a:lnTo>
                <a:lnTo>
                  <a:pt x="1154096" y="227018"/>
                </a:lnTo>
                <a:lnTo>
                  <a:pt x="1154096" y="240437"/>
                </a:lnTo>
                <a:moveTo>
                  <a:pt x="1100418" y="240437"/>
                </a:moveTo>
                <a:lnTo>
                  <a:pt x="1060159" y="240437"/>
                </a:lnTo>
                <a:lnTo>
                  <a:pt x="1060159" y="227018"/>
                </a:lnTo>
                <a:lnTo>
                  <a:pt x="1100418" y="227018"/>
                </a:lnTo>
                <a:lnTo>
                  <a:pt x="1100418" y="240437"/>
                </a:lnTo>
                <a:moveTo>
                  <a:pt x="1046738" y="240437"/>
                </a:moveTo>
                <a:lnTo>
                  <a:pt x="1006479" y="240437"/>
                </a:lnTo>
                <a:lnTo>
                  <a:pt x="1006479" y="227018"/>
                </a:lnTo>
                <a:lnTo>
                  <a:pt x="1046738" y="227018"/>
                </a:lnTo>
                <a:lnTo>
                  <a:pt x="1046738" y="240437"/>
                </a:lnTo>
                <a:moveTo>
                  <a:pt x="993059" y="240437"/>
                </a:moveTo>
                <a:lnTo>
                  <a:pt x="952800" y="240437"/>
                </a:lnTo>
                <a:lnTo>
                  <a:pt x="952800" y="227018"/>
                </a:lnTo>
                <a:lnTo>
                  <a:pt x="993059" y="227018"/>
                </a:lnTo>
                <a:lnTo>
                  <a:pt x="993059" y="240437"/>
                </a:lnTo>
                <a:moveTo>
                  <a:pt x="939381" y="240437"/>
                </a:moveTo>
                <a:lnTo>
                  <a:pt x="899121" y="240437"/>
                </a:lnTo>
                <a:lnTo>
                  <a:pt x="899121" y="227018"/>
                </a:lnTo>
                <a:lnTo>
                  <a:pt x="939381" y="227018"/>
                </a:lnTo>
                <a:lnTo>
                  <a:pt x="939381" y="240437"/>
                </a:lnTo>
                <a:moveTo>
                  <a:pt x="885702" y="240437"/>
                </a:moveTo>
                <a:lnTo>
                  <a:pt x="845443" y="240437"/>
                </a:lnTo>
                <a:lnTo>
                  <a:pt x="845443" y="227018"/>
                </a:lnTo>
                <a:lnTo>
                  <a:pt x="885702" y="227018"/>
                </a:lnTo>
                <a:lnTo>
                  <a:pt x="885702" y="240437"/>
                </a:lnTo>
                <a:moveTo>
                  <a:pt x="832022" y="240437"/>
                </a:moveTo>
                <a:lnTo>
                  <a:pt x="791763" y="240437"/>
                </a:lnTo>
                <a:lnTo>
                  <a:pt x="791763" y="227018"/>
                </a:lnTo>
                <a:lnTo>
                  <a:pt x="832022" y="227018"/>
                </a:lnTo>
                <a:lnTo>
                  <a:pt x="832022" y="240437"/>
                </a:lnTo>
                <a:moveTo>
                  <a:pt x="778343" y="240437"/>
                </a:moveTo>
                <a:lnTo>
                  <a:pt x="738085" y="240437"/>
                </a:lnTo>
                <a:lnTo>
                  <a:pt x="738085" y="227018"/>
                </a:lnTo>
                <a:lnTo>
                  <a:pt x="778343" y="227018"/>
                </a:lnTo>
                <a:lnTo>
                  <a:pt x="778343" y="240437"/>
                </a:lnTo>
                <a:moveTo>
                  <a:pt x="724665" y="240437"/>
                </a:moveTo>
                <a:lnTo>
                  <a:pt x="684405" y="240437"/>
                </a:lnTo>
                <a:lnTo>
                  <a:pt x="684405" y="227018"/>
                </a:lnTo>
                <a:lnTo>
                  <a:pt x="724665" y="227018"/>
                </a:lnTo>
                <a:lnTo>
                  <a:pt x="724665" y="240437"/>
                </a:lnTo>
                <a:moveTo>
                  <a:pt x="670986" y="240437"/>
                </a:moveTo>
                <a:lnTo>
                  <a:pt x="630727" y="240437"/>
                </a:lnTo>
                <a:lnTo>
                  <a:pt x="630727" y="227018"/>
                </a:lnTo>
                <a:lnTo>
                  <a:pt x="670986" y="227018"/>
                </a:lnTo>
                <a:lnTo>
                  <a:pt x="670986" y="240437"/>
                </a:lnTo>
                <a:moveTo>
                  <a:pt x="617307" y="240437"/>
                </a:moveTo>
                <a:lnTo>
                  <a:pt x="577047" y="240437"/>
                </a:lnTo>
                <a:lnTo>
                  <a:pt x="577047" y="227018"/>
                </a:lnTo>
                <a:lnTo>
                  <a:pt x="617307" y="227018"/>
                </a:lnTo>
                <a:lnTo>
                  <a:pt x="617307" y="240437"/>
                </a:lnTo>
                <a:moveTo>
                  <a:pt x="563628" y="240437"/>
                </a:moveTo>
                <a:lnTo>
                  <a:pt x="523369" y="240437"/>
                </a:lnTo>
                <a:lnTo>
                  <a:pt x="523369" y="227018"/>
                </a:lnTo>
                <a:lnTo>
                  <a:pt x="563628" y="227018"/>
                </a:lnTo>
                <a:lnTo>
                  <a:pt x="563628" y="240437"/>
                </a:lnTo>
                <a:moveTo>
                  <a:pt x="509949" y="240437"/>
                </a:moveTo>
                <a:lnTo>
                  <a:pt x="469690" y="240437"/>
                </a:lnTo>
                <a:lnTo>
                  <a:pt x="469690" y="227018"/>
                </a:lnTo>
                <a:lnTo>
                  <a:pt x="509949" y="227018"/>
                </a:lnTo>
                <a:lnTo>
                  <a:pt x="509949" y="240437"/>
                </a:lnTo>
                <a:moveTo>
                  <a:pt x="456270" y="240437"/>
                </a:moveTo>
                <a:lnTo>
                  <a:pt x="416011" y="240437"/>
                </a:lnTo>
                <a:lnTo>
                  <a:pt x="416011" y="227018"/>
                </a:lnTo>
                <a:lnTo>
                  <a:pt x="456270" y="227018"/>
                </a:lnTo>
                <a:lnTo>
                  <a:pt x="456270" y="240437"/>
                </a:lnTo>
                <a:moveTo>
                  <a:pt x="402592" y="240437"/>
                </a:moveTo>
                <a:lnTo>
                  <a:pt x="362331" y="240437"/>
                </a:lnTo>
                <a:lnTo>
                  <a:pt x="362331" y="227018"/>
                </a:lnTo>
                <a:lnTo>
                  <a:pt x="402592" y="227018"/>
                </a:lnTo>
                <a:lnTo>
                  <a:pt x="402592" y="240437"/>
                </a:lnTo>
                <a:moveTo>
                  <a:pt x="348912" y="240437"/>
                </a:moveTo>
                <a:lnTo>
                  <a:pt x="308653" y="240437"/>
                </a:lnTo>
                <a:lnTo>
                  <a:pt x="308653" y="227018"/>
                </a:lnTo>
                <a:lnTo>
                  <a:pt x="348912" y="227018"/>
                </a:lnTo>
                <a:lnTo>
                  <a:pt x="348912" y="240437"/>
                </a:lnTo>
                <a:moveTo>
                  <a:pt x="295233" y="240437"/>
                </a:moveTo>
                <a:lnTo>
                  <a:pt x="254974" y="240437"/>
                </a:lnTo>
                <a:lnTo>
                  <a:pt x="254974" y="227018"/>
                </a:lnTo>
                <a:lnTo>
                  <a:pt x="295233" y="227018"/>
                </a:lnTo>
                <a:lnTo>
                  <a:pt x="295233" y="240437"/>
                </a:lnTo>
                <a:moveTo>
                  <a:pt x="241554" y="240437"/>
                </a:moveTo>
                <a:lnTo>
                  <a:pt x="201296" y="240437"/>
                </a:lnTo>
                <a:lnTo>
                  <a:pt x="201296" y="227018"/>
                </a:lnTo>
                <a:lnTo>
                  <a:pt x="241554" y="227018"/>
                </a:lnTo>
                <a:lnTo>
                  <a:pt x="241554" y="240437"/>
                </a:lnTo>
                <a:moveTo>
                  <a:pt x="187876" y="240437"/>
                </a:moveTo>
                <a:lnTo>
                  <a:pt x="147617" y="240437"/>
                </a:lnTo>
                <a:lnTo>
                  <a:pt x="147617" y="227018"/>
                </a:lnTo>
                <a:lnTo>
                  <a:pt x="187876" y="227018"/>
                </a:lnTo>
                <a:lnTo>
                  <a:pt x="187876" y="240437"/>
                </a:lnTo>
                <a:moveTo>
                  <a:pt x="134196" y="240437"/>
                </a:moveTo>
                <a:lnTo>
                  <a:pt x="93937" y="240437"/>
                </a:lnTo>
                <a:lnTo>
                  <a:pt x="93937" y="227018"/>
                </a:lnTo>
                <a:lnTo>
                  <a:pt x="134196" y="227018"/>
                </a:lnTo>
                <a:lnTo>
                  <a:pt x="134196" y="240437"/>
                </a:lnTo>
                <a:moveTo>
                  <a:pt x="80517" y="240437"/>
                </a:moveTo>
                <a:lnTo>
                  <a:pt x="40259" y="240437"/>
                </a:lnTo>
                <a:lnTo>
                  <a:pt x="40259" y="227018"/>
                </a:lnTo>
                <a:lnTo>
                  <a:pt x="80517" y="227018"/>
                </a:lnTo>
                <a:lnTo>
                  <a:pt x="80517" y="240437"/>
                </a:lnTo>
                <a:moveTo>
                  <a:pt x="26839" y="240437"/>
                </a:moveTo>
                <a:lnTo>
                  <a:pt x="6709" y="240437"/>
                </a:lnTo>
                <a:lnTo>
                  <a:pt x="6709" y="227018"/>
                </a:lnTo>
                <a:lnTo>
                  <a:pt x="26839" y="227018"/>
                </a:lnTo>
                <a:lnTo>
                  <a:pt x="26839" y="240437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text-231 Various">
            <a:extLst xmlns:a="http://schemas.openxmlformats.org/drawingml/2006/main">
              <a:ext uri="{FF2B5EF4-FFF2-40B4-BE49-F238E27FC236}">
                <a16:creationId xmlns:a16="http://schemas.microsoft.com/office/drawing/2014/main" id="{73A82785-E907-432B-9E66-60939C02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5415" y="5704496"/>
            <a:ext cx="479664" cy="193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Various</a:t>
            </a:r>
          </a:p>
        </p:txBody>
      </p:sp>
      <p:sp>
        <p:nvSpPr>
          <p:cNvPr id="324" name="text-231 Types">
            <a:extLst xmlns:a="http://schemas.openxmlformats.org/drawingml/2006/main">
              <a:ext uri="{FF2B5EF4-FFF2-40B4-BE49-F238E27FC236}">
                <a16:creationId xmlns:a16="http://schemas.microsoft.com/office/drawing/2014/main" id="{B947092F-8EF5-4EA0-8DDE-69A6BEF5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4117" y="5704235"/>
            <a:ext cx="367879" cy="193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Types</a:t>
            </a:r>
          </a:p>
        </p:txBody>
      </p:sp>
      <p:sp>
        <p:nvSpPr>
          <p:cNvPr id="325" name="text-231 of">
            <a:extLst xmlns:a="http://schemas.openxmlformats.org/drawingml/2006/main">
              <a:ext uri="{FF2B5EF4-FFF2-40B4-BE49-F238E27FC236}">
                <a16:creationId xmlns:a16="http://schemas.microsoft.com/office/drawing/2014/main" id="{037C057B-4458-4F8B-A7D9-6233D95B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0987" y="5708269"/>
            <a:ext cx="135956" cy="187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326" name="text-232 Dialogue">
            <a:extLst xmlns:a="http://schemas.openxmlformats.org/drawingml/2006/main">
              <a:ext uri="{FF2B5EF4-FFF2-40B4-BE49-F238E27FC236}">
                <a16:creationId xmlns:a16="http://schemas.microsoft.com/office/drawing/2014/main" id="{116F9A38-157A-4329-B9C2-1D0A6965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6368" y="5708248"/>
            <a:ext cx="531059" cy="188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</a:t>
            </a:r>
          </a:p>
        </p:txBody>
      </p:sp>
      <p:sp>
        <p:nvSpPr>
          <p:cNvPr id="327" name="text-232 Questions">
            <a:extLst xmlns:a="http://schemas.openxmlformats.org/drawingml/2006/main">
              <a:ext uri="{FF2B5EF4-FFF2-40B4-BE49-F238E27FC236}">
                <a16:creationId xmlns:a16="http://schemas.microsoft.com/office/drawing/2014/main" id="{2CBC2598-C127-499B-8C92-DD8F5470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6513" y="5708249"/>
            <a:ext cx="590820" cy="188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Questions</a:t>
            </a:r>
          </a:p>
        </p:txBody>
      </p:sp>
      <p:pic>
        <p:nvPic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4E53C91F-3895-4CA6-961B-D7FCA97740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aee079cfa4142"/>
          <a:stretch xmlns:a="http://schemas.openxmlformats.org/drawingml/2006/main"/>
        </p:blipFill>
        <p:spPr>
          <a:xfrm xmlns:a="http://schemas.openxmlformats.org/drawingml/2006/main">
            <a:off x="8267700" y="5619750"/>
            <a:ext cx="723900" cy="342900"/>
          </a:xfrm>
          <a:prstGeom xmlns:a="http://schemas.openxmlformats.org/drawingml/2006/main" prst="rect">
            <a:avLst/>
          </a:prstGeom>
        </p:spPr>
      </p:pic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15F0167-3903-4C3A-872F-EE4381158E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e9c056a8746d4"/>
          <a:stretch xmlns:a="http://schemas.openxmlformats.org/drawingml/2006/main"/>
        </p:blipFill>
        <p:spPr>
          <a:xfrm xmlns:a="http://schemas.openxmlformats.org/drawingml/2006/main">
            <a:off x="10325100" y="5048250"/>
            <a:ext cx="190500" cy="342900"/>
          </a:xfrm>
          <a:prstGeom xmlns:a="http://schemas.openxmlformats.org/drawingml/2006/main" prst="rect">
            <a:avLst/>
          </a:prstGeom>
        </p:spPr>
      </p:pic>
      <p:pic>
        <p:nvPic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2C56E3FC-C09A-4D62-A01E-50D7743ECD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fb838be7a4f7f"/>
          <a:stretch xmlns:a="http://schemas.openxmlformats.org/drawingml/2006/main"/>
        </p:blipFill>
        <p:spPr>
          <a:xfrm xmlns:a="http://schemas.openxmlformats.org/drawingml/2006/main">
            <a:off x="12306300" y="5543550"/>
            <a:ext cx="304800" cy="152400"/>
          </a:xfrm>
          <a:prstGeom xmlns:a="http://schemas.openxmlformats.org/drawingml/2006/main" prst="rect">
            <a:avLst/>
          </a:prstGeom>
        </p:spPr>
      </p:pic>
      <p:pic>
        <p:nvPic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E2F3AAC9-C623-4DA5-B037-6EB5B657CC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a469f37ba476b"/>
          <a:stretch xmlns:a="http://schemas.openxmlformats.org/drawingml/2006/main"/>
        </p:blipFill>
        <p:spPr>
          <a:xfrm xmlns:a="http://schemas.openxmlformats.org/drawingml/2006/main">
            <a:off x="9134475" y="679132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332" name="text-237 Judge">
            <a:extLst xmlns:a="http://schemas.openxmlformats.org/drawingml/2006/main">
              <a:ext uri="{FF2B5EF4-FFF2-40B4-BE49-F238E27FC236}">
                <a16:creationId xmlns:a16="http://schemas.microsoft.com/office/drawing/2014/main" id="{6B5F501B-6AFC-4CF9-854B-73D2F758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561" y="7003363"/>
            <a:ext cx="550533" cy="281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Judge</a:t>
            </a:r>
          </a:p>
        </p:txBody>
      </p:sp>
      <p:pic>
        <p:nvPic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0D83C95F-71C0-4033-8FF3-F1FB931E50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5f580d16a470e"/>
          <a:stretch xmlns:a="http://schemas.openxmlformats.org/drawingml/2006/main"/>
        </p:blipFill>
        <p:spPr>
          <a:xfrm xmlns:a="http://schemas.openxmlformats.org/drawingml/2006/main">
            <a:off x="11991975" y="7077075"/>
            <a:ext cx="990600" cy="990600"/>
          </a:xfrm>
          <a:prstGeom xmlns:a="http://schemas.openxmlformats.org/drawingml/2006/main" prst="rect">
            <a:avLst/>
          </a:prstGeom>
        </p:spPr>
      </p:pic>
      <p:pic>
        <p:nvPic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9BB3270F-2C92-4930-A71A-3AB77239C2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a5d73faef4562"/>
          <a:stretch xmlns:a="http://schemas.openxmlformats.org/drawingml/2006/main"/>
        </p:blipFill>
        <p:spPr>
          <a:xfrm xmlns:a="http://schemas.openxmlformats.org/drawingml/2006/main">
            <a:off x="12696825" y="72866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35" name="path-240">
            <a:extLst xmlns:a="http://schemas.openxmlformats.org/drawingml/2006/main">
              <a:ext uri="{FF2B5EF4-FFF2-40B4-BE49-F238E27FC236}">
                <a16:creationId xmlns:a16="http://schemas.microsoft.com/office/drawing/2014/main" id="{2557C3EB-65EB-46EE-A5E3-890C2E4C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115" y="6752284"/>
            <a:ext cx="1383350" cy="1416900"/>
          </a:xfrm>
          <a:custGeom xmlns:a="http://schemas.openxmlformats.org/drawingml/2006/main">
            <a:pathLst>
              <a:path w="1383350" h="1416900">
                <a:moveTo>
                  <a:pt x="0" y="1402920"/>
                </a:moveTo>
                <a:lnTo>
                  <a:pt x="0" y="1374964"/>
                </a:lnTo>
                <a:lnTo>
                  <a:pt x="27958" y="1374964"/>
                </a:lnTo>
                <a:lnTo>
                  <a:pt x="27958" y="1402920"/>
                </a:lnTo>
                <a:lnTo>
                  <a:pt x="0" y="1402920"/>
                </a:lnTo>
                <a:moveTo>
                  <a:pt x="0" y="1347005"/>
                </a:moveTo>
                <a:lnTo>
                  <a:pt x="0" y="1319047"/>
                </a:lnTo>
                <a:lnTo>
                  <a:pt x="27958" y="1319047"/>
                </a:lnTo>
                <a:lnTo>
                  <a:pt x="27958" y="1347005"/>
                </a:lnTo>
                <a:lnTo>
                  <a:pt x="0" y="1347005"/>
                </a:lnTo>
                <a:moveTo>
                  <a:pt x="0" y="1291090"/>
                </a:moveTo>
                <a:lnTo>
                  <a:pt x="0" y="1263131"/>
                </a:lnTo>
                <a:lnTo>
                  <a:pt x="27958" y="1263131"/>
                </a:lnTo>
                <a:lnTo>
                  <a:pt x="27958" y="1291090"/>
                </a:lnTo>
                <a:lnTo>
                  <a:pt x="0" y="1291090"/>
                </a:lnTo>
                <a:moveTo>
                  <a:pt x="0" y="1235175"/>
                </a:moveTo>
                <a:lnTo>
                  <a:pt x="0" y="1207216"/>
                </a:lnTo>
                <a:lnTo>
                  <a:pt x="27958" y="1207216"/>
                </a:lnTo>
                <a:lnTo>
                  <a:pt x="27958" y="1235175"/>
                </a:lnTo>
                <a:lnTo>
                  <a:pt x="0" y="1235175"/>
                </a:lnTo>
                <a:moveTo>
                  <a:pt x="0" y="1179259"/>
                </a:moveTo>
                <a:lnTo>
                  <a:pt x="0" y="1151301"/>
                </a:lnTo>
                <a:lnTo>
                  <a:pt x="27958" y="1151301"/>
                </a:lnTo>
                <a:lnTo>
                  <a:pt x="27958" y="1179259"/>
                </a:lnTo>
                <a:lnTo>
                  <a:pt x="0" y="1179259"/>
                </a:lnTo>
                <a:moveTo>
                  <a:pt x="0" y="1123343"/>
                </a:moveTo>
                <a:lnTo>
                  <a:pt x="0" y="1095385"/>
                </a:lnTo>
                <a:lnTo>
                  <a:pt x="27958" y="1095385"/>
                </a:lnTo>
                <a:lnTo>
                  <a:pt x="27958" y="1123343"/>
                </a:lnTo>
                <a:lnTo>
                  <a:pt x="0" y="1123343"/>
                </a:lnTo>
                <a:moveTo>
                  <a:pt x="0" y="1067427"/>
                </a:moveTo>
                <a:lnTo>
                  <a:pt x="0" y="1039470"/>
                </a:lnTo>
                <a:lnTo>
                  <a:pt x="27958" y="1039470"/>
                </a:lnTo>
                <a:lnTo>
                  <a:pt x="27958" y="1067427"/>
                </a:lnTo>
                <a:lnTo>
                  <a:pt x="0" y="1067427"/>
                </a:lnTo>
                <a:moveTo>
                  <a:pt x="0" y="1011512"/>
                </a:moveTo>
                <a:lnTo>
                  <a:pt x="0" y="983554"/>
                </a:lnTo>
                <a:lnTo>
                  <a:pt x="27958" y="983554"/>
                </a:lnTo>
                <a:lnTo>
                  <a:pt x="27958" y="1011512"/>
                </a:lnTo>
                <a:lnTo>
                  <a:pt x="0" y="1011512"/>
                </a:lnTo>
                <a:moveTo>
                  <a:pt x="0" y="955596"/>
                </a:moveTo>
                <a:lnTo>
                  <a:pt x="0" y="927639"/>
                </a:lnTo>
                <a:lnTo>
                  <a:pt x="27958" y="927639"/>
                </a:lnTo>
                <a:lnTo>
                  <a:pt x="27958" y="955596"/>
                </a:lnTo>
                <a:lnTo>
                  <a:pt x="0" y="955596"/>
                </a:lnTo>
                <a:moveTo>
                  <a:pt x="0" y="899681"/>
                </a:moveTo>
                <a:lnTo>
                  <a:pt x="0" y="871723"/>
                </a:lnTo>
                <a:lnTo>
                  <a:pt x="27958" y="871723"/>
                </a:lnTo>
                <a:lnTo>
                  <a:pt x="27958" y="899681"/>
                </a:lnTo>
                <a:lnTo>
                  <a:pt x="0" y="899681"/>
                </a:lnTo>
                <a:moveTo>
                  <a:pt x="0" y="843765"/>
                </a:moveTo>
                <a:lnTo>
                  <a:pt x="0" y="815807"/>
                </a:lnTo>
                <a:lnTo>
                  <a:pt x="27958" y="815807"/>
                </a:lnTo>
                <a:lnTo>
                  <a:pt x="27958" y="843765"/>
                </a:lnTo>
                <a:lnTo>
                  <a:pt x="0" y="843765"/>
                </a:lnTo>
                <a:moveTo>
                  <a:pt x="0" y="787850"/>
                </a:moveTo>
                <a:lnTo>
                  <a:pt x="0" y="759892"/>
                </a:lnTo>
                <a:lnTo>
                  <a:pt x="27958" y="759892"/>
                </a:lnTo>
                <a:lnTo>
                  <a:pt x="27958" y="787850"/>
                </a:lnTo>
                <a:lnTo>
                  <a:pt x="0" y="787850"/>
                </a:lnTo>
                <a:moveTo>
                  <a:pt x="0" y="731934"/>
                </a:moveTo>
                <a:lnTo>
                  <a:pt x="0" y="703976"/>
                </a:lnTo>
                <a:lnTo>
                  <a:pt x="27958" y="703976"/>
                </a:lnTo>
                <a:lnTo>
                  <a:pt x="27958" y="731934"/>
                </a:lnTo>
                <a:lnTo>
                  <a:pt x="0" y="731934"/>
                </a:lnTo>
                <a:moveTo>
                  <a:pt x="0" y="676019"/>
                </a:moveTo>
                <a:lnTo>
                  <a:pt x="0" y="648060"/>
                </a:lnTo>
                <a:lnTo>
                  <a:pt x="27958" y="648060"/>
                </a:lnTo>
                <a:lnTo>
                  <a:pt x="27958" y="676019"/>
                </a:lnTo>
                <a:lnTo>
                  <a:pt x="0" y="676019"/>
                </a:lnTo>
                <a:moveTo>
                  <a:pt x="0" y="620103"/>
                </a:moveTo>
                <a:lnTo>
                  <a:pt x="0" y="592145"/>
                </a:lnTo>
                <a:lnTo>
                  <a:pt x="27958" y="592145"/>
                </a:lnTo>
                <a:lnTo>
                  <a:pt x="27958" y="620103"/>
                </a:lnTo>
                <a:lnTo>
                  <a:pt x="0" y="620103"/>
                </a:lnTo>
                <a:moveTo>
                  <a:pt x="0" y="564188"/>
                </a:moveTo>
                <a:lnTo>
                  <a:pt x="0" y="536229"/>
                </a:lnTo>
                <a:lnTo>
                  <a:pt x="27958" y="536229"/>
                </a:lnTo>
                <a:lnTo>
                  <a:pt x="27958" y="564188"/>
                </a:lnTo>
                <a:lnTo>
                  <a:pt x="0" y="564188"/>
                </a:lnTo>
                <a:moveTo>
                  <a:pt x="0" y="508272"/>
                </a:moveTo>
                <a:lnTo>
                  <a:pt x="0" y="480314"/>
                </a:lnTo>
                <a:lnTo>
                  <a:pt x="27958" y="480314"/>
                </a:lnTo>
                <a:lnTo>
                  <a:pt x="27958" y="508272"/>
                </a:lnTo>
                <a:lnTo>
                  <a:pt x="0" y="508272"/>
                </a:lnTo>
                <a:moveTo>
                  <a:pt x="0" y="452356"/>
                </a:moveTo>
                <a:lnTo>
                  <a:pt x="0" y="424399"/>
                </a:lnTo>
                <a:lnTo>
                  <a:pt x="27958" y="424399"/>
                </a:lnTo>
                <a:lnTo>
                  <a:pt x="27958" y="452356"/>
                </a:lnTo>
                <a:lnTo>
                  <a:pt x="0" y="452356"/>
                </a:lnTo>
                <a:moveTo>
                  <a:pt x="0" y="396441"/>
                </a:moveTo>
                <a:lnTo>
                  <a:pt x="0" y="368483"/>
                </a:lnTo>
                <a:lnTo>
                  <a:pt x="27958" y="368483"/>
                </a:lnTo>
                <a:lnTo>
                  <a:pt x="27958" y="396441"/>
                </a:lnTo>
                <a:lnTo>
                  <a:pt x="0" y="396441"/>
                </a:lnTo>
                <a:moveTo>
                  <a:pt x="0" y="340525"/>
                </a:moveTo>
                <a:lnTo>
                  <a:pt x="0" y="312568"/>
                </a:lnTo>
                <a:lnTo>
                  <a:pt x="27958" y="312568"/>
                </a:lnTo>
                <a:lnTo>
                  <a:pt x="27958" y="340525"/>
                </a:lnTo>
                <a:lnTo>
                  <a:pt x="0" y="340525"/>
                </a:lnTo>
                <a:moveTo>
                  <a:pt x="0" y="284609"/>
                </a:moveTo>
                <a:lnTo>
                  <a:pt x="0" y="256652"/>
                </a:lnTo>
                <a:lnTo>
                  <a:pt x="27958" y="256652"/>
                </a:lnTo>
                <a:lnTo>
                  <a:pt x="27958" y="284609"/>
                </a:lnTo>
                <a:lnTo>
                  <a:pt x="0" y="284609"/>
                </a:lnTo>
                <a:moveTo>
                  <a:pt x="0" y="228694"/>
                </a:moveTo>
                <a:lnTo>
                  <a:pt x="0" y="200736"/>
                </a:lnTo>
                <a:lnTo>
                  <a:pt x="27958" y="200736"/>
                </a:lnTo>
                <a:lnTo>
                  <a:pt x="27958" y="228694"/>
                </a:lnTo>
                <a:lnTo>
                  <a:pt x="0" y="228694"/>
                </a:lnTo>
                <a:moveTo>
                  <a:pt x="0" y="172778"/>
                </a:moveTo>
                <a:lnTo>
                  <a:pt x="0" y="144821"/>
                </a:lnTo>
                <a:lnTo>
                  <a:pt x="27958" y="144821"/>
                </a:lnTo>
                <a:lnTo>
                  <a:pt x="27958" y="172778"/>
                </a:lnTo>
                <a:lnTo>
                  <a:pt x="0" y="172778"/>
                </a:lnTo>
                <a:moveTo>
                  <a:pt x="0" y="116863"/>
                </a:moveTo>
                <a:lnTo>
                  <a:pt x="0" y="88905"/>
                </a:lnTo>
                <a:lnTo>
                  <a:pt x="27958" y="88905"/>
                </a:lnTo>
                <a:lnTo>
                  <a:pt x="27958" y="116863"/>
                </a:lnTo>
                <a:lnTo>
                  <a:pt x="0" y="116863"/>
                </a:lnTo>
                <a:moveTo>
                  <a:pt x="0" y="60947"/>
                </a:moveTo>
                <a:lnTo>
                  <a:pt x="0" y="32989"/>
                </a:lnTo>
                <a:lnTo>
                  <a:pt x="27958" y="32989"/>
                </a:lnTo>
                <a:lnTo>
                  <a:pt x="27958" y="60947"/>
                </a:lnTo>
                <a:lnTo>
                  <a:pt x="0" y="60947"/>
                </a:lnTo>
                <a:moveTo>
                  <a:pt x="22924" y="0"/>
                </a:moveTo>
                <a:lnTo>
                  <a:pt x="50883" y="0"/>
                </a:lnTo>
                <a:lnTo>
                  <a:pt x="50883" y="27958"/>
                </a:lnTo>
                <a:lnTo>
                  <a:pt x="22924" y="27958"/>
                </a:lnTo>
                <a:lnTo>
                  <a:pt x="22924" y="0"/>
                </a:lnTo>
                <a:moveTo>
                  <a:pt x="78841" y="0"/>
                </a:moveTo>
                <a:lnTo>
                  <a:pt x="106798" y="0"/>
                </a:lnTo>
                <a:lnTo>
                  <a:pt x="106798" y="27958"/>
                </a:lnTo>
                <a:lnTo>
                  <a:pt x="78841" y="27958"/>
                </a:lnTo>
                <a:lnTo>
                  <a:pt x="78841" y="0"/>
                </a:lnTo>
                <a:moveTo>
                  <a:pt x="134756" y="0"/>
                </a:moveTo>
                <a:lnTo>
                  <a:pt x="162713" y="0"/>
                </a:lnTo>
                <a:lnTo>
                  <a:pt x="162713" y="27958"/>
                </a:lnTo>
                <a:lnTo>
                  <a:pt x="134756" y="27958"/>
                </a:lnTo>
                <a:lnTo>
                  <a:pt x="134756" y="0"/>
                </a:lnTo>
                <a:moveTo>
                  <a:pt x="190671" y="0"/>
                </a:moveTo>
                <a:lnTo>
                  <a:pt x="218630" y="0"/>
                </a:lnTo>
                <a:lnTo>
                  <a:pt x="218630" y="27958"/>
                </a:lnTo>
                <a:lnTo>
                  <a:pt x="190671" y="27958"/>
                </a:lnTo>
                <a:lnTo>
                  <a:pt x="190671" y="0"/>
                </a:lnTo>
                <a:moveTo>
                  <a:pt x="246587" y="0"/>
                </a:moveTo>
                <a:lnTo>
                  <a:pt x="274545" y="0"/>
                </a:lnTo>
                <a:lnTo>
                  <a:pt x="274545" y="27958"/>
                </a:lnTo>
                <a:lnTo>
                  <a:pt x="246587" y="27958"/>
                </a:lnTo>
                <a:lnTo>
                  <a:pt x="246587" y="0"/>
                </a:lnTo>
                <a:moveTo>
                  <a:pt x="302502" y="0"/>
                </a:moveTo>
                <a:lnTo>
                  <a:pt x="330460" y="0"/>
                </a:lnTo>
                <a:lnTo>
                  <a:pt x="330460" y="27958"/>
                </a:lnTo>
                <a:lnTo>
                  <a:pt x="302502" y="27958"/>
                </a:lnTo>
                <a:lnTo>
                  <a:pt x="302502" y="0"/>
                </a:lnTo>
                <a:moveTo>
                  <a:pt x="358418" y="0"/>
                </a:moveTo>
                <a:lnTo>
                  <a:pt x="386376" y="0"/>
                </a:lnTo>
                <a:lnTo>
                  <a:pt x="386376" y="27958"/>
                </a:lnTo>
                <a:lnTo>
                  <a:pt x="358418" y="27958"/>
                </a:lnTo>
                <a:lnTo>
                  <a:pt x="358418" y="0"/>
                </a:lnTo>
                <a:moveTo>
                  <a:pt x="414334" y="0"/>
                </a:moveTo>
                <a:lnTo>
                  <a:pt x="442292" y="0"/>
                </a:lnTo>
                <a:lnTo>
                  <a:pt x="442292" y="27958"/>
                </a:lnTo>
                <a:lnTo>
                  <a:pt x="414334" y="27958"/>
                </a:lnTo>
                <a:lnTo>
                  <a:pt x="414334" y="0"/>
                </a:lnTo>
                <a:moveTo>
                  <a:pt x="470249" y="0"/>
                </a:moveTo>
                <a:lnTo>
                  <a:pt x="498207" y="0"/>
                </a:lnTo>
                <a:lnTo>
                  <a:pt x="498207" y="27958"/>
                </a:lnTo>
                <a:lnTo>
                  <a:pt x="470249" y="27958"/>
                </a:lnTo>
                <a:lnTo>
                  <a:pt x="470249" y="0"/>
                </a:lnTo>
                <a:moveTo>
                  <a:pt x="526164" y="0"/>
                </a:moveTo>
                <a:lnTo>
                  <a:pt x="554122" y="0"/>
                </a:lnTo>
                <a:lnTo>
                  <a:pt x="554122" y="27958"/>
                </a:lnTo>
                <a:lnTo>
                  <a:pt x="526164" y="27958"/>
                </a:lnTo>
                <a:lnTo>
                  <a:pt x="526164" y="0"/>
                </a:lnTo>
                <a:moveTo>
                  <a:pt x="582081" y="0"/>
                </a:moveTo>
                <a:lnTo>
                  <a:pt x="610038" y="0"/>
                </a:lnTo>
                <a:lnTo>
                  <a:pt x="610038" y="27958"/>
                </a:lnTo>
                <a:lnTo>
                  <a:pt x="582081" y="27958"/>
                </a:lnTo>
                <a:lnTo>
                  <a:pt x="582081" y="0"/>
                </a:lnTo>
                <a:moveTo>
                  <a:pt x="637996" y="0"/>
                </a:moveTo>
                <a:lnTo>
                  <a:pt x="665954" y="0"/>
                </a:lnTo>
                <a:lnTo>
                  <a:pt x="665954" y="27958"/>
                </a:lnTo>
                <a:lnTo>
                  <a:pt x="637996" y="27958"/>
                </a:lnTo>
                <a:lnTo>
                  <a:pt x="637996" y="0"/>
                </a:lnTo>
                <a:moveTo>
                  <a:pt x="693911" y="0"/>
                </a:moveTo>
                <a:lnTo>
                  <a:pt x="721869" y="0"/>
                </a:lnTo>
                <a:lnTo>
                  <a:pt x="721869" y="27958"/>
                </a:lnTo>
                <a:lnTo>
                  <a:pt x="693911" y="27958"/>
                </a:lnTo>
                <a:lnTo>
                  <a:pt x="693911" y="0"/>
                </a:lnTo>
                <a:moveTo>
                  <a:pt x="749827" y="0"/>
                </a:moveTo>
                <a:lnTo>
                  <a:pt x="777785" y="0"/>
                </a:lnTo>
                <a:lnTo>
                  <a:pt x="777785" y="27958"/>
                </a:lnTo>
                <a:lnTo>
                  <a:pt x="749827" y="27958"/>
                </a:lnTo>
                <a:lnTo>
                  <a:pt x="749827" y="0"/>
                </a:lnTo>
                <a:moveTo>
                  <a:pt x="805743" y="0"/>
                </a:moveTo>
                <a:lnTo>
                  <a:pt x="833700" y="0"/>
                </a:lnTo>
                <a:lnTo>
                  <a:pt x="833700" y="27958"/>
                </a:lnTo>
                <a:lnTo>
                  <a:pt x="805743" y="27958"/>
                </a:lnTo>
                <a:lnTo>
                  <a:pt x="805743" y="0"/>
                </a:lnTo>
                <a:moveTo>
                  <a:pt x="861658" y="0"/>
                </a:moveTo>
                <a:lnTo>
                  <a:pt x="889615" y="0"/>
                </a:lnTo>
                <a:lnTo>
                  <a:pt x="889615" y="27958"/>
                </a:lnTo>
                <a:lnTo>
                  <a:pt x="861658" y="27958"/>
                </a:lnTo>
                <a:lnTo>
                  <a:pt x="861658" y="0"/>
                </a:lnTo>
                <a:moveTo>
                  <a:pt x="917574" y="0"/>
                </a:moveTo>
                <a:lnTo>
                  <a:pt x="945532" y="0"/>
                </a:lnTo>
                <a:lnTo>
                  <a:pt x="945532" y="27958"/>
                </a:lnTo>
                <a:lnTo>
                  <a:pt x="917574" y="27958"/>
                </a:lnTo>
                <a:lnTo>
                  <a:pt x="917574" y="0"/>
                </a:lnTo>
                <a:moveTo>
                  <a:pt x="973489" y="0"/>
                </a:moveTo>
                <a:lnTo>
                  <a:pt x="1001447" y="0"/>
                </a:lnTo>
                <a:lnTo>
                  <a:pt x="1001447" y="27958"/>
                </a:lnTo>
                <a:lnTo>
                  <a:pt x="973489" y="27958"/>
                </a:lnTo>
                <a:lnTo>
                  <a:pt x="973489" y="0"/>
                </a:lnTo>
                <a:moveTo>
                  <a:pt x="1029405" y="0"/>
                </a:moveTo>
                <a:lnTo>
                  <a:pt x="1057362" y="0"/>
                </a:lnTo>
                <a:lnTo>
                  <a:pt x="1057362" y="27958"/>
                </a:lnTo>
                <a:lnTo>
                  <a:pt x="1029405" y="27958"/>
                </a:lnTo>
                <a:lnTo>
                  <a:pt x="1029405" y="0"/>
                </a:lnTo>
                <a:moveTo>
                  <a:pt x="1085320" y="0"/>
                </a:moveTo>
                <a:lnTo>
                  <a:pt x="1113279" y="0"/>
                </a:lnTo>
                <a:lnTo>
                  <a:pt x="1113279" y="27958"/>
                </a:lnTo>
                <a:lnTo>
                  <a:pt x="1085320" y="27958"/>
                </a:lnTo>
                <a:lnTo>
                  <a:pt x="1085320" y="0"/>
                </a:lnTo>
                <a:moveTo>
                  <a:pt x="1141236" y="0"/>
                </a:moveTo>
                <a:lnTo>
                  <a:pt x="1169194" y="0"/>
                </a:lnTo>
                <a:lnTo>
                  <a:pt x="1169194" y="27958"/>
                </a:lnTo>
                <a:lnTo>
                  <a:pt x="1141236" y="27958"/>
                </a:lnTo>
                <a:lnTo>
                  <a:pt x="1141236" y="0"/>
                </a:lnTo>
                <a:moveTo>
                  <a:pt x="1197151" y="0"/>
                </a:moveTo>
                <a:lnTo>
                  <a:pt x="1225109" y="0"/>
                </a:lnTo>
                <a:lnTo>
                  <a:pt x="1225109" y="27958"/>
                </a:lnTo>
                <a:lnTo>
                  <a:pt x="1197151" y="27958"/>
                </a:lnTo>
                <a:lnTo>
                  <a:pt x="1197151" y="0"/>
                </a:lnTo>
                <a:moveTo>
                  <a:pt x="1253067" y="0"/>
                </a:moveTo>
                <a:lnTo>
                  <a:pt x="1281025" y="0"/>
                </a:lnTo>
                <a:lnTo>
                  <a:pt x="1281025" y="27958"/>
                </a:lnTo>
                <a:lnTo>
                  <a:pt x="1253067" y="27958"/>
                </a:lnTo>
                <a:lnTo>
                  <a:pt x="1253067" y="0"/>
                </a:lnTo>
                <a:moveTo>
                  <a:pt x="1308983" y="0"/>
                </a:moveTo>
                <a:lnTo>
                  <a:pt x="1336940" y="0"/>
                </a:lnTo>
                <a:lnTo>
                  <a:pt x="1336940" y="27958"/>
                </a:lnTo>
                <a:lnTo>
                  <a:pt x="1308983" y="27958"/>
                </a:lnTo>
                <a:lnTo>
                  <a:pt x="1308983" y="0"/>
                </a:lnTo>
                <a:moveTo>
                  <a:pt x="1364898" y="0"/>
                </a:moveTo>
                <a:lnTo>
                  <a:pt x="1383350" y="0"/>
                </a:lnTo>
                <a:lnTo>
                  <a:pt x="1383350" y="37463"/>
                </a:lnTo>
                <a:lnTo>
                  <a:pt x="1355393" y="37463"/>
                </a:lnTo>
                <a:lnTo>
                  <a:pt x="1355393" y="13979"/>
                </a:lnTo>
                <a:lnTo>
                  <a:pt x="1369372" y="27958"/>
                </a:lnTo>
                <a:lnTo>
                  <a:pt x="1355393" y="27958"/>
                </a:lnTo>
                <a:lnTo>
                  <a:pt x="1364898" y="27958"/>
                </a:lnTo>
                <a:lnTo>
                  <a:pt x="1364898" y="0"/>
                </a:lnTo>
                <a:moveTo>
                  <a:pt x="1383350" y="65421"/>
                </a:moveTo>
                <a:lnTo>
                  <a:pt x="1383350" y="93379"/>
                </a:lnTo>
                <a:lnTo>
                  <a:pt x="1355393" y="93379"/>
                </a:lnTo>
                <a:lnTo>
                  <a:pt x="1355393" y="65421"/>
                </a:lnTo>
                <a:lnTo>
                  <a:pt x="1383350" y="65421"/>
                </a:lnTo>
                <a:moveTo>
                  <a:pt x="1383350" y="121336"/>
                </a:moveTo>
                <a:lnTo>
                  <a:pt x="1383350" y="149294"/>
                </a:lnTo>
                <a:lnTo>
                  <a:pt x="1355393" y="149294"/>
                </a:lnTo>
                <a:lnTo>
                  <a:pt x="1355393" y="121336"/>
                </a:lnTo>
                <a:lnTo>
                  <a:pt x="1383350" y="121336"/>
                </a:lnTo>
                <a:moveTo>
                  <a:pt x="1383350" y="177252"/>
                </a:moveTo>
                <a:lnTo>
                  <a:pt x="1383350" y="205210"/>
                </a:lnTo>
                <a:lnTo>
                  <a:pt x="1355393" y="205210"/>
                </a:lnTo>
                <a:lnTo>
                  <a:pt x="1355393" y="177252"/>
                </a:lnTo>
                <a:lnTo>
                  <a:pt x="1383350" y="177252"/>
                </a:lnTo>
                <a:moveTo>
                  <a:pt x="1383350" y="233168"/>
                </a:moveTo>
                <a:lnTo>
                  <a:pt x="1383350" y="261125"/>
                </a:lnTo>
                <a:lnTo>
                  <a:pt x="1355393" y="261125"/>
                </a:lnTo>
                <a:lnTo>
                  <a:pt x="1355393" y="233168"/>
                </a:lnTo>
                <a:lnTo>
                  <a:pt x="1383350" y="233168"/>
                </a:lnTo>
                <a:moveTo>
                  <a:pt x="1383350" y="289083"/>
                </a:moveTo>
                <a:lnTo>
                  <a:pt x="1383350" y="317041"/>
                </a:lnTo>
                <a:lnTo>
                  <a:pt x="1355393" y="317041"/>
                </a:lnTo>
                <a:lnTo>
                  <a:pt x="1355393" y="289083"/>
                </a:lnTo>
                <a:lnTo>
                  <a:pt x="1383350" y="289083"/>
                </a:lnTo>
                <a:moveTo>
                  <a:pt x="1383350" y="344999"/>
                </a:moveTo>
                <a:lnTo>
                  <a:pt x="1383350" y="372956"/>
                </a:lnTo>
                <a:lnTo>
                  <a:pt x="1355393" y="372956"/>
                </a:lnTo>
                <a:lnTo>
                  <a:pt x="1355393" y="344999"/>
                </a:lnTo>
                <a:lnTo>
                  <a:pt x="1383350" y="344999"/>
                </a:lnTo>
                <a:moveTo>
                  <a:pt x="1383350" y="400914"/>
                </a:moveTo>
                <a:lnTo>
                  <a:pt x="1383350" y="428872"/>
                </a:lnTo>
                <a:lnTo>
                  <a:pt x="1355393" y="428872"/>
                </a:lnTo>
                <a:lnTo>
                  <a:pt x="1355393" y="400914"/>
                </a:lnTo>
                <a:lnTo>
                  <a:pt x="1383350" y="400914"/>
                </a:lnTo>
                <a:moveTo>
                  <a:pt x="1383350" y="456830"/>
                </a:moveTo>
                <a:lnTo>
                  <a:pt x="1383350" y="484787"/>
                </a:lnTo>
                <a:lnTo>
                  <a:pt x="1355393" y="484787"/>
                </a:lnTo>
                <a:lnTo>
                  <a:pt x="1355393" y="456830"/>
                </a:lnTo>
                <a:lnTo>
                  <a:pt x="1383350" y="456830"/>
                </a:lnTo>
                <a:moveTo>
                  <a:pt x="1383350" y="512745"/>
                </a:moveTo>
                <a:lnTo>
                  <a:pt x="1383350" y="540703"/>
                </a:lnTo>
                <a:lnTo>
                  <a:pt x="1355393" y="540703"/>
                </a:lnTo>
                <a:lnTo>
                  <a:pt x="1355393" y="512745"/>
                </a:lnTo>
                <a:lnTo>
                  <a:pt x="1383350" y="512745"/>
                </a:lnTo>
                <a:moveTo>
                  <a:pt x="1383350" y="568661"/>
                </a:moveTo>
                <a:lnTo>
                  <a:pt x="1383350" y="596619"/>
                </a:lnTo>
                <a:lnTo>
                  <a:pt x="1355393" y="596619"/>
                </a:lnTo>
                <a:lnTo>
                  <a:pt x="1355393" y="568661"/>
                </a:lnTo>
                <a:lnTo>
                  <a:pt x="1383350" y="568661"/>
                </a:lnTo>
                <a:moveTo>
                  <a:pt x="1383350" y="624576"/>
                </a:moveTo>
                <a:lnTo>
                  <a:pt x="1383350" y="652534"/>
                </a:lnTo>
                <a:lnTo>
                  <a:pt x="1355393" y="652534"/>
                </a:lnTo>
                <a:lnTo>
                  <a:pt x="1355393" y="624576"/>
                </a:lnTo>
                <a:lnTo>
                  <a:pt x="1383350" y="624576"/>
                </a:lnTo>
                <a:moveTo>
                  <a:pt x="1383350" y="680492"/>
                </a:moveTo>
                <a:lnTo>
                  <a:pt x="1383350" y="708450"/>
                </a:lnTo>
                <a:lnTo>
                  <a:pt x="1355393" y="708450"/>
                </a:lnTo>
                <a:lnTo>
                  <a:pt x="1355393" y="680492"/>
                </a:lnTo>
                <a:lnTo>
                  <a:pt x="1383350" y="680492"/>
                </a:lnTo>
                <a:moveTo>
                  <a:pt x="1383350" y="736407"/>
                </a:moveTo>
                <a:lnTo>
                  <a:pt x="1383350" y="764366"/>
                </a:lnTo>
                <a:lnTo>
                  <a:pt x="1355393" y="764366"/>
                </a:lnTo>
                <a:lnTo>
                  <a:pt x="1355393" y="736407"/>
                </a:lnTo>
                <a:lnTo>
                  <a:pt x="1383350" y="736407"/>
                </a:lnTo>
                <a:moveTo>
                  <a:pt x="1383350" y="792323"/>
                </a:moveTo>
                <a:lnTo>
                  <a:pt x="1383350" y="820281"/>
                </a:lnTo>
                <a:lnTo>
                  <a:pt x="1355393" y="820281"/>
                </a:lnTo>
                <a:lnTo>
                  <a:pt x="1355393" y="792323"/>
                </a:lnTo>
                <a:lnTo>
                  <a:pt x="1383350" y="792323"/>
                </a:lnTo>
                <a:moveTo>
                  <a:pt x="1383350" y="848239"/>
                </a:moveTo>
                <a:lnTo>
                  <a:pt x="1383350" y="876197"/>
                </a:lnTo>
                <a:lnTo>
                  <a:pt x="1355393" y="876197"/>
                </a:lnTo>
                <a:lnTo>
                  <a:pt x="1355393" y="848239"/>
                </a:lnTo>
                <a:lnTo>
                  <a:pt x="1383350" y="848239"/>
                </a:lnTo>
                <a:moveTo>
                  <a:pt x="1383350" y="904154"/>
                </a:moveTo>
                <a:lnTo>
                  <a:pt x="1383350" y="932112"/>
                </a:lnTo>
                <a:lnTo>
                  <a:pt x="1355393" y="932112"/>
                </a:lnTo>
                <a:lnTo>
                  <a:pt x="1355393" y="904154"/>
                </a:lnTo>
                <a:lnTo>
                  <a:pt x="1383350" y="904154"/>
                </a:lnTo>
                <a:moveTo>
                  <a:pt x="1383350" y="960070"/>
                </a:moveTo>
                <a:lnTo>
                  <a:pt x="1383350" y="988027"/>
                </a:lnTo>
                <a:lnTo>
                  <a:pt x="1355393" y="988027"/>
                </a:lnTo>
                <a:lnTo>
                  <a:pt x="1355393" y="960070"/>
                </a:lnTo>
                <a:lnTo>
                  <a:pt x="1383350" y="960070"/>
                </a:lnTo>
                <a:moveTo>
                  <a:pt x="1383350" y="1015986"/>
                </a:moveTo>
                <a:lnTo>
                  <a:pt x="1383350" y="1043943"/>
                </a:lnTo>
                <a:lnTo>
                  <a:pt x="1355393" y="1043943"/>
                </a:lnTo>
                <a:lnTo>
                  <a:pt x="1355393" y="1015986"/>
                </a:lnTo>
                <a:lnTo>
                  <a:pt x="1383350" y="1015986"/>
                </a:lnTo>
                <a:moveTo>
                  <a:pt x="1383350" y="1071901"/>
                </a:moveTo>
                <a:lnTo>
                  <a:pt x="1383350" y="1099858"/>
                </a:lnTo>
                <a:lnTo>
                  <a:pt x="1355393" y="1099858"/>
                </a:lnTo>
                <a:lnTo>
                  <a:pt x="1355393" y="1071901"/>
                </a:lnTo>
                <a:lnTo>
                  <a:pt x="1383350" y="1071901"/>
                </a:lnTo>
                <a:moveTo>
                  <a:pt x="1383350" y="1127817"/>
                </a:moveTo>
                <a:lnTo>
                  <a:pt x="1383350" y="1155774"/>
                </a:lnTo>
                <a:lnTo>
                  <a:pt x="1355393" y="1155774"/>
                </a:lnTo>
                <a:lnTo>
                  <a:pt x="1355393" y="1127817"/>
                </a:lnTo>
                <a:lnTo>
                  <a:pt x="1383350" y="1127817"/>
                </a:lnTo>
                <a:moveTo>
                  <a:pt x="1383350" y="1183732"/>
                </a:moveTo>
                <a:lnTo>
                  <a:pt x="1383350" y="1211690"/>
                </a:lnTo>
                <a:lnTo>
                  <a:pt x="1355393" y="1211690"/>
                </a:lnTo>
                <a:lnTo>
                  <a:pt x="1355393" y="1183732"/>
                </a:lnTo>
                <a:lnTo>
                  <a:pt x="1383350" y="1183732"/>
                </a:lnTo>
                <a:moveTo>
                  <a:pt x="1383350" y="1239648"/>
                </a:moveTo>
                <a:lnTo>
                  <a:pt x="1383350" y="1267605"/>
                </a:lnTo>
                <a:lnTo>
                  <a:pt x="1355393" y="1267605"/>
                </a:lnTo>
                <a:lnTo>
                  <a:pt x="1355393" y="1239648"/>
                </a:lnTo>
                <a:lnTo>
                  <a:pt x="1383350" y="1239648"/>
                </a:lnTo>
                <a:moveTo>
                  <a:pt x="1383350" y="1295564"/>
                </a:moveTo>
                <a:lnTo>
                  <a:pt x="1383350" y="1323520"/>
                </a:lnTo>
                <a:lnTo>
                  <a:pt x="1355393" y="1323520"/>
                </a:lnTo>
                <a:lnTo>
                  <a:pt x="1355393" y="1295564"/>
                </a:lnTo>
                <a:lnTo>
                  <a:pt x="1383350" y="1295564"/>
                </a:lnTo>
                <a:moveTo>
                  <a:pt x="1383350" y="1351479"/>
                </a:moveTo>
                <a:lnTo>
                  <a:pt x="1383350" y="1379437"/>
                </a:lnTo>
                <a:lnTo>
                  <a:pt x="1355393" y="1379437"/>
                </a:lnTo>
                <a:lnTo>
                  <a:pt x="1355393" y="1351479"/>
                </a:lnTo>
                <a:lnTo>
                  <a:pt x="1383350" y="1351479"/>
                </a:lnTo>
                <a:moveTo>
                  <a:pt x="1364898" y="1416900"/>
                </a:moveTo>
                <a:lnTo>
                  <a:pt x="1336940" y="1416900"/>
                </a:lnTo>
                <a:lnTo>
                  <a:pt x="1336940" y="1388942"/>
                </a:lnTo>
                <a:lnTo>
                  <a:pt x="1364898" y="1388942"/>
                </a:lnTo>
                <a:lnTo>
                  <a:pt x="1364898" y="1416900"/>
                </a:lnTo>
                <a:moveTo>
                  <a:pt x="1308983" y="1416900"/>
                </a:moveTo>
                <a:lnTo>
                  <a:pt x="1281025" y="1416900"/>
                </a:lnTo>
                <a:lnTo>
                  <a:pt x="1281025" y="1388942"/>
                </a:lnTo>
                <a:lnTo>
                  <a:pt x="1308983" y="1388942"/>
                </a:lnTo>
                <a:lnTo>
                  <a:pt x="1308983" y="1416900"/>
                </a:lnTo>
                <a:moveTo>
                  <a:pt x="1253067" y="1416900"/>
                </a:moveTo>
                <a:lnTo>
                  <a:pt x="1225109" y="1416900"/>
                </a:lnTo>
                <a:lnTo>
                  <a:pt x="1225109" y="1388942"/>
                </a:lnTo>
                <a:lnTo>
                  <a:pt x="1253067" y="1388942"/>
                </a:lnTo>
                <a:lnTo>
                  <a:pt x="1253067" y="1416900"/>
                </a:lnTo>
                <a:moveTo>
                  <a:pt x="1197151" y="1416900"/>
                </a:moveTo>
                <a:lnTo>
                  <a:pt x="1169194" y="1416900"/>
                </a:lnTo>
                <a:lnTo>
                  <a:pt x="1169194" y="1388942"/>
                </a:lnTo>
                <a:lnTo>
                  <a:pt x="1197151" y="1388942"/>
                </a:lnTo>
                <a:lnTo>
                  <a:pt x="1197151" y="1416900"/>
                </a:lnTo>
                <a:moveTo>
                  <a:pt x="1141236" y="1416900"/>
                </a:moveTo>
                <a:lnTo>
                  <a:pt x="1113279" y="1416900"/>
                </a:lnTo>
                <a:lnTo>
                  <a:pt x="1113279" y="1388942"/>
                </a:lnTo>
                <a:lnTo>
                  <a:pt x="1141236" y="1388942"/>
                </a:lnTo>
                <a:lnTo>
                  <a:pt x="1141236" y="1416900"/>
                </a:lnTo>
                <a:moveTo>
                  <a:pt x="1085320" y="1416900"/>
                </a:moveTo>
                <a:lnTo>
                  <a:pt x="1057362" y="1416900"/>
                </a:lnTo>
                <a:lnTo>
                  <a:pt x="1057362" y="1388942"/>
                </a:lnTo>
                <a:lnTo>
                  <a:pt x="1085320" y="1388942"/>
                </a:lnTo>
                <a:lnTo>
                  <a:pt x="1085320" y="1416900"/>
                </a:lnTo>
                <a:moveTo>
                  <a:pt x="1029405" y="1416900"/>
                </a:moveTo>
                <a:lnTo>
                  <a:pt x="1001447" y="1416900"/>
                </a:lnTo>
                <a:lnTo>
                  <a:pt x="1001447" y="1388942"/>
                </a:lnTo>
                <a:lnTo>
                  <a:pt x="1029405" y="1388942"/>
                </a:lnTo>
                <a:lnTo>
                  <a:pt x="1029405" y="1416900"/>
                </a:lnTo>
                <a:moveTo>
                  <a:pt x="973489" y="1416900"/>
                </a:moveTo>
                <a:lnTo>
                  <a:pt x="945532" y="1416900"/>
                </a:lnTo>
                <a:lnTo>
                  <a:pt x="945532" y="1388942"/>
                </a:lnTo>
                <a:lnTo>
                  <a:pt x="973489" y="1388942"/>
                </a:lnTo>
                <a:lnTo>
                  <a:pt x="973489" y="1416900"/>
                </a:lnTo>
                <a:moveTo>
                  <a:pt x="917574" y="1416900"/>
                </a:moveTo>
                <a:lnTo>
                  <a:pt x="889615" y="1416900"/>
                </a:lnTo>
                <a:lnTo>
                  <a:pt x="889615" y="1388942"/>
                </a:lnTo>
                <a:lnTo>
                  <a:pt x="917574" y="1388942"/>
                </a:lnTo>
                <a:lnTo>
                  <a:pt x="917574" y="1416900"/>
                </a:lnTo>
                <a:moveTo>
                  <a:pt x="861658" y="1416900"/>
                </a:moveTo>
                <a:lnTo>
                  <a:pt x="833700" y="1416900"/>
                </a:lnTo>
                <a:lnTo>
                  <a:pt x="833700" y="1388942"/>
                </a:lnTo>
                <a:lnTo>
                  <a:pt x="861658" y="1388942"/>
                </a:lnTo>
                <a:lnTo>
                  <a:pt x="861658" y="1416900"/>
                </a:lnTo>
                <a:moveTo>
                  <a:pt x="805743" y="1416900"/>
                </a:moveTo>
                <a:lnTo>
                  <a:pt x="777785" y="1416900"/>
                </a:lnTo>
                <a:lnTo>
                  <a:pt x="777785" y="1388942"/>
                </a:lnTo>
                <a:lnTo>
                  <a:pt x="805743" y="1388942"/>
                </a:lnTo>
                <a:lnTo>
                  <a:pt x="805743" y="1416900"/>
                </a:lnTo>
                <a:moveTo>
                  <a:pt x="749827" y="1416900"/>
                </a:moveTo>
                <a:lnTo>
                  <a:pt x="721869" y="1416900"/>
                </a:lnTo>
                <a:lnTo>
                  <a:pt x="721869" y="1388942"/>
                </a:lnTo>
                <a:lnTo>
                  <a:pt x="749827" y="1388942"/>
                </a:lnTo>
                <a:lnTo>
                  <a:pt x="749827" y="1416900"/>
                </a:lnTo>
                <a:moveTo>
                  <a:pt x="693911" y="1416900"/>
                </a:moveTo>
                <a:lnTo>
                  <a:pt x="665954" y="1416900"/>
                </a:lnTo>
                <a:lnTo>
                  <a:pt x="665954" y="1388942"/>
                </a:lnTo>
                <a:lnTo>
                  <a:pt x="693911" y="1388942"/>
                </a:lnTo>
                <a:lnTo>
                  <a:pt x="693911" y="1416900"/>
                </a:lnTo>
                <a:moveTo>
                  <a:pt x="637996" y="1416900"/>
                </a:moveTo>
                <a:lnTo>
                  <a:pt x="610038" y="1416900"/>
                </a:lnTo>
                <a:lnTo>
                  <a:pt x="610038" y="1388942"/>
                </a:lnTo>
                <a:lnTo>
                  <a:pt x="637996" y="1388942"/>
                </a:lnTo>
                <a:lnTo>
                  <a:pt x="637996" y="1416900"/>
                </a:lnTo>
                <a:moveTo>
                  <a:pt x="582081" y="1416900"/>
                </a:moveTo>
                <a:lnTo>
                  <a:pt x="554122" y="1416900"/>
                </a:lnTo>
                <a:lnTo>
                  <a:pt x="554122" y="1388942"/>
                </a:lnTo>
                <a:lnTo>
                  <a:pt x="582081" y="1388942"/>
                </a:lnTo>
                <a:lnTo>
                  <a:pt x="582081" y="1416900"/>
                </a:lnTo>
                <a:moveTo>
                  <a:pt x="526164" y="1416900"/>
                </a:moveTo>
                <a:lnTo>
                  <a:pt x="498207" y="1416900"/>
                </a:lnTo>
                <a:lnTo>
                  <a:pt x="498207" y="1388942"/>
                </a:lnTo>
                <a:lnTo>
                  <a:pt x="526164" y="1388942"/>
                </a:lnTo>
                <a:lnTo>
                  <a:pt x="526164" y="1416900"/>
                </a:lnTo>
                <a:moveTo>
                  <a:pt x="470249" y="1416900"/>
                </a:moveTo>
                <a:lnTo>
                  <a:pt x="442292" y="1416900"/>
                </a:lnTo>
                <a:lnTo>
                  <a:pt x="442292" y="1388942"/>
                </a:lnTo>
                <a:lnTo>
                  <a:pt x="470249" y="1388942"/>
                </a:lnTo>
                <a:lnTo>
                  <a:pt x="470249" y="1416900"/>
                </a:lnTo>
                <a:moveTo>
                  <a:pt x="414334" y="1416900"/>
                </a:moveTo>
                <a:lnTo>
                  <a:pt x="386376" y="1416900"/>
                </a:lnTo>
                <a:lnTo>
                  <a:pt x="386376" y="1388942"/>
                </a:lnTo>
                <a:lnTo>
                  <a:pt x="414334" y="1388942"/>
                </a:lnTo>
                <a:lnTo>
                  <a:pt x="414334" y="1416900"/>
                </a:lnTo>
                <a:moveTo>
                  <a:pt x="358418" y="1416900"/>
                </a:moveTo>
                <a:lnTo>
                  <a:pt x="330460" y="1416900"/>
                </a:lnTo>
                <a:lnTo>
                  <a:pt x="330460" y="1388942"/>
                </a:lnTo>
                <a:lnTo>
                  <a:pt x="358418" y="1388942"/>
                </a:lnTo>
                <a:lnTo>
                  <a:pt x="358418" y="1416900"/>
                </a:lnTo>
                <a:moveTo>
                  <a:pt x="302502" y="1416900"/>
                </a:moveTo>
                <a:lnTo>
                  <a:pt x="274545" y="1416900"/>
                </a:lnTo>
                <a:lnTo>
                  <a:pt x="274545" y="1388942"/>
                </a:lnTo>
                <a:lnTo>
                  <a:pt x="302502" y="1388942"/>
                </a:lnTo>
                <a:lnTo>
                  <a:pt x="302502" y="1416900"/>
                </a:lnTo>
                <a:moveTo>
                  <a:pt x="246587" y="1416900"/>
                </a:moveTo>
                <a:lnTo>
                  <a:pt x="218630" y="1416900"/>
                </a:lnTo>
                <a:lnTo>
                  <a:pt x="218630" y="1388942"/>
                </a:lnTo>
                <a:lnTo>
                  <a:pt x="246587" y="1388942"/>
                </a:lnTo>
                <a:lnTo>
                  <a:pt x="246587" y="1416900"/>
                </a:lnTo>
                <a:moveTo>
                  <a:pt x="190671" y="1416900"/>
                </a:moveTo>
                <a:lnTo>
                  <a:pt x="162713" y="1416900"/>
                </a:lnTo>
                <a:lnTo>
                  <a:pt x="162713" y="1388942"/>
                </a:lnTo>
                <a:lnTo>
                  <a:pt x="190671" y="1388942"/>
                </a:lnTo>
                <a:lnTo>
                  <a:pt x="190671" y="1416900"/>
                </a:lnTo>
                <a:moveTo>
                  <a:pt x="134756" y="1416900"/>
                </a:moveTo>
                <a:lnTo>
                  <a:pt x="106798" y="1416900"/>
                </a:lnTo>
                <a:lnTo>
                  <a:pt x="106798" y="1388942"/>
                </a:lnTo>
                <a:lnTo>
                  <a:pt x="134756" y="1388942"/>
                </a:lnTo>
                <a:lnTo>
                  <a:pt x="134756" y="1416900"/>
                </a:lnTo>
                <a:moveTo>
                  <a:pt x="78841" y="1416900"/>
                </a:moveTo>
                <a:lnTo>
                  <a:pt x="50883" y="1416900"/>
                </a:lnTo>
                <a:lnTo>
                  <a:pt x="50883" y="1388942"/>
                </a:lnTo>
                <a:lnTo>
                  <a:pt x="78841" y="1388942"/>
                </a:lnTo>
                <a:lnTo>
                  <a:pt x="78841" y="1416900"/>
                </a:lnTo>
                <a:moveTo>
                  <a:pt x="22924" y="1416900"/>
                </a:moveTo>
                <a:lnTo>
                  <a:pt x="13979" y="1416900"/>
                </a:lnTo>
                <a:lnTo>
                  <a:pt x="13979" y="1388942"/>
                </a:lnTo>
                <a:lnTo>
                  <a:pt x="22924" y="1388942"/>
                </a:lnTo>
                <a:lnTo>
                  <a:pt x="22924" y="1416900"/>
                </a:lnTo>
              </a:path>
            </a:pathLst>
          </a:custGeom>
          <a:solidFill xmlns:a="http://schemas.openxmlformats.org/drawingml/2006/main">
            <a:srgbClr val="AE8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text-241 Human">
            <a:extLst xmlns:a="http://schemas.openxmlformats.org/drawingml/2006/main">
              <a:ext uri="{FF2B5EF4-FFF2-40B4-BE49-F238E27FC236}">
                <a16:creationId xmlns:a16="http://schemas.microsoft.com/office/drawing/2014/main" id="{93CD4D19-EA44-448D-89D4-81ABA6AB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1601" y="6793045"/>
            <a:ext cx="684984" cy="281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</p:txBody>
      </p:sp>
      <p:sp>
        <p:nvSpPr>
          <p:cNvPr id="337" name="text-241 Verify">
            <a:extLst xmlns:a="http://schemas.openxmlformats.org/drawingml/2006/main">
              <a:ext uri="{FF2B5EF4-FFF2-40B4-BE49-F238E27FC236}">
                <a16:creationId xmlns:a16="http://schemas.microsoft.com/office/drawing/2014/main" id="{9222988A-DD62-47E5-AF9E-05C6177D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0545" y="6785852"/>
            <a:ext cx="585512" cy="29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Verify</a:t>
            </a:r>
          </a:p>
        </p:txBody>
      </p:sp>
      <p:sp>
        <p:nvSpPr>
          <p:cNvPr id="338" name="path-242">
            <a:extLst xmlns:a="http://schemas.openxmlformats.org/drawingml/2006/main">
              <a:ext uri="{FF2B5EF4-FFF2-40B4-BE49-F238E27FC236}">
                <a16:creationId xmlns:a16="http://schemas.microsoft.com/office/drawing/2014/main" id="{37B54356-5242-469E-A423-D26850A5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445" y="6746133"/>
            <a:ext cx="1144032" cy="1425780"/>
          </a:xfrm>
          <a:custGeom xmlns:a="http://schemas.openxmlformats.org/drawingml/2006/main">
            <a:pathLst>
              <a:path w="1144032" h="1425780">
                <a:moveTo>
                  <a:pt x="1144032" y="1124798"/>
                </a:moveTo>
                <a:lnTo>
                  <a:pt x="572016" y="1425780"/>
                </a:lnTo>
                <a:lnTo>
                  <a:pt x="0" y="1124798"/>
                </a:lnTo>
                <a:lnTo>
                  <a:pt x="0" y="0"/>
                </a:lnTo>
                <a:lnTo>
                  <a:pt x="1144032" y="0"/>
                </a:lnTo>
                <a:lnTo>
                  <a:pt x="1144032" y="1124798"/>
                </a:lnTo>
                <a:moveTo>
                  <a:pt x="1110483" y="16775"/>
                </a:moveTo>
                <a:lnTo>
                  <a:pt x="1127258" y="33549"/>
                </a:lnTo>
                <a:lnTo>
                  <a:pt x="16775" y="33549"/>
                </a:lnTo>
                <a:lnTo>
                  <a:pt x="33549" y="16775"/>
                </a:lnTo>
                <a:lnTo>
                  <a:pt x="33549" y="1114688"/>
                </a:lnTo>
                <a:lnTo>
                  <a:pt x="24580" y="1099837"/>
                </a:lnTo>
                <a:lnTo>
                  <a:pt x="579823" y="1391984"/>
                </a:lnTo>
                <a:lnTo>
                  <a:pt x="564211" y="1391984"/>
                </a:lnTo>
                <a:lnTo>
                  <a:pt x="1119453" y="1099837"/>
                </a:lnTo>
                <a:lnTo>
                  <a:pt x="1110483" y="1114688"/>
                </a:lnTo>
                <a:lnTo>
                  <a:pt x="1110483" y="16775"/>
                </a:lnTo>
              </a:path>
            </a:pathLst>
          </a:custGeom>
          <a:solidFill xmlns:a="http://schemas.openxmlformats.org/drawingml/2006/main">
            <a:srgbClr val="AE82D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307FEE75-411B-4B56-BD93-3897E0D46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30a65a62d49dd"/>
          <a:stretch xmlns:a="http://schemas.openxmlformats.org/drawingml/2006/main"/>
        </p:blipFill>
        <p:spPr>
          <a:xfrm xmlns:a="http://schemas.openxmlformats.org/drawingml/2006/main">
            <a:off x="13335000" y="7296150"/>
            <a:ext cx="190500" cy="342900"/>
          </a:xfrm>
          <a:prstGeom xmlns:a="http://schemas.openxmlformats.org/drawingml/2006/main" prst="rect">
            <a:avLst/>
          </a:prstGeom>
        </p:spPr>
      </p:pic>
      <p:pic>
        <p:nvPic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DC367F9C-A851-4191-8B09-AC3368F1D8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dc5db0cd04b6f"/>
          <a:stretch xmlns:a="http://schemas.openxmlformats.org/drawingml/2006/main"/>
        </p:blipFill>
        <p:spPr>
          <a:xfrm xmlns:a="http://schemas.openxmlformats.org/drawingml/2006/main">
            <a:off x="11582400" y="7296150"/>
            <a:ext cx="190500" cy="342900"/>
          </a:xfrm>
          <a:prstGeom xmlns:a="http://schemas.openxmlformats.org/drawingml/2006/main" prst="rect">
            <a:avLst/>
          </a:prstGeom>
        </p:spPr>
      </p:pic>
      <p:pic>
        <p:nvPic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37522C83-B813-4050-9E59-2D104B804F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b0ca11e8b4119"/>
          <a:stretch xmlns:a="http://schemas.openxmlformats.org/drawingml/2006/main"/>
        </p:blipFill>
        <p:spPr>
          <a:xfrm xmlns:a="http://schemas.openxmlformats.org/drawingml/2006/main">
            <a:off x="10810875" y="6667500"/>
            <a:ext cx="676275" cy="676275"/>
          </a:xfrm>
          <a:prstGeom xmlns:a="http://schemas.openxmlformats.org/drawingml/2006/main" prst="rect">
            <a:avLst/>
          </a:prstGeom>
        </p:spPr>
      </p:pic>
      <p:pic>
        <p:nvPic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92AC1DBD-70F8-4201-B939-B5429BBCB2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8967e5b354067"/>
          <a:stretch xmlns:a="http://schemas.openxmlformats.org/drawingml/2006/main"/>
        </p:blipFill>
        <p:spPr>
          <a:xfrm xmlns:a="http://schemas.openxmlformats.org/drawingml/2006/main">
            <a:off x="10810875" y="6972300"/>
            <a:ext cx="676275" cy="666750"/>
          </a:xfrm>
          <a:prstGeom xmlns:a="http://schemas.openxmlformats.org/drawingml/2006/main" prst="rect">
            <a:avLst/>
          </a:prstGeom>
        </p:spPr>
      </p:pic>
      <p:pic>
        <p:nvPic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F532547E-06D2-4D41-944A-267ADC04FF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23dcdac01479b"/>
          <a:stretch xmlns:a="http://schemas.openxmlformats.org/drawingml/2006/main"/>
        </p:blipFill>
        <p:spPr>
          <a:xfrm xmlns:a="http://schemas.openxmlformats.org/drawingml/2006/main">
            <a:off x="10810875" y="7277100"/>
            <a:ext cx="676275" cy="666750"/>
          </a:xfrm>
          <a:prstGeom xmlns:a="http://schemas.openxmlformats.org/drawingml/2006/main" prst="rect">
            <a:avLst/>
          </a:prstGeom>
        </p:spPr>
      </p:pic>
      <p:pic>
        <p:nvPic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CBC11B79-E6CD-4C09-B67F-41A5730A47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52e7fb63f4ce1"/>
          <a:stretch xmlns:a="http://schemas.openxmlformats.org/drawingml/2006/main"/>
        </p:blipFill>
        <p:spPr>
          <a:xfrm xmlns:a="http://schemas.openxmlformats.org/drawingml/2006/main">
            <a:off x="10810875" y="7600950"/>
            <a:ext cx="676275" cy="666750"/>
          </a:xfrm>
          <a:prstGeom xmlns:a="http://schemas.openxmlformats.org/drawingml/2006/main" prst="rect">
            <a:avLst/>
          </a:prstGeom>
        </p:spPr>
      </p:pic>
      <p:pic>
        <p:nvPic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CBD65860-F9A1-4CBD-AE16-8F6BEB6A3B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12a4fd86b44d9"/>
          <a:stretch xmlns:a="http://schemas.openxmlformats.org/drawingml/2006/main"/>
        </p:blipFill>
        <p:spPr>
          <a:xfrm xmlns:a="http://schemas.openxmlformats.org/drawingml/2006/main">
            <a:off x="10391775" y="7210425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3C7526D9-D2FC-4459-9280-BF62E70670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18150f2a74464"/>
          <a:stretch xmlns:a="http://schemas.openxmlformats.org/drawingml/2006/main"/>
        </p:blipFill>
        <p:spPr>
          <a:xfrm xmlns:a="http://schemas.openxmlformats.org/drawingml/2006/main">
            <a:off x="13916025" y="63817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347" name="text-251 428">
            <a:extLst xmlns:a="http://schemas.openxmlformats.org/drawingml/2006/main">
              <a:ext uri="{FF2B5EF4-FFF2-40B4-BE49-F238E27FC236}">
                <a16:creationId xmlns:a16="http://schemas.microsoft.com/office/drawing/2014/main" id="{E17CDC84-E7AB-43C1-BBAC-90148F83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2406" y="7098357"/>
            <a:ext cx="450911" cy="37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428</a:t>
            </a:r>
          </a:p>
        </p:txBody>
      </p:sp>
      <p:sp>
        <p:nvSpPr>
          <p:cNvPr id="348" name="text-252 Short">
            <a:extLst xmlns:a="http://schemas.openxmlformats.org/drawingml/2006/main">
              <a:ext uri="{FF2B5EF4-FFF2-40B4-BE49-F238E27FC236}">
                <a16:creationId xmlns:a16="http://schemas.microsoft.com/office/drawing/2014/main" id="{08F77732-A68C-4DFD-B8C0-E2F9C6E8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5322" y="7165466"/>
            <a:ext cx="517047" cy="28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Short</a:t>
            </a:r>
          </a:p>
        </p:txBody>
      </p:sp>
      <p:sp>
        <p:nvSpPr>
          <p:cNvPr id="349" name="text-253 +">
            <a:extLst xmlns:a="http://schemas.openxmlformats.org/drawingml/2006/main">
              <a:ext uri="{FF2B5EF4-FFF2-40B4-BE49-F238E27FC236}">
                <a16:creationId xmlns:a16="http://schemas.microsoft.com/office/drawing/2014/main" id="{0FF3A062-F90A-4F40-B9A7-8B267CA5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2406" y="7420366"/>
            <a:ext cx="201269" cy="375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350" name="text-255 98">
            <a:extLst xmlns:a="http://schemas.openxmlformats.org/drawingml/2006/main">
              <a:ext uri="{FF2B5EF4-FFF2-40B4-BE49-F238E27FC236}">
                <a16:creationId xmlns:a16="http://schemas.microsoft.com/office/drawing/2014/main" id="{9E545E4F-39F6-4BDF-8F44-4195E232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5938" y="7420399"/>
            <a:ext cx="316720" cy="37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98</a:t>
            </a:r>
          </a:p>
        </p:txBody>
      </p:sp>
      <p:sp>
        <p:nvSpPr>
          <p:cNvPr id="351" name="text-256 Long">
            <a:extLst xmlns:a="http://schemas.openxmlformats.org/drawingml/2006/main">
              <a:ext uri="{FF2B5EF4-FFF2-40B4-BE49-F238E27FC236}">
                <a16:creationId xmlns:a16="http://schemas.microsoft.com/office/drawing/2014/main" id="{14F5A9A3-5006-45B0-98C5-658EEC08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4657" y="7487560"/>
            <a:ext cx="483561" cy="281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Long</a:t>
            </a:r>
          </a:p>
        </p:txBody>
      </p:sp>
      <p:sp>
        <p:nvSpPr>
          <p:cNvPr id="352" name="path-257">
            <a:extLst xmlns:a="http://schemas.openxmlformats.org/drawingml/2006/main">
              <a:ext uri="{FF2B5EF4-FFF2-40B4-BE49-F238E27FC236}">
                <a16:creationId xmlns:a16="http://schemas.microsoft.com/office/drawing/2014/main" id="{FB14B4C1-8CCB-469C-84B2-96C1269A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49" y="1005842"/>
            <a:ext cx="6516400" cy="7526235"/>
          </a:xfrm>
          <a:custGeom xmlns:a="http://schemas.openxmlformats.org/drawingml/2006/main">
            <a:pathLst>
              <a:path w="6516400" h="7526235">
                <a:moveTo>
                  <a:pt x="6516400" y="0"/>
                </a:moveTo>
                <a:lnTo>
                  <a:pt x="6516400" y="7526235"/>
                </a:lnTo>
                <a:lnTo>
                  <a:pt x="0" y="7526235"/>
                </a:lnTo>
                <a:lnTo>
                  <a:pt x="0" y="0"/>
                </a:lnTo>
                <a:lnTo>
                  <a:pt x="6516400" y="0"/>
                </a:lnTo>
                <a:moveTo>
                  <a:pt x="16775" y="33549"/>
                </a:moveTo>
                <a:lnTo>
                  <a:pt x="33549" y="16775"/>
                </a:lnTo>
                <a:lnTo>
                  <a:pt x="33549" y="7509459"/>
                </a:lnTo>
                <a:lnTo>
                  <a:pt x="16775" y="7492685"/>
                </a:lnTo>
                <a:lnTo>
                  <a:pt x="6499624" y="7492685"/>
                </a:lnTo>
                <a:lnTo>
                  <a:pt x="6482850" y="7509459"/>
                </a:lnTo>
                <a:lnTo>
                  <a:pt x="6482850" y="16775"/>
                </a:lnTo>
                <a:lnTo>
                  <a:pt x="6499624" y="33549"/>
                </a:lnTo>
                <a:lnTo>
                  <a:pt x="16775" y="33549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text-258 (">
            <a:extLst xmlns:a="http://schemas.openxmlformats.org/drawingml/2006/main">
              <a:ext uri="{FF2B5EF4-FFF2-40B4-BE49-F238E27FC236}">
                <a16:creationId xmlns:a16="http://schemas.microsoft.com/office/drawing/2014/main" id="{0DA0BA70-3C02-4A91-A618-4D15417F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134" y="6394766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354" name="text-259 d">
            <a:extLst xmlns:a="http://schemas.openxmlformats.org/drawingml/2006/main">
              <a:ext uri="{FF2B5EF4-FFF2-40B4-BE49-F238E27FC236}">
                <a16:creationId xmlns:a16="http://schemas.microsoft.com/office/drawing/2014/main" id="{0678A874-16DC-4803-A81D-1DE0E162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232" y="6394926"/>
            <a:ext cx="148195" cy="281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355" name="text-260 )">
            <a:extLst xmlns:a="http://schemas.openxmlformats.org/drawingml/2006/main">
              <a:ext uri="{FF2B5EF4-FFF2-40B4-BE49-F238E27FC236}">
                <a16:creationId xmlns:a16="http://schemas.microsoft.com/office/drawing/2014/main" id="{B9EADA6A-D83C-43CE-B635-14FB6794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063" y="6394766"/>
            <a:ext cx="103306" cy="28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356" name="text-261 Track4D-Bench">
            <a:extLst xmlns:a="http://schemas.openxmlformats.org/drawingml/2006/main">
              <a:ext uri="{FF2B5EF4-FFF2-40B4-BE49-F238E27FC236}">
                <a16:creationId xmlns:a16="http://schemas.microsoft.com/office/drawing/2014/main" id="{A1C34ADE-FB66-427F-9DB7-EB76D6FA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162" y="6392666"/>
            <a:ext cx="1412293" cy="285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Track4D-Bench</a:t>
            </a:r>
          </a:p>
        </p:txBody>
      </p:sp>
      <p:sp>
        <p:nvSpPr>
          <p:cNvPr id="357" name="text-262 Diagnostic">
            <a:extLst xmlns:a="http://schemas.openxmlformats.org/drawingml/2006/main">
              <a:ext uri="{FF2B5EF4-FFF2-40B4-BE49-F238E27FC236}">
                <a16:creationId xmlns:a16="http://schemas.microsoft.com/office/drawing/2014/main" id="{5C1BAE0E-E87C-4748-81AA-24A69758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7009" y="6394925"/>
            <a:ext cx="941955" cy="281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Diagnostic</a:t>
            </a:r>
          </a:p>
        </p:txBody>
      </p:sp>
      <p:sp>
        <p:nvSpPr>
          <p:cNvPr id="358" name="text-262 Scope">
            <a:extLst xmlns:a="http://schemas.openxmlformats.org/drawingml/2006/main">
              <a:ext uri="{FF2B5EF4-FFF2-40B4-BE49-F238E27FC236}">
                <a16:creationId xmlns:a16="http://schemas.microsoft.com/office/drawing/2014/main" id="{0E6354BB-3729-470A-843B-3CD8BAFC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3165" y="6394942"/>
            <a:ext cx="539360" cy="281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359" name="text-263 Continuous">
            <a:extLst xmlns:a="http://schemas.openxmlformats.org/drawingml/2006/main">
              <a:ext uri="{FF2B5EF4-FFF2-40B4-BE49-F238E27FC236}">
                <a16:creationId xmlns:a16="http://schemas.microsoft.com/office/drawing/2014/main" id="{8EC15A66-B885-41CD-8D4F-5EF6D8D4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387" y="6863558"/>
            <a:ext cx="1031584" cy="281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Continuous</a:t>
            </a:r>
          </a:p>
        </p:txBody>
      </p:sp>
      <p:sp>
        <p:nvSpPr>
          <p:cNvPr id="360" name="text-263 state">
            <a:extLst xmlns:a="http://schemas.openxmlformats.org/drawingml/2006/main">
              <a:ext uri="{FF2B5EF4-FFF2-40B4-BE49-F238E27FC236}">
                <a16:creationId xmlns:a16="http://schemas.microsoft.com/office/drawing/2014/main" id="{F83A916C-14F9-4311-8FB4-5C7220EA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008" y="6863440"/>
            <a:ext cx="438726" cy="281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</a:t>
            </a:r>
          </a:p>
        </p:txBody>
      </p:sp>
      <p:sp>
        <p:nvSpPr>
          <p:cNvPr id="361" name="text-264 grounding">
            <a:extLst xmlns:a="http://schemas.openxmlformats.org/drawingml/2006/main">
              <a:ext uri="{FF2B5EF4-FFF2-40B4-BE49-F238E27FC236}">
                <a16:creationId xmlns:a16="http://schemas.microsoft.com/office/drawing/2014/main" id="{A3138ABB-D5C3-4BF2-816B-93C55F46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610" y="7057332"/>
            <a:ext cx="931028" cy="282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grounding</a:t>
            </a:r>
          </a:p>
        </p:txBody>
      </p:sp>
      <p:sp>
        <p:nvSpPr>
          <p:cNvPr id="362" name="text-265 History-conditioned">
            <a:extLst xmlns:a="http://schemas.openxmlformats.org/drawingml/2006/main">
              <a:ext uri="{FF2B5EF4-FFF2-40B4-BE49-F238E27FC236}">
                <a16:creationId xmlns:a16="http://schemas.microsoft.com/office/drawing/2014/main" id="{80955453-DFEB-454C-AB4A-2249D5E0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288" y="6869057"/>
            <a:ext cx="1758569" cy="281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History-conditioned</a:t>
            </a:r>
          </a:p>
        </p:txBody>
      </p:sp>
      <p:sp>
        <p:nvSpPr>
          <p:cNvPr id="363" name="text-266 identity">
            <a:extLst xmlns:a="http://schemas.openxmlformats.org/drawingml/2006/main">
              <a:ext uri="{FF2B5EF4-FFF2-40B4-BE49-F238E27FC236}">
                <a16:creationId xmlns:a16="http://schemas.microsoft.com/office/drawing/2014/main" id="{EC000CC5-E3C9-4424-A206-7FDF71C5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299" y="7063644"/>
            <a:ext cx="696053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identity</a:t>
            </a:r>
          </a:p>
        </p:txBody>
      </p:sp>
      <p:sp>
        <p:nvSpPr>
          <p:cNvPr id="364" name="text-266 consistency">
            <a:extLst xmlns:a="http://schemas.openxmlformats.org/drawingml/2006/main">
              <a:ext uri="{FF2B5EF4-FFF2-40B4-BE49-F238E27FC236}">
                <a16:creationId xmlns:a16="http://schemas.microsoft.com/office/drawing/2014/main" id="{E2A521C2-DC77-4B51-93E7-7D146295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0426" y="7063645"/>
            <a:ext cx="1009180" cy="281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consistency</a:t>
            </a:r>
          </a:p>
        </p:txBody>
      </p:sp>
      <p:sp>
        <p:nvSpPr>
          <p:cNvPr id="365" name="text-267 Geometry-grounded">
            <a:extLst xmlns:a="http://schemas.openxmlformats.org/drawingml/2006/main">
              <a:ext uri="{FF2B5EF4-FFF2-40B4-BE49-F238E27FC236}">
                <a16:creationId xmlns:a16="http://schemas.microsoft.com/office/drawing/2014/main" id="{51587C10-B8D9-4C76-8D6E-E5358C7C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178" y="7729696"/>
            <a:ext cx="1792201" cy="282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Geometry-grounded</a:t>
            </a:r>
          </a:p>
        </p:txBody>
      </p:sp>
      <p:sp>
        <p:nvSpPr>
          <p:cNvPr id="366" name="text-268 4D">
            <a:extLst xmlns:a="http://schemas.openxmlformats.org/drawingml/2006/main">
              <a:ext uri="{FF2B5EF4-FFF2-40B4-BE49-F238E27FC236}">
                <a16:creationId xmlns:a16="http://schemas.microsoft.com/office/drawing/2014/main" id="{FDA77837-FF6C-4E64-BCDE-77471415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951" y="7924766"/>
            <a:ext cx="282263" cy="28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</a:t>
            </a:r>
          </a:p>
        </p:txBody>
      </p:sp>
      <p:sp>
        <p:nvSpPr>
          <p:cNvPr id="367" name="text-268 reasoning">
            <a:extLst xmlns:a="http://schemas.openxmlformats.org/drawingml/2006/main">
              <a:ext uri="{FF2B5EF4-FFF2-40B4-BE49-F238E27FC236}">
                <a16:creationId xmlns:a16="http://schemas.microsoft.com/office/drawing/2014/main" id="{19928B8B-3312-48ED-BFCC-B8CF30A9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303" y="7923901"/>
            <a:ext cx="875135" cy="28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reasoning</a:t>
            </a:r>
          </a:p>
        </p:txBody>
      </p:sp>
      <p:sp>
        <p:nvSpPr>
          <p:cNvPr id="368" name="text-269 Long-horizon">
            <a:extLst xmlns:a="http://schemas.openxmlformats.org/drawingml/2006/main">
              <a:ext uri="{FF2B5EF4-FFF2-40B4-BE49-F238E27FC236}">
                <a16:creationId xmlns:a16="http://schemas.microsoft.com/office/drawing/2014/main" id="{1C0115D9-127E-4086-9874-47F9D7FC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4156" y="7730164"/>
            <a:ext cx="1210595" cy="28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Long-horizon</a:t>
            </a:r>
          </a:p>
        </p:txBody>
      </p:sp>
      <p:sp>
        <p:nvSpPr>
          <p:cNvPr id="369" name="text-270 continuity">
            <a:extLst xmlns:a="http://schemas.openxmlformats.org/drawingml/2006/main">
              <a:ext uri="{FF2B5EF4-FFF2-40B4-BE49-F238E27FC236}">
                <a16:creationId xmlns:a16="http://schemas.microsoft.com/office/drawing/2014/main" id="{4D79F328-49E8-4FFC-A413-37F5269C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5128" y="7924793"/>
            <a:ext cx="908523" cy="281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continuity</a:t>
            </a:r>
          </a:p>
        </p:txBody>
      </p:sp>
    </p:spTree>
    <p:extLst>
      <p:ext uri="{BB962C8B-B14F-4D97-AF65-F5344CB8AC3E}">
        <p14:creationId xmlns:p14="http://schemas.microsoft.com/office/powerpoint/2010/main" val="1705258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" name="path-1">
            <a:extLst xmlns:a="http://schemas.openxmlformats.org/drawingml/2006/main">
              <a:ext uri="{FF2B5EF4-FFF2-40B4-BE49-F238E27FC236}">
                <a16:creationId xmlns:a16="http://schemas.microsoft.com/office/drawing/2014/main" id="{23000E35-C6D6-4F75-8F5B-80D4D923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" y="1181184"/>
            <a:ext cx="15086397" cy="7116349"/>
          </a:xfrm>
          <a:custGeom xmlns:a="http://schemas.openxmlformats.org/drawingml/2006/main">
            <a:pathLst>
              <a:path w="15086397" h="7116349">
                <a:moveTo>
                  <a:pt x="15086397" y="0"/>
                </a:moveTo>
                <a:lnTo>
                  <a:pt x="0" y="0"/>
                </a:lnTo>
                <a:lnTo>
                  <a:pt x="0" y="7116349"/>
                </a:lnTo>
                <a:lnTo>
                  <a:pt x="15086397" y="7116349"/>
                </a:lnTo>
                <a:lnTo>
                  <a:pt x="1508639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1E352-D5D9-41A8-B31C-6A725F33B3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4fbee75a843f5"/>
          <a:stretch xmlns:a="http://schemas.openxmlformats.org/drawingml/2006/main"/>
        </p:blipFill>
        <p:spPr>
          <a:xfrm xmlns:a="http://schemas.openxmlformats.org/drawingml/2006/main">
            <a:off x="10991850" y="2819400"/>
            <a:ext cx="4067175" cy="2724150"/>
          </a:xfrm>
          <a:prstGeom xmlns:a="http://schemas.openxmlformats.org/drawingml/2006/main" prst="rect">
            <a:avLst/>
          </a:prstGeom>
        </p:spPr>
      </p:pic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50FCD87C-C5C1-42B6-AD47-6DE5B735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7" y="1190987"/>
            <a:ext cx="11006476" cy="492600"/>
          </a:xfrm>
          <a:custGeom xmlns:a="http://schemas.openxmlformats.org/drawingml/2006/main">
            <a:pathLst>
              <a:path w="11006476" h="492600">
                <a:moveTo>
                  <a:pt x="0" y="82345"/>
                </a:moveTo>
                <a:cubicBezTo>
                  <a:pt x="184" y="36761"/>
                  <a:pt x="36945" y="0"/>
                  <a:pt x="82345" y="0"/>
                </a:cubicBezTo>
                <a:lnTo>
                  <a:pt x="10924683" y="0"/>
                </a:lnTo>
                <a:cubicBezTo>
                  <a:pt x="10969723" y="0"/>
                  <a:pt x="11006476" y="36761"/>
                  <a:pt x="11006292" y="82345"/>
                </a:cubicBezTo>
                <a:lnTo>
                  <a:pt x="11006292" y="410255"/>
                </a:lnTo>
                <a:cubicBezTo>
                  <a:pt x="11006476" y="455838"/>
                  <a:pt x="10969723" y="492600"/>
                  <a:pt x="10924683" y="492600"/>
                </a:cubicBezTo>
                <a:lnTo>
                  <a:pt x="82345" y="492600"/>
                </a:lnTo>
                <a:cubicBezTo>
                  <a:pt x="36945" y="492600"/>
                  <a:pt x="184" y="455838"/>
                  <a:pt x="0" y="410255"/>
                </a:cubicBezTo>
                <a:lnTo>
                  <a:pt x="0" y="8234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ADC83F8F-E56F-4DF9-A1B5-0D1ED35E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4" y="1184860"/>
            <a:ext cx="11018547" cy="504853"/>
          </a:xfrm>
          <a:custGeom xmlns:a="http://schemas.openxmlformats.org/drawingml/2006/main">
            <a:pathLst>
              <a:path w="11018547" h="504853">
                <a:moveTo>
                  <a:pt x="110" y="83693"/>
                </a:moveTo>
                <a:lnTo>
                  <a:pt x="453" y="79214"/>
                </a:lnTo>
                <a:lnTo>
                  <a:pt x="1017" y="74803"/>
                </a:lnTo>
                <a:lnTo>
                  <a:pt x="1789" y="70453"/>
                </a:lnTo>
                <a:lnTo>
                  <a:pt x="2776" y="66182"/>
                </a:lnTo>
                <a:lnTo>
                  <a:pt x="3964" y="61992"/>
                </a:lnTo>
                <a:lnTo>
                  <a:pt x="5355" y="57893"/>
                </a:lnTo>
                <a:lnTo>
                  <a:pt x="6936" y="53886"/>
                </a:lnTo>
                <a:lnTo>
                  <a:pt x="8700" y="49977"/>
                </a:lnTo>
                <a:lnTo>
                  <a:pt x="10648" y="46166"/>
                </a:lnTo>
                <a:lnTo>
                  <a:pt x="12775" y="42472"/>
                </a:lnTo>
                <a:lnTo>
                  <a:pt x="15072" y="38893"/>
                </a:lnTo>
                <a:lnTo>
                  <a:pt x="17529" y="35438"/>
                </a:lnTo>
                <a:lnTo>
                  <a:pt x="20145" y="32105"/>
                </a:lnTo>
                <a:lnTo>
                  <a:pt x="22921" y="28901"/>
                </a:lnTo>
                <a:lnTo>
                  <a:pt x="25843" y="25843"/>
                </a:lnTo>
                <a:lnTo>
                  <a:pt x="28901" y="22921"/>
                </a:lnTo>
                <a:lnTo>
                  <a:pt x="32105" y="20145"/>
                </a:lnTo>
                <a:lnTo>
                  <a:pt x="35438" y="17529"/>
                </a:lnTo>
                <a:lnTo>
                  <a:pt x="38894" y="15072"/>
                </a:lnTo>
                <a:lnTo>
                  <a:pt x="42472" y="12775"/>
                </a:lnTo>
                <a:lnTo>
                  <a:pt x="46166" y="10648"/>
                </a:lnTo>
                <a:lnTo>
                  <a:pt x="49977" y="8700"/>
                </a:lnTo>
                <a:lnTo>
                  <a:pt x="53886" y="6936"/>
                </a:lnTo>
                <a:lnTo>
                  <a:pt x="57893" y="5355"/>
                </a:lnTo>
                <a:lnTo>
                  <a:pt x="61992" y="3964"/>
                </a:lnTo>
                <a:lnTo>
                  <a:pt x="66183" y="2775"/>
                </a:lnTo>
                <a:lnTo>
                  <a:pt x="70453" y="1789"/>
                </a:lnTo>
                <a:lnTo>
                  <a:pt x="74803" y="1017"/>
                </a:lnTo>
                <a:lnTo>
                  <a:pt x="79214" y="453"/>
                </a:lnTo>
                <a:lnTo>
                  <a:pt x="83693" y="110"/>
                </a:lnTo>
                <a:lnTo>
                  <a:pt x="88153" y="0"/>
                </a:lnTo>
                <a:lnTo>
                  <a:pt x="10930394" y="0"/>
                </a:lnTo>
                <a:lnTo>
                  <a:pt x="10934854" y="110"/>
                </a:lnTo>
                <a:lnTo>
                  <a:pt x="10939333" y="453"/>
                </a:lnTo>
                <a:lnTo>
                  <a:pt x="10943742" y="1017"/>
                </a:lnTo>
                <a:lnTo>
                  <a:pt x="10948093" y="1789"/>
                </a:lnTo>
                <a:lnTo>
                  <a:pt x="10952365" y="2775"/>
                </a:lnTo>
                <a:lnTo>
                  <a:pt x="10956555" y="3964"/>
                </a:lnTo>
                <a:lnTo>
                  <a:pt x="10960653" y="5355"/>
                </a:lnTo>
                <a:lnTo>
                  <a:pt x="10964662" y="6936"/>
                </a:lnTo>
                <a:lnTo>
                  <a:pt x="10968569" y="8700"/>
                </a:lnTo>
                <a:lnTo>
                  <a:pt x="10972375" y="10648"/>
                </a:lnTo>
                <a:lnTo>
                  <a:pt x="10976068" y="12775"/>
                </a:lnTo>
                <a:lnTo>
                  <a:pt x="10979654" y="15072"/>
                </a:lnTo>
                <a:lnTo>
                  <a:pt x="10983110" y="17529"/>
                </a:lnTo>
                <a:lnTo>
                  <a:pt x="10986442" y="20145"/>
                </a:lnTo>
                <a:lnTo>
                  <a:pt x="10989646" y="22921"/>
                </a:lnTo>
                <a:lnTo>
                  <a:pt x="10992704" y="25843"/>
                </a:lnTo>
                <a:lnTo>
                  <a:pt x="10995625" y="28901"/>
                </a:lnTo>
                <a:lnTo>
                  <a:pt x="10998395" y="32105"/>
                </a:lnTo>
                <a:lnTo>
                  <a:pt x="11001018" y="35438"/>
                </a:lnTo>
                <a:lnTo>
                  <a:pt x="11003473" y="38893"/>
                </a:lnTo>
                <a:lnTo>
                  <a:pt x="11005771" y="42472"/>
                </a:lnTo>
                <a:lnTo>
                  <a:pt x="11007899" y="46166"/>
                </a:lnTo>
                <a:lnTo>
                  <a:pt x="11009847" y="49977"/>
                </a:lnTo>
                <a:lnTo>
                  <a:pt x="11011610" y="53886"/>
                </a:lnTo>
                <a:lnTo>
                  <a:pt x="11013191" y="57893"/>
                </a:lnTo>
                <a:lnTo>
                  <a:pt x="11014582" y="61992"/>
                </a:lnTo>
                <a:lnTo>
                  <a:pt x="11015770" y="66182"/>
                </a:lnTo>
                <a:lnTo>
                  <a:pt x="11016759" y="70453"/>
                </a:lnTo>
                <a:lnTo>
                  <a:pt x="11017531" y="74803"/>
                </a:lnTo>
                <a:lnTo>
                  <a:pt x="11018093" y="79214"/>
                </a:lnTo>
                <a:lnTo>
                  <a:pt x="11018431" y="83693"/>
                </a:lnTo>
                <a:lnTo>
                  <a:pt x="11018547" y="88153"/>
                </a:lnTo>
                <a:lnTo>
                  <a:pt x="11018547" y="416700"/>
                </a:lnTo>
                <a:lnTo>
                  <a:pt x="11018431" y="421160"/>
                </a:lnTo>
                <a:lnTo>
                  <a:pt x="11018093" y="425639"/>
                </a:lnTo>
                <a:lnTo>
                  <a:pt x="11017531" y="430050"/>
                </a:lnTo>
                <a:lnTo>
                  <a:pt x="11016759" y="434401"/>
                </a:lnTo>
                <a:lnTo>
                  <a:pt x="11015770" y="438671"/>
                </a:lnTo>
                <a:lnTo>
                  <a:pt x="11014582" y="442862"/>
                </a:lnTo>
                <a:lnTo>
                  <a:pt x="11013191" y="446961"/>
                </a:lnTo>
                <a:lnTo>
                  <a:pt x="11011610" y="450968"/>
                </a:lnTo>
                <a:lnTo>
                  <a:pt x="11009847" y="454877"/>
                </a:lnTo>
                <a:lnTo>
                  <a:pt x="11007899" y="458687"/>
                </a:lnTo>
                <a:lnTo>
                  <a:pt x="11005771" y="462382"/>
                </a:lnTo>
                <a:lnTo>
                  <a:pt x="11003473" y="465960"/>
                </a:lnTo>
                <a:lnTo>
                  <a:pt x="11001018" y="469416"/>
                </a:lnTo>
                <a:lnTo>
                  <a:pt x="10998395" y="472748"/>
                </a:lnTo>
                <a:lnTo>
                  <a:pt x="10995625" y="475953"/>
                </a:lnTo>
                <a:lnTo>
                  <a:pt x="10992704" y="479010"/>
                </a:lnTo>
                <a:lnTo>
                  <a:pt x="10989646" y="481933"/>
                </a:lnTo>
                <a:lnTo>
                  <a:pt x="10986442" y="484708"/>
                </a:lnTo>
                <a:lnTo>
                  <a:pt x="10983110" y="487324"/>
                </a:lnTo>
                <a:lnTo>
                  <a:pt x="10979654" y="489781"/>
                </a:lnTo>
                <a:lnTo>
                  <a:pt x="10976068" y="492079"/>
                </a:lnTo>
                <a:lnTo>
                  <a:pt x="10972375" y="494205"/>
                </a:lnTo>
                <a:lnTo>
                  <a:pt x="10968569" y="496153"/>
                </a:lnTo>
                <a:lnTo>
                  <a:pt x="10964662" y="497918"/>
                </a:lnTo>
                <a:lnTo>
                  <a:pt x="10960653" y="499499"/>
                </a:lnTo>
                <a:lnTo>
                  <a:pt x="10956555" y="500889"/>
                </a:lnTo>
                <a:lnTo>
                  <a:pt x="10952365" y="502078"/>
                </a:lnTo>
                <a:lnTo>
                  <a:pt x="10948093" y="503064"/>
                </a:lnTo>
                <a:lnTo>
                  <a:pt x="10943742" y="503836"/>
                </a:lnTo>
                <a:lnTo>
                  <a:pt x="10939333" y="504400"/>
                </a:lnTo>
                <a:lnTo>
                  <a:pt x="10934854" y="504743"/>
                </a:lnTo>
                <a:lnTo>
                  <a:pt x="10930394" y="504853"/>
                </a:lnTo>
                <a:lnTo>
                  <a:pt x="88153" y="504853"/>
                </a:lnTo>
                <a:lnTo>
                  <a:pt x="83693" y="504743"/>
                </a:lnTo>
                <a:lnTo>
                  <a:pt x="79214" y="504400"/>
                </a:lnTo>
                <a:lnTo>
                  <a:pt x="74803" y="503836"/>
                </a:lnTo>
                <a:lnTo>
                  <a:pt x="70453" y="503064"/>
                </a:lnTo>
                <a:lnTo>
                  <a:pt x="66183" y="502078"/>
                </a:lnTo>
                <a:lnTo>
                  <a:pt x="61992" y="500889"/>
                </a:lnTo>
                <a:lnTo>
                  <a:pt x="57893" y="499499"/>
                </a:lnTo>
                <a:lnTo>
                  <a:pt x="53886" y="497918"/>
                </a:lnTo>
                <a:lnTo>
                  <a:pt x="49977" y="496153"/>
                </a:lnTo>
                <a:lnTo>
                  <a:pt x="46166" y="494205"/>
                </a:lnTo>
                <a:lnTo>
                  <a:pt x="42472" y="492079"/>
                </a:lnTo>
                <a:lnTo>
                  <a:pt x="38894" y="489781"/>
                </a:lnTo>
                <a:lnTo>
                  <a:pt x="35438" y="487324"/>
                </a:lnTo>
                <a:lnTo>
                  <a:pt x="32105" y="484708"/>
                </a:lnTo>
                <a:lnTo>
                  <a:pt x="28901" y="481933"/>
                </a:lnTo>
                <a:lnTo>
                  <a:pt x="25843" y="479010"/>
                </a:lnTo>
                <a:lnTo>
                  <a:pt x="22921" y="475953"/>
                </a:lnTo>
                <a:lnTo>
                  <a:pt x="20145" y="472748"/>
                </a:lnTo>
                <a:lnTo>
                  <a:pt x="17529" y="469416"/>
                </a:lnTo>
                <a:lnTo>
                  <a:pt x="15072" y="465960"/>
                </a:lnTo>
                <a:lnTo>
                  <a:pt x="12775" y="462382"/>
                </a:lnTo>
                <a:lnTo>
                  <a:pt x="10648" y="458687"/>
                </a:lnTo>
                <a:lnTo>
                  <a:pt x="8700" y="454877"/>
                </a:lnTo>
                <a:lnTo>
                  <a:pt x="6936" y="450968"/>
                </a:lnTo>
                <a:lnTo>
                  <a:pt x="5355" y="446961"/>
                </a:lnTo>
                <a:lnTo>
                  <a:pt x="3964" y="442862"/>
                </a:lnTo>
                <a:lnTo>
                  <a:pt x="2776" y="438671"/>
                </a:lnTo>
                <a:lnTo>
                  <a:pt x="1789" y="434401"/>
                </a:lnTo>
                <a:lnTo>
                  <a:pt x="1017" y="430050"/>
                </a:lnTo>
                <a:lnTo>
                  <a:pt x="453" y="425639"/>
                </a:lnTo>
                <a:lnTo>
                  <a:pt x="110" y="421160"/>
                </a:lnTo>
                <a:lnTo>
                  <a:pt x="0" y="416700"/>
                </a:lnTo>
                <a:lnTo>
                  <a:pt x="0" y="88153"/>
                </a:lnTo>
                <a:lnTo>
                  <a:pt x="110" y="83693"/>
                </a:lnTo>
                <a:moveTo>
                  <a:pt x="12254" y="88386"/>
                </a:moveTo>
                <a:lnTo>
                  <a:pt x="12254" y="88227"/>
                </a:lnTo>
                <a:lnTo>
                  <a:pt x="12254" y="416627"/>
                </a:lnTo>
                <a:lnTo>
                  <a:pt x="12254" y="416467"/>
                </a:lnTo>
                <a:lnTo>
                  <a:pt x="12358" y="420695"/>
                </a:lnTo>
                <a:lnTo>
                  <a:pt x="12346" y="420382"/>
                </a:lnTo>
                <a:lnTo>
                  <a:pt x="12658" y="424555"/>
                </a:lnTo>
                <a:lnTo>
                  <a:pt x="12628" y="424249"/>
                </a:lnTo>
                <a:lnTo>
                  <a:pt x="13148" y="428354"/>
                </a:lnTo>
                <a:lnTo>
                  <a:pt x="13106" y="428053"/>
                </a:lnTo>
                <a:lnTo>
                  <a:pt x="13829" y="432097"/>
                </a:lnTo>
                <a:lnTo>
                  <a:pt x="13767" y="431791"/>
                </a:lnTo>
                <a:lnTo>
                  <a:pt x="14680" y="435767"/>
                </a:lnTo>
                <a:lnTo>
                  <a:pt x="14607" y="435467"/>
                </a:lnTo>
                <a:lnTo>
                  <a:pt x="15710" y="439363"/>
                </a:lnTo>
                <a:lnTo>
                  <a:pt x="15624" y="439076"/>
                </a:lnTo>
                <a:lnTo>
                  <a:pt x="16910" y="442892"/>
                </a:lnTo>
                <a:lnTo>
                  <a:pt x="16806" y="442604"/>
                </a:lnTo>
                <a:lnTo>
                  <a:pt x="18277" y="446336"/>
                </a:lnTo>
                <a:lnTo>
                  <a:pt x="18160" y="446060"/>
                </a:lnTo>
                <a:lnTo>
                  <a:pt x="19808" y="449693"/>
                </a:lnTo>
                <a:lnTo>
                  <a:pt x="19674" y="449424"/>
                </a:lnTo>
                <a:lnTo>
                  <a:pt x="21487" y="452965"/>
                </a:lnTo>
                <a:lnTo>
                  <a:pt x="21346" y="452708"/>
                </a:lnTo>
                <a:lnTo>
                  <a:pt x="23325" y="456145"/>
                </a:lnTo>
                <a:lnTo>
                  <a:pt x="23172" y="455894"/>
                </a:lnTo>
                <a:lnTo>
                  <a:pt x="25304" y="459221"/>
                </a:lnTo>
                <a:lnTo>
                  <a:pt x="25145" y="458975"/>
                </a:lnTo>
                <a:lnTo>
                  <a:pt x="27430" y="462198"/>
                </a:lnTo>
                <a:lnTo>
                  <a:pt x="27252" y="461959"/>
                </a:lnTo>
                <a:lnTo>
                  <a:pt x="29691" y="465066"/>
                </a:lnTo>
                <a:lnTo>
                  <a:pt x="29507" y="464839"/>
                </a:lnTo>
                <a:lnTo>
                  <a:pt x="32086" y="467817"/>
                </a:lnTo>
                <a:lnTo>
                  <a:pt x="31890" y="467602"/>
                </a:lnTo>
                <a:lnTo>
                  <a:pt x="34611" y="470451"/>
                </a:lnTo>
                <a:lnTo>
                  <a:pt x="34403" y="470243"/>
                </a:lnTo>
                <a:lnTo>
                  <a:pt x="37252" y="472963"/>
                </a:lnTo>
                <a:lnTo>
                  <a:pt x="37037" y="472767"/>
                </a:lnTo>
                <a:lnTo>
                  <a:pt x="40015" y="475346"/>
                </a:lnTo>
                <a:lnTo>
                  <a:pt x="39788" y="475163"/>
                </a:lnTo>
                <a:lnTo>
                  <a:pt x="42894" y="477601"/>
                </a:lnTo>
                <a:lnTo>
                  <a:pt x="42655" y="477423"/>
                </a:lnTo>
                <a:lnTo>
                  <a:pt x="45878" y="479709"/>
                </a:lnTo>
                <a:lnTo>
                  <a:pt x="45633" y="479550"/>
                </a:lnTo>
                <a:lnTo>
                  <a:pt x="48960" y="481682"/>
                </a:lnTo>
                <a:lnTo>
                  <a:pt x="48709" y="481528"/>
                </a:lnTo>
                <a:lnTo>
                  <a:pt x="52146" y="483507"/>
                </a:lnTo>
                <a:lnTo>
                  <a:pt x="51888" y="483366"/>
                </a:lnTo>
                <a:lnTo>
                  <a:pt x="55430" y="485180"/>
                </a:lnTo>
                <a:lnTo>
                  <a:pt x="55160" y="485045"/>
                </a:lnTo>
                <a:lnTo>
                  <a:pt x="58794" y="486693"/>
                </a:lnTo>
                <a:lnTo>
                  <a:pt x="58518" y="486577"/>
                </a:lnTo>
                <a:lnTo>
                  <a:pt x="62249" y="488048"/>
                </a:lnTo>
                <a:lnTo>
                  <a:pt x="61961" y="487943"/>
                </a:lnTo>
                <a:lnTo>
                  <a:pt x="65778" y="489230"/>
                </a:lnTo>
                <a:lnTo>
                  <a:pt x="65490" y="489144"/>
                </a:lnTo>
                <a:lnTo>
                  <a:pt x="69381" y="490247"/>
                </a:lnTo>
                <a:lnTo>
                  <a:pt x="69086" y="490173"/>
                </a:lnTo>
                <a:lnTo>
                  <a:pt x="73063" y="491086"/>
                </a:lnTo>
                <a:lnTo>
                  <a:pt x="72757" y="491025"/>
                </a:lnTo>
                <a:lnTo>
                  <a:pt x="76800" y="491748"/>
                </a:lnTo>
                <a:lnTo>
                  <a:pt x="76500" y="491705"/>
                </a:lnTo>
                <a:lnTo>
                  <a:pt x="80605" y="492226"/>
                </a:lnTo>
                <a:lnTo>
                  <a:pt x="80299" y="492195"/>
                </a:lnTo>
                <a:lnTo>
                  <a:pt x="84471" y="492508"/>
                </a:lnTo>
                <a:lnTo>
                  <a:pt x="84159" y="492496"/>
                </a:lnTo>
                <a:lnTo>
                  <a:pt x="88386" y="492600"/>
                </a:lnTo>
                <a:lnTo>
                  <a:pt x="88227" y="492600"/>
                </a:lnTo>
                <a:lnTo>
                  <a:pt x="10930320" y="492600"/>
                </a:lnTo>
                <a:lnTo>
                  <a:pt x="10930162" y="492600"/>
                </a:lnTo>
                <a:lnTo>
                  <a:pt x="10934387" y="492496"/>
                </a:lnTo>
                <a:lnTo>
                  <a:pt x="10934075" y="492508"/>
                </a:lnTo>
                <a:lnTo>
                  <a:pt x="10938247" y="492195"/>
                </a:lnTo>
                <a:lnTo>
                  <a:pt x="10937943" y="492226"/>
                </a:lnTo>
                <a:lnTo>
                  <a:pt x="10942047" y="491705"/>
                </a:lnTo>
                <a:lnTo>
                  <a:pt x="10941747" y="491748"/>
                </a:lnTo>
                <a:lnTo>
                  <a:pt x="10945791" y="491025"/>
                </a:lnTo>
                <a:lnTo>
                  <a:pt x="10945484" y="491086"/>
                </a:lnTo>
                <a:lnTo>
                  <a:pt x="10949460" y="490173"/>
                </a:lnTo>
                <a:lnTo>
                  <a:pt x="10949160" y="490247"/>
                </a:lnTo>
                <a:lnTo>
                  <a:pt x="10953056" y="489144"/>
                </a:lnTo>
                <a:lnTo>
                  <a:pt x="10952767" y="489230"/>
                </a:lnTo>
                <a:lnTo>
                  <a:pt x="10956586" y="487943"/>
                </a:lnTo>
                <a:lnTo>
                  <a:pt x="10956297" y="488048"/>
                </a:lnTo>
                <a:lnTo>
                  <a:pt x="10960030" y="486577"/>
                </a:lnTo>
                <a:lnTo>
                  <a:pt x="10959753" y="486693"/>
                </a:lnTo>
                <a:lnTo>
                  <a:pt x="10963387" y="485045"/>
                </a:lnTo>
                <a:lnTo>
                  <a:pt x="10963118" y="485180"/>
                </a:lnTo>
                <a:lnTo>
                  <a:pt x="10966659" y="483366"/>
                </a:lnTo>
                <a:lnTo>
                  <a:pt x="10966401" y="483507"/>
                </a:lnTo>
                <a:lnTo>
                  <a:pt x="10969838" y="481528"/>
                </a:lnTo>
                <a:lnTo>
                  <a:pt x="10969580" y="481682"/>
                </a:lnTo>
                <a:lnTo>
                  <a:pt x="10972915" y="479550"/>
                </a:lnTo>
                <a:lnTo>
                  <a:pt x="10972668" y="479709"/>
                </a:lnTo>
                <a:lnTo>
                  <a:pt x="10975891" y="477423"/>
                </a:lnTo>
                <a:lnTo>
                  <a:pt x="10975652" y="477601"/>
                </a:lnTo>
                <a:lnTo>
                  <a:pt x="10978759" y="475163"/>
                </a:lnTo>
                <a:lnTo>
                  <a:pt x="10978533" y="475346"/>
                </a:lnTo>
                <a:lnTo>
                  <a:pt x="10981510" y="472767"/>
                </a:lnTo>
                <a:lnTo>
                  <a:pt x="10981296" y="472963"/>
                </a:lnTo>
                <a:lnTo>
                  <a:pt x="10984144" y="470243"/>
                </a:lnTo>
                <a:lnTo>
                  <a:pt x="10983935" y="470451"/>
                </a:lnTo>
                <a:lnTo>
                  <a:pt x="10986656" y="467602"/>
                </a:lnTo>
                <a:lnTo>
                  <a:pt x="10986461" y="467817"/>
                </a:lnTo>
                <a:lnTo>
                  <a:pt x="10989039" y="464839"/>
                </a:lnTo>
                <a:lnTo>
                  <a:pt x="10988856" y="465066"/>
                </a:lnTo>
                <a:lnTo>
                  <a:pt x="10991288" y="461959"/>
                </a:lnTo>
                <a:lnTo>
                  <a:pt x="10991116" y="462198"/>
                </a:lnTo>
                <a:lnTo>
                  <a:pt x="10993402" y="458975"/>
                </a:lnTo>
                <a:lnTo>
                  <a:pt x="10993237" y="459221"/>
                </a:lnTo>
                <a:lnTo>
                  <a:pt x="10995374" y="455894"/>
                </a:lnTo>
                <a:lnTo>
                  <a:pt x="10995223" y="456145"/>
                </a:lnTo>
                <a:lnTo>
                  <a:pt x="10997202" y="452708"/>
                </a:lnTo>
                <a:lnTo>
                  <a:pt x="10997053" y="452965"/>
                </a:lnTo>
                <a:lnTo>
                  <a:pt x="10998867" y="449424"/>
                </a:lnTo>
                <a:lnTo>
                  <a:pt x="10998739" y="449693"/>
                </a:lnTo>
                <a:lnTo>
                  <a:pt x="11000388" y="446060"/>
                </a:lnTo>
                <a:lnTo>
                  <a:pt x="11000271" y="446336"/>
                </a:lnTo>
                <a:lnTo>
                  <a:pt x="11001741" y="442604"/>
                </a:lnTo>
                <a:lnTo>
                  <a:pt x="11001636" y="442892"/>
                </a:lnTo>
                <a:lnTo>
                  <a:pt x="11002922" y="439076"/>
                </a:lnTo>
                <a:lnTo>
                  <a:pt x="11002832" y="439363"/>
                </a:lnTo>
                <a:lnTo>
                  <a:pt x="11003941" y="435467"/>
                </a:lnTo>
                <a:lnTo>
                  <a:pt x="11003866" y="435767"/>
                </a:lnTo>
                <a:lnTo>
                  <a:pt x="11004780" y="431791"/>
                </a:lnTo>
                <a:lnTo>
                  <a:pt x="11004718" y="432097"/>
                </a:lnTo>
                <a:lnTo>
                  <a:pt x="11005441" y="428053"/>
                </a:lnTo>
                <a:lnTo>
                  <a:pt x="11005392" y="428354"/>
                </a:lnTo>
                <a:lnTo>
                  <a:pt x="11005920" y="424249"/>
                </a:lnTo>
                <a:lnTo>
                  <a:pt x="11005890" y="424555"/>
                </a:lnTo>
                <a:lnTo>
                  <a:pt x="11006201" y="420382"/>
                </a:lnTo>
                <a:lnTo>
                  <a:pt x="11006190" y="420695"/>
                </a:lnTo>
                <a:lnTo>
                  <a:pt x="11006294" y="416467"/>
                </a:lnTo>
                <a:lnTo>
                  <a:pt x="11006294" y="416627"/>
                </a:lnTo>
                <a:lnTo>
                  <a:pt x="11006294" y="88227"/>
                </a:lnTo>
                <a:lnTo>
                  <a:pt x="11006294" y="88386"/>
                </a:lnTo>
                <a:lnTo>
                  <a:pt x="11006190" y="84159"/>
                </a:lnTo>
                <a:lnTo>
                  <a:pt x="11006201" y="84471"/>
                </a:lnTo>
                <a:lnTo>
                  <a:pt x="11005890" y="80299"/>
                </a:lnTo>
                <a:lnTo>
                  <a:pt x="11005920" y="80605"/>
                </a:lnTo>
                <a:lnTo>
                  <a:pt x="11005392" y="76500"/>
                </a:lnTo>
                <a:lnTo>
                  <a:pt x="11005441" y="76800"/>
                </a:lnTo>
                <a:lnTo>
                  <a:pt x="11004718" y="72757"/>
                </a:lnTo>
                <a:lnTo>
                  <a:pt x="11004780" y="73063"/>
                </a:lnTo>
                <a:lnTo>
                  <a:pt x="11003866" y="69086"/>
                </a:lnTo>
                <a:lnTo>
                  <a:pt x="11003941" y="69381"/>
                </a:lnTo>
                <a:lnTo>
                  <a:pt x="11002832" y="65490"/>
                </a:lnTo>
                <a:lnTo>
                  <a:pt x="11002922" y="65778"/>
                </a:lnTo>
                <a:lnTo>
                  <a:pt x="11001636" y="61961"/>
                </a:lnTo>
                <a:lnTo>
                  <a:pt x="11001741" y="62249"/>
                </a:lnTo>
                <a:lnTo>
                  <a:pt x="11000271" y="58518"/>
                </a:lnTo>
                <a:lnTo>
                  <a:pt x="11000388" y="58794"/>
                </a:lnTo>
                <a:lnTo>
                  <a:pt x="10998739" y="55160"/>
                </a:lnTo>
                <a:lnTo>
                  <a:pt x="10998867" y="55430"/>
                </a:lnTo>
                <a:lnTo>
                  <a:pt x="10997053" y="51888"/>
                </a:lnTo>
                <a:lnTo>
                  <a:pt x="10997202" y="52146"/>
                </a:lnTo>
                <a:lnTo>
                  <a:pt x="10995223" y="48709"/>
                </a:lnTo>
                <a:lnTo>
                  <a:pt x="10995374" y="48960"/>
                </a:lnTo>
                <a:lnTo>
                  <a:pt x="10993237" y="45633"/>
                </a:lnTo>
                <a:lnTo>
                  <a:pt x="10993402" y="45878"/>
                </a:lnTo>
                <a:lnTo>
                  <a:pt x="10991116" y="42655"/>
                </a:lnTo>
                <a:lnTo>
                  <a:pt x="10991288" y="42894"/>
                </a:lnTo>
                <a:lnTo>
                  <a:pt x="10988856" y="39788"/>
                </a:lnTo>
                <a:lnTo>
                  <a:pt x="10989039" y="40014"/>
                </a:lnTo>
                <a:lnTo>
                  <a:pt x="10986461" y="37037"/>
                </a:lnTo>
                <a:lnTo>
                  <a:pt x="10986656" y="37251"/>
                </a:lnTo>
                <a:lnTo>
                  <a:pt x="10983935" y="34402"/>
                </a:lnTo>
                <a:lnTo>
                  <a:pt x="10984144" y="34611"/>
                </a:lnTo>
                <a:lnTo>
                  <a:pt x="10981296" y="31890"/>
                </a:lnTo>
                <a:lnTo>
                  <a:pt x="10981510" y="32086"/>
                </a:lnTo>
                <a:lnTo>
                  <a:pt x="10978533" y="29507"/>
                </a:lnTo>
                <a:lnTo>
                  <a:pt x="10978759" y="29691"/>
                </a:lnTo>
                <a:lnTo>
                  <a:pt x="10975652" y="27252"/>
                </a:lnTo>
                <a:lnTo>
                  <a:pt x="10975891" y="27430"/>
                </a:lnTo>
                <a:lnTo>
                  <a:pt x="10972668" y="25145"/>
                </a:lnTo>
                <a:lnTo>
                  <a:pt x="10972915" y="25304"/>
                </a:lnTo>
                <a:lnTo>
                  <a:pt x="10969580" y="23172"/>
                </a:lnTo>
                <a:lnTo>
                  <a:pt x="10969838" y="23325"/>
                </a:lnTo>
                <a:lnTo>
                  <a:pt x="10966401" y="21346"/>
                </a:lnTo>
                <a:lnTo>
                  <a:pt x="10966659" y="21487"/>
                </a:lnTo>
                <a:lnTo>
                  <a:pt x="10963118" y="19674"/>
                </a:lnTo>
                <a:lnTo>
                  <a:pt x="10963387" y="19808"/>
                </a:lnTo>
                <a:lnTo>
                  <a:pt x="10959753" y="18160"/>
                </a:lnTo>
                <a:lnTo>
                  <a:pt x="10960030" y="18277"/>
                </a:lnTo>
                <a:lnTo>
                  <a:pt x="10956297" y="16806"/>
                </a:lnTo>
                <a:lnTo>
                  <a:pt x="10956586" y="16910"/>
                </a:lnTo>
                <a:lnTo>
                  <a:pt x="10952767" y="15623"/>
                </a:lnTo>
                <a:lnTo>
                  <a:pt x="10953056" y="15709"/>
                </a:lnTo>
                <a:lnTo>
                  <a:pt x="10949160" y="14606"/>
                </a:lnTo>
                <a:lnTo>
                  <a:pt x="10949460" y="14680"/>
                </a:lnTo>
                <a:lnTo>
                  <a:pt x="10945484" y="13767"/>
                </a:lnTo>
                <a:lnTo>
                  <a:pt x="10945791" y="13828"/>
                </a:lnTo>
                <a:lnTo>
                  <a:pt x="10941747" y="13105"/>
                </a:lnTo>
                <a:lnTo>
                  <a:pt x="10942047" y="13148"/>
                </a:lnTo>
                <a:lnTo>
                  <a:pt x="10937943" y="12627"/>
                </a:lnTo>
                <a:lnTo>
                  <a:pt x="10938247" y="12658"/>
                </a:lnTo>
                <a:lnTo>
                  <a:pt x="10934075" y="12346"/>
                </a:lnTo>
                <a:lnTo>
                  <a:pt x="10934387" y="12358"/>
                </a:lnTo>
                <a:lnTo>
                  <a:pt x="10930162" y="12254"/>
                </a:lnTo>
                <a:lnTo>
                  <a:pt x="10930320" y="12254"/>
                </a:lnTo>
                <a:lnTo>
                  <a:pt x="88227" y="12254"/>
                </a:lnTo>
                <a:lnTo>
                  <a:pt x="88386" y="12254"/>
                </a:lnTo>
                <a:lnTo>
                  <a:pt x="84159" y="12358"/>
                </a:lnTo>
                <a:lnTo>
                  <a:pt x="84471" y="12346"/>
                </a:lnTo>
                <a:lnTo>
                  <a:pt x="80299" y="12658"/>
                </a:lnTo>
                <a:lnTo>
                  <a:pt x="80605" y="12627"/>
                </a:lnTo>
                <a:lnTo>
                  <a:pt x="76500" y="13148"/>
                </a:lnTo>
                <a:lnTo>
                  <a:pt x="76800" y="13105"/>
                </a:lnTo>
                <a:lnTo>
                  <a:pt x="72757" y="13828"/>
                </a:lnTo>
                <a:lnTo>
                  <a:pt x="73063" y="13767"/>
                </a:lnTo>
                <a:lnTo>
                  <a:pt x="69086" y="14680"/>
                </a:lnTo>
                <a:lnTo>
                  <a:pt x="69381" y="14606"/>
                </a:lnTo>
                <a:lnTo>
                  <a:pt x="65490" y="15709"/>
                </a:lnTo>
                <a:lnTo>
                  <a:pt x="65778" y="15623"/>
                </a:lnTo>
                <a:lnTo>
                  <a:pt x="61961" y="16910"/>
                </a:lnTo>
                <a:lnTo>
                  <a:pt x="62249" y="16806"/>
                </a:lnTo>
                <a:lnTo>
                  <a:pt x="58518" y="18277"/>
                </a:lnTo>
                <a:lnTo>
                  <a:pt x="58794" y="18160"/>
                </a:lnTo>
                <a:lnTo>
                  <a:pt x="55160" y="19808"/>
                </a:lnTo>
                <a:lnTo>
                  <a:pt x="55430" y="19674"/>
                </a:lnTo>
                <a:lnTo>
                  <a:pt x="51888" y="21487"/>
                </a:lnTo>
                <a:lnTo>
                  <a:pt x="52146" y="21346"/>
                </a:lnTo>
                <a:lnTo>
                  <a:pt x="48709" y="23325"/>
                </a:lnTo>
                <a:lnTo>
                  <a:pt x="48960" y="23172"/>
                </a:lnTo>
                <a:lnTo>
                  <a:pt x="45633" y="25304"/>
                </a:lnTo>
                <a:lnTo>
                  <a:pt x="45878" y="25145"/>
                </a:lnTo>
                <a:lnTo>
                  <a:pt x="42655" y="27430"/>
                </a:lnTo>
                <a:lnTo>
                  <a:pt x="42894" y="27252"/>
                </a:lnTo>
                <a:lnTo>
                  <a:pt x="39788" y="29691"/>
                </a:lnTo>
                <a:lnTo>
                  <a:pt x="40015" y="29507"/>
                </a:lnTo>
                <a:lnTo>
                  <a:pt x="37037" y="32086"/>
                </a:lnTo>
                <a:lnTo>
                  <a:pt x="37252" y="31890"/>
                </a:lnTo>
                <a:lnTo>
                  <a:pt x="34403" y="34611"/>
                </a:lnTo>
                <a:lnTo>
                  <a:pt x="34611" y="34402"/>
                </a:lnTo>
                <a:lnTo>
                  <a:pt x="31890" y="37251"/>
                </a:lnTo>
                <a:lnTo>
                  <a:pt x="32086" y="37037"/>
                </a:lnTo>
                <a:lnTo>
                  <a:pt x="29507" y="40014"/>
                </a:lnTo>
                <a:lnTo>
                  <a:pt x="29691" y="39788"/>
                </a:lnTo>
                <a:lnTo>
                  <a:pt x="27252" y="42894"/>
                </a:lnTo>
                <a:lnTo>
                  <a:pt x="27430" y="42655"/>
                </a:lnTo>
                <a:lnTo>
                  <a:pt x="25145" y="45878"/>
                </a:lnTo>
                <a:lnTo>
                  <a:pt x="25304" y="45633"/>
                </a:lnTo>
                <a:lnTo>
                  <a:pt x="23172" y="48960"/>
                </a:lnTo>
                <a:lnTo>
                  <a:pt x="23325" y="48709"/>
                </a:lnTo>
                <a:lnTo>
                  <a:pt x="21346" y="52146"/>
                </a:lnTo>
                <a:lnTo>
                  <a:pt x="21487" y="51888"/>
                </a:lnTo>
                <a:lnTo>
                  <a:pt x="19674" y="55430"/>
                </a:lnTo>
                <a:lnTo>
                  <a:pt x="19808" y="55160"/>
                </a:lnTo>
                <a:lnTo>
                  <a:pt x="18160" y="58794"/>
                </a:lnTo>
                <a:lnTo>
                  <a:pt x="18277" y="58518"/>
                </a:lnTo>
                <a:lnTo>
                  <a:pt x="16806" y="62249"/>
                </a:lnTo>
                <a:lnTo>
                  <a:pt x="16910" y="61961"/>
                </a:lnTo>
                <a:lnTo>
                  <a:pt x="15624" y="65778"/>
                </a:lnTo>
                <a:lnTo>
                  <a:pt x="15710" y="65490"/>
                </a:lnTo>
                <a:lnTo>
                  <a:pt x="14607" y="69381"/>
                </a:lnTo>
                <a:lnTo>
                  <a:pt x="14680" y="69086"/>
                </a:lnTo>
                <a:lnTo>
                  <a:pt x="13767" y="73063"/>
                </a:lnTo>
                <a:lnTo>
                  <a:pt x="13829" y="72757"/>
                </a:lnTo>
                <a:lnTo>
                  <a:pt x="13106" y="76800"/>
                </a:lnTo>
                <a:lnTo>
                  <a:pt x="13148" y="76500"/>
                </a:lnTo>
                <a:lnTo>
                  <a:pt x="12628" y="80605"/>
                </a:lnTo>
                <a:lnTo>
                  <a:pt x="12658" y="80299"/>
                </a:lnTo>
                <a:lnTo>
                  <a:pt x="12346" y="84471"/>
                </a:lnTo>
                <a:lnTo>
                  <a:pt x="12358" y="84159"/>
                </a:lnTo>
                <a:lnTo>
                  <a:pt x="12254" y="88386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9DBBE775-F691-48B8-B146-137CA71B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7" y="1869231"/>
            <a:ext cx="10388888" cy="343104"/>
          </a:xfrm>
          <a:custGeom xmlns:a="http://schemas.openxmlformats.org/drawingml/2006/main">
            <a:pathLst>
              <a:path w="10388888" h="343104">
                <a:moveTo>
                  <a:pt x="0" y="56980"/>
                </a:moveTo>
                <a:cubicBezTo>
                  <a:pt x="184" y="25604"/>
                  <a:pt x="25788" y="0"/>
                  <a:pt x="57347" y="367"/>
                </a:cubicBezTo>
                <a:lnTo>
                  <a:pt x="10331357" y="367"/>
                </a:lnTo>
                <a:cubicBezTo>
                  <a:pt x="10363285" y="0"/>
                  <a:pt x="10388888" y="25604"/>
                  <a:pt x="10388705" y="56980"/>
                </a:cubicBezTo>
                <a:lnTo>
                  <a:pt x="10388705" y="285634"/>
                </a:lnTo>
                <a:cubicBezTo>
                  <a:pt x="10388888" y="317500"/>
                  <a:pt x="10363285" y="343104"/>
                  <a:pt x="10331357" y="342982"/>
                </a:cubicBezTo>
                <a:lnTo>
                  <a:pt x="57347" y="342982"/>
                </a:lnTo>
                <a:cubicBezTo>
                  <a:pt x="25788" y="343104"/>
                  <a:pt x="184" y="317500"/>
                  <a:pt x="0" y="285634"/>
                </a:cubicBezTo>
                <a:lnTo>
                  <a:pt x="0" y="5698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4A7A042F-22D3-424D-B182-24437B4B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4" y="1863104"/>
            <a:ext cx="10400959" cy="355358"/>
          </a:xfrm>
          <a:custGeom xmlns:a="http://schemas.openxmlformats.org/drawingml/2006/main">
            <a:pathLst>
              <a:path w="10400959" h="355358">
                <a:moveTo>
                  <a:pt x="80" y="60061"/>
                </a:moveTo>
                <a:lnTo>
                  <a:pt x="325" y="56845"/>
                </a:lnTo>
                <a:lnTo>
                  <a:pt x="729" y="53678"/>
                </a:lnTo>
                <a:lnTo>
                  <a:pt x="1287" y="50559"/>
                </a:lnTo>
                <a:lnTo>
                  <a:pt x="1991" y="47495"/>
                </a:lnTo>
                <a:lnTo>
                  <a:pt x="2843" y="44487"/>
                </a:lnTo>
                <a:lnTo>
                  <a:pt x="3842" y="41540"/>
                </a:lnTo>
                <a:lnTo>
                  <a:pt x="4975" y="38667"/>
                </a:lnTo>
                <a:lnTo>
                  <a:pt x="6244" y="35861"/>
                </a:lnTo>
                <a:lnTo>
                  <a:pt x="7646" y="33128"/>
                </a:lnTo>
                <a:lnTo>
                  <a:pt x="9166" y="30475"/>
                </a:lnTo>
                <a:lnTo>
                  <a:pt x="10814" y="27908"/>
                </a:lnTo>
                <a:lnTo>
                  <a:pt x="12579" y="25426"/>
                </a:lnTo>
                <a:lnTo>
                  <a:pt x="14460" y="23037"/>
                </a:lnTo>
                <a:lnTo>
                  <a:pt x="16445" y="20739"/>
                </a:lnTo>
                <a:lnTo>
                  <a:pt x="18540" y="18540"/>
                </a:lnTo>
                <a:lnTo>
                  <a:pt x="20739" y="16445"/>
                </a:lnTo>
                <a:lnTo>
                  <a:pt x="23037" y="14460"/>
                </a:lnTo>
                <a:lnTo>
                  <a:pt x="25427" y="12578"/>
                </a:lnTo>
                <a:lnTo>
                  <a:pt x="27908" y="10814"/>
                </a:lnTo>
                <a:lnTo>
                  <a:pt x="30475" y="9166"/>
                </a:lnTo>
                <a:lnTo>
                  <a:pt x="33128" y="7646"/>
                </a:lnTo>
                <a:lnTo>
                  <a:pt x="35861" y="6243"/>
                </a:lnTo>
                <a:lnTo>
                  <a:pt x="38667" y="4975"/>
                </a:lnTo>
                <a:lnTo>
                  <a:pt x="41540" y="3842"/>
                </a:lnTo>
                <a:lnTo>
                  <a:pt x="44487" y="2843"/>
                </a:lnTo>
                <a:lnTo>
                  <a:pt x="47496" y="1991"/>
                </a:lnTo>
                <a:lnTo>
                  <a:pt x="50559" y="1287"/>
                </a:lnTo>
                <a:lnTo>
                  <a:pt x="53678" y="729"/>
                </a:lnTo>
                <a:lnTo>
                  <a:pt x="56845" y="325"/>
                </a:lnTo>
                <a:lnTo>
                  <a:pt x="60062" y="80"/>
                </a:lnTo>
                <a:lnTo>
                  <a:pt x="63235" y="0"/>
                </a:lnTo>
                <a:lnTo>
                  <a:pt x="10337723" y="0"/>
                </a:lnTo>
                <a:lnTo>
                  <a:pt x="10340898" y="80"/>
                </a:lnTo>
                <a:lnTo>
                  <a:pt x="10344114" y="325"/>
                </a:lnTo>
                <a:lnTo>
                  <a:pt x="10347281" y="729"/>
                </a:lnTo>
                <a:lnTo>
                  <a:pt x="10350399" y="1287"/>
                </a:lnTo>
                <a:lnTo>
                  <a:pt x="10353464" y="1991"/>
                </a:lnTo>
                <a:lnTo>
                  <a:pt x="10356471" y="2843"/>
                </a:lnTo>
                <a:lnTo>
                  <a:pt x="10359413" y="3842"/>
                </a:lnTo>
                <a:lnTo>
                  <a:pt x="10362292" y="4975"/>
                </a:lnTo>
                <a:lnTo>
                  <a:pt x="10365098" y="6243"/>
                </a:lnTo>
                <a:lnTo>
                  <a:pt x="10367831" y="7646"/>
                </a:lnTo>
                <a:lnTo>
                  <a:pt x="10370484" y="9166"/>
                </a:lnTo>
                <a:lnTo>
                  <a:pt x="10373051" y="10814"/>
                </a:lnTo>
                <a:lnTo>
                  <a:pt x="10375533" y="12578"/>
                </a:lnTo>
                <a:lnTo>
                  <a:pt x="10377921" y="14460"/>
                </a:lnTo>
                <a:lnTo>
                  <a:pt x="10380218" y="16445"/>
                </a:lnTo>
                <a:lnTo>
                  <a:pt x="10382418" y="18540"/>
                </a:lnTo>
                <a:lnTo>
                  <a:pt x="10384516" y="20739"/>
                </a:lnTo>
                <a:lnTo>
                  <a:pt x="10386499" y="23037"/>
                </a:lnTo>
                <a:lnTo>
                  <a:pt x="10388381" y="25426"/>
                </a:lnTo>
                <a:lnTo>
                  <a:pt x="10390146" y="27908"/>
                </a:lnTo>
                <a:lnTo>
                  <a:pt x="10391794" y="30475"/>
                </a:lnTo>
                <a:lnTo>
                  <a:pt x="10393313" y="33128"/>
                </a:lnTo>
                <a:lnTo>
                  <a:pt x="10394715" y="35861"/>
                </a:lnTo>
                <a:lnTo>
                  <a:pt x="10395985" y="38667"/>
                </a:lnTo>
                <a:lnTo>
                  <a:pt x="10397117" y="41540"/>
                </a:lnTo>
                <a:lnTo>
                  <a:pt x="10398110" y="44487"/>
                </a:lnTo>
                <a:lnTo>
                  <a:pt x="10398968" y="47495"/>
                </a:lnTo>
                <a:lnTo>
                  <a:pt x="10399673" y="50559"/>
                </a:lnTo>
                <a:lnTo>
                  <a:pt x="10400229" y="53678"/>
                </a:lnTo>
                <a:lnTo>
                  <a:pt x="10400633" y="56845"/>
                </a:lnTo>
                <a:lnTo>
                  <a:pt x="10400880" y="60061"/>
                </a:lnTo>
                <a:lnTo>
                  <a:pt x="10400959" y="63235"/>
                </a:lnTo>
                <a:lnTo>
                  <a:pt x="10400959" y="292123"/>
                </a:lnTo>
                <a:lnTo>
                  <a:pt x="10400880" y="295296"/>
                </a:lnTo>
                <a:lnTo>
                  <a:pt x="10400633" y="298513"/>
                </a:lnTo>
                <a:lnTo>
                  <a:pt x="10400229" y="301680"/>
                </a:lnTo>
                <a:lnTo>
                  <a:pt x="10399673" y="304799"/>
                </a:lnTo>
                <a:lnTo>
                  <a:pt x="10398968" y="307863"/>
                </a:lnTo>
                <a:lnTo>
                  <a:pt x="10398110" y="310871"/>
                </a:lnTo>
                <a:lnTo>
                  <a:pt x="10397117" y="313818"/>
                </a:lnTo>
                <a:lnTo>
                  <a:pt x="10395985" y="316691"/>
                </a:lnTo>
                <a:lnTo>
                  <a:pt x="10394715" y="319497"/>
                </a:lnTo>
                <a:lnTo>
                  <a:pt x="10393313" y="322230"/>
                </a:lnTo>
                <a:lnTo>
                  <a:pt x="10391794" y="324883"/>
                </a:lnTo>
                <a:lnTo>
                  <a:pt x="10390146" y="327450"/>
                </a:lnTo>
                <a:lnTo>
                  <a:pt x="10388381" y="329932"/>
                </a:lnTo>
                <a:lnTo>
                  <a:pt x="10386499" y="332321"/>
                </a:lnTo>
                <a:lnTo>
                  <a:pt x="10384516" y="334619"/>
                </a:lnTo>
                <a:lnTo>
                  <a:pt x="10382418" y="336818"/>
                </a:lnTo>
                <a:lnTo>
                  <a:pt x="10380218" y="338914"/>
                </a:lnTo>
                <a:lnTo>
                  <a:pt x="10377921" y="340899"/>
                </a:lnTo>
                <a:lnTo>
                  <a:pt x="10375533" y="342780"/>
                </a:lnTo>
                <a:lnTo>
                  <a:pt x="10373051" y="344544"/>
                </a:lnTo>
                <a:lnTo>
                  <a:pt x="10370484" y="346192"/>
                </a:lnTo>
                <a:lnTo>
                  <a:pt x="10367831" y="347712"/>
                </a:lnTo>
                <a:lnTo>
                  <a:pt x="10365098" y="349115"/>
                </a:lnTo>
                <a:lnTo>
                  <a:pt x="10362292" y="350383"/>
                </a:lnTo>
                <a:lnTo>
                  <a:pt x="10359413" y="351516"/>
                </a:lnTo>
                <a:lnTo>
                  <a:pt x="10356471" y="352515"/>
                </a:lnTo>
                <a:lnTo>
                  <a:pt x="10353464" y="353367"/>
                </a:lnTo>
                <a:lnTo>
                  <a:pt x="10350399" y="354071"/>
                </a:lnTo>
                <a:lnTo>
                  <a:pt x="10347281" y="354629"/>
                </a:lnTo>
                <a:lnTo>
                  <a:pt x="10344114" y="355033"/>
                </a:lnTo>
                <a:lnTo>
                  <a:pt x="10340898" y="355278"/>
                </a:lnTo>
                <a:lnTo>
                  <a:pt x="10337723" y="355358"/>
                </a:lnTo>
                <a:lnTo>
                  <a:pt x="63235" y="355358"/>
                </a:lnTo>
                <a:lnTo>
                  <a:pt x="60062" y="355278"/>
                </a:lnTo>
                <a:lnTo>
                  <a:pt x="56845" y="355033"/>
                </a:lnTo>
                <a:lnTo>
                  <a:pt x="53678" y="354629"/>
                </a:lnTo>
                <a:lnTo>
                  <a:pt x="50559" y="354071"/>
                </a:lnTo>
                <a:lnTo>
                  <a:pt x="47496" y="353367"/>
                </a:lnTo>
                <a:lnTo>
                  <a:pt x="44487" y="352515"/>
                </a:lnTo>
                <a:lnTo>
                  <a:pt x="41540" y="351516"/>
                </a:lnTo>
                <a:lnTo>
                  <a:pt x="38667" y="350383"/>
                </a:lnTo>
                <a:lnTo>
                  <a:pt x="35861" y="349115"/>
                </a:lnTo>
                <a:lnTo>
                  <a:pt x="33128" y="347712"/>
                </a:lnTo>
                <a:lnTo>
                  <a:pt x="30475" y="346192"/>
                </a:lnTo>
                <a:lnTo>
                  <a:pt x="27908" y="344544"/>
                </a:lnTo>
                <a:lnTo>
                  <a:pt x="25427" y="342780"/>
                </a:lnTo>
                <a:lnTo>
                  <a:pt x="23037" y="340899"/>
                </a:lnTo>
                <a:lnTo>
                  <a:pt x="20739" y="338914"/>
                </a:lnTo>
                <a:lnTo>
                  <a:pt x="18540" y="336818"/>
                </a:lnTo>
                <a:lnTo>
                  <a:pt x="16445" y="334619"/>
                </a:lnTo>
                <a:lnTo>
                  <a:pt x="14460" y="332321"/>
                </a:lnTo>
                <a:lnTo>
                  <a:pt x="12579" y="329932"/>
                </a:lnTo>
                <a:lnTo>
                  <a:pt x="10814" y="327450"/>
                </a:lnTo>
                <a:lnTo>
                  <a:pt x="9166" y="324883"/>
                </a:lnTo>
                <a:lnTo>
                  <a:pt x="7646" y="322230"/>
                </a:lnTo>
                <a:lnTo>
                  <a:pt x="6244" y="319497"/>
                </a:lnTo>
                <a:lnTo>
                  <a:pt x="4975" y="316691"/>
                </a:lnTo>
                <a:lnTo>
                  <a:pt x="3842" y="313818"/>
                </a:lnTo>
                <a:lnTo>
                  <a:pt x="2843" y="310871"/>
                </a:lnTo>
                <a:lnTo>
                  <a:pt x="1991" y="307863"/>
                </a:lnTo>
                <a:lnTo>
                  <a:pt x="1287" y="304799"/>
                </a:lnTo>
                <a:lnTo>
                  <a:pt x="729" y="301680"/>
                </a:lnTo>
                <a:lnTo>
                  <a:pt x="325" y="298513"/>
                </a:lnTo>
                <a:lnTo>
                  <a:pt x="80" y="295296"/>
                </a:lnTo>
                <a:lnTo>
                  <a:pt x="0" y="292123"/>
                </a:lnTo>
                <a:lnTo>
                  <a:pt x="0" y="63235"/>
                </a:lnTo>
                <a:lnTo>
                  <a:pt x="80" y="60061"/>
                </a:lnTo>
                <a:moveTo>
                  <a:pt x="12254" y="63468"/>
                </a:moveTo>
                <a:lnTo>
                  <a:pt x="12254" y="63315"/>
                </a:lnTo>
                <a:lnTo>
                  <a:pt x="12254" y="292043"/>
                </a:lnTo>
                <a:lnTo>
                  <a:pt x="12254" y="291890"/>
                </a:lnTo>
                <a:lnTo>
                  <a:pt x="12327" y="294831"/>
                </a:lnTo>
                <a:lnTo>
                  <a:pt x="12309" y="294524"/>
                </a:lnTo>
                <a:lnTo>
                  <a:pt x="12529" y="297428"/>
                </a:lnTo>
                <a:lnTo>
                  <a:pt x="12499" y="297122"/>
                </a:lnTo>
                <a:lnTo>
                  <a:pt x="12867" y="299983"/>
                </a:lnTo>
                <a:lnTo>
                  <a:pt x="12818" y="299677"/>
                </a:lnTo>
                <a:lnTo>
                  <a:pt x="13320" y="302495"/>
                </a:lnTo>
                <a:lnTo>
                  <a:pt x="13259" y="302195"/>
                </a:lnTo>
                <a:lnTo>
                  <a:pt x="13896" y="304958"/>
                </a:lnTo>
                <a:lnTo>
                  <a:pt x="13822" y="304664"/>
                </a:lnTo>
                <a:lnTo>
                  <a:pt x="14594" y="307378"/>
                </a:lnTo>
                <a:lnTo>
                  <a:pt x="14502" y="307084"/>
                </a:lnTo>
                <a:lnTo>
                  <a:pt x="15403" y="309743"/>
                </a:lnTo>
                <a:lnTo>
                  <a:pt x="15299" y="309462"/>
                </a:lnTo>
                <a:lnTo>
                  <a:pt x="16322" y="312059"/>
                </a:lnTo>
                <a:lnTo>
                  <a:pt x="16206" y="311784"/>
                </a:lnTo>
                <a:lnTo>
                  <a:pt x="17351" y="314314"/>
                </a:lnTo>
                <a:lnTo>
                  <a:pt x="17217" y="314044"/>
                </a:lnTo>
                <a:lnTo>
                  <a:pt x="18485" y="316514"/>
                </a:lnTo>
                <a:lnTo>
                  <a:pt x="18338" y="316250"/>
                </a:lnTo>
                <a:lnTo>
                  <a:pt x="19716" y="318646"/>
                </a:lnTo>
                <a:lnTo>
                  <a:pt x="19563" y="318395"/>
                </a:lnTo>
                <a:lnTo>
                  <a:pt x="21052" y="320711"/>
                </a:lnTo>
                <a:lnTo>
                  <a:pt x="20887" y="320465"/>
                </a:lnTo>
                <a:lnTo>
                  <a:pt x="22479" y="322708"/>
                </a:lnTo>
                <a:lnTo>
                  <a:pt x="22308" y="322475"/>
                </a:lnTo>
                <a:lnTo>
                  <a:pt x="24005" y="324638"/>
                </a:lnTo>
                <a:lnTo>
                  <a:pt x="23815" y="324411"/>
                </a:lnTo>
                <a:lnTo>
                  <a:pt x="25616" y="326482"/>
                </a:lnTo>
                <a:lnTo>
                  <a:pt x="25414" y="326268"/>
                </a:lnTo>
                <a:lnTo>
                  <a:pt x="27308" y="328253"/>
                </a:lnTo>
                <a:lnTo>
                  <a:pt x="27105" y="328045"/>
                </a:lnTo>
                <a:lnTo>
                  <a:pt x="29090" y="329944"/>
                </a:lnTo>
                <a:lnTo>
                  <a:pt x="28876" y="329742"/>
                </a:lnTo>
                <a:lnTo>
                  <a:pt x="30947" y="331543"/>
                </a:lnTo>
                <a:lnTo>
                  <a:pt x="30720" y="331353"/>
                </a:lnTo>
                <a:lnTo>
                  <a:pt x="32883" y="333050"/>
                </a:lnTo>
                <a:lnTo>
                  <a:pt x="32650" y="332879"/>
                </a:lnTo>
                <a:lnTo>
                  <a:pt x="34893" y="334471"/>
                </a:lnTo>
                <a:lnTo>
                  <a:pt x="34648" y="334306"/>
                </a:lnTo>
                <a:lnTo>
                  <a:pt x="36963" y="335795"/>
                </a:lnTo>
                <a:lnTo>
                  <a:pt x="36712" y="335642"/>
                </a:lnTo>
                <a:lnTo>
                  <a:pt x="39108" y="337020"/>
                </a:lnTo>
                <a:lnTo>
                  <a:pt x="38844" y="336873"/>
                </a:lnTo>
                <a:lnTo>
                  <a:pt x="41313" y="338142"/>
                </a:lnTo>
                <a:lnTo>
                  <a:pt x="41044" y="338007"/>
                </a:lnTo>
                <a:lnTo>
                  <a:pt x="43574" y="339153"/>
                </a:lnTo>
                <a:lnTo>
                  <a:pt x="43299" y="339036"/>
                </a:lnTo>
                <a:lnTo>
                  <a:pt x="45896" y="340059"/>
                </a:lnTo>
                <a:lnTo>
                  <a:pt x="45615" y="339955"/>
                </a:lnTo>
                <a:lnTo>
                  <a:pt x="48274" y="340856"/>
                </a:lnTo>
                <a:lnTo>
                  <a:pt x="47980" y="340764"/>
                </a:lnTo>
                <a:lnTo>
                  <a:pt x="50694" y="341536"/>
                </a:lnTo>
                <a:lnTo>
                  <a:pt x="50400" y="341462"/>
                </a:lnTo>
                <a:lnTo>
                  <a:pt x="53163" y="342099"/>
                </a:lnTo>
                <a:lnTo>
                  <a:pt x="52863" y="342038"/>
                </a:lnTo>
                <a:lnTo>
                  <a:pt x="55681" y="342540"/>
                </a:lnTo>
                <a:lnTo>
                  <a:pt x="55375" y="342492"/>
                </a:lnTo>
                <a:lnTo>
                  <a:pt x="58236" y="342859"/>
                </a:lnTo>
                <a:lnTo>
                  <a:pt x="57930" y="342828"/>
                </a:lnTo>
                <a:lnTo>
                  <a:pt x="60834" y="343049"/>
                </a:lnTo>
                <a:lnTo>
                  <a:pt x="60521" y="343031"/>
                </a:lnTo>
                <a:lnTo>
                  <a:pt x="63468" y="343104"/>
                </a:lnTo>
                <a:lnTo>
                  <a:pt x="63315" y="343104"/>
                </a:lnTo>
                <a:lnTo>
                  <a:pt x="10337644" y="343104"/>
                </a:lnTo>
                <a:lnTo>
                  <a:pt x="10337491" y="343104"/>
                </a:lnTo>
                <a:lnTo>
                  <a:pt x="10340432" y="343031"/>
                </a:lnTo>
                <a:lnTo>
                  <a:pt x="10340126" y="343049"/>
                </a:lnTo>
                <a:lnTo>
                  <a:pt x="10343030" y="342828"/>
                </a:lnTo>
                <a:lnTo>
                  <a:pt x="10342723" y="342859"/>
                </a:lnTo>
                <a:lnTo>
                  <a:pt x="10345586" y="342492"/>
                </a:lnTo>
                <a:lnTo>
                  <a:pt x="10345279" y="342540"/>
                </a:lnTo>
                <a:lnTo>
                  <a:pt x="10348097" y="342038"/>
                </a:lnTo>
                <a:lnTo>
                  <a:pt x="10347797" y="342099"/>
                </a:lnTo>
                <a:lnTo>
                  <a:pt x="10350560" y="341462"/>
                </a:lnTo>
                <a:lnTo>
                  <a:pt x="10350264" y="341536"/>
                </a:lnTo>
                <a:lnTo>
                  <a:pt x="10352978" y="340764"/>
                </a:lnTo>
                <a:lnTo>
                  <a:pt x="10352685" y="340856"/>
                </a:lnTo>
                <a:lnTo>
                  <a:pt x="10355346" y="339955"/>
                </a:lnTo>
                <a:lnTo>
                  <a:pt x="10355062" y="340059"/>
                </a:lnTo>
                <a:lnTo>
                  <a:pt x="10357655" y="339036"/>
                </a:lnTo>
                <a:lnTo>
                  <a:pt x="10357378" y="339153"/>
                </a:lnTo>
                <a:lnTo>
                  <a:pt x="10359915" y="338007"/>
                </a:lnTo>
                <a:lnTo>
                  <a:pt x="10359645" y="338142"/>
                </a:lnTo>
                <a:lnTo>
                  <a:pt x="10362108" y="336873"/>
                </a:lnTo>
                <a:lnTo>
                  <a:pt x="10361850" y="337020"/>
                </a:lnTo>
                <a:lnTo>
                  <a:pt x="10364247" y="335642"/>
                </a:lnTo>
                <a:lnTo>
                  <a:pt x="10363996" y="335795"/>
                </a:lnTo>
                <a:lnTo>
                  <a:pt x="10366312" y="334306"/>
                </a:lnTo>
                <a:lnTo>
                  <a:pt x="10366066" y="334471"/>
                </a:lnTo>
                <a:lnTo>
                  <a:pt x="10368310" y="332879"/>
                </a:lnTo>
                <a:lnTo>
                  <a:pt x="10368077" y="333050"/>
                </a:lnTo>
                <a:lnTo>
                  <a:pt x="10370233" y="331353"/>
                </a:lnTo>
                <a:lnTo>
                  <a:pt x="10370005" y="331543"/>
                </a:lnTo>
                <a:lnTo>
                  <a:pt x="10372084" y="329742"/>
                </a:lnTo>
                <a:lnTo>
                  <a:pt x="10371868" y="329944"/>
                </a:lnTo>
                <a:lnTo>
                  <a:pt x="10373854" y="328045"/>
                </a:lnTo>
                <a:lnTo>
                  <a:pt x="10373644" y="328253"/>
                </a:lnTo>
                <a:lnTo>
                  <a:pt x="10375537" y="326268"/>
                </a:lnTo>
                <a:lnTo>
                  <a:pt x="10375342" y="326482"/>
                </a:lnTo>
                <a:lnTo>
                  <a:pt x="10377144" y="324411"/>
                </a:lnTo>
                <a:lnTo>
                  <a:pt x="10376954" y="324638"/>
                </a:lnTo>
                <a:lnTo>
                  <a:pt x="10378651" y="322475"/>
                </a:lnTo>
                <a:lnTo>
                  <a:pt x="10378479" y="322708"/>
                </a:lnTo>
                <a:lnTo>
                  <a:pt x="10380072" y="320465"/>
                </a:lnTo>
                <a:lnTo>
                  <a:pt x="10379907" y="320711"/>
                </a:lnTo>
                <a:lnTo>
                  <a:pt x="10381395" y="318395"/>
                </a:lnTo>
                <a:lnTo>
                  <a:pt x="10381242" y="318646"/>
                </a:lnTo>
                <a:lnTo>
                  <a:pt x="10382621" y="316250"/>
                </a:lnTo>
                <a:lnTo>
                  <a:pt x="10382474" y="316514"/>
                </a:lnTo>
                <a:lnTo>
                  <a:pt x="10383741" y="314044"/>
                </a:lnTo>
                <a:lnTo>
                  <a:pt x="10383607" y="314314"/>
                </a:lnTo>
                <a:lnTo>
                  <a:pt x="10384753" y="311784"/>
                </a:lnTo>
                <a:lnTo>
                  <a:pt x="10384637" y="312059"/>
                </a:lnTo>
                <a:lnTo>
                  <a:pt x="10385660" y="309462"/>
                </a:lnTo>
                <a:lnTo>
                  <a:pt x="10385555" y="309743"/>
                </a:lnTo>
                <a:lnTo>
                  <a:pt x="10386458" y="307084"/>
                </a:lnTo>
                <a:lnTo>
                  <a:pt x="10386365" y="307378"/>
                </a:lnTo>
                <a:lnTo>
                  <a:pt x="10387137" y="304664"/>
                </a:lnTo>
                <a:lnTo>
                  <a:pt x="10387065" y="304958"/>
                </a:lnTo>
                <a:lnTo>
                  <a:pt x="10387702" y="302195"/>
                </a:lnTo>
                <a:lnTo>
                  <a:pt x="10387639" y="302495"/>
                </a:lnTo>
                <a:lnTo>
                  <a:pt x="10388141" y="299677"/>
                </a:lnTo>
                <a:lnTo>
                  <a:pt x="10388092" y="299983"/>
                </a:lnTo>
                <a:lnTo>
                  <a:pt x="10388460" y="297122"/>
                </a:lnTo>
                <a:lnTo>
                  <a:pt x="10388430" y="297428"/>
                </a:lnTo>
                <a:lnTo>
                  <a:pt x="10388650" y="294524"/>
                </a:lnTo>
                <a:lnTo>
                  <a:pt x="10388632" y="294831"/>
                </a:lnTo>
                <a:lnTo>
                  <a:pt x="10388706" y="291890"/>
                </a:lnTo>
                <a:lnTo>
                  <a:pt x="10388706" y="292043"/>
                </a:lnTo>
                <a:lnTo>
                  <a:pt x="10388706" y="63315"/>
                </a:lnTo>
                <a:lnTo>
                  <a:pt x="10388706" y="63468"/>
                </a:lnTo>
                <a:lnTo>
                  <a:pt x="10388632" y="60521"/>
                </a:lnTo>
                <a:lnTo>
                  <a:pt x="10388650" y="60833"/>
                </a:lnTo>
                <a:lnTo>
                  <a:pt x="10388430" y="57930"/>
                </a:lnTo>
                <a:lnTo>
                  <a:pt x="10388460" y="58236"/>
                </a:lnTo>
                <a:lnTo>
                  <a:pt x="10388092" y="55375"/>
                </a:lnTo>
                <a:lnTo>
                  <a:pt x="10388141" y="55681"/>
                </a:lnTo>
                <a:lnTo>
                  <a:pt x="10387639" y="52862"/>
                </a:lnTo>
                <a:lnTo>
                  <a:pt x="10387702" y="53163"/>
                </a:lnTo>
                <a:lnTo>
                  <a:pt x="10387065" y="50400"/>
                </a:lnTo>
                <a:lnTo>
                  <a:pt x="10387137" y="50694"/>
                </a:lnTo>
                <a:lnTo>
                  <a:pt x="10386365" y="47980"/>
                </a:lnTo>
                <a:lnTo>
                  <a:pt x="10386458" y="48274"/>
                </a:lnTo>
                <a:lnTo>
                  <a:pt x="10385555" y="45615"/>
                </a:lnTo>
                <a:lnTo>
                  <a:pt x="10385660" y="45896"/>
                </a:lnTo>
                <a:lnTo>
                  <a:pt x="10384637" y="43299"/>
                </a:lnTo>
                <a:lnTo>
                  <a:pt x="10384753" y="43574"/>
                </a:lnTo>
                <a:lnTo>
                  <a:pt x="10383607" y="41044"/>
                </a:lnTo>
                <a:lnTo>
                  <a:pt x="10383741" y="41313"/>
                </a:lnTo>
                <a:lnTo>
                  <a:pt x="10382474" y="38844"/>
                </a:lnTo>
                <a:lnTo>
                  <a:pt x="10382621" y="39108"/>
                </a:lnTo>
                <a:lnTo>
                  <a:pt x="10381242" y="36712"/>
                </a:lnTo>
                <a:lnTo>
                  <a:pt x="10381395" y="36963"/>
                </a:lnTo>
                <a:lnTo>
                  <a:pt x="10379907" y="34647"/>
                </a:lnTo>
                <a:lnTo>
                  <a:pt x="10380072" y="34893"/>
                </a:lnTo>
                <a:lnTo>
                  <a:pt x="10378479" y="32650"/>
                </a:lnTo>
                <a:lnTo>
                  <a:pt x="10378651" y="32883"/>
                </a:lnTo>
                <a:lnTo>
                  <a:pt x="10376954" y="30720"/>
                </a:lnTo>
                <a:lnTo>
                  <a:pt x="10377144" y="30947"/>
                </a:lnTo>
                <a:lnTo>
                  <a:pt x="10375342" y="28876"/>
                </a:lnTo>
                <a:lnTo>
                  <a:pt x="10375537" y="29090"/>
                </a:lnTo>
                <a:lnTo>
                  <a:pt x="10373644" y="27105"/>
                </a:lnTo>
                <a:lnTo>
                  <a:pt x="10373854" y="27308"/>
                </a:lnTo>
                <a:lnTo>
                  <a:pt x="10371868" y="25414"/>
                </a:lnTo>
                <a:lnTo>
                  <a:pt x="10372084" y="25616"/>
                </a:lnTo>
                <a:lnTo>
                  <a:pt x="10370005" y="23815"/>
                </a:lnTo>
                <a:lnTo>
                  <a:pt x="10370233" y="24005"/>
                </a:lnTo>
                <a:lnTo>
                  <a:pt x="10368077" y="22308"/>
                </a:lnTo>
                <a:lnTo>
                  <a:pt x="10368310" y="22479"/>
                </a:lnTo>
                <a:lnTo>
                  <a:pt x="10366066" y="20887"/>
                </a:lnTo>
                <a:lnTo>
                  <a:pt x="10366312" y="21052"/>
                </a:lnTo>
                <a:lnTo>
                  <a:pt x="10363996" y="19563"/>
                </a:lnTo>
                <a:lnTo>
                  <a:pt x="10364247" y="19716"/>
                </a:lnTo>
                <a:lnTo>
                  <a:pt x="10361850" y="18338"/>
                </a:lnTo>
                <a:lnTo>
                  <a:pt x="10362108" y="18485"/>
                </a:lnTo>
                <a:lnTo>
                  <a:pt x="10359645" y="17216"/>
                </a:lnTo>
                <a:lnTo>
                  <a:pt x="10359915" y="17351"/>
                </a:lnTo>
                <a:lnTo>
                  <a:pt x="10357378" y="16205"/>
                </a:lnTo>
                <a:lnTo>
                  <a:pt x="10357655" y="16322"/>
                </a:lnTo>
                <a:lnTo>
                  <a:pt x="10355062" y="15299"/>
                </a:lnTo>
                <a:lnTo>
                  <a:pt x="10355346" y="15403"/>
                </a:lnTo>
                <a:lnTo>
                  <a:pt x="10352685" y="14502"/>
                </a:lnTo>
                <a:lnTo>
                  <a:pt x="10352978" y="14594"/>
                </a:lnTo>
                <a:lnTo>
                  <a:pt x="10350264" y="13822"/>
                </a:lnTo>
                <a:lnTo>
                  <a:pt x="10350560" y="13896"/>
                </a:lnTo>
                <a:lnTo>
                  <a:pt x="10347797" y="13258"/>
                </a:lnTo>
                <a:lnTo>
                  <a:pt x="10348097" y="13320"/>
                </a:lnTo>
                <a:lnTo>
                  <a:pt x="10345279" y="12817"/>
                </a:lnTo>
                <a:lnTo>
                  <a:pt x="10345586" y="12866"/>
                </a:lnTo>
                <a:lnTo>
                  <a:pt x="10342723" y="12499"/>
                </a:lnTo>
                <a:lnTo>
                  <a:pt x="10343030" y="12529"/>
                </a:lnTo>
                <a:lnTo>
                  <a:pt x="10340126" y="12309"/>
                </a:lnTo>
                <a:lnTo>
                  <a:pt x="10340432" y="12327"/>
                </a:lnTo>
                <a:lnTo>
                  <a:pt x="10337491" y="12254"/>
                </a:lnTo>
                <a:lnTo>
                  <a:pt x="10337644" y="12254"/>
                </a:lnTo>
                <a:lnTo>
                  <a:pt x="63315" y="12254"/>
                </a:lnTo>
                <a:lnTo>
                  <a:pt x="63468" y="12254"/>
                </a:lnTo>
                <a:lnTo>
                  <a:pt x="60521" y="12327"/>
                </a:lnTo>
                <a:lnTo>
                  <a:pt x="60834" y="12309"/>
                </a:lnTo>
                <a:lnTo>
                  <a:pt x="57930" y="12529"/>
                </a:lnTo>
                <a:lnTo>
                  <a:pt x="58236" y="12499"/>
                </a:lnTo>
                <a:lnTo>
                  <a:pt x="55375" y="12866"/>
                </a:lnTo>
                <a:lnTo>
                  <a:pt x="55681" y="12817"/>
                </a:lnTo>
                <a:lnTo>
                  <a:pt x="52863" y="13320"/>
                </a:lnTo>
                <a:lnTo>
                  <a:pt x="53163" y="13258"/>
                </a:lnTo>
                <a:lnTo>
                  <a:pt x="50400" y="13896"/>
                </a:lnTo>
                <a:lnTo>
                  <a:pt x="50694" y="13822"/>
                </a:lnTo>
                <a:lnTo>
                  <a:pt x="47980" y="14594"/>
                </a:lnTo>
                <a:lnTo>
                  <a:pt x="48274" y="14502"/>
                </a:lnTo>
                <a:lnTo>
                  <a:pt x="45615" y="15403"/>
                </a:lnTo>
                <a:lnTo>
                  <a:pt x="45896" y="15299"/>
                </a:lnTo>
                <a:lnTo>
                  <a:pt x="43299" y="16322"/>
                </a:lnTo>
                <a:lnTo>
                  <a:pt x="43574" y="16205"/>
                </a:lnTo>
                <a:lnTo>
                  <a:pt x="41044" y="17351"/>
                </a:lnTo>
                <a:lnTo>
                  <a:pt x="41313" y="17216"/>
                </a:lnTo>
                <a:lnTo>
                  <a:pt x="38844" y="18485"/>
                </a:lnTo>
                <a:lnTo>
                  <a:pt x="39108" y="18338"/>
                </a:lnTo>
                <a:lnTo>
                  <a:pt x="36712" y="19716"/>
                </a:lnTo>
                <a:lnTo>
                  <a:pt x="36963" y="19563"/>
                </a:lnTo>
                <a:lnTo>
                  <a:pt x="34648" y="21052"/>
                </a:lnTo>
                <a:lnTo>
                  <a:pt x="34893" y="20887"/>
                </a:lnTo>
                <a:lnTo>
                  <a:pt x="32650" y="22479"/>
                </a:lnTo>
                <a:lnTo>
                  <a:pt x="32883" y="22308"/>
                </a:lnTo>
                <a:lnTo>
                  <a:pt x="30720" y="24005"/>
                </a:lnTo>
                <a:lnTo>
                  <a:pt x="30947" y="23815"/>
                </a:lnTo>
                <a:lnTo>
                  <a:pt x="28876" y="25616"/>
                </a:lnTo>
                <a:lnTo>
                  <a:pt x="29090" y="25414"/>
                </a:lnTo>
                <a:lnTo>
                  <a:pt x="27105" y="27308"/>
                </a:lnTo>
                <a:lnTo>
                  <a:pt x="27308" y="27105"/>
                </a:lnTo>
                <a:lnTo>
                  <a:pt x="25414" y="29090"/>
                </a:lnTo>
                <a:lnTo>
                  <a:pt x="25616" y="28876"/>
                </a:lnTo>
                <a:lnTo>
                  <a:pt x="23815" y="30947"/>
                </a:lnTo>
                <a:lnTo>
                  <a:pt x="24005" y="30720"/>
                </a:lnTo>
                <a:lnTo>
                  <a:pt x="22308" y="32883"/>
                </a:lnTo>
                <a:lnTo>
                  <a:pt x="22479" y="32650"/>
                </a:lnTo>
                <a:lnTo>
                  <a:pt x="20887" y="34893"/>
                </a:lnTo>
                <a:lnTo>
                  <a:pt x="21052" y="34647"/>
                </a:lnTo>
                <a:lnTo>
                  <a:pt x="19563" y="36963"/>
                </a:lnTo>
                <a:lnTo>
                  <a:pt x="19716" y="36712"/>
                </a:lnTo>
                <a:lnTo>
                  <a:pt x="18338" y="39108"/>
                </a:lnTo>
                <a:lnTo>
                  <a:pt x="18485" y="38844"/>
                </a:lnTo>
                <a:lnTo>
                  <a:pt x="17217" y="41313"/>
                </a:lnTo>
                <a:lnTo>
                  <a:pt x="17351" y="41044"/>
                </a:lnTo>
                <a:lnTo>
                  <a:pt x="16206" y="43574"/>
                </a:lnTo>
                <a:lnTo>
                  <a:pt x="16322" y="43299"/>
                </a:lnTo>
                <a:lnTo>
                  <a:pt x="15299" y="45896"/>
                </a:lnTo>
                <a:lnTo>
                  <a:pt x="15403" y="45615"/>
                </a:lnTo>
                <a:lnTo>
                  <a:pt x="14502" y="48274"/>
                </a:lnTo>
                <a:lnTo>
                  <a:pt x="14594" y="47980"/>
                </a:lnTo>
                <a:lnTo>
                  <a:pt x="13822" y="50694"/>
                </a:lnTo>
                <a:lnTo>
                  <a:pt x="13896" y="50400"/>
                </a:lnTo>
                <a:lnTo>
                  <a:pt x="13259" y="53163"/>
                </a:lnTo>
                <a:lnTo>
                  <a:pt x="13320" y="52862"/>
                </a:lnTo>
                <a:lnTo>
                  <a:pt x="12818" y="55681"/>
                </a:lnTo>
                <a:lnTo>
                  <a:pt x="12867" y="55375"/>
                </a:lnTo>
                <a:lnTo>
                  <a:pt x="12499" y="58236"/>
                </a:lnTo>
                <a:lnTo>
                  <a:pt x="12529" y="57930"/>
                </a:lnTo>
                <a:lnTo>
                  <a:pt x="12309" y="60833"/>
                </a:lnTo>
                <a:lnTo>
                  <a:pt x="12327" y="60521"/>
                </a:lnTo>
                <a:lnTo>
                  <a:pt x="12254" y="634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EFD12F7C-74E5-427B-AF46-467DFFE6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171" y="2475483"/>
            <a:ext cx="1077102" cy="235271"/>
          </a:xfrm>
          <a:custGeom xmlns:a="http://schemas.openxmlformats.org/drawingml/2006/main">
            <a:pathLst>
              <a:path w="1077102" h="235271">
                <a:moveTo>
                  <a:pt x="0" y="17290"/>
                </a:moveTo>
                <a:cubicBezTo>
                  <a:pt x="0" y="699"/>
                  <a:pt x="4160" y="0"/>
                  <a:pt x="103188" y="0"/>
                </a:cubicBezTo>
                <a:lnTo>
                  <a:pt x="963375" y="184"/>
                </a:lnTo>
                <a:cubicBezTo>
                  <a:pt x="1062398" y="184"/>
                  <a:pt x="1076826" y="0"/>
                  <a:pt x="1076826" y="16591"/>
                </a:cubicBezTo>
                <a:lnTo>
                  <a:pt x="1077102" y="218447"/>
                </a:lnTo>
                <a:cubicBezTo>
                  <a:pt x="1077102" y="235039"/>
                  <a:pt x="1075717" y="235271"/>
                  <a:pt x="976689" y="235271"/>
                </a:cubicBezTo>
                <a:lnTo>
                  <a:pt x="103188" y="234389"/>
                </a:lnTo>
                <a:cubicBezTo>
                  <a:pt x="4160" y="234389"/>
                  <a:pt x="276" y="233740"/>
                  <a:pt x="276" y="217142"/>
                </a:cubicBezTo>
                <a:lnTo>
                  <a:pt x="0" y="1729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F0C63B9B-E96B-4EFF-ABEB-3592F0F2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44" y="2469357"/>
            <a:ext cx="1089356" cy="247525"/>
          </a:xfrm>
          <a:custGeom xmlns:a="http://schemas.openxmlformats.org/drawingml/2006/main">
            <a:pathLst>
              <a:path w="1089356" h="247525">
                <a:moveTo>
                  <a:pt x="80" y="20151"/>
                </a:moveTo>
                <a:lnTo>
                  <a:pt x="220" y="18442"/>
                </a:lnTo>
                <a:lnTo>
                  <a:pt x="478" y="16739"/>
                </a:lnTo>
                <a:lnTo>
                  <a:pt x="895" y="14999"/>
                </a:lnTo>
                <a:lnTo>
                  <a:pt x="1519" y="13240"/>
                </a:lnTo>
                <a:lnTo>
                  <a:pt x="2402" y="11506"/>
                </a:lnTo>
                <a:lnTo>
                  <a:pt x="3547" y="9852"/>
                </a:lnTo>
                <a:lnTo>
                  <a:pt x="4944" y="8357"/>
                </a:lnTo>
                <a:lnTo>
                  <a:pt x="6550" y="7058"/>
                </a:lnTo>
                <a:lnTo>
                  <a:pt x="8320" y="5949"/>
                </a:lnTo>
                <a:lnTo>
                  <a:pt x="10238" y="5024"/>
                </a:lnTo>
                <a:lnTo>
                  <a:pt x="12296" y="4240"/>
                </a:lnTo>
                <a:lnTo>
                  <a:pt x="14527" y="3572"/>
                </a:lnTo>
                <a:lnTo>
                  <a:pt x="16941" y="3002"/>
                </a:lnTo>
                <a:lnTo>
                  <a:pt x="19569" y="2506"/>
                </a:lnTo>
                <a:lnTo>
                  <a:pt x="22436" y="2077"/>
                </a:lnTo>
                <a:lnTo>
                  <a:pt x="25573" y="1709"/>
                </a:lnTo>
                <a:lnTo>
                  <a:pt x="29005" y="1385"/>
                </a:lnTo>
                <a:lnTo>
                  <a:pt x="32767" y="1109"/>
                </a:lnTo>
                <a:lnTo>
                  <a:pt x="41252" y="674"/>
                </a:lnTo>
                <a:lnTo>
                  <a:pt x="51270" y="367"/>
                </a:lnTo>
                <a:lnTo>
                  <a:pt x="62941" y="172"/>
                </a:lnTo>
                <a:lnTo>
                  <a:pt x="76420" y="61"/>
                </a:lnTo>
                <a:lnTo>
                  <a:pt x="109309" y="0"/>
                </a:lnTo>
                <a:lnTo>
                  <a:pt x="969502" y="184"/>
                </a:lnTo>
                <a:lnTo>
                  <a:pt x="1002820" y="208"/>
                </a:lnTo>
                <a:lnTo>
                  <a:pt x="1016790" y="276"/>
                </a:lnTo>
                <a:lnTo>
                  <a:pt x="1029104" y="416"/>
                </a:lnTo>
                <a:lnTo>
                  <a:pt x="1039875" y="649"/>
                </a:lnTo>
                <a:lnTo>
                  <a:pt x="1049225" y="1011"/>
                </a:lnTo>
                <a:lnTo>
                  <a:pt x="1057238" y="1519"/>
                </a:lnTo>
                <a:lnTo>
                  <a:pt x="1060835" y="1844"/>
                </a:lnTo>
                <a:lnTo>
                  <a:pt x="1064138" y="2218"/>
                </a:lnTo>
                <a:lnTo>
                  <a:pt x="1067183" y="2647"/>
                </a:lnTo>
                <a:lnTo>
                  <a:pt x="1069989" y="3143"/>
                </a:lnTo>
                <a:lnTo>
                  <a:pt x="1072580" y="3719"/>
                </a:lnTo>
                <a:lnTo>
                  <a:pt x="1074982" y="4381"/>
                </a:lnTo>
                <a:lnTo>
                  <a:pt x="1077213" y="5153"/>
                </a:lnTo>
                <a:lnTo>
                  <a:pt x="1079289" y="6059"/>
                </a:lnTo>
                <a:lnTo>
                  <a:pt x="1081219" y="7119"/>
                </a:lnTo>
                <a:lnTo>
                  <a:pt x="1082990" y="8363"/>
                </a:lnTo>
                <a:lnTo>
                  <a:pt x="1084577" y="9809"/>
                </a:lnTo>
                <a:lnTo>
                  <a:pt x="1085943" y="11445"/>
                </a:lnTo>
                <a:lnTo>
                  <a:pt x="1087052" y="13228"/>
                </a:lnTo>
                <a:lnTo>
                  <a:pt x="1087885" y="15103"/>
                </a:lnTo>
                <a:lnTo>
                  <a:pt x="1088468" y="17008"/>
                </a:lnTo>
                <a:lnTo>
                  <a:pt x="1088835" y="18919"/>
                </a:lnTo>
                <a:lnTo>
                  <a:pt x="1089025" y="20813"/>
                </a:lnTo>
                <a:lnTo>
                  <a:pt x="1089080" y="22626"/>
                </a:lnTo>
                <a:lnTo>
                  <a:pt x="1089356" y="224611"/>
                </a:lnTo>
                <a:lnTo>
                  <a:pt x="1089313" y="227717"/>
                </a:lnTo>
                <a:lnTo>
                  <a:pt x="1089221" y="229334"/>
                </a:lnTo>
                <a:lnTo>
                  <a:pt x="1089038" y="230964"/>
                </a:lnTo>
                <a:lnTo>
                  <a:pt x="1088725" y="232637"/>
                </a:lnTo>
                <a:lnTo>
                  <a:pt x="1088228" y="234358"/>
                </a:lnTo>
                <a:lnTo>
                  <a:pt x="1087487" y="236086"/>
                </a:lnTo>
                <a:lnTo>
                  <a:pt x="1086464" y="237771"/>
                </a:lnTo>
                <a:lnTo>
                  <a:pt x="1085171" y="239321"/>
                </a:lnTo>
                <a:lnTo>
                  <a:pt x="1083652" y="240681"/>
                </a:lnTo>
                <a:lnTo>
                  <a:pt x="1081948" y="241821"/>
                </a:lnTo>
                <a:lnTo>
                  <a:pt x="1080110" y="242771"/>
                </a:lnTo>
                <a:lnTo>
                  <a:pt x="1078125" y="243561"/>
                </a:lnTo>
                <a:lnTo>
                  <a:pt x="1075999" y="244216"/>
                </a:lnTo>
                <a:lnTo>
                  <a:pt x="1073690" y="244774"/>
                </a:lnTo>
                <a:lnTo>
                  <a:pt x="1071177" y="245252"/>
                </a:lnTo>
                <a:lnTo>
                  <a:pt x="1068427" y="245656"/>
                </a:lnTo>
                <a:lnTo>
                  <a:pt x="1065412" y="246012"/>
                </a:lnTo>
                <a:lnTo>
                  <a:pt x="1062110" y="246312"/>
                </a:lnTo>
                <a:lnTo>
                  <a:pt x="1058464" y="246563"/>
                </a:lnTo>
                <a:lnTo>
                  <a:pt x="1050211" y="246961"/>
                </a:lnTo>
                <a:lnTo>
                  <a:pt x="1040408" y="247231"/>
                </a:lnTo>
                <a:lnTo>
                  <a:pt x="1028920" y="247396"/>
                </a:lnTo>
                <a:lnTo>
                  <a:pt x="1015583" y="247482"/>
                </a:lnTo>
                <a:lnTo>
                  <a:pt x="982816" y="247525"/>
                </a:lnTo>
                <a:lnTo>
                  <a:pt x="109309" y="246643"/>
                </a:lnTo>
                <a:lnTo>
                  <a:pt x="76433" y="246581"/>
                </a:lnTo>
                <a:lnTo>
                  <a:pt x="62972" y="246471"/>
                </a:lnTo>
                <a:lnTo>
                  <a:pt x="51318" y="246281"/>
                </a:lnTo>
                <a:lnTo>
                  <a:pt x="41320" y="245981"/>
                </a:lnTo>
                <a:lnTo>
                  <a:pt x="32852" y="245552"/>
                </a:lnTo>
                <a:lnTo>
                  <a:pt x="29102" y="245276"/>
                </a:lnTo>
                <a:lnTo>
                  <a:pt x="25690" y="244952"/>
                </a:lnTo>
                <a:lnTo>
                  <a:pt x="22565" y="244584"/>
                </a:lnTo>
                <a:lnTo>
                  <a:pt x="19704" y="244155"/>
                </a:lnTo>
                <a:lnTo>
                  <a:pt x="17088" y="243665"/>
                </a:lnTo>
                <a:lnTo>
                  <a:pt x="14686" y="243095"/>
                </a:lnTo>
                <a:lnTo>
                  <a:pt x="12468" y="242427"/>
                </a:lnTo>
                <a:lnTo>
                  <a:pt x="10416" y="241649"/>
                </a:lnTo>
                <a:lnTo>
                  <a:pt x="8510" y="240718"/>
                </a:lnTo>
                <a:lnTo>
                  <a:pt x="6746" y="239609"/>
                </a:lnTo>
                <a:lnTo>
                  <a:pt x="5147" y="238298"/>
                </a:lnTo>
                <a:lnTo>
                  <a:pt x="3756" y="236803"/>
                </a:lnTo>
                <a:lnTo>
                  <a:pt x="2623" y="235149"/>
                </a:lnTo>
                <a:lnTo>
                  <a:pt x="1759" y="233409"/>
                </a:lnTo>
                <a:lnTo>
                  <a:pt x="1146" y="231650"/>
                </a:lnTo>
                <a:lnTo>
                  <a:pt x="741" y="229923"/>
                </a:lnTo>
                <a:lnTo>
                  <a:pt x="490" y="228225"/>
                </a:lnTo>
                <a:lnTo>
                  <a:pt x="349" y="226522"/>
                </a:lnTo>
                <a:lnTo>
                  <a:pt x="276" y="223348"/>
                </a:lnTo>
                <a:lnTo>
                  <a:pt x="0" y="23349"/>
                </a:lnTo>
                <a:lnTo>
                  <a:pt x="80" y="20151"/>
                </a:lnTo>
                <a:moveTo>
                  <a:pt x="12254" y="23564"/>
                </a:moveTo>
                <a:lnTo>
                  <a:pt x="12254" y="23410"/>
                </a:lnTo>
                <a:lnTo>
                  <a:pt x="12529" y="223263"/>
                </a:lnTo>
                <a:lnTo>
                  <a:pt x="12529" y="223128"/>
                </a:lnTo>
                <a:lnTo>
                  <a:pt x="12597" y="226057"/>
                </a:lnTo>
                <a:lnTo>
                  <a:pt x="12578" y="225695"/>
                </a:lnTo>
                <a:lnTo>
                  <a:pt x="12689" y="227025"/>
                </a:lnTo>
                <a:lnTo>
                  <a:pt x="12646" y="226645"/>
                </a:lnTo>
                <a:lnTo>
                  <a:pt x="12824" y="227888"/>
                </a:lnTo>
                <a:lnTo>
                  <a:pt x="12732" y="227380"/>
                </a:lnTo>
                <a:lnTo>
                  <a:pt x="13001" y="228544"/>
                </a:lnTo>
                <a:lnTo>
                  <a:pt x="12824" y="227919"/>
                </a:lnTo>
                <a:lnTo>
                  <a:pt x="13197" y="229003"/>
                </a:lnTo>
                <a:lnTo>
                  <a:pt x="12903" y="228293"/>
                </a:lnTo>
                <a:lnTo>
                  <a:pt x="13399" y="229303"/>
                </a:lnTo>
                <a:lnTo>
                  <a:pt x="12964" y="228562"/>
                </a:lnTo>
                <a:lnTo>
                  <a:pt x="13608" y="229500"/>
                </a:lnTo>
                <a:lnTo>
                  <a:pt x="13056" y="228808"/>
                </a:lnTo>
                <a:lnTo>
                  <a:pt x="13853" y="229671"/>
                </a:lnTo>
                <a:lnTo>
                  <a:pt x="13234" y="229089"/>
                </a:lnTo>
                <a:lnTo>
                  <a:pt x="14208" y="229880"/>
                </a:lnTo>
                <a:lnTo>
                  <a:pt x="13583" y="229433"/>
                </a:lnTo>
                <a:lnTo>
                  <a:pt x="14747" y="230168"/>
                </a:lnTo>
                <a:lnTo>
                  <a:pt x="14171" y="229843"/>
                </a:lnTo>
                <a:lnTo>
                  <a:pt x="15538" y="230511"/>
                </a:lnTo>
                <a:lnTo>
                  <a:pt x="15042" y="230296"/>
                </a:lnTo>
                <a:lnTo>
                  <a:pt x="16629" y="230903"/>
                </a:lnTo>
                <a:lnTo>
                  <a:pt x="16205" y="230756"/>
                </a:lnTo>
                <a:lnTo>
                  <a:pt x="18038" y="231307"/>
                </a:lnTo>
                <a:lnTo>
                  <a:pt x="17694" y="231215"/>
                </a:lnTo>
                <a:lnTo>
                  <a:pt x="19777" y="231711"/>
                </a:lnTo>
                <a:lnTo>
                  <a:pt x="19496" y="231650"/>
                </a:lnTo>
                <a:lnTo>
                  <a:pt x="21854" y="232092"/>
                </a:lnTo>
                <a:lnTo>
                  <a:pt x="21628" y="232054"/>
                </a:lnTo>
                <a:lnTo>
                  <a:pt x="24280" y="232453"/>
                </a:lnTo>
                <a:lnTo>
                  <a:pt x="24097" y="232428"/>
                </a:lnTo>
                <a:lnTo>
                  <a:pt x="27050" y="232778"/>
                </a:lnTo>
                <a:lnTo>
                  <a:pt x="26903" y="232759"/>
                </a:lnTo>
                <a:lnTo>
                  <a:pt x="30187" y="233065"/>
                </a:lnTo>
                <a:lnTo>
                  <a:pt x="30064" y="233060"/>
                </a:lnTo>
                <a:lnTo>
                  <a:pt x="33686" y="233323"/>
                </a:lnTo>
                <a:lnTo>
                  <a:pt x="33544" y="233317"/>
                </a:lnTo>
                <a:lnTo>
                  <a:pt x="41877" y="233740"/>
                </a:lnTo>
                <a:lnTo>
                  <a:pt x="41749" y="233733"/>
                </a:lnTo>
                <a:lnTo>
                  <a:pt x="51643" y="234028"/>
                </a:lnTo>
                <a:lnTo>
                  <a:pt x="51557" y="234028"/>
                </a:lnTo>
                <a:lnTo>
                  <a:pt x="63150" y="234217"/>
                </a:lnTo>
                <a:lnTo>
                  <a:pt x="63094" y="234217"/>
                </a:lnTo>
                <a:lnTo>
                  <a:pt x="76512" y="234328"/>
                </a:lnTo>
                <a:lnTo>
                  <a:pt x="76476" y="234328"/>
                </a:lnTo>
                <a:lnTo>
                  <a:pt x="109328" y="234389"/>
                </a:lnTo>
                <a:lnTo>
                  <a:pt x="109322" y="234389"/>
                </a:lnTo>
                <a:lnTo>
                  <a:pt x="982822" y="235271"/>
                </a:lnTo>
                <a:lnTo>
                  <a:pt x="982803" y="235271"/>
                </a:lnTo>
                <a:lnTo>
                  <a:pt x="1015551" y="235228"/>
                </a:lnTo>
                <a:lnTo>
                  <a:pt x="1015521" y="235228"/>
                </a:lnTo>
                <a:lnTo>
                  <a:pt x="1028810" y="235143"/>
                </a:lnTo>
                <a:lnTo>
                  <a:pt x="1028767" y="235143"/>
                </a:lnTo>
                <a:lnTo>
                  <a:pt x="1040194" y="234977"/>
                </a:lnTo>
                <a:lnTo>
                  <a:pt x="1040114" y="234977"/>
                </a:lnTo>
                <a:lnTo>
                  <a:pt x="1049819" y="234714"/>
                </a:lnTo>
                <a:lnTo>
                  <a:pt x="1049691" y="234720"/>
                </a:lnTo>
                <a:lnTo>
                  <a:pt x="1057809" y="234328"/>
                </a:lnTo>
                <a:lnTo>
                  <a:pt x="1057674" y="234340"/>
                </a:lnTo>
                <a:lnTo>
                  <a:pt x="1061185" y="234089"/>
                </a:lnTo>
                <a:lnTo>
                  <a:pt x="1061062" y="234101"/>
                </a:lnTo>
                <a:lnTo>
                  <a:pt x="1064230" y="233813"/>
                </a:lnTo>
                <a:lnTo>
                  <a:pt x="1064076" y="233825"/>
                </a:lnTo>
                <a:lnTo>
                  <a:pt x="1066913" y="233501"/>
                </a:lnTo>
                <a:lnTo>
                  <a:pt x="1066723" y="233525"/>
                </a:lnTo>
                <a:lnTo>
                  <a:pt x="1069260" y="233145"/>
                </a:lnTo>
                <a:lnTo>
                  <a:pt x="1069021" y="233188"/>
                </a:lnTo>
                <a:lnTo>
                  <a:pt x="1071263" y="232765"/>
                </a:lnTo>
                <a:lnTo>
                  <a:pt x="1070963" y="232826"/>
                </a:lnTo>
                <a:lnTo>
                  <a:pt x="1072936" y="232349"/>
                </a:lnTo>
                <a:lnTo>
                  <a:pt x="1072562" y="232453"/>
                </a:lnTo>
                <a:lnTo>
                  <a:pt x="1074278" y="231926"/>
                </a:lnTo>
                <a:lnTo>
                  <a:pt x="1073825" y="232085"/>
                </a:lnTo>
                <a:lnTo>
                  <a:pt x="1075307" y="231497"/>
                </a:lnTo>
                <a:lnTo>
                  <a:pt x="1074762" y="231742"/>
                </a:lnTo>
                <a:lnTo>
                  <a:pt x="1076024" y="231093"/>
                </a:lnTo>
                <a:lnTo>
                  <a:pt x="1075405" y="231454"/>
                </a:lnTo>
                <a:lnTo>
                  <a:pt x="1076465" y="230743"/>
                </a:lnTo>
                <a:lnTo>
                  <a:pt x="1075809" y="231252"/>
                </a:lnTo>
                <a:lnTo>
                  <a:pt x="1076679" y="230474"/>
                </a:lnTo>
                <a:lnTo>
                  <a:pt x="1076055" y="231129"/>
                </a:lnTo>
                <a:lnTo>
                  <a:pt x="1076759" y="230278"/>
                </a:lnTo>
                <a:lnTo>
                  <a:pt x="1076226" y="231025"/>
                </a:lnTo>
                <a:lnTo>
                  <a:pt x="1076784" y="230106"/>
                </a:lnTo>
                <a:lnTo>
                  <a:pt x="1076391" y="230872"/>
                </a:lnTo>
                <a:lnTo>
                  <a:pt x="1076814" y="229873"/>
                </a:lnTo>
                <a:lnTo>
                  <a:pt x="1076563" y="230578"/>
                </a:lnTo>
                <a:lnTo>
                  <a:pt x="1076876" y="229506"/>
                </a:lnTo>
                <a:lnTo>
                  <a:pt x="1076735" y="230088"/>
                </a:lnTo>
                <a:lnTo>
                  <a:pt x="1076955" y="228936"/>
                </a:lnTo>
                <a:lnTo>
                  <a:pt x="1076888" y="229383"/>
                </a:lnTo>
                <a:lnTo>
                  <a:pt x="1077022" y="228146"/>
                </a:lnTo>
                <a:lnTo>
                  <a:pt x="1076998" y="228470"/>
                </a:lnTo>
                <a:lnTo>
                  <a:pt x="1077071" y="227147"/>
                </a:lnTo>
                <a:lnTo>
                  <a:pt x="1077065" y="227411"/>
                </a:lnTo>
                <a:lnTo>
                  <a:pt x="1077102" y="224488"/>
                </a:lnTo>
                <a:lnTo>
                  <a:pt x="1077102" y="224580"/>
                </a:lnTo>
                <a:lnTo>
                  <a:pt x="1076827" y="22731"/>
                </a:lnTo>
                <a:lnTo>
                  <a:pt x="1076827" y="22902"/>
                </a:lnTo>
                <a:lnTo>
                  <a:pt x="1076784" y="21395"/>
                </a:lnTo>
                <a:lnTo>
                  <a:pt x="1076808" y="21824"/>
                </a:lnTo>
                <a:lnTo>
                  <a:pt x="1076667" y="20414"/>
                </a:lnTo>
                <a:lnTo>
                  <a:pt x="1076746" y="20948"/>
                </a:lnTo>
                <a:lnTo>
                  <a:pt x="1076495" y="19630"/>
                </a:lnTo>
                <a:lnTo>
                  <a:pt x="1076655" y="20267"/>
                </a:lnTo>
                <a:lnTo>
                  <a:pt x="1076275" y="19036"/>
                </a:lnTo>
                <a:lnTo>
                  <a:pt x="1076544" y="19747"/>
                </a:lnTo>
                <a:lnTo>
                  <a:pt x="1076030" y="18601"/>
                </a:lnTo>
                <a:lnTo>
                  <a:pt x="1076422" y="19336"/>
                </a:lnTo>
                <a:lnTo>
                  <a:pt x="1075760" y="18276"/>
                </a:lnTo>
                <a:lnTo>
                  <a:pt x="1076269" y="18975"/>
                </a:lnTo>
                <a:lnTo>
                  <a:pt x="1075448" y="17994"/>
                </a:lnTo>
                <a:lnTo>
                  <a:pt x="1076024" y="18595"/>
                </a:lnTo>
                <a:lnTo>
                  <a:pt x="1075025" y="17688"/>
                </a:lnTo>
                <a:lnTo>
                  <a:pt x="1075626" y="18166"/>
                </a:lnTo>
                <a:lnTo>
                  <a:pt x="1074443" y="17333"/>
                </a:lnTo>
                <a:lnTo>
                  <a:pt x="1075013" y="17688"/>
                </a:lnTo>
                <a:lnTo>
                  <a:pt x="1073628" y="16928"/>
                </a:lnTo>
                <a:lnTo>
                  <a:pt x="1074137" y="17179"/>
                </a:lnTo>
                <a:lnTo>
                  <a:pt x="1072544" y="16487"/>
                </a:lnTo>
                <a:lnTo>
                  <a:pt x="1072985" y="16659"/>
                </a:lnTo>
                <a:lnTo>
                  <a:pt x="1071159" y="16028"/>
                </a:lnTo>
                <a:lnTo>
                  <a:pt x="1071533" y="16144"/>
                </a:lnTo>
                <a:lnTo>
                  <a:pt x="1069474" y="15574"/>
                </a:lnTo>
                <a:lnTo>
                  <a:pt x="1069781" y="15648"/>
                </a:lnTo>
                <a:lnTo>
                  <a:pt x="1067471" y="15139"/>
                </a:lnTo>
                <a:lnTo>
                  <a:pt x="1067721" y="15188"/>
                </a:lnTo>
                <a:lnTo>
                  <a:pt x="1065148" y="14729"/>
                </a:lnTo>
                <a:lnTo>
                  <a:pt x="1065357" y="14765"/>
                </a:lnTo>
                <a:lnTo>
                  <a:pt x="1062502" y="14361"/>
                </a:lnTo>
                <a:lnTo>
                  <a:pt x="1062673" y="14379"/>
                </a:lnTo>
                <a:lnTo>
                  <a:pt x="1059524" y="14024"/>
                </a:lnTo>
                <a:lnTo>
                  <a:pt x="1059665" y="14036"/>
                </a:lnTo>
                <a:lnTo>
                  <a:pt x="1056222" y="13730"/>
                </a:lnTo>
                <a:lnTo>
                  <a:pt x="1056381" y="13742"/>
                </a:lnTo>
                <a:lnTo>
                  <a:pt x="1048526" y="13246"/>
                </a:lnTo>
                <a:lnTo>
                  <a:pt x="1048680" y="13252"/>
                </a:lnTo>
                <a:lnTo>
                  <a:pt x="1039459" y="12897"/>
                </a:lnTo>
                <a:lnTo>
                  <a:pt x="1039563" y="12903"/>
                </a:lnTo>
                <a:lnTo>
                  <a:pt x="1028872" y="12670"/>
                </a:lnTo>
                <a:lnTo>
                  <a:pt x="1028933" y="12670"/>
                </a:lnTo>
                <a:lnTo>
                  <a:pt x="1016673" y="12529"/>
                </a:lnTo>
                <a:lnTo>
                  <a:pt x="1016709" y="12529"/>
                </a:lnTo>
                <a:lnTo>
                  <a:pt x="1002777" y="12462"/>
                </a:lnTo>
                <a:lnTo>
                  <a:pt x="1002802" y="12462"/>
                </a:lnTo>
                <a:lnTo>
                  <a:pt x="969496" y="12437"/>
                </a:lnTo>
                <a:lnTo>
                  <a:pt x="109315" y="12253"/>
                </a:lnTo>
                <a:lnTo>
                  <a:pt x="109328" y="12253"/>
                </a:lnTo>
                <a:lnTo>
                  <a:pt x="76463" y="12315"/>
                </a:lnTo>
                <a:lnTo>
                  <a:pt x="76500" y="12315"/>
                </a:lnTo>
                <a:lnTo>
                  <a:pt x="63070" y="12425"/>
                </a:lnTo>
                <a:lnTo>
                  <a:pt x="63125" y="12425"/>
                </a:lnTo>
                <a:lnTo>
                  <a:pt x="51515" y="12621"/>
                </a:lnTo>
                <a:lnTo>
                  <a:pt x="51600" y="12621"/>
                </a:lnTo>
                <a:lnTo>
                  <a:pt x="41687" y="12921"/>
                </a:lnTo>
                <a:lnTo>
                  <a:pt x="41815" y="12915"/>
                </a:lnTo>
                <a:lnTo>
                  <a:pt x="33459" y="13344"/>
                </a:lnTo>
                <a:lnTo>
                  <a:pt x="33600" y="13332"/>
                </a:lnTo>
                <a:lnTo>
                  <a:pt x="29966" y="13601"/>
                </a:lnTo>
                <a:lnTo>
                  <a:pt x="30089" y="13589"/>
                </a:lnTo>
                <a:lnTo>
                  <a:pt x="26793" y="13901"/>
                </a:lnTo>
                <a:lnTo>
                  <a:pt x="26940" y="13883"/>
                </a:lnTo>
                <a:lnTo>
                  <a:pt x="23968" y="14239"/>
                </a:lnTo>
                <a:lnTo>
                  <a:pt x="24152" y="14214"/>
                </a:lnTo>
                <a:lnTo>
                  <a:pt x="21493" y="14606"/>
                </a:lnTo>
                <a:lnTo>
                  <a:pt x="21720" y="14569"/>
                </a:lnTo>
                <a:lnTo>
                  <a:pt x="19342" y="15017"/>
                </a:lnTo>
                <a:lnTo>
                  <a:pt x="19624" y="14955"/>
                </a:lnTo>
                <a:lnTo>
                  <a:pt x="17523" y="15458"/>
                </a:lnTo>
                <a:lnTo>
                  <a:pt x="17872" y="15360"/>
                </a:lnTo>
                <a:lnTo>
                  <a:pt x="16028" y="15918"/>
                </a:lnTo>
                <a:lnTo>
                  <a:pt x="16444" y="15771"/>
                </a:lnTo>
                <a:lnTo>
                  <a:pt x="14839" y="16383"/>
                </a:lnTo>
                <a:lnTo>
                  <a:pt x="15336" y="16169"/>
                </a:lnTo>
                <a:lnTo>
                  <a:pt x="13957" y="16836"/>
                </a:lnTo>
                <a:lnTo>
                  <a:pt x="14527" y="16524"/>
                </a:lnTo>
                <a:lnTo>
                  <a:pt x="13357" y="17253"/>
                </a:lnTo>
                <a:lnTo>
                  <a:pt x="13975" y="16812"/>
                </a:lnTo>
                <a:lnTo>
                  <a:pt x="12989" y="17608"/>
                </a:lnTo>
                <a:lnTo>
                  <a:pt x="13608" y="17032"/>
                </a:lnTo>
                <a:lnTo>
                  <a:pt x="12799" y="17897"/>
                </a:lnTo>
                <a:lnTo>
                  <a:pt x="13357" y="17216"/>
                </a:lnTo>
                <a:lnTo>
                  <a:pt x="12701" y="18148"/>
                </a:lnTo>
                <a:lnTo>
                  <a:pt x="13142" y="17412"/>
                </a:lnTo>
                <a:lnTo>
                  <a:pt x="12634" y="18423"/>
                </a:lnTo>
                <a:lnTo>
                  <a:pt x="12934" y="17713"/>
                </a:lnTo>
                <a:lnTo>
                  <a:pt x="12547" y="18797"/>
                </a:lnTo>
                <a:lnTo>
                  <a:pt x="12738" y="18172"/>
                </a:lnTo>
                <a:lnTo>
                  <a:pt x="12456" y="19336"/>
                </a:lnTo>
                <a:lnTo>
                  <a:pt x="12560" y="18822"/>
                </a:lnTo>
                <a:lnTo>
                  <a:pt x="12370" y="20071"/>
                </a:lnTo>
                <a:lnTo>
                  <a:pt x="12413" y="19679"/>
                </a:lnTo>
                <a:lnTo>
                  <a:pt x="12303" y="21009"/>
                </a:lnTo>
                <a:lnTo>
                  <a:pt x="12321" y="20635"/>
                </a:lnTo>
                <a:lnTo>
                  <a:pt x="12254" y="23564"/>
                </a:lnTo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3A017268-39D1-41FA-9B39-9C493C21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3" y="4069693"/>
            <a:ext cx="3919966" cy="1974381"/>
          </a:xfrm>
          <a:custGeom xmlns:a="http://schemas.openxmlformats.org/drawingml/2006/main">
            <a:pathLst>
              <a:path w="3919966" h="1974381">
                <a:moveTo>
                  <a:pt x="0" y="145096"/>
                </a:moveTo>
                <a:cubicBezTo>
                  <a:pt x="0" y="5851"/>
                  <a:pt x="15146" y="0"/>
                  <a:pt x="375540" y="0"/>
                </a:cubicBezTo>
                <a:lnTo>
                  <a:pt x="3506060" y="1562"/>
                </a:lnTo>
                <a:cubicBezTo>
                  <a:pt x="3866460" y="1562"/>
                  <a:pt x="3918954" y="0"/>
                  <a:pt x="3918954" y="139245"/>
                </a:cubicBezTo>
                <a:lnTo>
                  <a:pt x="3919966" y="1833188"/>
                </a:lnTo>
                <a:cubicBezTo>
                  <a:pt x="3919966" y="1972433"/>
                  <a:pt x="3914917" y="1974381"/>
                  <a:pt x="3554517" y="1974381"/>
                </a:cubicBezTo>
                <a:lnTo>
                  <a:pt x="375540" y="1966967"/>
                </a:lnTo>
                <a:cubicBezTo>
                  <a:pt x="15146" y="1966967"/>
                  <a:pt x="1011" y="1961508"/>
                  <a:pt x="1011" y="1822263"/>
                </a:cubicBezTo>
                <a:lnTo>
                  <a:pt x="0" y="1450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B7C56F29-D6C4-493E-9992-B5871F9C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6" y="4054376"/>
            <a:ext cx="3950593" cy="2005015"/>
          </a:xfrm>
          <a:custGeom xmlns:a="http://schemas.openxmlformats.org/drawingml/2006/main">
            <a:pathLst>
              <a:path w="3950593" h="2005015">
                <a:moveTo>
                  <a:pt x="1011" y="1837592"/>
                </a:moveTo>
                <a:lnTo>
                  <a:pt x="956" y="1745690"/>
                </a:lnTo>
                <a:lnTo>
                  <a:pt x="31590" y="1745671"/>
                </a:lnTo>
                <a:lnTo>
                  <a:pt x="31645" y="1837574"/>
                </a:lnTo>
                <a:lnTo>
                  <a:pt x="1011" y="1837592"/>
                </a:lnTo>
                <a:moveTo>
                  <a:pt x="937" y="1715055"/>
                </a:moveTo>
                <a:lnTo>
                  <a:pt x="882" y="1623152"/>
                </a:lnTo>
                <a:lnTo>
                  <a:pt x="31517" y="1623133"/>
                </a:lnTo>
                <a:lnTo>
                  <a:pt x="31572" y="1715037"/>
                </a:lnTo>
                <a:lnTo>
                  <a:pt x="937" y="1715055"/>
                </a:lnTo>
                <a:moveTo>
                  <a:pt x="864" y="1592518"/>
                </a:moveTo>
                <a:lnTo>
                  <a:pt x="809" y="1500615"/>
                </a:lnTo>
                <a:lnTo>
                  <a:pt x="31443" y="1500597"/>
                </a:lnTo>
                <a:lnTo>
                  <a:pt x="31498" y="1592499"/>
                </a:lnTo>
                <a:lnTo>
                  <a:pt x="864" y="1592518"/>
                </a:lnTo>
                <a:moveTo>
                  <a:pt x="790" y="1469981"/>
                </a:moveTo>
                <a:lnTo>
                  <a:pt x="735" y="1378078"/>
                </a:lnTo>
                <a:lnTo>
                  <a:pt x="31370" y="1378059"/>
                </a:lnTo>
                <a:lnTo>
                  <a:pt x="31425" y="1469962"/>
                </a:lnTo>
                <a:lnTo>
                  <a:pt x="790" y="1469981"/>
                </a:lnTo>
                <a:moveTo>
                  <a:pt x="717" y="1347443"/>
                </a:moveTo>
                <a:lnTo>
                  <a:pt x="662" y="1255541"/>
                </a:lnTo>
                <a:lnTo>
                  <a:pt x="31296" y="1255522"/>
                </a:lnTo>
                <a:lnTo>
                  <a:pt x="31351" y="1347425"/>
                </a:lnTo>
                <a:lnTo>
                  <a:pt x="717" y="1347443"/>
                </a:lnTo>
                <a:moveTo>
                  <a:pt x="643" y="1224907"/>
                </a:moveTo>
                <a:lnTo>
                  <a:pt x="588" y="1133004"/>
                </a:lnTo>
                <a:lnTo>
                  <a:pt x="31223" y="1132985"/>
                </a:lnTo>
                <a:lnTo>
                  <a:pt x="31278" y="1224888"/>
                </a:lnTo>
                <a:lnTo>
                  <a:pt x="643" y="1224907"/>
                </a:lnTo>
                <a:moveTo>
                  <a:pt x="570" y="1102369"/>
                </a:moveTo>
                <a:lnTo>
                  <a:pt x="515" y="1010466"/>
                </a:lnTo>
                <a:lnTo>
                  <a:pt x="31149" y="1010448"/>
                </a:lnTo>
                <a:lnTo>
                  <a:pt x="31204" y="1102350"/>
                </a:lnTo>
                <a:lnTo>
                  <a:pt x="570" y="1102369"/>
                </a:lnTo>
                <a:moveTo>
                  <a:pt x="490" y="979832"/>
                </a:moveTo>
                <a:lnTo>
                  <a:pt x="435" y="887929"/>
                </a:lnTo>
                <a:lnTo>
                  <a:pt x="31069" y="887910"/>
                </a:lnTo>
                <a:lnTo>
                  <a:pt x="31125" y="979813"/>
                </a:lnTo>
                <a:lnTo>
                  <a:pt x="490" y="979832"/>
                </a:lnTo>
                <a:moveTo>
                  <a:pt x="417" y="857295"/>
                </a:moveTo>
                <a:lnTo>
                  <a:pt x="362" y="765392"/>
                </a:lnTo>
                <a:lnTo>
                  <a:pt x="30996" y="765373"/>
                </a:lnTo>
                <a:lnTo>
                  <a:pt x="31051" y="857276"/>
                </a:lnTo>
                <a:lnTo>
                  <a:pt x="417" y="857295"/>
                </a:lnTo>
                <a:moveTo>
                  <a:pt x="343" y="734757"/>
                </a:moveTo>
                <a:lnTo>
                  <a:pt x="288" y="642855"/>
                </a:lnTo>
                <a:lnTo>
                  <a:pt x="30922" y="642836"/>
                </a:lnTo>
                <a:lnTo>
                  <a:pt x="30977" y="734739"/>
                </a:lnTo>
                <a:lnTo>
                  <a:pt x="343" y="734757"/>
                </a:lnTo>
                <a:moveTo>
                  <a:pt x="270" y="612220"/>
                </a:moveTo>
                <a:lnTo>
                  <a:pt x="215" y="520317"/>
                </a:lnTo>
                <a:lnTo>
                  <a:pt x="30849" y="520298"/>
                </a:lnTo>
                <a:lnTo>
                  <a:pt x="30904" y="612202"/>
                </a:lnTo>
                <a:lnTo>
                  <a:pt x="270" y="612220"/>
                </a:lnTo>
                <a:moveTo>
                  <a:pt x="196" y="489683"/>
                </a:moveTo>
                <a:lnTo>
                  <a:pt x="141" y="397780"/>
                </a:lnTo>
                <a:lnTo>
                  <a:pt x="30775" y="397762"/>
                </a:lnTo>
                <a:lnTo>
                  <a:pt x="30830" y="489664"/>
                </a:lnTo>
                <a:lnTo>
                  <a:pt x="196" y="489683"/>
                </a:lnTo>
                <a:moveTo>
                  <a:pt x="123" y="367146"/>
                </a:moveTo>
                <a:lnTo>
                  <a:pt x="67" y="275243"/>
                </a:lnTo>
                <a:lnTo>
                  <a:pt x="30702" y="275224"/>
                </a:lnTo>
                <a:lnTo>
                  <a:pt x="30757" y="367128"/>
                </a:lnTo>
                <a:lnTo>
                  <a:pt x="123" y="367146"/>
                </a:lnTo>
                <a:moveTo>
                  <a:pt x="49" y="244608"/>
                </a:moveTo>
                <a:lnTo>
                  <a:pt x="0" y="160419"/>
                </a:lnTo>
                <a:lnTo>
                  <a:pt x="30634" y="160401"/>
                </a:lnTo>
                <a:lnTo>
                  <a:pt x="30683" y="244590"/>
                </a:lnTo>
                <a:lnTo>
                  <a:pt x="49" y="244608"/>
                </a:lnTo>
                <a:moveTo>
                  <a:pt x="0" y="160346"/>
                </a:moveTo>
                <a:lnTo>
                  <a:pt x="31" y="152632"/>
                </a:lnTo>
                <a:lnTo>
                  <a:pt x="30665" y="152760"/>
                </a:lnTo>
                <a:lnTo>
                  <a:pt x="30634" y="160475"/>
                </a:lnTo>
                <a:lnTo>
                  <a:pt x="0" y="160346"/>
                </a:lnTo>
                <a:moveTo>
                  <a:pt x="846" y="121201"/>
                </a:moveTo>
                <a:lnTo>
                  <a:pt x="1005" y="118340"/>
                </a:lnTo>
                <a:lnTo>
                  <a:pt x="1409" y="112930"/>
                </a:lnTo>
                <a:lnTo>
                  <a:pt x="1899" y="107642"/>
                </a:lnTo>
                <a:lnTo>
                  <a:pt x="2488" y="102490"/>
                </a:lnTo>
                <a:lnTo>
                  <a:pt x="3198" y="97448"/>
                </a:lnTo>
                <a:lnTo>
                  <a:pt x="4025" y="92527"/>
                </a:lnTo>
                <a:lnTo>
                  <a:pt x="4993" y="87718"/>
                </a:lnTo>
                <a:lnTo>
                  <a:pt x="6115" y="83012"/>
                </a:lnTo>
                <a:lnTo>
                  <a:pt x="7395" y="78417"/>
                </a:lnTo>
                <a:lnTo>
                  <a:pt x="8860" y="73926"/>
                </a:lnTo>
                <a:lnTo>
                  <a:pt x="10514" y="69540"/>
                </a:lnTo>
                <a:lnTo>
                  <a:pt x="12370" y="65263"/>
                </a:lnTo>
                <a:lnTo>
                  <a:pt x="14447" y="61103"/>
                </a:lnTo>
                <a:lnTo>
                  <a:pt x="16751" y="57072"/>
                </a:lnTo>
                <a:lnTo>
                  <a:pt x="19287" y="53175"/>
                </a:lnTo>
                <a:lnTo>
                  <a:pt x="22069" y="49425"/>
                </a:lnTo>
                <a:lnTo>
                  <a:pt x="25083" y="45834"/>
                </a:lnTo>
                <a:lnTo>
                  <a:pt x="28337" y="42416"/>
                </a:lnTo>
                <a:lnTo>
                  <a:pt x="31823" y="39169"/>
                </a:lnTo>
                <a:lnTo>
                  <a:pt x="35542" y="36105"/>
                </a:lnTo>
                <a:lnTo>
                  <a:pt x="39475" y="33219"/>
                </a:lnTo>
                <a:lnTo>
                  <a:pt x="43635" y="30518"/>
                </a:lnTo>
                <a:lnTo>
                  <a:pt x="45498" y="29433"/>
                </a:lnTo>
                <a:lnTo>
                  <a:pt x="60852" y="55944"/>
                </a:lnTo>
                <a:lnTo>
                  <a:pt x="59332" y="56827"/>
                </a:lnTo>
                <a:lnTo>
                  <a:pt x="60013" y="56404"/>
                </a:lnTo>
                <a:lnTo>
                  <a:pt x="56545" y="58664"/>
                </a:lnTo>
                <a:lnTo>
                  <a:pt x="57237" y="58187"/>
                </a:lnTo>
                <a:lnTo>
                  <a:pt x="53996" y="60558"/>
                </a:lnTo>
                <a:lnTo>
                  <a:pt x="54695" y="60018"/>
                </a:lnTo>
                <a:lnTo>
                  <a:pt x="51674" y="62512"/>
                </a:lnTo>
                <a:lnTo>
                  <a:pt x="52360" y="61911"/>
                </a:lnTo>
                <a:lnTo>
                  <a:pt x="49548" y="64527"/>
                </a:lnTo>
                <a:lnTo>
                  <a:pt x="50210" y="63866"/>
                </a:lnTo>
                <a:lnTo>
                  <a:pt x="47606" y="66611"/>
                </a:lnTo>
                <a:lnTo>
                  <a:pt x="48231" y="65906"/>
                </a:lnTo>
                <a:lnTo>
                  <a:pt x="45817" y="68780"/>
                </a:lnTo>
                <a:lnTo>
                  <a:pt x="46399" y="68045"/>
                </a:lnTo>
                <a:lnTo>
                  <a:pt x="44175" y="71041"/>
                </a:lnTo>
                <a:lnTo>
                  <a:pt x="44702" y="70287"/>
                </a:lnTo>
                <a:lnTo>
                  <a:pt x="42661" y="73418"/>
                </a:lnTo>
                <a:lnTo>
                  <a:pt x="43127" y="72658"/>
                </a:lnTo>
                <a:lnTo>
                  <a:pt x="41258" y="75930"/>
                </a:lnTo>
                <a:lnTo>
                  <a:pt x="41663" y="75170"/>
                </a:lnTo>
                <a:lnTo>
                  <a:pt x="39959" y="78582"/>
                </a:lnTo>
                <a:lnTo>
                  <a:pt x="40302" y="77848"/>
                </a:lnTo>
                <a:lnTo>
                  <a:pt x="38759" y="81401"/>
                </a:lnTo>
                <a:lnTo>
                  <a:pt x="39040" y="80696"/>
                </a:lnTo>
                <a:lnTo>
                  <a:pt x="37650" y="84397"/>
                </a:lnTo>
                <a:lnTo>
                  <a:pt x="37882" y="83736"/>
                </a:lnTo>
                <a:lnTo>
                  <a:pt x="36627" y="87583"/>
                </a:lnTo>
                <a:lnTo>
                  <a:pt x="36816" y="86964"/>
                </a:lnTo>
                <a:lnTo>
                  <a:pt x="35701" y="90965"/>
                </a:lnTo>
                <a:lnTo>
                  <a:pt x="35848" y="90389"/>
                </a:lnTo>
                <a:lnTo>
                  <a:pt x="34862" y="94549"/>
                </a:lnTo>
                <a:lnTo>
                  <a:pt x="34972" y="94022"/>
                </a:lnTo>
                <a:lnTo>
                  <a:pt x="34108" y="98336"/>
                </a:lnTo>
                <a:lnTo>
                  <a:pt x="34194" y="97864"/>
                </a:lnTo>
                <a:lnTo>
                  <a:pt x="33440" y="102337"/>
                </a:lnTo>
                <a:lnTo>
                  <a:pt x="33502" y="101914"/>
                </a:lnTo>
                <a:lnTo>
                  <a:pt x="32852" y="106552"/>
                </a:lnTo>
                <a:lnTo>
                  <a:pt x="32901" y="106172"/>
                </a:lnTo>
                <a:lnTo>
                  <a:pt x="32350" y="110976"/>
                </a:lnTo>
                <a:lnTo>
                  <a:pt x="32387" y="110644"/>
                </a:lnTo>
                <a:lnTo>
                  <a:pt x="31921" y="115614"/>
                </a:lnTo>
                <a:lnTo>
                  <a:pt x="31945" y="115326"/>
                </a:lnTo>
                <a:lnTo>
                  <a:pt x="31566" y="120466"/>
                </a:lnTo>
                <a:lnTo>
                  <a:pt x="31584" y="120215"/>
                </a:lnTo>
                <a:lnTo>
                  <a:pt x="31431" y="122947"/>
                </a:lnTo>
                <a:lnTo>
                  <a:pt x="846" y="121201"/>
                </a:lnTo>
                <a:moveTo>
                  <a:pt x="77223" y="16481"/>
                </a:moveTo>
                <a:lnTo>
                  <a:pt x="78853" y="16009"/>
                </a:lnTo>
                <a:lnTo>
                  <a:pt x="84820" y="14471"/>
                </a:lnTo>
                <a:lnTo>
                  <a:pt x="91045" y="13044"/>
                </a:lnTo>
                <a:lnTo>
                  <a:pt x="97540" y="11720"/>
                </a:lnTo>
                <a:lnTo>
                  <a:pt x="104310" y="10495"/>
                </a:lnTo>
                <a:lnTo>
                  <a:pt x="111368" y="9368"/>
                </a:lnTo>
                <a:lnTo>
                  <a:pt x="118720" y="8320"/>
                </a:lnTo>
                <a:lnTo>
                  <a:pt x="126385" y="7358"/>
                </a:lnTo>
                <a:lnTo>
                  <a:pt x="134362" y="6476"/>
                </a:lnTo>
                <a:lnTo>
                  <a:pt x="142670" y="5667"/>
                </a:lnTo>
                <a:lnTo>
                  <a:pt x="151309" y="4932"/>
                </a:lnTo>
                <a:lnTo>
                  <a:pt x="160291" y="4264"/>
                </a:lnTo>
                <a:lnTo>
                  <a:pt x="169634" y="3657"/>
                </a:lnTo>
                <a:lnTo>
                  <a:pt x="171522" y="3553"/>
                </a:lnTo>
                <a:lnTo>
                  <a:pt x="173243" y="34139"/>
                </a:lnTo>
                <a:lnTo>
                  <a:pt x="171417" y="34236"/>
                </a:lnTo>
                <a:lnTo>
                  <a:pt x="171552" y="34230"/>
                </a:lnTo>
                <a:lnTo>
                  <a:pt x="162350" y="34825"/>
                </a:lnTo>
                <a:lnTo>
                  <a:pt x="162497" y="34819"/>
                </a:lnTo>
                <a:lnTo>
                  <a:pt x="153668" y="35475"/>
                </a:lnTo>
                <a:lnTo>
                  <a:pt x="153827" y="35462"/>
                </a:lnTo>
                <a:lnTo>
                  <a:pt x="145360" y="36185"/>
                </a:lnTo>
                <a:lnTo>
                  <a:pt x="145544" y="36166"/>
                </a:lnTo>
                <a:lnTo>
                  <a:pt x="137432" y="36957"/>
                </a:lnTo>
                <a:lnTo>
                  <a:pt x="137628" y="36938"/>
                </a:lnTo>
                <a:lnTo>
                  <a:pt x="129865" y="37797"/>
                </a:lnTo>
                <a:lnTo>
                  <a:pt x="130086" y="37772"/>
                </a:lnTo>
                <a:lnTo>
                  <a:pt x="122660" y="38703"/>
                </a:lnTo>
                <a:lnTo>
                  <a:pt x="122905" y="38666"/>
                </a:lnTo>
                <a:lnTo>
                  <a:pt x="115810" y="39677"/>
                </a:lnTo>
                <a:lnTo>
                  <a:pt x="116086" y="39635"/>
                </a:lnTo>
                <a:lnTo>
                  <a:pt x="109309" y="40719"/>
                </a:lnTo>
                <a:lnTo>
                  <a:pt x="109616" y="40670"/>
                </a:lnTo>
                <a:lnTo>
                  <a:pt x="103158" y="41840"/>
                </a:lnTo>
                <a:lnTo>
                  <a:pt x="103489" y="41773"/>
                </a:lnTo>
                <a:lnTo>
                  <a:pt x="97343" y="43029"/>
                </a:lnTo>
                <a:lnTo>
                  <a:pt x="97711" y="42949"/>
                </a:lnTo>
                <a:lnTo>
                  <a:pt x="91866" y="44285"/>
                </a:lnTo>
                <a:lnTo>
                  <a:pt x="92264" y="44187"/>
                </a:lnTo>
                <a:lnTo>
                  <a:pt x="86720" y="45620"/>
                </a:lnTo>
                <a:lnTo>
                  <a:pt x="87155" y="45498"/>
                </a:lnTo>
                <a:lnTo>
                  <a:pt x="85739" y="45908"/>
                </a:lnTo>
                <a:lnTo>
                  <a:pt x="77223" y="16481"/>
                </a:lnTo>
                <a:moveTo>
                  <a:pt x="202438" y="2095"/>
                </a:moveTo>
                <a:lnTo>
                  <a:pt x="210709" y="1801"/>
                </a:lnTo>
                <a:lnTo>
                  <a:pt x="221964" y="1464"/>
                </a:lnTo>
                <a:lnTo>
                  <a:pt x="245657" y="919"/>
                </a:lnTo>
                <a:lnTo>
                  <a:pt x="271052" y="527"/>
                </a:lnTo>
                <a:lnTo>
                  <a:pt x="294714" y="294"/>
                </a:lnTo>
                <a:lnTo>
                  <a:pt x="295015" y="30928"/>
                </a:lnTo>
                <a:lnTo>
                  <a:pt x="271395" y="31155"/>
                </a:lnTo>
                <a:lnTo>
                  <a:pt x="271487" y="31155"/>
                </a:lnTo>
                <a:lnTo>
                  <a:pt x="246190" y="31547"/>
                </a:lnTo>
                <a:lnTo>
                  <a:pt x="246300" y="31547"/>
                </a:lnTo>
                <a:lnTo>
                  <a:pt x="222724" y="32086"/>
                </a:lnTo>
                <a:lnTo>
                  <a:pt x="222834" y="32086"/>
                </a:lnTo>
                <a:lnTo>
                  <a:pt x="211671" y="32423"/>
                </a:lnTo>
                <a:lnTo>
                  <a:pt x="211750" y="32417"/>
                </a:lnTo>
                <a:lnTo>
                  <a:pt x="203522" y="32711"/>
                </a:lnTo>
                <a:lnTo>
                  <a:pt x="202438" y="2095"/>
                </a:lnTo>
                <a:moveTo>
                  <a:pt x="325410" y="110"/>
                </a:moveTo>
                <a:lnTo>
                  <a:pt x="327187" y="98"/>
                </a:lnTo>
                <a:lnTo>
                  <a:pt x="358048" y="18"/>
                </a:lnTo>
                <a:lnTo>
                  <a:pt x="390857" y="0"/>
                </a:lnTo>
                <a:lnTo>
                  <a:pt x="417405" y="12"/>
                </a:lnTo>
                <a:lnTo>
                  <a:pt x="417393" y="30646"/>
                </a:lnTo>
                <a:lnTo>
                  <a:pt x="390851" y="30634"/>
                </a:lnTo>
                <a:lnTo>
                  <a:pt x="390869" y="30634"/>
                </a:lnTo>
                <a:lnTo>
                  <a:pt x="358085" y="30653"/>
                </a:lnTo>
                <a:lnTo>
                  <a:pt x="358109" y="30653"/>
                </a:lnTo>
                <a:lnTo>
                  <a:pt x="327291" y="30732"/>
                </a:lnTo>
                <a:lnTo>
                  <a:pt x="327334" y="30732"/>
                </a:lnTo>
                <a:lnTo>
                  <a:pt x="325582" y="30745"/>
                </a:lnTo>
                <a:lnTo>
                  <a:pt x="325410" y="110"/>
                </a:lnTo>
                <a:moveTo>
                  <a:pt x="448039" y="30"/>
                </a:moveTo>
                <a:lnTo>
                  <a:pt x="539942" y="73"/>
                </a:lnTo>
                <a:lnTo>
                  <a:pt x="539930" y="30707"/>
                </a:lnTo>
                <a:lnTo>
                  <a:pt x="448027" y="30664"/>
                </a:lnTo>
                <a:lnTo>
                  <a:pt x="448039" y="30"/>
                </a:lnTo>
                <a:moveTo>
                  <a:pt x="570576" y="92"/>
                </a:moveTo>
                <a:lnTo>
                  <a:pt x="662479" y="134"/>
                </a:lnTo>
                <a:lnTo>
                  <a:pt x="662467" y="30769"/>
                </a:lnTo>
                <a:lnTo>
                  <a:pt x="570564" y="30726"/>
                </a:lnTo>
                <a:lnTo>
                  <a:pt x="570576" y="92"/>
                </a:lnTo>
                <a:moveTo>
                  <a:pt x="693113" y="153"/>
                </a:moveTo>
                <a:lnTo>
                  <a:pt x="785016" y="195"/>
                </a:lnTo>
                <a:lnTo>
                  <a:pt x="785004" y="30830"/>
                </a:lnTo>
                <a:lnTo>
                  <a:pt x="693101" y="30788"/>
                </a:lnTo>
                <a:lnTo>
                  <a:pt x="693113" y="153"/>
                </a:lnTo>
                <a:moveTo>
                  <a:pt x="815651" y="214"/>
                </a:moveTo>
                <a:lnTo>
                  <a:pt x="907554" y="257"/>
                </a:lnTo>
                <a:lnTo>
                  <a:pt x="907541" y="30891"/>
                </a:lnTo>
                <a:lnTo>
                  <a:pt x="815638" y="30848"/>
                </a:lnTo>
                <a:lnTo>
                  <a:pt x="815651" y="214"/>
                </a:lnTo>
                <a:moveTo>
                  <a:pt x="938188" y="276"/>
                </a:moveTo>
                <a:lnTo>
                  <a:pt x="1030091" y="319"/>
                </a:lnTo>
                <a:lnTo>
                  <a:pt x="1030079" y="30953"/>
                </a:lnTo>
                <a:lnTo>
                  <a:pt x="938176" y="30910"/>
                </a:lnTo>
                <a:lnTo>
                  <a:pt x="938188" y="276"/>
                </a:lnTo>
                <a:moveTo>
                  <a:pt x="1060725" y="330"/>
                </a:moveTo>
                <a:lnTo>
                  <a:pt x="1152628" y="380"/>
                </a:lnTo>
                <a:lnTo>
                  <a:pt x="1152615" y="31014"/>
                </a:lnTo>
                <a:lnTo>
                  <a:pt x="1060713" y="30965"/>
                </a:lnTo>
                <a:lnTo>
                  <a:pt x="1060725" y="330"/>
                </a:lnTo>
                <a:moveTo>
                  <a:pt x="1183262" y="392"/>
                </a:moveTo>
                <a:lnTo>
                  <a:pt x="1275165" y="441"/>
                </a:lnTo>
                <a:lnTo>
                  <a:pt x="1275153" y="31075"/>
                </a:lnTo>
                <a:lnTo>
                  <a:pt x="1183250" y="31026"/>
                </a:lnTo>
                <a:lnTo>
                  <a:pt x="1183262" y="392"/>
                </a:lnTo>
                <a:moveTo>
                  <a:pt x="1305800" y="453"/>
                </a:moveTo>
                <a:lnTo>
                  <a:pt x="1397703" y="502"/>
                </a:lnTo>
                <a:lnTo>
                  <a:pt x="1397690" y="31136"/>
                </a:lnTo>
                <a:lnTo>
                  <a:pt x="1305787" y="31088"/>
                </a:lnTo>
                <a:lnTo>
                  <a:pt x="1305800" y="453"/>
                </a:lnTo>
                <a:moveTo>
                  <a:pt x="1428337" y="515"/>
                </a:moveTo>
                <a:lnTo>
                  <a:pt x="1520239" y="563"/>
                </a:lnTo>
                <a:lnTo>
                  <a:pt x="1520227" y="31198"/>
                </a:lnTo>
                <a:lnTo>
                  <a:pt x="1428324" y="31149"/>
                </a:lnTo>
                <a:lnTo>
                  <a:pt x="1428337" y="515"/>
                </a:lnTo>
                <a:moveTo>
                  <a:pt x="1550874" y="576"/>
                </a:moveTo>
                <a:lnTo>
                  <a:pt x="1642777" y="624"/>
                </a:lnTo>
                <a:lnTo>
                  <a:pt x="1642765" y="31259"/>
                </a:lnTo>
                <a:lnTo>
                  <a:pt x="1550861" y="31210"/>
                </a:lnTo>
                <a:lnTo>
                  <a:pt x="1550874" y="576"/>
                </a:lnTo>
                <a:moveTo>
                  <a:pt x="1673412" y="637"/>
                </a:moveTo>
                <a:lnTo>
                  <a:pt x="1765314" y="686"/>
                </a:lnTo>
                <a:lnTo>
                  <a:pt x="1765302" y="31320"/>
                </a:lnTo>
                <a:lnTo>
                  <a:pt x="1673399" y="31271"/>
                </a:lnTo>
                <a:lnTo>
                  <a:pt x="1673412" y="637"/>
                </a:lnTo>
                <a:moveTo>
                  <a:pt x="1795948" y="698"/>
                </a:moveTo>
                <a:lnTo>
                  <a:pt x="1887851" y="747"/>
                </a:lnTo>
                <a:lnTo>
                  <a:pt x="1887839" y="31382"/>
                </a:lnTo>
                <a:lnTo>
                  <a:pt x="1795936" y="31332"/>
                </a:lnTo>
                <a:lnTo>
                  <a:pt x="1795948" y="698"/>
                </a:lnTo>
                <a:moveTo>
                  <a:pt x="1918486" y="759"/>
                </a:moveTo>
                <a:lnTo>
                  <a:pt x="2010389" y="808"/>
                </a:lnTo>
                <a:lnTo>
                  <a:pt x="2010376" y="31443"/>
                </a:lnTo>
                <a:lnTo>
                  <a:pt x="1918473" y="31393"/>
                </a:lnTo>
                <a:lnTo>
                  <a:pt x="1918486" y="759"/>
                </a:lnTo>
                <a:moveTo>
                  <a:pt x="2041023" y="821"/>
                </a:moveTo>
                <a:lnTo>
                  <a:pt x="2132926" y="870"/>
                </a:lnTo>
                <a:lnTo>
                  <a:pt x="2132914" y="31504"/>
                </a:lnTo>
                <a:lnTo>
                  <a:pt x="2041011" y="31455"/>
                </a:lnTo>
                <a:lnTo>
                  <a:pt x="2041023" y="821"/>
                </a:lnTo>
                <a:moveTo>
                  <a:pt x="2163560" y="882"/>
                </a:moveTo>
                <a:lnTo>
                  <a:pt x="2255463" y="931"/>
                </a:lnTo>
                <a:lnTo>
                  <a:pt x="2255450" y="31566"/>
                </a:lnTo>
                <a:lnTo>
                  <a:pt x="2163548" y="31517"/>
                </a:lnTo>
                <a:lnTo>
                  <a:pt x="2163560" y="882"/>
                </a:lnTo>
                <a:moveTo>
                  <a:pt x="2286097" y="943"/>
                </a:moveTo>
                <a:lnTo>
                  <a:pt x="2378000" y="992"/>
                </a:lnTo>
                <a:lnTo>
                  <a:pt x="2377988" y="31627"/>
                </a:lnTo>
                <a:lnTo>
                  <a:pt x="2286085" y="31578"/>
                </a:lnTo>
                <a:lnTo>
                  <a:pt x="2286097" y="943"/>
                </a:lnTo>
                <a:moveTo>
                  <a:pt x="2408634" y="1005"/>
                </a:moveTo>
                <a:lnTo>
                  <a:pt x="2500538" y="1053"/>
                </a:lnTo>
                <a:lnTo>
                  <a:pt x="2500525" y="31688"/>
                </a:lnTo>
                <a:lnTo>
                  <a:pt x="2408622" y="31639"/>
                </a:lnTo>
                <a:lnTo>
                  <a:pt x="2408634" y="1005"/>
                </a:lnTo>
                <a:moveTo>
                  <a:pt x="2531172" y="1066"/>
                </a:moveTo>
                <a:lnTo>
                  <a:pt x="2623074" y="1115"/>
                </a:lnTo>
                <a:lnTo>
                  <a:pt x="2623062" y="31749"/>
                </a:lnTo>
                <a:lnTo>
                  <a:pt x="2531159" y="31700"/>
                </a:lnTo>
                <a:lnTo>
                  <a:pt x="2531172" y="1066"/>
                </a:lnTo>
                <a:moveTo>
                  <a:pt x="2653709" y="1127"/>
                </a:moveTo>
                <a:lnTo>
                  <a:pt x="2745612" y="1176"/>
                </a:lnTo>
                <a:lnTo>
                  <a:pt x="2745600" y="31810"/>
                </a:lnTo>
                <a:lnTo>
                  <a:pt x="2653696" y="31761"/>
                </a:lnTo>
                <a:lnTo>
                  <a:pt x="2653709" y="1127"/>
                </a:lnTo>
                <a:moveTo>
                  <a:pt x="2776247" y="1188"/>
                </a:moveTo>
                <a:lnTo>
                  <a:pt x="2868149" y="1237"/>
                </a:lnTo>
                <a:lnTo>
                  <a:pt x="2868136" y="31871"/>
                </a:lnTo>
                <a:lnTo>
                  <a:pt x="2776234" y="31822"/>
                </a:lnTo>
                <a:lnTo>
                  <a:pt x="2776247" y="1188"/>
                </a:lnTo>
                <a:moveTo>
                  <a:pt x="2898783" y="1250"/>
                </a:moveTo>
                <a:lnTo>
                  <a:pt x="2990686" y="1293"/>
                </a:lnTo>
                <a:lnTo>
                  <a:pt x="2990674" y="31927"/>
                </a:lnTo>
                <a:lnTo>
                  <a:pt x="2898771" y="31884"/>
                </a:lnTo>
                <a:lnTo>
                  <a:pt x="2898783" y="1250"/>
                </a:lnTo>
                <a:moveTo>
                  <a:pt x="3021320" y="1311"/>
                </a:moveTo>
                <a:lnTo>
                  <a:pt x="3113224" y="1353"/>
                </a:lnTo>
                <a:lnTo>
                  <a:pt x="3113211" y="31988"/>
                </a:lnTo>
                <a:lnTo>
                  <a:pt x="3021308" y="31945"/>
                </a:lnTo>
                <a:lnTo>
                  <a:pt x="3021320" y="1311"/>
                </a:lnTo>
                <a:moveTo>
                  <a:pt x="3143858" y="1372"/>
                </a:moveTo>
                <a:lnTo>
                  <a:pt x="3235760" y="1415"/>
                </a:lnTo>
                <a:lnTo>
                  <a:pt x="3235749" y="32049"/>
                </a:lnTo>
                <a:lnTo>
                  <a:pt x="3143846" y="32006"/>
                </a:lnTo>
                <a:lnTo>
                  <a:pt x="3143858" y="1372"/>
                </a:lnTo>
                <a:moveTo>
                  <a:pt x="3266395" y="1434"/>
                </a:moveTo>
                <a:lnTo>
                  <a:pt x="3358298" y="1477"/>
                </a:lnTo>
                <a:lnTo>
                  <a:pt x="3358285" y="32111"/>
                </a:lnTo>
                <a:lnTo>
                  <a:pt x="3266383" y="32068"/>
                </a:lnTo>
                <a:lnTo>
                  <a:pt x="3266395" y="1434"/>
                </a:lnTo>
                <a:moveTo>
                  <a:pt x="3388932" y="1495"/>
                </a:moveTo>
                <a:lnTo>
                  <a:pt x="3480835" y="1537"/>
                </a:lnTo>
                <a:lnTo>
                  <a:pt x="3480823" y="32172"/>
                </a:lnTo>
                <a:lnTo>
                  <a:pt x="3388920" y="32129"/>
                </a:lnTo>
                <a:lnTo>
                  <a:pt x="3388932" y="1495"/>
                </a:lnTo>
                <a:moveTo>
                  <a:pt x="3511469" y="1556"/>
                </a:moveTo>
                <a:lnTo>
                  <a:pt x="3521389" y="1562"/>
                </a:lnTo>
                <a:lnTo>
                  <a:pt x="3521371" y="32196"/>
                </a:lnTo>
                <a:lnTo>
                  <a:pt x="3511457" y="32190"/>
                </a:lnTo>
                <a:lnTo>
                  <a:pt x="3511469" y="1556"/>
                </a:lnTo>
                <a:moveTo>
                  <a:pt x="3521382" y="1562"/>
                </a:moveTo>
                <a:lnTo>
                  <a:pt x="3585427" y="1574"/>
                </a:lnTo>
                <a:lnTo>
                  <a:pt x="3603397" y="1612"/>
                </a:lnTo>
                <a:lnTo>
                  <a:pt x="3603336" y="32246"/>
                </a:lnTo>
                <a:lnTo>
                  <a:pt x="3585378" y="32208"/>
                </a:lnTo>
                <a:lnTo>
                  <a:pt x="3585402" y="32208"/>
                </a:lnTo>
                <a:lnTo>
                  <a:pt x="3521377" y="32196"/>
                </a:lnTo>
                <a:lnTo>
                  <a:pt x="3521382" y="1562"/>
                </a:lnTo>
                <a:moveTo>
                  <a:pt x="3634074" y="1728"/>
                </a:moveTo>
                <a:lnTo>
                  <a:pt x="3642695" y="1764"/>
                </a:lnTo>
                <a:lnTo>
                  <a:pt x="3668911" y="1991"/>
                </a:lnTo>
                <a:lnTo>
                  <a:pt x="3693584" y="2334"/>
                </a:lnTo>
                <a:lnTo>
                  <a:pt x="3716762" y="2830"/>
                </a:lnTo>
                <a:lnTo>
                  <a:pt x="3726363" y="3124"/>
                </a:lnTo>
                <a:lnTo>
                  <a:pt x="3725419" y="33747"/>
                </a:lnTo>
                <a:lnTo>
                  <a:pt x="3715893" y="33453"/>
                </a:lnTo>
                <a:lnTo>
                  <a:pt x="3716039" y="33458"/>
                </a:lnTo>
                <a:lnTo>
                  <a:pt x="3692984" y="32962"/>
                </a:lnTo>
                <a:lnTo>
                  <a:pt x="3693100" y="32968"/>
                </a:lnTo>
                <a:lnTo>
                  <a:pt x="3668526" y="32619"/>
                </a:lnTo>
                <a:lnTo>
                  <a:pt x="3668605" y="32625"/>
                </a:lnTo>
                <a:lnTo>
                  <a:pt x="3642462" y="32399"/>
                </a:lnTo>
                <a:lnTo>
                  <a:pt x="3642523" y="32399"/>
                </a:lnTo>
                <a:lnTo>
                  <a:pt x="3633927" y="32362"/>
                </a:lnTo>
                <a:lnTo>
                  <a:pt x="3634074" y="1728"/>
                </a:lnTo>
                <a:moveTo>
                  <a:pt x="3757212" y="4301"/>
                </a:moveTo>
                <a:lnTo>
                  <a:pt x="3758848" y="4374"/>
                </a:lnTo>
                <a:lnTo>
                  <a:pt x="3768522" y="4901"/>
                </a:lnTo>
                <a:lnTo>
                  <a:pt x="3777866" y="5483"/>
                </a:lnTo>
                <a:lnTo>
                  <a:pt x="3786896" y="6133"/>
                </a:lnTo>
                <a:lnTo>
                  <a:pt x="3795609" y="6850"/>
                </a:lnTo>
                <a:lnTo>
                  <a:pt x="3804021" y="7640"/>
                </a:lnTo>
                <a:lnTo>
                  <a:pt x="3812139" y="8510"/>
                </a:lnTo>
                <a:lnTo>
                  <a:pt x="3819963" y="9460"/>
                </a:lnTo>
                <a:lnTo>
                  <a:pt x="3827505" y="10495"/>
                </a:lnTo>
                <a:lnTo>
                  <a:pt x="3834778" y="11617"/>
                </a:lnTo>
                <a:lnTo>
                  <a:pt x="3841781" y="12842"/>
                </a:lnTo>
                <a:lnTo>
                  <a:pt x="3848521" y="14165"/>
                </a:lnTo>
                <a:lnTo>
                  <a:pt x="3851044" y="14722"/>
                </a:lnTo>
                <a:lnTo>
                  <a:pt x="3844458" y="44640"/>
                </a:lnTo>
                <a:lnTo>
                  <a:pt x="3842105" y="44119"/>
                </a:lnTo>
                <a:lnTo>
                  <a:pt x="3842448" y="44193"/>
                </a:lnTo>
                <a:lnTo>
                  <a:pt x="3836040" y="42931"/>
                </a:lnTo>
                <a:lnTo>
                  <a:pt x="3836352" y="42992"/>
                </a:lnTo>
                <a:lnTo>
                  <a:pt x="3829650" y="41822"/>
                </a:lnTo>
                <a:lnTo>
                  <a:pt x="3829937" y="41871"/>
                </a:lnTo>
                <a:lnTo>
                  <a:pt x="3822947" y="40786"/>
                </a:lnTo>
                <a:lnTo>
                  <a:pt x="3823211" y="40823"/>
                </a:lnTo>
                <a:lnTo>
                  <a:pt x="3815913" y="39824"/>
                </a:lnTo>
                <a:lnTo>
                  <a:pt x="3816152" y="39855"/>
                </a:lnTo>
                <a:lnTo>
                  <a:pt x="3808554" y="38930"/>
                </a:lnTo>
                <a:lnTo>
                  <a:pt x="3808770" y="38955"/>
                </a:lnTo>
                <a:lnTo>
                  <a:pt x="3800860" y="38109"/>
                </a:lnTo>
                <a:lnTo>
                  <a:pt x="3801055" y="38127"/>
                </a:lnTo>
                <a:lnTo>
                  <a:pt x="3792833" y="37355"/>
                </a:lnTo>
                <a:lnTo>
                  <a:pt x="3793011" y="37373"/>
                </a:lnTo>
                <a:lnTo>
                  <a:pt x="3784458" y="36669"/>
                </a:lnTo>
                <a:lnTo>
                  <a:pt x="3784618" y="36681"/>
                </a:lnTo>
                <a:lnTo>
                  <a:pt x="3775745" y="36044"/>
                </a:lnTo>
                <a:lnTo>
                  <a:pt x="3775887" y="36050"/>
                </a:lnTo>
                <a:lnTo>
                  <a:pt x="3766678" y="35475"/>
                </a:lnTo>
                <a:lnTo>
                  <a:pt x="3766806" y="35486"/>
                </a:lnTo>
                <a:lnTo>
                  <a:pt x="3757255" y="34972"/>
                </a:lnTo>
                <a:lnTo>
                  <a:pt x="3757371" y="34972"/>
                </a:lnTo>
                <a:lnTo>
                  <a:pt x="3755790" y="34905"/>
                </a:lnTo>
                <a:lnTo>
                  <a:pt x="3757212" y="4301"/>
                </a:lnTo>
                <a:moveTo>
                  <a:pt x="3882622" y="24060"/>
                </a:moveTo>
                <a:lnTo>
                  <a:pt x="3883977" y="24581"/>
                </a:lnTo>
                <a:lnTo>
                  <a:pt x="3889111" y="26798"/>
                </a:lnTo>
                <a:lnTo>
                  <a:pt x="3894031" y="29176"/>
                </a:lnTo>
                <a:lnTo>
                  <a:pt x="3898748" y="31719"/>
                </a:lnTo>
                <a:lnTo>
                  <a:pt x="3903258" y="34433"/>
                </a:lnTo>
                <a:lnTo>
                  <a:pt x="3907552" y="37330"/>
                </a:lnTo>
                <a:lnTo>
                  <a:pt x="3911639" y="40413"/>
                </a:lnTo>
                <a:lnTo>
                  <a:pt x="3915505" y="43678"/>
                </a:lnTo>
                <a:lnTo>
                  <a:pt x="3919151" y="47127"/>
                </a:lnTo>
                <a:lnTo>
                  <a:pt x="3922564" y="50761"/>
                </a:lnTo>
                <a:lnTo>
                  <a:pt x="3925750" y="54572"/>
                </a:lnTo>
                <a:lnTo>
                  <a:pt x="3928702" y="58554"/>
                </a:lnTo>
                <a:lnTo>
                  <a:pt x="3931417" y="62696"/>
                </a:lnTo>
                <a:lnTo>
                  <a:pt x="3933904" y="66991"/>
                </a:lnTo>
                <a:lnTo>
                  <a:pt x="3936165" y="71427"/>
                </a:lnTo>
                <a:lnTo>
                  <a:pt x="3938205" y="76004"/>
                </a:lnTo>
                <a:lnTo>
                  <a:pt x="3940037" y="80715"/>
                </a:lnTo>
                <a:lnTo>
                  <a:pt x="3941667" y="85561"/>
                </a:lnTo>
                <a:lnTo>
                  <a:pt x="3943113" y="90531"/>
                </a:lnTo>
                <a:lnTo>
                  <a:pt x="3944381" y="95628"/>
                </a:lnTo>
                <a:lnTo>
                  <a:pt x="3945490" y="100860"/>
                </a:lnTo>
                <a:lnTo>
                  <a:pt x="3946072" y="104175"/>
                </a:lnTo>
                <a:lnTo>
                  <a:pt x="3915910" y="109505"/>
                </a:lnTo>
                <a:lnTo>
                  <a:pt x="3915364" y="106442"/>
                </a:lnTo>
                <a:lnTo>
                  <a:pt x="3915462" y="106938"/>
                </a:lnTo>
                <a:lnTo>
                  <a:pt x="3914464" y="102221"/>
                </a:lnTo>
                <a:lnTo>
                  <a:pt x="3914592" y="102759"/>
                </a:lnTo>
                <a:lnTo>
                  <a:pt x="3913459" y="98220"/>
                </a:lnTo>
                <a:lnTo>
                  <a:pt x="3913618" y="98795"/>
                </a:lnTo>
                <a:lnTo>
                  <a:pt x="3912343" y="94427"/>
                </a:lnTo>
                <a:lnTo>
                  <a:pt x="3912540" y="95045"/>
                </a:lnTo>
                <a:lnTo>
                  <a:pt x="3911118" y="90843"/>
                </a:lnTo>
                <a:lnTo>
                  <a:pt x="3911357" y="91498"/>
                </a:lnTo>
                <a:lnTo>
                  <a:pt x="3909789" y="87455"/>
                </a:lnTo>
                <a:lnTo>
                  <a:pt x="3910077" y="88141"/>
                </a:lnTo>
                <a:lnTo>
                  <a:pt x="3908343" y="84262"/>
                </a:lnTo>
                <a:lnTo>
                  <a:pt x="3908686" y="84973"/>
                </a:lnTo>
                <a:lnTo>
                  <a:pt x="3906787" y="81254"/>
                </a:lnTo>
                <a:lnTo>
                  <a:pt x="3907185" y="81977"/>
                </a:lnTo>
                <a:lnTo>
                  <a:pt x="3905120" y="78411"/>
                </a:lnTo>
                <a:lnTo>
                  <a:pt x="3905567" y="79141"/>
                </a:lnTo>
                <a:lnTo>
                  <a:pt x="3903325" y="75722"/>
                </a:lnTo>
                <a:lnTo>
                  <a:pt x="3903828" y="76438"/>
                </a:lnTo>
                <a:lnTo>
                  <a:pt x="3901408" y="73173"/>
                </a:lnTo>
                <a:lnTo>
                  <a:pt x="3901959" y="73871"/>
                </a:lnTo>
                <a:lnTo>
                  <a:pt x="3899343" y="70747"/>
                </a:lnTo>
                <a:lnTo>
                  <a:pt x="3899937" y="71421"/>
                </a:lnTo>
                <a:lnTo>
                  <a:pt x="3897137" y="68437"/>
                </a:lnTo>
                <a:lnTo>
                  <a:pt x="3897762" y="69061"/>
                </a:lnTo>
                <a:lnTo>
                  <a:pt x="3894760" y="66219"/>
                </a:lnTo>
                <a:lnTo>
                  <a:pt x="3895410" y="66801"/>
                </a:lnTo>
                <a:lnTo>
                  <a:pt x="3892199" y="64087"/>
                </a:lnTo>
                <a:lnTo>
                  <a:pt x="3892860" y="64613"/>
                </a:lnTo>
                <a:lnTo>
                  <a:pt x="3889436" y="62035"/>
                </a:lnTo>
                <a:lnTo>
                  <a:pt x="3890097" y="62506"/>
                </a:lnTo>
                <a:lnTo>
                  <a:pt x="3886458" y="60056"/>
                </a:lnTo>
                <a:lnTo>
                  <a:pt x="3887114" y="60472"/>
                </a:lnTo>
                <a:lnTo>
                  <a:pt x="3883253" y="58144"/>
                </a:lnTo>
                <a:lnTo>
                  <a:pt x="3883891" y="58512"/>
                </a:lnTo>
                <a:lnTo>
                  <a:pt x="3879798" y="56306"/>
                </a:lnTo>
                <a:lnTo>
                  <a:pt x="3880411" y="56618"/>
                </a:lnTo>
                <a:lnTo>
                  <a:pt x="3876085" y="54529"/>
                </a:lnTo>
                <a:lnTo>
                  <a:pt x="3876667" y="54798"/>
                </a:lnTo>
                <a:lnTo>
                  <a:pt x="3872103" y="52826"/>
                </a:lnTo>
                <a:lnTo>
                  <a:pt x="3872654" y="53046"/>
                </a:lnTo>
                <a:lnTo>
                  <a:pt x="3871576" y="52629"/>
                </a:lnTo>
                <a:lnTo>
                  <a:pt x="3882622" y="24060"/>
                </a:lnTo>
                <a:moveTo>
                  <a:pt x="3949258" y="136770"/>
                </a:moveTo>
                <a:lnTo>
                  <a:pt x="3949424" y="141500"/>
                </a:lnTo>
                <a:lnTo>
                  <a:pt x="3949552" y="147939"/>
                </a:lnTo>
                <a:lnTo>
                  <a:pt x="3949589" y="154507"/>
                </a:lnTo>
                <a:lnTo>
                  <a:pt x="3949632" y="229199"/>
                </a:lnTo>
                <a:lnTo>
                  <a:pt x="3918998" y="229217"/>
                </a:lnTo>
                <a:lnTo>
                  <a:pt x="3918955" y="154568"/>
                </a:lnTo>
                <a:lnTo>
                  <a:pt x="3918955" y="154654"/>
                </a:lnTo>
                <a:lnTo>
                  <a:pt x="3918917" y="148233"/>
                </a:lnTo>
                <a:lnTo>
                  <a:pt x="3918917" y="148435"/>
                </a:lnTo>
                <a:lnTo>
                  <a:pt x="3918795" y="142216"/>
                </a:lnTo>
                <a:lnTo>
                  <a:pt x="3918801" y="142449"/>
                </a:lnTo>
                <a:lnTo>
                  <a:pt x="3918642" y="137842"/>
                </a:lnTo>
                <a:lnTo>
                  <a:pt x="3949258" y="136770"/>
                </a:lnTo>
                <a:moveTo>
                  <a:pt x="3949650" y="259834"/>
                </a:moveTo>
                <a:lnTo>
                  <a:pt x="3949705" y="351737"/>
                </a:lnTo>
                <a:lnTo>
                  <a:pt x="3919071" y="351755"/>
                </a:lnTo>
                <a:lnTo>
                  <a:pt x="3919016" y="259852"/>
                </a:lnTo>
                <a:lnTo>
                  <a:pt x="3949650" y="259834"/>
                </a:lnTo>
                <a:moveTo>
                  <a:pt x="3949724" y="382371"/>
                </a:moveTo>
                <a:lnTo>
                  <a:pt x="3949778" y="474274"/>
                </a:lnTo>
                <a:lnTo>
                  <a:pt x="3919144" y="474292"/>
                </a:lnTo>
                <a:lnTo>
                  <a:pt x="3919090" y="382389"/>
                </a:lnTo>
                <a:lnTo>
                  <a:pt x="3949724" y="382371"/>
                </a:lnTo>
                <a:moveTo>
                  <a:pt x="3949797" y="504908"/>
                </a:moveTo>
                <a:lnTo>
                  <a:pt x="3949853" y="596811"/>
                </a:lnTo>
                <a:lnTo>
                  <a:pt x="3919218" y="596830"/>
                </a:lnTo>
                <a:lnTo>
                  <a:pt x="3919163" y="504926"/>
                </a:lnTo>
                <a:lnTo>
                  <a:pt x="3949797" y="504908"/>
                </a:lnTo>
                <a:moveTo>
                  <a:pt x="3949871" y="627445"/>
                </a:moveTo>
                <a:lnTo>
                  <a:pt x="3949926" y="719348"/>
                </a:lnTo>
                <a:lnTo>
                  <a:pt x="3919292" y="719367"/>
                </a:lnTo>
                <a:lnTo>
                  <a:pt x="3919236" y="627464"/>
                </a:lnTo>
                <a:lnTo>
                  <a:pt x="3949871" y="627445"/>
                </a:lnTo>
                <a:moveTo>
                  <a:pt x="3949945" y="749983"/>
                </a:moveTo>
                <a:lnTo>
                  <a:pt x="3949999" y="841886"/>
                </a:lnTo>
                <a:lnTo>
                  <a:pt x="3919365" y="841904"/>
                </a:lnTo>
                <a:lnTo>
                  <a:pt x="3919310" y="750001"/>
                </a:lnTo>
                <a:lnTo>
                  <a:pt x="3949945" y="749983"/>
                </a:lnTo>
                <a:moveTo>
                  <a:pt x="3950018" y="872520"/>
                </a:moveTo>
                <a:lnTo>
                  <a:pt x="3950073" y="964423"/>
                </a:lnTo>
                <a:lnTo>
                  <a:pt x="3919438" y="964441"/>
                </a:lnTo>
                <a:lnTo>
                  <a:pt x="3919384" y="872539"/>
                </a:lnTo>
                <a:lnTo>
                  <a:pt x="3950018" y="872520"/>
                </a:lnTo>
                <a:moveTo>
                  <a:pt x="3950091" y="995057"/>
                </a:moveTo>
                <a:lnTo>
                  <a:pt x="3950146" y="1086960"/>
                </a:lnTo>
                <a:lnTo>
                  <a:pt x="3919512" y="1086972"/>
                </a:lnTo>
                <a:lnTo>
                  <a:pt x="3919457" y="995075"/>
                </a:lnTo>
                <a:lnTo>
                  <a:pt x="3950091" y="995057"/>
                </a:lnTo>
                <a:moveTo>
                  <a:pt x="3950165" y="1117595"/>
                </a:moveTo>
                <a:lnTo>
                  <a:pt x="3950220" y="1209497"/>
                </a:lnTo>
                <a:lnTo>
                  <a:pt x="3919586" y="1209510"/>
                </a:lnTo>
                <a:lnTo>
                  <a:pt x="3919531" y="1117607"/>
                </a:lnTo>
                <a:lnTo>
                  <a:pt x="3950165" y="1117595"/>
                </a:lnTo>
                <a:moveTo>
                  <a:pt x="3950238" y="1240131"/>
                </a:moveTo>
                <a:lnTo>
                  <a:pt x="3950293" y="1332034"/>
                </a:lnTo>
                <a:lnTo>
                  <a:pt x="3919659" y="1332047"/>
                </a:lnTo>
                <a:lnTo>
                  <a:pt x="3919604" y="1240144"/>
                </a:lnTo>
                <a:lnTo>
                  <a:pt x="3950238" y="1240131"/>
                </a:lnTo>
                <a:moveTo>
                  <a:pt x="3950312" y="1362669"/>
                </a:moveTo>
                <a:lnTo>
                  <a:pt x="3950367" y="1454572"/>
                </a:lnTo>
                <a:lnTo>
                  <a:pt x="3919733" y="1454584"/>
                </a:lnTo>
                <a:lnTo>
                  <a:pt x="3919678" y="1362681"/>
                </a:lnTo>
                <a:lnTo>
                  <a:pt x="3950312" y="1362669"/>
                </a:lnTo>
                <a:moveTo>
                  <a:pt x="3950385" y="1485206"/>
                </a:moveTo>
                <a:lnTo>
                  <a:pt x="3950441" y="1577109"/>
                </a:lnTo>
                <a:lnTo>
                  <a:pt x="3919806" y="1577121"/>
                </a:lnTo>
                <a:lnTo>
                  <a:pt x="3919751" y="1485219"/>
                </a:lnTo>
                <a:lnTo>
                  <a:pt x="3950385" y="1485206"/>
                </a:lnTo>
                <a:moveTo>
                  <a:pt x="3950459" y="1607743"/>
                </a:moveTo>
                <a:lnTo>
                  <a:pt x="3950508" y="1699640"/>
                </a:lnTo>
                <a:lnTo>
                  <a:pt x="3919873" y="1699658"/>
                </a:lnTo>
                <a:lnTo>
                  <a:pt x="3919824" y="1607755"/>
                </a:lnTo>
                <a:lnTo>
                  <a:pt x="3950459" y="1607743"/>
                </a:lnTo>
                <a:moveTo>
                  <a:pt x="3950526" y="1730274"/>
                </a:moveTo>
                <a:lnTo>
                  <a:pt x="3950582" y="1822177"/>
                </a:lnTo>
                <a:lnTo>
                  <a:pt x="3919948" y="1822196"/>
                </a:lnTo>
                <a:lnTo>
                  <a:pt x="3919892" y="1730293"/>
                </a:lnTo>
                <a:lnTo>
                  <a:pt x="3950526" y="1730274"/>
                </a:lnTo>
                <a:moveTo>
                  <a:pt x="3950593" y="1852854"/>
                </a:moveTo>
                <a:lnTo>
                  <a:pt x="3950575" y="1861254"/>
                </a:lnTo>
                <a:lnTo>
                  <a:pt x="3950453" y="1873305"/>
                </a:lnTo>
                <a:lnTo>
                  <a:pt x="3950171" y="1884665"/>
                </a:lnTo>
                <a:lnTo>
                  <a:pt x="3949945" y="1890179"/>
                </a:lnTo>
                <a:lnTo>
                  <a:pt x="3949650" y="1895516"/>
                </a:lnTo>
                <a:lnTo>
                  <a:pt x="3949276" y="1900718"/>
                </a:lnTo>
                <a:lnTo>
                  <a:pt x="3948817" y="1905791"/>
                </a:lnTo>
                <a:lnTo>
                  <a:pt x="3948253" y="1910741"/>
                </a:lnTo>
                <a:lnTo>
                  <a:pt x="3947579" y="1915575"/>
                </a:lnTo>
                <a:lnTo>
                  <a:pt x="3946783" y="1920293"/>
                </a:lnTo>
                <a:lnTo>
                  <a:pt x="3945845" y="1924912"/>
                </a:lnTo>
                <a:lnTo>
                  <a:pt x="3944754" y="1929428"/>
                </a:lnTo>
                <a:lnTo>
                  <a:pt x="3943499" y="1933839"/>
                </a:lnTo>
                <a:lnTo>
                  <a:pt x="3942059" y="1938153"/>
                </a:lnTo>
                <a:lnTo>
                  <a:pt x="3940417" y="1942362"/>
                </a:lnTo>
                <a:lnTo>
                  <a:pt x="3938560" y="1946467"/>
                </a:lnTo>
                <a:lnTo>
                  <a:pt x="3936477" y="1950450"/>
                </a:lnTo>
                <a:lnTo>
                  <a:pt x="3936214" y="1950896"/>
                </a:lnTo>
                <a:lnTo>
                  <a:pt x="3909954" y="1935107"/>
                </a:lnTo>
                <a:lnTo>
                  <a:pt x="3909752" y="1935450"/>
                </a:lnTo>
                <a:lnTo>
                  <a:pt x="3909985" y="1935059"/>
                </a:lnTo>
                <a:lnTo>
                  <a:pt x="3909538" y="1935861"/>
                </a:lnTo>
                <a:lnTo>
                  <a:pt x="3911204" y="1932663"/>
                </a:lnTo>
                <a:lnTo>
                  <a:pt x="3910824" y="1933447"/>
                </a:lnTo>
                <a:lnTo>
                  <a:pt x="3912338" y="1930108"/>
                </a:lnTo>
                <a:lnTo>
                  <a:pt x="3912019" y="1930855"/>
                </a:lnTo>
                <a:lnTo>
                  <a:pt x="3913379" y="1927375"/>
                </a:lnTo>
                <a:lnTo>
                  <a:pt x="3913122" y="1928080"/>
                </a:lnTo>
                <a:lnTo>
                  <a:pt x="3914335" y="1924453"/>
                </a:lnTo>
                <a:lnTo>
                  <a:pt x="3914133" y="1925109"/>
                </a:lnTo>
                <a:lnTo>
                  <a:pt x="3915211" y="1921328"/>
                </a:lnTo>
                <a:lnTo>
                  <a:pt x="3915051" y="1921935"/>
                </a:lnTo>
                <a:lnTo>
                  <a:pt x="3916001" y="1917995"/>
                </a:lnTo>
                <a:lnTo>
                  <a:pt x="3915879" y="1918546"/>
                </a:lnTo>
                <a:lnTo>
                  <a:pt x="3916712" y="1914448"/>
                </a:lnTo>
                <a:lnTo>
                  <a:pt x="3916620" y="1914944"/>
                </a:lnTo>
                <a:lnTo>
                  <a:pt x="3917337" y="1910686"/>
                </a:lnTo>
                <a:lnTo>
                  <a:pt x="3917270" y="1911126"/>
                </a:lnTo>
                <a:lnTo>
                  <a:pt x="3917888" y="1906709"/>
                </a:lnTo>
                <a:lnTo>
                  <a:pt x="3917840" y="1907095"/>
                </a:lnTo>
                <a:lnTo>
                  <a:pt x="3918354" y="1902506"/>
                </a:lnTo>
                <a:lnTo>
                  <a:pt x="3918323" y="1902850"/>
                </a:lnTo>
                <a:lnTo>
                  <a:pt x="3918752" y="1898089"/>
                </a:lnTo>
                <a:lnTo>
                  <a:pt x="3918728" y="1898383"/>
                </a:lnTo>
                <a:lnTo>
                  <a:pt x="3919084" y="1893457"/>
                </a:lnTo>
                <a:lnTo>
                  <a:pt x="3919065" y="1893708"/>
                </a:lnTo>
                <a:lnTo>
                  <a:pt x="3919347" y="1888599"/>
                </a:lnTo>
                <a:lnTo>
                  <a:pt x="3919341" y="1888813"/>
                </a:lnTo>
                <a:lnTo>
                  <a:pt x="3919555" y="1883525"/>
                </a:lnTo>
                <a:lnTo>
                  <a:pt x="3919549" y="1883777"/>
                </a:lnTo>
                <a:lnTo>
                  <a:pt x="3919824" y="1872657"/>
                </a:lnTo>
                <a:lnTo>
                  <a:pt x="3919819" y="1872883"/>
                </a:lnTo>
                <a:lnTo>
                  <a:pt x="3919941" y="1861003"/>
                </a:lnTo>
                <a:lnTo>
                  <a:pt x="3919941" y="1861132"/>
                </a:lnTo>
                <a:lnTo>
                  <a:pt x="3919959" y="1852793"/>
                </a:lnTo>
                <a:lnTo>
                  <a:pt x="3950593" y="1852854"/>
                </a:lnTo>
                <a:moveTo>
                  <a:pt x="3909581" y="1977689"/>
                </a:moveTo>
                <a:lnTo>
                  <a:pt x="3907044" y="1979197"/>
                </a:lnTo>
                <a:lnTo>
                  <a:pt x="3902657" y="1981494"/>
                </a:lnTo>
                <a:lnTo>
                  <a:pt x="3898056" y="1983626"/>
                </a:lnTo>
                <a:lnTo>
                  <a:pt x="3893234" y="1985605"/>
                </a:lnTo>
                <a:lnTo>
                  <a:pt x="3888198" y="1987437"/>
                </a:lnTo>
                <a:lnTo>
                  <a:pt x="3882935" y="1989134"/>
                </a:lnTo>
                <a:lnTo>
                  <a:pt x="3877433" y="1990703"/>
                </a:lnTo>
                <a:lnTo>
                  <a:pt x="3871680" y="1992148"/>
                </a:lnTo>
                <a:lnTo>
                  <a:pt x="3865675" y="1993484"/>
                </a:lnTo>
                <a:lnTo>
                  <a:pt x="3859407" y="1994722"/>
                </a:lnTo>
                <a:lnTo>
                  <a:pt x="3852858" y="1995856"/>
                </a:lnTo>
                <a:lnTo>
                  <a:pt x="3846021" y="1996903"/>
                </a:lnTo>
                <a:lnTo>
                  <a:pt x="3838883" y="1997859"/>
                </a:lnTo>
                <a:lnTo>
                  <a:pt x="3831439" y="1998735"/>
                </a:lnTo>
                <a:lnTo>
                  <a:pt x="3823670" y="1999531"/>
                </a:lnTo>
                <a:lnTo>
                  <a:pt x="3815576" y="2000260"/>
                </a:lnTo>
                <a:lnTo>
                  <a:pt x="3814142" y="2000371"/>
                </a:lnTo>
                <a:lnTo>
                  <a:pt x="3811759" y="1969828"/>
                </a:lnTo>
                <a:lnTo>
                  <a:pt x="3813101" y="1969724"/>
                </a:lnTo>
                <a:lnTo>
                  <a:pt x="3812923" y="1969743"/>
                </a:lnTo>
                <a:lnTo>
                  <a:pt x="3820833" y="1969032"/>
                </a:lnTo>
                <a:lnTo>
                  <a:pt x="3820630" y="1969050"/>
                </a:lnTo>
                <a:lnTo>
                  <a:pt x="3828192" y="1968272"/>
                </a:lnTo>
                <a:lnTo>
                  <a:pt x="3827965" y="1968297"/>
                </a:lnTo>
                <a:lnTo>
                  <a:pt x="3835176" y="1967445"/>
                </a:lnTo>
                <a:lnTo>
                  <a:pt x="3834931" y="1967482"/>
                </a:lnTo>
                <a:lnTo>
                  <a:pt x="3841805" y="1966557"/>
                </a:lnTo>
                <a:lnTo>
                  <a:pt x="3841529" y="1966593"/>
                </a:lnTo>
                <a:lnTo>
                  <a:pt x="3848079" y="1965595"/>
                </a:lnTo>
                <a:lnTo>
                  <a:pt x="3847773" y="1965643"/>
                </a:lnTo>
                <a:lnTo>
                  <a:pt x="3854004" y="1964566"/>
                </a:lnTo>
                <a:lnTo>
                  <a:pt x="3853661" y="1964627"/>
                </a:lnTo>
                <a:lnTo>
                  <a:pt x="3859579" y="1963463"/>
                </a:lnTo>
                <a:lnTo>
                  <a:pt x="3859206" y="1963542"/>
                </a:lnTo>
                <a:lnTo>
                  <a:pt x="3864811" y="1962292"/>
                </a:lnTo>
                <a:lnTo>
                  <a:pt x="3864401" y="1962390"/>
                </a:lnTo>
                <a:lnTo>
                  <a:pt x="3869713" y="1961055"/>
                </a:lnTo>
                <a:lnTo>
                  <a:pt x="3869260" y="1961171"/>
                </a:lnTo>
                <a:lnTo>
                  <a:pt x="3874290" y="1959743"/>
                </a:lnTo>
                <a:lnTo>
                  <a:pt x="3873793" y="1959891"/>
                </a:lnTo>
                <a:lnTo>
                  <a:pt x="3878542" y="1958365"/>
                </a:lnTo>
                <a:lnTo>
                  <a:pt x="3878003" y="1958549"/>
                </a:lnTo>
                <a:lnTo>
                  <a:pt x="3882476" y="1956919"/>
                </a:lnTo>
                <a:lnTo>
                  <a:pt x="3881893" y="1957146"/>
                </a:lnTo>
                <a:lnTo>
                  <a:pt x="3886102" y="1955418"/>
                </a:lnTo>
                <a:lnTo>
                  <a:pt x="3885478" y="1955694"/>
                </a:lnTo>
                <a:lnTo>
                  <a:pt x="3889429" y="1953855"/>
                </a:lnTo>
                <a:lnTo>
                  <a:pt x="3888767" y="1954187"/>
                </a:lnTo>
                <a:lnTo>
                  <a:pt x="3892474" y="1952244"/>
                </a:lnTo>
                <a:lnTo>
                  <a:pt x="3891776" y="1952631"/>
                </a:lnTo>
                <a:lnTo>
                  <a:pt x="3893969" y="1951331"/>
                </a:lnTo>
                <a:lnTo>
                  <a:pt x="3909581" y="1977689"/>
                </a:lnTo>
                <a:moveTo>
                  <a:pt x="3783147" y="2002343"/>
                </a:moveTo>
                <a:lnTo>
                  <a:pt x="3779685" y="2002515"/>
                </a:lnTo>
                <a:lnTo>
                  <a:pt x="3769791" y="2002938"/>
                </a:lnTo>
                <a:lnTo>
                  <a:pt x="3759491" y="2003311"/>
                </a:lnTo>
                <a:lnTo>
                  <a:pt x="3737747" y="2003912"/>
                </a:lnTo>
                <a:lnTo>
                  <a:pt x="3714317" y="2004353"/>
                </a:lnTo>
                <a:lnTo>
                  <a:pt x="3690699" y="2004641"/>
                </a:lnTo>
                <a:lnTo>
                  <a:pt x="3690324" y="1974007"/>
                </a:lnTo>
                <a:lnTo>
                  <a:pt x="3713895" y="1973725"/>
                </a:lnTo>
                <a:lnTo>
                  <a:pt x="3713796" y="1973725"/>
                </a:lnTo>
                <a:lnTo>
                  <a:pt x="3737103" y="1973284"/>
                </a:lnTo>
                <a:lnTo>
                  <a:pt x="3736968" y="1973290"/>
                </a:lnTo>
                <a:lnTo>
                  <a:pt x="3758578" y="1972689"/>
                </a:lnTo>
                <a:lnTo>
                  <a:pt x="3758449" y="1972696"/>
                </a:lnTo>
                <a:lnTo>
                  <a:pt x="3768638" y="1972328"/>
                </a:lnTo>
                <a:lnTo>
                  <a:pt x="3768540" y="1972328"/>
                </a:lnTo>
                <a:lnTo>
                  <a:pt x="3778331" y="1971912"/>
                </a:lnTo>
                <a:lnTo>
                  <a:pt x="3778214" y="1971917"/>
                </a:lnTo>
                <a:lnTo>
                  <a:pt x="3781621" y="1971752"/>
                </a:lnTo>
                <a:lnTo>
                  <a:pt x="3783147" y="2002343"/>
                </a:lnTo>
                <a:moveTo>
                  <a:pt x="3659936" y="2004862"/>
                </a:moveTo>
                <a:lnTo>
                  <a:pt x="3633369" y="2004960"/>
                </a:lnTo>
                <a:lnTo>
                  <a:pt x="3569828" y="2005015"/>
                </a:lnTo>
                <a:lnTo>
                  <a:pt x="3567941" y="2005008"/>
                </a:lnTo>
                <a:lnTo>
                  <a:pt x="3568014" y="1974374"/>
                </a:lnTo>
                <a:lnTo>
                  <a:pt x="3569871" y="1974381"/>
                </a:lnTo>
                <a:lnTo>
                  <a:pt x="3569821" y="1974381"/>
                </a:lnTo>
                <a:lnTo>
                  <a:pt x="3633320" y="1974325"/>
                </a:lnTo>
                <a:lnTo>
                  <a:pt x="3633278" y="1974325"/>
                </a:lnTo>
                <a:lnTo>
                  <a:pt x="3659819" y="1974227"/>
                </a:lnTo>
                <a:lnTo>
                  <a:pt x="3659936" y="2004862"/>
                </a:lnTo>
                <a:moveTo>
                  <a:pt x="3537306" y="2004942"/>
                </a:moveTo>
                <a:lnTo>
                  <a:pt x="3445403" y="2004727"/>
                </a:lnTo>
                <a:lnTo>
                  <a:pt x="3445477" y="1974093"/>
                </a:lnTo>
                <a:lnTo>
                  <a:pt x="3537380" y="1974307"/>
                </a:lnTo>
                <a:lnTo>
                  <a:pt x="3537306" y="2004942"/>
                </a:lnTo>
                <a:moveTo>
                  <a:pt x="3414769" y="2004653"/>
                </a:moveTo>
                <a:lnTo>
                  <a:pt x="3322867" y="2004439"/>
                </a:lnTo>
                <a:lnTo>
                  <a:pt x="3322940" y="1973805"/>
                </a:lnTo>
                <a:lnTo>
                  <a:pt x="3414842" y="1974019"/>
                </a:lnTo>
                <a:lnTo>
                  <a:pt x="3414769" y="2004653"/>
                </a:lnTo>
                <a:moveTo>
                  <a:pt x="3292232" y="2004365"/>
                </a:moveTo>
                <a:lnTo>
                  <a:pt x="3200329" y="2004151"/>
                </a:lnTo>
                <a:lnTo>
                  <a:pt x="3200402" y="1973517"/>
                </a:lnTo>
                <a:lnTo>
                  <a:pt x="3292306" y="1973731"/>
                </a:lnTo>
                <a:lnTo>
                  <a:pt x="3292232" y="2004365"/>
                </a:lnTo>
                <a:moveTo>
                  <a:pt x="3169695" y="2004083"/>
                </a:moveTo>
                <a:lnTo>
                  <a:pt x="3077792" y="2003869"/>
                </a:lnTo>
                <a:lnTo>
                  <a:pt x="3077865" y="1973235"/>
                </a:lnTo>
                <a:lnTo>
                  <a:pt x="3169768" y="1973449"/>
                </a:lnTo>
                <a:lnTo>
                  <a:pt x="3169695" y="2004083"/>
                </a:lnTo>
                <a:moveTo>
                  <a:pt x="3047158" y="2003796"/>
                </a:moveTo>
                <a:lnTo>
                  <a:pt x="2955255" y="2003581"/>
                </a:lnTo>
                <a:lnTo>
                  <a:pt x="2955328" y="1972947"/>
                </a:lnTo>
                <a:lnTo>
                  <a:pt x="3047231" y="1973161"/>
                </a:lnTo>
                <a:lnTo>
                  <a:pt x="3047158" y="2003796"/>
                </a:lnTo>
                <a:moveTo>
                  <a:pt x="2924620" y="2003514"/>
                </a:moveTo>
                <a:lnTo>
                  <a:pt x="2832718" y="2003299"/>
                </a:lnTo>
                <a:lnTo>
                  <a:pt x="2832791" y="1972665"/>
                </a:lnTo>
                <a:lnTo>
                  <a:pt x="2924694" y="1972880"/>
                </a:lnTo>
                <a:lnTo>
                  <a:pt x="2924620" y="2003514"/>
                </a:lnTo>
                <a:moveTo>
                  <a:pt x="2802083" y="2003226"/>
                </a:moveTo>
                <a:lnTo>
                  <a:pt x="2710180" y="2003011"/>
                </a:lnTo>
                <a:lnTo>
                  <a:pt x="2710254" y="1972377"/>
                </a:lnTo>
                <a:lnTo>
                  <a:pt x="2802157" y="1972592"/>
                </a:lnTo>
                <a:lnTo>
                  <a:pt x="2802083" y="2003226"/>
                </a:lnTo>
                <a:moveTo>
                  <a:pt x="2679545" y="2002938"/>
                </a:moveTo>
                <a:lnTo>
                  <a:pt x="2587643" y="2002723"/>
                </a:lnTo>
                <a:lnTo>
                  <a:pt x="2587716" y="1972089"/>
                </a:lnTo>
                <a:lnTo>
                  <a:pt x="2679619" y="1972303"/>
                </a:lnTo>
                <a:lnTo>
                  <a:pt x="2679545" y="2002938"/>
                </a:lnTo>
                <a:moveTo>
                  <a:pt x="2557009" y="2002656"/>
                </a:moveTo>
                <a:lnTo>
                  <a:pt x="2465112" y="2002442"/>
                </a:lnTo>
                <a:lnTo>
                  <a:pt x="2465179" y="1971808"/>
                </a:lnTo>
                <a:lnTo>
                  <a:pt x="2557082" y="1972021"/>
                </a:lnTo>
                <a:lnTo>
                  <a:pt x="2557009" y="2002656"/>
                </a:lnTo>
                <a:moveTo>
                  <a:pt x="2434478" y="2002368"/>
                </a:moveTo>
                <a:lnTo>
                  <a:pt x="2342574" y="2002153"/>
                </a:lnTo>
                <a:lnTo>
                  <a:pt x="2342642" y="1971519"/>
                </a:lnTo>
                <a:lnTo>
                  <a:pt x="2434545" y="1971734"/>
                </a:lnTo>
                <a:lnTo>
                  <a:pt x="2434478" y="2002368"/>
                </a:lnTo>
                <a:moveTo>
                  <a:pt x="2311940" y="2002080"/>
                </a:moveTo>
                <a:lnTo>
                  <a:pt x="2220037" y="2001866"/>
                </a:lnTo>
                <a:lnTo>
                  <a:pt x="2220105" y="1971231"/>
                </a:lnTo>
                <a:lnTo>
                  <a:pt x="2312007" y="1971446"/>
                </a:lnTo>
                <a:lnTo>
                  <a:pt x="2311940" y="2002080"/>
                </a:lnTo>
                <a:moveTo>
                  <a:pt x="2189403" y="2001798"/>
                </a:moveTo>
                <a:lnTo>
                  <a:pt x="2097500" y="2001584"/>
                </a:lnTo>
                <a:lnTo>
                  <a:pt x="2097568" y="1970949"/>
                </a:lnTo>
                <a:lnTo>
                  <a:pt x="2189471" y="1971164"/>
                </a:lnTo>
                <a:lnTo>
                  <a:pt x="2189403" y="2001798"/>
                </a:lnTo>
                <a:moveTo>
                  <a:pt x="2066866" y="2001510"/>
                </a:moveTo>
                <a:lnTo>
                  <a:pt x="1974963" y="2001296"/>
                </a:lnTo>
                <a:lnTo>
                  <a:pt x="1975030" y="1970662"/>
                </a:lnTo>
                <a:lnTo>
                  <a:pt x="2066933" y="1970876"/>
                </a:lnTo>
                <a:lnTo>
                  <a:pt x="2066866" y="2001510"/>
                </a:lnTo>
                <a:moveTo>
                  <a:pt x="1944329" y="2001223"/>
                </a:moveTo>
                <a:lnTo>
                  <a:pt x="1852426" y="2001014"/>
                </a:lnTo>
                <a:lnTo>
                  <a:pt x="1852493" y="1970380"/>
                </a:lnTo>
                <a:lnTo>
                  <a:pt x="1944396" y="1970594"/>
                </a:lnTo>
                <a:lnTo>
                  <a:pt x="1944329" y="2001223"/>
                </a:lnTo>
                <a:moveTo>
                  <a:pt x="1821791" y="2000941"/>
                </a:moveTo>
                <a:lnTo>
                  <a:pt x="1729888" y="2000726"/>
                </a:lnTo>
                <a:lnTo>
                  <a:pt x="1729962" y="1970092"/>
                </a:lnTo>
                <a:lnTo>
                  <a:pt x="1821859" y="1970306"/>
                </a:lnTo>
                <a:lnTo>
                  <a:pt x="1821791" y="2000941"/>
                </a:lnTo>
                <a:moveTo>
                  <a:pt x="1699254" y="2000652"/>
                </a:moveTo>
                <a:lnTo>
                  <a:pt x="1607352" y="2000438"/>
                </a:lnTo>
                <a:lnTo>
                  <a:pt x="1607425" y="1969804"/>
                </a:lnTo>
                <a:lnTo>
                  <a:pt x="1699327" y="1970018"/>
                </a:lnTo>
                <a:lnTo>
                  <a:pt x="1699254" y="2000652"/>
                </a:lnTo>
                <a:moveTo>
                  <a:pt x="1576717" y="2000371"/>
                </a:moveTo>
                <a:lnTo>
                  <a:pt x="1484814" y="2000156"/>
                </a:lnTo>
                <a:lnTo>
                  <a:pt x="1484888" y="1969522"/>
                </a:lnTo>
                <a:lnTo>
                  <a:pt x="1576791" y="1969737"/>
                </a:lnTo>
                <a:lnTo>
                  <a:pt x="1576717" y="2000371"/>
                </a:lnTo>
                <a:moveTo>
                  <a:pt x="1454180" y="2000083"/>
                </a:moveTo>
                <a:lnTo>
                  <a:pt x="1362277" y="1999868"/>
                </a:lnTo>
                <a:lnTo>
                  <a:pt x="1362350" y="1969234"/>
                </a:lnTo>
                <a:lnTo>
                  <a:pt x="1454253" y="1969448"/>
                </a:lnTo>
                <a:lnTo>
                  <a:pt x="1454180" y="2000083"/>
                </a:lnTo>
                <a:moveTo>
                  <a:pt x="1331643" y="1999795"/>
                </a:moveTo>
                <a:lnTo>
                  <a:pt x="1239740" y="1999580"/>
                </a:lnTo>
                <a:lnTo>
                  <a:pt x="1239814" y="1968946"/>
                </a:lnTo>
                <a:lnTo>
                  <a:pt x="1331716" y="1969161"/>
                </a:lnTo>
                <a:lnTo>
                  <a:pt x="1331643" y="1999795"/>
                </a:lnTo>
                <a:moveTo>
                  <a:pt x="1209106" y="1999513"/>
                </a:moveTo>
                <a:lnTo>
                  <a:pt x="1117202" y="1999299"/>
                </a:lnTo>
                <a:lnTo>
                  <a:pt x="1117276" y="1968664"/>
                </a:lnTo>
                <a:lnTo>
                  <a:pt x="1209179" y="1968879"/>
                </a:lnTo>
                <a:lnTo>
                  <a:pt x="1209106" y="1999513"/>
                </a:lnTo>
                <a:moveTo>
                  <a:pt x="1086568" y="1999225"/>
                </a:moveTo>
                <a:lnTo>
                  <a:pt x="994665" y="1999011"/>
                </a:lnTo>
                <a:lnTo>
                  <a:pt x="994739" y="1968376"/>
                </a:lnTo>
                <a:lnTo>
                  <a:pt x="1086642" y="1968591"/>
                </a:lnTo>
                <a:lnTo>
                  <a:pt x="1086568" y="1999225"/>
                </a:lnTo>
                <a:moveTo>
                  <a:pt x="964031" y="1998943"/>
                </a:moveTo>
                <a:lnTo>
                  <a:pt x="872128" y="1998729"/>
                </a:lnTo>
                <a:lnTo>
                  <a:pt x="872202" y="1968094"/>
                </a:lnTo>
                <a:lnTo>
                  <a:pt x="964104" y="1968309"/>
                </a:lnTo>
                <a:lnTo>
                  <a:pt x="964031" y="1998943"/>
                </a:lnTo>
                <a:moveTo>
                  <a:pt x="841494" y="1998655"/>
                </a:moveTo>
                <a:lnTo>
                  <a:pt x="749591" y="1998441"/>
                </a:lnTo>
                <a:lnTo>
                  <a:pt x="749664" y="1967807"/>
                </a:lnTo>
                <a:lnTo>
                  <a:pt x="841567" y="1968021"/>
                </a:lnTo>
                <a:lnTo>
                  <a:pt x="841494" y="1998655"/>
                </a:lnTo>
                <a:moveTo>
                  <a:pt x="718956" y="1998367"/>
                </a:moveTo>
                <a:lnTo>
                  <a:pt x="627054" y="1998153"/>
                </a:lnTo>
                <a:lnTo>
                  <a:pt x="627127" y="1967519"/>
                </a:lnTo>
                <a:lnTo>
                  <a:pt x="719030" y="1967733"/>
                </a:lnTo>
                <a:lnTo>
                  <a:pt x="718956" y="1998367"/>
                </a:lnTo>
                <a:moveTo>
                  <a:pt x="596419" y="1998085"/>
                </a:moveTo>
                <a:lnTo>
                  <a:pt x="504516" y="1997871"/>
                </a:lnTo>
                <a:lnTo>
                  <a:pt x="504590" y="1967237"/>
                </a:lnTo>
                <a:lnTo>
                  <a:pt x="596493" y="1967451"/>
                </a:lnTo>
                <a:lnTo>
                  <a:pt x="596419" y="1998085"/>
                </a:lnTo>
                <a:moveTo>
                  <a:pt x="473882" y="1997797"/>
                </a:moveTo>
                <a:lnTo>
                  <a:pt x="390820" y="1997601"/>
                </a:lnTo>
                <a:lnTo>
                  <a:pt x="390851" y="1997601"/>
                </a:lnTo>
                <a:lnTo>
                  <a:pt x="382010" y="1997601"/>
                </a:lnTo>
                <a:lnTo>
                  <a:pt x="382028" y="1966967"/>
                </a:lnTo>
                <a:lnTo>
                  <a:pt x="390881" y="1966967"/>
                </a:lnTo>
                <a:lnTo>
                  <a:pt x="473956" y="1967163"/>
                </a:lnTo>
                <a:lnTo>
                  <a:pt x="473882" y="1997797"/>
                </a:lnTo>
                <a:moveTo>
                  <a:pt x="351345" y="1997565"/>
                </a:moveTo>
                <a:lnTo>
                  <a:pt x="327199" y="1997509"/>
                </a:lnTo>
                <a:lnTo>
                  <a:pt x="298237" y="1997357"/>
                </a:lnTo>
                <a:lnTo>
                  <a:pt x="271101" y="1997099"/>
                </a:lnTo>
                <a:lnTo>
                  <a:pt x="259252" y="1996915"/>
                </a:lnTo>
                <a:lnTo>
                  <a:pt x="259718" y="1966287"/>
                </a:lnTo>
                <a:lnTo>
                  <a:pt x="271524" y="1966465"/>
                </a:lnTo>
                <a:lnTo>
                  <a:pt x="271438" y="1966465"/>
                </a:lnTo>
                <a:lnTo>
                  <a:pt x="298501" y="1966722"/>
                </a:lnTo>
                <a:lnTo>
                  <a:pt x="298433" y="1966722"/>
                </a:lnTo>
                <a:lnTo>
                  <a:pt x="327340" y="1966875"/>
                </a:lnTo>
                <a:lnTo>
                  <a:pt x="327297" y="1966875"/>
                </a:lnTo>
                <a:lnTo>
                  <a:pt x="351418" y="1966931"/>
                </a:lnTo>
                <a:lnTo>
                  <a:pt x="351345" y="1997565"/>
                </a:lnTo>
                <a:moveTo>
                  <a:pt x="228507" y="1996321"/>
                </a:moveTo>
                <a:lnTo>
                  <a:pt x="222068" y="1996180"/>
                </a:lnTo>
                <a:lnTo>
                  <a:pt x="210825" y="1995843"/>
                </a:lnTo>
                <a:lnTo>
                  <a:pt x="199999" y="1995463"/>
                </a:lnTo>
                <a:lnTo>
                  <a:pt x="189559" y="1995034"/>
                </a:lnTo>
                <a:lnTo>
                  <a:pt x="179505" y="1994556"/>
                </a:lnTo>
                <a:lnTo>
                  <a:pt x="169818" y="1994017"/>
                </a:lnTo>
                <a:lnTo>
                  <a:pt x="160499" y="1993417"/>
                </a:lnTo>
                <a:lnTo>
                  <a:pt x="151536" y="1992755"/>
                </a:lnTo>
                <a:lnTo>
                  <a:pt x="142915" y="1992026"/>
                </a:lnTo>
                <a:lnTo>
                  <a:pt x="135636" y="1991321"/>
                </a:lnTo>
                <a:lnTo>
                  <a:pt x="138577" y="1960828"/>
                </a:lnTo>
                <a:lnTo>
                  <a:pt x="145764" y="1961526"/>
                </a:lnTo>
                <a:lnTo>
                  <a:pt x="145586" y="1961508"/>
                </a:lnTo>
                <a:lnTo>
                  <a:pt x="154035" y="1962225"/>
                </a:lnTo>
                <a:lnTo>
                  <a:pt x="153870" y="1962213"/>
                </a:lnTo>
                <a:lnTo>
                  <a:pt x="162680" y="1962862"/>
                </a:lnTo>
                <a:lnTo>
                  <a:pt x="162533" y="1962850"/>
                </a:lnTo>
                <a:lnTo>
                  <a:pt x="171717" y="1963438"/>
                </a:lnTo>
                <a:lnTo>
                  <a:pt x="171589" y="1963432"/>
                </a:lnTo>
                <a:lnTo>
                  <a:pt x="181147" y="1963965"/>
                </a:lnTo>
                <a:lnTo>
                  <a:pt x="181031" y="1963959"/>
                </a:lnTo>
                <a:lnTo>
                  <a:pt x="190974" y="1964437"/>
                </a:lnTo>
                <a:lnTo>
                  <a:pt x="190870" y="1964431"/>
                </a:lnTo>
                <a:lnTo>
                  <a:pt x="201206" y="1964853"/>
                </a:lnTo>
                <a:lnTo>
                  <a:pt x="201114" y="1964853"/>
                </a:lnTo>
                <a:lnTo>
                  <a:pt x="211855" y="1965227"/>
                </a:lnTo>
                <a:lnTo>
                  <a:pt x="211769" y="1965227"/>
                </a:lnTo>
                <a:lnTo>
                  <a:pt x="222920" y="1965552"/>
                </a:lnTo>
                <a:lnTo>
                  <a:pt x="222809" y="1965552"/>
                </a:lnTo>
                <a:lnTo>
                  <a:pt x="229200" y="1965699"/>
                </a:lnTo>
                <a:lnTo>
                  <a:pt x="228507" y="1996321"/>
                </a:lnTo>
                <a:moveTo>
                  <a:pt x="104028" y="1987125"/>
                </a:moveTo>
                <a:lnTo>
                  <a:pt x="97914" y="1986021"/>
                </a:lnTo>
                <a:lnTo>
                  <a:pt x="91444" y="1984710"/>
                </a:lnTo>
                <a:lnTo>
                  <a:pt x="85237" y="1983289"/>
                </a:lnTo>
                <a:lnTo>
                  <a:pt x="79294" y="1981764"/>
                </a:lnTo>
                <a:lnTo>
                  <a:pt x="73596" y="1980115"/>
                </a:lnTo>
                <a:lnTo>
                  <a:pt x="68143" y="1978344"/>
                </a:lnTo>
                <a:lnTo>
                  <a:pt x="62917" y="1976439"/>
                </a:lnTo>
                <a:lnTo>
                  <a:pt x="57917" y="1974393"/>
                </a:lnTo>
                <a:lnTo>
                  <a:pt x="53132" y="1972194"/>
                </a:lnTo>
                <a:lnTo>
                  <a:pt x="48568" y="1969834"/>
                </a:lnTo>
                <a:lnTo>
                  <a:pt x="44218" y="1967310"/>
                </a:lnTo>
                <a:lnTo>
                  <a:pt x="40082" y="1964608"/>
                </a:lnTo>
                <a:lnTo>
                  <a:pt x="36167" y="1961729"/>
                </a:lnTo>
                <a:lnTo>
                  <a:pt x="32466" y="1958671"/>
                </a:lnTo>
                <a:lnTo>
                  <a:pt x="28999" y="1955430"/>
                </a:lnTo>
                <a:lnTo>
                  <a:pt x="25770" y="1952011"/>
                </a:lnTo>
                <a:lnTo>
                  <a:pt x="22774" y="1948421"/>
                </a:lnTo>
                <a:lnTo>
                  <a:pt x="20017" y="1944678"/>
                </a:lnTo>
                <a:lnTo>
                  <a:pt x="17498" y="1940787"/>
                </a:lnTo>
                <a:lnTo>
                  <a:pt x="15550" y="1937350"/>
                </a:lnTo>
                <a:lnTo>
                  <a:pt x="42208" y="1922254"/>
                </a:lnTo>
                <a:lnTo>
                  <a:pt x="43930" y="1925292"/>
                </a:lnTo>
                <a:lnTo>
                  <a:pt x="43464" y="1924526"/>
                </a:lnTo>
                <a:lnTo>
                  <a:pt x="45486" y="1927657"/>
                </a:lnTo>
                <a:lnTo>
                  <a:pt x="44959" y="1926891"/>
                </a:lnTo>
                <a:lnTo>
                  <a:pt x="47165" y="1929887"/>
                </a:lnTo>
                <a:lnTo>
                  <a:pt x="46583" y="1929146"/>
                </a:lnTo>
                <a:lnTo>
                  <a:pt x="48972" y="1932007"/>
                </a:lnTo>
                <a:lnTo>
                  <a:pt x="48341" y="1931297"/>
                </a:lnTo>
                <a:lnTo>
                  <a:pt x="50933" y="1934029"/>
                </a:lnTo>
                <a:lnTo>
                  <a:pt x="50265" y="1933367"/>
                </a:lnTo>
                <a:lnTo>
                  <a:pt x="53053" y="1935977"/>
                </a:lnTo>
                <a:lnTo>
                  <a:pt x="52366" y="1935371"/>
                </a:lnTo>
                <a:lnTo>
                  <a:pt x="55362" y="1937852"/>
                </a:lnTo>
                <a:lnTo>
                  <a:pt x="54664" y="1937307"/>
                </a:lnTo>
                <a:lnTo>
                  <a:pt x="57880" y="1939672"/>
                </a:lnTo>
                <a:lnTo>
                  <a:pt x="57182" y="1939187"/>
                </a:lnTo>
                <a:lnTo>
                  <a:pt x="60631" y="1941436"/>
                </a:lnTo>
                <a:lnTo>
                  <a:pt x="59945" y="1941020"/>
                </a:lnTo>
                <a:lnTo>
                  <a:pt x="63621" y="1943152"/>
                </a:lnTo>
                <a:lnTo>
                  <a:pt x="62960" y="1942791"/>
                </a:lnTo>
                <a:lnTo>
                  <a:pt x="66881" y="1944813"/>
                </a:lnTo>
                <a:lnTo>
                  <a:pt x="66250" y="1944506"/>
                </a:lnTo>
                <a:lnTo>
                  <a:pt x="70416" y="1946424"/>
                </a:lnTo>
                <a:lnTo>
                  <a:pt x="69822" y="1946166"/>
                </a:lnTo>
                <a:lnTo>
                  <a:pt x="74245" y="1947974"/>
                </a:lnTo>
                <a:lnTo>
                  <a:pt x="73688" y="1947759"/>
                </a:lnTo>
                <a:lnTo>
                  <a:pt x="78381" y="1949468"/>
                </a:lnTo>
                <a:lnTo>
                  <a:pt x="77860" y="1949291"/>
                </a:lnTo>
                <a:lnTo>
                  <a:pt x="82823" y="1950902"/>
                </a:lnTo>
                <a:lnTo>
                  <a:pt x="82345" y="1950755"/>
                </a:lnTo>
                <a:lnTo>
                  <a:pt x="87584" y="1952269"/>
                </a:lnTo>
                <a:lnTo>
                  <a:pt x="87142" y="1952152"/>
                </a:lnTo>
                <a:lnTo>
                  <a:pt x="92669" y="1953574"/>
                </a:lnTo>
                <a:lnTo>
                  <a:pt x="92271" y="1953476"/>
                </a:lnTo>
                <a:lnTo>
                  <a:pt x="98091" y="1954805"/>
                </a:lnTo>
                <a:lnTo>
                  <a:pt x="97723" y="1954725"/>
                </a:lnTo>
                <a:lnTo>
                  <a:pt x="103844" y="1955970"/>
                </a:lnTo>
                <a:lnTo>
                  <a:pt x="103513" y="1955908"/>
                </a:lnTo>
                <a:lnTo>
                  <a:pt x="109463" y="1956974"/>
                </a:lnTo>
                <a:lnTo>
                  <a:pt x="104028" y="1987125"/>
                </a:lnTo>
                <a:moveTo>
                  <a:pt x="4577" y="1903229"/>
                </a:moveTo>
                <a:lnTo>
                  <a:pt x="4117" y="1900472"/>
                </a:lnTo>
                <a:lnTo>
                  <a:pt x="3431" y="1895442"/>
                </a:lnTo>
                <a:lnTo>
                  <a:pt x="2849" y="1890296"/>
                </a:lnTo>
                <a:lnTo>
                  <a:pt x="2371" y="1885020"/>
                </a:lnTo>
                <a:lnTo>
                  <a:pt x="1979" y="1879610"/>
                </a:lnTo>
                <a:lnTo>
                  <a:pt x="1673" y="1874066"/>
                </a:lnTo>
                <a:lnTo>
                  <a:pt x="1434" y="1868380"/>
                </a:lnTo>
                <a:lnTo>
                  <a:pt x="1262" y="1862510"/>
                </a:lnTo>
                <a:lnTo>
                  <a:pt x="1060" y="1850403"/>
                </a:lnTo>
                <a:lnTo>
                  <a:pt x="1011" y="1837647"/>
                </a:lnTo>
                <a:lnTo>
                  <a:pt x="31645" y="1837519"/>
                </a:lnTo>
                <a:lnTo>
                  <a:pt x="31694" y="1850189"/>
                </a:lnTo>
                <a:lnTo>
                  <a:pt x="31694" y="1849999"/>
                </a:lnTo>
                <a:lnTo>
                  <a:pt x="31890" y="1861904"/>
                </a:lnTo>
                <a:lnTo>
                  <a:pt x="31884" y="1861696"/>
                </a:lnTo>
                <a:lnTo>
                  <a:pt x="32056" y="1867369"/>
                </a:lnTo>
                <a:lnTo>
                  <a:pt x="32049" y="1867191"/>
                </a:lnTo>
                <a:lnTo>
                  <a:pt x="32276" y="1872687"/>
                </a:lnTo>
                <a:lnTo>
                  <a:pt x="32264" y="1872473"/>
                </a:lnTo>
                <a:lnTo>
                  <a:pt x="32564" y="1877791"/>
                </a:lnTo>
                <a:lnTo>
                  <a:pt x="32546" y="1877539"/>
                </a:lnTo>
                <a:lnTo>
                  <a:pt x="32913" y="1882679"/>
                </a:lnTo>
                <a:lnTo>
                  <a:pt x="32895" y="1882392"/>
                </a:lnTo>
                <a:lnTo>
                  <a:pt x="33342" y="1887361"/>
                </a:lnTo>
                <a:lnTo>
                  <a:pt x="33312" y="1887030"/>
                </a:lnTo>
                <a:lnTo>
                  <a:pt x="33851" y="1891833"/>
                </a:lnTo>
                <a:lnTo>
                  <a:pt x="33802" y="1891460"/>
                </a:lnTo>
                <a:lnTo>
                  <a:pt x="34439" y="1896091"/>
                </a:lnTo>
                <a:lnTo>
                  <a:pt x="34378" y="1895669"/>
                </a:lnTo>
                <a:lnTo>
                  <a:pt x="34800" y="1898211"/>
                </a:lnTo>
                <a:lnTo>
                  <a:pt x="4577" y="1903229"/>
                </a:lnTo>
              </a:path>
            </a:pathLst>
          </a:custGeom>
          <a:solidFill xmlns:a="http://schemas.openxmlformats.org/drawingml/2006/main">
            <a:srgbClr val="2F52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463710ED-82E1-448D-BDF5-7E0A5924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72" y="3567290"/>
            <a:ext cx="1985715" cy="276321"/>
          </a:xfrm>
          <a:custGeom xmlns:a="http://schemas.openxmlformats.org/drawingml/2006/main">
            <a:pathLst>
              <a:path w="1985715" h="276321">
                <a:moveTo>
                  <a:pt x="0" y="20305"/>
                </a:moveTo>
                <a:cubicBezTo>
                  <a:pt x="0" y="821"/>
                  <a:pt x="7671" y="0"/>
                  <a:pt x="190233" y="0"/>
                </a:cubicBezTo>
                <a:lnTo>
                  <a:pt x="1776048" y="220"/>
                </a:lnTo>
                <a:cubicBezTo>
                  <a:pt x="1958610" y="220"/>
                  <a:pt x="1985201" y="0"/>
                  <a:pt x="1985201" y="19490"/>
                </a:cubicBezTo>
                <a:lnTo>
                  <a:pt x="1985715" y="256562"/>
                </a:lnTo>
                <a:cubicBezTo>
                  <a:pt x="1985715" y="276045"/>
                  <a:pt x="1983161" y="276321"/>
                  <a:pt x="1800593" y="276321"/>
                </a:cubicBezTo>
                <a:lnTo>
                  <a:pt x="190233" y="275286"/>
                </a:lnTo>
                <a:cubicBezTo>
                  <a:pt x="7671" y="275286"/>
                  <a:pt x="509" y="274520"/>
                  <a:pt x="509" y="255030"/>
                </a:cubicBezTo>
                <a:lnTo>
                  <a:pt x="0" y="2030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D3F416C9-B83B-4400-8780-FDB2BD24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09" y="3564227"/>
            <a:ext cx="1991842" cy="282448"/>
          </a:xfrm>
          <a:custGeom xmlns:a="http://schemas.openxmlformats.org/drawingml/2006/main">
            <a:pathLst>
              <a:path w="1991842" h="282448">
                <a:moveTo>
                  <a:pt x="30" y="21481"/>
                </a:moveTo>
                <a:lnTo>
                  <a:pt x="141" y="19630"/>
                </a:lnTo>
                <a:lnTo>
                  <a:pt x="386" y="17811"/>
                </a:lnTo>
                <a:lnTo>
                  <a:pt x="814" y="16009"/>
                </a:lnTo>
                <a:lnTo>
                  <a:pt x="1477" y="14245"/>
                </a:lnTo>
                <a:lnTo>
                  <a:pt x="2420" y="12548"/>
                </a:lnTo>
                <a:lnTo>
                  <a:pt x="3664" y="10980"/>
                </a:lnTo>
                <a:lnTo>
                  <a:pt x="5208" y="9570"/>
                </a:lnTo>
                <a:lnTo>
                  <a:pt x="7033" y="8326"/>
                </a:lnTo>
                <a:lnTo>
                  <a:pt x="9141" y="7236"/>
                </a:lnTo>
                <a:lnTo>
                  <a:pt x="11555" y="6274"/>
                </a:lnTo>
                <a:lnTo>
                  <a:pt x="14306" y="5429"/>
                </a:lnTo>
                <a:lnTo>
                  <a:pt x="17425" y="4669"/>
                </a:lnTo>
                <a:lnTo>
                  <a:pt x="20954" y="3995"/>
                </a:lnTo>
                <a:lnTo>
                  <a:pt x="24930" y="3394"/>
                </a:lnTo>
                <a:lnTo>
                  <a:pt x="29391" y="2861"/>
                </a:lnTo>
                <a:lnTo>
                  <a:pt x="34372" y="2389"/>
                </a:lnTo>
                <a:lnTo>
                  <a:pt x="39898" y="1973"/>
                </a:lnTo>
                <a:lnTo>
                  <a:pt x="46019" y="1605"/>
                </a:lnTo>
                <a:lnTo>
                  <a:pt x="52752" y="1287"/>
                </a:lnTo>
                <a:lnTo>
                  <a:pt x="60135" y="1017"/>
                </a:lnTo>
                <a:lnTo>
                  <a:pt x="68204" y="784"/>
                </a:lnTo>
                <a:lnTo>
                  <a:pt x="86511" y="435"/>
                </a:lnTo>
                <a:lnTo>
                  <a:pt x="107925" y="202"/>
                </a:lnTo>
                <a:lnTo>
                  <a:pt x="132701" y="73"/>
                </a:lnTo>
                <a:lnTo>
                  <a:pt x="193296" y="0"/>
                </a:lnTo>
                <a:lnTo>
                  <a:pt x="1779111" y="220"/>
                </a:lnTo>
                <a:lnTo>
                  <a:pt x="1840521" y="245"/>
                </a:lnTo>
                <a:lnTo>
                  <a:pt x="1866223" y="324"/>
                </a:lnTo>
                <a:lnTo>
                  <a:pt x="1888844" y="490"/>
                </a:lnTo>
                <a:lnTo>
                  <a:pt x="1908578" y="760"/>
                </a:lnTo>
                <a:lnTo>
                  <a:pt x="1925611" y="1177"/>
                </a:lnTo>
                <a:lnTo>
                  <a:pt x="1933184" y="1446"/>
                </a:lnTo>
                <a:lnTo>
                  <a:pt x="1940156" y="1764"/>
                </a:lnTo>
                <a:lnTo>
                  <a:pt x="1946553" y="2132"/>
                </a:lnTo>
                <a:lnTo>
                  <a:pt x="1952397" y="2555"/>
                </a:lnTo>
                <a:lnTo>
                  <a:pt x="1957722" y="3039"/>
                </a:lnTo>
                <a:lnTo>
                  <a:pt x="1962550" y="3584"/>
                </a:lnTo>
                <a:lnTo>
                  <a:pt x="1966906" y="4197"/>
                </a:lnTo>
                <a:lnTo>
                  <a:pt x="1970821" y="4883"/>
                </a:lnTo>
                <a:lnTo>
                  <a:pt x="1974326" y="5655"/>
                </a:lnTo>
                <a:lnTo>
                  <a:pt x="1977444" y="6519"/>
                </a:lnTo>
                <a:lnTo>
                  <a:pt x="1980213" y="7493"/>
                </a:lnTo>
                <a:lnTo>
                  <a:pt x="1982658" y="8590"/>
                </a:lnTo>
                <a:lnTo>
                  <a:pt x="1984796" y="9827"/>
                </a:lnTo>
                <a:lnTo>
                  <a:pt x="1986647" y="11237"/>
                </a:lnTo>
                <a:lnTo>
                  <a:pt x="1988190" y="12824"/>
                </a:lnTo>
                <a:lnTo>
                  <a:pt x="1989422" y="14576"/>
                </a:lnTo>
                <a:lnTo>
                  <a:pt x="1990323" y="16463"/>
                </a:lnTo>
                <a:lnTo>
                  <a:pt x="1990917" y="18442"/>
                </a:lnTo>
                <a:lnTo>
                  <a:pt x="1991235" y="20470"/>
                </a:lnTo>
                <a:lnTo>
                  <a:pt x="1991327" y="22479"/>
                </a:lnTo>
                <a:lnTo>
                  <a:pt x="1991842" y="259656"/>
                </a:lnTo>
                <a:lnTo>
                  <a:pt x="1991769" y="263228"/>
                </a:lnTo>
                <a:lnTo>
                  <a:pt x="1991603" y="265018"/>
                </a:lnTo>
                <a:lnTo>
                  <a:pt x="1991303" y="266763"/>
                </a:lnTo>
                <a:lnTo>
                  <a:pt x="1990795" y="268498"/>
                </a:lnTo>
                <a:lnTo>
                  <a:pt x="1990023" y="270182"/>
                </a:lnTo>
                <a:lnTo>
                  <a:pt x="1988951" y="271775"/>
                </a:lnTo>
                <a:lnTo>
                  <a:pt x="1987578" y="273222"/>
                </a:lnTo>
                <a:lnTo>
                  <a:pt x="1985918" y="274490"/>
                </a:lnTo>
                <a:lnTo>
                  <a:pt x="1983975" y="275592"/>
                </a:lnTo>
                <a:lnTo>
                  <a:pt x="1981745" y="276548"/>
                </a:lnTo>
                <a:lnTo>
                  <a:pt x="1979197" y="277381"/>
                </a:lnTo>
                <a:lnTo>
                  <a:pt x="1976286" y="278123"/>
                </a:lnTo>
                <a:lnTo>
                  <a:pt x="1972978" y="278773"/>
                </a:lnTo>
                <a:lnTo>
                  <a:pt x="1969234" y="279348"/>
                </a:lnTo>
                <a:lnTo>
                  <a:pt x="1965007" y="279857"/>
                </a:lnTo>
                <a:lnTo>
                  <a:pt x="1960265" y="280304"/>
                </a:lnTo>
                <a:lnTo>
                  <a:pt x="1954971" y="280696"/>
                </a:lnTo>
                <a:lnTo>
                  <a:pt x="1949089" y="281039"/>
                </a:lnTo>
                <a:lnTo>
                  <a:pt x="1942583" y="281333"/>
                </a:lnTo>
                <a:lnTo>
                  <a:pt x="1935420" y="281578"/>
                </a:lnTo>
                <a:lnTo>
                  <a:pt x="1927559" y="281786"/>
                </a:lnTo>
                <a:lnTo>
                  <a:pt x="1909644" y="282099"/>
                </a:lnTo>
                <a:lnTo>
                  <a:pt x="1888556" y="282295"/>
                </a:lnTo>
                <a:lnTo>
                  <a:pt x="1864036" y="282399"/>
                </a:lnTo>
                <a:lnTo>
                  <a:pt x="1803656" y="282448"/>
                </a:lnTo>
                <a:lnTo>
                  <a:pt x="193296" y="281413"/>
                </a:lnTo>
                <a:lnTo>
                  <a:pt x="132720" y="281339"/>
                </a:lnTo>
                <a:lnTo>
                  <a:pt x="107974" y="281211"/>
                </a:lnTo>
                <a:lnTo>
                  <a:pt x="86591" y="280984"/>
                </a:lnTo>
                <a:lnTo>
                  <a:pt x="68327" y="280641"/>
                </a:lnTo>
                <a:lnTo>
                  <a:pt x="60276" y="280408"/>
                </a:lnTo>
                <a:lnTo>
                  <a:pt x="52911" y="280139"/>
                </a:lnTo>
                <a:lnTo>
                  <a:pt x="46202" y="279826"/>
                </a:lnTo>
                <a:lnTo>
                  <a:pt x="40106" y="279459"/>
                </a:lnTo>
                <a:lnTo>
                  <a:pt x="34604" y="279048"/>
                </a:lnTo>
                <a:lnTo>
                  <a:pt x="29648" y="278576"/>
                </a:lnTo>
                <a:lnTo>
                  <a:pt x="25212" y="278043"/>
                </a:lnTo>
                <a:lnTo>
                  <a:pt x="21260" y="277449"/>
                </a:lnTo>
                <a:lnTo>
                  <a:pt x="17749" y="276775"/>
                </a:lnTo>
                <a:lnTo>
                  <a:pt x="14649" y="276022"/>
                </a:lnTo>
                <a:lnTo>
                  <a:pt x="11923" y="275176"/>
                </a:lnTo>
                <a:lnTo>
                  <a:pt x="9527" y="274213"/>
                </a:lnTo>
                <a:lnTo>
                  <a:pt x="7432" y="273123"/>
                </a:lnTo>
                <a:lnTo>
                  <a:pt x="5624" y="271880"/>
                </a:lnTo>
                <a:lnTo>
                  <a:pt x="4099" y="270464"/>
                </a:lnTo>
                <a:lnTo>
                  <a:pt x="2873" y="268889"/>
                </a:lnTo>
                <a:lnTo>
                  <a:pt x="1942" y="267199"/>
                </a:lnTo>
                <a:lnTo>
                  <a:pt x="1299" y="265434"/>
                </a:lnTo>
                <a:lnTo>
                  <a:pt x="882" y="263639"/>
                </a:lnTo>
                <a:lnTo>
                  <a:pt x="649" y="261825"/>
                </a:lnTo>
                <a:lnTo>
                  <a:pt x="539" y="259981"/>
                </a:lnTo>
                <a:lnTo>
                  <a:pt x="508" y="258119"/>
                </a:lnTo>
                <a:lnTo>
                  <a:pt x="0" y="23350"/>
                </a:lnTo>
                <a:lnTo>
                  <a:pt x="30" y="21481"/>
                </a:lnTo>
                <a:moveTo>
                  <a:pt x="6127" y="23417"/>
                </a:moveTo>
                <a:lnTo>
                  <a:pt x="6127" y="23361"/>
                </a:lnTo>
                <a:lnTo>
                  <a:pt x="6635" y="258088"/>
                </a:lnTo>
                <a:lnTo>
                  <a:pt x="6635" y="258051"/>
                </a:lnTo>
                <a:lnTo>
                  <a:pt x="6666" y="259821"/>
                </a:lnTo>
                <a:lnTo>
                  <a:pt x="6660" y="259687"/>
                </a:lnTo>
                <a:lnTo>
                  <a:pt x="6758" y="261354"/>
                </a:lnTo>
                <a:lnTo>
                  <a:pt x="6740" y="261139"/>
                </a:lnTo>
                <a:lnTo>
                  <a:pt x="6941" y="262701"/>
                </a:lnTo>
                <a:lnTo>
                  <a:pt x="6886" y="262413"/>
                </a:lnTo>
                <a:lnTo>
                  <a:pt x="7223" y="263872"/>
                </a:lnTo>
                <a:lnTo>
                  <a:pt x="7113" y="263504"/>
                </a:lnTo>
                <a:lnTo>
                  <a:pt x="7616" y="264870"/>
                </a:lnTo>
                <a:lnTo>
                  <a:pt x="7426" y="264454"/>
                </a:lnTo>
                <a:lnTo>
                  <a:pt x="8124" y="265728"/>
                </a:lnTo>
                <a:lnTo>
                  <a:pt x="7855" y="265318"/>
                </a:lnTo>
                <a:lnTo>
                  <a:pt x="8780" y="266500"/>
                </a:lnTo>
                <a:lnTo>
                  <a:pt x="8449" y="266138"/>
                </a:lnTo>
                <a:lnTo>
                  <a:pt x="9631" y="267235"/>
                </a:lnTo>
                <a:lnTo>
                  <a:pt x="9282" y="266959"/>
                </a:lnTo>
                <a:lnTo>
                  <a:pt x="10753" y="267971"/>
                </a:lnTo>
                <a:lnTo>
                  <a:pt x="10434" y="267781"/>
                </a:lnTo>
                <a:lnTo>
                  <a:pt x="12223" y="268712"/>
                </a:lnTo>
                <a:lnTo>
                  <a:pt x="11947" y="268583"/>
                </a:lnTo>
                <a:lnTo>
                  <a:pt x="14086" y="269441"/>
                </a:lnTo>
                <a:lnTo>
                  <a:pt x="13853" y="269361"/>
                </a:lnTo>
                <a:lnTo>
                  <a:pt x="16377" y="270139"/>
                </a:lnTo>
                <a:lnTo>
                  <a:pt x="16193" y="270090"/>
                </a:lnTo>
                <a:lnTo>
                  <a:pt x="19122" y="270801"/>
                </a:lnTo>
                <a:lnTo>
                  <a:pt x="18975" y="270771"/>
                </a:lnTo>
                <a:lnTo>
                  <a:pt x="22351" y="271420"/>
                </a:lnTo>
                <a:lnTo>
                  <a:pt x="22234" y="271395"/>
                </a:lnTo>
                <a:lnTo>
                  <a:pt x="26082" y="271978"/>
                </a:lnTo>
                <a:lnTo>
                  <a:pt x="25990" y="271965"/>
                </a:lnTo>
                <a:lnTo>
                  <a:pt x="30340" y="272486"/>
                </a:lnTo>
                <a:lnTo>
                  <a:pt x="30267" y="272480"/>
                </a:lnTo>
                <a:lnTo>
                  <a:pt x="35150" y="272946"/>
                </a:lnTo>
                <a:lnTo>
                  <a:pt x="35094" y="272939"/>
                </a:lnTo>
                <a:lnTo>
                  <a:pt x="40548" y="273350"/>
                </a:lnTo>
                <a:lnTo>
                  <a:pt x="40499" y="273344"/>
                </a:lnTo>
                <a:lnTo>
                  <a:pt x="46545" y="273705"/>
                </a:lnTo>
                <a:lnTo>
                  <a:pt x="46509" y="273705"/>
                </a:lnTo>
                <a:lnTo>
                  <a:pt x="53181" y="274018"/>
                </a:lnTo>
                <a:lnTo>
                  <a:pt x="53150" y="274018"/>
                </a:lnTo>
                <a:lnTo>
                  <a:pt x="60484" y="274287"/>
                </a:lnTo>
                <a:lnTo>
                  <a:pt x="60460" y="274287"/>
                </a:lnTo>
                <a:lnTo>
                  <a:pt x="68486" y="274514"/>
                </a:lnTo>
                <a:lnTo>
                  <a:pt x="68455" y="274514"/>
                </a:lnTo>
                <a:lnTo>
                  <a:pt x="86695" y="274863"/>
                </a:lnTo>
                <a:lnTo>
                  <a:pt x="86664" y="274863"/>
                </a:lnTo>
                <a:lnTo>
                  <a:pt x="108029" y="275084"/>
                </a:lnTo>
                <a:lnTo>
                  <a:pt x="108010" y="275084"/>
                </a:lnTo>
                <a:lnTo>
                  <a:pt x="132744" y="275212"/>
                </a:lnTo>
                <a:lnTo>
                  <a:pt x="132732" y="275212"/>
                </a:lnTo>
                <a:lnTo>
                  <a:pt x="193302" y="275286"/>
                </a:lnTo>
                <a:lnTo>
                  <a:pt x="1803656" y="276322"/>
                </a:lnTo>
                <a:lnTo>
                  <a:pt x="1864023" y="276273"/>
                </a:lnTo>
                <a:lnTo>
                  <a:pt x="1864012" y="276273"/>
                </a:lnTo>
                <a:lnTo>
                  <a:pt x="1888519" y="276168"/>
                </a:lnTo>
                <a:lnTo>
                  <a:pt x="1888507" y="276168"/>
                </a:lnTo>
                <a:lnTo>
                  <a:pt x="1909571" y="275973"/>
                </a:lnTo>
                <a:lnTo>
                  <a:pt x="1909546" y="275973"/>
                </a:lnTo>
                <a:lnTo>
                  <a:pt x="1927437" y="275666"/>
                </a:lnTo>
                <a:lnTo>
                  <a:pt x="1927406" y="275666"/>
                </a:lnTo>
                <a:lnTo>
                  <a:pt x="1935242" y="275458"/>
                </a:lnTo>
                <a:lnTo>
                  <a:pt x="1935218" y="275458"/>
                </a:lnTo>
                <a:lnTo>
                  <a:pt x="1942356" y="275206"/>
                </a:lnTo>
                <a:lnTo>
                  <a:pt x="1942319" y="275212"/>
                </a:lnTo>
                <a:lnTo>
                  <a:pt x="1948795" y="274918"/>
                </a:lnTo>
                <a:lnTo>
                  <a:pt x="1948752" y="274918"/>
                </a:lnTo>
                <a:lnTo>
                  <a:pt x="1954591" y="274581"/>
                </a:lnTo>
                <a:lnTo>
                  <a:pt x="1954542" y="274588"/>
                </a:lnTo>
                <a:lnTo>
                  <a:pt x="1959780" y="274202"/>
                </a:lnTo>
                <a:lnTo>
                  <a:pt x="1959719" y="274202"/>
                </a:lnTo>
                <a:lnTo>
                  <a:pt x="1964394" y="273760"/>
                </a:lnTo>
                <a:lnTo>
                  <a:pt x="1964314" y="273773"/>
                </a:lnTo>
                <a:lnTo>
                  <a:pt x="1968450" y="273271"/>
                </a:lnTo>
                <a:lnTo>
                  <a:pt x="1968352" y="273289"/>
                </a:lnTo>
                <a:lnTo>
                  <a:pt x="1971985" y="272725"/>
                </a:lnTo>
                <a:lnTo>
                  <a:pt x="1971856" y="272750"/>
                </a:lnTo>
                <a:lnTo>
                  <a:pt x="1975024" y="272124"/>
                </a:lnTo>
                <a:lnTo>
                  <a:pt x="1974865" y="272161"/>
                </a:lnTo>
                <a:lnTo>
                  <a:pt x="1977591" y="271469"/>
                </a:lnTo>
                <a:lnTo>
                  <a:pt x="1977389" y="271530"/>
                </a:lnTo>
                <a:lnTo>
                  <a:pt x="1979711" y="270771"/>
                </a:lnTo>
                <a:lnTo>
                  <a:pt x="1979460" y="270863"/>
                </a:lnTo>
                <a:lnTo>
                  <a:pt x="1981408" y="270029"/>
                </a:lnTo>
                <a:lnTo>
                  <a:pt x="1981102" y="270177"/>
                </a:lnTo>
                <a:lnTo>
                  <a:pt x="1982713" y="269263"/>
                </a:lnTo>
                <a:lnTo>
                  <a:pt x="1982364" y="269496"/>
                </a:lnTo>
                <a:lnTo>
                  <a:pt x="1983669" y="268498"/>
                </a:lnTo>
                <a:lnTo>
                  <a:pt x="1983308" y="268822"/>
                </a:lnTo>
                <a:lnTo>
                  <a:pt x="1984337" y="267744"/>
                </a:lnTo>
                <a:lnTo>
                  <a:pt x="1984012" y="268142"/>
                </a:lnTo>
                <a:lnTo>
                  <a:pt x="1984796" y="266978"/>
                </a:lnTo>
                <a:lnTo>
                  <a:pt x="1984551" y="267413"/>
                </a:lnTo>
                <a:lnTo>
                  <a:pt x="1985128" y="266151"/>
                </a:lnTo>
                <a:lnTo>
                  <a:pt x="1984974" y="266562"/>
                </a:lnTo>
                <a:lnTo>
                  <a:pt x="1985372" y="265207"/>
                </a:lnTo>
                <a:lnTo>
                  <a:pt x="1985293" y="265544"/>
                </a:lnTo>
                <a:lnTo>
                  <a:pt x="1985544" y="264092"/>
                </a:lnTo>
                <a:lnTo>
                  <a:pt x="1985513" y="264337"/>
                </a:lnTo>
                <a:lnTo>
                  <a:pt x="1985654" y="262781"/>
                </a:lnTo>
                <a:lnTo>
                  <a:pt x="1985642" y="262990"/>
                </a:lnTo>
                <a:lnTo>
                  <a:pt x="1985715" y="259559"/>
                </a:lnTo>
                <a:lnTo>
                  <a:pt x="1985715" y="259632"/>
                </a:lnTo>
                <a:lnTo>
                  <a:pt x="1985201" y="22559"/>
                </a:lnTo>
                <a:lnTo>
                  <a:pt x="1985207" y="22694"/>
                </a:lnTo>
                <a:lnTo>
                  <a:pt x="1985128" y="20923"/>
                </a:lnTo>
                <a:lnTo>
                  <a:pt x="1985158" y="21260"/>
                </a:lnTo>
                <a:lnTo>
                  <a:pt x="1984901" y="19600"/>
                </a:lnTo>
                <a:lnTo>
                  <a:pt x="1984993" y="20005"/>
                </a:lnTo>
                <a:lnTo>
                  <a:pt x="1984527" y="18454"/>
                </a:lnTo>
                <a:lnTo>
                  <a:pt x="1984699" y="18895"/>
                </a:lnTo>
                <a:lnTo>
                  <a:pt x="1984006" y="17449"/>
                </a:lnTo>
                <a:lnTo>
                  <a:pt x="1984257" y="17884"/>
                </a:lnTo>
                <a:lnTo>
                  <a:pt x="1983320" y="16543"/>
                </a:lnTo>
                <a:lnTo>
                  <a:pt x="1983632" y="16922"/>
                </a:lnTo>
                <a:lnTo>
                  <a:pt x="1982420" y="15672"/>
                </a:lnTo>
                <a:lnTo>
                  <a:pt x="1982756" y="15973"/>
                </a:lnTo>
                <a:lnTo>
                  <a:pt x="1981237" y="14821"/>
                </a:lnTo>
                <a:lnTo>
                  <a:pt x="1981562" y="15035"/>
                </a:lnTo>
                <a:lnTo>
                  <a:pt x="1979723" y="13969"/>
                </a:lnTo>
                <a:lnTo>
                  <a:pt x="1980005" y="14117"/>
                </a:lnTo>
                <a:lnTo>
                  <a:pt x="1977824" y="13136"/>
                </a:lnTo>
                <a:lnTo>
                  <a:pt x="1978063" y="13234"/>
                </a:lnTo>
                <a:lnTo>
                  <a:pt x="1975514" y="12339"/>
                </a:lnTo>
                <a:lnTo>
                  <a:pt x="1975710" y="12400"/>
                </a:lnTo>
                <a:lnTo>
                  <a:pt x="1972769" y="11580"/>
                </a:lnTo>
                <a:lnTo>
                  <a:pt x="1972928" y="11623"/>
                </a:lnTo>
                <a:lnTo>
                  <a:pt x="1969565" y="10881"/>
                </a:lnTo>
                <a:lnTo>
                  <a:pt x="1969694" y="10906"/>
                </a:lnTo>
                <a:lnTo>
                  <a:pt x="1965895" y="10238"/>
                </a:lnTo>
                <a:lnTo>
                  <a:pt x="1965999" y="10256"/>
                </a:lnTo>
                <a:lnTo>
                  <a:pt x="1961735" y="9656"/>
                </a:lnTo>
                <a:lnTo>
                  <a:pt x="1961821" y="9662"/>
                </a:lnTo>
                <a:lnTo>
                  <a:pt x="1957067" y="9129"/>
                </a:lnTo>
                <a:lnTo>
                  <a:pt x="1957134" y="9135"/>
                </a:lnTo>
                <a:lnTo>
                  <a:pt x="1951877" y="8658"/>
                </a:lnTo>
                <a:lnTo>
                  <a:pt x="1951932" y="8663"/>
                </a:lnTo>
                <a:lnTo>
                  <a:pt x="1946136" y="8247"/>
                </a:lnTo>
                <a:lnTo>
                  <a:pt x="1946179" y="8247"/>
                </a:lnTo>
                <a:lnTo>
                  <a:pt x="1939825" y="7886"/>
                </a:lnTo>
                <a:lnTo>
                  <a:pt x="1939862" y="7886"/>
                </a:lnTo>
                <a:lnTo>
                  <a:pt x="1932920" y="7567"/>
                </a:lnTo>
                <a:lnTo>
                  <a:pt x="1932951" y="7573"/>
                </a:lnTo>
                <a:lnTo>
                  <a:pt x="1925409" y="7303"/>
                </a:lnTo>
                <a:lnTo>
                  <a:pt x="1925445" y="7303"/>
                </a:lnTo>
                <a:lnTo>
                  <a:pt x="1908443" y="6887"/>
                </a:lnTo>
                <a:lnTo>
                  <a:pt x="1908474" y="6887"/>
                </a:lnTo>
                <a:lnTo>
                  <a:pt x="1888770" y="6617"/>
                </a:lnTo>
                <a:lnTo>
                  <a:pt x="1888788" y="6617"/>
                </a:lnTo>
                <a:lnTo>
                  <a:pt x="1866187" y="6452"/>
                </a:lnTo>
                <a:lnTo>
                  <a:pt x="1866199" y="6452"/>
                </a:lnTo>
                <a:lnTo>
                  <a:pt x="1840503" y="6372"/>
                </a:lnTo>
                <a:lnTo>
                  <a:pt x="1840515" y="6372"/>
                </a:lnTo>
                <a:lnTo>
                  <a:pt x="1779111" y="6347"/>
                </a:lnTo>
                <a:lnTo>
                  <a:pt x="193296" y="6127"/>
                </a:lnTo>
                <a:lnTo>
                  <a:pt x="193302" y="6127"/>
                </a:lnTo>
                <a:lnTo>
                  <a:pt x="132714" y="6201"/>
                </a:lnTo>
                <a:lnTo>
                  <a:pt x="132726" y="6201"/>
                </a:lnTo>
                <a:lnTo>
                  <a:pt x="107967" y="6329"/>
                </a:lnTo>
                <a:lnTo>
                  <a:pt x="107979" y="6329"/>
                </a:lnTo>
                <a:lnTo>
                  <a:pt x="86591" y="6562"/>
                </a:lnTo>
                <a:lnTo>
                  <a:pt x="86615" y="6555"/>
                </a:lnTo>
                <a:lnTo>
                  <a:pt x="68339" y="6911"/>
                </a:lnTo>
                <a:lnTo>
                  <a:pt x="68370" y="6911"/>
                </a:lnTo>
                <a:lnTo>
                  <a:pt x="60325" y="7138"/>
                </a:lnTo>
                <a:lnTo>
                  <a:pt x="60350" y="7138"/>
                </a:lnTo>
                <a:lnTo>
                  <a:pt x="52991" y="7414"/>
                </a:lnTo>
                <a:lnTo>
                  <a:pt x="53022" y="7408"/>
                </a:lnTo>
                <a:lnTo>
                  <a:pt x="46325" y="7726"/>
                </a:lnTo>
                <a:lnTo>
                  <a:pt x="46362" y="7726"/>
                </a:lnTo>
                <a:lnTo>
                  <a:pt x="40290" y="8087"/>
                </a:lnTo>
                <a:lnTo>
                  <a:pt x="40339" y="8081"/>
                </a:lnTo>
                <a:lnTo>
                  <a:pt x="34862" y="8498"/>
                </a:lnTo>
                <a:lnTo>
                  <a:pt x="34923" y="8492"/>
                </a:lnTo>
                <a:lnTo>
                  <a:pt x="30009" y="8958"/>
                </a:lnTo>
                <a:lnTo>
                  <a:pt x="30083" y="8952"/>
                </a:lnTo>
                <a:lnTo>
                  <a:pt x="25708" y="9472"/>
                </a:lnTo>
                <a:lnTo>
                  <a:pt x="25800" y="9460"/>
                </a:lnTo>
                <a:lnTo>
                  <a:pt x="21928" y="10048"/>
                </a:lnTo>
                <a:lnTo>
                  <a:pt x="22045" y="10030"/>
                </a:lnTo>
                <a:lnTo>
                  <a:pt x="18650" y="10673"/>
                </a:lnTo>
                <a:lnTo>
                  <a:pt x="18791" y="10642"/>
                </a:lnTo>
                <a:lnTo>
                  <a:pt x="15838" y="11359"/>
                </a:lnTo>
                <a:lnTo>
                  <a:pt x="16022" y="11310"/>
                </a:lnTo>
                <a:lnTo>
                  <a:pt x="13479" y="12095"/>
                </a:lnTo>
                <a:lnTo>
                  <a:pt x="13706" y="12015"/>
                </a:lnTo>
                <a:lnTo>
                  <a:pt x="11543" y="12872"/>
                </a:lnTo>
                <a:lnTo>
                  <a:pt x="11818" y="12744"/>
                </a:lnTo>
                <a:lnTo>
                  <a:pt x="10011" y="13682"/>
                </a:lnTo>
                <a:lnTo>
                  <a:pt x="10330" y="13491"/>
                </a:lnTo>
                <a:lnTo>
                  <a:pt x="8841" y="14508"/>
                </a:lnTo>
                <a:lnTo>
                  <a:pt x="9184" y="14233"/>
                </a:lnTo>
                <a:lnTo>
                  <a:pt x="7983" y="15336"/>
                </a:lnTo>
                <a:lnTo>
                  <a:pt x="8314" y="14980"/>
                </a:lnTo>
                <a:lnTo>
                  <a:pt x="7376" y="16163"/>
                </a:lnTo>
                <a:lnTo>
                  <a:pt x="7652" y="15753"/>
                </a:lnTo>
                <a:lnTo>
                  <a:pt x="6936" y="17027"/>
                </a:lnTo>
                <a:lnTo>
                  <a:pt x="7132" y="16610"/>
                </a:lnTo>
                <a:lnTo>
                  <a:pt x="6617" y="17976"/>
                </a:lnTo>
                <a:lnTo>
                  <a:pt x="6733" y="17608"/>
                </a:lnTo>
                <a:lnTo>
                  <a:pt x="6384" y="19073"/>
                </a:lnTo>
                <a:lnTo>
                  <a:pt x="6439" y="18773"/>
                </a:lnTo>
                <a:lnTo>
                  <a:pt x="6231" y="20335"/>
                </a:lnTo>
                <a:lnTo>
                  <a:pt x="6250" y="20121"/>
                </a:lnTo>
                <a:lnTo>
                  <a:pt x="6151" y="21787"/>
                </a:lnTo>
                <a:lnTo>
                  <a:pt x="6151" y="21646"/>
                </a:lnTo>
                <a:lnTo>
                  <a:pt x="6127" y="23417"/>
                </a:lnTo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EF331652-801C-4A85-BFDB-595DE2BA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31" y="6920521"/>
            <a:ext cx="3823161" cy="1357712"/>
          </a:xfrm>
          <a:custGeom xmlns:a="http://schemas.openxmlformats.org/drawingml/2006/main">
            <a:pathLst>
              <a:path w="3823161" h="1357712">
                <a:moveTo>
                  <a:pt x="0" y="99775"/>
                </a:moveTo>
                <a:cubicBezTo>
                  <a:pt x="0" y="4025"/>
                  <a:pt x="14772" y="0"/>
                  <a:pt x="366270" y="0"/>
                </a:cubicBezTo>
                <a:lnTo>
                  <a:pt x="3419480" y="1072"/>
                </a:lnTo>
                <a:cubicBezTo>
                  <a:pt x="3770979" y="1072"/>
                  <a:pt x="3822174" y="0"/>
                  <a:pt x="3822174" y="95751"/>
                </a:cubicBezTo>
                <a:lnTo>
                  <a:pt x="3823161" y="1260620"/>
                </a:lnTo>
                <a:cubicBezTo>
                  <a:pt x="3823161" y="1356370"/>
                  <a:pt x="3818235" y="1357712"/>
                  <a:pt x="3466737" y="1357712"/>
                </a:cubicBezTo>
                <a:lnTo>
                  <a:pt x="366270" y="1352615"/>
                </a:lnTo>
                <a:cubicBezTo>
                  <a:pt x="14772" y="1352615"/>
                  <a:pt x="986" y="1348859"/>
                  <a:pt x="986" y="1253108"/>
                </a:cubicBezTo>
                <a:lnTo>
                  <a:pt x="0" y="9977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3C3F0989-FBCA-4D00-BA08-8B2FF5C2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" y="6908267"/>
            <a:ext cx="3847662" cy="1382220"/>
          </a:xfrm>
          <a:custGeom xmlns:a="http://schemas.openxmlformats.org/drawingml/2006/main">
            <a:pathLst>
              <a:path w="3847662" h="1382220">
                <a:moveTo>
                  <a:pt x="987" y="1265375"/>
                </a:moveTo>
                <a:lnTo>
                  <a:pt x="919" y="1191852"/>
                </a:lnTo>
                <a:lnTo>
                  <a:pt x="25427" y="1191828"/>
                </a:lnTo>
                <a:lnTo>
                  <a:pt x="25494" y="1265350"/>
                </a:lnTo>
                <a:lnTo>
                  <a:pt x="987" y="1265375"/>
                </a:lnTo>
                <a:moveTo>
                  <a:pt x="901" y="1167345"/>
                </a:moveTo>
                <a:lnTo>
                  <a:pt x="839" y="1093823"/>
                </a:lnTo>
                <a:lnTo>
                  <a:pt x="25347" y="1093798"/>
                </a:lnTo>
                <a:lnTo>
                  <a:pt x="25408" y="1167320"/>
                </a:lnTo>
                <a:lnTo>
                  <a:pt x="901" y="1167345"/>
                </a:lnTo>
                <a:moveTo>
                  <a:pt x="815" y="1069315"/>
                </a:moveTo>
                <a:lnTo>
                  <a:pt x="754" y="995793"/>
                </a:lnTo>
                <a:lnTo>
                  <a:pt x="25261" y="995768"/>
                </a:lnTo>
                <a:lnTo>
                  <a:pt x="25322" y="1069291"/>
                </a:lnTo>
                <a:lnTo>
                  <a:pt x="815" y="1069315"/>
                </a:lnTo>
                <a:moveTo>
                  <a:pt x="735" y="971285"/>
                </a:moveTo>
                <a:lnTo>
                  <a:pt x="668" y="897763"/>
                </a:lnTo>
                <a:lnTo>
                  <a:pt x="25175" y="897738"/>
                </a:lnTo>
                <a:lnTo>
                  <a:pt x="25243" y="971260"/>
                </a:lnTo>
                <a:lnTo>
                  <a:pt x="735" y="971285"/>
                </a:lnTo>
                <a:moveTo>
                  <a:pt x="649" y="873255"/>
                </a:moveTo>
                <a:lnTo>
                  <a:pt x="588" y="799733"/>
                </a:lnTo>
                <a:lnTo>
                  <a:pt x="25096" y="799709"/>
                </a:lnTo>
                <a:lnTo>
                  <a:pt x="25157" y="873231"/>
                </a:lnTo>
                <a:lnTo>
                  <a:pt x="649" y="873255"/>
                </a:lnTo>
                <a:moveTo>
                  <a:pt x="564" y="775226"/>
                </a:moveTo>
                <a:lnTo>
                  <a:pt x="502" y="701704"/>
                </a:lnTo>
                <a:lnTo>
                  <a:pt x="25010" y="701679"/>
                </a:lnTo>
                <a:lnTo>
                  <a:pt x="25071" y="775201"/>
                </a:lnTo>
                <a:lnTo>
                  <a:pt x="564" y="775226"/>
                </a:lnTo>
                <a:moveTo>
                  <a:pt x="484" y="677196"/>
                </a:moveTo>
                <a:lnTo>
                  <a:pt x="423" y="603674"/>
                </a:lnTo>
                <a:lnTo>
                  <a:pt x="24930" y="603649"/>
                </a:lnTo>
                <a:lnTo>
                  <a:pt x="24991" y="677171"/>
                </a:lnTo>
                <a:lnTo>
                  <a:pt x="484" y="677196"/>
                </a:lnTo>
                <a:moveTo>
                  <a:pt x="398" y="579166"/>
                </a:moveTo>
                <a:lnTo>
                  <a:pt x="337" y="505644"/>
                </a:lnTo>
                <a:lnTo>
                  <a:pt x="24844" y="505619"/>
                </a:lnTo>
                <a:lnTo>
                  <a:pt x="24906" y="579141"/>
                </a:lnTo>
                <a:lnTo>
                  <a:pt x="398" y="579166"/>
                </a:lnTo>
                <a:moveTo>
                  <a:pt x="312" y="481136"/>
                </a:moveTo>
                <a:lnTo>
                  <a:pt x="251" y="407614"/>
                </a:lnTo>
                <a:lnTo>
                  <a:pt x="24759" y="407590"/>
                </a:lnTo>
                <a:lnTo>
                  <a:pt x="24820" y="481112"/>
                </a:lnTo>
                <a:lnTo>
                  <a:pt x="312" y="481136"/>
                </a:lnTo>
                <a:moveTo>
                  <a:pt x="233" y="383106"/>
                </a:moveTo>
                <a:lnTo>
                  <a:pt x="172" y="309584"/>
                </a:lnTo>
                <a:lnTo>
                  <a:pt x="24679" y="309560"/>
                </a:lnTo>
                <a:lnTo>
                  <a:pt x="24740" y="383082"/>
                </a:lnTo>
                <a:lnTo>
                  <a:pt x="233" y="383106"/>
                </a:lnTo>
                <a:moveTo>
                  <a:pt x="147" y="285077"/>
                </a:moveTo>
                <a:lnTo>
                  <a:pt x="86" y="211555"/>
                </a:lnTo>
                <a:lnTo>
                  <a:pt x="24593" y="211530"/>
                </a:lnTo>
                <a:lnTo>
                  <a:pt x="24655" y="285052"/>
                </a:lnTo>
                <a:lnTo>
                  <a:pt x="147" y="285077"/>
                </a:lnTo>
                <a:moveTo>
                  <a:pt x="61" y="187047"/>
                </a:moveTo>
                <a:lnTo>
                  <a:pt x="0" y="113524"/>
                </a:lnTo>
                <a:lnTo>
                  <a:pt x="24508" y="113500"/>
                </a:lnTo>
                <a:lnTo>
                  <a:pt x="24569" y="187022"/>
                </a:lnTo>
                <a:lnTo>
                  <a:pt x="61" y="187047"/>
                </a:lnTo>
                <a:moveTo>
                  <a:pt x="582" y="88270"/>
                </a:moveTo>
                <a:lnTo>
                  <a:pt x="686" y="86578"/>
                </a:lnTo>
                <a:lnTo>
                  <a:pt x="1005" y="82658"/>
                </a:lnTo>
                <a:lnTo>
                  <a:pt x="1403" y="78816"/>
                </a:lnTo>
                <a:lnTo>
                  <a:pt x="1899" y="75048"/>
                </a:lnTo>
                <a:lnTo>
                  <a:pt x="2506" y="71347"/>
                </a:lnTo>
                <a:lnTo>
                  <a:pt x="3223" y="67720"/>
                </a:lnTo>
                <a:lnTo>
                  <a:pt x="4081" y="64154"/>
                </a:lnTo>
                <a:lnTo>
                  <a:pt x="5079" y="60656"/>
                </a:lnTo>
                <a:lnTo>
                  <a:pt x="6231" y="57225"/>
                </a:lnTo>
                <a:lnTo>
                  <a:pt x="7561" y="53867"/>
                </a:lnTo>
                <a:lnTo>
                  <a:pt x="9080" y="50583"/>
                </a:lnTo>
                <a:lnTo>
                  <a:pt x="10783" y="47391"/>
                </a:lnTo>
                <a:lnTo>
                  <a:pt x="12695" y="44291"/>
                </a:lnTo>
                <a:lnTo>
                  <a:pt x="14815" y="41302"/>
                </a:lnTo>
                <a:lnTo>
                  <a:pt x="17137" y="38434"/>
                </a:lnTo>
                <a:lnTo>
                  <a:pt x="19667" y="35695"/>
                </a:lnTo>
                <a:lnTo>
                  <a:pt x="22400" y="33097"/>
                </a:lnTo>
                <a:lnTo>
                  <a:pt x="25328" y="30640"/>
                </a:lnTo>
                <a:lnTo>
                  <a:pt x="28447" y="28331"/>
                </a:lnTo>
                <a:lnTo>
                  <a:pt x="31756" y="26155"/>
                </a:lnTo>
                <a:lnTo>
                  <a:pt x="35254" y="24121"/>
                </a:lnTo>
                <a:lnTo>
                  <a:pt x="38942" y="22216"/>
                </a:lnTo>
                <a:lnTo>
                  <a:pt x="42821" y="20439"/>
                </a:lnTo>
                <a:lnTo>
                  <a:pt x="44806" y="19624"/>
                </a:lnTo>
                <a:lnTo>
                  <a:pt x="54070" y="42312"/>
                </a:lnTo>
                <a:lnTo>
                  <a:pt x="52330" y="43029"/>
                </a:lnTo>
                <a:lnTo>
                  <a:pt x="52808" y="42821"/>
                </a:lnTo>
                <a:lnTo>
                  <a:pt x="49425" y="44371"/>
                </a:lnTo>
                <a:lnTo>
                  <a:pt x="49934" y="44119"/>
                </a:lnTo>
                <a:lnTo>
                  <a:pt x="46779" y="45755"/>
                </a:lnTo>
                <a:lnTo>
                  <a:pt x="47312" y="45461"/>
                </a:lnTo>
                <a:lnTo>
                  <a:pt x="44365" y="47177"/>
                </a:lnTo>
                <a:lnTo>
                  <a:pt x="44928" y="46827"/>
                </a:lnTo>
                <a:lnTo>
                  <a:pt x="42183" y="48629"/>
                </a:lnTo>
                <a:lnTo>
                  <a:pt x="42759" y="48224"/>
                </a:lnTo>
                <a:lnTo>
                  <a:pt x="40217" y="50111"/>
                </a:lnTo>
                <a:lnTo>
                  <a:pt x="40793" y="49652"/>
                </a:lnTo>
                <a:lnTo>
                  <a:pt x="38440" y="51625"/>
                </a:lnTo>
                <a:lnTo>
                  <a:pt x="39016" y="51117"/>
                </a:lnTo>
                <a:lnTo>
                  <a:pt x="36847" y="53181"/>
                </a:lnTo>
                <a:lnTo>
                  <a:pt x="37398" y="52618"/>
                </a:lnTo>
                <a:lnTo>
                  <a:pt x="35407" y="54774"/>
                </a:lnTo>
                <a:lnTo>
                  <a:pt x="35928" y="54173"/>
                </a:lnTo>
                <a:lnTo>
                  <a:pt x="34102" y="56422"/>
                </a:lnTo>
                <a:lnTo>
                  <a:pt x="34580" y="55791"/>
                </a:lnTo>
                <a:lnTo>
                  <a:pt x="32920" y="58138"/>
                </a:lnTo>
                <a:lnTo>
                  <a:pt x="33349" y="57488"/>
                </a:lnTo>
                <a:lnTo>
                  <a:pt x="31841" y="59933"/>
                </a:lnTo>
                <a:lnTo>
                  <a:pt x="32221" y="59277"/>
                </a:lnTo>
                <a:lnTo>
                  <a:pt x="30861" y="61820"/>
                </a:lnTo>
                <a:lnTo>
                  <a:pt x="31179" y="61176"/>
                </a:lnTo>
                <a:lnTo>
                  <a:pt x="29960" y="63823"/>
                </a:lnTo>
                <a:lnTo>
                  <a:pt x="30224" y="63198"/>
                </a:lnTo>
                <a:lnTo>
                  <a:pt x="29140" y="65949"/>
                </a:lnTo>
                <a:lnTo>
                  <a:pt x="29354" y="65362"/>
                </a:lnTo>
                <a:lnTo>
                  <a:pt x="28392" y="68216"/>
                </a:lnTo>
                <a:lnTo>
                  <a:pt x="28563" y="67665"/>
                </a:lnTo>
                <a:lnTo>
                  <a:pt x="27718" y="70631"/>
                </a:lnTo>
                <a:lnTo>
                  <a:pt x="27853" y="70115"/>
                </a:lnTo>
                <a:lnTo>
                  <a:pt x="27111" y="73191"/>
                </a:lnTo>
                <a:lnTo>
                  <a:pt x="27215" y="72732"/>
                </a:lnTo>
                <a:lnTo>
                  <a:pt x="26584" y="75918"/>
                </a:lnTo>
                <a:lnTo>
                  <a:pt x="26658" y="75501"/>
                </a:lnTo>
                <a:lnTo>
                  <a:pt x="26119" y="78804"/>
                </a:lnTo>
                <a:lnTo>
                  <a:pt x="26174" y="78430"/>
                </a:lnTo>
                <a:lnTo>
                  <a:pt x="25721" y="81848"/>
                </a:lnTo>
                <a:lnTo>
                  <a:pt x="25764" y="81524"/>
                </a:lnTo>
                <a:lnTo>
                  <a:pt x="25390" y="85065"/>
                </a:lnTo>
                <a:lnTo>
                  <a:pt x="25421" y="84777"/>
                </a:lnTo>
                <a:lnTo>
                  <a:pt x="25120" y="88435"/>
                </a:lnTo>
                <a:lnTo>
                  <a:pt x="25139" y="88190"/>
                </a:lnTo>
                <a:lnTo>
                  <a:pt x="25047" y="89765"/>
                </a:lnTo>
                <a:lnTo>
                  <a:pt x="582" y="88270"/>
                </a:lnTo>
                <a:moveTo>
                  <a:pt x="70153" y="12027"/>
                </a:moveTo>
                <a:lnTo>
                  <a:pt x="70434" y="11960"/>
                </a:lnTo>
                <a:lnTo>
                  <a:pt x="75844" y="10856"/>
                </a:lnTo>
                <a:lnTo>
                  <a:pt x="81500" y="9827"/>
                </a:lnTo>
                <a:lnTo>
                  <a:pt x="87424" y="8872"/>
                </a:lnTo>
                <a:lnTo>
                  <a:pt x="93618" y="7983"/>
                </a:lnTo>
                <a:lnTo>
                  <a:pt x="100094" y="7157"/>
                </a:lnTo>
                <a:lnTo>
                  <a:pt x="106865" y="6390"/>
                </a:lnTo>
                <a:lnTo>
                  <a:pt x="113935" y="5686"/>
                </a:lnTo>
                <a:lnTo>
                  <a:pt x="121312" y="5030"/>
                </a:lnTo>
                <a:lnTo>
                  <a:pt x="129007" y="4430"/>
                </a:lnTo>
                <a:lnTo>
                  <a:pt x="137027" y="3878"/>
                </a:lnTo>
                <a:lnTo>
                  <a:pt x="145133" y="3395"/>
                </a:lnTo>
                <a:lnTo>
                  <a:pt x="146604" y="27859"/>
                </a:lnTo>
                <a:lnTo>
                  <a:pt x="138553" y="28342"/>
                </a:lnTo>
                <a:lnTo>
                  <a:pt x="138657" y="28337"/>
                </a:lnTo>
                <a:lnTo>
                  <a:pt x="130741" y="28876"/>
                </a:lnTo>
                <a:lnTo>
                  <a:pt x="130857" y="28870"/>
                </a:lnTo>
                <a:lnTo>
                  <a:pt x="123279" y="29458"/>
                </a:lnTo>
                <a:lnTo>
                  <a:pt x="123407" y="29446"/>
                </a:lnTo>
                <a:lnTo>
                  <a:pt x="116165" y="30089"/>
                </a:lnTo>
                <a:lnTo>
                  <a:pt x="116306" y="30077"/>
                </a:lnTo>
                <a:lnTo>
                  <a:pt x="109383" y="30769"/>
                </a:lnTo>
                <a:lnTo>
                  <a:pt x="109542" y="30750"/>
                </a:lnTo>
                <a:lnTo>
                  <a:pt x="102937" y="31498"/>
                </a:lnTo>
                <a:lnTo>
                  <a:pt x="103109" y="31480"/>
                </a:lnTo>
                <a:lnTo>
                  <a:pt x="96817" y="32282"/>
                </a:lnTo>
                <a:lnTo>
                  <a:pt x="97007" y="32258"/>
                </a:lnTo>
                <a:lnTo>
                  <a:pt x="91015" y="33116"/>
                </a:lnTo>
                <a:lnTo>
                  <a:pt x="91229" y="33085"/>
                </a:lnTo>
                <a:lnTo>
                  <a:pt x="85531" y="34004"/>
                </a:lnTo>
                <a:lnTo>
                  <a:pt x="85764" y="33967"/>
                </a:lnTo>
                <a:lnTo>
                  <a:pt x="80354" y="34947"/>
                </a:lnTo>
                <a:lnTo>
                  <a:pt x="80611" y="34898"/>
                </a:lnTo>
                <a:lnTo>
                  <a:pt x="75483" y="35946"/>
                </a:lnTo>
                <a:lnTo>
                  <a:pt x="75765" y="35885"/>
                </a:lnTo>
                <a:lnTo>
                  <a:pt x="75624" y="35916"/>
                </a:lnTo>
                <a:lnTo>
                  <a:pt x="70153" y="12027"/>
                </a:lnTo>
                <a:moveTo>
                  <a:pt x="169825" y="2249"/>
                </a:moveTo>
                <a:lnTo>
                  <a:pt x="172551" y="2132"/>
                </a:lnTo>
                <a:lnTo>
                  <a:pt x="192482" y="1501"/>
                </a:lnTo>
                <a:lnTo>
                  <a:pt x="213956" y="1005"/>
                </a:lnTo>
                <a:lnTo>
                  <a:pt x="237024" y="631"/>
                </a:lnTo>
                <a:lnTo>
                  <a:pt x="243714" y="558"/>
                </a:lnTo>
                <a:lnTo>
                  <a:pt x="243984" y="25065"/>
                </a:lnTo>
                <a:lnTo>
                  <a:pt x="237324" y="25139"/>
                </a:lnTo>
                <a:lnTo>
                  <a:pt x="237391" y="25132"/>
                </a:lnTo>
                <a:lnTo>
                  <a:pt x="214391" y="25506"/>
                </a:lnTo>
                <a:lnTo>
                  <a:pt x="214477" y="25506"/>
                </a:lnTo>
                <a:lnTo>
                  <a:pt x="193100" y="26002"/>
                </a:lnTo>
                <a:lnTo>
                  <a:pt x="193211" y="25996"/>
                </a:lnTo>
                <a:lnTo>
                  <a:pt x="173390" y="26627"/>
                </a:lnTo>
                <a:lnTo>
                  <a:pt x="173525" y="26621"/>
                </a:lnTo>
                <a:lnTo>
                  <a:pt x="170872" y="26732"/>
                </a:lnTo>
                <a:lnTo>
                  <a:pt x="169825" y="2249"/>
                </a:lnTo>
                <a:moveTo>
                  <a:pt x="268271" y="313"/>
                </a:moveTo>
                <a:lnTo>
                  <a:pt x="288208" y="177"/>
                </a:lnTo>
                <a:lnTo>
                  <a:pt x="316452" y="67"/>
                </a:lnTo>
                <a:lnTo>
                  <a:pt x="341861" y="43"/>
                </a:lnTo>
                <a:lnTo>
                  <a:pt x="341891" y="24550"/>
                </a:lnTo>
                <a:lnTo>
                  <a:pt x="316495" y="24575"/>
                </a:lnTo>
                <a:lnTo>
                  <a:pt x="316532" y="24575"/>
                </a:lnTo>
                <a:lnTo>
                  <a:pt x="288324" y="24685"/>
                </a:lnTo>
                <a:lnTo>
                  <a:pt x="288361" y="24685"/>
                </a:lnTo>
                <a:lnTo>
                  <a:pt x="268436" y="24820"/>
                </a:lnTo>
                <a:lnTo>
                  <a:pt x="268271" y="313"/>
                </a:lnTo>
                <a:moveTo>
                  <a:pt x="366368" y="12"/>
                </a:moveTo>
                <a:lnTo>
                  <a:pt x="378518" y="0"/>
                </a:lnTo>
                <a:lnTo>
                  <a:pt x="439909" y="18"/>
                </a:lnTo>
                <a:lnTo>
                  <a:pt x="439903" y="24526"/>
                </a:lnTo>
                <a:lnTo>
                  <a:pt x="378518" y="24507"/>
                </a:lnTo>
                <a:lnTo>
                  <a:pt x="378536" y="24507"/>
                </a:lnTo>
                <a:lnTo>
                  <a:pt x="366399" y="24520"/>
                </a:lnTo>
                <a:lnTo>
                  <a:pt x="366368" y="12"/>
                </a:lnTo>
                <a:moveTo>
                  <a:pt x="464416" y="31"/>
                </a:moveTo>
                <a:lnTo>
                  <a:pt x="537938" y="55"/>
                </a:lnTo>
                <a:lnTo>
                  <a:pt x="537932" y="24562"/>
                </a:lnTo>
                <a:lnTo>
                  <a:pt x="464410" y="24538"/>
                </a:lnTo>
                <a:lnTo>
                  <a:pt x="464416" y="31"/>
                </a:lnTo>
                <a:moveTo>
                  <a:pt x="562446" y="61"/>
                </a:moveTo>
                <a:lnTo>
                  <a:pt x="635968" y="92"/>
                </a:lnTo>
                <a:lnTo>
                  <a:pt x="635962" y="24600"/>
                </a:lnTo>
                <a:lnTo>
                  <a:pt x="562440" y="24569"/>
                </a:lnTo>
                <a:lnTo>
                  <a:pt x="562446" y="61"/>
                </a:lnTo>
                <a:moveTo>
                  <a:pt x="660476" y="98"/>
                </a:moveTo>
                <a:lnTo>
                  <a:pt x="733998" y="123"/>
                </a:lnTo>
                <a:lnTo>
                  <a:pt x="733992" y="24630"/>
                </a:lnTo>
                <a:lnTo>
                  <a:pt x="660470" y="24605"/>
                </a:lnTo>
                <a:lnTo>
                  <a:pt x="660476" y="98"/>
                </a:lnTo>
                <a:moveTo>
                  <a:pt x="758505" y="135"/>
                </a:moveTo>
                <a:lnTo>
                  <a:pt x="832028" y="159"/>
                </a:lnTo>
                <a:lnTo>
                  <a:pt x="832022" y="24667"/>
                </a:lnTo>
                <a:lnTo>
                  <a:pt x="758500" y="24642"/>
                </a:lnTo>
                <a:lnTo>
                  <a:pt x="758505" y="135"/>
                </a:lnTo>
                <a:moveTo>
                  <a:pt x="856535" y="165"/>
                </a:moveTo>
                <a:lnTo>
                  <a:pt x="930058" y="196"/>
                </a:lnTo>
                <a:lnTo>
                  <a:pt x="930051" y="24703"/>
                </a:lnTo>
                <a:lnTo>
                  <a:pt x="856529" y="24673"/>
                </a:lnTo>
                <a:lnTo>
                  <a:pt x="856535" y="165"/>
                </a:lnTo>
                <a:moveTo>
                  <a:pt x="954565" y="202"/>
                </a:moveTo>
                <a:lnTo>
                  <a:pt x="1028087" y="227"/>
                </a:lnTo>
                <a:lnTo>
                  <a:pt x="1028081" y="24734"/>
                </a:lnTo>
                <a:lnTo>
                  <a:pt x="954559" y="24710"/>
                </a:lnTo>
                <a:lnTo>
                  <a:pt x="954565" y="202"/>
                </a:lnTo>
                <a:moveTo>
                  <a:pt x="1052594" y="239"/>
                </a:moveTo>
                <a:lnTo>
                  <a:pt x="1126117" y="263"/>
                </a:lnTo>
                <a:lnTo>
                  <a:pt x="1126111" y="24771"/>
                </a:lnTo>
                <a:lnTo>
                  <a:pt x="1052589" y="24746"/>
                </a:lnTo>
                <a:lnTo>
                  <a:pt x="1052594" y="239"/>
                </a:lnTo>
                <a:moveTo>
                  <a:pt x="1150625" y="270"/>
                </a:moveTo>
                <a:lnTo>
                  <a:pt x="1224147" y="294"/>
                </a:lnTo>
                <a:lnTo>
                  <a:pt x="1224141" y="24801"/>
                </a:lnTo>
                <a:lnTo>
                  <a:pt x="1150619" y="24777"/>
                </a:lnTo>
                <a:lnTo>
                  <a:pt x="1150625" y="270"/>
                </a:lnTo>
                <a:moveTo>
                  <a:pt x="1248655" y="306"/>
                </a:moveTo>
                <a:lnTo>
                  <a:pt x="1322177" y="331"/>
                </a:lnTo>
                <a:lnTo>
                  <a:pt x="1322170" y="24839"/>
                </a:lnTo>
                <a:lnTo>
                  <a:pt x="1248648" y="24814"/>
                </a:lnTo>
                <a:lnTo>
                  <a:pt x="1248655" y="306"/>
                </a:lnTo>
                <a:moveTo>
                  <a:pt x="1346684" y="337"/>
                </a:moveTo>
                <a:lnTo>
                  <a:pt x="1420206" y="367"/>
                </a:lnTo>
                <a:lnTo>
                  <a:pt x="1420200" y="24875"/>
                </a:lnTo>
                <a:lnTo>
                  <a:pt x="1346678" y="24844"/>
                </a:lnTo>
                <a:lnTo>
                  <a:pt x="1346684" y="337"/>
                </a:lnTo>
                <a:moveTo>
                  <a:pt x="1444714" y="374"/>
                </a:moveTo>
                <a:lnTo>
                  <a:pt x="1518236" y="398"/>
                </a:lnTo>
                <a:lnTo>
                  <a:pt x="1518230" y="24905"/>
                </a:lnTo>
                <a:lnTo>
                  <a:pt x="1444708" y="24881"/>
                </a:lnTo>
                <a:lnTo>
                  <a:pt x="1444714" y="374"/>
                </a:lnTo>
                <a:moveTo>
                  <a:pt x="1542744" y="410"/>
                </a:moveTo>
                <a:lnTo>
                  <a:pt x="1616266" y="435"/>
                </a:lnTo>
                <a:lnTo>
                  <a:pt x="1616260" y="24942"/>
                </a:lnTo>
                <a:lnTo>
                  <a:pt x="1542738" y="24918"/>
                </a:lnTo>
                <a:lnTo>
                  <a:pt x="1542744" y="410"/>
                </a:lnTo>
                <a:moveTo>
                  <a:pt x="1640774" y="441"/>
                </a:moveTo>
                <a:lnTo>
                  <a:pt x="1714296" y="472"/>
                </a:lnTo>
                <a:lnTo>
                  <a:pt x="1714290" y="24979"/>
                </a:lnTo>
                <a:lnTo>
                  <a:pt x="1640767" y="24948"/>
                </a:lnTo>
                <a:lnTo>
                  <a:pt x="1640774" y="441"/>
                </a:lnTo>
                <a:moveTo>
                  <a:pt x="1738803" y="478"/>
                </a:moveTo>
                <a:lnTo>
                  <a:pt x="1812325" y="502"/>
                </a:lnTo>
                <a:lnTo>
                  <a:pt x="1812319" y="25010"/>
                </a:lnTo>
                <a:lnTo>
                  <a:pt x="1738797" y="24985"/>
                </a:lnTo>
                <a:lnTo>
                  <a:pt x="1738803" y="478"/>
                </a:lnTo>
                <a:moveTo>
                  <a:pt x="1836833" y="515"/>
                </a:moveTo>
                <a:lnTo>
                  <a:pt x="1910355" y="539"/>
                </a:lnTo>
                <a:lnTo>
                  <a:pt x="1910349" y="25047"/>
                </a:lnTo>
                <a:lnTo>
                  <a:pt x="1836827" y="25022"/>
                </a:lnTo>
                <a:lnTo>
                  <a:pt x="1836833" y="515"/>
                </a:lnTo>
                <a:moveTo>
                  <a:pt x="1934863" y="545"/>
                </a:moveTo>
                <a:lnTo>
                  <a:pt x="2008385" y="570"/>
                </a:lnTo>
                <a:lnTo>
                  <a:pt x="2008379" y="25078"/>
                </a:lnTo>
                <a:lnTo>
                  <a:pt x="1934857" y="25053"/>
                </a:lnTo>
                <a:lnTo>
                  <a:pt x="1934863" y="545"/>
                </a:lnTo>
                <a:moveTo>
                  <a:pt x="2032893" y="582"/>
                </a:moveTo>
                <a:lnTo>
                  <a:pt x="2106415" y="606"/>
                </a:lnTo>
                <a:lnTo>
                  <a:pt x="2106409" y="25114"/>
                </a:lnTo>
                <a:lnTo>
                  <a:pt x="2032886" y="25089"/>
                </a:lnTo>
                <a:lnTo>
                  <a:pt x="2032893" y="582"/>
                </a:lnTo>
                <a:moveTo>
                  <a:pt x="2130922" y="613"/>
                </a:moveTo>
                <a:lnTo>
                  <a:pt x="2204445" y="643"/>
                </a:lnTo>
                <a:lnTo>
                  <a:pt x="2204438" y="25151"/>
                </a:lnTo>
                <a:lnTo>
                  <a:pt x="2130916" y="25120"/>
                </a:lnTo>
                <a:lnTo>
                  <a:pt x="2130922" y="613"/>
                </a:lnTo>
                <a:moveTo>
                  <a:pt x="2228952" y="649"/>
                </a:moveTo>
                <a:lnTo>
                  <a:pt x="2302474" y="674"/>
                </a:lnTo>
                <a:lnTo>
                  <a:pt x="2302468" y="25181"/>
                </a:lnTo>
                <a:lnTo>
                  <a:pt x="2228946" y="25157"/>
                </a:lnTo>
                <a:lnTo>
                  <a:pt x="2228952" y="649"/>
                </a:lnTo>
                <a:moveTo>
                  <a:pt x="2326982" y="686"/>
                </a:moveTo>
                <a:lnTo>
                  <a:pt x="2400504" y="711"/>
                </a:lnTo>
                <a:lnTo>
                  <a:pt x="2400498" y="25218"/>
                </a:lnTo>
                <a:lnTo>
                  <a:pt x="2326976" y="25194"/>
                </a:lnTo>
                <a:lnTo>
                  <a:pt x="2326982" y="686"/>
                </a:lnTo>
                <a:moveTo>
                  <a:pt x="2425012" y="717"/>
                </a:moveTo>
                <a:lnTo>
                  <a:pt x="2498534" y="748"/>
                </a:lnTo>
                <a:lnTo>
                  <a:pt x="2498528" y="25255"/>
                </a:lnTo>
                <a:lnTo>
                  <a:pt x="2425005" y="25224"/>
                </a:lnTo>
                <a:lnTo>
                  <a:pt x="2425012" y="717"/>
                </a:lnTo>
                <a:moveTo>
                  <a:pt x="2523041" y="753"/>
                </a:moveTo>
                <a:lnTo>
                  <a:pt x="2596564" y="778"/>
                </a:lnTo>
                <a:lnTo>
                  <a:pt x="2596557" y="25286"/>
                </a:lnTo>
                <a:lnTo>
                  <a:pt x="2523035" y="25261"/>
                </a:lnTo>
                <a:lnTo>
                  <a:pt x="2523041" y="753"/>
                </a:lnTo>
                <a:moveTo>
                  <a:pt x="2621071" y="791"/>
                </a:moveTo>
                <a:lnTo>
                  <a:pt x="2694593" y="815"/>
                </a:lnTo>
                <a:lnTo>
                  <a:pt x="2694587" y="25322"/>
                </a:lnTo>
                <a:lnTo>
                  <a:pt x="2621065" y="25298"/>
                </a:lnTo>
                <a:lnTo>
                  <a:pt x="2621071" y="791"/>
                </a:lnTo>
                <a:moveTo>
                  <a:pt x="2719101" y="821"/>
                </a:moveTo>
                <a:lnTo>
                  <a:pt x="2792623" y="845"/>
                </a:lnTo>
                <a:lnTo>
                  <a:pt x="2792617" y="25353"/>
                </a:lnTo>
                <a:lnTo>
                  <a:pt x="2719095" y="25328"/>
                </a:lnTo>
                <a:lnTo>
                  <a:pt x="2719101" y="821"/>
                </a:lnTo>
                <a:moveTo>
                  <a:pt x="2817131" y="858"/>
                </a:moveTo>
                <a:lnTo>
                  <a:pt x="2890653" y="882"/>
                </a:lnTo>
                <a:lnTo>
                  <a:pt x="2890647" y="25390"/>
                </a:lnTo>
                <a:lnTo>
                  <a:pt x="2817125" y="25365"/>
                </a:lnTo>
                <a:lnTo>
                  <a:pt x="2817131" y="858"/>
                </a:lnTo>
                <a:moveTo>
                  <a:pt x="2915160" y="888"/>
                </a:moveTo>
                <a:lnTo>
                  <a:pt x="2988683" y="919"/>
                </a:lnTo>
                <a:lnTo>
                  <a:pt x="2988676" y="25426"/>
                </a:lnTo>
                <a:lnTo>
                  <a:pt x="2915154" y="25396"/>
                </a:lnTo>
                <a:lnTo>
                  <a:pt x="2915160" y="888"/>
                </a:lnTo>
                <a:moveTo>
                  <a:pt x="3013190" y="925"/>
                </a:moveTo>
                <a:lnTo>
                  <a:pt x="3086712" y="950"/>
                </a:lnTo>
                <a:lnTo>
                  <a:pt x="3086706" y="25457"/>
                </a:lnTo>
                <a:lnTo>
                  <a:pt x="3013184" y="25433"/>
                </a:lnTo>
                <a:lnTo>
                  <a:pt x="3013190" y="925"/>
                </a:lnTo>
                <a:moveTo>
                  <a:pt x="3111220" y="962"/>
                </a:moveTo>
                <a:lnTo>
                  <a:pt x="3184742" y="987"/>
                </a:lnTo>
                <a:lnTo>
                  <a:pt x="3184736" y="25494"/>
                </a:lnTo>
                <a:lnTo>
                  <a:pt x="3111214" y="25469"/>
                </a:lnTo>
                <a:lnTo>
                  <a:pt x="3111220" y="962"/>
                </a:lnTo>
                <a:moveTo>
                  <a:pt x="3209250" y="992"/>
                </a:moveTo>
                <a:lnTo>
                  <a:pt x="3282772" y="1023"/>
                </a:lnTo>
                <a:lnTo>
                  <a:pt x="3282766" y="25530"/>
                </a:lnTo>
                <a:lnTo>
                  <a:pt x="3209243" y="25500"/>
                </a:lnTo>
                <a:lnTo>
                  <a:pt x="3209250" y="992"/>
                </a:lnTo>
                <a:moveTo>
                  <a:pt x="3307280" y="1030"/>
                </a:moveTo>
                <a:lnTo>
                  <a:pt x="3380802" y="1054"/>
                </a:lnTo>
                <a:lnTo>
                  <a:pt x="3380795" y="25561"/>
                </a:lnTo>
                <a:lnTo>
                  <a:pt x="3307273" y="25537"/>
                </a:lnTo>
                <a:lnTo>
                  <a:pt x="3307280" y="1030"/>
                </a:lnTo>
                <a:moveTo>
                  <a:pt x="3405309" y="1066"/>
                </a:moveTo>
                <a:lnTo>
                  <a:pt x="3431734" y="1072"/>
                </a:lnTo>
                <a:lnTo>
                  <a:pt x="3431728" y="25579"/>
                </a:lnTo>
                <a:lnTo>
                  <a:pt x="3405303" y="25573"/>
                </a:lnTo>
                <a:lnTo>
                  <a:pt x="3405309" y="1066"/>
                </a:lnTo>
                <a:moveTo>
                  <a:pt x="3431734" y="1072"/>
                </a:moveTo>
                <a:lnTo>
                  <a:pt x="3478831" y="1078"/>
                </a:lnTo>
                <a:lnTo>
                  <a:pt x="3478825" y="25586"/>
                </a:lnTo>
                <a:lnTo>
                  <a:pt x="3431728" y="25579"/>
                </a:lnTo>
                <a:lnTo>
                  <a:pt x="3431734" y="1072"/>
                </a:lnTo>
                <a:moveTo>
                  <a:pt x="3503363" y="1103"/>
                </a:moveTo>
                <a:lnTo>
                  <a:pt x="3550007" y="1213"/>
                </a:lnTo>
                <a:lnTo>
                  <a:pt x="3575550" y="1366"/>
                </a:lnTo>
                <a:lnTo>
                  <a:pt x="3576978" y="1385"/>
                </a:lnTo>
                <a:lnTo>
                  <a:pt x="3576739" y="25886"/>
                </a:lnTo>
                <a:lnTo>
                  <a:pt x="3575330" y="25874"/>
                </a:lnTo>
                <a:lnTo>
                  <a:pt x="3575379" y="25874"/>
                </a:lnTo>
                <a:lnTo>
                  <a:pt x="3549879" y="25721"/>
                </a:lnTo>
                <a:lnTo>
                  <a:pt x="3549928" y="25721"/>
                </a:lnTo>
                <a:lnTo>
                  <a:pt x="3503309" y="25610"/>
                </a:lnTo>
                <a:lnTo>
                  <a:pt x="3503363" y="1103"/>
                </a:lnTo>
                <a:moveTo>
                  <a:pt x="3601546" y="1636"/>
                </a:moveTo>
                <a:lnTo>
                  <a:pt x="3622127" y="1948"/>
                </a:lnTo>
                <a:lnTo>
                  <a:pt x="3643264" y="2408"/>
                </a:lnTo>
                <a:lnTo>
                  <a:pt x="3663024" y="3002"/>
                </a:lnTo>
                <a:lnTo>
                  <a:pt x="3675363" y="3511"/>
                </a:lnTo>
                <a:lnTo>
                  <a:pt x="3674358" y="27994"/>
                </a:lnTo>
                <a:lnTo>
                  <a:pt x="3662086" y="27491"/>
                </a:lnTo>
                <a:lnTo>
                  <a:pt x="3662221" y="27497"/>
                </a:lnTo>
                <a:lnTo>
                  <a:pt x="3642572" y="26903"/>
                </a:lnTo>
                <a:lnTo>
                  <a:pt x="3642676" y="26903"/>
                </a:lnTo>
                <a:lnTo>
                  <a:pt x="3621636" y="26450"/>
                </a:lnTo>
                <a:lnTo>
                  <a:pt x="3621716" y="26450"/>
                </a:lnTo>
                <a:lnTo>
                  <a:pt x="3601179" y="26137"/>
                </a:lnTo>
                <a:lnTo>
                  <a:pt x="3601546" y="1636"/>
                </a:lnTo>
                <a:moveTo>
                  <a:pt x="3700146" y="4791"/>
                </a:moveTo>
                <a:lnTo>
                  <a:pt x="3706770" y="5232"/>
                </a:lnTo>
                <a:lnTo>
                  <a:pt x="3714599" y="5821"/>
                </a:lnTo>
                <a:lnTo>
                  <a:pt x="3722141" y="6470"/>
                </a:lnTo>
                <a:lnTo>
                  <a:pt x="3729396" y="7168"/>
                </a:lnTo>
                <a:lnTo>
                  <a:pt x="3736374" y="7934"/>
                </a:lnTo>
                <a:lnTo>
                  <a:pt x="3743083" y="8755"/>
                </a:lnTo>
                <a:lnTo>
                  <a:pt x="3749535" y="9650"/>
                </a:lnTo>
                <a:lnTo>
                  <a:pt x="3755722" y="10612"/>
                </a:lnTo>
                <a:lnTo>
                  <a:pt x="3761666" y="11647"/>
                </a:lnTo>
                <a:lnTo>
                  <a:pt x="3767370" y="12756"/>
                </a:lnTo>
                <a:lnTo>
                  <a:pt x="3772841" y="13951"/>
                </a:lnTo>
                <a:lnTo>
                  <a:pt x="3775071" y="14496"/>
                </a:lnTo>
                <a:lnTo>
                  <a:pt x="3769264" y="38305"/>
                </a:lnTo>
                <a:lnTo>
                  <a:pt x="3767180" y="37797"/>
                </a:lnTo>
                <a:lnTo>
                  <a:pt x="3767474" y="37864"/>
                </a:lnTo>
                <a:lnTo>
                  <a:pt x="3762285" y="36730"/>
                </a:lnTo>
                <a:lnTo>
                  <a:pt x="3762548" y="36786"/>
                </a:lnTo>
                <a:lnTo>
                  <a:pt x="3757101" y="35726"/>
                </a:lnTo>
                <a:lnTo>
                  <a:pt x="3757340" y="35769"/>
                </a:lnTo>
                <a:lnTo>
                  <a:pt x="3751630" y="34776"/>
                </a:lnTo>
                <a:lnTo>
                  <a:pt x="3751851" y="34813"/>
                </a:lnTo>
                <a:lnTo>
                  <a:pt x="3745871" y="33882"/>
                </a:lnTo>
                <a:lnTo>
                  <a:pt x="3746073" y="33912"/>
                </a:lnTo>
                <a:lnTo>
                  <a:pt x="3739818" y="33048"/>
                </a:lnTo>
                <a:lnTo>
                  <a:pt x="3740001" y="33073"/>
                </a:lnTo>
                <a:lnTo>
                  <a:pt x="3733464" y="32264"/>
                </a:lnTo>
                <a:lnTo>
                  <a:pt x="3733630" y="32282"/>
                </a:lnTo>
                <a:lnTo>
                  <a:pt x="3726810" y="31541"/>
                </a:lnTo>
                <a:lnTo>
                  <a:pt x="3726957" y="31553"/>
                </a:lnTo>
                <a:lnTo>
                  <a:pt x="3719844" y="30867"/>
                </a:lnTo>
                <a:lnTo>
                  <a:pt x="3719985" y="30879"/>
                </a:lnTo>
                <a:lnTo>
                  <a:pt x="3712571" y="30248"/>
                </a:lnTo>
                <a:lnTo>
                  <a:pt x="3712694" y="30255"/>
                </a:lnTo>
                <a:lnTo>
                  <a:pt x="3704980" y="29673"/>
                </a:lnTo>
                <a:lnTo>
                  <a:pt x="3705091" y="29678"/>
                </a:lnTo>
                <a:lnTo>
                  <a:pt x="3698523" y="29244"/>
                </a:lnTo>
                <a:lnTo>
                  <a:pt x="3700146" y="4791"/>
                </a:lnTo>
                <a:moveTo>
                  <a:pt x="3800228" y="22706"/>
                </a:moveTo>
                <a:lnTo>
                  <a:pt x="3801172" y="23104"/>
                </a:lnTo>
                <a:lnTo>
                  <a:pt x="3805203" y="25022"/>
                </a:lnTo>
                <a:lnTo>
                  <a:pt x="3809045" y="27062"/>
                </a:lnTo>
                <a:lnTo>
                  <a:pt x="3812703" y="29244"/>
                </a:lnTo>
                <a:lnTo>
                  <a:pt x="3816177" y="31560"/>
                </a:lnTo>
                <a:lnTo>
                  <a:pt x="3819460" y="34022"/>
                </a:lnTo>
                <a:lnTo>
                  <a:pt x="3822554" y="36638"/>
                </a:lnTo>
                <a:lnTo>
                  <a:pt x="3825453" y="39396"/>
                </a:lnTo>
                <a:lnTo>
                  <a:pt x="3828155" y="42294"/>
                </a:lnTo>
                <a:lnTo>
                  <a:pt x="3830648" y="45339"/>
                </a:lnTo>
                <a:lnTo>
                  <a:pt x="3832940" y="48506"/>
                </a:lnTo>
                <a:lnTo>
                  <a:pt x="3835023" y="51803"/>
                </a:lnTo>
                <a:lnTo>
                  <a:pt x="3836904" y="55215"/>
                </a:lnTo>
                <a:lnTo>
                  <a:pt x="3838588" y="58726"/>
                </a:lnTo>
                <a:lnTo>
                  <a:pt x="3840078" y="62341"/>
                </a:lnTo>
                <a:lnTo>
                  <a:pt x="3841382" y="66041"/>
                </a:lnTo>
                <a:lnTo>
                  <a:pt x="3842516" y="69834"/>
                </a:lnTo>
                <a:lnTo>
                  <a:pt x="3843490" y="73712"/>
                </a:lnTo>
                <a:lnTo>
                  <a:pt x="3844311" y="77670"/>
                </a:lnTo>
                <a:lnTo>
                  <a:pt x="3844991" y="81720"/>
                </a:lnTo>
                <a:lnTo>
                  <a:pt x="3845543" y="85856"/>
                </a:lnTo>
                <a:lnTo>
                  <a:pt x="3845977" y="90089"/>
                </a:lnTo>
                <a:lnTo>
                  <a:pt x="3846027" y="90733"/>
                </a:lnTo>
                <a:lnTo>
                  <a:pt x="3821587" y="92552"/>
                </a:lnTo>
                <a:lnTo>
                  <a:pt x="3821550" y="92075"/>
                </a:lnTo>
                <a:lnTo>
                  <a:pt x="3821581" y="92411"/>
                </a:lnTo>
                <a:lnTo>
                  <a:pt x="3821182" y="88533"/>
                </a:lnTo>
                <a:lnTo>
                  <a:pt x="3821225" y="88913"/>
                </a:lnTo>
                <a:lnTo>
                  <a:pt x="3820729" y="85169"/>
                </a:lnTo>
                <a:lnTo>
                  <a:pt x="3820790" y="85580"/>
                </a:lnTo>
                <a:lnTo>
                  <a:pt x="3820184" y="81965"/>
                </a:lnTo>
                <a:lnTo>
                  <a:pt x="3820269" y="82425"/>
                </a:lnTo>
                <a:lnTo>
                  <a:pt x="3819547" y="78932"/>
                </a:lnTo>
                <a:lnTo>
                  <a:pt x="3819657" y="79428"/>
                </a:lnTo>
                <a:lnTo>
                  <a:pt x="3818817" y="76065"/>
                </a:lnTo>
                <a:lnTo>
                  <a:pt x="3818958" y="76598"/>
                </a:lnTo>
                <a:lnTo>
                  <a:pt x="3817990" y="73351"/>
                </a:lnTo>
                <a:lnTo>
                  <a:pt x="3818174" y="73920"/>
                </a:lnTo>
                <a:lnTo>
                  <a:pt x="3817071" y="70796"/>
                </a:lnTo>
                <a:lnTo>
                  <a:pt x="3817298" y="71390"/>
                </a:lnTo>
                <a:lnTo>
                  <a:pt x="3816061" y="68382"/>
                </a:lnTo>
                <a:lnTo>
                  <a:pt x="3816336" y="69001"/>
                </a:lnTo>
                <a:lnTo>
                  <a:pt x="3814951" y="66109"/>
                </a:lnTo>
                <a:lnTo>
                  <a:pt x="3815276" y="66740"/>
                </a:lnTo>
                <a:lnTo>
                  <a:pt x="3813744" y="63964"/>
                </a:lnTo>
                <a:lnTo>
                  <a:pt x="3814118" y="64595"/>
                </a:lnTo>
                <a:lnTo>
                  <a:pt x="3812427" y="61924"/>
                </a:lnTo>
                <a:lnTo>
                  <a:pt x="3812849" y="62549"/>
                </a:lnTo>
                <a:lnTo>
                  <a:pt x="3811005" y="59988"/>
                </a:lnTo>
                <a:lnTo>
                  <a:pt x="3811465" y="60595"/>
                </a:lnTo>
                <a:lnTo>
                  <a:pt x="3809455" y="58138"/>
                </a:lnTo>
                <a:lnTo>
                  <a:pt x="3809952" y="58707"/>
                </a:lnTo>
                <a:lnTo>
                  <a:pt x="3807765" y="56361"/>
                </a:lnTo>
                <a:lnTo>
                  <a:pt x="3808291" y="56894"/>
                </a:lnTo>
                <a:lnTo>
                  <a:pt x="3805932" y="54646"/>
                </a:lnTo>
                <a:lnTo>
                  <a:pt x="3806472" y="55129"/>
                </a:lnTo>
                <a:lnTo>
                  <a:pt x="3803929" y="52985"/>
                </a:lnTo>
                <a:lnTo>
                  <a:pt x="3804474" y="53420"/>
                </a:lnTo>
                <a:lnTo>
                  <a:pt x="3801742" y="51367"/>
                </a:lnTo>
                <a:lnTo>
                  <a:pt x="3802287" y="51754"/>
                </a:lnTo>
                <a:lnTo>
                  <a:pt x="3799358" y="49799"/>
                </a:lnTo>
                <a:lnTo>
                  <a:pt x="3799891" y="50136"/>
                </a:lnTo>
                <a:lnTo>
                  <a:pt x="3796761" y="48274"/>
                </a:lnTo>
                <a:lnTo>
                  <a:pt x="3797282" y="48562"/>
                </a:lnTo>
                <a:lnTo>
                  <a:pt x="3793942" y="46791"/>
                </a:lnTo>
                <a:lnTo>
                  <a:pt x="3794438" y="47036"/>
                </a:lnTo>
                <a:lnTo>
                  <a:pt x="3790885" y="45351"/>
                </a:lnTo>
                <a:lnTo>
                  <a:pt x="3791356" y="45559"/>
                </a:lnTo>
                <a:lnTo>
                  <a:pt x="3790646" y="45259"/>
                </a:lnTo>
                <a:lnTo>
                  <a:pt x="3800228" y="22706"/>
                </a:lnTo>
                <a:moveTo>
                  <a:pt x="3846688" y="116123"/>
                </a:moveTo>
                <a:lnTo>
                  <a:pt x="3846755" y="189645"/>
                </a:lnTo>
                <a:lnTo>
                  <a:pt x="3822248" y="189663"/>
                </a:lnTo>
                <a:lnTo>
                  <a:pt x="3822181" y="116141"/>
                </a:lnTo>
                <a:lnTo>
                  <a:pt x="3846688" y="116123"/>
                </a:lnTo>
                <a:moveTo>
                  <a:pt x="3846774" y="214152"/>
                </a:moveTo>
                <a:lnTo>
                  <a:pt x="3846836" y="287674"/>
                </a:lnTo>
                <a:lnTo>
                  <a:pt x="3822328" y="287693"/>
                </a:lnTo>
                <a:lnTo>
                  <a:pt x="3822267" y="214171"/>
                </a:lnTo>
                <a:lnTo>
                  <a:pt x="3846774" y="214152"/>
                </a:lnTo>
                <a:moveTo>
                  <a:pt x="3846854" y="312182"/>
                </a:moveTo>
                <a:lnTo>
                  <a:pt x="3846922" y="385704"/>
                </a:lnTo>
                <a:lnTo>
                  <a:pt x="3822414" y="385722"/>
                </a:lnTo>
                <a:lnTo>
                  <a:pt x="3822346" y="312200"/>
                </a:lnTo>
                <a:lnTo>
                  <a:pt x="3846854" y="312182"/>
                </a:lnTo>
                <a:moveTo>
                  <a:pt x="3846940" y="410212"/>
                </a:moveTo>
                <a:lnTo>
                  <a:pt x="3847001" y="483734"/>
                </a:lnTo>
                <a:lnTo>
                  <a:pt x="3822493" y="483752"/>
                </a:lnTo>
                <a:lnTo>
                  <a:pt x="3822432" y="410230"/>
                </a:lnTo>
                <a:lnTo>
                  <a:pt x="3846940" y="410212"/>
                </a:lnTo>
                <a:moveTo>
                  <a:pt x="3847019" y="508242"/>
                </a:moveTo>
                <a:lnTo>
                  <a:pt x="3847087" y="581764"/>
                </a:lnTo>
                <a:lnTo>
                  <a:pt x="3822579" y="581783"/>
                </a:lnTo>
                <a:lnTo>
                  <a:pt x="3822511" y="508260"/>
                </a:lnTo>
                <a:lnTo>
                  <a:pt x="3847019" y="508242"/>
                </a:lnTo>
                <a:moveTo>
                  <a:pt x="3847105" y="606271"/>
                </a:moveTo>
                <a:lnTo>
                  <a:pt x="3847166" y="679793"/>
                </a:lnTo>
                <a:lnTo>
                  <a:pt x="3822659" y="679812"/>
                </a:lnTo>
                <a:lnTo>
                  <a:pt x="3822597" y="606290"/>
                </a:lnTo>
                <a:lnTo>
                  <a:pt x="3847105" y="606271"/>
                </a:lnTo>
                <a:moveTo>
                  <a:pt x="3847191" y="704301"/>
                </a:moveTo>
                <a:lnTo>
                  <a:pt x="3847252" y="777823"/>
                </a:lnTo>
                <a:lnTo>
                  <a:pt x="3822744" y="777842"/>
                </a:lnTo>
                <a:lnTo>
                  <a:pt x="3822684" y="704320"/>
                </a:lnTo>
                <a:lnTo>
                  <a:pt x="3847191" y="704301"/>
                </a:lnTo>
                <a:moveTo>
                  <a:pt x="3847270" y="802331"/>
                </a:moveTo>
                <a:lnTo>
                  <a:pt x="3847331" y="875853"/>
                </a:lnTo>
                <a:lnTo>
                  <a:pt x="3822824" y="875872"/>
                </a:lnTo>
                <a:lnTo>
                  <a:pt x="3822763" y="802349"/>
                </a:lnTo>
                <a:lnTo>
                  <a:pt x="3847270" y="802331"/>
                </a:lnTo>
                <a:moveTo>
                  <a:pt x="3847356" y="900361"/>
                </a:moveTo>
                <a:lnTo>
                  <a:pt x="3847417" y="973883"/>
                </a:lnTo>
                <a:lnTo>
                  <a:pt x="3822910" y="973902"/>
                </a:lnTo>
                <a:lnTo>
                  <a:pt x="3822849" y="900379"/>
                </a:lnTo>
                <a:lnTo>
                  <a:pt x="3847356" y="900361"/>
                </a:lnTo>
                <a:moveTo>
                  <a:pt x="3847436" y="998390"/>
                </a:moveTo>
                <a:lnTo>
                  <a:pt x="3847497" y="1071912"/>
                </a:lnTo>
                <a:lnTo>
                  <a:pt x="3822989" y="1071931"/>
                </a:lnTo>
                <a:lnTo>
                  <a:pt x="3822928" y="998409"/>
                </a:lnTo>
                <a:lnTo>
                  <a:pt x="3847436" y="998390"/>
                </a:lnTo>
                <a:moveTo>
                  <a:pt x="3847522" y="1096420"/>
                </a:moveTo>
                <a:lnTo>
                  <a:pt x="3847583" y="1169943"/>
                </a:lnTo>
                <a:lnTo>
                  <a:pt x="3823075" y="1169961"/>
                </a:lnTo>
                <a:lnTo>
                  <a:pt x="3823014" y="1096439"/>
                </a:lnTo>
                <a:lnTo>
                  <a:pt x="3847522" y="1096420"/>
                </a:lnTo>
                <a:moveTo>
                  <a:pt x="3847601" y="1194450"/>
                </a:moveTo>
                <a:lnTo>
                  <a:pt x="3847662" y="1267972"/>
                </a:lnTo>
                <a:lnTo>
                  <a:pt x="3823155" y="1267991"/>
                </a:lnTo>
                <a:lnTo>
                  <a:pt x="3823094" y="1194468"/>
                </a:lnTo>
                <a:lnTo>
                  <a:pt x="3847601" y="1194450"/>
                </a:lnTo>
                <a:moveTo>
                  <a:pt x="3847424" y="1292921"/>
                </a:moveTo>
                <a:lnTo>
                  <a:pt x="3847246" y="1297963"/>
                </a:lnTo>
                <a:lnTo>
                  <a:pt x="3847019" y="1301859"/>
                </a:lnTo>
                <a:lnTo>
                  <a:pt x="3846725" y="1305628"/>
                </a:lnTo>
                <a:lnTo>
                  <a:pt x="3846345" y="1309329"/>
                </a:lnTo>
                <a:lnTo>
                  <a:pt x="3845880" y="1312950"/>
                </a:lnTo>
                <a:lnTo>
                  <a:pt x="3845310" y="1316510"/>
                </a:lnTo>
                <a:lnTo>
                  <a:pt x="3844617" y="1320007"/>
                </a:lnTo>
                <a:lnTo>
                  <a:pt x="3843796" y="1323438"/>
                </a:lnTo>
                <a:lnTo>
                  <a:pt x="3842822" y="1326814"/>
                </a:lnTo>
                <a:lnTo>
                  <a:pt x="3841689" y="1330123"/>
                </a:lnTo>
                <a:lnTo>
                  <a:pt x="3840378" y="1333365"/>
                </a:lnTo>
                <a:lnTo>
                  <a:pt x="3838877" y="1336532"/>
                </a:lnTo>
                <a:lnTo>
                  <a:pt x="3837173" y="1339608"/>
                </a:lnTo>
                <a:lnTo>
                  <a:pt x="3835262" y="1342585"/>
                </a:lnTo>
                <a:lnTo>
                  <a:pt x="3833142" y="1345452"/>
                </a:lnTo>
                <a:lnTo>
                  <a:pt x="3830807" y="1348192"/>
                </a:lnTo>
                <a:lnTo>
                  <a:pt x="3828265" y="1350789"/>
                </a:lnTo>
                <a:lnTo>
                  <a:pt x="3825526" y="1353240"/>
                </a:lnTo>
                <a:lnTo>
                  <a:pt x="3822586" y="1355549"/>
                </a:lnTo>
                <a:lnTo>
                  <a:pt x="3819460" y="1357700"/>
                </a:lnTo>
                <a:lnTo>
                  <a:pt x="3816146" y="1359716"/>
                </a:lnTo>
                <a:lnTo>
                  <a:pt x="3812648" y="1361585"/>
                </a:lnTo>
                <a:lnTo>
                  <a:pt x="3808959" y="1363324"/>
                </a:lnTo>
                <a:lnTo>
                  <a:pt x="3807397" y="1363980"/>
                </a:lnTo>
                <a:lnTo>
                  <a:pt x="3797949" y="1341366"/>
                </a:lnTo>
                <a:lnTo>
                  <a:pt x="3799254" y="1340820"/>
                </a:lnTo>
                <a:lnTo>
                  <a:pt x="3798745" y="1341048"/>
                </a:lnTo>
                <a:lnTo>
                  <a:pt x="3801901" y="1339558"/>
                </a:lnTo>
                <a:lnTo>
                  <a:pt x="3801350" y="1339834"/>
                </a:lnTo>
                <a:lnTo>
                  <a:pt x="3804290" y="1338260"/>
                </a:lnTo>
                <a:lnTo>
                  <a:pt x="3803715" y="1338590"/>
                </a:lnTo>
                <a:lnTo>
                  <a:pt x="3806441" y="1336936"/>
                </a:lnTo>
                <a:lnTo>
                  <a:pt x="3805840" y="1337322"/>
                </a:lnTo>
                <a:lnTo>
                  <a:pt x="3808365" y="1335583"/>
                </a:lnTo>
                <a:lnTo>
                  <a:pt x="3807758" y="1336029"/>
                </a:lnTo>
                <a:lnTo>
                  <a:pt x="3810087" y="1334204"/>
                </a:lnTo>
                <a:lnTo>
                  <a:pt x="3809480" y="1334711"/>
                </a:lnTo>
                <a:lnTo>
                  <a:pt x="3811625" y="1332795"/>
                </a:lnTo>
                <a:lnTo>
                  <a:pt x="3811030" y="1333365"/>
                </a:lnTo>
                <a:lnTo>
                  <a:pt x="3812991" y="1331354"/>
                </a:lnTo>
                <a:lnTo>
                  <a:pt x="3812427" y="1331974"/>
                </a:lnTo>
                <a:lnTo>
                  <a:pt x="3814222" y="1329872"/>
                </a:lnTo>
                <a:lnTo>
                  <a:pt x="3813702" y="1330528"/>
                </a:lnTo>
                <a:lnTo>
                  <a:pt x="3815331" y="1328328"/>
                </a:lnTo>
                <a:lnTo>
                  <a:pt x="3814860" y="1329009"/>
                </a:lnTo>
                <a:lnTo>
                  <a:pt x="3816329" y="1326711"/>
                </a:lnTo>
                <a:lnTo>
                  <a:pt x="3815919" y="1327402"/>
                </a:lnTo>
                <a:lnTo>
                  <a:pt x="3817249" y="1325007"/>
                </a:lnTo>
                <a:lnTo>
                  <a:pt x="3816900" y="1325688"/>
                </a:lnTo>
                <a:lnTo>
                  <a:pt x="3818081" y="1323187"/>
                </a:lnTo>
                <a:lnTo>
                  <a:pt x="3817794" y="1323843"/>
                </a:lnTo>
                <a:lnTo>
                  <a:pt x="3818842" y="1321244"/>
                </a:lnTo>
                <a:lnTo>
                  <a:pt x="3818609" y="1321870"/>
                </a:lnTo>
                <a:lnTo>
                  <a:pt x="3819541" y="1319162"/>
                </a:lnTo>
                <a:lnTo>
                  <a:pt x="3819356" y="1319744"/>
                </a:lnTo>
                <a:lnTo>
                  <a:pt x="3820165" y="1316926"/>
                </a:lnTo>
                <a:lnTo>
                  <a:pt x="3820024" y="1317459"/>
                </a:lnTo>
                <a:lnTo>
                  <a:pt x="3820729" y="1314531"/>
                </a:lnTo>
                <a:lnTo>
                  <a:pt x="3820625" y="1315015"/>
                </a:lnTo>
                <a:lnTo>
                  <a:pt x="3821225" y="1311975"/>
                </a:lnTo>
                <a:lnTo>
                  <a:pt x="3821145" y="1312404"/>
                </a:lnTo>
                <a:lnTo>
                  <a:pt x="3821654" y="1309249"/>
                </a:lnTo>
                <a:lnTo>
                  <a:pt x="3821599" y="1309629"/>
                </a:lnTo>
                <a:lnTo>
                  <a:pt x="3822022" y="1306357"/>
                </a:lnTo>
                <a:lnTo>
                  <a:pt x="3821979" y="1306687"/>
                </a:lnTo>
                <a:lnTo>
                  <a:pt x="3822328" y="1303299"/>
                </a:lnTo>
                <a:lnTo>
                  <a:pt x="3822298" y="1303581"/>
                </a:lnTo>
                <a:lnTo>
                  <a:pt x="3822573" y="1300071"/>
                </a:lnTo>
                <a:lnTo>
                  <a:pt x="3822561" y="1300310"/>
                </a:lnTo>
                <a:lnTo>
                  <a:pt x="3822769" y="1296676"/>
                </a:lnTo>
                <a:lnTo>
                  <a:pt x="3822757" y="1296957"/>
                </a:lnTo>
                <a:lnTo>
                  <a:pt x="3822928" y="1292051"/>
                </a:lnTo>
                <a:lnTo>
                  <a:pt x="3847424" y="1292921"/>
                </a:lnTo>
                <a:moveTo>
                  <a:pt x="3781634" y="1371669"/>
                </a:moveTo>
                <a:lnTo>
                  <a:pt x="3777400" y="1372520"/>
                </a:lnTo>
                <a:lnTo>
                  <a:pt x="3771959" y="1373490"/>
                </a:lnTo>
                <a:lnTo>
                  <a:pt x="3766255" y="1374383"/>
                </a:lnTo>
                <a:lnTo>
                  <a:pt x="3760282" y="1375211"/>
                </a:lnTo>
                <a:lnTo>
                  <a:pt x="3754019" y="1375977"/>
                </a:lnTo>
                <a:lnTo>
                  <a:pt x="3747470" y="1376681"/>
                </a:lnTo>
                <a:lnTo>
                  <a:pt x="3740614" y="1377330"/>
                </a:lnTo>
                <a:lnTo>
                  <a:pt x="3733446" y="1377925"/>
                </a:lnTo>
                <a:lnTo>
                  <a:pt x="3725958" y="1378471"/>
                </a:lnTo>
                <a:lnTo>
                  <a:pt x="3718134" y="1378966"/>
                </a:lnTo>
                <a:lnTo>
                  <a:pt x="3709980" y="1379413"/>
                </a:lnTo>
                <a:lnTo>
                  <a:pt x="3706757" y="1379566"/>
                </a:lnTo>
                <a:lnTo>
                  <a:pt x="3705593" y="1355090"/>
                </a:lnTo>
                <a:lnTo>
                  <a:pt x="3708767" y="1354936"/>
                </a:lnTo>
                <a:lnTo>
                  <a:pt x="3708674" y="1354942"/>
                </a:lnTo>
                <a:lnTo>
                  <a:pt x="3716743" y="1354496"/>
                </a:lnTo>
                <a:lnTo>
                  <a:pt x="3716639" y="1354503"/>
                </a:lnTo>
                <a:lnTo>
                  <a:pt x="3724353" y="1354017"/>
                </a:lnTo>
                <a:lnTo>
                  <a:pt x="3724237" y="1354024"/>
                </a:lnTo>
                <a:lnTo>
                  <a:pt x="3731608" y="1353491"/>
                </a:lnTo>
                <a:lnTo>
                  <a:pt x="3731485" y="1353497"/>
                </a:lnTo>
                <a:lnTo>
                  <a:pt x="3738519" y="1352915"/>
                </a:lnTo>
                <a:lnTo>
                  <a:pt x="3738371" y="1352927"/>
                </a:lnTo>
                <a:lnTo>
                  <a:pt x="3745080" y="1352289"/>
                </a:lnTo>
                <a:lnTo>
                  <a:pt x="3744921" y="1352309"/>
                </a:lnTo>
                <a:lnTo>
                  <a:pt x="3751305" y="1351622"/>
                </a:lnTo>
                <a:lnTo>
                  <a:pt x="3751134" y="1351640"/>
                </a:lnTo>
                <a:lnTo>
                  <a:pt x="3757206" y="1350900"/>
                </a:lnTo>
                <a:lnTo>
                  <a:pt x="3757010" y="1350924"/>
                </a:lnTo>
                <a:lnTo>
                  <a:pt x="3762781" y="1350122"/>
                </a:lnTo>
                <a:lnTo>
                  <a:pt x="3762560" y="1350158"/>
                </a:lnTo>
                <a:lnTo>
                  <a:pt x="3768032" y="1349294"/>
                </a:lnTo>
                <a:lnTo>
                  <a:pt x="3767793" y="1349337"/>
                </a:lnTo>
                <a:lnTo>
                  <a:pt x="3772976" y="1348417"/>
                </a:lnTo>
                <a:lnTo>
                  <a:pt x="3772706" y="1348466"/>
                </a:lnTo>
                <a:lnTo>
                  <a:pt x="3776812" y="1347640"/>
                </a:lnTo>
                <a:lnTo>
                  <a:pt x="3781634" y="1371669"/>
                </a:lnTo>
                <a:moveTo>
                  <a:pt x="3682023" y="1380548"/>
                </a:moveTo>
                <a:lnTo>
                  <a:pt x="3663777" y="1381050"/>
                </a:lnTo>
                <a:lnTo>
                  <a:pt x="3642608" y="1381459"/>
                </a:lnTo>
                <a:lnTo>
                  <a:pt x="3619811" y="1381766"/>
                </a:lnTo>
                <a:lnTo>
                  <a:pt x="3608280" y="1381864"/>
                </a:lnTo>
                <a:lnTo>
                  <a:pt x="3608072" y="1357356"/>
                </a:lnTo>
                <a:lnTo>
                  <a:pt x="3619572" y="1357258"/>
                </a:lnTo>
                <a:lnTo>
                  <a:pt x="3619517" y="1357258"/>
                </a:lnTo>
                <a:lnTo>
                  <a:pt x="3642247" y="1356958"/>
                </a:lnTo>
                <a:lnTo>
                  <a:pt x="3642174" y="1356958"/>
                </a:lnTo>
                <a:lnTo>
                  <a:pt x="3663250" y="1356549"/>
                </a:lnTo>
                <a:lnTo>
                  <a:pt x="3663152" y="1356549"/>
                </a:lnTo>
                <a:lnTo>
                  <a:pt x="3681349" y="1356046"/>
                </a:lnTo>
                <a:lnTo>
                  <a:pt x="3682023" y="1380548"/>
                </a:lnTo>
                <a:moveTo>
                  <a:pt x="3583730" y="1382029"/>
                </a:moveTo>
                <a:lnTo>
                  <a:pt x="3569043" y="1382110"/>
                </a:lnTo>
                <a:lnTo>
                  <a:pt x="3540939" y="1382182"/>
                </a:lnTo>
                <a:lnTo>
                  <a:pt x="3510153" y="1382201"/>
                </a:lnTo>
                <a:lnTo>
                  <a:pt x="3510140" y="1357694"/>
                </a:lnTo>
                <a:lnTo>
                  <a:pt x="3540915" y="1357675"/>
                </a:lnTo>
                <a:lnTo>
                  <a:pt x="3540890" y="1357675"/>
                </a:lnTo>
                <a:lnTo>
                  <a:pt x="3568964" y="1357603"/>
                </a:lnTo>
                <a:lnTo>
                  <a:pt x="3568933" y="1357603"/>
                </a:lnTo>
                <a:lnTo>
                  <a:pt x="3583607" y="1357528"/>
                </a:lnTo>
                <a:lnTo>
                  <a:pt x="3583730" y="1382029"/>
                </a:lnTo>
                <a:moveTo>
                  <a:pt x="3485645" y="1382214"/>
                </a:moveTo>
                <a:lnTo>
                  <a:pt x="3478985" y="1382220"/>
                </a:lnTo>
                <a:lnTo>
                  <a:pt x="3412098" y="1382110"/>
                </a:lnTo>
                <a:lnTo>
                  <a:pt x="3412135" y="1357603"/>
                </a:lnTo>
                <a:lnTo>
                  <a:pt x="3479015" y="1357712"/>
                </a:lnTo>
                <a:lnTo>
                  <a:pt x="3478985" y="1357712"/>
                </a:lnTo>
                <a:lnTo>
                  <a:pt x="3485632" y="1357706"/>
                </a:lnTo>
                <a:lnTo>
                  <a:pt x="3485645" y="1382214"/>
                </a:lnTo>
                <a:moveTo>
                  <a:pt x="3387590" y="1382066"/>
                </a:moveTo>
                <a:lnTo>
                  <a:pt x="3314068" y="1381950"/>
                </a:lnTo>
                <a:lnTo>
                  <a:pt x="3314111" y="1357442"/>
                </a:lnTo>
                <a:lnTo>
                  <a:pt x="3387628" y="1357558"/>
                </a:lnTo>
                <a:lnTo>
                  <a:pt x="3387590" y="1382066"/>
                </a:lnTo>
                <a:moveTo>
                  <a:pt x="3289560" y="1381907"/>
                </a:moveTo>
                <a:lnTo>
                  <a:pt x="3216038" y="1381785"/>
                </a:lnTo>
                <a:lnTo>
                  <a:pt x="3216081" y="1357277"/>
                </a:lnTo>
                <a:lnTo>
                  <a:pt x="3289603" y="1357400"/>
                </a:lnTo>
                <a:lnTo>
                  <a:pt x="3289560" y="1381907"/>
                </a:lnTo>
                <a:moveTo>
                  <a:pt x="3191531" y="1381748"/>
                </a:moveTo>
                <a:lnTo>
                  <a:pt x="3118009" y="1381626"/>
                </a:lnTo>
                <a:lnTo>
                  <a:pt x="3118052" y="1357119"/>
                </a:lnTo>
                <a:lnTo>
                  <a:pt x="3191574" y="1357240"/>
                </a:lnTo>
                <a:lnTo>
                  <a:pt x="3191531" y="1381748"/>
                </a:lnTo>
                <a:moveTo>
                  <a:pt x="3093501" y="1381583"/>
                </a:moveTo>
                <a:lnTo>
                  <a:pt x="3019979" y="1381466"/>
                </a:lnTo>
                <a:lnTo>
                  <a:pt x="3020022" y="1356958"/>
                </a:lnTo>
                <a:lnTo>
                  <a:pt x="3093544" y="1357075"/>
                </a:lnTo>
                <a:lnTo>
                  <a:pt x="3093501" y="1381583"/>
                </a:lnTo>
                <a:moveTo>
                  <a:pt x="2995471" y="1381423"/>
                </a:moveTo>
                <a:lnTo>
                  <a:pt x="2921949" y="1381301"/>
                </a:lnTo>
                <a:lnTo>
                  <a:pt x="2921992" y="1356793"/>
                </a:lnTo>
                <a:lnTo>
                  <a:pt x="2995514" y="1356915"/>
                </a:lnTo>
                <a:lnTo>
                  <a:pt x="2995471" y="1381423"/>
                </a:lnTo>
                <a:moveTo>
                  <a:pt x="2897442" y="1381264"/>
                </a:moveTo>
                <a:lnTo>
                  <a:pt x="2823919" y="1381141"/>
                </a:lnTo>
                <a:lnTo>
                  <a:pt x="2823962" y="1356633"/>
                </a:lnTo>
                <a:lnTo>
                  <a:pt x="2897484" y="1356756"/>
                </a:lnTo>
                <a:lnTo>
                  <a:pt x="2897442" y="1381264"/>
                </a:lnTo>
                <a:moveTo>
                  <a:pt x="2799412" y="1381105"/>
                </a:moveTo>
                <a:lnTo>
                  <a:pt x="2725889" y="1380983"/>
                </a:lnTo>
                <a:lnTo>
                  <a:pt x="2725932" y="1356475"/>
                </a:lnTo>
                <a:lnTo>
                  <a:pt x="2799455" y="1356597"/>
                </a:lnTo>
                <a:lnTo>
                  <a:pt x="2799412" y="1381105"/>
                </a:lnTo>
                <a:moveTo>
                  <a:pt x="2701382" y="1380938"/>
                </a:moveTo>
                <a:lnTo>
                  <a:pt x="2627860" y="1380822"/>
                </a:lnTo>
                <a:lnTo>
                  <a:pt x="2627903" y="1356314"/>
                </a:lnTo>
                <a:lnTo>
                  <a:pt x="2701425" y="1356432"/>
                </a:lnTo>
                <a:lnTo>
                  <a:pt x="2701382" y="1380938"/>
                </a:lnTo>
                <a:moveTo>
                  <a:pt x="2603352" y="1380780"/>
                </a:moveTo>
                <a:lnTo>
                  <a:pt x="2529830" y="1380657"/>
                </a:lnTo>
                <a:lnTo>
                  <a:pt x="2529873" y="1356149"/>
                </a:lnTo>
                <a:lnTo>
                  <a:pt x="2603395" y="1356272"/>
                </a:lnTo>
                <a:lnTo>
                  <a:pt x="2603352" y="1380780"/>
                </a:lnTo>
                <a:moveTo>
                  <a:pt x="2505323" y="1380620"/>
                </a:moveTo>
                <a:lnTo>
                  <a:pt x="2431800" y="1380498"/>
                </a:lnTo>
                <a:lnTo>
                  <a:pt x="2431843" y="1355991"/>
                </a:lnTo>
                <a:lnTo>
                  <a:pt x="2505365" y="1356113"/>
                </a:lnTo>
                <a:lnTo>
                  <a:pt x="2505323" y="1380620"/>
                </a:lnTo>
                <a:moveTo>
                  <a:pt x="2407293" y="1380455"/>
                </a:moveTo>
                <a:lnTo>
                  <a:pt x="2333770" y="1380338"/>
                </a:lnTo>
                <a:lnTo>
                  <a:pt x="2333813" y="1355831"/>
                </a:lnTo>
                <a:lnTo>
                  <a:pt x="2407336" y="1355948"/>
                </a:lnTo>
                <a:lnTo>
                  <a:pt x="2407293" y="1380455"/>
                </a:lnTo>
                <a:moveTo>
                  <a:pt x="2309263" y="1380297"/>
                </a:moveTo>
                <a:lnTo>
                  <a:pt x="2235741" y="1380173"/>
                </a:lnTo>
                <a:lnTo>
                  <a:pt x="2235784" y="1355666"/>
                </a:lnTo>
                <a:lnTo>
                  <a:pt x="2309306" y="1355789"/>
                </a:lnTo>
                <a:lnTo>
                  <a:pt x="2309263" y="1380297"/>
                </a:lnTo>
                <a:moveTo>
                  <a:pt x="2211233" y="1380136"/>
                </a:moveTo>
                <a:lnTo>
                  <a:pt x="2137711" y="1380014"/>
                </a:lnTo>
                <a:lnTo>
                  <a:pt x="2137754" y="1355507"/>
                </a:lnTo>
                <a:lnTo>
                  <a:pt x="2211276" y="1355629"/>
                </a:lnTo>
                <a:lnTo>
                  <a:pt x="2211233" y="1380136"/>
                </a:lnTo>
                <a:moveTo>
                  <a:pt x="2113204" y="1379978"/>
                </a:moveTo>
                <a:lnTo>
                  <a:pt x="2039681" y="1379855"/>
                </a:lnTo>
                <a:lnTo>
                  <a:pt x="2039724" y="1355347"/>
                </a:lnTo>
                <a:lnTo>
                  <a:pt x="2113246" y="1355470"/>
                </a:lnTo>
                <a:lnTo>
                  <a:pt x="2113204" y="1379978"/>
                </a:lnTo>
                <a:moveTo>
                  <a:pt x="2015174" y="1379813"/>
                </a:moveTo>
                <a:lnTo>
                  <a:pt x="1941651" y="1379695"/>
                </a:lnTo>
                <a:lnTo>
                  <a:pt x="1941694" y="1355189"/>
                </a:lnTo>
                <a:lnTo>
                  <a:pt x="2015217" y="1355305"/>
                </a:lnTo>
                <a:lnTo>
                  <a:pt x="2015174" y="1379813"/>
                </a:lnTo>
                <a:moveTo>
                  <a:pt x="1917144" y="1379652"/>
                </a:moveTo>
                <a:lnTo>
                  <a:pt x="1843622" y="1379530"/>
                </a:lnTo>
                <a:lnTo>
                  <a:pt x="1843664" y="1355023"/>
                </a:lnTo>
                <a:lnTo>
                  <a:pt x="1917187" y="1355145"/>
                </a:lnTo>
                <a:lnTo>
                  <a:pt x="1917144" y="1379652"/>
                </a:lnTo>
                <a:moveTo>
                  <a:pt x="1819114" y="1379494"/>
                </a:moveTo>
                <a:lnTo>
                  <a:pt x="1745592" y="1379371"/>
                </a:lnTo>
                <a:lnTo>
                  <a:pt x="1745635" y="1354863"/>
                </a:lnTo>
                <a:lnTo>
                  <a:pt x="1819157" y="1354986"/>
                </a:lnTo>
                <a:lnTo>
                  <a:pt x="1819114" y="1379494"/>
                </a:lnTo>
                <a:moveTo>
                  <a:pt x="1721084" y="1379328"/>
                </a:moveTo>
                <a:lnTo>
                  <a:pt x="1647562" y="1379212"/>
                </a:lnTo>
                <a:lnTo>
                  <a:pt x="1647605" y="1354704"/>
                </a:lnTo>
                <a:lnTo>
                  <a:pt x="1721127" y="1354821"/>
                </a:lnTo>
                <a:lnTo>
                  <a:pt x="1721084" y="1379328"/>
                </a:lnTo>
                <a:moveTo>
                  <a:pt x="1623054" y="1379169"/>
                </a:moveTo>
                <a:lnTo>
                  <a:pt x="1549532" y="1379045"/>
                </a:lnTo>
                <a:lnTo>
                  <a:pt x="1549575" y="1354539"/>
                </a:lnTo>
                <a:lnTo>
                  <a:pt x="1623097" y="1354661"/>
                </a:lnTo>
                <a:lnTo>
                  <a:pt x="1623054" y="1379169"/>
                </a:lnTo>
                <a:moveTo>
                  <a:pt x="1525025" y="1379009"/>
                </a:moveTo>
                <a:lnTo>
                  <a:pt x="1451503" y="1378887"/>
                </a:lnTo>
                <a:lnTo>
                  <a:pt x="1451545" y="1354380"/>
                </a:lnTo>
                <a:lnTo>
                  <a:pt x="1525068" y="1354503"/>
                </a:lnTo>
                <a:lnTo>
                  <a:pt x="1525025" y="1379009"/>
                </a:lnTo>
                <a:moveTo>
                  <a:pt x="1426995" y="1378843"/>
                </a:moveTo>
                <a:lnTo>
                  <a:pt x="1353473" y="1378727"/>
                </a:lnTo>
                <a:lnTo>
                  <a:pt x="1353516" y="1354220"/>
                </a:lnTo>
                <a:lnTo>
                  <a:pt x="1427038" y="1354335"/>
                </a:lnTo>
                <a:lnTo>
                  <a:pt x="1426995" y="1378843"/>
                </a:lnTo>
                <a:moveTo>
                  <a:pt x="1328965" y="1378685"/>
                </a:moveTo>
                <a:lnTo>
                  <a:pt x="1255443" y="1378562"/>
                </a:lnTo>
                <a:lnTo>
                  <a:pt x="1255486" y="1354055"/>
                </a:lnTo>
                <a:lnTo>
                  <a:pt x="1329008" y="1354177"/>
                </a:lnTo>
                <a:lnTo>
                  <a:pt x="1328965" y="1378685"/>
                </a:lnTo>
                <a:moveTo>
                  <a:pt x="1230935" y="1378525"/>
                </a:moveTo>
                <a:lnTo>
                  <a:pt x="1157413" y="1378404"/>
                </a:lnTo>
                <a:lnTo>
                  <a:pt x="1157456" y="1353896"/>
                </a:lnTo>
                <a:lnTo>
                  <a:pt x="1230978" y="1354017"/>
                </a:lnTo>
                <a:lnTo>
                  <a:pt x="1230935" y="1378525"/>
                </a:lnTo>
                <a:moveTo>
                  <a:pt x="1132906" y="1378366"/>
                </a:moveTo>
                <a:lnTo>
                  <a:pt x="1059384" y="1378243"/>
                </a:lnTo>
                <a:lnTo>
                  <a:pt x="1059426" y="1353737"/>
                </a:lnTo>
                <a:lnTo>
                  <a:pt x="1132949" y="1353859"/>
                </a:lnTo>
                <a:lnTo>
                  <a:pt x="1132906" y="1378366"/>
                </a:lnTo>
                <a:moveTo>
                  <a:pt x="1034876" y="1378200"/>
                </a:moveTo>
                <a:lnTo>
                  <a:pt x="961354" y="1378085"/>
                </a:lnTo>
                <a:lnTo>
                  <a:pt x="961397" y="1353577"/>
                </a:lnTo>
                <a:lnTo>
                  <a:pt x="1034919" y="1353694"/>
                </a:lnTo>
                <a:lnTo>
                  <a:pt x="1034876" y="1378200"/>
                </a:lnTo>
                <a:moveTo>
                  <a:pt x="936846" y="1378041"/>
                </a:moveTo>
                <a:lnTo>
                  <a:pt x="863330" y="1377918"/>
                </a:lnTo>
                <a:lnTo>
                  <a:pt x="863366" y="1353411"/>
                </a:lnTo>
                <a:lnTo>
                  <a:pt x="936889" y="1353533"/>
                </a:lnTo>
                <a:lnTo>
                  <a:pt x="936846" y="1378041"/>
                </a:lnTo>
                <a:moveTo>
                  <a:pt x="838823" y="1377882"/>
                </a:moveTo>
                <a:lnTo>
                  <a:pt x="765300" y="1377760"/>
                </a:lnTo>
                <a:lnTo>
                  <a:pt x="765337" y="1353252"/>
                </a:lnTo>
                <a:lnTo>
                  <a:pt x="838859" y="1353375"/>
                </a:lnTo>
                <a:lnTo>
                  <a:pt x="838823" y="1377882"/>
                </a:lnTo>
                <a:moveTo>
                  <a:pt x="740793" y="1377716"/>
                </a:moveTo>
                <a:lnTo>
                  <a:pt x="667270" y="1377599"/>
                </a:lnTo>
                <a:lnTo>
                  <a:pt x="667307" y="1353092"/>
                </a:lnTo>
                <a:lnTo>
                  <a:pt x="740829" y="1353210"/>
                </a:lnTo>
                <a:lnTo>
                  <a:pt x="740793" y="1377716"/>
                </a:lnTo>
                <a:moveTo>
                  <a:pt x="642763" y="1377557"/>
                </a:moveTo>
                <a:lnTo>
                  <a:pt x="569241" y="1377434"/>
                </a:lnTo>
                <a:lnTo>
                  <a:pt x="569277" y="1352927"/>
                </a:lnTo>
                <a:lnTo>
                  <a:pt x="642800" y="1353049"/>
                </a:lnTo>
                <a:lnTo>
                  <a:pt x="642763" y="1377557"/>
                </a:lnTo>
                <a:moveTo>
                  <a:pt x="544733" y="1377398"/>
                </a:moveTo>
                <a:lnTo>
                  <a:pt x="471211" y="1377276"/>
                </a:lnTo>
                <a:lnTo>
                  <a:pt x="471247" y="1352768"/>
                </a:lnTo>
                <a:lnTo>
                  <a:pt x="544770" y="1352891"/>
                </a:lnTo>
                <a:lnTo>
                  <a:pt x="544733" y="1377398"/>
                </a:lnTo>
                <a:moveTo>
                  <a:pt x="446703" y="1377233"/>
                </a:moveTo>
                <a:lnTo>
                  <a:pt x="378499" y="1377122"/>
                </a:lnTo>
                <a:lnTo>
                  <a:pt x="378505" y="1377122"/>
                </a:lnTo>
                <a:lnTo>
                  <a:pt x="373187" y="1377115"/>
                </a:lnTo>
                <a:lnTo>
                  <a:pt x="373212" y="1352609"/>
                </a:lnTo>
                <a:lnTo>
                  <a:pt x="378536" y="1352615"/>
                </a:lnTo>
                <a:lnTo>
                  <a:pt x="446740" y="1352725"/>
                </a:lnTo>
                <a:lnTo>
                  <a:pt x="446703" y="1377233"/>
                </a:lnTo>
                <a:moveTo>
                  <a:pt x="348680" y="1377091"/>
                </a:moveTo>
                <a:lnTo>
                  <a:pt x="316465" y="1377055"/>
                </a:lnTo>
                <a:lnTo>
                  <a:pt x="288238" y="1376950"/>
                </a:lnTo>
                <a:lnTo>
                  <a:pt x="275090" y="1376864"/>
                </a:lnTo>
                <a:lnTo>
                  <a:pt x="275249" y="1352356"/>
                </a:lnTo>
                <a:lnTo>
                  <a:pt x="288379" y="1352442"/>
                </a:lnTo>
                <a:lnTo>
                  <a:pt x="288348" y="1352442"/>
                </a:lnTo>
                <a:lnTo>
                  <a:pt x="316538" y="1352547"/>
                </a:lnTo>
                <a:lnTo>
                  <a:pt x="316507" y="1352547"/>
                </a:lnTo>
                <a:lnTo>
                  <a:pt x="348704" y="1352584"/>
                </a:lnTo>
                <a:lnTo>
                  <a:pt x="348680" y="1377091"/>
                </a:lnTo>
                <a:moveTo>
                  <a:pt x="250534" y="1376657"/>
                </a:moveTo>
                <a:lnTo>
                  <a:pt x="237091" y="1376510"/>
                </a:lnTo>
                <a:lnTo>
                  <a:pt x="214048" y="1376142"/>
                </a:lnTo>
                <a:lnTo>
                  <a:pt x="192610" y="1375658"/>
                </a:lnTo>
                <a:lnTo>
                  <a:pt x="176772" y="1375162"/>
                </a:lnTo>
                <a:lnTo>
                  <a:pt x="177544" y="1350666"/>
                </a:lnTo>
                <a:lnTo>
                  <a:pt x="193321" y="1351156"/>
                </a:lnTo>
                <a:lnTo>
                  <a:pt x="193217" y="1351156"/>
                </a:lnTo>
                <a:lnTo>
                  <a:pt x="214563" y="1351640"/>
                </a:lnTo>
                <a:lnTo>
                  <a:pt x="214483" y="1351640"/>
                </a:lnTo>
                <a:lnTo>
                  <a:pt x="237453" y="1352008"/>
                </a:lnTo>
                <a:lnTo>
                  <a:pt x="237385" y="1352002"/>
                </a:lnTo>
                <a:lnTo>
                  <a:pt x="250791" y="1352149"/>
                </a:lnTo>
                <a:lnTo>
                  <a:pt x="250534" y="1376657"/>
                </a:lnTo>
                <a:moveTo>
                  <a:pt x="152032" y="1374139"/>
                </a:moveTo>
                <a:lnTo>
                  <a:pt x="145605" y="1373802"/>
                </a:lnTo>
                <a:lnTo>
                  <a:pt x="137266" y="1373305"/>
                </a:lnTo>
                <a:lnTo>
                  <a:pt x="129264" y="1372760"/>
                </a:lnTo>
                <a:lnTo>
                  <a:pt x="121588" y="1372166"/>
                </a:lnTo>
                <a:lnTo>
                  <a:pt x="114229" y="1371523"/>
                </a:lnTo>
                <a:lnTo>
                  <a:pt x="107183" y="1370818"/>
                </a:lnTo>
                <a:lnTo>
                  <a:pt x="100438" y="1370058"/>
                </a:lnTo>
                <a:lnTo>
                  <a:pt x="93980" y="1369237"/>
                </a:lnTo>
                <a:lnTo>
                  <a:pt x="87810" y="1368355"/>
                </a:lnTo>
                <a:lnTo>
                  <a:pt x="81904" y="1367404"/>
                </a:lnTo>
                <a:lnTo>
                  <a:pt x="77388" y="1366583"/>
                </a:lnTo>
                <a:lnTo>
                  <a:pt x="81757" y="1342469"/>
                </a:lnTo>
                <a:lnTo>
                  <a:pt x="86162" y="1343265"/>
                </a:lnTo>
                <a:lnTo>
                  <a:pt x="85923" y="1343228"/>
                </a:lnTo>
                <a:lnTo>
                  <a:pt x="91603" y="1344141"/>
                </a:lnTo>
                <a:lnTo>
                  <a:pt x="91388" y="1344110"/>
                </a:lnTo>
                <a:lnTo>
                  <a:pt x="97362" y="1344963"/>
                </a:lnTo>
                <a:lnTo>
                  <a:pt x="97166" y="1344938"/>
                </a:lnTo>
                <a:lnTo>
                  <a:pt x="103440" y="1345734"/>
                </a:lnTo>
                <a:lnTo>
                  <a:pt x="103268" y="1345715"/>
                </a:lnTo>
                <a:lnTo>
                  <a:pt x="109849" y="1346457"/>
                </a:lnTo>
                <a:lnTo>
                  <a:pt x="109689" y="1346438"/>
                </a:lnTo>
                <a:lnTo>
                  <a:pt x="116588" y="1347124"/>
                </a:lnTo>
                <a:lnTo>
                  <a:pt x="116447" y="1347113"/>
                </a:lnTo>
                <a:lnTo>
                  <a:pt x="123671" y="1347750"/>
                </a:lnTo>
                <a:lnTo>
                  <a:pt x="123542" y="1347738"/>
                </a:lnTo>
                <a:lnTo>
                  <a:pt x="131097" y="1348319"/>
                </a:lnTo>
                <a:lnTo>
                  <a:pt x="130986" y="1348315"/>
                </a:lnTo>
                <a:lnTo>
                  <a:pt x="138878" y="1348853"/>
                </a:lnTo>
                <a:lnTo>
                  <a:pt x="138774" y="1348847"/>
                </a:lnTo>
                <a:lnTo>
                  <a:pt x="147014" y="1349337"/>
                </a:lnTo>
                <a:lnTo>
                  <a:pt x="146922" y="1349331"/>
                </a:lnTo>
                <a:lnTo>
                  <a:pt x="153306" y="1349661"/>
                </a:lnTo>
                <a:lnTo>
                  <a:pt x="152032" y="1374139"/>
                </a:lnTo>
                <a:moveTo>
                  <a:pt x="52060" y="1360163"/>
                </a:moveTo>
                <a:lnTo>
                  <a:pt x="51699" y="1360047"/>
                </a:lnTo>
                <a:lnTo>
                  <a:pt x="47447" y="1358503"/>
                </a:lnTo>
                <a:lnTo>
                  <a:pt x="43397" y="1356842"/>
                </a:lnTo>
                <a:lnTo>
                  <a:pt x="39537" y="1355066"/>
                </a:lnTo>
                <a:lnTo>
                  <a:pt x="35867" y="1353166"/>
                </a:lnTo>
                <a:lnTo>
                  <a:pt x="32387" y="1351132"/>
                </a:lnTo>
                <a:lnTo>
                  <a:pt x="29096" y="1348964"/>
                </a:lnTo>
                <a:lnTo>
                  <a:pt x="25996" y="1346647"/>
                </a:lnTo>
                <a:lnTo>
                  <a:pt x="23086" y="1344196"/>
                </a:lnTo>
                <a:lnTo>
                  <a:pt x="20372" y="1341592"/>
                </a:lnTo>
                <a:lnTo>
                  <a:pt x="17860" y="1338860"/>
                </a:lnTo>
                <a:lnTo>
                  <a:pt x="15556" y="1335992"/>
                </a:lnTo>
                <a:lnTo>
                  <a:pt x="13461" y="1333003"/>
                </a:lnTo>
                <a:lnTo>
                  <a:pt x="11574" y="1329909"/>
                </a:lnTo>
                <a:lnTo>
                  <a:pt x="9883" y="1326716"/>
                </a:lnTo>
                <a:lnTo>
                  <a:pt x="8388" y="1323433"/>
                </a:lnTo>
                <a:lnTo>
                  <a:pt x="7077" y="1320082"/>
                </a:lnTo>
                <a:lnTo>
                  <a:pt x="5943" y="1316656"/>
                </a:lnTo>
                <a:lnTo>
                  <a:pt x="4957" y="1313163"/>
                </a:lnTo>
                <a:lnTo>
                  <a:pt x="4124" y="1309604"/>
                </a:lnTo>
                <a:lnTo>
                  <a:pt x="3419" y="1305982"/>
                </a:lnTo>
                <a:lnTo>
                  <a:pt x="2825" y="1302294"/>
                </a:lnTo>
                <a:lnTo>
                  <a:pt x="2341" y="1298533"/>
                </a:lnTo>
                <a:lnTo>
                  <a:pt x="2034" y="1295525"/>
                </a:lnTo>
                <a:lnTo>
                  <a:pt x="26419" y="1293037"/>
                </a:lnTo>
                <a:lnTo>
                  <a:pt x="26707" y="1295887"/>
                </a:lnTo>
                <a:lnTo>
                  <a:pt x="26670" y="1295562"/>
                </a:lnTo>
                <a:lnTo>
                  <a:pt x="27111" y="1298981"/>
                </a:lnTo>
                <a:lnTo>
                  <a:pt x="27056" y="1298613"/>
                </a:lnTo>
                <a:lnTo>
                  <a:pt x="27583" y="1301915"/>
                </a:lnTo>
                <a:lnTo>
                  <a:pt x="27510" y="1301499"/>
                </a:lnTo>
                <a:lnTo>
                  <a:pt x="28135" y="1304684"/>
                </a:lnTo>
                <a:lnTo>
                  <a:pt x="28031" y="1304224"/>
                </a:lnTo>
                <a:lnTo>
                  <a:pt x="28753" y="1307294"/>
                </a:lnTo>
                <a:lnTo>
                  <a:pt x="28625" y="1306785"/>
                </a:lnTo>
                <a:lnTo>
                  <a:pt x="29458" y="1309751"/>
                </a:lnTo>
                <a:lnTo>
                  <a:pt x="29287" y="1309200"/>
                </a:lnTo>
                <a:lnTo>
                  <a:pt x="30236" y="1312048"/>
                </a:lnTo>
                <a:lnTo>
                  <a:pt x="30022" y="1311461"/>
                </a:lnTo>
                <a:lnTo>
                  <a:pt x="31094" y="1314205"/>
                </a:lnTo>
                <a:lnTo>
                  <a:pt x="30830" y="1313580"/>
                </a:lnTo>
                <a:lnTo>
                  <a:pt x="32037" y="1316227"/>
                </a:lnTo>
                <a:lnTo>
                  <a:pt x="31719" y="1315577"/>
                </a:lnTo>
                <a:lnTo>
                  <a:pt x="33060" y="1318120"/>
                </a:lnTo>
                <a:lnTo>
                  <a:pt x="32687" y="1317459"/>
                </a:lnTo>
                <a:lnTo>
                  <a:pt x="34176" y="1319898"/>
                </a:lnTo>
                <a:lnTo>
                  <a:pt x="33747" y="1319248"/>
                </a:lnTo>
                <a:lnTo>
                  <a:pt x="35389" y="1321589"/>
                </a:lnTo>
                <a:lnTo>
                  <a:pt x="34911" y="1320951"/>
                </a:lnTo>
                <a:lnTo>
                  <a:pt x="36712" y="1323193"/>
                </a:lnTo>
                <a:lnTo>
                  <a:pt x="36191" y="1322586"/>
                </a:lnTo>
                <a:lnTo>
                  <a:pt x="38164" y="1324737"/>
                </a:lnTo>
                <a:lnTo>
                  <a:pt x="37613" y="1324174"/>
                </a:lnTo>
                <a:lnTo>
                  <a:pt x="39757" y="1326232"/>
                </a:lnTo>
                <a:lnTo>
                  <a:pt x="39187" y="1325712"/>
                </a:lnTo>
                <a:lnTo>
                  <a:pt x="41516" y="1327679"/>
                </a:lnTo>
                <a:lnTo>
                  <a:pt x="40934" y="1327218"/>
                </a:lnTo>
                <a:lnTo>
                  <a:pt x="43458" y="1329100"/>
                </a:lnTo>
                <a:lnTo>
                  <a:pt x="42882" y="1328695"/>
                </a:lnTo>
                <a:lnTo>
                  <a:pt x="45602" y="1330484"/>
                </a:lnTo>
                <a:lnTo>
                  <a:pt x="45039" y="1330135"/>
                </a:lnTo>
                <a:lnTo>
                  <a:pt x="47961" y="1331845"/>
                </a:lnTo>
                <a:lnTo>
                  <a:pt x="47422" y="1331544"/>
                </a:lnTo>
                <a:lnTo>
                  <a:pt x="50559" y="1333174"/>
                </a:lnTo>
                <a:lnTo>
                  <a:pt x="50044" y="1332923"/>
                </a:lnTo>
                <a:lnTo>
                  <a:pt x="53402" y="1334467"/>
                </a:lnTo>
                <a:lnTo>
                  <a:pt x="52924" y="1334259"/>
                </a:lnTo>
                <a:lnTo>
                  <a:pt x="56508" y="1335730"/>
                </a:lnTo>
                <a:lnTo>
                  <a:pt x="56061" y="1335552"/>
                </a:lnTo>
                <a:lnTo>
                  <a:pt x="59884" y="1336948"/>
                </a:lnTo>
                <a:lnTo>
                  <a:pt x="59467" y="1336802"/>
                </a:lnTo>
                <a:lnTo>
                  <a:pt x="59676" y="1336869"/>
                </a:lnTo>
                <a:lnTo>
                  <a:pt x="59614" y="1336850"/>
                </a:lnTo>
                <a:lnTo>
                  <a:pt x="52060" y="1360163"/>
                </a:lnTo>
                <a:moveTo>
                  <a:pt x="1011" y="1269871"/>
                </a:moveTo>
                <a:lnTo>
                  <a:pt x="987" y="1265429"/>
                </a:lnTo>
                <a:lnTo>
                  <a:pt x="25494" y="1265288"/>
                </a:lnTo>
                <a:lnTo>
                  <a:pt x="25519" y="1269731"/>
                </a:lnTo>
                <a:lnTo>
                  <a:pt x="1011" y="1269871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4DDA79EE-F615-4302-B51D-7F634001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406" y="4066017"/>
            <a:ext cx="2535601" cy="1978057"/>
          </a:xfrm>
          <a:custGeom xmlns:a="http://schemas.openxmlformats.org/drawingml/2006/main">
            <a:pathLst>
              <a:path w="2535601" h="1978057">
                <a:moveTo>
                  <a:pt x="0" y="145366"/>
                </a:moveTo>
                <a:cubicBezTo>
                  <a:pt x="0" y="5863"/>
                  <a:pt x="9797" y="0"/>
                  <a:pt x="242918" y="0"/>
                </a:cubicBezTo>
                <a:lnTo>
                  <a:pt x="2267870" y="1562"/>
                </a:lnTo>
                <a:cubicBezTo>
                  <a:pt x="2500992" y="1562"/>
                  <a:pt x="2534946" y="0"/>
                  <a:pt x="2534946" y="139502"/>
                </a:cubicBezTo>
                <a:lnTo>
                  <a:pt x="2535601" y="1836600"/>
                </a:lnTo>
                <a:cubicBezTo>
                  <a:pt x="2535601" y="1976102"/>
                  <a:pt x="2532336" y="1978057"/>
                  <a:pt x="2299215" y="1978057"/>
                </a:cubicBezTo>
                <a:lnTo>
                  <a:pt x="242918" y="1970631"/>
                </a:lnTo>
                <a:cubicBezTo>
                  <a:pt x="9797" y="1970631"/>
                  <a:pt x="656" y="1965159"/>
                  <a:pt x="656" y="1825657"/>
                </a:cubicBezTo>
                <a:lnTo>
                  <a:pt x="0" y="14536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18A3F22C-F72E-4C30-808C-9E0133FA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090" y="4050699"/>
            <a:ext cx="2566228" cy="2008691"/>
          </a:xfrm>
          <a:custGeom xmlns:a="http://schemas.openxmlformats.org/drawingml/2006/main">
            <a:pathLst>
              <a:path w="2566228" h="2008691">
                <a:moveTo>
                  <a:pt x="655" y="1840981"/>
                </a:moveTo>
                <a:lnTo>
                  <a:pt x="619" y="1749078"/>
                </a:lnTo>
                <a:lnTo>
                  <a:pt x="31253" y="1749066"/>
                </a:lnTo>
                <a:lnTo>
                  <a:pt x="31289" y="1840969"/>
                </a:lnTo>
                <a:lnTo>
                  <a:pt x="655" y="1840981"/>
                </a:lnTo>
                <a:moveTo>
                  <a:pt x="606" y="1718444"/>
                </a:moveTo>
                <a:lnTo>
                  <a:pt x="570" y="1626541"/>
                </a:lnTo>
                <a:lnTo>
                  <a:pt x="31204" y="1626529"/>
                </a:lnTo>
                <a:lnTo>
                  <a:pt x="31241" y="1718431"/>
                </a:lnTo>
                <a:lnTo>
                  <a:pt x="606" y="1718444"/>
                </a:lnTo>
                <a:moveTo>
                  <a:pt x="557" y="1595907"/>
                </a:moveTo>
                <a:lnTo>
                  <a:pt x="521" y="1504004"/>
                </a:lnTo>
                <a:lnTo>
                  <a:pt x="31155" y="1503991"/>
                </a:lnTo>
                <a:lnTo>
                  <a:pt x="31191" y="1595894"/>
                </a:lnTo>
                <a:lnTo>
                  <a:pt x="557" y="1595907"/>
                </a:lnTo>
                <a:moveTo>
                  <a:pt x="508" y="1473369"/>
                </a:moveTo>
                <a:lnTo>
                  <a:pt x="471" y="1381467"/>
                </a:lnTo>
                <a:lnTo>
                  <a:pt x="31106" y="1381454"/>
                </a:lnTo>
                <a:lnTo>
                  <a:pt x="31142" y="1473357"/>
                </a:lnTo>
                <a:lnTo>
                  <a:pt x="508" y="1473369"/>
                </a:lnTo>
                <a:moveTo>
                  <a:pt x="459" y="1350832"/>
                </a:moveTo>
                <a:lnTo>
                  <a:pt x="428" y="1258929"/>
                </a:lnTo>
                <a:lnTo>
                  <a:pt x="31063" y="1258917"/>
                </a:lnTo>
                <a:lnTo>
                  <a:pt x="31093" y="1350820"/>
                </a:lnTo>
                <a:lnTo>
                  <a:pt x="459" y="1350832"/>
                </a:lnTo>
                <a:moveTo>
                  <a:pt x="416" y="1228295"/>
                </a:moveTo>
                <a:lnTo>
                  <a:pt x="380" y="1136392"/>
                </a:lnTo>
                <a:lnTo>
                  <a:pt x="31014" y="1136379"/>
                </a:lnTo>
                <a:lnTo>
                  <a:pt x="31051" y="1228283"/>
                </a:lnTo>
                <a:lnTo>
                  <a:pt x="416" y="1228295"/>
                </a:lnTo>
                <a:moveTo>
                  <a:pt x="367" y="1105758"/>
                </a:moveTo>
                <a:lnTo>
                  <a:pt x="330" y="1013854"/>
                </a:lnTo>
                <a:lnTo>
                  <a:pt x="30965" y="1013843"/>
                </a:lnTo>
                <a:lnTo>
                  <a:pt x="31002" y="1105745"/>
                </a:lnTo>
                <a:lnTo>
                  <a:pt x="367" y="1105758"/>
                </a:lnTo>
                <a:moveTo>
                  <a:pt x="319" y="983220"/>
                </a:moveTo>
                <a:lnTo>
                  <a:pt x="281" y="891318"/>
                </a:lnTo>
                <a:lnTo>
                  <a:pt x="30916" y="891305"/>
                </a:lnTo>
                <a:lnTo>
                  <a:pt x="30953" y="983209"/>
                </a:lnTo>
                <a:lnTo>
                  <a:pt x="319" y="983220"/>
                </a:lnTo>
                <a:moveTo>
                  <a:pt x="269" y="860684"/>
                </a:moveTo>
                <a:lnTo>
                  <a:pt x="238" y="768780"/>
                </a:lnTo>
                <a:lnTo>
                  <a:pt x="30873" y="768768"/>
                </a:lnTo>
                <a:lnTo>
                  <a:pt x="30904" y="860671"/>
                </a:lnTo>
                <a:lnTo>
                  <a:pt x="269" y="860684"/>
                </a:lnTo>
                <a:moveTo>
                  <a:pt x="227" y="738146"/>
                </a:moveTo>
                <a:lnTo>
                  <a:pt x="190" y="646243"/>
                </a:lnTo>
                <a:lnTo>
                  <a:pt x="30824" y="646231"/>
                </a:lnTo>
                <a:lnTo>
                  <a:pt x="30861" y="738134"/>
                </a:lnTo>
                <a:lnTo>
                  <a:pt x="227" y="738146"/>
                </a:lnTo>
                <a:moveTo>
                  <a:pt x="178" y="615609"/>
                </a:moveTo>
                <a:lnTo>
                  <a:pt x="141" y="523706"/>
                </a:lnTo>
                <a:lnTo>
                  <a:pt x="30775" y="523694"/>
                </a:lnTo>
                <a:lnTo>
                  <a:pt x="30812" y="615596"/>
                </a:lnTo>
                <a:lnTo>
                  <a:pt x="178" y="615609"/>
                </a:lnTo>
                <a:moveTo>
                  <a:pt x="128" y="493072"/>
                </a:moveTo>
                <a:lnTo>
                  <a:pt x="92" y="401169"/>
                </a:lnTo>
                <a:lnTo>
                  <a:pt x="30726" y="401156"/>
                </a:lnTo>
                <a:lnTo>
                  <a:pt x="30763" y="493059"/>
                </a:lnTo>
                <a:lnTo>
                  <a:pt x="128" y="493072"/>
                </a:lnTo>
                <a:moveTo>
                  <a:pt x="79" y="370534"/>
                </a:moveTo>
                <a:lnTo>
                  <a:pt x="43" y="278632"/>
                </a:lnTo>
                <a:lnTo>
                  <a:pt x="30677" y="278619"/>
                </a:lnTo>
                <a:lnTo>
                  <a:pt x="30713" y="370522"/>
                </a:lnTo>
                <a:lnTo>
                  <a:pt x="79" y="370534"/>
                </a:lnTo>
                <a:moveTo>
                  <a:pt x="37" y="247998"/>
                </a:moveTo>
                <a:lnTo>
                  <a:pt x="0" y="160665"/>
                </a:lnTo>
                <a:lnTo>
                  <a:pt x="12" y="156045"/>
                </a:lnTo>
                <a:lnTo>
                  <a:pt x="30646" y="156131"/>
                </a:lnTo>
                <a:lnTo>
                  <a:pt x="30634" y="160726"/>
                </a:lnTo>
                <a:lnTo>
                  <a:pt x="30634" y="160677"/>
                </a:lnTo>
                <a:lnTo>
                  <a:pt x="30671" y="247985"/>
                </a:lnTo>
                <a:lnTo>
                  <a:pt x="37" y="247998"/>
                </a:lnTo>
                <a:moveTo>
                  <a:pt x="423" y="125092"/>
                </a:moveTo>
                <a:lnTo>
                  <a:pt x="441" y="124357"/>
                </a:lnTo>
                <a:lnTo>
                  <a:pt x="894" y="113605"/>
                </a:lnTo>
                <a:lnTo>
                  <a:pt x="1207" y="108378"/>
                </a:lnTo>
                <a:lnTo>
                  <a:pt x="1580" y="103336"/>
                </a:lnTo>
                <a:lnTo>
                  <a:pt x="2028" y="98428"/>
                </a:lnTo>
                <a:lnTo>
                  <a:pt x="2549" y="93649"/>
                </a:lnTo>
                <a:lnTo>
                  <a:pt x="3155" y="88993"/>
                </a:lnTo>
                <a:lnTo>
                  <a:pt x="3847" y="84459"/>
                </a:lnTo>
                <a:lnTo>
                  <a:pt x="4644" y="80042"/>
                </a:lnTo>
                <a:lnTo>
                  <a:pt x="5551" y="75728"/>
                </a:lnTo>
                <a:lnTo>
                  <a:pt x="6574" y="71525"/>
                </a:lnTo>
                <a:lnTo>
                  <a:pt x="7726" y="67426"/>
                </a:lnTo>
                <a:lnTo>
                  <a:pt x="9012" y="63425"/>
                </a:lnTo>
                <a:lnTo>
                  <a:pt x="10452" y="59529"/>
                </a:lnTo>
                <a:lnTo>
                  <a:pt x="12045" y="55730"/>
                </a:lnTo>
                <a:lnTo>
                  <a:pt x="13815" y="52042"/>
                </a:lnTo>
                <a:lnTo>
                  <a:pt x="15758" y="48463"/>
                </a:lnTo>
                <a:lnTo>
                  <a:pt x="17884" y="45002"/>
                </a:lnTo>
                <a:lnTo>
                  <a:pt x="20194" y="41669"/>
                </a:lnTo>
                <a:lnTo>
                  <a:pt x="22694" y="38471"/>
                </a:lnTo>
                <a:lnTo>
                  <a:pt x="25390" y="35420"/>
                </a:lnTo>
                <a:lnTo>
                  <a:pt x="28263" y="32521"/>
                </a:lnTo>
                <a:lnTo>
                  <a:pt x="31314" y="29783"/>
                </a:lnTo>
                <a:lnTo>
                  <a:pt x="32815" y="28582"/>
                </a:lnTo>
                <a:lnTo>
                  <a:pt x="51931" y="52519"/>
                </a:lnTo>
                <a:lnTo>
                  <a:pt x="50773" y="53444"/>
                </a:lnTo>
                <a:lnTo>
                  <a:pt x="51447" y="52875"/>
                </a:lnTo>
                <a:lnTo>
                  <a:pt x="49052" y="55026"/>
                </a:lnTo>
                <a:lnTo>
                  <a:pt x="49700" y="54407"/>
                </a:lnTo>
                <a:lnTo>
                  <a:pt x="47459" y="56667"/>
                </a:lnTo>
                <a:lnTo>
                  <a:pt x="48071" y="56012"/>
                </a:lnTo>
                <a:lnTo>
                  <a:pt x="45976" y="58389"/>
                </a:lnTo>
                <a:lnTo>
                  <a:pt x="46546" y="57703"/>
                </a:lnTo>
                <a:lnTo>
                  <a:pt x="44591" y="60203"/>
                </a:lnTo>
                <a:lnTo>
                  <a:pt x="45112" y="59492"/>
                </a:lnTo>
                <a:lnTo>
                  <a:pt x="43292" y="62114"/>
                </a:lnTo>
                <a:lnTo>
                  <a:pt x="43764" y="61397"/>
                </a:lnTo>
                <a:lnTo>
                  <a:pt x="42073" y="64148"/>
                </a:lnTo>
                <a:lnTo>
                  <a:pt x="42483" y="63438"/>
                </a:lnTo>
                <a:lnTo>
                  <a:pt x="40928" y="66311"/>
                </a:lnTo>
                <a:lnTo>
                  <a:pt x="41282" y="65612"/>
                </a:lnTo>
                <a:lnTo>
                  <a:pt x="39843" y="68621"/>
                </a:lnTo>
                <a:lnTo>
                  <a:pt x="40143" y="67947"/>
                </a:lnTo>
                <a:lnTo>
                  <a:pt x="38820" y="71090"/>
                </a:lnTo>
                <a:lnTo>
                  <a:pt x="39071" y="70453"/>
                </a:lnTo>
                <a:lnTo>
                  <a:pt x="37864" y="73730"/>
                </a:lnTo>
                <a:lnTo>
                  <a:pt x="38072" y="73130"/>
                </a:lnTo>
                <a:lnTo>
                  <a:pt x="36969" y="76549"/>
                </a:lnTo>
                <a:lnTo>
                  <a:pt x="37141" y="75985"/>
                </a:lnTo>
                <a:lnTo>
                  <a:pt x="36142" y="79545"/>
                </a:lnTo>
                <a:lnTo>
                  <a:pt x="36277" y="79030"/>
                </a:lnTo>
                <a:lnTo>
                  <a:pt x="35370" y="82737"/>
                </a:lnTo>
                <a:lnTo>
                  <a:pt x="35480" y="82266"/>
                </a:lnTo>
                <a:lnTo>
                  <a:pt x="34671" y="86119"/>
                </a:lnTo>
                <a:lnTo>
                  <a:pt x="34757" y="85690"/>
                </a:lnTo>
                <a:lnTo>
                  <a:pt x="34035" y="89697"/>
                </a:lnTo>
                <a:lnTo>
                  <a:pt x="34096" y="89305"/>
                </a:lnTo>
                <a:lnTo>
                  <a:pt x="33458" y="93465"/>
                </a:lnTo>
                <a:lnTo>
                  <a:pt x="33507" y="93116"/>
                </a:lnTo>
                <a:lnTo>
                  <a:pt x="32944" y="97436"/>
                </a:lnTo>
                <a:lnTo>
                  <a:pt x="32987" y="97123"/>
                </a:lnTo>
                <a:lnTo>
                  <a:pt x="32497" y="101608"/>
                </a:lnTo>
                <a:lnTo>
                  <a:pt x="32521" y="101326"/>
                </a:lnTo>
                <a:lnTo>
                  <a:pt x="32105" y="105970"/>
                </a:lnTo>
                <a:lnTo>
                  <a:pt x="32123" y="105725"/>
                </a:lnTo>
                <a:lnTo>
                  <a:pt x="31767" y="110535"/>
                </a:lnTo>
                <a:lnTo>
                  <a:pt x="31779" y="110320"/>
                </a:lnTo>
                <a:lnTo>
                  <a:pt x="31486" y="115302"/>
                </a:lnTo>
                <a:lnTo>
                  <a:pt x="31498" y="115026"/>
                </a:lnTo>
                <a:lnTo>
                  <a:pt x="31057" y="125509"/>
                </a:lnTo>
                <a:lnTo>
                  <a:pt x="31063" y="125233"/>
                </a:lnTo>
                <a:lnTo>
                  <a:pt x="31051" y="125821"/>
                </a:lnTo>
                <a:lnTo>
                  <a:pt x="423" y="125092"/>
                </a:lnTo>
                <a:moveTo>
                  <a:pt x="65030" y="12407"/>
                </a:moveTo>
                <a:lnTo>
                  <a:pt x="65998" y="12107"/>
                </a:lnTo>
                <a:lnTo>
                  <a:pt x="70631" y="10808"/>
                </a:lnTo>
                <a:lnTo>
                  <a:pt x="75434" y="9613"/>
                </a:lnTo>
                <a:lnTo>
                  <a:pt x="80409" y="8516"/>
                </a:lnTo>
                <a:lnTo>
                  <a:pt x="85567" y="7518"/>
                </a:lnTo>
                <a:lnTo>
                  <a:pt x="90910" y="6598"/>
                </a:lnTo>
                <a:lnTo>
                  <a:pt x="96449" y="5765"/>
                </a:lnTo>
                <a:lnTo>
                  <a:pt x="102190" y="5012"/>
                </a:lnTo>
                <a:lnTo>
                  <a:pt x="108139" y="4320"/>
                </a:lnTo>
                <a:lnTo>
                  <a:pt x="114302" y="3701"/>
                </a:lnTo>
                <a:lnTo>
                  <a:pt x="120693" y="3143"/>
                </a:lnTo>
                <a:lnTo>
                  <a:pt x="127304" y="2647"/>
                </a:lnTo>
                <a:lnTo>
                  <a:pt x="134191" y="2206"/>
                </a:lnTo>
                <a:lnTo>
                  <a:pt x="148589" y="1477"/>
                </a:lnTo>
                <a:lnTo>
                  <a:pt x="160144" y="1060"/>
                </a:lnTo>
                <a:lnTo>
                  <a:pt x="161234" y="31676"/>
                </a:lnTo>
                <a:lnTo>
                  <a:pt x="149796" y="32086"/>
                </a:lnTo>
                <a:lnTo>
                  <a:pt x="150022" y="32074"/>
                </a:lnTo>
                <a:lnTo>
                  <a:pt x="135844" y="32791"/>
                </a:lnTo>
                <a:lnTo>
                  <a:pt x="136059" y="32779"/>
                </a:lnTo>
                <a:lnTo>
                  <a:pt x="129362" y="33214"/>
                </a:lnTo>
                <a:lnTo>
                  <a:pt x="129521" y="33201"/>
                </a:lnTo>
                <a:lnTo>
                  <a:pt x="123076" y="33685"/>
                </a:lnTo>
                <a:lnTo>
                  <a:pt x="123260" y="33674"/>
                </a:lnTo>
                <a:lnTo>
                  <a:pt x="117066" y="34212"/>
                </a:lnTo>
                <a:lnTo>
                  <a:pt x="117268" y="34194"/>
                </a:lnTo>
                <a:lnTo>
                  <a:pt x="111313" y="34789"/>
                </a:lnTo>
                <a:lnTo>
                  <a:pt x="111539" y="34770"/>
                </a:lnTo>
                <a:lnTo>
                  <a:pt x="105829" y="35426"/>
                </a:lnTo>
                <a:lnTo>
                  <a:pt x="106074" y="35396"/>
                </a:lnTo>
                <a:lnTo>
                  <a:pt x="100596" y="36118"/>
                </a:lnTo>
                <a:lnTo>
                  <a:pt x="100873" y="36082"/>
                </a:lnTo>
                <a:lnTo>
                  <a:pt x="95628" y="36872"/>
                </a:lnTo>
                <a:lnTo>
                  <a:pt x="95934" y="36822"/>
                </a:lnTo>
                <a:lnTo>
                  <a:pt x="90910" y="37680"/>
                </a:lnTo>
                <a:lnTo>
                  <a:pt x="91241" y="37619"/>
                </a:lnTo>
                <a:lnTo>
                  <a:pt x="86438" y="38556"/>
                </a:lnTo>
                <a:lnTo>
                  <a:pt x="86805" y="38477"/>
                </a:lnTo>
                <a:lnTo>
                  <a:pt x="82216" y="39488"/>
                </a:lnTo>
                <a:lnTo>
                  <a:pt x="82621" y="39396"/>
                </a:lnTo>
                <a:lnTo>
                  <a:pt x="78239" y="40480"/>
                </a:lnTo>
                <a:lnTo>
                  <a:pt x="78681" y="40364"/>
                </a:lnTo>
                <a:lnTo>
                  <a:pt x="74508" y="41534"/>
                </a:lnTo>
                <a:lnTo>
                  <a:pt x="74980" y="41393"/>
                </a:lnTo>
                <a:lnTo>
                  <a:pt x="74257" y="41627"/>
                </a:lnTo>
                <a:lnTo>
                  <a:pt x="65030" y="12407"/>
                </a:lnTo>
                <a:moveTo>
                  <a:pt x="191085" y="367"/>
                </a:moveTo>
                <a:lnTo>
                  <a:pt x="198197" y="264"/>
                </a:lnTo>
                <a:lnTo>
                  <a:pt x="216995" y="98"/>
                </a:lnTo>
                <a:lnTo>
                  <a:pt x="236987" y="19"/>
                </a:lnTo>
                <a:lnTo>
                  <a:pt x="258228" y="0"/>
                </a:lnTo>
                <a:lnTo>
                  <a:pt x="283226" y="19"/>
                </a:lnTo>
                <a:lnTo>
                  <a:pt x="283201" y="30653"/>
                </a:lnTo>
                <a:lnTo>
                  <a:pt x="258223" y="30634"/>
                </a:lnTo>
                <a:lnTo>
                  <a:pt x="258247" y="30634"/>
                </a:lnTo>
                <a:lnTo>
                  <a:pt x="237042" y="30653"/>
                </a:lnTo>
                <a:lnTo>
                  <a:pt x="237085" y="30653"/>
                </a:lnTo>
                <a:lnTo>
                  <a:pt x="217148" y="30732"/>
                </a:lnTo>
                <a:lnTo>
                  <a:pt x="217222" y="30732"/>
                </a:lnTo>
                <a:lnTo>
                  <a:pt x="198510" y="30892"/>
                </a:lnTo>
                <a:lnTo>
                  <a:pt x="198615" y="30892"/>
                </a:lnTo>
                <a:lnTo>
                  <a:pt x="191544" y="31002"/>
                </a:lnTo>
                <a:lnTo>
                  <a:pt x="191085" y="367"/>
                </a:lnTo>
                <a:moveTo>
                  <a:pt x="313860" y="43"/>
                </a:moveTo>
                <a:lnTo>
                  <a:pt x="405764" y="116"/>
                </a:lnTo>
                <a:lnTo>
                  <a:pt x="405739" y="30750"/>
                </a:lnTo>
                <a:lnTo>
                  <a:pt x="313836" y="30677"/>
                </a:lnTo>
                <a:lnTo>
                  <a:pt x="313860" y="43"/>
                </a:lnTo>
                <a:moveTo>
                  <a:pt x="436398" y="135"/>
                </a:moveTo>
                <a:lnTo>
                  <a:pt x="528301" y="208"/>
                </a:lnTo>
                <a:lnTo>
                  <a:pt x="528276" y="30843"/>
                </a:lnTo>
                <a:lnTo>
                  <a:pt x="436373" y="30769"/>
                </a:lnTo>
                <a:lnTo>
                  <a:pt x="436398" y="135"/>
                </a:lnTo>
                <a:moveTo>
                  <a:pt x="558935" y="233"/>
                </a:moveTo>
                <a:lnTo>
                  <a:pt x="650838" y="300"/>
                </a:lnTo>
                <a:lnTo>
                  <a:pt x="650813" y="30934"/>
                </a:lnTo>
                <a:lnTo>
                  <a:pt x="558911" y="30867"/>
                </a:lnTo>
                <a:lnTo>
                  <a:pt x="558935" y="233"/>
                </a:lnTo>
                <a:moveTo>
                  <a:pt x="681472" y="325"/>
                </a:moveTo>
                <a:lnTo>
                  <a:pt x="773375" y="399"/>
                </a:lnTo>
                <a:lnTo>
                  <a:pt x="773350" y="31033"/>
                </a:lnTo>
                <a:lnTo>
                  <a:pt x="681447" y="30959"/>
                </a:lnTo>
                <a:lnTo>
                  <a:pt x="681472" y="325"/>
                </a:lnTo>
                <a:moveTo>
                  <a:pt x="804010" y="423"/>
                </a:moveTo>
                <a:lnTo>
                  <a:pt x="895912" y="491"/>
                </a:lnTo>
                <a:lnTo>
                  <a:pt x="895888" y="31125"/>
                </a:lnTo>
                <a:lnTo>
                  <a:pt x="803985" y="31057"/>
                </a:lnTo>
                <a:lnTo>
                  <a:pt x="804010" y="423"/>
                </a:lnTo>
                <a:moveTo>
                  <a:pt x="926547" y="515"/>
                </a:moveTo>
                <a:lnTo>
                  <a:pt x="1018449" y="588"/>
                </a:lnTo>
                <a:lnTo>
                  <a:pt x="1018425" y="31223"/>
                </a:lnTo>
                <a:lnTo>
                  <a:pt x="926522" y="31149"/>
                </a:lnTo>
                <a:lnTo>
                  <a:pt x="926547" y="515"/>
                </a:lnTo>
                <a:moveTo>
                  <a:pt x="1049084" y="613"/>
                </a:moveTo>
                <a:lnTo>
                  <a:pt x="1140987" y="680"/>
                </a:lnTo>
                <a:lnTo>
                  <a:pt x="1140962" y="31314"/>
                </a:lnTo>
                <a:lnTo>
                  <a:pt x="1049059" y="31247"/>
                </a:lnTo>
                <a:lnTo>
                  <a:pt x="1049084" y="613"/>
                </a:lnTo>
                <a:moveTo>
                  <a:pt x="1171621" y="705"/>
                </a:moveTo>
                <a:lnTo>
                  <a:pt x="1263524" y="778"/>
                </a:lnTo>
                <a:lnTo>
                  <a:pt x="1263500" y="31413"/>
                </a:lnTo>
                <a:lnTo>
                  <a:pt x="1171597" y="31339"/>
                </a:lnTo>
                <a:lnTo>
                  <a:pt x="1171621" y="705"/>
                </a:lnTo>
                <a:moveTo>
                  <a:pt x="1294158" y="802"/>
                </a:moveTo>
                <a:lnTo>
                  <a:pt x="1386061" y="870"/>
                </a:lnTo>
                <a:lnTo>
                  <a:pt x="1386036" y="31504"/>
                </a:lnTo>
                <a:lnTo>
                  <a:pt x="1294134" y="31437"/>
                </a:lnTo>
                <a:lnTo>
                  <a:pt x="1294158" y="802"/>
                </a:lnTo>
                <a:moveTo>
                  <a:pt x="1416696" y="895"/>
                </a:moveTo>
                <a:lnTo>
                  <a:pt x="1508599" y="969"/>
                </a:lnTo>
                <a:lnTo>
                  <a:pt x="1508574" y="31603"/>
                </a:lnTo>
                <a:lnTo>
                  <a:pt x="1416671" y="31529"/>
                </a:lnTo>
                <a:lnTo>
                  <a:pt x="1416696" y="895"/>
                </a:lnTo>
                <a:moveTo>
                  <a:pt x="1539233" y="987"/>
                </a:moveTo>
                <a:lnTo>
                  <a:pt x="1631136" y="1060"/>
                </a:lnTo>
                <a:lnTo>
                  <a:pt x="1631111" y="31695"/>
                </a:lnTo>
                <a:lnTo>
                  <a:pt x="1539208" y="31621"/>
                </a:lnTo>
                <a:lnTo>
                  <a:pt x="1539233" y="987"/>
                </a:lnTo>
                <a:moveTo>
                  <a:pt x="1661769" y="1085"/>
                </a:moveTo>
                <a:lnTo>
                  <a:pt x="1753673" y="1152"/>
                </a:lnTo>
                <a:lnTo>
                  <a:pt x="1753648" y="31786"/>
                </a:lnTo>
                <a:lnTo>
                  <a:pt x="1661745" y="31719"/>
                </a:lnTo>
                <a:lnTo>
                  <a:pt x="1661769" y="1085"/>
                </a:lnTo>
                <a:moveTo>
                  <a:pt x="1784307" y="1177"/>
                </a:moveTo>
                <a:lnTo>
                  <a:pt x="1876210" y="1250"/>
                </a:lnTo>
                <a:lnTo>
                  <a:pt x="1876185" y="31884"/>
                </a:lnTo>
                <a:lnTo>
                  <a:pt x="1784283" y="31811"/>
                </a:lnTo>
                <a:lnTo>
                  <a:pt x="1784307" y="1177"/>
                </a:lnTo>
                <a:moveTo>
                  <a:pt x="1906845" y="1274"/>
                </a:moveTo>
                <a:lnTo>
                  <a:pt x="1998747" y="1342"/>
                </a:lnTo>
                <a:lnTo>
                  <a:pt x="1998723" y="31976"/>
                </a:lnTo>
                <a:lnTo>
                  <a:pt x="1906820" y="31909"/>
                </a:lnTo>
                <a:lnTo>
                  <a:pt x="1906845" y="1274"/>
                </a:lnTo>
                <a:moveTo>
                  <a:pt x="2029382" y="1366"/>
                </a:moveTo>
                <a:lnTo>
                  <a:pt x="2121284" y="1440"/>
                </a:lnTo>
                <a:lnTo>
                  <a:pt x="2121260" y="32074"/>
                </a:lnTo>
                <a:lnTo>
                  <a:pt x="2029356" y="32000"/>
                </a:lnTo>
                <a:lnTo>
                  <a:pt x="2029382" y="1366"/>
                </a:lnTo>
                <a:moveTo>
                  <a:pt x="2151919" y="1464"/>
                </a:moveTo>
                <a:lnTo>
                  <a:pt x="2243822" y="1532"/>
                </a:lnTo>
                <a:lnTo>
                  <a:pt x="2243797" y="32166"/>
                </a:lnTo>
                <a:lnTo>
                  <a:pt x="2151894" y="32099"/>
                </a:lnTo>
                <a:lnTo>
                  <a:pt x="2151919" y="1464"/>
                </a:lnTo>
                <a:moveTo>
                  <a:pt x="2274455" y="1556"/>
                </a:moveTo>
                <a:lnTo>
                  <a:pt x="2283199" y="1563"/>
                </a:lnTo>
                <a:lnTo>
                  <a:pt x="2283193" y="1563"/>
                </a:lnTo>
                <a:lnTo>
                  <a:pt x="2324629" y="1581"/>
                </a:lnTo>
                <a:lnTo>
                  <a:pt x="2343714" y="1642"/>
                </a:lnTo>
                <a:lnTo>
                  <a:pt x="2361751" y="1771"/>
                </a:lnTo>
                <a:lnTo>
                  <a:pt x="2366550" y="1832"/>
                </a:lnTo>
                <a:lnTo>
                  <a:pt x="2366145" y="32467"/>
                </a:lnTo>
                <a:lnTo>
                  <a:pt x="2361390" y="32399"/>
                </a:lnTo>
                <a:lnTo>
                  <a:pt x="2361483" y="32405"/>
                </a:lnTo>
                <a:lnTo>
                  <a:pt x="2343530" y="32277"/>
                </a:lnTo>
                <a:lnTo>
                  <a:pt x="2343591" y="32277"/>
                </a:lnTo>
                <a:lnTo>
                  <a:pt x="2324555" y="32215"/>
                </a:lnTo>
                <a:lnTo>
                  <a:pt x="2324599" y="32215"/>
                </a:lnTo>
                <a:lnTo>
                  <a:pt x="2283180" y="32197"/>
                </a:lnTo>
                <a:lnTo>
                  <a:pt x="2274432" y="32191"/>
                </a:lnTo>
                <a:lnTo>
                  <a:pt x="2274455" y="1556"/>
                </a:lnTo>
                <a:moveTo>
                  <a:pt x="2397483" y="2432"/>
                </a:moveTo>
                <a:lnTo>
                  <a:pt x="2409933" y="2843"/>
                </a:lnTo>
                <a:lnTo>
                  <a:pt x="2424097" y="3523"/>
                </a:lnTo>
                <a:lnTo>
                  <a:pt x="2430911" y="3940"/>
                </a:lnTo>
                <a:lnTo>
                  <a:pt x="2437485" y="4411"/>
                </a:lnTo>
                <a:lnTo>
                  <a:pt x="2443852" y="4944"/>
                </a:lnTo>
                <a:lnTo>
                  <a:pt x="2450014" y="5539"/>
                </a:lnTo>
                <a:lnTo>
                  <a:pt x="2455988" y="6207"/>
                </a:lnTo>
                <a:lnTo>
                  <a:pt x="2461779" y="6941"/>
                </a:lnTo>
                <a:lnTo>
                  <a:pt x="2467378" y="7757"/>
                </a:lnTo>
                <a:lnTo>
                  <a:pt x="2472807" y="8658"/>
                </a:lnTo>
                <a:lnTo>
                  <a:pt x="2478064" y="9644"/>
                </a:lnTo>
                <a:lnTo>
                  <a:pt x="2483150" y="10728"/>
                </a:lnTo>
                <a:lnTo>
                  <a:pt x="2488081" y="11911"/>
                </a:lnTo>
                <a:lnTo>
                  <a:pt x="2492113" y="13002"/>
                </a:lnTo>
                <a:lnTo>
                  <a:pt x="2484117" y="42576"/>
                </a:lnTo>
                <a:lnTo>
                  <a:pt x="2480300" y="41540"/>
                </a:lnTo>
                <a:lnTo>
                  <a:pt x="2480723" y="41651"/>
                </a:lnTo>
                <a:lnTo>
                  <a:pt x="2476195" y="40566"/>
                </a:lnTo>
                <a:lnTo>
                  <a:pt x="2476587" y="40652"/>
                </a:lnTo>
                <a:lnTo>
                  <a:pt x="2471869" y="39647"/>
                </a:lnTo>
                <a:lnTo>
                  <a:pt x="2472225" y="39721"/>
                </a:lnTo>
                <a:lnTo>
                  <a:pt x="2467311" y="38795"/>
                </a:lnTo>
                <a:lnTo>
                  <a:pt x="2467637" y="38851"/>
                </a:lnTo>
                <a:lnTo>
                  <a:pt x="2462519" y="38005"/>
                </a:lnTo>
                <a:lnTo>
                  <a:pt x="2462814" y="38054"/>
                </a:lnTo>
                <a:lnTo>
                  <a:pt x="2457495" y="37276"/>
                </a:lnTo>
                <a:lnTo>
                  <a:pt x="2457765" y="37313"/>
                </a:lnTo>
                <a:lnTo>
                  <a:pt x="2452233" y="36608"/>
                </a:lnTo>
                <a:lnTo>
                  <a:pt x="2452478" y="36638"/>
                </a:lnTo>
                <a:lnTo>
                  <a:pt x="2446738" y="35995"/>
                </a:lnTo>
                <a:lnTo>
                  <a:pt x="2446959" y="36020"/>
                </a:lnTo>
                <a:lnTo>
                  <a:pt x="2441002" y="35444"/>
                </a:lnTo>
                <a:lnTo>
                  <a:pt x="2441199" y="35462"/>
                </a:lnTo>
                <a:lnTo>
                  <a:pt x="2435022" y="34948"/>
                </a:lnTo>
                <a:lnTo>
                  <a:pt x="2435200" y="34960"/>
                </a:lnTo>
                <a:lnTo>
                  <a:pt x="2428797" y="34500"/>
                </a:lnTo>
                <a:lnTo>
                  <a:pt x="2428956" y="34513"/>
                </a:lnTo>
                <a:lnTo>
                  <a:pt x="2422328" y="34103"/>
                </a:lnTo>
                <a:lnTo>
                  <a:pt x="2422536" y="34114"/>
                </a:lnTo>
                <a:lnTo>
                  <a:pt x="2408580" y="33447"/>
                </a:lnTo>
                <a:lnTo>
                  <a:pt x="2408805" y="33459"/>
                </a:lnTo>
                <a:lnTo>
                  <a:pt x="2396467" y="33048"/>
                </a:lnTo>
                <a:lnTo>
                  <a:pt x="2397483" y="2432"/>
                </a:lnTo>
                <a:moveTo>
                  <a:pt x="2524512" y="27424"/>
                </a:moveTo>
                <a:lnTo>
                  <a:pt x="2525780" y="28276"/>
                </a:lnTo>
                <a:lnTo>
                  <a:pt x="2529229" y="30849"/>
                </a:lnTo>
                <a:lnTo>
                  <a:pt x="2532519" y="33594"/>
                </a:lnTo>
                <a:lnTo>
                  <a:pt x="2535638" y="36510"/>
                </a:lnTo>
                <a:lnTo>
                  <a:pt x="2538586" y="39580"/>
                </a:lnTo>
                <a:lnTo>
                  <a:pt x="2541354" y="42815"/>
                </a:lnTo>
                <a:lnTo>
                  <a:pt x="2543940" y="46203"/>
                </a:lnTo>
                <a:lnTo>
                  <a:pt x="2546341" y="49732"/>
                </a:lnTo>
                <a:lnTo>
                  <a:pt x="2548571" y="53396"/>
                </a:lnTo>
                <a:lnTo>
                  <a:pt x="2550618" y="57194"/>
                </a:lnTo>
                <a:lnTo>
                  <a:pt x="2552499" y="61122"/>
                </a:lnTo>
                <a:lnTo>
                  <a:pt x="2554215" y="65172"/>
                </a:lnTo>
                <a:lnTo>
                  <a:pt x="2555771" y="69338"/>
                </a:lnTo>
                <a:lnTo>
                  <a:pt x="2557180" y="73633"/>
                </a:lnTo>
                <a:lnTo>
                  <a:pt x="2558454" y="78044"/>
                </a:lnTo>
                <a:lnTo>
                  <a:pt x="2559594" y="82578"/>
                </a:lnTo>
                <a:lnTo>
                  <a:pt x="2560605" y="87247"/>
                </a:lnTo>
                <a:lnTo>
                  <a:pt x="2561505" y="92038"/>
                </a:lnTo>
                <a:lnTo>
                  <a:pt x="2562302" y="96970"/>
                </a:lnTo>
                <a:lnTo>
                  <a:pt x="2562989" y="102037"/>
                </a:lnTo>
                <a:lnTo>
                  <a:pt x="2563589" y="107251"/>
                </a:lnTo>
                <a:lnTo>
                  <a:pt x="2564091" y="112618"/>
                </a:lnTo>
                <a:lnTo>
                  <a:pt x="2564513" y="118138"/>
                </a:lnTo>
                <a:lnTo>
                  <a:pt x="2564698" y="121177"/>
                </a:lnTo>
                <a:lnTo>
                  <a:pt x="2534119" y="123033"/>
                </a:lnTo>
                <a:lnTo>
                  <a:pt x="2533946" y="120117"/>
                </a:lnTo>
                <a:lnTo>
                  <a:pt x="2533959" y="120356"/>
                </a:lnTo>
                <a:lnTo>
                  <a:pt x="2533555" y="115093"/>
                </a:lnTo>
                <a:lnTo>
                  <a:pt x="2533579" y="115363"/>
                </a:lnTo>
                <a:lnTo>
                  <a:pt x="2533101" y="110278"/>
                </a:lnTo>
                <a:lnTo>
                  <a:pt x="2533133" y="110578"/>
                </a:lnTo>
                <a:lnTo>
                  <a:pt x="2532574" y="105676"/>
                </a:lnTo>
                <a:lnTo>
                  <a:pt x="2532612" y="106007"/>
                </a:lnTo>
                <a:lnTo>
                  <a:pt x="2531968" y="101283"/>
                </a:lnTo>
                <a:lnTo>
                  <a:pt x="2532023" y="101645"/>
                </a:lnTo>
                <a:lnTo>
                  <a:pt x="2531293" y="97099"/>
                </a:lnTo>
                <a:lnTo>
                  <a:pt x="2531362" y="97491"/>
                </a:lnTo>
                <a:lnTo>
                  <a:pt x="2530540" y="93116"/>
                </a:lnTo>
                <a:lnTo>
                  <a:pt x="2530626" y="93545"/>
                </a:lnTo>
                <a:lnTo>
                  <a:pt x="2529713" y="89336"/>
                </a:lnTo>
                <a:lnTo>
                  <a:pt x="2529823" y="89807"/>
                </a:lnTo>
                <a:lnTo>
                  <a:pt x="2528806" y="85758"/>
                </a:lnTo>
                <a:lnTo>
                  <a:pt x="2528942" y="86266"/>
                </a:lnTo>
                <a:lnTo>
                  <a:pt x="2527820" y="82382"/>
                </a:lnTo>
                <a:lnTo>
                  <a:pt x="2527991" y="82927"/>
                </a:lnTo>
                <a:lnTo>
                  <a:pt x="2526767" y="79196"/>
                </a:lnTo>
                <a:lnTo>
                  <a:pt x="2526968" y="79778"/>
                </a:lnTo>
                <a:lnTo>
                  <a:pt x="2525633" y="76200"/>
                </a:lnTo>
                <a:lnTo>
                  <a:pt x="2525877" y="76813"/>
                </a:lnTo>
                <a:lnTo>
                  <a:pt x="2524426" y="73387"/>
                </a:lnTo>
                <a:lnTo>
                  <a:pt x="2524713" y="74031"/>
                </a:lnTo>
                <a:lnTo>
                  <a:pt x="2523145" y="70753"/>
                </a:lnTo>
                <a:lnTo>
                  <a:pt x="2523482" y="71415"/>
                </a:lnTo>
                <a:lnTo>
                  <a:pt x="2521797" y="68284"/>
                </a:lnTo>
                <a:lnTo>
                  <a:pt x="2522183" y="68958"/>
                </a:lnTo>
                <a:lnTo>
                  <a:pt x="2520369" y="65968"/>
                </a:lnTo>
                <a:lnTo>
                  <a:pt x="2520805" y="66648"/>
                </a:lnTo>
                <a:lnTo>
                  <a:pt x="2518863" y="63799"/>
                </a:lnTo>
                <a:lnTo>
                  <a:pt x="2519346" y="64473"/>
                </a:lnTo>
                <a:lnTo>
                  <a:pt x="2517270" y="61759"/>
                </a:lnTo>
                <a:lnTo>
                  <a:pt x="2517808" y="62415"/>
                </a:lnTo>
                <a:lnTo>
                  <a:pt x="2515591" y="59835"/>
                </a:lnTo>
                <a:lnTo>
                  <a:pt x="2516166" y="60466"/>
                </a:lnTo>
                <a:lnTo>
                  <a:pt x="2513814" y="58009"/>
                </a:lnTo>
                <a:lnTo>
                  <a:pt x="2514421" y="58609"/>
                </a:lnTo>
                <a:lnTo>
                  <a:pt x="2511927" y="56281"/>
                </a:lnTo>
                <a:lnTo>
                  <a:pt x="2512557" y="56839"/>
                </a:lnTo>
                <a:lnTo>
                  <a:pt x="2509911" y="54627"/>
                </a:lnTo>
                <a:lnTo>
                  <a:pt x="2510561" y="55142"/>
                </a:lnTo>
                <a:lnTo>
                  <a:pt x="2507761" y="53053"/>
                </a:lnTo>
                <a:lnTo>
                  <a:pt x="2508415" y="53512"/>
                </a:lnTo>
                <a:lnTo>
                  <a:pt x="2507473" y="52881"/>
                </a:lnTo>
                <a:lnTo>
                  <a:pt x="2524512" y="27424"/>
                </a:lnTo>
                <a:moveTo>
                  <a:pt x="2565561" y="152596"/>
                </a:moveTo>
                <a:lnTo>
                  <a:pt x="2565579" y="154752"/>
                </a:lnTo>
                <a:lnTo>
                  <a:pt x="2565617" y="244621"/>
                </a:lnTo>
                <a:lnTo>
                  <a:pt x="2534982" y="244634"/>
                </a:lnTo>
                <a:lnTo>
                  <a:pt x="2534946" y="154826"/>
                </a:lnTo>
                <a:lnTo>
                  <a:pt x="2534951" y="154949"/>
                </a:lnTo>
                <a:lnTo>
                  <a:pt x="2534932" y="152853"/>
                </a:lnTo>
                <a:lnTo>
                  <a:pt x="2565561" y="152596"/>
                </a:lnTo>
                <a:moveTo>
                  <a:pt x="2565628" y="275255"/>
                </a:moveTo>
                <a:lnTo>
                  <a:pt x="2565665" y="367158"/>
                </a:lnTo>
                <a:lnTo>
                  <a:pt x="2535032" y="367171"/>
                </a:lnTo>
                <a:lnTo>
                  <a:pt x="2534994" y="275268"/>
                </a:lnTo>
                <a:lnTo>
                  <a:pt x="2565628" y="275255"/>
                </a:lnTo>
                <a:moveTo>
                  <a:pt x="2565677" y="397793"/>
                </a:moveTo>
                <a:lnTo>
                  <a:pt x="2565709" y="489696"/>
                </a:lnTo>
                <a:lnTo>
                  <a:pt x="2535074" y="489708"/>
                </a:lnTo>
                <a:lnTo>
                  <a:pt x="2535044" y="397805"/>
                </a:lnTo>
                <a:lnTo>
                  <a:pt x="2565677" y="397793"/>
                </a:lnTo>
                <a:moveTo>
                  <a:pt x="2565721" y="520330"/>
                </a:moveTo>
                <a:lnTo>
                  <a:pt x="2565757" y="612232"/>
                </a:lnTo>
                <a:lnTo>
                  <a:pt x="2535123" y="612245"/>
                </a:lnTo>
                <a:lnTo>
                  <a:pt x="2535086" y="520343"/>
                </a:lnTo>
                <a:lnTo>
                  <a:pt x="2565721" y="520330"/>
                </a:lnTo>
                <a:moveTo>
                  <a:pt x="2565770" y="642867"/>
                </a:moveTo>
                <a:lnTo>
                  <a:pt x="2565807" y="734770"/>
                </a:lnTo>
                <a:lnTo>
                  <a:pt x="2535172" y="734782"/>
                </a:lnTo>
                <a:lnTo>
                  <a:pt x="2535135" y="642879"/>
                </a:lnTo>
                <a:lnTo>
                  <a:pt x="2565770" y="642867"/>
                </a:lnTo>
                <a:moveTo>
                  <a:pt x="2565819" y="765404"/>
                </a:moveTo>
                <a:lnTo>
                  <a:pt x="2565849" y="857307"/>
                </a:lnTo>
                <a:lnTo>
                  <a:pt x="2535215" y="857320"/>
                </a:lnTo>
                <a:lnTo>
                  <a:pt x="2535184" y="765417"/>
                </a:lnTo>
                <a:lnTo>
                  <a:pt x="2565819" y="765404"/>
                </a:lnTo>
                <a:moveTo>
                  <a:pt x="2565862" y="887941"/>
                </a:moveTo>
                <a:lnTo>
                  <a:pt x="2565898" y="979845"/>
                </a:lnTo>
                <a:lnTo>
                  <a:pt x="2535265" y="979856"/>
                </a:lnTo>
                <a:lnTo>
                  <a:pt x="2535228" y="887954"/>
                </a:lnTo>
                <a:lnTo>
                  <a:pt x="2565862" y="887941"/>
                </a:lnTo>
                <a:moveTo>
                  <a:pt x="2565910" y="1010479"/>
                </a:moveTo>
                <a:lnTo>
                  <a:pt x="2565947" y="1102382"/>
                </a:lnTo>
                <a:lnTo>
                  <a:pt x="2535313" y="1102394"/>
                </a:lnTo>
                <a:lnTo>
                  <a:pt x="2535277" y="1010491"/>
                </a:lnTo>
                <a:lnTo>
                  <a:pt x="2565910" y="1010479"/>
                </a:lnTo>
                <a:moveTo>
                  <a:pt x="2565960" y="1133016"/>
                </a:moveTo>
                <a:lnTo>
                  <a:pt x="2565996" y="1224919"/>
                </a:lnTo>
                <a:lnTo>
                  <a:pt x="2535363" y="1224931"/>
                </a:lnTo>
                <a:lnTo>
                  <a:pt x="2535325" y="1133029"/>
                </a:lnTo>
                <a:lnTo>
                  <a:pt x="2565960" y="1133016"/>
                </a:lnTo>
                <a:moveTo>
                  <a:pt x="2566003" y="1255554"/>
                </a:moveTo>
                <a:lnTo>
                  <a:pt x="2566040" y="1347456"/>
                </a:lnTo>
                <a:lnTo>
                  <a:pt x="2535405" y="1347468"/>
                </a:lnTo>
                <a:lnTo>
                  <a:pt x="2535367" y="1255565"/>
                </a:lnTo>
                <a:lnTo>
                  <a:pt x="2566003" y="1255554"/>
                </a:lnTo>
                <a:moveTo>
                  <a:pt x="2566052" y="1378090"/>
                </a:moveTo>
                <a:lnTo>
                  <a:pt x="2566089" y="1469993"/>
                </a:lnTo>
                <a:lnTo>
                  <a:pt x="2535453" y="1470006"/>
                </a:lnTo>
                <a:lnTo>
                  <a:pt x="2535417" y="1378103"/>
                </a:lnTo>
                <a:lnTo>
                  <a:pt x="2566052" y="1378090"/>
                </a:lnTo>
                <a:moveTo>
                  <a:pt x="2566100" y="1500628"/>
                </a:moveTo>
                <a:lnTo>
                  <a:pt x="2566138" y="1592531"/>
                </a:lnTo>
                <a:lnTo>
                  <a:pt x="2535502" y="1592543"/>
                </a:lnTo>
                <a:lnTo>
                  <a:pt x="2535466" y="1500640"/>
                </a:lnTo>
                <a:lnTo>
                  <a:pt x="2566100" y="1500628"/>
                </a:lnTo>
                <a:moveTo>
                  <a:pt x="2566149" y="1623165"/>
                </a:moveTo>
                <a:lnTo>
                  <a:pt x="2566181" y="1715067"/>
                </a:lnTo>
                <a:lnTo>
                  <a:pt x="2535546" y="1715080"/>
                </a:lnTo>
                <a:lnTo>
                  <a:pt x="2535516" y="1623177"/>
                </a:lnTo>
                <a:lnTo>
                  <a:pt x="2566149" y="1623165"/>
                </a:lnTo>
                <a:moveTo>
                  <a:pt x="2566192" y="1745702"/>
                </a:moveTo>
                <a:lnTo>
                  <a:pt x="2566228" y="1837605"/>
                </a:lnTo>
                <a:lnTo>
                  <a:pt x="2535595" y="1837617"/>
                </a:lnTo>
                <a:lnTo>
                  <a:pt x="2535558" y="1745714"/>
                </a:lnTo>
                <a:lnTo>
                  <a:pt x="2566192" y="1745702"/>
                </a:lnTo>
                <a:moveTo>
                  <a:pt x="2566192" y="1868344"/>
                </a:moveTo>
                <a:lnTo>
                  <a:pt x="2566145" y="1876670"/>
                </a:lnTo>
                <a:lnTo>
                  <a:pt x="2565960" y="1887998"/>
                </a:lnTo>
                <a:lnTo>
                  <a:pt x="2565628" y="1898641"/>
                </a:lnTo>
                <a:lnTo>
                  <a:pt x="2565390" y="1903787"/>
                </a:lnTo>
                <a:lnTo>
                  <a:pt x="2565103" y="1908763"/>
                </a:lnTo>
                <a:lnTo>
                  <a:pt x="2564747" y="1913590"/>
                </a:lnTo>
                <a:lnTo>
                  <a:pt x="2564324" y="1918290"/>
                </a:lnTo>
                <a:lnTo>
                  <a:pt x="2563821" y="1922861"/>
                </a:lnTo>
                <a:lnTo>
                  <a:pt x="2563240" y="1927315"/>
                </a:lnTo>
                <a:lnTo>
                  <a:pt x="2562566" y="1931652"/>
                </a:lnTo>
                <a:lnTo>
                  <a:pt x="2561787" y="1935874"/>
                </a:lnTo>
                <a:lnTo>
                  <a:pt x="2560898" y="1939997"/>
                </a:lnTo>
                <a:lnTo>
                  <a:pt x="2559887" y="1944016"/>
                </a:lnTo>
                <a:lnTo>
                  <a:pt x="2558743" y="1947937"/>
                </a:lnTo>
                <a:lnTo>
                  <a:pt x="2557450" y="1951761"/>
                </a:lnTo>
                <a:lnTo>
                  <a:pt x="2556003" y="1955492"/>
                </a:lnTo>
                <a:lnTo>
                  <a:pt x="2554386" y="1959119"/>
                </a:lnTo>
                <a:lnTo>
                  <a:pt x="2552597" y="1962642"/>
                </a:lnTo>
                <a:lnTo>
                  <a:pt x="2550618" y="1966055"/>
                </a:lnTo>
                <a:lnTo>
                  <a:pt x="2550275" y="1966575"/>
                </a:lnTo>
                <a:lnTo>
                  <a:pt x="2524708" y="1949690"/>
                </a:lnTo>
                <a:lnTo>
                  <a:pt x="2524567" y="1949910"/>
                </a:lnTo>
                <a:lnTo>
                  <a:pt x="2524812" y="1949537"/>
                </a:lnTo>
                <a:lnTo>
                  <a:pt x="2524347" y="1950290"/>
                </a:lnTo>
                <a:lnTo>
                  <a:pt x="2525890" y="1947631"/>
                </a:lnTo>
                <a:lnTo>
                  <a:pt x="2525485" y="1948372"/>
                </a:lnTo>
                <a:lnTo>
                  <a:pt x="2526907" y="1945579"/>
                </a:lnTo>
                <a:lnTo>
                  <a:pt x="2526563" y="1946302"/>
                </a:lnTo>
                <a:lnTo>
                  <a:pt x="2527863" y="1943373"/>
                </a:lnTo>
                <a:lnTo>
                  <a:pt x="2527582" y="1944059"/>
                </a:lnTo>
                <a:lnTo>
                  <a:pt x="2528770" y="1941002"/>
                </a:lnTo>
                <a:lnTo>
                  <a:pt x="2528531" y="1941645"/>
                </a:lnTo>
                <a:lnTo>
                  <a:pt x="2529615" y="1938447"/>
                </a:lnTo>
                <a:lnTo>
                  <a:pt x="2529426" y="1939047"/>
                </a:lnTo>
                <a:lnTo>
                  <a:pt x="2530399" y="1935702"/>
                </a:lnTo>
                <a:lnTo>
                  <a:pt x="2530247" y="1936260"/>
                </a:lnTo>
                <a:lnTo>
                  <a:pt x="2531128" y="1932774"/>
                </a:lnTo>
                <a:lnTo>
                  <a:pt x="2531005" y="1933276"/>
                </a:lnTo>
                <a:lnTo>
                  <a:pt x="2531791" y="1929643"/>
                </a:lnTo>
                <a:lnTo>
                  <a:pt x="2531698" y="1930102"/>
                </a:lnTo>
                <a:lnTo>
                  <a:pt x="2532397" y="1926310"/>
                </a:lnTo>
                <a:lnTo>
                  <a:pt x="2532329" y="1926727"/>
                </a:lnTo>
                <a:lnTo>
                  <a:pt x="2532942" y="1922780"/>
                </a:lnTo>
                <a:lnTo>
                  <a:pt x="2532893" y="1923148"/>
                </a:lnTo>
                <a:lnTo>
                  <a:pt x="2533426" y="1919049"/>
                </a:lnTo>
                <a:lnTo>
                  <a:pt x="2533388" y="1919374"/>
                </a:lnTo>
                <a:lnTo>
                  <a:pt x="2533856" y="1915116"/>
                </a:lnTo>
                <a:lnTo>
                  <a:pt x="2533824" y="1915404"/>
                </a:lnTo>
                <a:lnTo>
                  <a:pt x="2534223" y="1910974"/>
                </a:lnTo>
                <a:lnTo>
                  <a:pt x="2534205" y="1911232"/>
                </a:lnTo>
                <a:lnTo>
                  <a:pt x="2534535" y="1906637"/>
                </a:lnTo>
                <a:lnTo>
                  <a:pt x="2534523" y="1906857"/>
                </a:lnTo>
                <a:lnTo>
                  <a:pt x="2534805" y="1902090"/>
                </a:lnTo>
                <a:lnTo>
                  <a:pt x="2534793" y="1902280"/>
                </a:lnTo>
                <a:lnTo>
                  <a:pt x="2535019" y="1897342"/>
                </a:lnTo>
                <a:lnTo>
                  <a:pt x="2535013" y="1897575"/>
                </a:lnTo>
                <a:lnTo>
                  <a:pt x="2535337" y="1887165"/>
                </a:lnTo>
                <a:lnTo>
                  <a:pt x="2535331" y="1887392"/>
                </a:lnTo>
                <a:lnTo>
                  <a:pt x="2535509" y="1876247"/>
                </a:lnTo>
                <a:lnTo>
                  <a:pt x="2535509" y="1876394"/>
                </a:lnTo>
                <a:lnTo>
                  <a:pt x="2535558" y="1868148"/>
                </a:lnTo>
                <a:lnTo>
                  <a:pt x="2566192" y="1868344"/>
                </a:lnTo>
                <a:moveTo>
                  <a:pt x="2521479" y="1991597"/>
                </a:moveTo>
                <a:lnTo>
                  <a:pt x="2520694" y="1991989"/>
                </a:lnTo>
                <a:lnTo>
                  <a:pt x="2516810" y="1993705"/>
                </a:lnTo>
                <a:lnTo>
                  <a:pt x="2512772" y="1995279"/>
                </a:lnTo>
                <a:lnTo>
                  <a:pt x="2508595" y="1996719"/>
                </a:lnTo>
                <a:lnTo>
                  <a:pt x="2504255" y="1998043"/>
                </a:lnTo>
                <a:lnTo>
                  <a:pt x="2499759" y="1999250"/>
                </a:lnTo>
                <a:lnTo>
                  <a:pt x="2495097" y="2000353"/>
                </a:lnTo>
                <a:lnTo>
                  <a:pt x="2490256" y="2001357"/>
                </a:lnTo>
                <a:lnTo>
                  <a:pt x="2485238" y="2002270"/>
                </a:lnTo>
                <a:lnTo>
                  <a:pt x="2480031" y="2003104"/>
                </a:lnTo>
                <a:lnTo>
                  <a:pt x="2474633" y="2003851"/>
                </a:lnTo>
                <a:lnTo>
                  <a:pt x="2469027" y="2004531"/>
                </a:lnTo>
                <a:lnTo>
                  <a:pt x="2463207" y="2005138"/>
                </a:lnTo>
                <a:lnTo>
                  <a:pt x="2457172" y="2005683"/>
                </a:lnTo>
                <a:lnTo>
                  <a:pt x="2450910" y="2006167"/>
                </a:lnTo>
                <a:lnTo>
                  <a:pt x="2444415" y="2006596"/>
                </a:lnTo>
                <a:lnTo>
                  <a:pt x="2437651" y="2006976"/>
                </a:lnTo>
                <a:lnTo>
                  <a:pt x="2425085" y="2007515"/>
                </a:lnTo>
                <a:lnTo>
                  <a:pt x="2423767" y="1976905"/>
                </a:lnTo>
                <a:lnTo>
                  <a:pt x="2436236" y="1976372"/>
                </a:lnTo>
                <a:lnTo>
                  <a:pt x="2436039" y="1976379"/>
                </a:lnTo>
                <a:lnTo>
                  <a:pt x="2442632" y="1976011"/>
                </a:lnTo>
                <a:lnTo>
                  <a:pt x="2442473" y="1976023"/>
                </a:lnTo>
                <a:lnTo>
                  <a:pt x="2448808" y="1975606"/>
                </a:lnTo>
                <a:lnTo>
                  <a:pt x="2448637" y="1975618"/>
                </a:lnTo>
                <a:lnTo>
                  <a:pt x="2454714" y="1975147"/>
                </a:lnTo>
                <a:lnTo>
                  <a:pt x="2454518" y="1975165"/>
                </a:lnTo>
                <a:lnTo>
                  <a:pt x="2460344" y="1974639"/>
                </a:lnTo>
                <a:lnTo>
                  <a:pt x="2460130" y="1974663"/>
                </a:lnTo>
                <a:lnTo>
                  <a:pt x="2465718" y="1974075"/>
                </a:lnTo>
                <a:lnTo>
                  <a:pt x="2465474" y="1974105"/>
                </a:lnTo>
                <a:lnTo>
                  <a:pt x="2470821" y="1973456"/>
                </a:lnTo>
                <a:lnTo>
                  <a:pt x="2470546" y="1973493"/>
                </a:lnTo>
                <a:lnTo>
                  <a:pt x="2475662" y="1972782"/>
                </a:lnTo>
                <a:lnTo>
                  <a:pt x="2475362" y="1972825"/>
                </a:lnTo>
                <a:lnTo>
                  <a:pt x="2480251" y="1972046"/>
                </a:lnTo>
                <a:lnTo>
                  <a:pt x="2479914" y="1972108"/>
                </a:lnTo>
                <a:lnTo>
                  <a:pt x="2484576" y="1971256"/>
                </a:lnTo>
                <a:lnTo>
                  <a:pt x="2484209" y="1971330"/>
                </a:lnTo>
                <a:lnTo>
                  <a:pt x="2488656" y="1970405"/>
                </a:lnTo>
                <a:lnTo>
                  <a:pt x="2488247" y="1970497"/>
                </a:lnTo>
                <a:lnTo>
                  <a:pt x="2492480" y="1969492"/>
                </a:lnTo>
                <a:lnTo>
                  <a:pt x="2492033" y="1969602"/>
                </a:lnTo>
                <a:lnTo>
                  <a:pt x="2496058" y="1968523"/>
                </a:lnTo>
                <a:lnTo>
                  <a:pt x="2495567" y="1968665"/>
                </a:lnTo>
                <a:lnTo>
                  <a:pt x="2499397" y="1967500"/>
                </a:lnTo>
                <a:lnTo>
                  <a:pt x="2498865" y="1967672"/>
                </a:lnTo>
                <a:lnTo>
                  <a:pt x="2502491" y="1966416"/>
                </a:lnTo>
                <a:lnTo>
                  <a:pt x="2501922" y="1966631"/>
                </a:lnTo>
                <a:lnTo>
                  <a:pt x="2505360" y="1965289"/>
                </a:lnTo>
                <a:lnTo>
                  <a:pt x="2504746" y="1965540"/>
                </a:lnTo>
                <a:lnTo>
                  <a:pt x="2507993" y="1964106"/>
                </a:lnTo>
                <a:lnTo>
                  <a:pt x="2507343" y="1964413"/>
                </a:lnTo>
                <a:lnTo>
                  <a:pt x="2507809" y="1964180"/>
                </a:lnTo>
                <a:lnTo>
                  <a:pt x="2521479" y="1991597"/>
                </a:lnTo>
                <a:moveTo>
                  <a:pt x="2394090" y="2008293"/>
                </a:moveTo>
                <a:lnTo>
                  <a:pt x="2391847" y="2008336"/>
                </a:lnTo>
                <a:lnTo>
                  <a:pt x="2374354" y="2008526"/>
                </a:lnTo>
                <a:lnTo>
                  <a:pt x="2355655" y="2008636"/>
                </a:lnTo>
                <a:lnTo>
                  <a:pt x="2314513" y="2008691"/>
                </a:lnTo>
                <a:lnTo>
                  <a:pt x="2301843" y="2008648"/>
                </a:lnTo>
                <a:lnTo>
                  <a:pt x="2301954" y="1978014"/>
                </a:lnTo>
                <a:lnTo>
                  <a:pt x="2314587" y="1978057"/>
                </a:lnTo>
                <a:lnTo>
                  <a:pt x="2314513" y="1978057"/>
                </a:lnTo>
                <a:lnTo>
                  <a:pt x="2355582" y="1978002"/>
                </a:lnTo>
                <a:lnTo>
                  <a:pt x="2355514" y="1978002"/>
                </a:lnTo>
                <a:lnTo>
                  <a:pt x="2374133" y="1977891"/>
                </a:lnTo>
                <a:lnTo>
                  <a:pt x="2374054" y="1977898"/>
                </a:lnTo>
                <a:lnTo>
                  <a:pt x="2391448" y="1977702"/>
                </a:lnTo>
                <a:lnTo>
                  <a:pt x="2391332" y="1977702"/>
                </a:lnTo>
                <a:lnTo>
                  <a:pt x="2393513" y="1977665"/>
                </a:lnTo>
                <a:lnTo>
                  <a:pt x="2394090" y="2008293"/>
                </a:lnTo>
                <a:moveTo>
                  <a:pt x="2271209" y="2008532"/>
                </a:moveTo>
                <a:lnTo>
                  <a:pt x="2179305" y="2008201"/>
                </a:lnTo>
                <a:lnTo>
                  <a:pt x="2179422" y="1977567"/>
                </a:lnTo>
                <a:lnTo>
                  <a:pt x="2271318" y="1977898"/>
                </a:lnTo>
                <a:lnTo>
                  <a:pt x="2271209" y="2008532"/>
                </a:lnTo>
                <a:moveTo>
                  <a:pt x="2148671" y="2008091"/>
                </a:moveTo>
                <a:lnTo>
                  <a:pt x="2056774" y="2007760"/>
                </a:lnTo>
                <a:lnTo>
                  <a:pt x="2056885" y="1977126"/>
                </a:lnTo>
                <a:lnTo>
                  <a:pt x="2148789" y="1977457"/>
                </a:lnTo>
                <a:lnTo>
                  <a:pt x="2148671" y="2008091"/>
                </a:lnTo>
                <a:moveTo>
                  <a:pt x="2026140" y="2007650"/>
                </a:moveTo>
                <a:lnTo>
                  <a:pt x="1934237" y="2007319"/>
                </a:lnTo>
                <a:lnTo>
                  <a:pt x="1934348" y="1976685"/>
                </a:lnTo>
                <a:lnTo>
                  <a:pt x="2026251" y="1977016"/>
                </a:lnTo>
                <a:lnTo>
                  <a:pt x="2026140" y="2007650"/>
                </a:lnTo>
                <a:moveTo>
                  <a:pt x="1903604" y="2007209"/>
                </a:moveTo>
                <a:lnTo>
                  <a:pt x="1811700" y="2006878"/>
                </a:lnTo>
                <a:lnTo>
                  <a:pt x="1811810" y="1976243"/>
                </a:lnTo>
                <a:lnTo>
                  <a:pt x="1903713" y="1976575"/>
                </a:lnTo>
                <a:lnTo>
                  <a:pt x="1903604" y="2007209"/>
                </a:lnTo>
                <a:moveTo>
                  <a:pt x="1781066" y="2006768"/>
                </a:moveTo>
                <a:lnTo>
                  <a:pt x="1689163" y="2006430"/>
                </a:lnTo>
                <a:lnTo>
                  <a:pt x="1689272" y="1975796"/>
                </a:lnTo>
                <a:lnTo>
                  <a:pt x="1781176" y="1976133"/>
                </a:lnTo>
                <a:lnTo>
                  <a:pt x="1781066" y="2006768"/>
                </a:lnTo>
                <a:moveTo>
                  <a:pt x="1658528" y="2006320"/>
                </a:moveTo>
                <a:lnTo>
                  <a:pt x="1566626" y="2005989"/>
                </a:lnTo>
                <a:lnTo>
                  <a:pt x="1566736" y="1975355"/>
                </a:lnTo>
                <a:lnTo>
                  <a:pt x="1658639" y="1975686"/>
                </a:lnTo>
                <a:lnTo>
                  <a:pt x="1658528" y="2006320"/>
                </a:lnTo>
                <a:moveTo>
                  <a:pt x="1535991" y="2005879"/>
                </a:moveTo>
                <a:lnTo>
                  <a:pt x="1444089" y="2005549"/>
                </a:lnTo>
                <a:lnTo>
                  <a:pt x="1444199" y="1974914"/>
                </a:lnTo>
                <a:lnTo>
                  <a:pt x="1536102" y="1975245"/>
                </a:lnTo>
                <a:lnTo>
                  <a:pt x="1535991" y="2005879"/>
                </a:lnTo>
                <a:moveTo>
                  <a:pt x="1413454" y="2005438"/>
                </a:moveTo>
                <a:lnTo>
                  <a:pt x="1321551" y="2005107"/>
                </a:lnTo>
                <a:lnTo>
                  <a:pt x="1321662" y="1974473"/>
                </a:lnTo>
                <a:lnTo>
                  <a:pt x="1413564" y="1974804"/>
                </a:lnTo>
                <a:lnTo>
                  <a:pt x="1413454" y="2005438"/>
                </a:lnTo>
                <a:moveTo>
                  <a:pt x="1290917" y="2004997"/>
                </a:moveTo>
                <a:lnTo>
                  <a:pt x="1199020" y="2004666"/>
                </a:lnTo>
                <a:lnTo>
                  <a:pt x="1199131" y="1974032"/>
                </a:lnTo>
                <a:lnTo>
                  <a:pt x="1291027" y="1974363"/>
                </a:lnTo>
                <a:lnTo>
                  <a:pt x="1290917" y="2004997"/>
                </a:lnTo>
                <a:moveTo>
                  <a:pt x="1168386" y="2004556"/>
                </a:moveTo>
                <a:lnTo>
                  <a:pt x="1076483" y="2004218"/>
                </a:lnTo>
                <a:lnTo>
                  <a:pt x="1076594" y="1973584"/>
                </a:lnTo>
                <a:lnTo>
                  <a:pt x="1168496" y="1973921"/>
                </a:lnTo>
                <a:lnTo>
                  <a:pt x="1168386" y="2004556"/>
                </a:lnTo>
                <a:moveTo>
                  <a:pt x="1045849" y="2004108"/>
                </a:moveTo>
                <a:lnTo>
                  <a:pt x="953946" y="2003778"/>
                </a:lnTo>
                <a:lnTo>
                  <a:pt x="954056" y="1973144"/>
                </a:lnTo>
                <a:lnTo>
                  <a:pt x="1045959" y="1973474"/>
                </a:lnTo>
                <a:lnTo>
                  <a:pt x="1045849" y="2004108"/>
                </a:lnTo>
                <a:moveTo>
                  <a:pt x="923312" y="2003667"/>
                </a:moveTo>
                <a:lnTo>
                  <a:pt x="831409" y="2003336"/>
                </a:lnTo>
                <a:lnTo>
                  <a:pt x="831519" y="1972702"/>
                </a:lnTo>
                <a:lnTo>
                  <a:pt x="923422" y="1973033"/>
                </a:lnTo>
                <a:lnTo>
                  <a:pt x="923312" y="2003667"/>
                </a:lnTo>
                <a:moveTo>
                  <a:pt x="800774" y="2003226"/>
                </a:moveTo>
                <a:lnTo>
                  <a:pt x="708871" y="2002896"/>
                </a:lnTo>
                <a:lnTo>
                  <a:pt x="708982" y="1972261"/>
                </a:lnTo>
                <a:lnTo>
                  <a:pt x="800885" y="1972592"/>
                </a:lnTo>
                <a:lnTo>
                  <a:pt x="800774" y="2003226"/>
                </a:lnTo>
                <a:moveTo>
                  <a:pt x="678237" y="2002785"/>
                </a:moveTo>
                <a:lnTo>
                  <a:pt x="586335" y="2002455"/>
                </a:lnTo>
                <a:lnTo>
                  <a:pt x="586444" y="1971820"/>
                </a:lnTo>
                <a:lnTo>
                  <a:pt x="678348" y="1972151"/>
                </a:lnTo>
                <a:lnTo>
                  <a:pt x="678237" y="2002785"/>
                </a:lnTo>
                <a:moveTo>
                  <a:pt x="555700" y="2002344"/>
                </a:moveTo>
                <a:lnTo>
                  <a:pt x="463797" y="2002007"/>
                </a:lnTo>
                <a:lnTo>
                  <a:pt x="463908" y="1971373"/>
                </a:lnTo>
                <a:lnTo>
                  <a:pt x="555810" y="1971710"/>
                </a:lnTo>
                <a:lnTo>
                  <a:pt x="555700" y="2002344"/>
                </a:lnTo>
                <a:moveTo>
                  <a:pt x="433163" y="2001897"/>
                </a:moveTo>
                <a:lnTo>
                  <a:pt x="341260" y="2001566"/>
                </a:lnTo>
                <a:lnTo>
                  <a:pt x="341376" y="1970931"/>
                </a:lnTo>
                <a:lnTo>
                  <a:pt x="433273" y="1971262"/>
                </a:lnTo>
                <a:lnTo>
                  <a:pt x="433163" y="2001897"/>
                </a:lnTo>
                <a:moveTo>
                  <a:pt x="310625" y="2001456"/>
                </a:moveTo>
                <a:lnTo>
                  <a:pt x="258180" y="2001266"/>
                </a:lnTo>
                <a:lnTo>
                  <a:pt x="258216" y="2001266"/>
                </a:lnTo>
                <a:lnTo>
                  <a:pt x="236993" y="2001247"/>
                </a:lnTo>
                <a:lnTo>
                  <a:pt x="218723" y="2001180"/>
                </a:lnTo>
                <a:lnTo>
                  <a:pt x="218839" y="1970545"/>
                </a:lnTo>
                <a:lnTo>
                  <a:pt x="237085" y="1970613"/>
                </a:lnTo>
                <a:lnTo>
                  <a:pt x="237042" y="1970613"/>
                </a:lnTo>
                <a:lnTo>
                  <a:pt x="258266" y="1970631"/>
                </a:lnTo>
                <a:lnTo>
                  <a:pt x="310741" y="1970821"/>
                </a:lnTo>
                <a:lnTo>
                  <a:pt x="310625" y="2001456"/>
                </a:lnTo>
                <a:moveTo>
                  <a:pt x="187922" y="2000861"/>
                </a:moveTo>
                <a:lnTo>
                  <a:pt x="180602" y="2000758"/>
                </a:lnTo>
                <a:lnTo>
                  <a:pt x="164096" y="2000371"/>
                </a:lnTo>
                <a:lnTo>
                  <a:pt x="148662" y="1999826"/>
                </a:lnTo>
                <a:lnTo>
                  <a:pt x="134283" y="1999109"/>
                </a:lnTo>
                <a:lnTo>
                  <a:pt x="127408" y="1998674"/>
                </a:lnTo>
                <a:lnTo>
                  <a:pt x="120809" y="1998184"/>
                </a:lnTo>
                <a:lnTo>
                  <a:pt x="114431" y="1997633"/>
                </a:lnTo>
                <a:lnTo>
                  <a:pt x="108279" y="1997019"/>
                </a:lnTo>
                <a:lnTo>
                  <a:pt x="102343" y="1996346"/>
                </a:lnTo>
                <a:lnTo>
                  <a:pt x="96614" y="1995592"/>
                </a:lnTo>
                <a:lnTo>
                  <a:pt x="94206" y="1995231"/>
                </a:lnTo>
                <a:lnTo>
                  <a:pt x="98735" y="1964934"/>
                </a:lnTo>
                <a:lnTo>
                  <a:pt x="101007" y="1965277"/>
                </a:lnTo>
                <a:lnTo>
                  <a:pt x="100732" y="1965234"/>
                </a:lnTo>
                <a:lnTo>
                  <a:pt x="106196" y="1965950"/>
                </a:lnTo>
                <a:lnTo>
                  <a:pt x="105952" y="1965920"/>
                </a:lnTo>
                <a:lnTo>
                  <a:pt x="111650" y="1966575"/>
                </a:lnTo>
                <a:lnTo>
                  <a:pt x="111423" y="1966551"/>
                </a:lnTo>
                <a:lnTo>
                  <a:pt x="117366" y="1967139"/>
                </a:lnTo>
                <a:lnTo>
                  <a:pt x="117164" y="1967121"/>
                </a:lnTo>
                <a:lnTo>
                  <a:pt x="123346" y="1967654"/>
                </a:lnTo>
                <a:lnTo>
                  <a:pt x="123168" y="1967642"/>
                </a:lnTo>
                <a:lnTo>
                  <a:pt x="129601" y="1968119"/>
                </a:lnTo>
                <a:lnTo>
                  <a:pt x="129436" y="1968107"/>
                </a:lnTo>
                <a:lnTo>
                  <a:pt x="136127" y="1968530"/>
                </a:lnTo>
                <a:lnTo>
                  <a:pt x="135918" y="1968518"/>
                </a:lnTo>
                <a:lnTo>
                  <a:pt x="150071" y="1969228"/>
                </a:lnTo>
                <a:lnTo>
                  <a:pt x="149844" y="1969216"/>
                </a:lnTo>
                <a:lnTo>
                  <a:pt x="165076" y="1969749"/>
                </a:lnTo>
                <a:lnTo>
                  <a:pt x="164904" y="1969743"/>
                </a:lnTo>
                <a:lnTo>
                  <a:pt x="181251" y="1970129"/>
                </a:lnTo>
                <a:lnTo>
                  <a:pt x="181116" y="1970129"/>
                </a:lnTo>
                <a:lnTo>
                  <a:pt x="188376" y="1970233"/>
                </a:lnTo>
                <a:lnTo>
                  <a:pt x="187922" y="2000861"/>
                </a:lnTo>
                <a:moveTo>
                  <a:pt x="61507" y="1987805"/>
                </a:moveTo>
                <a:lnTo>
                  <a:pt x="57494" y="1986383"/>
                </a:lnTo>
                <a:lnTo>
                  <a:pt x="53347" y="1984729"/>
                </a:lnTo>
                <a:lnTo>
                  <a:pt x="49346" y="1982940"/>
                </a:lnTo>
                <a:lnTo>
                  <a:pt x="45504" y="1981010"/>
                </a:lnTo>
                <a:lnTo>
                  <a:pt x="41810" y="1978921"/>
                </a:lnTo>
                <a:lnTo>
                  <a:pt x="38269" y="1976678"/>
                </a:lnTo>
                <a:lnTo>
                  <a:pt x="34892" y="1974271"/>
                </a:lnTo>
                <a:lnTo>
                  <a:pt x="31676" y="1971697"/>
                </a:lnTo>
                <a:lnTo>
                  <a:pt x="28637" y="1968965"/>
                </a:lnTo>
                <a:lnTo>
                  <a:pt x="25775" y="1966073"/>
                </a:lnTo>
                <a:lnTo>
                  <a:pt x="23098" y="1963021"/>
                </a:lnTo>
                <a:lnTo>
                  <a:pt x="20610" y="1959830"/>
                </a:lnTo>
                <a:lnTo>
                  <a:pt x="18307" y="1956503"/>
                </a:lnTo>
                <a:lnTo>
                  <a:pt x="16199" y="1953047"/>
                </a:lnTo>
                <a:lnTo>
                  <a:pt x="14269" y="1949475"/>
                </a:lnTo>
                <a:lnTo>
                  <a:pt x="12517" y="1945787"/>
                </a:lnTo>
                <a:lnTo>
                  <a:pt x="10937" y="1942001"/>
                </a:lnTo>
                <a:lnTo>
                  <a:pt x="9515" y="1938110"/>
                </a:lnTo>
                <a:lnTo>
                  <a:pt x="8240" y="1934116"/>
                </a:lnTo>
                <a:lnTo>
                  <a:pt x="7101" y="1930022"/>
                </a:lnTo>
                <a:lnTo>
                  <a:pt x="6090" y="1925832"/>
                </a:lnTo>
                <a:lnTo>
                  <a:pt x="5201" y="1921525"/>
                </a:lnTo>
                <a:lnTo>
                  <a:pt x="4417" y="1917113"/>
                </a:lnTo>
                <a:lnTo>
                  <a:pt x="3731" y="1912591"/>
                </a:lnTo>
                <a:lnTo>
                  <a:pt x="3137" y="1907947"/>
                </a:lnTo>
                <a:lnTo>
                  <a:pt x="2775" y="1904584"/>
                </a:lnTo>
                <a:lnTo>
                  <a:pt x="33238" y="1901325"/>
                </a:lnTo>
                <a:lnTo>
                  <a:pt x="33581" y="1904529"/>
                </a:lnTo>
                <a:lnTo>
                  <a:pt x="33544" y="1904216"/>
                </a:lnTo>
                <a:lnTo>
                  <a:pt x="34096" y="1908529"/>
                </a:lnTo>
                <a:lnTo>
                  <a:pt x="34047" y="1908180"/>
                </a:lnTo>
                <a:lnTo>
                  <a:pt x="34678" y="1912340"/>
                </a:lnTo>
                <a:lnTo>
                  <a:pt x="34611" y="1911948"/>
                </a:lnTo>
                <a:lnTo>
                  <a:pt x="35321" y="1915949"/>
                </a:lnTo>
                <a:lnTo>
                  <a:pt x="35241" y="1915520"/>
                </a:lnTo>
                <a:lnTo>
                  <a:pt x="36038" y="1919368"/>
                </a:lnTo>
                <a:lnTo>
                  <a:pt x="35934" y="1918896"/>
                </a:lnTo>
                <a:lnTo>
                  <a:pt x="36822" y="1922597"/>
                </a:lnTo>
                <a:lnTo>
                  <a:pt x="36687" y="1922083"/>
                </a:lnTo>
                <a:lnTo>
                  <a:pt x="37680" y="1925636"/>
                </a:lnTo>
                <a:lnTo>
                  <a:pt x="37508" y="1925072"/>
                </a:lnTo>
                <a:lnTo>
                  <a:pt x="38599" y="1928485"/>
                </a:lnTo>
                <a:lnTo>
                  <a:pt x="38391" y="1927884"/>
                </a:lnTo>
                <a:lnTo>
                  <a:pt x="39592" y="1931156"/>
                </a:lnTo>
                <a:lnTo>
                  <a:pt x="39341" y="1930512"/>
                </a:lnTo>
                <a:lnTo>
                  <a:pt x="40645" y="1933649"/>
                </a:lnTo>
                <a:lnTo>
                  <a:pt x="40345" y="1932976"/>
                </a:lnTo>
                <a:lnTo>
                  <a:pt x="41773" y="1935971"/>
                </a:lnTo>
                <a:lnTo>
                  <a:pt x="41417" y="1935273"/>
                </a:lnTo>
                <a:lnTo>
                  <a:pt x="42961" y="1938141"/>
                </a:lnTo>
                <a:lnTo>
                  <a:pt x="42557" y="1937429"/>
                </a:lnTo>
                <a:lnTo>
                  <a:pt x="44229" y="1940169"/>
                </a:lnTo>
                <a:lnTo>
                  <a:pt x="43758" y="1939446"/>
                </a:lnTo>
                <a:lnTo>
                  <a:pt x="45565" y="1942062"/>
                </a:lnTo>
                <a:lnTo>
                  <a:pt x="45038" y="1941345"/>
                </a:lnTo>
                <a:lnTo>
                  <a:pt x="46981" y="1943838"/>
                </a:lnTo>
                <a:lnTo>
                  <a:pt x="46405" y="1943147"/>
                </a:lnTo>
                <a:lnTo>
                  <a:pt x="48488" y="1945511"/>
                </a:lnTo>
                <a:lnTo>
                  <a:pt x="47875" y="1944850"/>
                </a:lnTo>
                <a:lnTo>
                  <a:pt x="50099" y="1947104"/>
                </a:lnTo>
                <a:lnTo>
                  <a:pt x="49450" y="1946485"/>
                </a:lnTo>
                <a:lnTo>
                  <a:pt x="51827" y="1948624"/>
                </a:lnTo>
                <a:lnTo>
                  <a:pt x="51159" y="1948054"/>
                </a:lnTo>
                <a:lnTo>
                  <a:pt x="53689" y="1950082"/>
                </a:lnTo>
                <a:lnTo>
                  <a:pt x="53010" y="1949567"/>
                </a:lnTo>
                <a:lnTo>
                  <a:pt x="55705" y="1951484"/>
                </a:lnTo>
                <a:lnTo>
                  <a:pt x="55025" y="1951026"/>
                </a:lnTo>
                <a:lnTo>
                  <a:pt x="57886" y="1952839"/>
                </a:lnTo>
                <a:lnTo>
                  <a:pt x="57212" y="1952441"/>
                </a:lnTo>
                <a:lnTo>
                  <a:pt x="60245" y="1954150"/>
                </a:lnTo>
                <a:lnTo>
                  <a:pt x="59596" y="1953807"/>
                </a:lnTo>
                <a:lnTo>
                  <a:pt x="62800" y="1955418"/>
                </a:lnTo>
                <a:lnTo>
                  <a:pt x="62181" y="1955124"/>
                </a:lnTo>
                <a:lnTo>
                  <a:pt x="65569" y="1956638"/>
                </a:lnTo>
                <a:lnTo>
                  <a:pt x="64975" y="1956386"/>
                </a:lnTo>
                <a:lnTo>
                  <a:pt x="68553" y="1957814"/>
                </a:lnTo>
                <a:lnTo>
                  <a:pt x="67996" y="1957606"/>
                </a:lnTo>
                <a:lnTo>
                  <a:pt x="71733" y="1958929"/>
                </a:lnTo>
                <a:lnTo>
                  <a:pt x="61507" y="1987805"/>
                </a:lnTo>
                <a:moveTo>
                  <a:pt x="974" y="1872730"/>
                </a:moveTo>
                <a:lnTo>
                  <a:pt x="814" y="1865850"/>
                </a:lnTo>
                <a:lnTo>
                  <a:pt x="686" y="1853768"/>
                </a:lnTo>
                <a:lnTo>
                  <a:pt x="655" y="1841018"/>
                </a:lnTo>
                <a:lnTo>
                  <a:pt x="31289" y="1840938"/>
                </a:lnTo>
                <a:lnTo>
                  <a:pt x="31320" y="1853626"/>
                </a:lnTo>
                <a:lnTo>
                  <a:pt x="31320" y="1853504"/>
                </a:lnTo>
                <a:lnTo>
                  <a:pt x="31443" y="1865433"/>
                </a:lnTo>
                <a:lnTo>
                  <a:pt x="31443" y="1865237"/>
                </a:lnTo>
                <a:lnTo>
                  <a:pt x="31602" y="1872025"/>
                </a:lnTo>
                <a:lnTo>
                  <a:pt x="974" y="1872730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AA2418C0-91CD-4928-AD59-3997EDC8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717" y="6920827"/>
            <a:ext cx="3044743" cy="1357406"/>
          </a:xfrm>
          <a:custGeom xmlns:a="http://schemas.openxmlformats.org/drawingml/2006/main">
            <a:pathLst>
              <a:path w="3044743" h="1357406">
                <a:moveTo>
                  <a:pt x="0" y="99751"/>
                </a:moveTo>
                <a:cubicBezTo>
                  <a:pt x="0" y="4020"/>
                  <a:pt x="11763" y="0"/>
                  <a:pt x="291694" y="0"/>
                </a:cubicBezTo>
                <a:lnTo>
                  <a:pt x="2723256" y="1073"/>
                </a:lnTo>
                <a:cubicBezTo>
                  <a:pt x="3003185" y="1073"/>
                  <a:pt x="3043960" y="0"/>
                  <a:pt x="3043960" y="95733"/>
                </a:cubicBezTo>
                <a:lnTo>
                  <a:pt x="3044743" y="1260332"/>
                </a:lnTo>
                <a:cubicBezTo>
                  <a:pt x="3044743" y="1356064"/>
                  <a:pt x="3040823" y="1357406"/>
                  <a:pt x="2760892" y="1357406"/>
                </a:cubicBezTo>
                <a:lnTo>
                  <a:pt x="291694" y="1352309"/>
                </a:lnTo>
                <a:cubicBezTo>
                  <a:pt x="11763" y="1352309"/>
                  <a:pt x="784" y="1348559"/>
                  <a:pt x="784" y="1252827"/>
                </a:cubicBezTo>
                <a:lnTo>
                  <a:pt x="0" y="9975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32078963-5994-4B0B-B1A8-12450E85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463" y="6908574"/>
            <a:ext cx="3069238" cy="1381913"/>
          </a:xfrm>
          <a:custGeom xmlns:a="http://schemas.openxmlformats.org/drawingml/2006/main">
            <a:pathLst>
              <a:path w="3069238" h="1381913">
                <a:moveTo>
                  <a:pt x="785" y="1265086"/>
                </a:moveTo>
                <a:lnTo>
                  <a:pt x="735" y="1191564"/>
                </a:lnTo>
                <a:lnTo>
                  <a:pt x="25243" y="1191546"/>
                </a:lnTo>
                <a:lnTo>
                  <a:pt x="25292" y="1265068"/>
                </a:lnTo>
                <a:lnTo>
                  <a:pt x="785" y="1265086"/>
                </a:lnTo>
                <a:moveTo>
                  <a:pt x="717" y="1167057"/>
                </a:moveTo>
                <a:lnTo>
                  <a:pt x="668" y="1093534"/>
                </a:lnTo>
                <a:lnTo>
                  <a:pt x="25175" y="1093516"/>
                </a:lnTo>
                <a:lnTo>
                  <a:pt x="25225" y="1167039"/>
                </a:lnTo>
                <a:lnTo>
                  <a:pt x="717" y="1167057"/>
                </a:lnTo>
                <a:moveTo>
                  <a:pt x="650" y="1069027"/>
                </a:moveTo>
                <a:lnTo>
                  <a:pt x="601" y="995504"/>
                </a:lnTo>
                <a:lnTo>
                  <a:pt x="25108" y="995486"/>
                </a:lnTo>
                <a:lnTo>
                  <a:pt x="25157" y="1069009"/>
                </a:lnTo>
                <a:lnTo>
                  <a:pt x="650" y="1069027"/>
                </a:lnTo>
                <a:moveTo>
                  <a:pt x="583" y="970997"/>
                </a:moveTo>
                <a:lnTo>
                  <a:pt x="533" y="897475"/>
                </a:lnTo>
                <a:lnTo>
                  <a:pt x="25040" y="897457"/>
                </a:lnTo>
                <a:lnTo>
                  <a:pt x="25090" y="970979"/>
                </a:lnTo>
                <a:lnTo>
                  <a:pt x="583" y="970997"/>
                </a:lnTo>
                <a:moveTo>
                  <a:pt x="515" y="872967"/>
                </a:moveTo>
                <a:lnTo>
                  <a:pt x="466" y="799445"/>
                </a:lnTo>
                <a:lnTo>
                  <a:pt x="24973" y="799427"/>
                </a:lnTo>
                <a:lnTo>
                  <a:pt x="25022" y="872949"/>
                </a:lnTo>
                <a:lnTo>
                  <a:pt x="515" y="872967"/>
                </a:lnTo>
                <a:moveTo>
                  <a:pt x="453" y="774938"/>
                </a:moveTo>
                <a:lnTo>
                  <a:pt x="399" y="701415"/>
                </a:lnTo>
                <a:lnTo>
                  <a:pt x="24906" y="701397"/>
                </a:lnTo>
                <a:lnTo>
                  <a:pt x="24961" y="774920"/>
                </a:lnTo>
                <a:lnTo>
                  <a:pt x="453" y="774938"/>
                </a:lnTo>
                <a:moveTo>
                  <a:pt x="386" y="676908"/>
                </a:moveTo>
                <a:lnTo>
                  <a:pt x="337" y="603385"/>
                </a:lnTo>
                <a:lnTo>
                  <a:pt x="24845" y="603367"/>
                </a:lnTo>
                <a:lnTo>
                  <a:pt x="24894" y="676889"/>
                </a:lnTo>
                <a:lnTo>
                  <a:pt x="386" y="676908"/>
                </a:lnTo>
                <a:moveTo>
                  <a:pt x="319" y="578878"/>
                </a:moveTo>
                <a:lnTo>
                  <a:pt x="270" y="505356"/>
                </a:lnTo>
                <a:lnTo>
                  <a:pt x="24777" y="505338"/>
                </a:lnTo>
                <a:lnTo>
                  <a:pt x="24826" y="578860"/>
                </a:lnTo>
                <a:lnTo>
                  <a:pt x="319" y="578878"/>
                </a:lnTo>
                <a:moveTo>
                  <a:pt x="251" y="480848"/>
                </a:moveTo>
                <a:lnTo>
                  <a:pt x="202" y="407326"/>
                </a:lnTo>
                <a:lnTo>
                  <a:pt x="24710" y="407308"/>
                </a:lnTo>
                <a:lnTo>
                  <a:pt x="24759" y="480830"/>
                </a:lnTo>
                <a:lnTo>
                  <a:pt x="251" y="480848"/>
                </a:lnTo>
                <a:moveTo>
                  <a:pt x="184" y="382818"/>
                </a:moveTo>
                <a:lnTo>
                  <a:pt x="135" y="309296"/>
                </a:lnTo>
                <a:lnTo>
                  <a:pt x="24643" y="309278"/>
                </a:lnTo>
                <a:lnTo>
                  <a:pt x="24692" y="382800"/>
                </a:lnTo>
                <a:lnTo>
                  <a:pt x="184" y="382818"/>
                </a:lnTo>
                <a:moveTo>
                  <a:pt x="116" y="284788"/>
                </a:moveTo>
                <a:lnTo>
                  <a:pt x="67" y="211266"/>
                </a:lnTo>
                <a:lnTo>
                  <a:pt x="24575" y="211248"/>
                </a:lnTo>
                <a:lnTo>
                  <a:pt x="24624" y="284770"/>
                </a:lnTo>
                <a:lnTo>
                  <a:pt x="116" y="284788"/>
                </a:lnTo>
                <a:moveTo>
                  <a:pt x="49" y="186759"/>
                </a:moveTo>
                <a:lnTo>
                  <a:pt x="0" y="113237"/>
                </a:lnTo>
                <a:lnTo>
                  <a:pt x="24508" y="113218"/>
                </a:lnTo>
                <a:lnTo>
                  <a:pt x="24557" y="186740"/>
                </a:lnTo>
                <a:lnTo>
                  <a:pt x="49" y="186759"/>
                </a:lnTo>
                <a:moveTo>
                  <a:pt x="478" y="88214"/>
                </a:moveTo>
                <a:lnTo>
                  <a:pt x="540" y="86781"/>
                </a:lnTo>
                <a:lnTo>
                  <a:pt x="791" y="82872"/>
                </a:lnTo>
                <a:lnTo>
                  <a:pt x="1103" y="79085"/>
                </a:lnTo>
                <a:lnTo>
                  <a:pt x="1495" y="75391"/>
                </a:lnTo>
                <a:lnTo>
                  <a:pt x="1967" y="71770"/>
                </a:lnTo>
                <a:lnTo>
                  <a:pt x="2524" y="68223"/>
                </a:lnTo>
                <a:lnTo>
                  <a:pt x="3186" y="64748"/>
                </a:lnTo>
                <a:lnTo>
                  <a:pt x="3964" y="61336"/>
                </a:lnTo>
                <a:lnTo>
                  <a:pt x="4859" y="57996"/>
                </a:lnTo>
                <a:lnTo>
                  <a:pt x="5894" y="54725"/>
                </a:lnTo>
                <a:lnTo>
                  <a:pt x="7070" y="51521"/>
                </a:lnTo>
                <a:lnTo>
                  <a:pt x="8406" y="48384"/>
                </a:lnTo>
                <a:lnTo>
                  <a:pt x="9908" y="45333"/>
                </a:lnTo>
                <a:lnTo>
                  <a:pt x="11580" y="42361"/>
                </a:lnTo>
                <a:lnTo>
                  <a:pt x="13436" y="39488"/>
                </a:lnTo>
                <a:lnTo>
                  <a:pt x="15471" y="36725"/>
                </a:lnTo>
                <a:lnTo>
                  <a:pt x="17688" y="34072"/>
                </a:lnTo>
                <a:lnTo>
                  <a:pt x="20091" y="31547"/>
                </a:lnTo>
                <a:lnTo>
                  <a:pt x="22664" y="29152"/>
                </a:lnTo>
                <a:lnTo>
                  <a:pt x="25408" y="26891"/>
                </a:lnTo>
                <a:lnTo>
                  <a:pt x="28318" y="24765"/>
                </a:lnTo>
                <a:lnTo>
                  <a:pt x="31388" y="22774"/>
                </a:lnTo>
                <a:lnTo>
                  <a:pt x="34623" y="20911"/>
                </a:lnTo>
                <a:lnTo>
                  <a:pt x="38012" y="19171"/>
                </a:lnTo>
                <a:lnTo>
                  <a:pt x="41565" y="17553"/>
                </a:lnTo>
                <a:lnTo>
                  <a:pt x="41828" y="17443"/>
                </a:lnTo>
                <a:lnTo>
                  <a:pt x="51055" y="40149"/>
                </a:lnTo>
                <a:lnTo>
                  <a:pt x="51270" y="40063"/>
                </a:lnTo>
                <a:lnTo>
                  <a:pt x="51031" y="40156"/>
                </a:lnTo>
                <a:lnTo>
                  <a:pt x="51503" y="39953"/>
                </a:lnTo>
                <a:lnTo>
                  <a:pt x="48445" y="41350"/>
                </a:lnTo>
                <a:lnTo>
                  <a:pt x="48948" y="41111"/>
                </a:lnTo>
                <a:lnTo>
                  <a:pt x="46068" y="42582"/>
                </a:lnTo>
                <a:lnTo>
                  <a:pt x="46595" y="42294"/>
                </a:lnTo>
                <a:lnTo>
                  <a:pt x="43905" y="43850"/>
                </a:lnTo>
                <a:lnTo>
                  <a:pt x="44451" y="43513"/>
                </a:lnTo>
                <a:lnTo>
                  <a:pt x="41932" y="45143"/>
                </a:lnTo>
                <a:lnTo>
                  <a:pt x="42496" y="44757"/>
                </a:lnTo>
                <a:lnTo>
                  <a:pt x="40150" y="46472"/>
                </a:lnTo>
                <a:lnTo>
                  <a:pt x="40713" y="46037"/>
                </a:lnTo>
                <a:lnTo>
                  <a:pt x="38526" y="47833"/>
                </a:lnTo>
                <a:lnTo>
                  <a:pt x="39084" y="47348"/>
                </a:lnTo>
                <a:lnTo>
                  <a:pt x="37062" y="49230"/>
                </a:lnTo>
                <a:lnTo>
                  <a:pt x="37595" y="48696"/>
                </a:lnTo>
                <a:lnTo>
                  <a:pt x="35726" y="50669"/>
                </a:lnTo>
                <a:lnTo>
                  <a:pt x="36235" y="50099"/>
                </a:lnTo>
                <a:lnTo>
                  <a:pt x="34507" y="52164"/>
                </a:lnTo>
                <a:lnTo>
                  <a:pt x="34978" y="51558"/>
                </a:lnTo>
                <a:lnTo>
                  <a:pt x="33392" y="53714"/>
                </a:lnTo>
                <a:lnTo>
                  <a:pt x="33820" y="53096"/>
                </a:lnTo>
                <a:lnTo>
                  <a:pt x="32368" y="55344"/>
                </a:lnTo>
                <a:lnTo>
                  <a:pt x="32748" y="54719"/>
                </a:lnTo>
                <a:lnTo>
                  <a:pt x="31425" y="57066"/>
                </a:lnTo>
                <a:lnTo>
                  <a:pt x="31749" y="56447"/>
                </a:lnTo>
                <a:lnTo>
                  <a:pt x="30549" y="58891"/>
                </a:lnTo>
                <a:lnTo>
                  <a:pt x="30825" y="58291"/>
                </a:lnTo>
                <a:lnTo>
                  <a:pt x="29740" y="60833"/>
                </a:lnTo>
                <a:lnTo>
                  <a:pt x="29967" y="60258"/>
                </a:lnTo>
                <a:lnTo>
                  <a:pt x="28998" y="62904"/>
                </a:lnTo>
                <a:lnTo>
                  <a:pt x="29183" y="62365"/>
                </a:lnTo>
                <a:lnTo>
                  <a:pt x="28312" y="65116"/>
                </a:lnTo>
                <a:lnTo>
                  <a:pt x="28459" y="64614"/>
                </a:lnTo>
                <a:lnTo>
                  <a:pt x="27694" y="67469"/>
                </a:lnTo>
                <a:lnTo>
                  <a:pt x="27810" y="67003"/>
                </a:lnTo>
                <a:lnTo>
                  <a:pt x="27136" y="69968"/>
                </a:lnTo>
                <a:lnTo>
                  <a:pt x="27222" y="69546"/>
                </a:lnTo>
                <a:lnTo>
                  <a:pt x="26634" y="72622"/>
                </a:lnTo>
                <a:lnTo>
                  <a:pt x="26701" y="72242"/>
                </a:lnTo>
                <a:lnTo>
                  <a:pt x="26198" y="75434"/>
                </a:lnTo>
                <a:lnTo>
                  <a:pt x="26248" y="75097"/>
                </a:lnTo>
                <a:lnTo>
                  <a:pt x="25819" y="78393"/>
                </a:lnTo>
                <a:lnTo>
                  <a:pt x="25850" y="78099"/>
                </a:lnTo>
                <a:lnTo>
                  <a:pt x="25494" y="81512"/>
                </a:lnTo>
                <a:lnTo>
                  <a:pt x="25518" y="81254"/>
                </a:lnTo>
                <a:lnTo>
                  <a:pt x="25225" y="84790"/>
                </a:lnTo>
                <a:lnTo>
                  <a:pt x="25243" y="84563"/>
                </a:lnTo>
                <a:lnTo>
                  <a:pt x="25004" y="88220"/>
                </a:lnTo>
                <a:lnTo>
                  <a:pt x="25016" y="87939"/>
                </a:lnTo>
                <a:lnTo>
                  <a:pt x="24961" y="89238"/>
                </a:lnTo>
                <a:lnTo>
                  <a:pt x="478" y="88214"/>
                </a:lnTo>
                <a:moveTo>
                  <a:pt x="67433" y="9730"/>
                </a:moveTo>
                <a:lnTo>
                  <a:pt x="71286" y="8951"/>
                </a:lnTo>
                <a:lnTo>
                  <a:pt x="76310" y="8044"/>
                </a:lnTo>
                <a:lnTo>
                  <a:pt x="81549" y="7205"/>
                </a:lnTo>
                <a:lnTo>
                  <a:pt x="87014" y="6427"/>
                </a:lnTo>
                <a:lnTo>
                  <a:pt x="92706" y="5710"/>
                </a:lnTo>
                <a:lnTo>
                  <a:pt x="98643" y="5054"/>
                </a:lnTo>
                <a:lnTo>
                  <a:pt x="104824" y="4448"/>
                </a:lnTo>
                <a:lnTo>
                  <a:pt x="111264" y="3896"/>
                </a:lnTo>
                <a:lnTo>
                  <a:pt x="117967" y="3388"/>
                </a:lnTo>
                <a:lnTo>
                  <a:pt x="124957" y="2929"/>
                </a:lnTo>
                <a:lnTo>
                  <a:pt x="139705" y="2138"/>
                </a:lnTo>
                <a:lnTo>
                  <a:pt x="142449" y="2028"/>
                </a:lnTo>
                <a:lnTo>
                  <a:pt x="143424" y="26517"/>
                </a:lnTo>
                <a:lnTo>
                  <a:pt x="140765" y="26621"/>
                </a:lnTo>
                <a:lnTo>
                  <a:pt x="140930" y="26615"/>
                </a:lnTo>
                <a:lnTo>
                  <a:pt x="126342" y="27393"/>
                </a:lnTo>
                <a:lnTo>
                  <a:pt x="126496" y="27387"/>
                </a:lnTo>
                <a:lnTo>
                  <a:pt x="119639" y="27840"/>
                </a:lnTo>
                <a:lnTo>
                  <a:pt x="119750" y="27828"/>
                </a:lnTo>
                <a:lnTo>
                  <a:pt x="113176" y="28324"/>
                </a:lnTo>
                <a:lnTo>
                  <a:pt x="113305" y="28318"/>
                </a:lnTo>
                <a:lnTo>
                  <a:pt x="107000" y="28858"/>
                </a:lnTo>
                <a:lnTo>
                  <a:pt x="107147" y="28845"/>
                </a:lnTo>
                <a:lnTo>
                  <a:pt x="101112" y="29439"/>
                </a:lnTo>
                <a:lnTo>
                  <a:pt x="101271" y="29421"/>
                </a:lnTo>
                <a:lnTo>
                  <a:pt x="95500" y="30058"/>
                </a:lnTo>
                <a:lnTo>
                  <a:pt x="95677" y="30040"/>
                </a:lnTo>
                <a:lnTo>
                  <a:pt x="90163" y="30732"/>
                </a:lnTo>
                <a:lnTo>
                  <a:pt x="90360" y="30708"/>
                </a:lnTo>
                <a:lnTo>
                  <a:pt x="85102" y="31456"/>
                </a:lnTo>
                <a:lnTo>
                  <a:pt x="85317" y="31418"/>
                </a:lnTo>
                <a:lnTo>
                  <a:pt x="80305" y="32221"/>
                </a:lnTo>
                <a:lnTo>
                  <a:pt x="80538" y="32184"/>
                </a:lnTo>
                <a:lnTo>
                  <a:pt x="75765" y="33042"/>
                </a:lnTo>
                <a:lnTo>
                  <a:pt x="76028" y="32993"/>
                </a:lnTo>
                <a:lnTo>
                  <a:pt x="72310" y="33747"/>
                </a:lnTo>
                <a:lnTo>
                  <a:pt x="67433" y="9730"/>
                </a:lnTo>
                <a:moveTo>
                  <a:pt x="167074" y="1170"/>
                </a:moveTo>
                <a:lnTo>
                  <a:pt x="172778" y="1005"/>
                </a:lnTo>
                <a:lnTo>
                  <a:pt x="191183" y="631"/>
                </a:lnTo>
                <a:lnTo>
                  <a:pt x="210905" y="362"/>
                </a:lnTo>
                <a:lnTo>
                  <a:pt x="231994" y="177"/>
                </a:lnTo>
                <a:lnTo>
                  <a:pt x="240884" y="135"/>
                </a:lnTo>
                <a:lnTo>
                  <a:pt x="241000" y="24642"/>
                </a:lnTo>
                <a:lnTo>
                  <a:pt x="232135" y="24685"/>
                </a:lnTo>
                <a:lnTo>
                  <a:pt x="232184" y="24685"/>
                </a:lnTo>
                <a:lnTo>
                  <a:pt x="211150" y="24869"/>
                </a:lnTo>
                <a:lnTo>
                  <a:pt x="211212" y="24869"/>
                </a:lnTo>
                <a:lnTo>
                  <a:pt x="191563" y="25132"/>
                </a:lnTo>
                <a:lnTo>
                  <a:pt x="191642" y="25132"/>
                </a:lnTo>
                <a:lnTo>
                  <a:pt x="173329" y="25506"/>
                </a:lnTo>
                <a:lnTo>
                  <a:pt x="173433" y="25506"/>
                </a:lnTo>
                <a:lnTo>
                  <a:pt x="167784" y="25665"/>
                </a:lnTo>
                <a:lnTo>
                  <a:pt x="167074" y="1170"/>
                </a:lnTo>
                <a:moveTo>
                  <a:pt x="265434" y="55"/>
                </a:moveTo>
                <a:lnTo>
                  <a:pt x="303942" y="0"/>
                </a:lnTo>
                <a:lnTo>
                  <a:pt x="338975" y="12"/>
                </a:lnTo>
                <a:lnTo>
                  <a:pt x="338963" y="24519"/>
                </a:lnTo>
                <a:lnTo>
                  <a:pt x="303942" y="24507"/>
                </a:lnTo>
                <a:lnTo>
                  <a:pt x="303966" y="24507"/>
                </a:lnTo>
                <a:lnTo>
                  <a:pt x="265465" y="24562"/>
                </a:lnTo>
                <a:lnTo>
                  <a:pt x="265434" y="55"/>
                </a:lnTo>
                <a:moveTo>
                  <a:pt x="363482" y="24"/>
                </a:moveTo>
                <a:lnTo>
                  <a:pt x="437005" y="61"/>
                </a:lnTo>
                <a:lnTo>
                  <a:pt x="436993" y="24569"/>
                </a:lnTo>
                <a:lnTo>
                  <a:pt x="363470" y="24532"/>
                </a:lnTo>
                <a:lnTo>
                  <a:pt x="363482" y="24"/>
                </a:lnTo>
                <a:moveTo>
                  <a:pt x="461513" y="67"/>
                </a:moveTo>
                <a:lnTo>
                  <a:pt x="535035" y="104"/>
                </a:lnTo>
                <a:lnTo>
                  <a:pt x="535022" y="24612"/>
                </a:lnTo>
                <a:lnTo>
                  <a:pt x="461500" y="24575"/>
                </a:lnTo>
                <a:lnTo>
                  <a:pt x="461513" y="67"/>
                </a:lnTo>
                <a:moveTo>
                  <a:pt x="559542" y="110"/>
                </a:moveTo>
                <a:lnTo>
                  <a:pt x="633064" y="147"/>
                </a:lnTo>
                <a:lnTo>
                  <a:pt x="633052" y="24654"/>
                </a:lnTo>
                <a:lnTo>
                  <a:pt x="559530" y="24618"/>
                </a:lnTo>
                <a:lnTo>
                  <a:pt x="559542" y="110"/>
                </a:lnTo>
                <a:moveTo>
                  <a:pt x="657571" y="153"/>
                </a:moveTo>
                <a:lnTo>
                  <a:pt x="731094" y="190"/>
                </a:lnTo>
                <a:lnTo>
                  <a:pt x="731082" y="24697"/>
                </a:lnTo>
                <a:lnTo>
                  <a:pt x="657559" y="24661"/>
                </a:lnTo>
                <a:lnTo>
                  <a:pt x="657571" y="153"/>
                </a:lnTo>
                <a:moveTo>
                  <a:pt x="755602" y="202"/>
                </a:moveTo>
                <a:lnTo>
                  <a:pt x="829124" y="233"/>
                </a:lnTo>
                <a:lnTo>
                  <a:pt x="829112" y="24740"/>
                </a:lnTo>
                <a:lnTo>
                  <a:pt x="755589" y="24710"/>
                </a:lnTo>
                <a:lnTo>
                  <a:pt x="755602" y="202"/>
                </a:lnTo>
                <a:moveTo>
                  <a:pt x="853631" y="245"/>
                </a:moveTo>
                <a:lnTo>
                  <a:pt x="927154" y="276"/>
                </a:lnTo>
                <a:lnTo>
                  <a:pt x="927141" y="24783"/>
                </a:lnTo>
                <a:lnTo>
                  <a:pt x="853619" y="24753"/>
                </a:lnTo>
                <a:lnTo>
                  <a:pt x="853631" y="245"/>
                </a:lnTo>
                <a:moveTo>
                  <a:pt x="951661" y="288"/>
                </a:moveTo>
                <a:lnTo>
                  <a:pt x="1025183" y="319"/>
                </a:lnTo>
                <a:lnTo>
                  <a:pt x="1025171" y="24826"/>
                </a:lnTo>
                <a:lnTo>
                  <a:pt x="951649" y="24795"/>
                </a:lnTo>
                <a:lnTo>
                  <a:pt x="951661" y="288"/>
                </a:lnTo>
                <a:moveTo>
                  <a:pt x="1049691" y="331"/>
                </a:moveTo>
                <a:lnTo>
                  <a:pt x="1123213" y="362"/>
                </a:lnTo>
                <a:lnTo>
                  <a:pt x="1123201" y="24869"/>
                </a:lnTo>
                <a:lnTo>
                  <a:pt x="1049678" y="24838"/>
                </a:lnTo>
                <a:lnTo>
                  <a:pt x="1049691" y="331"/>
                </a:lnTo>
                <a:moveTo>
                  <a:pt x="1147721" y="374"/>
                </a:moveTo>
                <a:lnTo>
                  <a:pt x="1221243" y="405"/>
                </a:lnTo>
                <a:lnTo>
                  <a:pt x="1221231" y="24912"/>
                </a:lnTo>
                <a:lnTo>
                  <a:pt x="1147708" y="24881"/>
                </a:lnTo>
                <a:lnTo>
                  <a:pt x="1147721" y="374"/>
                </a:lnTo>
                <a:moveTo>
                  <a:pt x="1245750" y="416"/>
                </a:moveTo>
                <a:lnTo>
                  <a:pt x="1319273" y="447"/>
                </a:lnTo>
                <a:lnTo>
                  <a:pt x="1319260" y="24954"/>
                </a:lnTo>
                <a:lnTo>
                  <a:pt x="1245738" y="24924"/>
                </a:lnTo>
                <a:lnTo>
                  <a:pt x="1245750" y="416"/>
                </a:lnTo>
                <a:moveTo>
                  <a:pt x="1343780" y="459"/>
                </a:moveTo>
                <a:lnTo>
                  <a:pt x="1417302" y="490"/>
                </a:lnTo>
                <a:lnTo>
                  <a:pt x="1417290" y="24997"/>
                </a:lnTo>
                <a:lnTo>
                  <a:pt x="1343768" y="24967"/>
                </a:lnTo>
                <a:lnTo>
                  <a:pt x="1343780" y="459"/>
                </a:lnTo>
                <a:moveTo>
                  <a:pt x="1441810" y="502"/>
                </a:moveTo>
                <a:lnTo>
                  <a:pt x="1515333" y="533"/>
                </a:lnTo>
                <a:lnTo>
                  <a:pt x="1515320" y="25040"/>
                </a:lnTo>
                <a:lnTo>
                  <a:pt x="1441797" y="25010"/>
                </a:lnTo>
                <a:lnTo>
                  <a:pt x="1441810" y="502"/>
                </a:lnTo>
                <a:moveTo>
                  <a:pt x="1539840" y="545"/>
                </a:moveTo>
                <a:lnTo>
                  <a:pt x="1613362" y="576"/>
                </a:lnTo>
                <a:lnTo>
                  <a:pt x="1613350" y="25083"/>
                </a:lnTo>
                <a:lnTo>
                  <a:pt x="1539828" y="25053"/>
                </a:lnTo>
                <a:lnTo>
                  <a:pt x="1539840" y="545"/>
                </a:lnTo>
                <a:moveTo>
                  <a:pt x="1637870" y="588"/>
                </a:moveTo>
                <a:lnTo>
                  <a:pt x="1711392" y="619"/>
                </a:lnTo>
                <a:lnTo>
                  <a:pt x="1711379" y="25126"/>
                </a:lnTo>
                <a:lnTo>
                  <a:pt x="1637857" y="25096"/>
                </a:lnTo>
                <a:lnTo>
                  <a:pt x="1637870" y="588"/>
                </a:lnTo>
                <a:moveTo>
                  <a:pt x="1735899" y="631"/>
                </a:moveTo>
                <a:lnTo>
                  <a:pt x="1809422" y="662"/>
                </a:lnTo>
                <a:lnTo>
                  <a:pt x="1809409" y="25169"/>
                </a:lnTo>
                <a:lnTo>
                  <a:pt x="1735887" y="25139"/>
                </a:lnTo>
                <a:lnTo>
                  <a:pt x="1735899" y="631"/>
                </a:lnTo>
                <a:moveTo>
                  <a:pt x="1833929" y="674"/>
                </a:moveTo>
                <a:lnTo>
                  <a:pt x="1907451" y="705"/>
                </a:lnTo>
                <a:lnTo>
                  <a:pt x="1907439" y="25212"/>
                </a:lnTo>
                <a:lnTo>
                  <a:pt x="1833916" y="25181"/>
                </a:lnTo>
                <a:lnTo>
                  <a:pt x="1833929" y="674"/>
                </a:lnTo>
                <a:moveTo>
                  <a:pt x="1931959" y="717"/>
                </a:moveTo>
                <a:lnTo>
                  <a:pt x="2005481" y="748"/>
                </a:lnTo>
                <a:lnTo>
                  <a:pt x="2005468" y="25255"/>
                </a:lnTo>
                <a:lnTo>
                  <a:pt x="1931947" y="25224"/>
                </a:lnTo>
                <a:lnTo>
                  <a:pt x="1931959" y="717"/>
                </a:lnTo>
                <a:moveTo>
                  <a:pt x="2029988" y="760"/>
                </a:moveTo>
                <a:lnTo>
                  <a:pt x="2103511" y="796"/>
                </a:lnTo>
                <a:lnTo>
                  <a:pt x="2103498" y="25304"/>
                </a:lnTo>
                <a:lnTo>
                  <a:pt x="2029976" y="25267"/>
                </a:lnTo>
                <a:lnTo>
                  <a:pt x="2029988" y="760"/>
                </a:lnTo>
                <a:moveTo>
                  <a:pt x="2128018" y="803"/>
                </a:moveTo>
                <a:lnTo>
                  <a:pt x="2201540" y="839"/>
                </a:lnTo>
                <a:lnTo>
                  <a:pt x="2201528" y="25347"/>
                </a:lnTo>
                <a:lnTo>
                  <a:pt x="2128006" y="25310"/>
                </a:lnTo>
                <a:lnTo>
                  <a:pt x="2128018" y="803"/>
                </a:lnTo>
                <a:moveTo>
                  <a:pt x="2226048" y="845"/>
                </a:moveTo>
                <a:lnTo>
                  <a:pt x="2299570" y="882"/>
                </a:lnTo>
                <a:lnTo>
                  <a:pt x="2299557" y="25390"/>
                </a:lnTo>
                <a:lnTo>
                  <a:pt x="2226036" y="25353"/>
                </a:lnTo>
                <a:lnTo>
                  <a:pt x="2226048" y="845"/>
                </a:lnTo>
                <a:moveTo>
                  <a:pt x="2324077" y="888"/>
                </a:moveTo>
                <a:lnTo>
                  <a:pt x="2397600" y="925"/>
                </a:lnTo>
                <a:lnTo>
                  <a:pt x="2397589" y="25433"/>
                </a:lnTo>
                <a:lnTo>
                  <a:pt x="2324065" y="25396"/>
                </a:lnTo>
                <a:lnTo>
                  <a:pt x="2324077" y="888"/>
                </a:lnTo>
                <a:moveTo>
                  <a:pt x="2422108" y="937"/>
                </a:moveTo>
                <a:lnTo>
                  <a:pt x="2495629" y="968"/>
                </a:lnTo>
                <a:lnTo>
                  <a:pt x="2495617" y="25475"/>
                </a:lnTo>
                <a:lnTo>
                  <a:pt x="2422095" y="25445"/>
                </a:lnTo>
                <a:lnTo>
                  <a:pt x="2422108" y="937"/>
                </a:lnTo>
                <a:moveTo>
                  <a:pt x="2520137" y="980"/>
                </a:moveTo>
                <a:lnTo>
                  <a:pt x="2593659" y="1011"/>
                </a:lnTo>
                <a:lnTo>
                  <a:pt x="2593648" y="25518"/>
                </a:lnTo>
                <a:lnTo>
                  <a:pt x="2520125" y="25488"/>
                </a:lnTo>
                <a:lnTo>
                  <a:pt x="2520137" y="980"/>
                </a:lnTo>
                <a:moveTo>
                  <a:pt x="2618167" y="1023"/>
                </a:moveTo>
                <a:lnTo>
                  <a:pt x="2691689" y="1053"/>
                </a:lnTo>
                <a:lnTo>
                  <a:pt x="2691678" y="25561"/>
                </a:lnTo>
                <a:lnTo>
                  <a:pt x="2618154" y="25530"/>
                </a:lnTo>
                <a:lnTo>
                  <a:pt x="2618167" y="1023"/>
                </a:lnTo>
                <a:moveTo>
                  <a:pt x="2716197" y="1066"/>
                </a:moveTo>
                <a:lnTo>
                  <a:pt x="2735514" y="1072"/>
                </a:lnTo>
                <a:lnTo>
                  <a:pt x="2735503" y="25579"/>
                </a:lnTo>
                <a:lnTo>
                  <a:pt x="2716185" y="25573"/>
                </a:lnTo>
                <a:lnTo>
                  <a:pt x="2716197" y="1066"/>
                </a:lnTo>
                <a:moveTo>
                  <a:pt x="2735510" y="1072"/>
                </a:moveTo>
                <a:lnTo>
                  <a:pt x="2785259" y="1084"/>
                </a:lnTo>
                <a:lnTo>
                  <a:pt x="2789749" y="1096"/>
                </a:lnTo>
                <a:lnTo>
                  <a:pt x="2789676" y="25604"/>
                </a:lnTo>
                <a:lnTo>
                  <a:pt x="2785204" y="25592"/>
                </a:lnTo>
                <a:lnTo>
                  <a:pt x="2785240" y="25592"/>
                </a:lnTo>
                <a:lnTo>
                  <a:pt x="2735503" y="25579"/>
                </a:lnTo>
                <a:lnTo>
                  <a:pt x="2735510" y="1072"/>
                </a:lnTo>
                <a:moveTo>
                  <a:pt x="2814257" y="1170"/>
                </a:moveTo>
                <a:lnTo>
                  <a:pt x="2829721" y="1213"/>
                </a:lnTo>
                <a:lnTo>
                  <a:pt x="2850086" y="1366"/>
                </a:lnTo>
                <a:lnTo>
                  <a:pt x="2869246" y="1605"/>
                </a:lnTo>
                <a:lnTo>
                  <a:pt x="2887240" y="1948"/>
                </a:lnTo>
                <a:lnTo>
                  <a:pt x="2888075" y="1967"/>
                </a:lnTo>
                <a:lnTo>
                  <a:pt x="2887406" y="26468"/>
                </a:lnTo>
                <a:lnTo>
                  <a:pt x="2886621" y="26444"/>
                </a:lnTo>
                <a:lnTo>
                  <a:pt x="2886726" y="26450"/>
                </a:lnTo>
                <a:lnTo>
                  <a:pt x="2868823" y="26113"/>
                </a:lnTo>
                <a:lnTo>
                  <a:pt x="2868903" y="26113"/>
                </a:lnTo>
                <a:lnTo>
                  <a:pt x="2849812" y="25874"/>
                </a:lnTo>
                <a:lnTo>
                  <a:pt x="2849873" y="25874"/>
                </a:lnTo>
                <a:lnTo>
                  <a:pt x="2829568" y="25721"/>
                </a:lnTo>
                <a:lnTo>
                  <a:pt x="2829624" y="25721"/>
                </a:lnTo>
                <a:lnTo>
                  <a:pt x="2814184" y="25678"/>
                </a:lnTo>
                <a:lnTo>
                  <a:pt x="2814257" y="1170"/>
                </a:lnTo>
                <a:moveTo>
                  <a:pt x="2912697" y="2732"/>
                </a:moveTo>
                <a:lnTo>
                  <a:pt x="2919909" y="3009"/>
                </a:lnTo>
                <a:lnTo>
                  <a:pt x="2934638" y="3768"/>
                </a:lnTo>
                <a:lnTo>
                  <a:pt x="2941660" y="4209"/>
                </a:lnTo>
                <a:lnTo>
                  <a:pt x="2948418" y="4706"/>
                </a:lnTo>
                <a:lnTo>
                  <a:pt x="2954943" y="5244"/>
                </a:lnTo>
                <a:lnTo>
                  <a:pt x="2961229" y="5845"/>
                </a:lnTo>
                <a:lnTo>
                  <a:pt x="2967293" y="6494"/>
                </a:lnTo>
                <a:lnTo>
                  <a:pt x="2973132" y="7205"/>
                </a:lnTo>
                <a:lnTo>
                  <a:pt x="2978765" y="7977"/>
                </a:lnTo>
                <a:lnTo>
                  <a:pt x="2984185" y="8816"/>
                </a:lnTo>
                <a:lnTo>
                  <a:pt x="2987513" y="9392"/>
                </a:lnTo>
                <a:lnTo>
                  <a:pt x="2983316" y="33538"/>
                </a:lnTo>
                <a:lnTo>
                  <a:pt x="2980105" y="32981"/>
                </a:lnTo>
                <a:lnTo>
                  <a:pt x="2980332" y="33018"/>
                </a:lnTo>
                <a:lnTo>
                  <a:pt x="2975125" y="32215"/>
                </a:lnTo>
                <a:lnTo>
                  <a:pt x="2975332" y="32239"/>
                </a:lnTo>
                <a:lnTo>
                  <a:pt x="2969898" y="31498"/>
                </a:lnTo>
                <a:lnTo>
                  <a:pt x="2970088" y="31522"/>
                </a:lnTo>
                <a:lnTo>
                  <a:pt x="2964420" y="30836"/>
                </a:lnTo>
                <a:lnTo>
                  <a:pt x="2964591" y="30855"/>
                </a:lnTo>
                <a:lnTo>
                  <a:pt x="2958686" y="30217"/>
                </a:lnTo>
                <a:lnTo>
                  <a:pt x="2958845" y="30236"/>
                </a:lnTo>
                <a:lnTo>
                  <a:pt x="2952700" y="29654"/>
                </a:lnTo>
                <a:lnTo>
                  <a:pt x="2952841" y="29666"/>
                </a:lnTo>
                <a:lnTo>
                  <a:pt x="2946450" y="29133"/>
                </a:lnTo>
                <a:lnTo>
                  <a:pt x="2946574" y="29145"/>
                </a:lnTo>
                <a:lnTo>
                  <a:pt x="2939938" y="28662"/>
                </a:lnTo>
                <a:lnTo>
                  <a:pt x="2940048" y="28667"/>
                </a:lnTo>
                <a:lnTo>
                  <a:pt x="2933155" y="28226"/>
                </a:lnTo>
                <a:lnTo>
                  <a:pt x="2933302" y="28238"/>
                </a:lnTo>
                <a:lnTo>
                  <a:pt x="2918732" y="27485"/>
                </a:lnTo>
                <a:lnTo>
                  <a:pt x="2918892" y="27491"/>
                </a:lnTo>
                <a:lnTo>
                  <a:pt x="2911766" y="27222"/>
                </a:lnTo>
                <a:lnTo>
                  <a:pt x="2912697" y="2732"/>
                </a:lnTo>
                <a:moveTo>
                  <a:pt x="3013190" y="15605"/>
                </a:moveTo>
                <a:lnTo>
                  <a:pt x="3016811" y="16849"/>
                </a:lnTo>
                <a:lnTo>
                  <a:pt x="3020781" y="18368"/>
                </a:lnTo>
                <a:lnTo>
                  <a:pt x="3024592" y="19992"/>
                </a:lnTo>
                <a:lnTo>
                  <a:pt x="3028250" y="21738"/>
                </a:lnTo>
                <a:lnTo>
                  <a:pt x="3031749" y="23607"/>
                </a:lnTo>
                <a:lnTo>
                  <a:pt x="3035094" y="25598"/>
                </a:lnTo>
                <a:lnTo>
                  <a:pt x="3038280" y="27730"/>
                </a:lnTo>
                <a:lnTo>
                  <a:pt x="3041312" y="29991"/>
                </a:lnTo>
                <a:lnTo>
                  <a:pt x="3044180" y="32392"/>
                </a:lnTo>
                <a:lnTo>
                  <a:pt x="3046876" y="34936"/>
                </a:lnTo>
                <a:lnTo>
                  <a:pt x="3049400" y="37613"/>
                </a:lnTo>
                <a:lnTo>
                  <a:pt x="3051753" y="40418"/>
                </a:lnTo>
                <a:lnTo>
                  <a:pt x="3053922" y="43347"/>
                </a:lnTo>
                <a:lnTo>
                  <a:pt x="3055913" y="46393"/>
                </a:lnTo>
                <a:lnTo>
                  <a:pt x="3057732" y="49554"/>
                </a:lnTo>
                <a:lnTo>
                  <a:pt x="3059375" y="52807"/>
                </a:lnTo>
                <a:lnTo>
                  <a:pt x="3060846" y="56159"/>
                </a:lnTo>
                <a:lnTo>
                  <a:pt x="3062156" y="59602"/>
                </a:lnTo>
                <a:lnTo>
                  <a:pt x="3063314" y="63131"/>
                </a:lnTo>
                <a:lnTo>
                  <a:pt x="3064332" y="66746"/>
                </a:lnTo>
                <a:lnTo>
                  <a:pt x="3065213" y="70446"/>
                </a:lnTo>
                <a:lnTo>
                  <a:pt x="3065973" y="74233"/>
                </a:lnTo>
                <a:lnTo>
                  <a:pt x="3066481" y="77327"/>
                </a:lnTo>
                <a:lnTo>
                  <a:pt x="3042299" y="81316"/>
                </a:lnTo>
                <a:lnTo>
                  <a:pt x="3041828" y="78430"/>
                </a:lnTo>
                <a:lnTo>
                  <a:pt x="3041900" y="78834"/>
                </a:lnTo>
                <a:lnTo>
                  <a:pt x="3041226" y="75470"/>
                </a:lnTo>
                <a:lnTo>
                  <a:pt x="3041325" y="75912"/>
                </a:lnTo>
                <a:lnTo>
                  <a:pt x="3040553" y="72671"/>
                </a:lnTo>
                <a:lnTo>
                  <a:pt x="3040675" y="73142"/>
                </a:lnTo>
                <a:lnTo>
                  <a:pt x="3039794" y="70024"/>
                </a:lnTo>
                <a:lnTo>
                  <a:pt x="3039952" y="70532"/>
                </a:lnTo>
                <a:lnTo>
                  <a:pt x="3038966" y="67524"/>
                </a:lnTo>
                <a:lnTo>
                  <a:pt x="3039156" y="68063"/>
                </a:lnTo>
                <a:lnTo>
                  <a:pt x="3038054" y="65177"/>
                </a:lnTo>
                <a:lnTo>
                  <a:pt x="3038287" y="65741"/>
                </a:lnTo>
                <a:lnTo>
                  <a:pt x="3037067" y="62966"/>
                </a:lnTo>
                <a:lnTo>
                  <a:pt x="3037343" y="63548"/>
                </a:lnTo>
                <a:lnTo>
                  <a:pt x="3035994" y="60882"/>
                </a:lnTo>
                <a:lnTo>
                  <a:pt x="3036319" y="61476"/>
                </a:lnTo>
                <a:lnTo>
                  <a:pt x="3034843" y="58916"/>
                </a:lnTo>
                <a:lnTo>
                  <a:pt x="3035210" y="59516"/>
                </a:lnTo>
                <a:lnTo>
                  <a:pt x="3033610" y="57059"/>
                </a:lnTo>
                <a:lnTo>
                  <a:pt x="3034022" y="57654"/>
                </a:lnTo>
                <a:lnTo>
                  <a:pt x="3032282" y="55301"/>
                </a:lnTo>
                <a:lnTo>
                  <a:pt x="3032729" y="55871"/>
                </a:lnTo>
                <a:lnTo>
                  <a:pt x="3030848" y="53628"/>
                </a:lnTo>
                <a:lnTo>
                  <a:pt x="3031331" y="54174"/>
                </a:lnTo>
                <a:lnTo>
                  <a:pt x="3029303" y="52023"/>
                </a:lnTo>
                <a:lnTo>
                  <a:pt x="3029813" y="52532"/>
                </a:lnTo>
                <a:lnTo>
                  <a:pt x="3027637" y="50479"/>
                </a:lnTo>
                <a:lnTo>
                  <a:pt x="3028164" y="50951"/>
                </a:lnTo>
                <a:lnTo>
                  <a:pt x="3025829" y="48991"/>
                </a:lnTo>
                <a:lnTo>
                  <a:pt x="3026363" y="49419"/>
                </a:lnTo>
                <a:lnTo>
                  <a:pt x="3023869" y="47551"/>
                </a:lnTo>
                <a:lnTo>
                  <a:pt x="3024403" y="47930"/>
                </a:lnTo>
                <a:lnTo>
                  <a:pt x="3021750" y="46159"/>
                </a:lnTo>
                <a:lnTo>
                  <a:pt x="3022270" y="46491"/>
                </a:lnTo>
                <a:lnTo>
                  <a:pt x="3019446" y="44805"/>
                </a:lnTo>
                <a:lnTo>
                  <a:pt x="3019954" y="45093"/>
                </a:lnTo>
                <a:lnTo>
                  <a:pt x="3016958" y="43489"/>
                </a:lnTo>
                <a:lnTo>
                  <a:pt x="3017448" y="43740"/>
                </a:lnTo>
                <a:lnTo>
                  <a:pt x="3014268" y="42220"/>
                </a:lnTo>
                <a:lnTo>
                  <a:pt x="3014735" y="42435"/>
                </a:lnTo>
                <a:lnTo>
                  <a:pt x="3011377" y="40995"/>
                </a:lnTo>
                <a:lnTo>
                  <a:pt x="3011812" y="41172"/>
                </a:lnTo>
                <a:lnTo>
                  <a:pt x="3008264" y="39818"/>
                </a:lnTo>
                <a:lnTo>
                  <a:pt x="3008674" y="39966"/>
                </a:lnTo>
                <a:lnTo>
                  <a:pt x="3005256" y="38795"/>
                </a:lnTo>
                <a:lnTo>
                  <a:pt x="3013190" y="15605"/>
                </a:lnTo>
                <a:moveTo>
                  <a:pt x="3068436" y="103661"/>
                </a:moveTo>
                <a:lnTo>
                  <a:pt x="3068467" y="107937"/>
                </a:lnTo>
                <a:lnTo>
                  <a:pt x="3068515" y="177256"/>
                </a:lnTo>
                <a:lnTo>
                  <a:pt x="3044008" y="177275"/>
                </a:lnTo>
                <a:lnTo>
                  <a:pt x="3043960" y="107992"/>
                </a:lnTo>
                <a:lnTo>
                  <a:pt x="3043960" y="108072"/>
                </a:lnTo>
                <a:lnTo>
                  <a:pt x="3043929" y="103826"/>
                </a:lnTo>
                <a:lnTo>
                  <a:pt x="3068436" y="103661"/>
                </a:lnTo>
                <a:moveTo>
                  <a:pt x="3068529" y="201764"/>
                </a:moveTo>
                <a:lnTo>
                  <a:pt x="3068578" y="275286"/>
                </a:lnTo>
                <a:lnTo>
                  <a:pt x="3044070" y="275304"/>
                </a:lnTo>
                <a:lnTo>
                  <a:pt x="3044021" y="201782"/>
                </a:lnTo>
                <a:lnTo>
                  <a:pt x="3068529" y="201764"/>
                </a:lnTo>
                <a:moveTo>
                  <a:pt x="3068596" y="299793"/>
                </a:moveTo>
                <a:lnTo>
                  <a:pt x="3068645" y="373316"/>
                </a:lnTo>
                <a:lnTo>
                  <a:pt x="3044137" y="373334"/>
                </a:lnTo>
                <a:lnTo>
                  <a:pt x="3044089" y="299812"/>
                </a:lnTo>
                <a:lnTo>
                  <a:pt x="3068596" y="299793"/>
                </a:lnTo>
                <a:moveTo>
                  <a:pt x="3068664" y="397823"/>
                </a:moveTo>
                <a:lnTo>
                  <a:pt x="3068712" y="471346"/>
                </a:lnTo>
                <a:lnTo>
                  <a:pt x="3044205" y="471364"/>
                </a:lnTo>
                <a:lnTo>
                  <a:pt x="3044156" y="397841"/>
                </a:lnTo>
                <a:lnTo>
                  <a:pt x="3068664" y="397823"/>
                </a:lnTo>
                <a:moveTo>
                  <a:pt x="3068731" y="495853"/>
                </a:moveTo>
                <a:lnTo>
                  <a:pt x="3068779" y="569375"/>
                </a:lnTo>
                <a:lnTo>
                  <a:pt x="3044272" y="569394"/>
                </a:lnTo>
                <a:lnTo>
                  <a:pt x="3044223" y="495871"/>
                </a:lnTo>
                <a:lnTo>
                  <a:pt x="3068731" y="495853"/>
                </a:lnTo>
                <a:moveTo>
                  <a:pt x="3068792" y="593882"/>
                </a:moveTo>
                <a:lnTo>
                  <a:pt x="3068841" y="667405"/>
                </a:lnTo>
                <a:lnTo>
                  <a:pt x="3044333" y="667423"/>
                </a:lnTo>
                <a:lnTo>
                  <a:pt x="3044284" y="593901"/>
                </a:lnTo>
                <a:lnTo>
                  <a:pt x="3068792" y="593882"/>
                </a:lnTo>
                <a:moveTo>
                  <a:pt x="3068859" y="691912"/>
                </a:moveTo>
                <a:lnTo>
                  <a:pt x="3068908" y="765435"/>
                </a:lnTo>
                <a:lnTo>
                  <a:pt x="3044400" y="765453"/>
                </a:lnTo>
                <a:lnTo>
                  <a:pt x="3044351" y="691931"/>
                </a:lnTo>
                <a:lnTo>
                  <a:pt x="3068859" y="691912"/>
                </a:lnTo>
                <a:moveTo>
                  <a:pt x="3068927" y="789942"/>
                </a:moveTo>
                <a:lnTo>
                  <a:pt x="3068975" y="863464"/>
                </a:lnTo>
                <a:lnTo>
                  <a:pt x="3044468" y="863483"/>
                </a:lnTo>
                <a:lnTo>
                  <a:pt x="3044419" y="789961"/>
                </a:lnTo>
                <a:lnTo>
                  <a:pt x="3068927" y="789942"/>
                </a:lnTo>
                <a:moveTo>
                  <a:pt x="3068994" y="887972"/>
                </a:moveTo>
                <a:lnTo>
                  <a:pt x="3069043" y="961494"/>
                </a:lnTo>
                <a:lnTo>
                  <a:pt x="3044535" y="961513"/>
                </a:lnTo>
                <a:lnTo>
                  <a:pt x="3044486" y="887991"/>
                </a:lnTo>
                <a:lnTo>
                  <a:pt x="3068994" y="887972"/>
                </a:lnTo>
                <a:moveTo>
                  <a:pt x="3069055" y="986001"/>
                </a:moveTo>
                <a:lnTo>
                  <a:pt x="3069110" y="1059524"/>
                </a:lnTo>
                <a:lnTo>
                  <a:pt x="3044603" y="1059542"/>
                </a:lnTo>
                <a:lnTo>
                  <a:pt x="3044547" y="986020"/>
                </a:lnTo>
                <a:lnTo>
                  <a:pt x="3069055" y="986001"/>
                </a:lnTo>
                <a:moveTo>
                  <a:pt x="3069122" y="1084032"/>
                </a:moveTo>
                <a:lnTo>
                  <a:pt x="3069172" y="1157554"/>
                </a:lnTo>
                <a:lnTo>
                  <a:pt x="3044664" y="1157572"/>
                </a:lnTo>
                <a:lnTo>
                  <a:pt x="3044614" y="1084050"/>
                </a:lnTo>
                <a:lnTo>
                  <a:pt x="3069122" y="1084032"/>
                </a:lnTo>
                <a:moveTo>
                  <a:pt x="3069189" y="1182061"/>
                </a:moveTo>
                <a:lnTo>
                  <a:pt x="3069238" y="1255583"/>
                </a:lnTo>
                <a:lnTo>
                  <a:pt x="3044732" y="1255602"/>
                </a:lnTo>
                <a:lnTo>
                  <a:pt x="3044682" y="1182080"/>
                </a:lnTo>
                <a:lnTo>
                  <a:pt x="3069189" y="1182061"/>
                </a:lnTo>
                <a:moveTo>
                  <a:pt x="3069234" y="1280128"/>
                </a:moveTo>
                <a:lnTo>
                  <a:pt x="3069234" y="1281371"/>
                </a:lnTo>
                <a:lnTo>
                  <a:pt x="3069135" y="1289698"/>
                </a:lnTo>
                <a:lnTo>
                  <a:pt x="3068915" y="1297602"/>
                </a:lnTo>
                <a:lnTo>
                  <a:pt x="3068510" y="1305070"/>
                </a:lnTo>
                <a:lnTo>
                  <a:pt x="3068210" y="1308753"/>
                </a:lnTo>
                <a:lnTo>
                  <a:pt x="3067848" y="1312306"/>
                </a:lnTo>
                <a:lnTo>
                  <a:pt x="3067401" y="1315786"/>
                </a:lnTo>
                <a:lnTo>
                  <a:pt x="3066862" y="1319199"/>
                </a:lnTo>
                <a:lnTo>
                  <a:pt x="3066224" y="1322538"/>
                </a:lnTo>
                <a:lnTo>
                  <a:pt x="3065477" y="1325816"/>
                </a:lnTo>
                <a:lnTo>
                  <a:pt x="3064594" y="1329033"/>
                </a:lnTo>
                <a:lnTo>
                  <a:pt x="3063584" y="1332188"/>
                </a:lnTo>
                <a:lnTo>
                  <a:pt x="3062413" y="1335277"/>
                </a:lnTo>
                <a:lnTo>
                  <a:pt x="3061084" y="1338290"/>
                </a:lnTo>
                <a:lnTo>
                  <a:pt x="3059583" y="1341231"/>
                </a:lnTo>
                <a:lnTo>
                  <a:pt x="3057897" y="1344087"/>
                </a:lnTo>
                <a:lnTo>
                  <a:pt x="3056030" y="1346836"/>
                </a:lnTo>
                <a:lnTo>
                  <a:pt x="3053976" y="1349478"/>
                </a:lnTo>
                <a:lnTo>
                  <a:pt x="3051735" y="1351997"/>
                </a:lnTo>
                <a:lnTo>
                  <a:pt x="3049308" y="1354379"/>
                </a:lnTo>
                <a:lnTo>
                  <a:pt x="3046716" y="1356629"/>
                </a:lnTo>
                <a:lnTo>
                  <a:pt x="3045056" y="1357889"/>
                </a:lnTo>
                <a:lnTo>
                  <a:pt x="3030210" y="1338394"/>
                </a:lnTo>
                <a:lnTo>
                  <a:pt x="3031559" y="1337365"/>
                </a:lnTo>
                <a:lnTo>
                  <a:pt x="3030964" y="1337843"/>
                </a:lnTo>
                <a:lnTo>
                  <a:pt x="3032980" y="1336103"/>
                </a:lnTo>
                <a:lnTo>
                  <a:pt x="3032399" y="1336642"/>
                </a:lnTo>
                <a:lnTo>
                  <a:pt x="3034254" y="1334809"/>
                </a:lnTo>
                <a:lnTo>
                  <a:pt x="3033696" y="1335399"/>
                </a:lnTo>
                <a:lnTo>
                  <a:pt x="3035407" y="1333480"/>
                </a:lnTo>
                <a:lnTo>
                  <a:pt x="3034885" y="1334100"/>
                </a:lnTo>
                <a:lnTo>
                  <a:pt x="3036454" y="1332095"/>
                </a:lnTo>
                <a:lnTo>
                  <a:pt x="3035982" y="1332740"/>
                </a:lnTo>
                <a:lnTo>
                  <a:pt x="3037410" y="1330637"/>
                </a:lnTo>
                <a:lnTo>
                  <a:pt x="3036994" y="1331293"/>
                </a:lnTo>
                <a:lnTo>
                  <a:pt x="3038291" y="1329093"/>
                </a:lnTo>
                <a:lnTo>
                  <a:pt x="3037931" y="1329749"/>
                </a:lnTo>
                <a:lnTo>
                  <a:pt x="3039101" y="1327459"/>
                </a:lnTo>
                <a:lnTo>
                  <a:pt x="3038801" y="1328096"/>
                </a:lnTo>
                <a:lnTo>
                  <a:pt x="3039854" y="1325700"/>
                </a:lnTo>
                <a:lnTo>
                  <a:pt x="3039603" y="1326306"/>
                </a:lnTo>
                <a:lnTo>
                  <a:pt x="3040547" y="1323812"/>
                </a:lnTo>
                <a:lnTo>
                  <a:pt x="3040345" y="1324382"/>
                </a:lnTo>
                <a:lnTo>
                  <a:pt x="3041184" y="1321784"/>
                </a:lnTo>
                <a:lnTo>
                  <a:pt x="3041025" y="1322317"/>
                </a:lnTo>
                <a:lnTo>
                  <a:pt x="3041765" y="1319610"/>
                </a:lnTo>
                <a:lnTo>
                  <a:pt x="3041643" y="1320094"/>
                </a:lnTo>
                <a:lnTo>
                  <a:pt x="3042286" y="1317281"/>
                </a:lnTo>
                <a:lnTo>
                  <a:pt x="3042195" y="1317722"/>
                </a:lnTo>
                <a:lnTo>
                  <a:pt x="3042753" y="1314794"/>
                </a:lnTo>
                <a:lnTo>
                  <a:pt x="3042685" y="1315192"/>
                </a:lnTo>
                <a:lnTo>
                  <a:pt x="3043163" y="1312152"/>
                </a:lnTo>
                <a:lnTo>
                  <a:pt x="3043114" y="1312501"/>
                </a:lnTo>
                <a:lnTo>
                  <a:pt x="3043519" y="1309347"/>
                </a:lnTo>
                <a:lnTo>
                  <a:pt x="3043482" y="1309653"/>
                </a:lnTo>
                <a:lnTo>
                  <a:pt x="3043819" y="1306381"/>
                </a:lnTo>
                <a:lnTo>
                  <a:pt x="3043793" y="1306645"/>
                </a:lnTo>
                <a:lnTo>
                  <a:pt x="3044070" y="1303256"/>
                </a:lnTo>
                <a:lnTo>
                  <a:pt x="3044044" y="1303581"/>
                </a:lnTo>
                <a:lnTo>
                  <a:pt x="3044430" y="1296437"/>
                </a:lnTo>
                <a:lnTo>
                  <a:pt x="3044419" y="1296756"/>
                </a:lnTo>
                <a:lnTo>
                  <a:pt x="3044640" y="1289110"/>
                </a:lnTo>
                <a:lnTo>
                  <a:pt x="3044633" y="1289312"/>
                </a:lnTo>
                <a:lnTo>
                  <a:pt x="3044726" y="1281151"/>
                </a:lnTo>
                <a:lnTo>
                  <a:pt x="3044726" y="1281261"/>
                </a:lnTo>
                <a:lnTo>
                  <a:pt x="3044726" y="1280073"/>
                </a:lnTo>
                <a:lnTo>
                  <a:pt x="3069234" y="1280128"/>
                </a:lnTo>
                <a:moveTo>
                  <a:pt x="3018899" y="1370218"/>
                </a:moveTo>
                <a:lnTo>
                  <a:pt x="3016058" y="1371026"/>
                </a:lnTo>
                <a:lnTo>
                  <a:pt x="3011812" y="1372098"/>
                </a:lnTo>
                <a:lnTo>
                  <a:pt x="3007370" y="1373091"/>
                </a:lnTo>
                <a:lnTo>
                  <a:pt x="3002726" y="1374003"/>
                </a:lnTo>
                <a:lnTo>
                  <a:pt x="2997880" y="1374849"/>
                </a:lnTo>
                <a:lnTo>
                  <a:pt x="2992813" y="1375628"/>
                </a:lnTo>
                <a:lnTo>
                  <a:pt x="2987519" y="1376344"/>
                </a:lnTo>
                <a:lnTo>
                  <a:pt x="2981992" y="1377000"/>
                </a:lnTo>
                <a:lnTo>
                  <a:pt x="2976221" y="1377600"/>
                </a:lnTo>
                <a:lnTo>
                  <a:pt x="2970205" y="1378151"/>
                </a:lnTo>
                <a:lnTo>
                  <a:pt x="2963900" y="1378648"/>
                </a:lnTo>
                <a:lnTo>
                  <a:pt x="2950580" y="1379506"/>
                </a:lnTo>
                <a:lnTo>
                  <a:pt x="2943332" y="1379855"/>
                </a:lnTo>
                <a:lnTo>
                  <a:pt x="2942168" y="1355371"/>
                </a:lnTo>
                <a:lnTo>
                  <a:pt x="2949306" y="1355029"/>
                </a:lnTo>
                <a:lnTo>
                  <a:pt x="2949104" y="1355041"/>
                </a:lnTo>
                <a:lnTo>
                  <a:pt x="2962233" y="1354201"/>
                </a:lnTo>
                <a:lnTo>
                  <a:pt x="2962049" y="1354214"/>
                </a:lnTo>
                <a:lnTo>
                  <a:pt x="2968194" y="1353724"/>
                </a:lnTo>
                <a:lnTo>
                  <a:pt x="2968054" y="1353736"/>
                </a:lnTo>
                <a:lnTo>
                  <a:pt x="2973923" y="1353202"/>
                </a:lnTo>
                <a:lnTo>
                  <a:pt x="2973764" y="1353215"/>
                </a:lnTo>
                <a:lnTo>
                  <a:pt x="2979363" y="1352634"/>
                </a:lnTo>
                <a:lnTo>
                  <a:pt x="2979186" y="1352651"/>
                </a:lnTo>
                <a:lnTo>
                  <a:pt x="2984529" y="1352020"/>
                </a:lnTo>
                <a:lnTo>
                  <a:pt x="2984333" y="1352045"/>
                </a:lnTo>
                <a:lnTo>
                  <a:pt x="2989418" y="1351359"/>
                </a:lnTo>
                <a:lnTo>
                  <a:pt x="2989198" y="1351390"/>
                </a:lnTo>
                <a:lnTo>
                  <a:pt x="2994038" y="1350648"/>
                </a:lnTo>
                <a:lnTo>
                  <a:pt x="2993793" y="1350685"/>
                </a:lnTo>
                <a:lnTo>
                  <a:pt x="2998388" y="1349882"/>
                </a:lnTo>
                <a:lnTo>
                  <a:pt x="2998118" y="1349937"/>
                </a:lnTo>
                <a:lnTo>
                  <a:pt x="3002481" y="1349073"/>
                </a:lnTo>
                <a:lnTo>
                  <a:pt x="3002180" y="1349134"/>
                </a:lnTo>
                <a:lnTo>
                  <a:pt x="3006310" y="1348215"/>
                </a:lnTo>
                <a:lnTo>
                  <a:pt x="3005979" y="1348296"/>
                </a:lnTo>
                <a:lnTo>
                  <a:pt x="3009888" y="1347308"/>
                </a:lnTo>
                <a:lnTo>
                  <a:pt x="3009527" y="1347407"/>
                </a:lnTo>
                <a:lnTo>
                  <a:pt x="3012186" y="1346647"/>
                </a:lnTo>
                <a:lnTo>
                  <a:pt x="3018899" y="1370218"/>
                </a:lnTo>
                <a:moveTo>
                  <a:pt x="2918561" y="1380785"/>
                </a:moveTo>
                <a:lnTo>
                  <a:pt x="2903544" y="1381153"/>
                </a:lnTo>
                <a:lnTo>
                  <a:pt x="2885353" y="1381460"/>
                </a:lnTo>
                <a:lnTo>
                  <a:pt x="2865815" y="1381669"/>
                </a:lnTo>
                <a:lnTo>
                  <a:pt x="2844880" y="1381804"/>
                </a:lnTo>
                <a:lnTo>
                  <a:pt x="2844787" y="1381804"/>
                </a:lnTo>
                <a:lnTo>
                  <a:pt x="2844708" y="1357296"/>
                </a:lnTo>
                <a:lnTo>
                  <a:pt x="2844782" y="1357296"/>
                </a:lnTo>
                <a:lnTo>
                  <a:pt x="2844745" y="1357296"/>
                </a:lnTo>
                <a:lnTo>
                  <a:pt x="2865637" y="1357161"/>
                </a:lnTo>
                <a:lnTo>
                  <a:pt x="2865582" y="1357161"/>
                </a:lnTo>
                <a:lnTo>
                  <a:pt x="2885053" y="1356952"/>
                </a:lnTo>
                <a:lnTo>
                  <a:pt x="2884980" y="1356952"/>
                </a:lnTo>
                <a:lnTo>
                  <a:pt x="2903084" y="1356652"/>
                </a:lnTo>
                <a:lnTo>
                  <a:pt x="2902993" y="1356652"/>
                </a:lnTo>
                <a:lnTo>
                  <a:pt x="2917960" y="1356285"/>
                </a:lnTo>
                <a:lnTo>
                  <a:pt x="2918561" y="1380785"/>
                </a:lnTo>
                <a:moveTo>
                  <a:pt x="2820249" y="1381876"/>
                </a:moveTo>
                <a:lnTo>
                  <a:pt x="2773140" y="1381913"/>
                </a:lnTo>
                <a:lnTo>
                  <a:pt x="2746690" y="1381858"/>
                </a:lnTo>
                <a:lnTo>
                  <a:pt x="2746746" y="1357350"/>
                </a:lnTo>
                <a:lnTo>
                  <a:pt x="2773170" y="1357406"/>
                </a:lnTo>
                <a:lnTo>
                  <a:pt x="2773134" y="1357406"/>
                </a:lnTo>
                <a:lnTo>
                  <a:pt x="2820231" y="1357368"/>
                </a:lnTo>
                <a:lnTo>
                  <a:pt x="2820249" y="1381876"/>
                </a:lnTo>
                <a:moveTo>
                  <a:pt x="2722183" y="1381809"/>
                </a:moveTo>
                <a:lnTo>
                  <a:pt x="2648660" y="1381655"/>
                </a:lnTo>
                <a:lnTo>
                  <a:pt x="2648715" y="1357149"/>
                </a:lnTo>
                <a:lnTo>
                  <a:pt x="2722238" y="1357302"/>
                </a:lnTo>
                <a:lnTo>
                  <a:pt x="2722183" y="1381809"/>
                </a:lnTo>
                <a:moveTo>
                  <a:pt x="2624154" y="1381608"/>
                </a:moveTo>
                <a:lnTo>
                  <a:pt x="2550630" y="1381454"/>
                </a:lnTo>
                <a:lnTo>
                  <a:pt x="2550686" y="1356947"/>
                </a:lnTo>
                <a:lnTo>
                  <a:pt x="2624208" y="1357100"/>
                </a:lnTo>
                <a:lnTo>
                  <a:pt x="2624154" y="1381608"/>
                </a:lnTo>
                <a:moveTo>
                  <a:pt x="2526123" y="1381404"/>
                </a:moveTo>
                <a:lnTo>
                  <a:pt x="2452601" y="1381251"/>
                </a:lnTo>
                <a:lnTo>
                  <a:pt x="2452656" y="1356744"/>
                </a:lnTo>
                <a:lnTo>
                  <a:pt x="2526178" y="1356897"/>
                </a:lnTo>
                <a:lnTo>
                  <a:pt x="2526123" y="1381404"/>
                </a:lnTo>
                <a:moveTo>
                  <a:pt x="2428094" y="1381203"/>
                </a:moveTo>
                <a:lnTo>
                  <a:pt x="2354571" y="1381049"/>
                </a:lnTo>
                <a:lnTo>
                  <a:pt x="2354626" y="1356543"/>
                </a:lnTo>
                <a:lnTo>
                  <a:pt x="2428149" y="1356695"/>
                </a:lnTo>
                <a:lnTo>
                  <a:pt x="2428094" y="1381203"/>
                </a:lnTo>
                <a:moveTo>
                  <a:pt x="2330064" y="1381001"/>
                </a:moveTo>
                <a:lnTo>
                  <a:pt x="2256541" y="1380848"/>
                </a:lnTo>
                <a:lnTo>
                  <a:pt x="2256597" y="1356340"/>
                </a:lnTo>
                <a:lnTo>
                  <a:pt x="2330118" y="1356494"/>
                </a:lnTo>
                <a:lnTo>
                  <a:pt x="2330064" y="1381001"/>
                </a:lnTo>
                <a:moveTo>
                  <a:pt x="2232034" y="1380798"/>
                </a:moveTo>
                <a:lnTo>
                  <a:pt x="2158512" y="1380645"/>
                </a:lnTo>
                <a:lnTo>
                  <a:pt x="2158567" y="1356138"/>
                </a:lnTo>
                <a:lnTo>
                  <a:pt x="2232089" y="1356290"/>
                </a:lnTo>
                <a:lnTo>
                  <a:pt x="2232034" y="1380798"/>
                </a:lnTo>
                <a:moveTo>
                  <a:pt x="2134005" y="1380596"/>
                </a:moveTo>
                <a:lnTo>
                  <a:pt x="2060488" y="1380444"/>
                </a:lnTo>
                <a:lnTo>
                  <a:pt x="2060537" y="1355936"/>
                </a:lnTo>
                <a:lnTo>
                  <a:pt x="2134059" y="1356089"/>
                </a:lnTo>
                <a:lnTo>
                  <a:pt x="2134005" y="1380596"/>
                </a:lnTo>
                <a:moveTo>
                  <a:pt x="2035980" y="1380395"/>
                </a:moveTo>
                <a:lnTo>
                  <a:pt x="1962458" y="1380241"/>
                </a:lnTo>
                <a:lnTo>
                  <a:pt x="1962507" y="1355734"/>
                </a:lnTo>
                <a:lnTo>
                  <a:pt x="2036029" y="1355887"/>
                </a:lnTo>
                <a:lnTo>
                  <a:pt x="2035980" y="1380395"/>
                </a:lnTo>
                <a:moveTo>
                  <a:pt x="1937951" y="1380191"/>
                </a:moveTo>
                <a:lnTo>
                  <a:pt x="1864428" y="1380039"/>
                </a:lnTo>
                <a:lnTo>
                  <a:pt x="1864477" y="1355531"/>
                </a:lnTo>
                <a:lnTo>
                  <a:pt x="1938000" y="1355685"/>
                </a:lnTo>
                <a:lnTo>
                  <a:pt x="1937951" y="1380191"/>
                </a:lnTo>
                <a:moveTo>
                  <a:pt x="1839920" y="1379990"/>
                </a:moveTo>
                <a:lnTo>
                  <a:pt x="1766399" y="1379837"/>
                </a:lnTo>
                <a:lnTo>
                  <a:pt x="1766448" y="1355329"/>
                </a:lnTo>
                <a:lnTo>
                  <a:pt x="1839969" y="1355482"/>
                </a:lnTo>
                <a:lnTo>
                  <a:pt x="1839920" y="1379990"/>
                </a:lnTo>
                <a:moveTo>
                  <a:pt x="1741891" y="1379788"/>
                </a:moveTo>
                <a:lnTo>
                  <a:pt x="1668368" y="1379634"/>
                </a:lnTo>
                <a:lnTo>
                  <a:pt x="1668418" y="1355127"/>
                </a:lnTo>
                <a:lnTo>
                  <a:pt x="1741940" y="1355280"/>
                </a:lnTo>
                <a:lnTo>
                  <a:pt x="1741891" y="1379788"/>
                </a:lnTo>
                <a:moveTo>
                  <a:pt x="1643861" y="1379586"/>
                </a:moveTo>
                <a:lnTo>
                  <a:pt x="1570339" y="1379432"/>
                </a:lnTo>
                <a:lnTo>
                  <a:pt x="1570388" y="1354924"/>
                </a:lnTo>
                <a:lnTo>
                  <a:pt x="1643910" y="1355078"/>
                </a:lnTo>
                <a:lnTo>
                  <a:pt x="1643861" y="1379586"/>
                </a:lnTo>
                <a:moveTo>
                  <a:pt x="1545832" y="1379383"/>
                </a:moveTo>
                <a:lnTo>
                  <a:pt x="1472309" y="1379230"/>
                </a:lnTo>
                <a:lnTo>
                  <a:pt x="1472358" y="1354722"/>
                </a:lnTo>
                <a:lnTo>
                  <a:pt x="1545881" y="1354875"/>
                </a:lnTo>
                <a:lnTo>
                  <a:pt x="1545832" y="1379383"/>
                </a:lnTo>
                <a:moveTo>
                  <a:pt x="1447802" y="1379181"/>
                </a:moveTo>
                <a:lnTo>
                  <a:pt x="1374279" y="1379027"/>
                </a:lnTo>
                <a:lnTo>
                  <a:pt x="1374328" y="1354520"/>
                </a:lnTo>
                <a:lnTo>
                  <a:pt x="1447851" y="1354673"/>
                </a:lnTo>
                <a:lnTo>
                  <a:pt x="1447802" y="1379181"/>
                </a:lnTo>
                <a:moveTo>
                  <a:pt x="1349772" y="1378979"/>
                </a:moveTo>
                <a:lnTo>
                  <a:pt x="1276249" y="1378825"/>
                </a:lnTo>
                <a:lnTo>
                  <a:pt x="1276299" y="1354317"/>
                </a:lnTo>
                <a:lnTo>
                  <a:pt x="1349821" y="1354471"/>
                </a:lnTo>
                <a:lnTo>
                  <a:pt x="1349772" y="1378979"/>
                </a:lnTo>
                <a:moveTo>
                  <a:pt x="1251742" y="1378776"/>
                </a:moveTo>
                <a:lnTo>
                  <a:pt x="1178220" y="1378623"/>
                </a:lnTo>
                <a:lnTo>
                  <a:pt x="1178269" y="1354115"/>
                </a:lnTo>
                <a:lnTo>
                  <a:pt x="1251791" y="1354268"/>
                </a:lnTo>
                <a:lnTo>
                  <a:pt x="1251742" y="1378776"/>
                </a:lnTo>
                <a:moveTo>
                  <a:pt x="1153713" y="1378574"/>
                </a:moveTo>
                <a:lnTo>
                  <a:pt x="1080190" y="1378421"/>
                </a:lnTo>
                <a:lnTo>
                  <a:pt x="1080239" y="1353914"/>
                </a:lnTo>
                <a:lnTo>
                  <a:pt x="1153762" y="1354067"/>
                </a:lnTo>
                <a:lnTo>
                  <a:pt x="1153713" y="1378574"/>
                </a:lnTo>
                <a:moveTo>
                  <a:pt x="1055683" y="1378372"/>
                </a:moveTo>
                <a:lnTo>
                  <a:pt x="982160" y="1378218"/>
                </a:lnTo>
                <a:lnTo>
                  <a:pt x="982209" y="1353710"/>
                </a:lnTo>
                <a:lnTo>
                  <a:pt x="1055731" y="1353864"/>
                </a:lnTo>
                <a:lnTo>
                  <a:pt x="1055683" y="1378372"/>
                </a:lnTo>
                <a:moveTo>
                  <a:pt x="957653" y="1378169"/>
                </a:moveTo>
                <a:lnTo>
                  <a:pt x="884130" y="1378016"/>
                </a:lnTo>
                <a:lnTo>
                  <a:pt x="884180" y="1353509"/>
                </a:lnTo>
                <a:lnTo>
                  <a:pt x="957702" y="1353663"/>
                </a:lnTo>
                <a:lnTo>
                  <a:pt x="957653" y="1378169"/>
                </a:lnTo>
                <a:moveTo>
                  <a:pt x="859623" y="1377968"/>
                </a:moveTo>
                <a:lnTo>
                  <a:pt x="786101" y="1377815"/>
                </a:lnTo>
                <a:lnTo>
                  <a:pt x="786150" y="1353308"/>
                </a:lnTo>
                <a:lnTo>
                  <a:pt x="859672" y="1353460"/>
                </a:lnTo>
                <a:lnTo>
                  <a:pt x="859623" y="1377968"/>
                </a:lnTo>
                <a:moveTo>
                  <a:pt x="761594" y="1377760"/>
                </a:moveTo>
                <a:lnTo>
                  <a:pt x="688071" y="1377611"/>
                </a:lnTo>
                <a:lnTo>
                  <a:pt x="688120" y="1353105"/>
                </a:lnTo>
                <a:lnTo>
                  <a:pt x="761642" y="1353252"/>
                </a:lnTo>
                <a:lnTo>
                  <a:pt x="761594" y="1377760"/>
                </a:lnTo>
                <a:moveTo>
                  <a:pt x="663564" y="1377564"/>
                </a:moveTo>
                <a:lnTo>
                  <a:pt x="590041" y="1377410"/>
                </a:lnTo>
                <a:lnTo>
                  <a:pt x="590090" y="1352903"/>
                </a:lnTo>
                <a:lnTo>
                  <a:pt x="663613" y="1353056"/>
                </a:lnTo>
                <a:lnTo>
                  <a:pt x="663564" y="1377564"/>
                </a:lnTo>
                <a:moveTo>
                  <a:pt x="565534" y="1377355"/>
                </a:moveTo>
                <a:lnTo>
                  <a:pt x="492012" y="1377209"/>
                </a:lnTo>
                <a:lnTo>
                  <a:pt x="492061" y="1352701"/>
                </a:lnTo>
                <a:lnTo>
                  <a:pt x="565583" y="1352855"/>
                </a:lnTo>
                <a:lnTo>
                  <a:pt x="565534" y="1377355"/>
                </a:lnTo>
                <a:moveTo>
                  <a:pt x="467504" y="1377153"/>
                </a:moveTo>
                <a:lnTo>
                  <a:pt x="393982" y="1377005"/>
                </a:lnTo>
                <a:lnTo>
                  <a:pt x="394031" y="1352499"/>
                </a:lnTo>
                <a:lnTo>
                  <a:pt x="467553" y="1352645"/>
                </a:lnTo>
                <a:lnTo>
                  <a:pt x="467504" y="1377153"/>
                </a:lnTo>
                <a:moveTo>
                  <a:pt x="369474" y="1376957"/>
                </a:moveTo>
                <a:lnTo>
                  <a:pt x="303923" y="1376816"/>
                </a:lnTo>
                <a:lnTo>
                  <a:pt x="303972" y="1352308"/>
                </a:lnTo>
                <a:lnTo>
                  <a:pt x="369523" y="1352450"/>
                </a:lnTo>
                <a:lnTo>
                  <a:pt x="369474" y="1376957"/>
                </a:lnTo>
                <a:moveTo>
                  <a:pt x="303929" y="1376816"/>
                </a:moveTo>
                <a:lnTo>
                  <a:pt x="295964" y="1376809"/>
                </a:lnTo>
                <a:lnTo>
                  <a:pt x="295995" y="1352302"/>
                </a:lnTo>
                <a:lnTo>
                  <a:pt x="303966" y="1352308"/>
                </a:lnTo>
                <a:lnTo>
                  <a:pt x="303929" y="1376816"/>
                </a:lnTo>
                <a:moveTo>
                  <a:pt x="271457" y="1376773"/>
                </a:moveTo>
                <a:lnTo>
                  <a:pt x="254510" y="1376755"/>
                </a:lnTo>
                <a:lnTo>
                  <a:pt x="232013" y="1376644"/>
                </a:lnTo>
                <a:lnTo>
                  <a:pt x="210942" y="1376467"/>
                </a:lnTo>
                <a:lnTo>
                  <a:pt x="197788" y="1376295"/>
                </a:lnTo>
                <a:lnTo>
                  <a:pt x="198112" y="1351787"/>
                </a:lnTo>
                <a:lnTo>
                  <a:pt x="211242" y="1351966"/>
                </a:lnTo>
                <a:lnTo>
                  <a:pt x="211181" y="1351966"/>
                </a:lnTo>
                <a:lnTo>
                  <a:pt x="232196" y="1352136"/>
                </a:lnTo>
                <a:lnTo>
                  <a:pt x="232153" y="1352136"/>
                </a:lnTo>
                <a:lnTo>
                  <a:pt x="254608" y="1352248"/>
                </a:lnTo>
                <a:lnTo>
                  <a:pt x="254565" y="1352248"/>
                </a:lnTo>
                <a:lnTo>
                  <a:pt x="271487" y="1352265"/>
                </a:lnTo>
                <a:lnTo>
                  <a:pt x="271457" y="1376773"/>
                </a:lnTo>
                <a:moveTo>
                  <a:pt x="173200" y="1375842"/>
                </a:moveTo>
                <a:lnTo>
                  <a:pt x="172851" y="1375836"/>
                </a:lnTo>
                <a:lnTo>
                  <a:pt x="155732" y="1375352"/>
                </a:lnTo>
                <a:lnTo>
                  <a:pt x="139833" y="1374721"/>
                </a:lnTo>
                <a:lnTo>
                  <a:pt x="125117" y="1373942"/>
                </a:lnTo>
                <a:lnTo>
                  <a:pt x="118138" y="1373488"/>
                </a:lnTo>
                <a:lnTo>
                  <a:pt x="111454" y="1372986"/>
                </a:lnTo>
                <a:lnTo>
                  <a:pt x="105033" y="1372435"/>
                </a:lnTo>
                <a:lnTo>
                  <a:pt x="98864" y="1371842"/>
                </a:lnTo>
                <a:lnTo>
                  <a:pt x="98704" y="1371823"/>
                </a:lnTo>
                <a:lnTo>
                  <a:pt x="101394" y="1347462"/>
                </a:lnTo>
                <a:lnTo>
                  <a:pt x="101473" y="1347469"/>
                </a:lnTo>
                <a:lnTo>
                  <a:pt x="101321" y="1347455"/>
                </a:lnTo>
                <a:lnTo>
                  <a:pt x="107331" y="1348039"/>
                </a:lnTo>
                <a:lnTo>
                  <a:pt x="107190" y="1348025"/>
                </a:lnTo>
                <a:lnTo>
                  <a:pt x="113476" y="1348564"/>
                </a:lnTo>
                <a:lnTo>
                  <a:pt x="113347" y="1348553"/>
                </a:lnTo>
                <a:lnTo>
                  <a:pt x="119909" y="1349043"/>
                </a:lnTo>
                <a:lnTo>
                  <a:pt x="119793" y="1349036"/>
                </a:lnTo>
                <a:lnTo>
                  <a:pt x="126636" y="1349484"/>
                </a:lnTo>
                <a:lnTo>
                  <a:pt x="126489" y="1349471"/>
                </a:lnTo>
                <a:lnTo>
                  <a:pt x="141047" y="1350243"/>
                </a:lnTo>
                <a:lnTo>
                  <a:pt x="140881" y="1350239"/>
                </a:lnTo>
                <a:lnTo>
                  <a:pt x="156633" y="1350857"/>
                </a:lnTo>
                <a:lnTo>
                  <a:pt x="156499" y="1350857"/>
                </a:lnTo>
                <a:lnTo>
                  <a:pt x="173501" y="1351341"/>
                </a:lnTo>
                <a:lnTo>
                  <a:pt x="173396" y="1351334"/>
                </a:lnTo>
                <a:lnTo>
                  <a:pt x="173691" y="1351341"/>
                </a:lnTo>
                <a:lnTo>
                  <a:pt x="173200" y="1375842"/>
                </a:lnTo>
                <a:moveTo>
                  <a:pt x="73614" y="1368336"/>
                </a:moveTo>
                <a:lnTo>
                  <a:pt x="71593" y="1367975"/>
                </a:lnTo>
                <a:lnTo>
                  <a:pt x="66795" y="1367000"/>
                </a:lnTo>
                <a:lnTo>
                  <a:pt x="62200" y="1365953"/>
                </a:lnTo>
                <a:lnTo>
                  <a:pt x="57801" y="1364832"/>
                </a:lnTo>
                <a:lnTo>
                  <a:pt x="53586" y="1363619"/>
                </a:lnTo>
                <a:lnTo>
                  <a:pt x="49548" y="1362313"/>
                </a:lnTo>
                <a:lnTo>
                  <a:pt x="45682" y="1360917"/>
                </a:lnTo>
                <a:lnTo>
                  <a:pt x="41988" y="1359410"/>
                </a:lnTo>
                <a:lnTo>
                  <a:pt x="38452" y="1357792"/>
                </a:lnTo>
                <a:lnTo>
                  <a:pt x="35077" y="1356058"/>
                </a:lnTo>
                <a:lnTo>
                  <a:pt x="31860" y="1354201"/>
                </a:lnTo>
                <a:lnTo>
                  <a:pt x="28803" y="1352210"/>
                </a:lnTo>
                <a:lnTo>
                  <a:pt x="25904" y="1350090"/>
                </a:lnTo>
                <a:lnTo>
                  <a:pt x="23172" y="1347829"/>
                </a:lnTo>
                <a:lnTo>
                  <a:pt x="20617" y="1345434"/>
                </a:lnTo>
                <a:lnTo>
                  <a:pt x="18234" y="1342910"/>
                </a:lnTo>
                <a:lnTo>
                  <a:pt x="16028" y="1340262"/>
                </a:lnTo>
                <a:lnTo>
                  <a:pt x="14013" y="1337500"/>
                </a:lnTo>
                <a:lnTo>
                  <a:pt x="12175" y="1334626"/>
                </a:lnTo>
                <a:lnTo>
                  <a:pt x="10514" y="1331661"/>
                </a:lnTo>
                <a:lnTo>
                  <a:pt x="9031" y="1328610"/>
                </a:lnTo>
                <a:lnTo>
                  <a:pt x="7713" y="1325480"/>
                </a:lnTo>
                <a:lnTo>
                  <a:pt x="6550" y="1322280"/>
                </a:lnTo>
                <a:lnTo>
                  <a:pt x="6274" y="1321380"/>
                </a:lnTo>
                <a:lnTo>
                  <a:pt x="29673" y="1314101"/>
                </a:lnTo>
                <a:lnTo>
                  <a:pt x="29869" y="1314733"/>
                </a:lnTo>
                <a:lnTo>
                  <a:pt x="29685" y="1314187"/>
                </a:lnTo>
                <a:lnTo>
                  <a:pt x="30647" y="1316828"/>
                </a:lnTo>
                <a:lnTo>
                  <a:pt x="30420" y="1316252"/>
                </a:lnTo>
                <a:lnTo>
                  <a:pt x="31492" y="1318794"/>
                </a:lnTo>
                <a:lnTo>
                  <a:pt x="31217" y="1318194"/>
                </a:lnTo>
                <a:lnTo>
                  <a:pt x="32405" y="1320633"/>
                </a:lnTo>
                <a:lnTo>
                  <a:pt x="32081" y="1320008"/>
                </a:lnTo>
                <a:lnTo>
                  <a:pt x="33385" y="1322348"/>
                </a:lnTo>
                <a:lnTo>
                  <a:pt x="33012" y="1321724"/>
                </a:lnTo>
                <a:lnTo>
                  <a:pt x="34446" y="1323966"/>
                </a:lnTo>
                <a:lnTo>
                  <a:pt x="34022" y="1323347"/>
                </a:lnTo>
                <a:lnTo>
                  <a:pt x="35591" y="1325491"/>
                </a:lnTo>
                <a:lnTo>
                  <a:pt x="35119" y="1324891"/>
                </a:lnTo>
                <a:lnTo>
                  <a:pt x="36829" y="1326943"/>
                </a:lnTo>
                <a:lnTo>
                  <a:pt x="36320" y="1326368"/>
                </a:lnTo>
                <a:lnTo>
                  <a:pt x="38177" y="1328334"/>
                </a:lnTo>
                <a:lnTo>
                  <a:pt x="37638" y="1327800"/>
                </a:lnTo>
                <a:lnTo>
                  <a:pt x="39647" y="1329676"/>
                </a:lnTo>
                <a:lnTo>
                  <a:pt x="39084" y="1329186"/>
                </a:lnTo>
                <a:lnTo>
                  <a:pt x="41252" y="1330975"/>
                </a:lnTo>
                <a:lnTo>
                  <a:pt x="40682" y="1330533"/>
                </a:lnTo>
                <a:lnTo>
                  <a:pt x="43017" y="1332243"/>
                </a:lnTo>
                <a:lnTo>
                  <a:pt x="42453" y="1331857"/>
                </a:lnTo>
                <a:lnTo>
                  <a:pt x="44953" y="1333480"/>
                </a:lnTo>
                <a:lnTo>
                  <a:pt x="44401" y="1333144"/>
                </a:lnTo>
                <a:lnTo>
                  <a:pt x="47073" y="1334687"/>
                </a:lnTo>
                <a:lnTo>
                  <a:pt x="46546" y="1334400"/>
                </a:lnTo>
                <a:lnTo>
                  <a:pt x="49401" y="1335870"/>
                </a:lnTo>
                <a:lnTo>
                  <a:pt x="48898" y="1335625"/>
                </a:lnTo>
                <a:lnTo>
                  <a:pt x="51938" y="1337016"/>
                </a:lnTo>
                <a:lnTo>
                  <a:pt x="51465" y="1336808"/>
                </a:lnTo>
                <a:lnTo>
                  <a:pt x="54701" y="1338125"/>
                </a:lnTo>
                <a:lnTo>
                  <a:pt x="54259" y="1337953"/>
                </a:lnTo>
                <a:lnTo>
                  <a:pt x="57691" y="1339203"/>
                </a:lnTo>
                <a:lnTo>
                  <a:pt x="57280" y="1339062"/>
                </a:lnTo>
                <a:lnTo>
                  <a:pt x="60925" y="1340232"/>
                </a:lnTo>
                <a:lnTo>
                  <a:pt x="60546" y="1340123"/>
                </a:lnTo>
                <a:lnTo>
                  <a:pt x="64394" y="1341225"/>
                </a:lnTo>
                <a:lnTo>
                  <a:pt x="64051" y="1341132"/>
                </a:lnTo>
                <a:lnTo>
                  <a:pt x="68119" y="1342174"/>
                </a:lnTo>
                <a:lnTo>
                  <a:pt x="67801" y="1342095"/>
                </a:lnTo>
                <a:lnTo>
                  <a:pt x="72095" y="1343075"/>
                </a:lnTo>
                <a:lnTo>
                  <a:pt x="71801" y="1343008"/>
                </a:lnTo>
                <a:lnTo>
                  <a:pt x="76322" y="1343927"/>
                </a:lnTo>
                <a:lnTo>
                  <a:pt x="76059" y="1343878"/>
                </a:lnTo>
                <a:lnTo>
                  <a:pt x="77946" y="1344216"/>
                </a:lnTo>
                <a:lnTo>
                  <a:pt x="73614" y="1368336"/>
                </a:lnTo>
                <a:moveTo>
                  <a:pt x="1587" y="1294642"/>
                </a:moveTo>
                <a:lnTo>
                  <a:pt x="1544" y="1294183"/>
                </a:lnTo>
                <a:lnTo>
                  <a:pt x="1299" y="1290281"/>
                </a:lnTo>
                <a:lnTo>
                  <a:pt x="980" y="1282334"/>
                </a:lnTo>
                <a:lnTo>
                  <a:pt x="827" y="1273927"/>
                </a:lnTo>
                <a:lnTo>
                  <a:pt x="785" y="1265136"/>
                </a:lnTo>
                <a:lnTo>
                  <a:pt x="25292" y="1265025"/>
                </a:lnTo>
                <a:lnTo>
                  <a:pt x="25335" y="1273732"/>
                </a:lnTo>
                <a:lnTo>
                  <a:pt x="25329" y="1273560"/>
                </a:lnTo>
                <a:lnTo>
                  <a:pt x="25482" y="1281745"/>
                </a:lnTo>
                <a:lnTo>
                  <a:pt x="25475" y="1281476"/>
                </a:lnTo>
                <a:lnTo>
                  <a:pt x="25782" y="1289153"/>
                </a:lnTo>
                <a:lnTo>
                  <a:pt x="25770" y="1288883"/>
                </a:lnTo>
                <a:lnTo>
                  <a:pt x="25996" y="1292535"/>
                </a:lnTo>
                <a:lnTo>
                  <a:pt x="25984" y="1292314"/>
                </a:lnTo>
                <a:lnTo>
                  <a:pt x="26009" y="1292657"/>
                </a:lnTo>
                <a:lnTo>
                  <a:pt x="1587" y="1294642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E2072B1F-3D34-4783-AB48-AC1CF93A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877" y="6422101"/>
            <a:ext cx="3432267" cy="1857970"/>
          </a:xfrm>
          <a:custGeom xmlns:a="http://schemas.openxmlformats.org/drawingml/2006/main">
            <a:pathLst>
              <a:path w="3432267" h="1857970">
                <a:moveTo>
                  <a:pt x="0" y="136537"/>
                </a:moveTo>
                <a:cubicBezTo>
                  <a:pt x="0" y="5508"/>
                  <a:pt x="13258" y="0"/>
                  <a:pt x="328816" y="0"/>
                </a:cubicBezTo>
                <a:lnTo>
                  <a:pt x="3069857" y="1470"/>
                </a:lnTo>
                <a:cubicBezTo>
                  <a:pt x="3385421" y="1470"/>
                  <a:pt x="3431386" y="0"/>
                  <a:pt x="3431386" y="131035"/>
                </a:cubicBezTo>
                <a:lnTo>
                  <a:pt x="3432267" y="1725103"/>
                </a:lnTo>
                <a:cubicBezTo>
                  <a:pt x="3432267" y="1856132"/>
                  <a:pt x="3427849" y="1857970"/>
                  <a:pt x="3112287" y="1857970"/>
                </a:cubicBezTo>
                <a:lnTo>
                  <a:pt x="328816" y="1850997"/>
                </a:lnTo>
                <a:cubicBezTo>
                  <a:pt x="13258" y="1850997"/>
                  <a:pt x="883" y="1845857"/>
                  <a:pt x="883" y="1714823"/>
                </a:cubicBezTo>
                <a:lnTo>
                  <a:pt x="0" y="13653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08BF8A6C-033F-41F8-B5D9-C4E40D59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3623" y="6409847"/>
            <a:ext cx="3456774" cy="1882478"/>
          </a:xfrm>
          <a:custGeom xmlns:a="http://schemas.openxmlformats.org/drawingml/2006/main">
            <a:pathLst>
              <a:path w="3456774" h="1882478">
                <a:moveTo>
                  <a:pt x="883" y="1727082"/>
                </a:moveTo>
                <a:lnTo>
                  <a:pt x="839" y="1653560"/>
                </a:lnTo>
                <a:lnTo>
                  <a:pt x="25346" y="1653548"/>
                </a:lnTo>
                <a:lnTo>
                  <a:pt x="25390" y="1727070"/>
                </a:lnTo>
                <a:lnTo>
                  <a:pt x="883" y="1727082"/>
                </a:lnTo>
                <a:moveTo>
                  <a:pt x="827" y="1629052"/>
                </a:moveTo>
                <a:lnTo>
                  <a:pt x="785" y="1555530"/>
                </a:lnTo>
                <a:lnTo>
                  <a:pt x="25293" y="1555518"/>
                </a:lnTo>
                <a:lnTo>
                  <a:pt x="25335" y="1629041"/>
                </a:lnTo>
                <a:lnTo>
                  <a:pt x="827" y="1629052"/>
                </a:lnTo>
                <a:moveTo>
                  <a:pt x="772" y="1531023"/>
                </a:moveTo>
                <a:lnTo>
                  <a:pt x="736" y="1457501"/>
                </a:lnTo>
                <a:lnTo>
                  <a:pt x="25243" y="1457488"/>
                </a:lnTo>
                <a:lnTo>
                  <a:pt x="25279" y="1531011"/>
                </a:lnTo>
                <a:lnTo>
                  <a:pt x="772" y="1531023"/>
                </a:lnTo>
                <a:moveTo>
                  <a:pt x="717" y="1432993"/>
                </a:moveTo>
                <a:lnTo>
                  <a:pt x="680" y="1359471"/>
                </a:lnTo>
                <a:lnTo>
                  <a:pt x="25188" y="1359459"/>
                </a:lnTo>
                <a:lnTo>
                  <a:pt x="25224" y="1432981"/>
                </a:lnTo>
                <a:lnTo>
                  <a:pt x="717" y="1432993"/>
                </a:lnTo>
                <a:moveTo>
                  <a:pt x="662" y="1334963"/>
                </a:moveTo>
                <a:lnTo>
                  <a:pt x="626" y="1261441"/>
                </a:lnTo>
                <a:lnTo>
                  <a:pt x="25132" y="1261429"/>
                </a:lnTo>
                <a:lnTo>
                  <a:pt x="25169" y="1334951"/>
                </a:lnTo>
                <a:lnTo>
                  <a:pt x="662" y="1334963"/>
                </a:lnTo>
                <a:moveTo>
                  <a:pt x="607" y="1236933"/>
                </a:moveTo>
                <a:lnTo>
                  <a:pt x="571" y="1163411"/>
                </a:lnTo>
                <a:lnTo>
                  <a:pt x="25078" y="1163399"/>
                </a:lnTo>
                <a:lnTo>
                  <a:pt x="25114" y="1236922"/>
                </a:lnTo>
                <a:lnTo>
                  <a:pt x="607" y="1236933"/>
                </a:lnTo>
                <a:moveTo>
                  <a:pt x="552" y="1138904"/>
                </a:moveTo>
                <a:lnTo>
                  <a:pt x="515" y="1065381"/>
                </a:lnTo>
                <a:lnTo>
                  <a:pt x="25023" y="1065369"/>
                </a:lnTo>
                <a:lnTo>
                  <a:pt x="25059" y="1138892"/>
                </a:lnTo>
                <a:lnTo>
                  <a:pt x="552" y="1138904"/>
                </a:lnTo>
                <a:moveTo>
                  <a:pt x="496" y="1040874"/>
                </a:moveTo>
                <a:lnTo>
                  <a:pt x="459" y="967351"/>
                </a:lnTo>
                <a:lnTo>
                  <a:pt x="24967" y="967339"/>
                </a:lnTo>
                <a:lnTo>
                  <a:pt x="25004" y="1040862"/>
                </a:lnTo>
                <a:lnTo>
                  <a:pt x="496" y="1040874"/>
                </a:lnTo>
                <a:moveTo>
                  <a:pt x="448" y="942844"/>
                </a:moveTo>
                <a:lnTo>
                  <a:pt x="405" y="869322"/>
                </a:lnTo>
                <a:lnTo>
                  <a:pt x="24912" y="869310"/>
                </a:lnTo>
                <a:lnTo>
                  <a:pt x="24955" y="942832"/>
                </a:lnTo>
                <a:lnTo>
                  <a:pt x="448" y="942844"/>
                </a:lnTo>
                <a:moveTo>
                  <a:pt x="386" y="844814"/>
                </a:moveTo>
                <a:lnTo>
                  <a:pt x="350" y="771292"/>
                </a:lnTo>
                <a:lnTo>
                  <a:pt x="24858" y="771280"/>
                </a:lnTo>
                <a:lnTo>
                  <a:pt x="24894" y="844802"/>
                </a:lnTo>
                <a:lnTo>
                  <a:pt x="386" y="844814"/>
                </a:lnTo>
                <a:moveTo>
                  <a:pt x="338" y="746785"/>
                </a:moveTo>
                <a:lnTo>
                  <a:pt x="294" y="673262"/>
                </a:lnTo>
                <a:lnTo>
                  <a:pt x="24802" y="673250"/>
                </a:lnTo>
                <a:lnTo>
                  <a:pt x="24845" y="746772"/>
                </a:lnTo>
                <a:lnTo>
                  <a:pt x="338" y="746785"/>
                </a:lnTo>
                <a:moveTo>
                  <a:pt x="283" y="648755"/>
                </a:moveTo>
                <a:lnTo>
                  <a:pt x="238" y="575232"/>
                </a:lnTo>
                <a:lnTo>
                  <a:pt x="24746" y="575220"/>
                </a:lnTo>
                <a:lnTo>
                  <a:pt x="24790" y="648742"/>
                </a:lnTo>
                <a:lnTo>
                  <a:pt x="283" y="648755"/>
                </a:lnTo>
                <a:moveTo>
                  <a:pt x="227" y="550725"/>
                </a:moveTo>
                <a:lnTo>
                  <a:pt x="185" y="477203"/>
                </a:lnTo>
                <a:lnTo>
                  <a:pt x="24692" y="477191"/>
                </a:lnTo>
                <a:lnTo>
                  <a:pt x="24735" y="550713"/>
                </a:lnTo>
                <a:lnTo>
                  <a:pt x="227" y="550725"/>
                </a:lnTo>
                <a:moveTo>
                  <a:pt x="171" y="452695"/>
                </a:moveTo>
                <a:lnTo>
                  <a:pt x="129" y="379173"/>
                </a:lnTo>
                <a:lnTo>
                  <a:pt x="24637" y="379161"/>
                </a:lnTo>
                <a:lnTo>
                  <a:pt x="24679" y="452683"/>
                </a:lnTo>
                <a:lnTo>
                  <a:pt x="171" y="452695"/>
                </a:lnTo>
                <a:moveTo>
                  <a:pt x="117" y="354666"/>
                </a:moveTo>
                <a:lnTo>
                  <a:pt x="73" y="281143"/>
                </a:lnTo>
                <a:lnTo>
                  <a:pt x="24581" y="281131"/>
                </a:lnTo>
                <a:lnTo>
                  <a:pt x="24624" y="354653"/>
                </a:lnTo>
                <a:lnTo>
                  <a:pt x="117" y="354666"/>
                </a:lnTo>
                <a:moveTo>
                  <a:pt x="62" y="256635"/>
                </a:moveTo>
                <a:lnTo>
                  <a:pt x="20" y="183113"/>
                </a:lnTo>
                <a:lnTo>
                  <a:pt x="24526" y="183101"/>
                </a:lnTo>
                <a:lnTo>
                  <a:pt x="24569" y="256623"/>
                </a:lnTo>
                <a:lnTo>
                  <a:pt x="62" y="256635"/>
                </a:lnTo>
                <a:moveTo>
                  <a:pt x="6" y="158606"/>
                </a:moveTo>
                <a:lnTo>
                  <a:pt x="0" y="148803"/>
                </a:lnTo>
                <a:lnTo>
                  <a:pt x="24508" y="148785"/>
                </a:lnTo>
                <a:lnTo>
                  <a:pt x="24514" y="158594"/>
                </a:lnTo>
                <a:lnTo>
                  <a:pt x="6" y="158606"/>
                </a:lnTo>
                <a:moveTo>
                  <a:pt x="0" y="148742"/>
                </a:moveTo>
                <a:lnTo>
                  <a:pt x="50" y="136752"/>
                </a:lnTo>
                <a:lnTo>
                  <a:pt x="227" y="125356"/>
                </a:lnTo>
                <a:lnTo>
                  <a:pt x="601" y="114615"/>
                </a:lnTo>
                <a:lnTo>
                  <a:pt x="876" y="109401"/>
                </a:lnTo>
                <a:lnTo>
                  <a:pt x="1220" y="104359"/>
                </a:lnTo>
                <a:lnTo>
                  <a:pt x="1649" y="99445"/>
                </a:lnTo>
                <a:lnTo>
                  <a:pt x="2157" y="94666"/>
                </a:lnTo>
                <a:lnTo>
                  <a:pt x="2764" y="90004"/>
                </a:lnTo>
                <a:lnTo>
                  <a:pt x="3480" y="85458"/>
                </a:lnTo>
                <a:lnTo>
                  <a:pt x="3933" y="83019"/>
                </a:lnTo>
                <a:lnTo>
                  <a:pt x="28025" y="87528"/>
                </a:lnTo>
                <a:lnTo>
                  <a:pt x="27602" y="89789"/>
                </a:lnTo>
                <a:lnTo>
                  <a:pt x="27662" y="89434"/>
                </a:lnTo>
                <a:lnTo>
                  <a:pt x="27002" y="93643"/>
                </a:lnTo>
                <a:lnTo>
                  <a:pt x="27044" y="93330"/>
                </a:lnTo>
                <a:lnTo>
                  <a:pt x="26481" y="97693"/>
                </a:lnTo>
                <a:lnTo>
                  <a:pt x="26511" y="97411"/>
                </a:lnTo>
                <a:lnTo>
                  <a:pt x="26027" y="101926"/>
                </a:lnTo>
                <a:lnTo>
                  <a:pt x="26051" y="101681"/>
                </a:lnTo>
                <a:lnTo>
                  <a:pt x="25647" y="106362"/>
                </a:lnTo>
                <a:lnTo>
                  <a:pt x="25665" y="106142"/>
                </a:lnTo>
                <a:lnTo>
                  <a:pt x="25335" y="110982"/>
                </a:lnTo>
                <a:lnTo>
                  <a:pt x="25341" y="110798"/>
                </a:lnTo>
                <a:lnTo>
                  <a:pt x="25078" y="115804"/>
                </a:lnTo>
                <a:lnTo>
                  <a:pt x="25090" y="115571"/>
                </a:lnTo>
                <a:lnTo>
                  <a:pt x="24728" y="126085"/>
                </a:lnTo>
                <a:lnTo>
                  <a:pt x="24728" y="125864"/>
                </a:lnTo>
                <a:lnTo>
                  <a:pt x="24551" y="137070"/>
                </a:lnTo>
                <a:lnTo>
                  <a:pt x="24558" y="136923"/>
                </a:lnTo>
                <a:lnTo>
                  <a:pt x="24508" y="148840"/>
                </a:lnTo>
                <a:lnTo>
                  <a:pt x="0" y="148742"/>
                </a:lnTo>
                <a:moveTo>
                  <a:pt x="12578" y="56251"/>
                </a:moveTo>
                <a:lnTo>
                  <a:pt x="14300" y="53004"/>
                </a:lnTo>
                <a:lnTo>
                  <a:pt x="16457" y="49450"/>
                </a:lnTo>
                <a:lnTo>
                  <a:pt x="18816" y="46031"/>
                </a:lnTo>
                <a:lnTo>
                  <a:pt x="21384" y="42747"/>
                </a:lnTo>
                <a:lnTo>
                  <a:pt x="24158" y="39610"/>
                </a:lnTo>
                <a:lnTo>
                  <a:pt x="27148" y="36620"/>
                </a:lnTo>
                <a:lnTo>
                  <a:pt x="30334" y="33796"/>
                </a:lnTo>
                <a:lnTo>
                  <a:pt x="33729" y="31124"/>
                </a:lnTo>
                <a:lnTo>
                  <a:pt x="37313" y="28612"/>
                </a:lnTo>
                <a:lnTo>
                  <a:pt x="41099" y="26259"/>
                </a:lnTo>
                <a:lnTo>
                  <a:pt x="45075" y="24054"/>
                </a:lnTo>
                <a:lnTo>
                  <a:pt x="49254" y="21989"/>
                </a:lnTo>
                <a:lnTo>
                  <a:pt x="53622" y="20066"/>
                </a:lnTo>
                <a:lnTo>
                  <a:pt x="58193" y="18276"/>
                </a:lnTo>
                <a:lnTo>
                  <a:pt x="62972" y="16604"/>
                </a:lnTo>
                <a:lnTo>
                  <a:pt x="67966" y="15054"/>
                </a:lnTo>
                <a:lnTo>
                  <a:pt x="73179" y="13607"/>
                </a:lnTo>
                <a:lnTo>
                  <a:pt x="78620" y="12272"/>
                </a:lnTo>
                <a:lnTo>
                  <a:pt x="80544" y="11849"/>
                </a:lnTo>
                <a:lnTo>
                  <a:pt x="85782" y="35787"/>
                </a:lnTo>
                <a:lnTo>
                  <a:pt x="84018" y="36173"/>
                </a:lnTo>
                <a:lnTo>
                  <a:pt x="84331" y="36106"/>
                </a:lnTo>
                <a:lnTo>
                  <a:pt x="79215" y="37362"/>
                </a:lnTo>
                <a:lnTo>
                  <a:pt x="79552" y="37276"/>
                </a:lnTo>
                <a:lnTo>
                  <a:pt x="74693" y="38617"/>
                </a:lnTo>
                <a:lnTo>
                  <a:pt x="75061" y="38513"/>
                </a:lnTo>
                <a:lnTo>
                  <a:pt x="70460" y="39947"/>
                </a:lnTo>
                <a:lnTo>
                  <a:pt x="70857" y="39813"/>
                </a:lnTo>
                <a:lnTo>
                  <a:pt x="66495" y="41338"/>
                </a:lnTo>
                <a:lnTo>
                  <a:pt x="66924" y="41178"/>
                </a:lnTo>
                <a:lnTo>
                  <a:pt x="62801" y="42796"/>
                </a:lnTo>
                <a:lnTo>
                  <a:pt x="63260" y="42600"/>
                </a:lnTo>
                <a:lnTo>
                  <a:pt x="59370" y="44315"/>
                </a:lnTo>
                <a:lnTo>
                  <a:pt x="59860" y="44089"/>
                </a:lnTo>
                <a:lnTo>
                  <a:pt x="56190" y="45896"/>
                </a:lnTo>
                <a:lnTo>
                  <a:pt x="56705" y="45627"/>
                </a:lnTo>
                <a:lnTo>
                  <a:pt x="53255" y="47538"/>
                </a:lnTo>
                <a:lnTo>
                  <a:pt x="53789" y="47226"/>
                </a:lnTo>
                <a:lnTo>
                  <a:pt x="50547" y="49242"/>
                </a:lnTo>
                <a:lnTo>
                  <a:pt x="51098" y="48880"/>
                </a:lnTo>
                <a:lnTo>
                  <a:pt x="48059" y="51006"/>
                </a:lnTo>
                <a:lnTo>
                  <a:pt x="48617" y="50596"/>
                </a:lnTo>
                <a:lnTo>
                  <a:pt x="45780" y="52826"/>
                </a:lnTo>
                <a:lnTo>
                  <a:pt x="46326" y="52367"/>
                </a:lnTo>
                <a:lnTo>
                  <a:pt x="43679" y="54713"/>
                </a:lnTo>
                <a:lnTo>
                  <a:pt x="44218" y="54211"/>
                </a:lnTo>
                <a:lnTo>
                  <a:pt x="41754" y="56674"/>
                </a:lnTo>
                <a:lnTo>
                  <a:pt x="42264" y="56128"/>
                </a:lnTo>
                <a:lnTo>
                  <a:pt x="39985" y="58707"/>
                </a:lnTo>
                <a:lnTo>
                  <a:pt x="40457" y="58138"/>
                </a:lnTo>
                <a:lnTo>
                  <a:pt x="38348" y="60840"/>
                </a:lnTo>
                <a:lnTo>
                  <a:pt x="38783" y="60245"/>
                </a:lnTo>
                <a:lnTo>
                  <a:pt x="36835" y="63070"/>
                </a:lnTo>
                <a:lnTo>
                  <a:pt x="37227" y="62463"/>
                </a:lnTo>
                <a:lnTo>
                  <a:pt x="35439" y="65417"/>
                </a:lnTo>
                <a:lnTo>
                  <a:pt x="35780" y="64816"/>
                </a:lnTo>
                <a:lnTo>
                  <a:pt x="34218" y="67751"/>
                </a:lnTo>
                <a:lnTo>
                  <a:pt x="12578" y="56251"/>
                </a:lnTo>
                <a:moveTo>
                  <a:pt x="105658" y="7444"/>
                </a:moveTo>
                <a:lnTo>
                  <a:pt x="109529" y="6923"/>
                </a:lnTo>
                <a:lnTo>
                  <a:pt x="116515" y="6096"/>
                </a:lnTo>
                <a:lnTo>
                  <a:pt x="123782" y="5336"/>
                </a:lnTo>
                <a:lnTo>
                  <a:pt x="131348" y="4638"/>
                </a:lnTo>
                <a:lnTo>
                  <a:pt x="139209" y="4013"/>
                </a:lnTo>
                <a:lnTo>
                  <a:pt x="147388" y="3443"/>
                </a:lnTo>
                <a:lnTo>
                  <a:pt x="155880" y="2928"/>
                </a:lnTo>
                <a:lnTo>
                  <a:pt x="164696" y="2469"/>
                </a:lnTo>
                <a:lnTo>
                  <a:pt x="173868" y="2059"/>
                </a:lnTo>
                <a:lnTo>
                  <a:pt x="180148" y="1838"/>
                </a:lnTo>
                <a:lnTo>
                  <a:pt x="181011" y="26327"/>
                </a:lnTo>
                <a:lnTo>
                  <a:pt x="174787" y="26548"/>
                </a:lnTo>
                <a:lnTo>
                  <a:pt x="174904" y="26541"/>
                </a:lnTo>
                <a:lnTo>
                  <a:pt x="165835" y="26946"/>
                </a:lnTo>
                <a:lnTo>
                  <a:pt x="165928" y="26946"/>
                </a:lnTo>
                <a:lnTo>
                  <a:pt x="157203" y="27399"/>
                </a:lnTo>
                <a:lnTo>
                  <a:pt x="157308" y="27393"/>
                </a:lnTo>
                <a:lnTo>
                  <a:pt x="148920" y="27902"/>
                </a:lnTo>
                <a:lnTo>
                  <a:pt x="149036" y="27890"/>
                </a:lnTo>
                <a:lnTo>
                  <a:pt x="140979" y="28453"/>
                </a:lnTo>
                <a:lnTo>
                  <a:pt x="141102" y="28447"/>
                </a:lnTo>
                <a:lnTo>
                  <a:pt x="133370" y="29066"/>
                </a:lnTo>
                <a:lnTo>
                  <a:pt x="133510" y="29054"/>
                </a:lnTo>
                <a:lnTo>
                  <a:pt x="126098" y="29734"/>
                </a:lnTo>
                <a:lnTo>
                  <a:pt x="126249" y="29715"/>
                </a:lnTo>
                <a:lnTo>
                  <a:pt x="119150" y="30456"/>
                </a:lnTo>
                <a:lnTo>
                  <a:pt x="119321" y="30438"/>
                </a:lnTo>
                <a:lnTo>
                  <a:pt x="112520" y="31247"/>
                </a:lnTo>
                <a:lnTo>
                  <a:pt x="112711" y="31223"/>
                </a:lnTo>
                <a:lnTo>
                  <a:pt x="108929" y="31731"/>
                </a:lnTo>
                <a:lnTo>
                  <a:pt x="105658" y="7444"/>
                </a:lnTo>
                <a:moveTo>
                  <a:pt x="204772" y="1091"/>
                </a:moveTo>
                <a:lnTo>
                  <a:pt x="213937" y="864"/>
                </a:lnTo>
                <a:lnTo>
                  <a:pt x="236177" y="496"/>
                </a:lnTo>
                <a:lnTo>
                  <a:pt x="259950" y="245"/>
                </a:lnTo>
                <a:lnTo>
                  <a:pt x="278514" y="135"/>
                </a:lnTo>
                <a:lnTo>
                  <a:pt x="278663" y="24642"/>
                </a:lnTo>
                <a:lnTo>
                  <a:pt x="260128" y="24753"/>
                </a:lnTo>
                <a:lnTo>
                  <a:pt x="260183" y="24753"/>
                </a:lnTo>
                <a:lnTo>
                  <a:pt x="236473" y="24997"/>
                </a:lnTo>
                <a:lnTo>
                  <a:pt x="236546" y="24997"/>
                </a:lnTo>
                <a:lnTo>
                  <a:pt x="214397" y="25365"/>
                </a:lnTo>
                <a:lnTo>
                  <a:pt x="214495" y="25365"/>
                </a:lnTo>
                <a:lnTo>
                  <a:pt x="205379" y="25592"/>
                </a:lnTo>
                <a:lnTo>
                  <a:pt x="204772" y="1091"/>
                </a:lnTo>
                <a:moveTo>
                  <a:pt x="303078" y="61"/>
                </a:moveTo>
                <a:lnTo>
                  <a:pt x="341064" y="0"/>
                </a:lnTo>
                <a:lnTo>
                  <a:pt x="376625" y="19"/>
                </a:lnTo>
                <a:lnTo>
                  <a:pt x="376613" y="24526"/>
                </a:lnTo>
                <a:lnTo>
                  <a:pt x="341064" y="24508"/>
                </a:lnTo>
                <a:lnTo>
                  <a:pt x="341094" y="24508"/>
                </a:lnTo>
                <a:lnTo>
                  <a:pt x="303120" y="24568"/>
                </a:lnTo>
                <a:lnTo>
                  <a:pt x="303078" y="61"/>
                </a:lnTo>
                <a:moveTo>
                  <a:pt x="401131" y="31"/>
                </a:moveTo>
                <a:lnTo>
                  <a:pt x="474654" y="73"/>
                </a:lnTo>
                <a:lnTo>
                  <a:pt x="474642" y="24581"/>
                </a:lnTo>
                <a:lnTo>
                  <a:pt x="401120" y="24538"/>
                </a:lnTo>
                <a:lnTo>
                  <a:pt x="401131" y="31"/>
                </a:lnTo>
                <a:moveTo>
                  <a:pt x="499161" y="86"/>
                </a:moveTo>
                <a:lnTo>
                  <a:pt x="572684" y="123"/>
                </a:lnTo>
                <a:lnTo>
                  <a:pt x="572672" y="24630"/>
                </a:lnTo>
                <a:lnTo>
                  <a:pt x="499150" y="24593"/>
                </a:lnTo>
                <a:lnTo>
                  <a:pt x="499161" y="86"/>
                </a:lnTo>
                <a:moveTo>
                  <a:pt x="597190" y="135"/>
                </a:moveTo>
                <a:lnTo>
                  <a:pt x="670714" y="178"/>
                </a:lnTo>
                <a:lnTo>
                  <a:pt x="670702" y="24685"/>
                </a:lnTo>
                <a:lnTo>
                  <a:pt x="597179" y="24642"/>
                </a:lnTo>
                <a:lnTo>
                  <a:pt x="597190" y="135"/>
                </a:lnTo>
                <a:moveTo>
                  <a:pt x="695222" y="190"/>
                </a:moveTo>
                <a:lnTo>
                  <a:pt x="768743" y="227"/>
                </a:lnTo>
                <a:lnTo>
                  <a:pt x="768731" y="24734"/>
                </a:lnTo>
                <a:lnTo>
                  <a:pt x="695209" y="24697"/>
                </a:lnTo>
                <a:lnTo>
                  <a:pt x="695222" y="190"/>
                </a:lnTo>
                <a:moveTo>
                  <a:pt x="793250" y="245"/>
                </a:moveTo>
                <a:lnTo>
                  <a:pt x="866774" y="282"/>
                </a:lnTo>
                <a:lnTo>
                  <a:pt x="866761" y="24789"/>
                </a:lnTo>
                <a:lnTo>
                  <a:pt x="793239" y="24753"/>
                </a:lnTo>
                <a:lnTo>
                  <a:pt x="793250" y="245"/>
                </a:lnTo>
                <a:moveTo>
                  <a:pt x="891280" y="294"/>
                </a:moveTo>
                <a:lnTo>
                  <a:pt x="964803" y="331"/>
                </a:lnTo>
                <a:lnTo>
                  <a:pt x="964791" y="24838"/>
                </a:lnTo>
                <a:lnTo>
                  <a:pt x="891268" y="24801"/>
                </a:lnTo>
                <a:lnTo>
                  <a:pt x="891280" y="294"/>
                </a:lnTo>
                <a:moveTo>
                  <a:pt x="989311" y="349"/>
                </a:moveTo>
                <a:lnTo>
                  <a:pt x="1062833" y="386"/>
                </a:lnTo>
                <a:lnTo>
                  <a:pt x="1062820" y="24893"/>
                </a:lnTo>
                <a:lnTo>
                  <a:pt x="989299" y="24857"/>
                </a:lnTo>
                <a:lnTo>
                  <a:pt x="989311" y="349"/>
                </a:lnTo>
                <a:moveTo>
                  <a:pt x="1087339" y="398"/>
                </a:moveTo>
                <a:lnTo>
                  <a:pt x="1160863" y="441"/>
                </a:lnTo>
                <a:lnTo>
                  <a:pt x="1160851" y="24948"/>
                </a:lnTo>
                <a:lnTo>
                  <a:pt x="1087328" y="24906"/>
                </a:lnTo>
                <a:lnTo>
                  <a:pt x="1087339" y="398"/>
                </a:lnTo>
                <a:moveTo>
                  <a:pt x="1185370" y="453"/>
                </a:moveTo>
                <a:lnTo>
                  <a:pt x="1258892" y="490"/>
                </a:lnTo>
                <a:lnTo>
                  <a:pt x="1258880" y="24997"/>
                </a:lnTo>
                <a:lnTo>
                  <a:pt x="1185358" y="24961"/>
                </a:lnTo>
                <a:lnTo>
                  <a:pt x="1185370" y="453"/>
                </a:lnTo>
                <a:moveTo>
                  <a:pt x="1283400" y="502"/>
                </a:moveTo>
                <a:lnTo>
                  <a:pt x="1356922" y="545"/>
                </a:lnTo>
                <a:lnTo>
                  <a:pt x="1356910" y="25053"/>
                </a:lnTo>
                <a:lnTo>
                  <a:pt x="1283388" y="25010"/>
                </a:lnTo>
                <a:lnTo>
                  <a:pt x="1283400" y="502"/>
                </a:lnTo>
                <a:moveTo>
                  <a:pt x="1381428" y="558"/>
                </a:moveTo>
                <a:lnTo>
                  <a:pt x="1454952" y="594"/>
                </a:lnTo>
                <a:lnTo>
                  <a:pt x="1454940" y="25102"/>
                </a:lnTo>
                <a:lnTo>
                  <a:pt x="1381417" y="25065"/>
                </a:lnTo>
                <a:lnTo>
                  <a:pt x="1381428" y="558"/>
                </a:lnTo>
                <a:moveTo>
                  <a:pt x="1479460" y="613"/>
                </a:moveTo>
                <a:lnTo>
                  <a:pt x="1552981" y="649"/>
                </a:lnTo>
                <a:lnTo>
                  <a:pt x="1552969" y="25157"/>
                </a:lnTo>
                <a:lnTo>
                  <a:pt x="1479447" y="25120"/>
                </a:lnTo>
                <a:lnTo>
                  <a:pt x="1479460" y="613"/>
                </a:lnTo>
                <a:moveTo>
                  <a:pt x="1577489" y="662"/>
                </a:moveTo>
                <a:lnTo>
                  <a:pt x="1651012" y="698"/>
                </a:lnTo>
                <a:lnTo>
                  <a:pt x="1650999" y="25206"/>
                </a:lnTo>
                <a:lnTo>
                  <a:pt x="1577477" y="25169"/>
                </a:lnTo>
                <a:lnTo>
                  <a:pt x="1577489" y="662"/>
                </a:lnTo>
                <a:moveTo>
                  <a:pt x="1675519" y="717"/>
                </a:moveTo>
                <a:lnTo>
                  <a:pt x="1749041" y="753"/>
                </a:lnTo>
                <a:lnTo>
                  <a:pt x="1749029" y="25261"/>
                </a:lnTo>
                <a:lnTo>
                  <a:pt x="1675506" y="25225"/>
                </a:lnTo>
                <a:lnTo>
                  <a:pt x="1675519" y="717"/>
                </a:lnTo>
                <a:moveTo>
                  <a:pt x="1773549" y="766"/>
                </a:moveTo>
                <a:lnTo>
                  <a:pt x="1847071" y="809"/>
                </a:lnTo>
                <a:lnTo>
                  <a:pt x="1847058" y="25316"/>
                </a:lnTo>
                <a:lnTo>
                  <a:pt x="1773537" y="25273"/>
                </a:lnTo>
                <a:lnTo>
                  <a:pt x="1773549" y="766"/>
                </a:lnTo>
                <a:moveTo>
                  <a:pt x="1871578" y="821"/>
                </a:moveTo>
                <a:lnTo>
                  <a:pt x="1945101" y="858"/>
                </a:lnTo>
                <a:lnTo>
                  <a:pt x="1945089" y="25365"/>
                </a:lnTo>
                <a:lnTo>
                  <a:pt x="1871566" y="25329"/>
                </a:lnTo>
                <a:lnTo>
                  <a:pt x="1871578" y="821"/>
                </a:lnTo>
                <a:moveTo>
                  <a:pt x="1969608" y="870"/>
                </a:moveTo>
                <a:lnTo>
                  <a:pt x="2043130" y="913"/>
                </a:lnTo>
                <a:lnTo>
                  <a:pt x="2043118" y="25421"/>
                </a:lnTo>
                <a:lnTo>
                  <a:pt x="1969596" y="25378"/>
                </a:lnTo>
                <a:lnTo>
                  <a:pt x="1969608" y="870"/>
                </a:lnTo>
                <a:moveTo>
                  <a:pt x="2067638" y="926"/>
                </a:moveTo>
                <a:lnTo>
                  <a:pt x="2141160" y="962"/>
                </a:lnTo>
                <a:lnTo>
                  <a:pt x="2141148" y="25469"/>
                </a:lnTo>
                <a:lnTo>
                  <a:pt x="2067626" y="25433"/>
                </a:lnTo>
                <a:lnTo>
                  <a:pt x="2067638" y="926"/>
                </a:lnTo>
                <a:moveTo>
                  <a:pt x="2165667" y="974"/>
                </a:moveTo>
                <a:lnTo>
                  <a:pt x="2239190" y="1017"/>
                </a:lnTo>
                <a:lnTo>
                  <a:pt x="2239178" y="25525"/>
                </a:lnTo>
                <a:lnTo>
                  <a:pt x="2165655" y="25482"/>
                </a:lnTo>
                <a:lnTo>
                  <a:pt x="2165667" y="974"/>
                </a:lnTo>
                <a:moveTo>
                  <a:pt x="2263698" y="1029"/>
                </a:moveTo>
                <a:lnTo>
                  <a:pt x="2337219" y="1066"/>
                </a:lnTo>
                <a:lnTo>
                  <a:pt x="2337207" y="25573"/>
                </a:lnTo>
                <a:lnTo>
                  <a:pt x="2263685" y="25537"/>
                </a:lnTo>
                <a:lnTo>
                  <a:pt x="2263698" y="1029"/>
                </a:lnTo>
                <a:moveTo>
                  <a:pt x="2361727" y="1085"/>
                </a:moveTo>
                <a:lnTo>
                  <a:pt x="2435250" y="1121"/>
                </a:lnTo>
                <a:lnTo>
                  <a:pt x="2435239" y="25629"/>
                </a:lnTo>
                <a:lnTo>
                  <a:pt x="2361715" y="25592"/>
                </a:lnTo>
                <a:lnTo>
                  <a:pt x="2361727" y="1085"/>
                </a:lnTo>
                <a:moveTo>
                  <a:pt x="2459756" y="1134"/>
                </a:moveTo>
                <a:lnTo>
                  <a:pt x="2533279" y="1176"/>
                </a:lnTo>
                <a:lnTo>
                  <a:pt x="2533267" y="25684"/>
                </a:lnTo>
                <a:lnTo>
                  <a:pt x="2459744" y="25641"/>
                </a:lnTo>
                <a:lnTo>
                  <a:pt x="2459756" y="1134"/>
                </a:lnTo>
                <a:moveTo>
                  <a:pt x="2557787" y="1188"/>
                </a:moveTo>
                <a:lnTo>
                  <a:pt x="2631308" y="1226"/>
                </a:lnTo>
                <a:lnTo>
                  <a:pt x="2631296" y="25733"/>
                </a:lnTo>
                <a:lnTo>
                  <a:pt x="2557775" y="25696"/>
                </a:lnTo>
                <a:lnTo>
                  <a:pt x="2557787" y="1188"/>
                </a:lnTo>
                <a:moveTo>
                  <a:pt x="2655816" y="1238"/>
                </a:moveTo>
                <a:lnTo>
                  <a:pt x="2729339" y="1281"/>
                </a:lnTo>
                <a:lnTo>
                  <a:pt x="2729328" y="25788"/>
                </a:lnTo>
                <a:lnTo>
                  <a:pt x="2655804" y="25745"/>
                </a:lnTo>
                <a:lnTo>
                  <a:pt x="2655816" y="1238"/>
                </a:lnTo>
                <a:moveTo>
                  <a:pt x="2753847" y="1293"/>
                </a:moveTo>
                <a:lnTo>
                  <a:pt x="2827368" y="1330"/>
                </a:lnTo>
                <a:lnTo>
                  <a:pt x="2827356" y="25837"/>
                </a:lnTo>
                <a:lnTo>
                  <a:pt x="2753833" y="25800"/>
                </a:lnTo>
                <a:lnTo>
                  <a:pt x="2753847" y="1293"/>
                </a:lnTo>
                <a:moveTo>
                  <a:pt x="2851876" y="1342"/>
                </a:moveTo>
                <a:lnTo>
                  <a:pt x="2925399" y="1385"/>
                </a:lnTo>
                <a:lnTo>
                  <a:pt x="2925385" y="25892"/>
                </a:lnTo>
                <a:lnTo>
                  <a:pt x="2851864" y="25850"/>
                </a:lnTo>
                <a:lnTo>
                  <a:pt x="2851876" y="1342"/>
                </a:lnTo>
                <a:moveTo>
                  <a:pt x="2949905" y="1397"/>
                </a:moveTo>
                <a:lnTo>
                  <a:pt x="3023428" y="1434"/>
                </a:lnTo>
                <a:lnTo>
                  <a:pt x="3023417" y="25941"/>
                </a:lnTo>
                <a:lnTo>
                  <a:pt x="2949893" y="25904"/>
                </a:lnTo>
                <a:lnTo>
                  <a:pt x="2949905" y="1397"/>
                </a:lnTo>
                <a:moveTo>
                  <a:pt x="3047936" y="1452"/>
                </a:moveTo>
                <a:lnTo>
                  <a:pt x="3082118" y="1470"/>
                </a:lnTo>
                <a:lnTo>
                  <a:pt x="3082106" y="25978"/>
                </a:lnTo>
                <a:lnTo>
                  <a:pt x="3047924" y="25959"/>
                </a:lnTo>
                <a:lnTo>
                  <a:pt x="3047936" y="1452"/>
                </a:lnTo>
                <a:moveTo>
                  <a:pt x="3082118" y="1470"/>
                </a:moveTo>
                <a:lnTo>
                  <a:pt x="3121457" y="1477"/>
                </a:lnTo>
                <a:lnTo>
                  <a:pt x="3121452" y="25984"/>
                </a:lnTo>
                <a:lnTo>
                  <a:pt x="3082111" y="25978"/>
                </a:lnTo>
                <a:lnTo>
                  <a:pt x="3082118" y="1470"/>
                </a:lnTo>
                <a:moveTo>
                  <a:pt x="3145991" y="1501"/>
                </a:moveTo>
                <a:lnTo>
                  <a:pt x="3163985" y="1538"/>
                </a:lnTo>
                <a:lnTo>
                  <a:pt x="3188332" y="1660"/>
                </a:lnTo>
                <a:lnTo>
                  <a:pt x="3211291" y="1875"/>
                </a:lnTo>
                <a:lnTo>
                  <a:pt x="3219665" y="1998"/>
                </a:lnTo>
                <a:lnTo>
                  <a:pt x="3219298" y="26505"/>
                </a:lnTo>
                <a:lnTo>
                  <a:pt x="3210954" y="26376"/>
                </a:lnTo>
                <a:lnTo>
                  <a:pt x="3211026" y="26376"/>
                </a:lnTo>
                <a:lnTo>
                  <a:pt x="3188137" y="26168"/>
                </a:lnTo>
                <a:lnTo>
                  <a:pt x="3188186" y="26168"/>
                </a:lnTo>
                <a:lnTo>
                  <a:pt x="3163880" y="26046"/>
                </a:lnTo>
                <a:lnTo>
                  <a:pt x="3163910" y="26046"/>
                </a:lnTo>
                <a:lnTo>
                  <a:pt x="3145935" y="26009"/>
                </a:lnTo>
                <a:lnTo>
                  <a:pt x="3145991" y="1501"/>
                </a:lnTo>
                <a:moveTo>
                  <a:pt x="3244266" y="2457"/>
                </a:moveTo>
                <a:lnTo>
                  <a:pt x="3253179" y="2666"/>
                </a:lnTo>
                <a:lnTo>
                  <a:pt x="3272192" y="3296"/>
                </a:lnTo>
                <a:lnTo>
                  <a:pt x="3281264" y="3682"/>
                </a:lnTo>
                <a:lnTo>
                  <a:pt x="3290026" y="4117"/>
                </a:lnTo>
                <a:lnTo>
                  <a:pt x="3298493" y="4607"/>
                </a:lnTo>
                <a:lnTo>
                  <a:pt x="3306674" y="5159"/>
                </a:lnTo>
                <a:lnTo>
                  <a:pt x="3314576" y="5765"/>
                </a:lnTo>
                <a:lnTo>
                  <a:pt x="3318487" y="6115"/>
                </a:lnTo>
                <a:lnTo>
                  <a:pt x="3316322" y="30524"/>
                </a:lnTo>
                <a:lnTo>
                  <a:pt x="3312483" y="30187"/>
                </a:lnTo>
                <a:lnTo>
                  <a:pt x="3312622" y="30199"/>
                </a:lnTo>
                <a:lnTo>
                  <a:pt x="3304846" y="29599"/>
                </a:lnTo>
                <a:lnTo>
                  <a:pt x="3304969" y="29605"/>
                </a:lnTo>
                <a:lnTo>
                  <a:pt x="3296907" y="29066"/>
                </a:lnTo>
                <a:lnTo>
                  <a:pt x="3297016" y="29072"/>
                </a:lnTo>
                <a:lnTo>
                  <a:pt x="3288654" y="28588"/>
                </a:lnTo>
                <a:lnTo>
                  <a:pt x="3288752" y="28594"/>
                </a:lnTo>
                <a:lnTo>
                  <a:pt x="3280089" y="28159"/>
                </a:lnTo>
                <a:lnTo>
                  <a:pt x="3280180" y="28165"/>
                </a:lnTo>
                <a:lnTo>
                  <a:pt x="3271204" y="27786"/>
                </a:lnTo>
                <a:lnTo>
                  <a:pt x="3271322" y="27786"/>
                </a:lnTo>
                <a:lnTo>
                  <a:pt x="3252433" y="27161"/>
                </a:lnTo>
                <a:lnTo>
                  <a:pt x="3252554" y="27166"/>
                </a:lnTo>
                <a:lnTo>
                  <a:pt x="3243701" y="26958"/>
                </a:lnTo>
                <a:lnTo>
                  <a:pt x="3244266" y="2457"/>
                </a:lnTo>
                <a:moveTo>
                  <a:pt x="3343344" y="8878"/>
                </a:moveTo>
                <a:lnTo>
                  <a:pt x="3343513" y="8896"/>
                </a:lnTo>
                <a:lnTo>
                  <a:pt x="3350113" y="9870"/>
                </a:lnTo>
                <a:lnTo>
                  <a:pt x="3356473" y="10931"/>
                </a:lnTo>
                <a:lnTo>
                  <a:pt x="3362598" y="12076"/>
                </a:lnTo>
                <a:lnTo>
                  <a:pt x="3368500" y="13320"/>
                </a:lnTo>
                <a:lnTo>
                  <a:pt x="3374172" y="14668"/>
                </a:lnTo>
                <a:lnTo>
                  <a:pt x="3379637" y="16114"/>
                </a:lnTo>
                <a:lnTo>
                  <a:pt x="3384890" y="17676"/>
                </a:lnTo>
                <a:lnTo>
                  <a:pt x="3389936" y="19355"/>
                </a:lnTo>
                <a:lnTo>
                  <a:pt x="3394789" y="21162"/>
                </a:lnTo>
                <a:lnTo>
                  <a:pt x="3399452" y="23098"/>
                </a:lnTo>
                <a:lnTo>
                  <a:pt x="3403919" y="25169"/>
                </a:lnTo>
                <a:lnTo>
                  <a:pt x="3408200" y="27393"/>
                </a:lnTo>
                <a:lnTo>
                  <a:pt x="3412293" y="29764"/>
                </a:lnTo>
                <a:lnTo>
                  <a:pt x="3416197" y="32289"/>
                </a:lnTo>
                <a:lnTo>
                  <a:pt x="3418158" y="33716"/>
                </a:lnTo>
                <a:lnTo>
                  <a:pt x="3403784" y="53561"/>
                </a:lnTo>
                <a:lnTo>
                  <a:pt x="3402080" y="52324"/>
                </a:lnTo>
                <a:lnTo>
                  <a:pt x="3402607" y="52685"/>
                </a:lnTo>
                <a:lnTo>
                  <a:pt x="3399226" y="50497"/>
                </a:lnTo>
                <a:lnTo>
                  <a:pt x="3399740" y="50816"/>
                </a:lnTo>
                <a:lnTo>
                  <a:pt x="3396161" y="48739"/>
                </a:lnTo>
                <a:lnTo>
                  <a:pt x="3396664" y="49015"/>
                </a:lnTo>
                <a:lnTo>
                  <a:pt x="3392873" y="47048"/>
                </a:lnTo>
                <a:lnTo>
                  <a:pt x="3393357" y="47287"/>
                </a:lnTo>
                <a:lnTo>
                  <a:pt x="3389362" y="45431"/>
                </a:lnTo>
                <a:lnTo>
                  <a:pt x="3389815" y="45633"/>
                </a:lnTo>
                <a:lnTo>
                  <a:pt x="3385606" y="43880"/>
                </a:lnTo>
                <a:lnTo>
                  <a:pt x="3386034" y="44053"/>
                </a:lnTo>
                <a:lnTo>
                  <a:pt x="3381599" y="42404"/>
                </a:lnTo>
                <a:lnTo>
                  <a:pt x="3382002" y="42545"/>
                </a:lnTo>
                <a:lnTo>
                  <a:pt x="3377339" y="40995"/>
                </a:lnTo>
                <a:lnTo>
                  <a:pt x="3377721" y="41111"/>
                </a:lnTo>
                <a:lnTo>
                  <a:pt x="3372826" y="39659"/>
                </a:lnTo>
                <a:lnTo>
                  <a:pt x="3373174" y="39757"/>
                </a:lnTo>
                <a:lnTo>
                  <a:pt x="3368047" y="38397"/>
                </a:lnTo>
                <a:lnTo>
                  <a:pt x="3368370" y="38477"/>
                </a:lnTo>
                <a:lnTo>
                  <a:pt x="3362998" y="37209"/>
                </a:lnTo>
                <a:lnTo>
                  <a:pt x="3363291" y="37269"/>
                </a:lnTo>
                <a:lnTo>
                  <a:pt x="3357680" y="36087"/>
                </a:lnTo>
                <a:lnTo>
                  <a:pt x="3357947" y="36143"/>
                </a:lnTo>
                <a:lnTo>
                  <a:pt x="3352080" y="35040"/>
                </a:lnTo>
                <a:lnTo>
                  <a:pt x="3352324" y="35082"/>
                </a:lnTo>
                <a:lnTo>
                  <a:pt x="3346204" y="34065"/>
                </a:lnTo>
                <a:lnTo>
                  <a:pt x="3346425" y="34102"/>
                </a:lnTo>
                <a:lnTo>
                  <a:pt x="3340039" y="33158"/>
                </a:lnTo>
                <a:lnTo>
                  <a:pt x="3340241" y="33183"/>
                </a:lnTo>
                <a:lnTo>
                  <a:pt x="3340137" y="33171"/>
                </a:lnTo>
                <a:lnTo>
                  <a:pt x="3340174" y="33177"/>
                </a:lnTo>
                <a:lnTo>
                  <a:pt x="3343344" y="8878"/>
                </a:lnTo>
                <a:moveTo>
                  <a:pt x="3438254" y="54878"/>
                </a:moveTo>
                <a:lnTo>
                  <a:pt x="3440349" y="58303"/>
                </a:lnTo>
                <a:lnTo>
                  <a:pt x="3442463" y="62231"/>
                </a:lnTo>
                <a:lnTo>
                  <a:pt x="3444386" y="66292"/>
                </a:lnTo>
                <a:lnTo>
                  <a:pt x="3446126" y="70483"/>
                </a:lnTo>
                <a:lnTo>
                  <a:pt x="3447681" y="74797"/>
                </a:lnTo>
                <a:lnTo>
                  <a:pt x="3449079" y="79239"/>
                </a:lnTo>
                <a:lnTo>
                  <a:pt x="3450318" y="83803"/>
                </a:lnTo>
                <a:lnTo>
                  <a:pt x="3451402" y="88496"/>
                </a:lnTo>
                <a:lnTo>
                  <a:pt x="3452351" y="93318"/>
                </a:lnTo>
                <a:lnTo>
                  <a:pt x="3453167" y="98281"/>
                </a:lnTo>
                <a:lnTo>
                  <a:pt x="3453858" y="103372"/>
                </a:lnTo>
                <a:lnTo>
                  <a:pt x="3454434" y="108611"/>
                </a:lnTo>
                <a:lnTo>
                  <a:pt x="3454907" y="113997"/>
                </a:lnTo>
                <a:lnTo>
                  <a:pt x="3455281" y="119529"/>
                </a:lnTo>
                <a:lnTo>
                  <a:pt x="3455555" y="125221"/>
                </a:lnTo>
                <a:lnTo>
                  <a:pt x="3455746" y="131078"/>
                </a:lnTo>
                <a:lnTo>
                  <a:pt x="3455758" y="131936"/>
                </a:lnTo>
                <a:lnTo>
                  <a:pt x="3431257" y="132383"/>
                </a:lnTo>
                <a:lnTo>
                  <a:pt x="3431245" y="131611"/>
                </a:lnTo>
                <a:lnTo>
                  <a:pt x="3431250" y="131788"/>
                </a:lnTo>
                <a:lnTo>
                  <a:pt x="3431062" y="126121"/>
                </a:lnTo>
                <a:lnTo>
                  <a:pt x="3431073" y="126318"/>
                </a:lnTo>
                <a:lnTo>
                  <a:pt x="3430803" y="120834"/>
                </a:lnTo>
                <a:lnTo>
                  <a:pt x="3430815" y="121061"/>
                </a:lnTo>
                <a:lnTo>
                  <a:pt x="3430462" y="115761"/>
                </a:lnTo>
                <a:lnTo>
                  <a:pt x="3430478" y="116006"/>
                </a:lnTo>
                <a:lnTo>
                  <a:pt x="3430031" y="110884"/>
                </a:lnTo>
                <a:lnTo>
                  <a:pt x="3430062" y="111160"/>
                </a:lnTo>
                <a:lnTo>
                  <a:pt x="3429517" y="106216"/>
                </a:lnTo>
                <a:lnTo>
                  <a:pt x="3429552" y="106521"/>
                </a:lnTo>
                <a:lnTo>
                  <a:pt x="3428903" y="101749"/>
                </a:lnTo>
                <a:lnTo>
                  <a:pt x="3428952" y="102086"/>
                </a:lnTo>
                <a:lnTo>
                  <a:pt x="3428199" y="97484"/>
                </a:lnTo>
                <a:lnTo>
                  <a:pt x="3428262" y="97859"/>
                </a:lnTo>
                <a:lnTo>
                  <a:pt x="3427392" y="93416"/>
                </a:lnTo>
                <a:lnTo>
                  <a:pt x="3427476" y="93820"/>
                </a:lnTo>
                <a:lnTo>
                  <a:pt x="3426490" y="89550"/>
                </a:lnTo>
                <a:lnTo>
                  <a:pt x="3426601" y="89985"/>
                </a:lnTo>
                <a:lnTo>
                  <a:pt x="3425485" y="85874"/>
                </a:lnTo>
                <a:lnTo>
                  <a:pt x="3425627" y="86339"/>
                </a:lnTo>
                <a:lnTo>
                  <a:pt x="3424383" y="82388"/>
                </a:lnTo>
                <a:lnTo>
                  <a:pt x="3424548" y="82884"/>
                </a:lnTo>
                <a:lnTo>
                  <a:pt x="3423176" y="79085"/>
                </a:lnTo>
                <a:lnTo>
                  <a:pt x="3423378" y="79613"/>
                </a:lnTo>
                <a:lnTo>
                  <a:pt x="3421864" y="75960"/>
                </a:lnTo>
                <a:lnTo>
                  <a:pt x="3422109" y="76512"/>
                </a:lnTo>
                <a:lnTo>
                  <a:pt x="3420448" y="73008"/>
                </a:lnTo>
                <a:lnTo>
                  <a:pt x="3420737" y="73572"/>
                </a:lnTo>
                <a:lnTo>
                  <a:pt x="3418930" y="70214"/>
                </a:lnTo>
                <a:lnTo>
                  <a:pt x="3419255" y="70790"/>
                </a:lnTo>
                <a:lnTo>
                  <a:pt x="3417337" y="67646"/>
                </a:lnTo>
                <a:lnTo>
                  <a:pt x="3438254" y="54878"/>
                </a:lnTo>
                <a:moveTo>
                  <a:pt x="3455900" y="156658"/>
                </a:moveTo>
                <a:lnTo>
                  <a:pt x="3455937" y="230180"/>
                </a:lnTo>
                <a:lnTo>
                  <a:pt x="3431429" y="230192"/>
                </a:lnTo>
                <a:lnTo>
                  <a:pt x="3431392" y="156670"/>
                </a:lnTo>
                <a:lnTo>
                  <a:pt x="3455900" y="156658"/>
                </a:lnTo>
                <a:moveTo>
                  <a:pt x="3455955" y="254687"/>
                </a:moveTo>
                <a:lnTo>
                  <a:pt x="3455990" y="328210"/>
                </a:lnTo>
                <a:lnTo>
                  <a:pt x="3431482" y="328222"/>
                </a:lnTo>
                <a:lnTo>
                  <a:pt x="3431448" y="254700"/>
                </a:lnTo>
                <a:lnTo>
                  <a:pt x="3455955" y="254687"/>
                </a:lnTo>
                <a:moveTo>
                  <a:pt x="3456009" y="352717"/>
                </a:moveTo>
                <a:lnTo>
                  <a:pt x="3456046" y="426240"/>
                </a:lnTo>
                <a:lnTo>
                  <a:pt x="3431538" y="426252"/>
                </a:lnTo>
                <a:lnTo>
                  <a:pt x="3431501" y="352730"/>
                </a:lnTo>
                <a:lnTo>
                  <a:pt x="3456009" y="352717"/>
                </a:lnTo>
                <a:moveTo>
                  <a:pt x="3456058" y="450747"/>
                </a:moveTo>
                <a:lnTo>
                  <a:pt x="3456102" y="524269"/>
                </a:lnTo>
                <a:lnTo>
                  <a:pt x="3431594" y="524281"/>
                </a:lnTo>
                <a:lnTo>
                  <a:pt x="3431550" y="450759"/>
                </a:lnTo>
                <a:lnTo>
                  <a:pt x="3456058" y="450747"/>
                </a:lnTo>
                <a:moveTo>
                  <a:pt x="3456113" y="548777"/>
                </a:moveTo>
                <a:lnTo>
                  <a:pt x="3456155" y="622299"/>
                </a:lnTo>
                <a:lnTo>
                  <a:pt x="3431650" y="622311"/>
                </a:lnTo>
                <a:lnTo>
                  <a:pt x="3431606" y="548789"/>
                </a:lnTo>
                <a:lnTo>
                  <a:pt x="3456113" y="548777"/>
                </a:lnTo>
                <a:moveTo>
                  <a:pt x="3456169" y="646806"/>
                </a:moveTo>
                <a:lnTo>
                  <a:pt x="3456211" y="720329"/>
                </a:lnTo>
                <a:lnTo>
                  <a:pt x="3431703" y="720341"/>
                </a:lnTo>
                <a:lnTo>
                  <a:pt x="3431661" y="646819"/>
                </a:lnTo>
                <a:lnTo>
                  <a:pt x="3456169" y="646806"/>
                </a:lnTo>
                <a:moveTo>
                  <a:pt x="3456223" y="744837"/>
                </a:moveTo>
                <a:lnTo>
                  <a:pt x="3456267" y="818359"/>
                </a:lnTo>
                <a:lnTo>
                  <a:pt x="3431759" y="818371"/>
                </a:lnTo>
                <a:lnTo>
                  <a:pt x="3431717" y="744849"/>
                </a:lnTo>
                <a:lnTo>
                  <a:pt x="3456223" y="744837"/>
                </a:lnTo>
                <a:moveTo>
                  <a:pt x="3456279" y="842866"/>
                </a:moveTo>
                <a:lnTo>
                  <a:pt x="3456316" y="916388"/>
                </a:lnTo>
                <a:lnTo>
                  <a:pt x="3431808" y="916400"/>
                </a:lnTo>
                <a:lnTo>
                  <a:pt x="3431771" y="842878"/>
                </a:lnTo>
                <a:lnTo>
                  <a:pt x="3456279" y="842866"/>
                </a:lnTo>
                <a:moveTo>
                  <a:pt x="3456334" y="940896"/>
                </a:moveTo>
                <a:lnTo>
                  <a:pt x="3456372" y="1014418"/>
                </a:lnTo>
                <a:lnTo>
                  <a:pt x="3431864" y="1014430"/>
                </a:lnTo>
                <a:lnTo>
                  <a:pt x="3431827" y="940908"/>
                </a:lnTo>
                <a:lnTo>
                  <a:pt x="3456334" y="940896"/>
                </a:lnTo>
                <a:moveTo>
                  <a:pt x="3456388" y="1038926"/>
                </a:moveTo>
                <a:lnTo>
                  <a:pt x="3456425" y="1112448"/>
                </a:lnTo>
                <a:lnTo>
                  <a:pt x="3431917" y="1112460"/>
                </a:lnTo>
                <a:lnTo>
                  <a:pt x="3431882" y="1038938"/>
                </a:lnTo>
                <a:lnTo>
                  <a:pt x="3456388" y="1038926"/>
                </a:lnTo>
                <a:moveTo>
                  <a:pt x="3456444" y="1136956"/>
                </a:moveTo>
                <a:lnTo>
                  <a:pt x="3456481" y="1210478"/>
                </a:lnTo>
                <a:lnTo>
                  <a:pt x="3431973" y="1210489"/>
                </a:lnTo>
                <a:lnTo>
                  <a:pt x="3431936" y="1136967"/>
                </a:lnTo>
                <a:lnTo>
                  <a:pt x="3456444" y="1136956"/>
                </a:lnTo>
                <a:moveTo>
                  <a:pt x="3456493" y="1234985"/>
                </a:moveTo>
                <a:lnTo>
                  <a:pt x="3456537" y="1308507"/>
                </a:lnTo>
                <a:lnTo>
                  <a:pt x="3432029" y="1308520"/>
                </a:lnTo>
                <a:lnTo>
                  <a:pt x="3431987" y="1234997"/>
                </a:lnTo>
                <a:lnTo>
                  <a:pt x="3456493" y="1234985"/>
                </a:lnTo>
                <a:moveTo>
                  <a:pt x="3456548" y="1333015"/>
                </a:moveTo>
                <a:lnTo>
                  <a:pt x="3456593" y="1406537"/>
                </a:lnTo>
                <a:lnTo>
                  <a:pt x="3432085" y="1406549"/>
                </a:lnTo>
                <a:lnTo>
                  <a:pt x="3432041" y="1333027"/>
                </a:lnTo>
                <a:lnTo>
                  <a:pt x="3456548" y="1333015"/>
                </a:lnTo>
                <a:moveTo>
                  <a:pt x="3456604" y="1431045"/>
                </a:moveTo>
                <a:lnTo>
                  <a:pt x="3456646" y="1504567"/>
                </a:lnTo>
                <a:lnTo>
                  <a:pt x="3432138" y="1504579"/>
                </a:lnTo>
                <a:lnTo>
                  <a:pt x="3432096" y="1431057"/>
                </a:lnTo>
                <a:lnTo>
                  <a:pt x="3456604" y="1431045"/>
                </a:lnTo>
                <a:moveTo>
                  <a:pt x="3456660" y="1529075"/>
                </a:moveTo>
                <a:lnTo>
                  <a:pt x="3456702" y="1602597"/>
                </a:lnTo>
                <a:lnTo>
                  <a:pt x="3432194" y="1602609"/>
                </a:lnTo>
                <a:lnTo>
                  <a:pt x="3432152" y="1529086"/>
                </a:lnTo>
                <a:lnTo>
                  <a:pt x="3456660" y="1529075"/>
                </a:lnTo>
                <a:moveTo>
                  <a:pt x="3456713" y="1627104"/>
                </a:moveTo>
                <a:lnTo>
                  <a:pt x="3456758" y="1700626"/>
                </a:lnTo>
                <a:lnTo>
                  <a:pt x="3432250" y="1700639"/>
                </a:lnTo>
                <a:lnTo>
                  <a:pt x="3432206" y="1627116"/>
                </a:lnTo>
                <a:lnTo>
                  <a:pt x="3456713" y="1627104"/>
                </a:lnTo>
                <a:moveTo>
                  <a:pt x="3456769" y="1725134"/>
                </a:moveTo>
                <a:lnTo>
                  <a:pt x="3456774" y="1737363"/>
                </a:lnTo>
                <a:lnTo>
                  <a:pt x="3456751" y="1749335"/>
                </a:lnTo>
                <a:lnTo>
                  <a:pt x="3456646" y="1760640"/>
                </a:lnTo>
                <a:lnTo>
                  <a:pt x="3456402" y="1771281"/>
                </a:lnTo>
                <a:lnTo>
                  <a:pt x="3456200" y="1776428"/>
                </a:lnTo>
                <a:lnTo>
                  <a:pt x="3455948" y="1781403"/>
                </a:lnTo>
                <a:lnTo>
                  <a:pt x="3455623" y="1786249"/>
                </a:lnTo>
                <a:lnTo>
                  <a:pt x="3455225" y="1790962"/>
                </a:lnTo>
                <a:lnTo>
                  <a:pt x="3454741" y="1795545"/>
                </a:lnTo>
                <a:lnTo>
                  <a:pt x="3454165" y="1800017"/>
                </a:lnTo>
                <a:lnTo>
                  <a:pt x="3454090" y="1800463"/>
                </a:lnTo>
                <a:lnTo>
                  <a:pt x="3429885" y="1796659"/>
                </a:lnTo>
                <a:lnTo>
                  <a:pt x="3429927" y="1796371"/>
                </a:lnTo>
                <a:lnTo>
                  <a:pt x="3429878" y="1796702"/>
                </a:lnTo>
                <a:lnTo>
                  <a:pt x="3430417" y="1792542"/>
                </a:lnTo>
                <a:lnTo>
                  <a:pt x="3430387" y="1792829"/>
                </a:lnTo>
                <a:lnTo>
                  <a:pt x="3430841" y="1788516"/>
                </a:lnTo>
                <a:lnTo>
                  <a:pt x="3430815" y="1788768"/>
                </a:lnTo>
                <a:lnTo>
                  <a:pt x="3431196" y="1784289"/>
                </a:lnTo>
                <a:lnTo>
                  <a:pt x="3431178" y="1784510"/>
                </a:lnTo>
                <a:lnTo>
                  <a:pt x="3431489" y="1779871"/>
                </a:lnTo>
                <a:lnTo>
                  <a:pt x="3431478" y="1780055"/>
                </a:lnTo>
                <a:lnTo>
                  <a:pt x="3431722" y="1775252"/>
                </a:lnTo>
                <a:lnTo>
                  <a:pt x="3431717" y="1775411"/>
                </a:lnTo>
                <a:lnTo>
                  <a:pt x="3431906" y="1770436"/>
                </a:lnTo>
                <a:lnTo>
                  <a:pt x="3431901" y="1770619"/>
                </a:lnTo>
                <a:lnTo>
                  <a:pt x="3432145" y="1760155"/>
                </a:lnTo>
                <a:lnTo>
                  <a:pt x="3432138" y="1760327"/>
                </a:lnTo>
                <a:lnTo>
                  <a:pt x="3432243" y="1749151"/>
                </a:lnTo>
                <a:lnTo>
                  <a:pt x="3432243" y="1749244"/>
                </a:lnTo>
                <a:lnTo>
                  <a:pt x="3432268" y="1737332"/>
                </a:lnTo>
                <a:lnTo>
                  <a:pt x="3432268" y="1737363"/>
                </a:lnTo>
                <a:lnTo>
                  <a:pt x="3432261" y="1725146"/>
                </a:lnTo>
                <a:lnTo>
                  <a:pt x="3456769" y="1725134"/>
                </a:lnTo>
                <a:moveTo>
                  <a:pt x="3447058" y="1826944"/>
                </a:moveTo>
                <a:lnTo>
                  <a:pt x="3446493" y="1828286"/>
                </a:lnTo>
                <a:lnTo>
                  <a:pt x="3444730" y="1831907"/>
                </a:lnTo>
                <a:lnTo>
                  <a:pt x="3442768" y="1835417"/>
                </a:lnTo>
                <a:lnTo>
                  <a:pt x="3440600" y="1838794"/>
                </a:lnTo>
                <a:lnTo>
                  <a:pt x="3438224" y="1842041"/>
                </a:lnTo>
                <a:lnTo>
                  <a:pt x="3435631" y="1845141"/>
                </a:lnTo>
                <a:lnTo>
                  <a:pt x="3432824" y="1848088"/>
                </a:lnTo>
                <a:lnTo>
                  <a:pt x="3429810" y="1850875"/>
                </a:lnTo>
                <a:lnTo>
                  <a:pt x="3426587" y="1853504"/>
                </a:lnTo>
                <a:lnTo>
                  <a:pt x="3423176" y="1855961"/>
                </a:lnTo>
                <a:lnTo>
                  <a:pt x="3419560" y="1858264"/>
                </a:lnTo>
                <a:lnTo>
                  <a:pt x="3415755" y="1860403"/>
                </a:lnTo>
                <a:lnTo>
                  <a:pt x="3411760" y="1862394"/>
                </a:lnTo>
                <a:lnTo>
                  <a:pt x="3407570" y="1864244"/>
                </a:lnTo>
                <a:lnTo>
                  <a:pt x="3403184" y="1865959"/>
                </a:lnTo>
                <a:lnTo>
                  <a:pt x="3398589" y="1867548"/>
                </a:lnTo>
                <a:lnTo>
                  <a:pt x="3393785" y="1869017"/>
                </a:lnTo>
                <a:lnTo>
                  <a:pt x="3388766" y="1870378"/>
                </a:lnTo>
                <a:lnTo>
                  <a:pt x="3383516" y="1871633"/>
                </a:lnTo>
                <a:lnTo>
                  <a:pt x="3379283" y="1872533"/>
                </a:lnTo>
                <a:lnTo>
                  <a:pt x="3374209" y="1848553"/>
                </a:lnTo>
                <a:lnTo>
                  <a:pt x="3378290" y="1847691"/>
                </a:lnTo>
                <a:lnTo>
                  <a:pt x="3377972" y="1847763"/>
                </a:lnTo>
                <a:lnTo>
                  <a:pt x="3382885" y="1846586"/>
                </a:lnTo>
                <a:lnTo>
                  <a:pt x="3382530" y="1846679"/>
                </a:lnTo>
                <a:lnTo>
                  <a:pt x="3387187" y="1845416"/>
                </a:lnTo>
                <a:lnTo>
                  <a:pt x="3386801" y="1845527"/>
                </a:lnTo>
                <a:lnTo>
                  <a:pt x="3391206" y="1844179"/>
                </a:lnTo>
                <a:lnTo>
                  <a:pt x="3390783" y="1844314"/>
                </a:lnTo>
                <a:lnTo>
                  <a:pt x="3394943" y="1842879"/>
                </a:lnTo>
                <a:lnTo>
                  <a:pt x="3394489" y="1843046"/>
                </a:lnTo>
                <a:lnTo>
                  <a:pt x="3398405" y="1841514"/>
                </a:lnTo>
                <a:lnTo>
                  <a:pt x="3397919" y="1841715"/>
                </a:lnTo>
                <a:lnTo>
                  <a:pt x="3401610" y="1840087"/>
                </a:lnTo>
                <a:lnTo>
                  <a:pt x="3401089" y="1840331"/>
                </a:lnTo>
                <a:lnTo>
                  <a:pt x="3404549" y="1838610"/>
                </a:lnTo>
                <a:lnTo>
                  <a:pt x="3404005" y="1838898"/>
                </a:lnTo>
                <a:lnTo>
                  <a:pt x="3407251" y="1837073"/>
                </a:lnTo>
                <a:lnTo>
                  <a:pt x="3406682" y="1837408"/>
                </a:lnTo>
                <a:lnTo>
                  <a:pt x="3409721" y="1835479"/>
                </a:lnTo>
                <a:lnTo>
                  <a:pt x="3409140" y="1835870"/>
                </a:lnTo>
                <a:lnTo>
                  <a:pt x="3411970" y="1833831"/>
                </a:lnTo>
                <a:lnTo>
                  <a:pt x="3411388" y="1834278"/>
                </a:lnTo>
                <a:lnTo>
                  <a:pt x="3414023" y="1832128"/>
                </a:lnTo>
                <a:lnTo>
                  <a:pt x="3413446" y="1832630"/>
                </a:lnTo>
                <a:lnTo>
                  <a:pt x="3415897" y="1830364"/>
                </a:lnTo>
                <a:lnTo>
                  <a:pt x="3415339" y="1830908"/>
                </a:lnTo>
                <a:lnTo>
                  <a:pt x="3417607" y="1828531"/>
                </a:lnTo>
                <a:lnTo>
                  <a:pt x="3417079" y="1829120"/>
                </a:lnTo>
                <a:lnTo>
                  <a:pt x="3419174" y="1826620"/>
                </a:lnTo>
                <a:lnTo>
                  <a:pt x="3418690" y="1827233"/>
                </a:lnTo>
                <a:lnTo>
                  <a:pt x="3420613" y="1824610"/>
                </a:lnTo>
                <a:lnTo>
                  <a:pt x="3420181" y="1825241"/>
                </a:lnTo>
                <a:lnTo>
                  <a:pt x="3421943" y="1822496"/>
                </a:lnTo>
                <a:lnTo>
                  <a:pt x="3421564" y="1823127"/>
                </a:lnTo>
                <a:lnTo>
                  <a:pt x="3423169" y="1820253"/>
                </a:lnTo>
                <a:lnTo>
                  <a:pt x="3422843" y="1820878"/>
                </a:lnTo>
                <a:lnTo>
                  <a:pt x="3424308" y="1817869"/>
                </a:lnTo>
                <a:lnTo>
                  <a:pt x="3424034" y="1818476"/>
                </a:lnTo>
                <a:lnTo>
                  <a:pt x="3424469" y="1817441"/>
                </a:lnTo>
                <a:lnTo>
                  <a:pt x="3447058" y="1826944"/>
                </a:lnTo>
                <a:moveTo>
                  <a:pt x="3354076" y="1876505"/>
                </a:moveTo>
                <a:lnTo>
                  <a:pt x="3353569" y="1876573"/>
                </a:lnTo>
                <a:lnTo>
                  <a:pt x="3346767" y="1877319"/>
                </a:lnTo>
                <a:lnTo>
                  <a:pt x="3339686" y="1878005"/>
                </a:lnTo>
                <a:lnTo>
                  <a:pt x="3332302" y="1878624"/>
                </a:lnTo>
                <a:lnTo>
                  <a:pt x="3324608" y="1879182"/>
                </a:lnTo>
                <a:lnTo>
                  <a:pt x="3316606" y="1879684"/>
                </a:lnTo>
                <a:lnTo>
                  <a:pt x="3308271" y="1880126"/>
                </a:lnTo>
                <a:lnTo>
                  <a:pt x="3299609" y="1880524"/>
                </a:lnTo>
                <a:lnTo>
                  <a:pt x="3290591" y="1880872"/>
                </a:lnTo>
                <a:lnTo>
                  <a:pt x="3279557" y="1881204"/>
                </a:lnTo>
                <a:lnTo>
                  <a:pt x="3278827" y="1856709"/>
                </a:lnTo>
                <a:lnTo>
                  <a:pt x="3289805" y="1856377"/>
                </a:lnTo>
                <a:lnTo>
                  <a:pt x="3289696" y="1856383"/>
                </a:lnTo>
                <a:lnTo>
                  <a:pt x="3298616" y="1856034"/>
                </a:lnTo>
                <a:lnTo>
                  <a:pt x="3298537" y="1856040"/>
                </a:lnTo>
                <a:lnTo>
                  <a:pt x="3307102" y="1855648"/>
                </a:lnTo>
                <a:lnTo>
                  <a:pt x="3307011" y="1855654"/>
                </a:lnTo>
                <a:lnTo>
                  <a:pt x="3315238" y="1855214"/>
                </a:lnTo>
                <a:lnTo>
                  <a:pt x="3315129" y="1855220"/>
                </a:lnTo>
                <a:lnTo>
                  <a:pt x="3323019" y="1854723"/>
                </a:lnTo>
                <a:lnTo>
                  <a:pt x="3322896" y="1854734"/>
                </a:lnTo>
                <a:lnTo>
                  <a:pt x="3330458" y="1854183"/>
                </a:lnTo>
                <a:lnTo>
                  <a:pt x="3330323" y="1854197"/>
                </a:lnTo>
                <a:lnTo>
                  <a:pt x="3337558" y="1853590"/>
                </a:lnTo>
                <a:lnTo>
                  <a:pt x="3337407" y="1853602"/>
                </a:lnTo>
                <a:lnTo>
                  <a:pt x="3344334" y="1852935"/>
                </a:lnTo>
                <a:lnTo>
                  <a:pt x="3344162" y="1852953"/>
                </a:lnTo>
                <a:lnTo>
                  <a:pt x="3350776" y="1852223"/>
                </a:lnTo>
                <a:lnTo>
                  <a:pt x="3350585" y="1852242"/>
                </a:lnTo>
                <a:lnTo>
                  <a:pt x="3351008" y="1852193"/>
                </a:lnTo>
                <a:lnTo>
                  <a:pt x="3354076" y="1876505"/>
                </a:lnTo>
                <a:moveTo>
                  <a:pt x="3254937" y="1881779"/>
                </a:moveTo>
                <a:lnTo>
                  <a:pt x="3251047" y="1881854"/>
                </a:lnTo>
                <a:lnTo>
                  <a:pt x="3229016" y="1882141"/>
                </a:lnTo>
                <a:lnTo>
                  <a:pt x="3205415" y="1882325"/>
                </a:lnTo>
                <a:lnTo>
                  <a:pt x="3181219" y="1882423"/>
                </a:lnTo>
                <a:lnTo>
                  <a:pt x="3181121" y="1857916"/>
                </a:lnTo>
                <a:lnTo>
                  <a:pt x="3205292" y="1857818"/>
                </a:lnTo>
                <a:lnTo>
                  <a:pt x="3205250" y="1857818"/>
                </a:lnTo>
                <a:lnTo>
                  <a:pt x="3228795" y="1857633"/>
                </a:lnTo>
                <a:lnTo>
                  <a:pt x="3228734" y="1857633"/>
                </a:lnTo>
                <a:lnTo>
                  <a:pt x="3250679" y="1857351"/>
                </a:lnTo>
                <a:lnTo>
                  <a:pt x="3250593" y="1857351"/>
                </a:lnTo>
                <a:lnTo>
                  <a:pt x="3254442" y="1857272"/>
                </a:lnTo>
                <a:lnTo>
                  <a:pt x="3254937" y="1881779"/>
                </a:lnTo>
                <a:moveTo>
                  <a:pt x="3156676" y="1882447"/>
                </a:moveTo>
                <a:lnTo>
                  <a:pt x="3124534" y="1882478"/>
                </a:lnTo>
                <a:lnTo>
                  <a:pt x="3083111" y="1882375"/>
                </a:lnTo>
                <a:lnTo>
                  <a:pt x="3083171" y="1857867"/>
                </a:lnTo>
                <a:lnTo>
                  <a:pt x="3124571" y="1857971"/>
                </a:lnTo>
                <a:lnTo>
                  <a:pt x="3124529" y="1857971"/>
                </a:lnTo>
                <a:lnTo>
                  <a:pt x="3156650" y="1857940"/>
                </a:lnTo>
                <a:lnTo>
                  <a:pt x="3156676" y="1882447"/>
                </a:lnTo>
                <a:moveTo>
                  <a:pt x="3058603" y="1882313"/>
                </a:moveTo>
                <a:lnTo>
                  <a:pt x="2985079" y="1882128"/>
                </a:lnTo>
                <a:lnTo>
                  <a:pt x="2985142" y="1857621"/>
                </a:lnTo>
                <a:lnTo>
                  <a:pt x="3058663" y="1857805"/>
                </a:lnTo>
                <a:lnTo>
                  <a:pt x="3058603" y="1882313"/>
                </a:lnTo>
                <a:moveTo>
                  <a:pt x="2960574" y="1882068"/>
                </a:moveTo>
                <a:lnTo>
                  <a:pt x="2887051" y="1881884"/>
                </a:lnTo>
                <a:lnTo>
                  <a:pt x="2887111" y="1857376"/>
                </a:lnTo>
                <a:lnTo>
                  <a:pt x="2960634" y="1857560"/>
                </a:lnTo>
                <a:lnTo>
                  <a:pt x="2960574" y="1882068"/>
                </a:lnTo>
                <a:moveTo>
                  <a:pt x="2862543" y="1881822"/>
                </a:moveTo>
                <a:lnTo>
                  <a:pt x="2789022" y="1881637"/>
                </a:lnTo>
                <a:lnTo>
                  <a:pt x="2789082" y="1857131"/>
                </a:lnTo>
                <a:lnTo>
                  <a:pt x="2862606" y="1857315"/>
                </a:lnTo>
                <a:lnTo>
                  <a:pt x="2862543" y="1881822"/>
                </a:lnTo>
                <a:moveTo>
                  <a:pt x="2764514" y="1881577"/>
                </a:moveTo>
                <a:lnTo>
                  <a:pt x="2690990" y="1881393"/>
                </a:lnTo>
                <a:lnTo>
                  <a:pt x="2691053" y="1856885"/>
                </a:lnTo>
                <a:lnTo>
                  <a:pt x="2764574" y="1857070"/>
                </a:lnTo>
                <a:lnTo>
                  <a:pt x="2764514" y="1881577"/>
                </a:lnTo>
                <a:moveTo>
                  <a:pt x="2666485" y="1881333"/>
                </a:moveTo>
                <a:lnTo>
                  <a:pt x="2592961" y="1881149"/>
                </a:lnTo>
                <a:lnTo>
                  <a:pt x="2593022" y="1856641"/>
                </a:lnTo>
                <a:lnTo>
                  <a:pt x="2666545" y="1856825"/>
                </a:lnTo>
                <a:lnTo>
                  <a:pt x="2666485" y="1881333"/>
                </a:lnTo>
                <a:moveTo>
                  <a:pt x="2568454" y="1881086"/>
                </a:moveTo>
                <a:lnTo>
                  <a:pt x="2494933" y="1880897"/>
                </a:lnTo>
                <a:lnTo>
                  <a:pt x="2494993" y="1856390"/>
                </a:lnTo>
                <a:lnTo>
                  <a:pt x="2568516" y="1856580"/>
                </a:lnTo>
                <a:lnTo>
                  <a:pt x="2568454" y="1881086"/>
                </a:lnTo>
                <a:moveTo>
                  <a:pt x="2470425" y="1880835"/>
                </a:moveTo>
                <a:lnTo>
                  <a:pt x="2396901" y="1880653"/>
                </a:lnTo>
                <a:lnTo>
                  <a:pt x="2396963" y="1856145"/>
                </a:lnTo>
                <a:lnTo>
                  <a:pt x="2470485" y="1856329"/>
                </a:lnTo>
                <a:lnTo>
                  <a:pt x="2470425" y="1880835"/>
                </a:lnTo>
                <a:moveTo>
                  <a:pt x="2372395" y="1880591"/>
                </a:moveTo>
                <a:lnTo>
                  <a:pt x="2298872" y="1880407"/>
                </a:lnTo>
                <a:lnTo>
                  <a:pt x="2298933" y="1855900"/>
                </a:lnTo>
                <a:lnTo>
                  <a:pt x="2372456" y="1856083"/>
                </a:lnTo>
                <a:lnTo>
                  <a:pt x="2372395" y="1880591"/>
                </a:lnTo>
                <a:moveTo>
                  <a:pt x="2274365" y="1880346"/>
                </a:moveTo>
                <a:lnTo>
                  <a:pt x="2200842" y="1880162"/>
                </a:lnTo>
                <a:lnTo>
                  <a:pt x="2200904" y="1855654"/>
                </a:lnTo>
                <a:lnTo>
                  <a:pt x="2274426" y="1855839"/>
                </a:lnTo>
                <a:lnTo>
                  <a:pt x="2274365" y="1880346"/>
                </a:lnTo>
                <a:moveTo>
                  <a:pt x="2176336" y="1880100"/>
                </a:moveTo>
                <a:lnTo>
                  <a:pt x="2102812" y="1879917"/>
                </a:lnTo>
                <a:lnTo>
                  <a:pt x="2102874" y="1855410"/>
                </a:lnTo>
                <a:lnTo>
                  <a:pt x="2176396" y="1855593"/>
                </a:lnTo>
                <a:lnTo>
                  <a:pt x="2176336" y="1880100"/>
                </a:lnTo>
                <a:moveTo>
                  <a:pt x="2078305" y="1879856"/>
                </a:moveTo>
                <a:lnTo>
                  <a:pt x="2004783" y="1879672"/>
                </a:lnTo>
                <a:lnTo>
                  <a:pt x="2004844" y="1855165"/>
                </a:lnTo>
                <a:lnTo>
                  <a:pt x="2078367" y="1855348"/>
                </a:lnTo>
                <a:lnTo>
                  <a:pt x="2078305" y="1879856"/>
                </a:lnTo>
                <a:moveTo>
                  <a:pt x="1980276" y="1879611"/>
                </a:moveTo>
                <a:lnTo>
                  <a:pt x="1906752" y="1879426"/>
                </a:lnTo>
                <a:lnTo>
                  <a:pt x="1906815" y="1854919"/>
                </a:lnTo>
                <a:lnTo>
                  <a:pt x="1980336" y="1855103"/>
                </a:lnTo>
                <a:lnTo>
                  <a:pt x="1980276" y="1879611"/>
                </a:lnTo>
                <a:moveTo>
                  <a:pt x="1882246" y="1879366"/>
                </a:moveTo>
                <a:lnTo>
                  <a:pt x="1808729" y="1879182"/>
                </a:lnTo>
                <a:lnTo>
                  <a:pt x="1808791" y="1854674"/>
                </a:lnTo>
                <a:lnTo>
                  <a:pt x="1882307" y="1854858"/>
                </a:lnTo>
                <a:lnTo>
                  <a:pt x="1882246" y="1879366"/>
                </a:lnTo>
                <a:moveTo>
                  <a:pt x="1784222" y="1879121"/>
                </a:moveTo>
                <a:lnTo>
                  <a:pt x="1710699" y="1878938"/>
                </a:lnTo>
                <a:lnTo>
                  <a:pt x="1710761" y="1854430"/>
                </a:lnTo>
                <a:lnTo>
                  <a:pt x="1784283" y="1854614"/>
                </a:lnTo>
                <a:lnTo>
                  <a:pt x="1784222" y="1879121"/>
                </a:lnTo>
                <a:moveTo>
                  <a:pt x="1686191" y="1878875"/>
                </a:moveTo>
                <a:lnTo>
                  <a:pt x="1612670" y="1878691"/>
                </a:lnTo>
                <a:lnTo>
                  <a:pt x="1612731" y="1854183"/>
                </a:lnTo>
                <a:lnTo>
                  <a:pt x="1686254" y="1854368"/>
                </a:lnTo>
                <a:lnTo>
                  <a:pt x="1686191" y="1878875"/>
                </a:lnTo>
                <a:moveTo>
                  <a:pt x="1588162" y="1878631"/>
                </a:moveTo>
                <a:lnTo>
                  <a:pt x="1514640" y="1878447"/>
                </a:lnTo>
                <a:lnTo>
                  <a:pt x="1514702" y="1853939"/>
                </a:lnTo>
                <a:lnTo>
                  <a:pt x="1588223" y="1854123"/>
                </a:lnTo>
                <a:lnTo>
                  <a:pt x="1588162" y="1878631"/>
                </a:lnTo>
                <a:moveTo>
                  <a:pt x="1490132" y="1878385"/>
                </a:moveTo>
                <a:lnTo>
                  <a:pt x="1416610" y="1878202"/>
                </a:lnTo>
                <a:lnTo>
                  <a:pt x="1416672" y="1853695"/>
                </a:lnTo>
                <a:lnTo>
                  <a:pt x="1490194" y="1853879"/>
                </a:lnTo>
                <a:lnTo>
                  <a:pt x="1490132" y="1878385"/>
                </a:lnTo>
                <a:moveTo>
                  <a:pt x="1392102" y="1878140"/>
                </a:moveTo>
                <a:lnTo>
                  <a:pt x="1318581" y="1877950"/>
                </a:lnTo>
                <a:lnTo>
                  <a:pt x="1318642" y="1853443"/>
                </a:lnTo>
                <a:lnTo>
                  <a:pt x="1392164" y="1853632"/>
                </a:lnTo>
                <a:lnTo>
                  <a:pt x="1392102" y="1878140"/>
                </a:lnTo>
                <a:moveTo>
                  <a:pt x="1294073" y="1877889"/>
                </a:moveTo>
                <a:lnTo>
                  <a:pt x="1220550" y="1877705"/>
                </a:lnTo>
                <a:lnTo>
                  <a:pt x="1220613" y="1853197"/>
                </a:lnTo>
                <a:lnTo>
                  <a:pt x="1294134" y="1853381"/>
                </a:lnTo>
                <a:lnTo>
                  <a:pt x="1294073" y="1877889"/>
                </a:lnTo>
                <a:moveTo>
                  <a:pt x="1196043" y="1877644"/>
                </a:moveTo>
                <a:lnTo>
                  <a:pt x="1122521" y="1877461"/>
                </a:lnTo>
                <a:lnTo>
                  <a:pt x="1122581" y="1852953"/>
                </a:lnTo>
                <a:lnTo>
                  <a:pt x="1196105" y="1853137"/>
                </a:lnTo>
                <a:lnTo>
                  <a:pt x="1196043" y="1877644"/>
                </a:lnTo>
                <a:moveTo>
                  <a:pt x="1098013" y="1877399"/>
                </a:moveTo>
                <a:lnTo>
                  <a:pt x="1024491" y="1877214"/>
                </a:lnTo>
                <a:lnTo>
                  <a:pt x="1024553" y="1852708"/>
                </a:lnTo>
                <a:lnTo>
                  <a:pt x="1098075" y="1852892"/>
                </a:lnTo>
                <a:lnTo>
                  <a:pt x="1098013" y="1877399"/>
                </a:lnTo>
                <a:moveTo>
                  <a:pt x="999984" y="1877154"/>
                </a:moveTo>
                <a:lnTo>
                  <a:pt x="926461" y="1876970"/>
                </a:lnTo>
                <a:lnTo>
                  <a:pt x="926523" y="1852463"/>
                </a:lnTo>
                <a:lnTo>
                  <a:pt x="1000045" y="1852646"/>
                </a:lnTo>
                <a:lnTo>
                  <a:pt x="999984" y="1877154"/>
                </a:lnTo>
                <a:moveTo>
                  <a:pt x="901953" y="1876909"/>
                </a:moveTo>
                <a:lnTo>
                  <a:pt x="828432" y="1876725"/>
                </a:lnTo>
                <a:lnTo>
                  <a:pt x="828492" y="1852218"/>
                </a:lnTo>
                <a:lnTo>
                  <a:pt x="902016" y="1852401"/>
                </a:lnTo>
                <a:lnTo>
                  <a:pt x="901953" y="1876909"/>
                </a:lnTo>
                <a:moveTo>
                  <a:pt x="803924" y="1876663"/>
                </a:moveTo>
                <a:lnTo>
                  <a:pt x="730402" y="1876480"/>
                </a:lnTo>
                <a:lnTo>
                  <a:pt x="730464" y="1851972"/>
                </a:lnTo>
                <a:lnTo>
                  <a:pt x="803985" y="1852157"/>
                </a:lnTo>
                <a:lnTo>
                  <a:pt x="803924" y="1876663"/>
                </a:lnTo>
                <a:moveTo>
                  <a:pt x="705894" y="1876419"/>
                </a:moveTo>
                <a:lnTo>
                  <a:pt x="632372" y="1876234"/>
                </a:lnTo>
                <a:lnTo>
                  <a:pt x="632433" y="1851728"/>
                </a:lnTo>
                <a:lnTo>
                  <a:pt x="705956" y="1851911"/>
                </a:lnTo>
                <a:lnTo>
                  <a:pt x="705894" y="1876419"/>
                </a:lnTo>
                <a:moveTo>
                  <a:pt x="607864" y="1876173"/>
                </a:moveTo>
                <a:lnTo>
                  <a:pt x="534343" y="1875989"/>
                </a:lnTo>
                <a:lnTo>
                  <a:pt x="534403" y="1851481"/>
                </a:lnTo>
                <a:lnTo>
                  <a:pt x="607926" y="1851666"/>
                </a:lnTo>
                <a:lnTo>
                  <a:pt x="607864" y="1876173"/>
                </a:lnTo>
                <a:moveTo>
                  <a:pt x="509835" y="1875929"/>
                </a:moveTo>
                <a:lnTo>
                  <a:pt x="436312" y="1875745"/>
                </a:lnTo>
                <a:lnTo>
                  <a:pt x="436375" y="1851237"/>
                </a:lnTo>
                <a:lnTo>
                  <a:pt x="509896" y="1851421"/>
                </a:lnTo>
                <a:lnTo>
                  <a:pt x="509835" y="1875929"/>
                </a:lnTo>
                <a:moveTo>
                  <a:pt x="411805" y="1875683"/>
                </a:moveTo>
                <a:lnTo>
                  <a:pt x="341040" y="1875505"/>
                </a:lnTo>
                <a:lnTo>
                  <a:pt x="341052" y="1875505"/>
                </a:lnTo>
                <a:lnTo>
                  <a:pt x="338294" y="1875499"/>
                </a:lnTo>
                <a:lnTo>
                  <a:pt x="338332" y="1850992"/>
                </a:lnTo>
                <a:lnTo>
                  <a:pt x="341094" y="1850997"/>
                </a:lnTo>
                <a:lnTo>
                  <a:pt x="411867" y="1851177"/>
                </a:lnTo>
                <a:lnTo>
                  <a:pt x="411805" y="1875683"/>
                </a:lnTo>
                <a:moveTo>
                  <a:pt x="313787" y="1875463"/>
                </a:moveTo>
                <a:lnTo>
                  <a:pt x="285341" y="1875413"/>
                </a:lnTo>
                <a:lnTo>
                  <a:pt x="259976" y="1875267"/>
                </a:lnTo>
                <a:lnTo>
                  <a:pt x="240161" y="1875063"/>
                </a:lnTo>
                <a:lnTo>
                  <a:pt x="240412" y="1850563"/>
                </a:lnTo>
                <a:lnTo>
                  <a:pt x="260202" y="1850765"/>
                </a:lnTo>
                <a:lnTo>
                  <a:pt x="260146" y="1850759"/>
                </a:lnTo>
                <a:lnTo>
                  <a:pt x="285456" y="1850907"/>
                </a:lnTo>
                <a:lnTo>
                  <a:pt x="285407" y="1850907"/>
                </a:lnTo>
                <a:lnTo>
                  <a:pt x="313824" y="1850956"/>
                </a:lnTo>
                <a:lnTo>
                  <a:pt x="313787" y="1875463"/>
                </a:lnTo>
                <a:moveTo>
                  <a:pt x="215581" y="1874691"/>
                </a:moveTo>
                <a:lnTo>
                  <a:pt x="214000" y="1874666"/>
                </a:lnTo>
                <a:lnTo>
                  <a:pt x="193266" y="1874158"/>
                </a:lnTo>
                <a:lnTo>
                  <a:pt x="173985" y="1873489"/>
                </a:lnTo>
                <a:lnTo>
                  <a:pt x="164825" y="1873085"/>
                </a:lnTo>
                <a:lnTo>
                  <a:pt x="156027" y="1872631"/>
                </a:lnTo>
                <a:lnTo>
                  <a:pt x="147548" y="1872130"/>
                </a:lnTo>
                <a:lnTo>
                  <a:pt x="141482" y="1871707"/>
                </a:lnTo>
                <a:lnTo>
                  <a:pt x="143174" y="1847261"/>
                </a:lnTo>
                <a:lnTo>
                  <a:pt x="149177" y="1847677"/>
                </a:lnTo>
                <a:lnTo>
                  <a:pt x="149066" y="1847665"/>
                </a:lnTo>
                <a:lnTo>
                  <a:pt x="157436" y="1848167"/>
                </a:lnTo>
                <a:lnTo>
                  <a:pt x="157338" y="1848160"/>
                </a:lnTo>
                <a:lnTo>
                  <a:pt x="166045" y="1848608"/>
                </a:lnTo>
                <a:lnTo>
                  <a:pt x="165953" y="1848608"/>
                </a:lnTo>
                <a:lnTo>
                  <a:pt x="175008" y="1849007"/>
                </a:lnTo>
                <a:lnTo>
                  <a:pt x="174892" y="1849001"/>
                </a:lnTo>
                <a:lnTo>
                  <a:pt x="194050" y="1849670"/>
                </a:lnTo>
                <a:lnTo>
                  <a:pt x="193928" y="1849663"/>
                </a:lnTo>
                <a:lnTo>
                  <a:pt x="214544" y="1850165"/>
                </a:lnTo>
                <a:lnTo>
                  <a:pt x="214446" y="1850158"/>
                </a:lnTo>
                <a:lnTo>
                  <a:pt x="215983" y="1850184"/>
                </a:lnTo>
                <a:lnTo>
                  <a:pt x="215581" y="1874691"/>
                </a:lnTo>
                <a:moveTo>
                  <a:pt x="116484" y="1869471"/>
                </a:moveTo>
                <a:lnTo>
                  <a:pt x="109781" y="1868680"/>
                </a:lnTo>
                <a:lnTo>
                  <a:pt x="103097" y="1867785"/>
                </a:lnTo>
                <a:lnTo>
                  <a:pt x="96682" y="1866812"/>
                </a:lnTo>
                <a:lnTo>
                  <a:pt x="90525" y="1865757"/>
                </a:lnTo>
                <a:lnTo>
                  <a:pt x="84624" y="1864613"/>
                </a:lnTo>
                <a:lnTo>
                  <a:pt x="78970" y="1863373"/>
                </a:lnTo>
                <a:lnTo>
                  <a:pt x="73548" y="1862044"/>
                </a:lnTo>
                <a:lnTo>
                  <a:pt x="68352" y="1860611"/>
                </a:lnTo>
                <a:lnTo>
                  <a:pt x="63376" y="1859067"/>
                </a:lnTo>
                <a:lnTo>
                  <a:pt x="58622" y="1857401"/>
                </a:lnTo>
                <a:lnTo>
                  <a:pt x="54063" y="1855618"/>
                </a:lnTo>
                <a:lnTo>
                  <a:pt x="49714" y="1853700"/>
                </a:lnTo>
                <a:lnTo>
                  <a:pt x="45554" y="1851649"/>
                </a:lnTo>
                <a:lnTo>
                  <a:pt x="41595" y="1849453"/>
                </a:lnTo>
                <a:lnTo>
                  <a:pt x="40866" y="1848995"/>
                </a:lnTo>
                <a:lnTo>
                  <a:pt x="53837" y="1828206"/>
                </a:lnTo>
                <a:lnTo>
                  <a:pt x="54302" y="1828494"/>
                </a:lnTo>
                <a:lnTo>
                  <a:pt x="53763" y="1828176"/>
                </a:lnTo>
                <a:lnTo>
                  <a:pt x="57194" y="1830081"/>
                </a:lnTo>
                <a:lnTo>
                  <a:pt x="56674" y="1829806"/>
                </a:lnTo>
                <a:lnTo>
                  <a:pt x="60325" y="1831613"/>
                </a:lnTo>
                <a:lnTo>
                  <a:pt x="59829" y="1831380"/>
                </a:lnTo>
                <a:lnTo>
                  <a:pt x="63707" y="1833083"/>
                </a:lnTo>
                <a:lnTo>
                  <a:pt x="63241" y="1832894"/>
                </a:lnTo>
                <a:lnTo>
                  <a:pt x="67346" y="1834498"/>
                </a:lnTo>
                <a:lnTo>
                  <a:pt x="66911" y="1834339"/>
                </a:lnTo>
                <a:lnTo>
                  <a:pt x="71255" y="1835859"/>
                </a:lnTo>
                <a:lnTo>
                  <a:pt x="70850" y="1835724"/>
                </a:lnTo>
                <a:lnTo>
                  <a:pt x="75441" y="1837145"/>
                </a:lnTo>
                <a:lnTo>
                  <a:pt x="75066" y="1837041"/>
                </a:lnTo>
                <a:lnTo>
                  <a:pt x="79907" y="1838377"/>
                </a:lnTo>
                <a:lnTo>
                  <a:pt x="79564" y="1838284"/>
                </a:lnTo>
                <a:lnTo>
                  <a:pt x="84661" y="1839540"/>
                </a:lnTo>
                <a:lnTo>
                  <a:pt x="84348" y="1839468"/>
                </a:lnTo>
                <a:lnTo>
                  <a:pt x="89710" y="1840638"/>
                </a:lnTo>
                <a:lnTo>
                  <a:pt x="89428" y="1840582"/>
                </a:lnTo>
                <a:lnTo>
                  <a:pt x="95058" y="1841672"/>
                </a:lnTo>
                <a:lnTo>
                  <a:pt x="94801" y="1841624"/>
                </a:lnTo>
                <a:lnTo>
                  <a:pt x="100714" y="1842635"/>
                </a:lnTo>
                <a:lnTo>
                  <a:pt x="100474" y="1842598"/>
                </a:lnTo>
                <a:lnTo>
                  <a:pt x="106669" y="1843542"/>
                </a:lnTo>
                <a:lnTo>
                  <a:pt x="106460" y="1843512"/>
                </a:lnTo>
                <a:lnTo>
                  <a:pt x="112943" y="1844382"/>
                </a:lnTo>
                <a:lnTo>
                  <a:pt x="112752" y="1844356"/>
                </a:lnTo>
                <a:lnTo>
                  <a:pt x="119357" y="1845135"/>
                </a:lnTo>
                <a:lnTo>
                  <a:pt x="116484" y="1869471"/>
                </a:lnTo>
                <a:moveTo>
                  <a:pt x="19135" y="1829266"/>
                </a:moveTo>
                <a:lnTo>
                  <a:pt x="17094" y="1826294"/>
                </a:lnTo>
                <a:lnTo>
                  <a:pt x="14962" y="1822748"/>
                </a:lnTo>
                <a:lnTo>
                  <a:pt x="13026" y="1819077"/>
                </a:lnTo>
                <a:lnTo>
                  <a:pt x="11287" y="1815290"/>
                </a:lnTo>
                <a:lnTo>
                  <a:pt x="9724" y="1811400"/>
                </a:lnTo>
                <a:lnTo>
                  <a:pt x="8338" y="1807400"/>
                </a:lnTo>
                <a:lnTo>
                  <a:pt x="7114" y="1803293"/>
                </a:lnTo>
                <a:lnTo>
                  <a:pt x="6029" y="1799084"/>
                </a:lnTo>
                <a:lnTo>
                  <a:pt x="5092" y="1794772"/>
                </a:lnTo>
                <a:lnTo>
                  <a:pt x="4276" y="1790349"/>
                </a:lnTo>
                <a:lnTo>
                  <a:pt x="3578" y="1785808"/>
                </a:lnTo>
                <a:lnTo>
                  <a:pt x="2978" y="1781158"/>
                </a:lnTo>
                <a:lnTo>
                  <a:pt x="2482" y="1776379"/>
                </a:lnTo>
                <a:lnTo>
                  <a:pt x="2065" y="1771472"/>
                </a:lnTo>
                <a:lnTo>
                  <a:pt x="1728" y="1766435"/>
                </a:lnTo>
                <a:lnTo>
                  <a:pt x="1459" y="1761233"/>
                </a:lnTo>
                <a:lnTo>
                  <a:pt x="1152" y="1752062"/>
                </a:lnTo>
                <a:lnTo>
                  <a:pt x="25647" y="1751247"/>
                </a:lnTo>
                <a:lnTo>
                  <a:pt x="25947" y="1760302"/>
                </a:lnTo>
                <a:lnTo>
                  <a:pt x="25941" y="1760076"/>
                </a:lnTo>
                <a:lnTo>
                  <a:pt x="26198" y="1765081"/>
                </a:lnTo>
                <a:lnTo>
                  <a:pt x="26187" y="1764898"/>
                </a:lnTo>
                <a:lnTo>
                  <a:pt x="26511" y="1769732"/>
                </a:lnTo>
                <a:lnTo>
                  <a:pt x="26493" y="1769517"/>
                </a:lnTo>
                <a:lnTo>
                  <a:pt x="26891" y="1774192"/>
                </a:lnTo>
                <a:lnTo>
                  <a:pt x="26867" y="1773947"/>
                </a:lnTo>
                <a:lnTo>
                  <a:pt x="27339" y="1778462"/>
                </a:lnTo>
                <a:lnTo>
                  <a:pt x="27308" y="1778187"/>
                </a:lnTo>
                <a:lnTo>
                  <a:pt x="27865" y="1782544"/>
                </a:lnTo>
                <a:lnTo>
                  <a:pt x="27823" y="1782230"/>
                </a:lnTo>
                <a:lnTo>
                  <a:pt x="28472" y="1786434"/>
                </a:lnTo>
                <a:lnTo>
                  <a:pt x="28411" y="1786084"/>
                </a:lnTo>
                <a:lnTo>
                  <a:pt x="29158" y="1790134"/>
                </a:lnTo>
                <a:lnTo>
                  <a:pt x="29078" y="1789742"/>
                </a:lnTo>
                <a:lnTo>
                  <a:pt x="29930" y="1793650"/>
                </a:lnTo>
                <a:lnTo>
                  <a:pt x="29826" y="1793222"/>
                </a:lnTo>
                <a:lnTo>
                  <a:pt x="30795" y="1796978"/>
                </a:lnTo>
                <a:lnTo>
                  <a:pt x="30660" y="1796512"/>
                </a:lnTo>
                <a:lnTo>
                  <a:pt x="31743" y="1800126"/>
                </a:lnTo>
                <a:lnTo>
                  <a:pt x="31578" y="1799618"/>
                </a:lnTo>
                <a:lnTo>
                  <a:pt x="32785" y="1803092"/>
                </a:lnTo>
                <a:lnTo>
                  <a:pt x="32583" y="1802553"/>
                </a:lnTo>
                <a:lnTo>
                  <a:pt x="33919" y="1805892"/>
                </a:lnTo>
                <a:lnTo>
                  <a:pt x="33674" y="1805322"/>
                </a:lnTo>
                <a:lnTo>
                  <a:pt x="35150" y="1808526"/>
                </a:lnTo>
                <a:lnTo>
                  <a:pt x="34856" y="1807938"/>
                </a:lnTo>
                <a:lnTo>
                  <a:pt x="36479" y="1811008"/>
                </a:lnTo>
                <a:lnTo>
                  <a:pt x="36136" y="1810407"/>
                </a:lnTo>
                <a:lnTo>
                  <a:pt x="37907" y="1813349"/>
                </a:lnTo>
                <a:lnTo>
                  <a:pt x="37522" y="1812742"/>
                </a:lnTo>
                <a:lnTo>
                  <a:pt x="39352" y="1815419"/>
                </a:lnTo>
                <a:lnTo>
                  <a:pt x="19135" y="1829266"/>
                </a:lnTo>
                <a:moveTo>
                  <a:pt x="883" y="1727199"/>
                </a:moveTo>
                <a:lnTo>
                  <a:pt x="883" y="1727125"/>
                </a:lnTo>
                <a:lnTo>
                  <a:pt x="25390" y="1727034"/>
                </a:lnTo>
                <a:lnTo>
                  <a:pt x="25390" y="1727101"/>
                </a:lnTo>
                <a:lnTo>
                  <a:pt x="883" y="1727199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F55F7204-2843-4B54-BA0D-BEE215F1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081" y="4035382"/>
            <a:ext cx="3295638" cy="894215"/>
          </a:xfrm>
          <a:custGeom xmlns:a="http://schemas.openxmlformats.org/drawingml/2006/main">
            <a:pathLst>
              <a:path w="3295638" h="894215">
                <a:moveTo>
                  <a:pt x="0" y="65716"/>
                </a:moveTo>
                <a:cubicBezTo>
                  <a:pt x="0" y="2647"/>
                  <a:pt x="12732" y="0"/>
                  <a:pt x="315730" y="0"/>
                </a:cubicBezTo>
                <a:lnTo>
                  <a:pt x="2947657" y="705"/>
                </a:lnTo>
                <a:cubicBezTo>
                  <a:pt x="3250655" y="705"/>
                  <a:pt x="3294792" y="0"/>
                  <a:pt x="3294792" y="63064"/>
                </a:cubicBezTo>
                <a:lnTo>
                  <a:pt x="3295638" y="830269"/>
                </a:lnTo>
                <a:cubicBezTo>
                  <a:pt x="3295638" y="893333"/>
                  <a:pt x="3291392" y="894215"/>
                  <a:pt x="2988394" y="894215"/>
                </a:cubicBezTo>
                <a:lnTo>
                  <a:pt x="315730" y="890858"/>
                </a:lnTo>
                <a:cubicBezTo>
                  <a:pt x="12732" y="890858"/>
                  <a:pt x="851" y="888389"/>
                  <a:pt x="851" y="825319"/>
                </a:cubicBezTo>
                <a:lnTo>
                  <a:pt x="0" y="6571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2F521757-E51F-4F6B-A573-64445A7E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125" y="4025426"/>
            <a:ext cx="3315550" cy="914127"/>
          </a:xfrm>
          <a:custGeom xmlns:a="http://schemas.openxmlformats.org/drawingml/2006/main">
            <a:pathLst>
              <a:path w="3315550" h="914127">
                <a:moveTo>
                  <a:pt x="49" y="69735"/>
                </a:moveTo>
                <a:lnTo>
                  <a:pt x="227" y="64038"/>
                </a:lnTo>
                <a:lnTo>
                  <a:pt x="600" y="58609"/>
                </a:lnTo>
                <a:lnTo>
                  <a:pt x="894" y="55870"/>
                </a:lnTo>
                <a:lnTo>
                  <a:pt x="1256" y="53218"/>
                </a:lnTo>
                <a:lnTo>
                  <a:pt x="1703" y="50602"/>
                </a:lnTo>
                <a:lnTo>
                  <a:pt x="2255" y="48022"/>
                </a:lnTo>
                <a:lnTo>
                  <a:pt x="2922" y="45467"/>
                </a:lnTo>
                <a:lnTo>
                  <a:pt x="3707" y="42955"/>
                </a:lnTo>
                <a:lnTo>
                  <a:pt x="4632" y="40480"/>
                </a:lnTo>
                <a:lnTo>
                  <a:pt x="5703" y="38048"/>
                </a:lnTo>
                <a:lnTo>
                  <a:pt x="6936" y="35670"/>
                </a:lnTo>
                <a:lnTo>
                  <a:pt x="8333" y="33367"/>
                </a:lnTo>
                <a:lnTo>
                  <a:pt x="9889" y="31136"/>
                </a:lnTo>
                <a:lnTo>
                  <a:pt x="11617" y="28992"/>
                </a:lnTo>
                <a:lnTo>
                  <a:pt x="13510" y="26952"/>
                </a:lnTo>
                <a:lnTo>
                  <a:pt x="15562" y="25016"/>
                </a:lnTo>
                <a:lnTo>
                  <a:pt x="17768" y="23196"/>
                </a:lnTo>
                <a:lnTo>
                  <a:pt x="20127" y="21480"/>
                </a:lnTo>
                <a:lnTo>
                  <a:pt x="22627" y="19876"/>
                </a:lnTo>
                <a:lnTo>
                  <a:pt x="25279" y="18374"/>
                </a:lnTo>
                <a:lnTo>
                  <a:pt x="28073" y="16977"/>
                </a:lnTo>
                <a:lnTo>
                  <a:pt x="31014" y="15666"/>
                </a:lnTo>
                <a:lnTo>
                  <a:pt x="34115" y="14441"/>
                </a:lnTo>
                <a:lnTo>
                  <a:pt x="37373" y="13302"/>
                </a:lnTo>
                <a:lnTo>
                  <a:pt x="40804" y="12229"/>
                </a:lnTo>
                <a:lnTo>
                  <a:pt x="44408" y="11231"/>
                </a:lnTo>
                <a:lnTo>
                  <a:pt x="48188" y="10292"/>
                </a:lnTo>
                <a:lnTo>
                  <a:pt x="52163" y="9417"/>
                </a:lnTo>
                <a:lnTo>
                  <a:pt x="56337" y="8596"/>
                </a:lnTo>
                <a:lnTo>
                  <a:pt x="60723" y="7830"/>
                </a:lnTo>
                <a:lnTo>
                  <a:pt x="65318" y="7113"/>
                </a:lnTo>
                <a:lnTo>
                  <a:pt x="70141" y="6445"/>
                </a:lnTo>
                <a:lnTo>
                  <a:pt x="75194" y="5821"/>
                </a:lnTo>
                <a:lnTo>
                  <a:pt x="80520" y="5232"/>
                </a:lnTo>
                <a:lnTo>
                  <a:pt x="91823" y="4196"/>
                </a:lnTo>
                <a:lnTo>
                  <a:pt x="104205" y="3308"/>
                </a:lnTo>
                <a:lnTo>
                  <a:pt x="117703" y="2549"/>
                </a:lnTo>
                <a:lnTo>
                  <a:pt x="132365" y="1917"/>
                </a:lnTo>
                <a:lnTo>
                  <a:pt x="148246" y="1403"/>
                </a:lnTo>
                <a:lnTo>
                  <a:pt x="165400" y="986"/>
                </a:lnTo>
                <a:lnTo>
                  <a:pt x="183885" y="662"/>
                </a:lnTo>
                <a:lnTo>
                  <a:pt x="203755" y="416"/>
                </a:lnTo>
                <a:lnTo>
                  <a:pt x="225064" y="238"/>
                </a:lnTo>
                <a:lnTo>
                  <a:pt x="272180" y="42"/>
                </a:lnTo>
                <a:lnTo>
                  <a:pt x="325686" y="0"/>
                </a:lnTo>
                <a:lnTo>
                  <a:pt x="2957614" y="705"/>
                </a:lnTo>
                <a:lnTo>
                  <a:pt x="3011457" y="716"/>
                </a:lnTo>
                <a:lnTo>
                  <a:pt x="3059552" y="796"/>
                </a:lnTo>
                <a:lnTo>
                  <a:pt x="3081567" y="901"/>
                </a:lnTo>
                <a:lnTo>
                  <a:pt x="3102256" y="1060"/>
                </a:lnTo>
                <a:lnTo>
                  <a:pt x="3121685" y="1280"/>
                </a:lnTo>
                <a:lnTo>
                  <a:pt x="3139875" y="1580"/>
                </a:lnTo>
                <a:lnTo>
                  <a:pt x="3156890" y="1979"/>
                </a:lnTo>
                <a:lnTo>
                  <a:pt x="3172752" y="2475"/>
                </a:lnTo>
                <a:lnTo>
                  <a:pt x="3187511" y="3088"/>
                </a:lnTo>
                <a:lnTo>
                  <a:pt x="3201217" y="3829"/>
                </a:lnTo>
                <a:lnTo>
                  <a:pt x="3213905" y="4711"/>
                </a:lnTo>
                <a:lnTo>
                  <a:pt x="3225595" y="5747"/>
                </a:lnTo>
                <a:lnTo>
                  <a:pt x="3231134" y="6329"/>
                </a:lnTo>
                <a:lnTo>
                  <a:pt x="3236429" y="6960"/>
                </a:lnTo>
                <a:lnTo>
                  <a:pt x="3241496" y="7634"/>
                </a:lnTo>
                <a:lnTo>
                  <a:pt x="3246354" y="8356"/>
                </a:lnTo>
                <a:lnTo>
                  <a:pt x="3251010" y="9135"/>
                </a:lnTo>
                <a:lnTo>
                  <a:pt x="3255465" y="9962"/>
                </a:lnTo>
                <a:lnTo>
                  <a:pt x="3259728" y="10851"/>
                </a:lnTo>
                <a:lnTo>
                  <a:pt x="3263804" y="11800"/>
                </a:lnTo>
                <a:lnTo>
                  <a:pt x="3267699" y="12811"/>
                </a:lnTo>
                <a:lnTo>
                  <a:pt x="3271425" y="13896"/>
                </a:lnTo>
                <a:lnTo>
                  <a:pt x="3274978" y="15047"/>
                </a:lnTo>
                <a:lnTo>
                  <a:pt x="3278380" y="16279"/>
                </a:lnTo>
                <a:lnTo>
                  <a:pt x="3281615" y="17596"/>
                </a:lnTo>
                <a:lnTo>
                  <a:pt x="3284703" y="19005"/>
                </a:lnTo>
                <a:lnTo>
                  <a:pt x="3287642" y="20500"/>
                </a:lnTo>
                <a:lnTo>
                  <a:pt x="3290435" y="22106"/>
                </a:lnTo>
                <a:lnTo>
                  <a:pt x="3293084" y="23809"/>
                </a:lnTo>
                <a:lnTo>
                  <a:pt x="3295588" y="25629"/>
                </a:lnTo>
                <a:lnTo>
                  <a:pt x="3297935" y="27558"/>
                </a:lnTo>
                <a:lnTo>
                  <a:pt x="3300135" y="29598"/>
                </a:lnTo>
                <a:lnTo>
                  <a:pt x="3302169" y="31755"/>
                </a:lnTo>
                <a:lnTo>
                  <a:pt x="3304044" y="34022"/>
                </a:lnTo>
                <a:lnTo>
                  <a:pt x="3305748" y="36381"/>
                </a:lnTo>
                <a:lnTo>
                  <a:pt x="3307285" y="38838"/>
                </a:lnTo>
                <a:lnTo>
                  <a:pt x="3308653" y="41368"/>
                </a:lnTo>
                <a:lnTo>
                  <a:pt x="3309860" y="43979"/>
                </a:lnTo>
                <a:lnTo>
                  <a:pt x="3310901" y="46649"/>
                </a:lnTo>
                <a:lnTo>
                  <a:pt x="3311801" y="49376"/>
                </a:lnTo>
                <a:lnTo>
                  <a:pt x="3312555" y="52157"/>
                </a:lnTo>
                <a:lnTo>
                  <a:pt x="3313173" y="54982"/>
                </a:lnTo>
                <a:lnTo>
                  <a:pt x="3313676" y="57862"/>
                </a:lnTo>
                <a:lnTo>
                  <a:pt x="3314069" y="60785"/>
                </a:lnTo>
                <a:lnTo>
                  <a:pt x="3314357" y="63762"/>
                </a:lnTo>
                <a:lnTo>
                  <a:pt x="3314552" y="66789"/>
                </a:lnTo>
                <a:lnTo>
                  <a:pt x="3314669" y="69870"/>
                </a:lnTo>
                <a:lnTo>
                  <a:pt x="3314706" y="72958"/>
                </a:lnTo>
                <a:lnTo>
                  <a:pt x="3315550" y="840237"/>
                </a:lnTo>
                <a:lnTo>
                  <a:pt x="3315527" y="846063"/>
                </a:lnTo>
                <a:lnTo>
                  <a:pt x="3315422" y="851658"/>
                </a:lnTo>
                <a:lnTo>
                  <a:pt x="3315178" y="857043"/>
                </a:lnTo>
                <a:lnTo>
                  <a:pt x="3314717" y="862178"/>
                </a:lnTo>
                <a:lnTo>
                  <a:pt x="3314369" y="864794"/>
                </a:lnTo>
                <a:lnTo>
                  <a:pt x="3313945" y="867318"/>
                </a:lnTo>
                <a:lnTo>
                  <a:pt x="3313420" y="869812"/>
                </a:lnTo>
                <a:lnTo>
                  <a:pt x="3312783" y="872280"/>
                </a:lnTo>
                <a:lnTo>
                  <a:pt x="3312015" y="874719"/>
                </a:lnTo>
                <a:lnTo>
                  <a:pt x="3311115" y="877121"/>
                </a:lnTo>
                <a:lnTo>
                  <a:pt x="3310055" y="879474"/>
                </a:lnTo>
                <a:lnTo>
                  <a:pt x="3308836" y="881778"/>
                </a:lnTo>
                <a:lnTo>
                  <a:pt x="3307450" y="884013"/>
                </a:lnTo>
                <a:lnTo>
                  <a:pt x="3305888" y="886170"/>
                </a:lnTo>
                <a:lnTo>
                  <a:pt x="3304160" y="888230"/>
                </a:lnTo>
                <a:lnTo>
                  <a:pt x="3302267" y="890184"/>
                </a:lnTo>
                <a:lnTo>
                  <a:pt x="3300216" y="892022"/>
                </a:lnTo>
                <a:lnTo>
                  <a:pt x="3298009" y="893743"/>
                </a:lnTo>
                <a:lnTo>
                  <a:pt x="3295656" y="895355"/>
                </a:lnTo>
                <a:lnTo>
                  <a:pt x="3293158" y="896849"/>
                </a:lnTo>
                <a:lnTo>
                  <a:pt x="3290517" y="898241"/>
                </a:lnTo>
                <a:lnTo>
                  <a:pt x="3287728" y="899533"/>
                </a:lnTo>
                <a:lnTo>
                  <a:pt x="3284794" y="900734"/>
                </a:lnTo>
                <a:lnTo>
                  <a:pt x="3281701" y="901850"/>
                </a:lnTo>
                <a:lnTo>
                  <a:pt x="3278448" y="902891"/>
                </a:lnTo>
                <a:lnTo>
                  <a:pt x="3275022" y="903852"/>
                </a:lnTo>
                <a:lnTo>
                  <a:pt x="3271418" y="904753"/>
                </a:lnTo>
                <a:lnTo>
                  <a:pt x="3267632" y="905592"/>
                </a:lnTo>
                <a:lnTo>
                  <a:pt x="3263644" y="906377"/>
                </a:lnTo>
                <a:lnTo>
                  <a:pt x="3259453" y="907100"/>
                </a:lnTo>
                <a:lnTo>
                  <a:pt x="3255042" y="907779"/>
                </a:lnTo>
                <a:lnTo>
                  <a:pt x="3250410" y="908405"/>
                </a:lnTo>
                <a:lnTo>
                  <a:pt x="3245552" y="908993"/>
                </a:lnTo>
                <a:lnTo>
                  <a:pt x="3240417" y="909532"/>
                </a:lnTo>
                <a:lnTo>
                  <a:pt x="3229492" y="910494"/>
                </a:lnTo>
                <a:lnTo>
                  <a:pt x="3217472" y="911309"/>
                </a:lnTo>
                <a:lnTo>
                  <a:pt x="3204329" y="911989"/>
                </a:lnTo>
                <a:lnTo>
                  <a:pt x="3190004" y="912547"/>
                </a:lnTo>
                <a:lnTo>
                  <a:pt x="3174438" y="913000"/>
                </a:lnTo>
                <a:lnTo>
                  <a:pt x="3157569" y="913355"/>
                </a:lnTo>
                <a:lnTo>
                  <a:pt x="3139349" y="913631"/>
                </a:lnTo>
                <a:lnTo>
                  <a:pt x="3119706" y="913827"/>
                </a:lnTo>
                <a:lnTo>
                  <a:pt x="3098591" y="913968"/>
                </a:lnTo>
                <a:lnTo>
                  <a:pt x="3051752" y="914103"/>
                </a:lnTo>
                <a:lnTo>
                  <a:pt x="2998351" y="914127"/>
                </a:lnTo>
                <a:lnTo>
                  <a:pt x="325673" y="910770"/>
                </a:lnTo>
                <a:lnTo>
                  <a:pt x="325679" y="910770"/>
                </a:lnTo>
                <a:lnTo>
                  <a:pt x="272192" y="910727"/>
                </a:lnTo>
                <a:lnTo>
                  <a:pt x="225101" y="910543"/>
                </a:lnTo>
                <a:lnTo>
                  <a:pt x="203810" y="910365"/>
                </a:lnTo>
                <a:lnTo>
                  <a:pt x="183966" y="910126"/>
                </a:lnTo>
                <a:lnTo>
                  <a:pt x="165505" y="909808"/>
                </a:lnTo>
                <a:lnTo>
                  <a:pt x="148380" y="909397"/>
                </a:lnTo>
                <a:lnTo>
                  <a:pt x="132530" y="908883"/>
                </a:lnTo>
                <a:lnTo>
                  <a:pt x="117906" y="908257"/>
                </a:lnTo>
                <a:lnTo>
                  <a:pt x="104445" y="907517"/>
                </a:lnTo>
                <a:lnTo>
                  <a:pt x="92093" y="906628"/>
                </a:lnTo>
                <a:lnTo>
                  <a:pt x="80825" y="905599"/>
                </a:lnTo>
                <a:lnTo>
                  <a:pt x="75526" y="905023"/>
                </a:lnTo>
                <a:lnTo>
                  <a:pt x="70490" y="904398"/>
                </a:lnTo>
                <a:lnTo>
                  <a:pt x="65686" y="903736"/>
                </a:lnTo>
                <a:lnTo>
                  <a:pt x="61109" y="903019"/>
                </a:lnTo>
                <a:lnTo>
                  <a:pt x="56747" y="902259"/>
                </a:lnTo>
                <a:lnTo>
                  <a:pt x="52586" y="901445"/>
                </a:lnTo>
                <a:lnTo>
                  <a:pt x="48635" y="900568"/>
                </a:lnTo>
                <a:lnTo>
                  <a:pt x="44867" y="899637"/>
                </a:lnTo>
                <a:lnTo>
                  <a:pt x="41282" y="898638"/>
                </a:lnTo>
                <a:lnTo>
                  <a:pt x="37870" y="897573"/>
                </a:lnTo>
                <a:lnTo>
                  <a:pt x="34629" y="896432"/>
                </a:lnTo>
                <a:lnTo>
                  <a:pt x="31547" y="895214"/>
                </a:lnTo>
                <a:lnTo>
                  <a:pt x="28618" y="893902"/>
                </a:lnTo>
                <a:lnTo>
                  <a:pt x="25837" y="892506"/>
                </a:lnTo>
                <a:lnTo>
                  <a:pt x="23202" y="891005"/>
                </a:lnTo>
                <a:lnTo>
                  <a:pt x="20715" y="889399"/>
                </a:lnTo>
                <a:lnTo>
                  <a:pt x="18374" y="887690"/>
                </a:lnTo>
                <a:lnTo>
                  <a:pt x="16187" y="885865"/>
                </a:lnTo>
                <a:lnTo>
                  <a:pt x="14147" y="883927"/>
                </a:lnTo>
                <a:lnTo>
                  <a:pt x="12273" y="881882"/>
                </a:lnTo>
                <a:lnTo>
                  <a:pt x="10563" y="879743"/>
                </a:lnTo>
                <a:lnTo>
                  <a:pt x="9019" y="877513"/>
                </a:lnTo>
                <a:lnTo>
                  <a:pt x="7640" y="875204"/>
                </a:lnTo>
                <a:lnTo>
                  <a:pt x="6426" y="872826"/>
                </a:lnTo>
                <a:lnTo>
                  <a:pt x="5373" y="870400"/>
                </a:lnTo>
                <a:lnTo>
                  <a:pt x="4460" y="867931"/>
                </a:lnTo>
                <a:lnTo>
                  <a:pt x="3688" y="865419"/>
                </a:lnTo>
                <a:lnTo>
                  <a:pt x="3038" y="862870"/>
                </a:lnTo>
                <a:lnTo>
                  <a:pt x="2500" y="860296"/>
                </a:lnTo>
                <a:lnTo>
                  <a:pt x="2059" y="857687"/>
                </a:lnTo>
                <a:lnTo>
                  <a:pt x="1709" y="855040"/>
                </a:lnTo>
                <a:lnTo>
                  <a:pt x="1427" y="852307"/>
                </a:lnTo>
                <a:lnTo>
                  <a:pt x="1066" y="846886"/>
                </a:lnTo>
                <a:lnTo>
                  <a:pt x="894" y="841199"/>
                </a:lnTo>
                <a:lnTo>
                  <a:pt x="851" y="835318"/>
                </a:lnTo>
                <a:lnTo>
                  <a:pt x="0" y="75636"/>
                </a:lnTo>
                <a:lnTo>
                  <a:pt x="49" y="69735"/>
                </a:lnTo>
                <a:moveTo>
                  <a:pt x="19913" y="75752"/>
                </a:moveTo>
                <a:lnTo>
                  <a:pt x="19913" y="75660"/>
                </a:lnTo>
                <a:lnTo>
                  <a:pt x="20764" y="835262"/>
                </a:lnTo>
                <a:lnTo>
                  <a:pt x="20758" y="835201"/>
                </a:lnTo>
                <a:lnTo>
                  <a:pt x="20807" y="840936"/>
                </a:lnTo>
                <a:lnTo>
                  <a:pt x="20800" y="840709"/>
                </a:lnTo>
                <a:lnTo>
                  <a:pt x="20966" y="846101"/>
                </a:lnTo>
                <a:lnTo>
                  <a:pt x="20948" y="845745"/>
                </a:lnTo>
                <a:lnTo>
                  <a:pt x="21285" y="850806"/>
                </a:lnTo>
                <a:lnTo>
                  <a:pt x="21255" y="850445"/>
                </a:lnTo>
                <a:lnTo>
                  <a:pt x="21499" y="852846"/>
                </a:lnTo>
                <a:lnTo>
                  <a:pt x="21468" y="852553"/>
                </a:lnTo>
                <a:lnTo>
                  <a:pt x="21774" y="854880"/>
                </a:lnTo>
                <a:lnTo>
                  <a:pt x="21725" y="854544"/>
                </a:lnTo>
                <a:lnTo>
                  <a:pt x="22106" y="856792"/>
                </a:lnTo>
                <a:lnTo>
                  <a:pt x="22032" y="856412"/>
                </a:lnTo>
                <a:lnTo>
                  <a:pt x="22486" y="858587"/>
                </a:lnTo>
                <a:lnTo>
                  <a:pt x="22388" y="858158"/>
                </a:lnTo>
                <a:lnTo>
                  <a:pt x="22921" y="860260"/>
                </a:lnTo>
                <a:lnTo>
                  <a:pt x="22793" y="859788"/>
                </a:lnTo>
                <a:lnTo>
                  <a:pt x="23416" y="861816"/>
                </a:lnTo>
                <a:lnTo>
                  <a:pt x="23245" y="861308"/>
                </a:lnTo>
                <a:lnTo>
                  <a:pt x="23962" y="863256"/>
                </a:lnTo>
                <a:lnTo>
                  <a:pt x="23749" y="862723"/>
                </a:lnTo>
                <a:lnTo>
                  <a:pt x="24562" y="864598"/>
                </a:lnTo>
                <a:lnTo>
                  <a:pt x="24300" y="864040"/>
                </a:lnTo>
                <a:lnTo>
                  <a:pt x="25224" y="865854"/>
                </a:lnTo>
                <a:lnTo>
                  <a:pt x="24911" y="865284"/>
                </a:lnTo>
                <a:lnTo>
                  <a:pt x="25947" y="867024"/>
                </a:lnTo>
                <a:lnTo>
                  <a:pt x="25586" y="866454"/>
                </a:lnTo>
                <a:lnTo>
                  <a:pt x="26744" y="868133"/>
                </a:lnTo>
                <a:lnTo>
                  <a:pt x="26333" y="867582"/>
                </a:lnTo>
                <a:lnTo>
                  <a:pt x="27613" y="869187"/>
                </a:lnTo>
                <a:lnTo>
                  <a:pt x="27173" y="868666"/>
                </a:lnTo>
                <a:lnTo>
                  <a:pt x="28588" y="870210"/>
                </a:lnTo>
                <a:lnTo>
                  <a:pt x="28116" y="869726"/>
                </a:lnTo>
                <a:lnTo>
                  <a:pt x="29667" y="871208"/>
                </a:lnTo>
                <a:lnTo>
                  <a:pt x="29182" y="870774"/>
                </a:lnTo>
                <a:lnTo>
                  <a:pt x="30878" y="872189"/>
                </a:lnTo>
                <a:lnTo>
                  <a:pt x="30390" y="871803"/>
                </a:lnTo>
                <a:lnTo>
                  <a:pt x="32239" y="873157"/>
                </a:lnTo>
                <a:lnTo>
                  <a:pt x="31755" y="872826"/>
                </a:lnTo>
                <a:lnTo>
                  <a:pt x="33765" y="874125"/>
                </a:lnTo>
                <a:lnTo>
                  <a:pt x="33293" y="873837"/>
                </a:lnTo>
                <a:lnTo>
                  <a:pt x="35469" y="875074"/>
                </a:lnTo>
                <a:lnTo>
                  <a:pt x="35021" y="874836"/>
                </a:lnTo>
                <a:lnTo>
                  <a:pt x="37369" y="876019"/>
                </a:lnTo>
                <a:lnTo>
                  <a:pt x="36945" y="875816"/>
                </a:lnTo>
                <a:lnTo>
                  <a:pt x="39469" y="876944"/>
                </a:lnTo>
                <a:lnTo>
                  <a:pt x="39077" y="876778"/>
                </a:lnTo>
                <a:lnTo>
                  <a:pt x="41779" y="877850"/>
                </a:lnTo>
                <a:lnTo>
                  <a:pt x="41417" y="877715"/>
                </a:lnTo>
                <a:lnTo>
                  <a:pt x="44315" y="878732"/>
                </a:lnTo>
                <a:lnTo>
                  <a:pt x="43985" y="878622"/>
                </a:lnTo>
                <a:lnTo>
                  <a:pt x="47073" y="879590"/>
                </a:lnTo>
                <a:lnTo>
                  <a:pt x="46773" y="879499"/>
                </a:lnTo>
                <a:lnTo>
                  <a:pt x="50069" y="880417"/>
                </a:lnTo>
                <a:lnTo>
                  <a:pt x="49793" y="880344"/>
                </a:lnTo>
                <a:lnTo>
                  <a:pt x="53298" y="881208"/>
                </a:lnTo>
                <a:lnTo>
                  <a:pt x="53047" y="881153"/>
                </a:lnTo>
                <a:lnTo>
                  <a:pt x="56765" y="881973"/>
                </a:lnTo>
                <a:lnTo>
                  <a:pt x="56538" y="881925"/>
                </a:lnTo>
                <a:lnTo>
                  <a:pt x="60484" y="882696"/>
                </a:lnTo>
                <a:lnTo>
                  <a:pt x="60275" y="882660"/>
                </a:lnTo>
                <a:lnTo>
                  <a:pt x="64448" y="883389"/>
                </a:lnTo>
                <a:lnTo>
                  <a:pt x="64265" y="883358"/>
                </a:lnTo>
                <a:lnTo>
                  <a:pt x="68670" y="884045"/>
                </a:lnTo>
                <a:lnTo>
                  <a:pt x="68504" y="884020"/>
                </a:lnTo>
                <a:lnTo>
                  <a:pt x="73148" y="884663"/>
                </a:lnTo>
                <a:lnTo>
                  <a:pt x="73001" y="884645"/>
                </a:lnTo>
                <a:lnTo>
                  <a:pt x="77891" y="885251"/>
                </a:lnTo>
                <a:lnTo>
                  <a:pt x="77756" y="885233"/>
                </a:lnTo>
                <a:lnTo>
                  <a:pt x="82903" y="885797"/>
                </a:lnTo>
                <a:lnTo>
                  <a:pt x="82724" y="885778"/>
                </a:lnTo>
                <a:lnTo>
                  <a:pt x="93808" y="886789"/>
                </a:lnTo>
                <a:lnTo>
                  <a:pt x="93612" y="886777"/>
                </a:lnTo>
                <a:lnTo>
                  <a:pt x="105787" y="887647"/>
                </a:lnTo>
                <a:lnTo>
                  <a:pt x="105627" y="887635"/>
                </a:lnTo>
                <a:lnTo>
                  <a:pt x="118940" y="888376"/>
                </a:lnTo>
                <a:lnTo>
                  <a:pt x="118818" y="888370"/>
                </a:lnTo>
                <a:lnTo>
                  <a:pt x="133327" y="888989"/>
                </a:lnTo>
                <a:lnTo>
                  <a:pt x="133222" y="888983"/>
                </a:lnTo>
                <a:lnTo>
                  <a:pt x="148980" y="889491"/>
                </a:lnTo>
                <a:lnTo>
                  <a:pt x="148894" y="889491"/>
                </a:lnTo>
                <a:lnTo>
                  <a:pt x="165951" y="889896"/>
                </a:lnTo>
                <a:lnTo>
                  <a:pt x="165884" y="889896"/>
                </a:lnTo>
                <a:lnTo>
                  <a:pt x="184284" y="890214"/>
                </a:lnTo>
                <a:lnTo>
                  <a:pt x="184234" y="890214"/>
                </a:lnTo>
                <a:lnTo>
                  <a:pt x="204031" y="890460"/>
                </a:lnTo>
                <a:lnTo>
                  <a:pt x="203993" y="890453"/>
                </a:lnTo>
                <a:lnTo>
                  <a:pt x="225241" y="890631"/>
                </a:lnTo>
                <a:lnTo>
                  <a:pt x="225199" y="890631"/>
                </a:lnTo>
                <a:lnTo>
                  <a:pt x="272259" y="890814"/>
                </a:lnTo>
                <a:lnTo>
                  <a:pt x="272222" y="890814"/>
                </a:lnTo>
                <a:lnTo>
                  <a:pt x="325698" y="890857"/>
                </a:lnTo>
                <a:lnTo>
                  <a:pt x="2998362" y="894215"/>
                </a:lnTo>
                <a:lnTo>
                  <a:pt x="2998344" y="894215"/>
                </a:lnTo>
                <a:lnTo>
                  <a:pt x="3051733" y="894191"/>
                </a:lnTo>
                <a:lnTo>
                  <a:pt x="3051710" y="894191"/>
                </a:lnTo>
                <a:lnTo>
                  <a:pt x="3098519" y="894056"/>
                </a:lnTo>
                <a:lnTo>
                  <a:pt x="3098482" y="894056"/>
                </a:lnTo>
                <a:lnTo>
                  <a:pt x="3119560" y="893915"/>
                </a:lnTo>
                <a:lnTo>
                  <a:pt x="3119522" y="893915"/>
                </a:lnTo>
                <a:lnTo>
                  <a:pt x="3139121" y="893719"/>
                </a:lnTo>
                <a:lnTo>
                  <a:pt x="3139072" y="893719"/>
                </a:lnTo>
                <a:lnTo>
                  <a:pt x="3157239" y="893449"/>
                </a:lnTo>
                <a:lnTo>
                  <a:pt x="3157178" y="893449"/>
                </a:lnTo>
                <a:lnTo>
                  <a:pt x="3173977" y="893094"/>
                </a:lnTo>
                <a:lnTo>
                  <a:pt x="3173898" y="893094"/>
                </a:lnTo>
                <a:lnTo>
                  <a:pt x="3189374" y="892647"/>
                </a:lnTo>
                <a:lnTo>
                  <a:pt x="3189276" y="892647"/>
                </a:lnTo>
                <a:lnTo>
                  <a:pt x="3203485" y="892095"/>
                </a:lnTo>
                <a:lnTo>
                  <a:pt x="3203361" y="892101"/>
                </a:lnTo>
                <a:lnTo>
                  <a:pt x="3216363" y="891427"/>
                </a:lnTo>
                <a:lnTo>
                  <a:pt x="3216203" y="891433"/>
                </a:lnTo>
                <a:lnTo>
                  <a:pt x="3228046" y="890631"/>
                </a:lnTo>
                <a:lnTo>
                  <a:pt x="3227851" y="890649"/>
                </a:lnTo>
                <a:lnTo>
                  <a:pt x="3238592" y="889706"/>
                </a:lnTo>
                <a:lnTo>
                  <a:pt x="3238408" y="889724"/>
                </a:lnTo>
                <a:lnTo>
                  <a:pt x="3243382" y="889197"/>
                </a:lnTo>
                <a:lnTo>
                  <a:pt x="3243247" y="889209"/>
                </a:lnTo>
                <a:lnTo>
                  <a:pt x="3247966" y="888646"/>
                </a:lnTo>
                <a:lnTo>
                  <a:pt x="3247812" y="888664"/>
                </a:lnTo>
                <a:lnTo>
                  <a:pt x="3252279" y="888057"/>
                </a:lnTo>
                <a:lnTo>
                  <a:pt x="3252107" y="888082"/>
                </a:lnTo>
                <a:lnTo>
                  <a:pt x="3256335" y="887432"/>
                </a:lnTo>
                <a:lnTo>
                  <a:pt x="3256144" y="887463"/>
                </a:lnTo>
                <a:lnTo>
                  <a:pt x="3260132" y="886771"/>
                </a:lnTo>
                <a:lnTo>
                  <a:pt x="3259918" y="886813"/>
                </a:lnTo>
                <a:lnTo>
                  <a:pt x="3263686" y="886078"/>
                </a:lnTo>
                <a:lnTo>
                  <a:pt x="3263448" y="886127"/>
                </a:lnTo>
                <a:lnTo>
                  <a:pt x="3266990" y="885344"/>
                </a:lnTo>
                <a:lnTo>
                  <a:pt x="3266725" y="885405"/>
                </a:lnTo>
                <a:lnTo>
                  <a:pt x="3270053" y="884572"/>
                </a:lnTo>
                <a:lnTo>
                  <a:pt x="3269757" y="884651"/>
                </a:lnTo>
                <a:lnTo>
                  <a:pt x="3272876" y="883768"/>
                </a:lnTo>
                <a:lnTo>
                  <a:pt x="3272553" y="883867"/>
                </a:lnTo>
                <a:lnTo>
                  <a:pt x="3275469" y="882936"/>
                </a:lnTo>
                <a:lnTo>
                  <a:pt x="3275113" y="883058"/>
                </a:lnTo>
                <a:lnTo>
                  <a:pt x="3277834" y="882078"/>
                </a:lnTo>
                <a:lnTo>
                  <a:pt x="3277448" y="882225"/>
                </a:lnTo>
                <a:lnTo>
                  <a:pt x="3279978" y="881189"/>
                </a:lnTo>
                <a:lnTo>
                  <a:pt x="3279561" y="881373"/>
                </a:lnTo>
                <a:lnTo>
                  <a:pt x="3281908" y="880282"/>
                </a:lnTo>
                <a:lnTo>
                  <a:pt x="3281461" y="880509"/>
                </a:lnTo>
                <a:lnTo>
                  <a:pt x="3283636" y="879364"/>
                </a:lnTo>
                <a:lnTo>
                  <a:pt x="3283157" y="879633"/>
                </a:lnTo>
                <a:lnTo>
                  <a:pt x="3285161" y="878427"/>
                </a:lnTo>
                <a:lnTo>
                  <a:pt x="3284666" y="878745"/>
                </a:lnTo>
                <a:lnTo>
                  <a:pt x="3286510" y="877489"/>
                </a:lnTo>
                <a:lnTo>
                  <a:pt x="3285994" y="877863"/>
                </a:lnTo>
                <a:lnTo>
                  <a:pt x="3287691" y="876539"/>
                </a:lnTo>
                <a:lnTo>
                  <a:pt x="3287177" y="876967"/>
                </a:lnTo>
                <a:lnTo>
                  <a:pt x="3288721" y="875583"/>
                </a:lnTo>
                <a:lnTo>
                  <a:pt x="3288219" y="876067"/>
                </a:lnTo>
                <a:lnTo>
                  <a:pt x="3289621" y="874621"/>
                </a:lnTo>
                <a:lnTo>
                  <a:pt x="3289145" y="875148"/>
                </a:lnTo>
                <a:lnTo>
                  <a:pt x="3290412" y="873641"/>
                </a:lnTo>
                <a:lnTo>
                  <a:pt x="3289970" y="874205"/>
                </a:lnTo>
                <a:lnTo>
                  <a:pt x="3291112" y="872630"/>
                </a:lnTo>
                <a:lnTo>
                  <a:pt x="3290719" y="873212"/>
                </a:lnTo>
                <a:lnTo>
                  <a:pt x="3291735" y="871570"/>
                </a:lnTo>
                <a:lnTo>
                  <a:pt x="3291398" y="872164"/>
                </a:lnTo>
                <a:lnTo>
                  <a:pt x="3292305" y="870449"/>
                </a:lnTo>
                <a:lnTo>
                  <a:pt x="3292017" y="871038"/>
                </a:lnTo>
                <a:lnTo>
                  <a:pt x="3292819" y="869254"/>
                </a:lnTo>
                <a:lnTo>
                  <a:pt x="3292586" y="869818"/>
                </a:lnTo>
                <a:lnTo>
                  <a:pt x="3293286" y="867962"/>
                </a:lnTo>
                <a:lnTo>
                  <a:pt x="3293102" y="868489"/>
                </a:lnTo>
                <a:lnTo>
                  <a:pt x="3293709" y="866565"/>
                </a:lnTo>
                <a:lnTo>
                  <a:pt x="3293568" y="867049"/>
                </a:lnTo>
                <a:lnTo>
                  <a:pt x="3294081" y="865051"/>
                </a:lnTo>
                <a:lnTo>
                  <a:pt x="3293977" y="865493"/>
                </a:lnTo>
                <a:lnTo>
                  <a:pt x="3294419" y="863415"/>
                </a:lnTo>
                <a:lnTo>
                  <a:pt x="3294347" y="863807"/>
                </a:lnTo>
                <a:lnTo>
                  <a:pt x="3294707" y="861651"/>
                </a:lnTo>
                <a:lnTo>
                  <a:pt x="3294651" y="862000"/>
                </a:lnTo>
                <a:lnTo>
                  <a:pt x="3294951" y="859764"/>
                </a:lnTo>
                <a:lnTo>
                  <a:pt x="3294902" y="860193"/>
                </a:lnTo>
                <a:lnTo>
                  <a:pt x="3295326" y="855487"/>
                </a:lnTo>
                <a:lnTo>
                  <a:pt x="3295295" y="855909"/>
                </a:lnTo>
                <a:lnTo>
                  <a:pt x="3295528" y="850874"/>
                </a:lnTo>
                <a:lnTo>
                  <a:pt x="3295516" y="851149"/>
                </a:lnTo>
                <a:lnTo>
                  <a:pt x="3295621" y="845770"/>
                </a:lnTo>
                <a:lnTo>
                  <a:pt x="3295621" y="845917"/>
                </a:lnTo>
                <a:lnTo>
                  <a:pt x="3295637" y="840188"/>
                </a:lnTo>
                <a:lnTo>
                  <a:pt x="3295637" y="840231"/>
                </a:lnTo>
                <a:lnTo>
                  <a:pt x="3294793" y="73032"/>
                </a:lnTo>
                <a:lnTo>
                  <a:pt x="3294793" y="73136"/>
                </a:lnTo>
                <a:lnTo>
                  <a:pt x="3294756" y="70226"/>
                </a:lnTo>
                <a:lnTo>
                  <a:pt x="3294763" y="70471"/>
                </a:lnTo>
                <a:lnTo>
                  <a:pt x="3294658" y="67659"/>
                </a:lnTo>
                <a:lnTo>
                  <a:pt x="3294677" y="67940"/>
                </a:lnTo>
                <a:lnTo>
                  <a:pt x="3294500" y="65214"/>
                </a:lnTo>
                <a:lnTo>
                  <a:pt x="3294523" y="65533"/>
                </a:lnTo>
                <a:lnTo>
                  <a:pt x="3294265" y="62892"/>
                </a:lnTo>
                <a:lnTo>
                  <a:pt x="3294309" y="63247"/>
                </a:lnTo>
                <a:lnTo>
                  <a:pt x="3293965" y="60699"/>
                </a:lnTo>
                <a:lnTo>
                  <a:pt x="3294028" y="61090"/>
                </a:lnTo>
                <a:lnTo>
                  <a:pt x="3293598" y="58621"/>
                </a:lnTo>
                <a:lnTo>
                  <a:pt x="3293684" y="59057"/>
                </a:lnTo>
                <a:lnTo>
                  <a:pt x="3293158" y="56673"/>
                </a:lnTo>
                <a:lnTo>
                  <a:pt x="3293272" y="57138"/>
                </a:lnTo>
                <a:lnTo>
                  <a:pt x="3292649" y="54841"/>
                </a:lnTo>
                <a:lnTo>
                  <a:pt x="3292796" y="55337"/>
                </a:lnTo>
                <a:lnTo>
                  <a:pt x="3292072" y="53126"/>
                </a:lnTo>
                <a:lnTo>
                  <a:pt x="3292263" y="53647"/>
                </a:lnTo>
                <a:lnTo>
                  <a:pt x="3291424" y="51514"/>
                </a:lnTo>
                <a:lnTo>
                  <a:pt x="3291656" y="52060"/>
                </a:lnTo>
                <a:lnTo>
                  <a:pt x="3290707" y="50001"/>
                </a:lnTo>
                <a:lnTo>
                  <a:pt x="3290982" y="50559"/>
                </a:lnTo>
                <a:lnTo>
                  <a:pt x="3289917" y="48580"/>
                </a:lnTo>
                <a:lnTo>
                  <a:pt x="3290235" y="49131"/>
                </a:lnTo>
                <a:lnTo>
                  <a:pt x="3289047" y="47226"/>
                </a:lnTo>
                <a:lnTo>
                  <a:pt x="3289414" y="47771"/>
                </a:lnTo>
                <a:lnTo>
                  <a:pt x="3288091" y="45939"/>
                </a:lnTo>
                <a:lnTo>
                  <a:pt x="3288496" y="46466"/>
                </a:lnTo>
                <a:lnTo>
                  <a:pt x="3287035" y="44708"/>
                </a:lnTo>
                <a:lnTo>
                  <a:pt x="3287470" y="45197"/>
                </a:lnTo>
                <a:lnTo>
                  <a:pt x="3285880" y="43507"/>
                </a:lnTo>
                <a:lnTo>
                  <a:pt x="3286331" y="43960"/>
                </a:lnTo>
                <a:lnTo>
                  <a:pt x="3284598" y="42343"/>
                </a:lnTo>
                <a:lnTo>
                  <a:pt x="3285063" y="42747"/>
                </a:lnTo>
                <a:lnTo>
                  <a:pt x="3283178" y="41203"/>
                </a:lnTo>
                <a:lnTo>
                  <a:pt x="3283643" y="41564"/>
                </a:lnTo>
                <a:lnTo>
                  <a:pt x="3281608" y="40081"/>
                </a:lnTo>
                <a:lnTo>
                  <a:pt x="3282061" y="40394"/>
                </a:lnTo>
                <a:lnTo>
                  <a:pt x="3279868" y="38979"/>
                </a:lnTo>
                <a:lnTo>
                  <a:pt x="3280315" y="39249"/>
                </a:lnTo>
                <a:lnTo>
                  <a:pt x="3277957" y="37901"/>
                </a:lnTo>
                <a:lnTo>
                  <a:pt x="3278380" y="38127"/>
                </a:lnTo>
                <a:lnTo>
                  <a:pt x="3275855" y="36841"/>
                </a:lnTo>
                <a:lnTo>
                  <a:pt x="3276252" y="37036"/>
                </a:lnTo>
                <a:lnTo>
                  <a:pt x="3273557" y="35805"/>
                </a:lnTo>
                <a:lnTo>
                  <a:pt x="3273932" y="35970"/>
                </a:lnTo>
                <a:lnTo>
                  <a:pt x="3271057" y="34800"/>
                </a:lnTo>
                <a:lnTo>
                  <a:pt x="3271406" y="34935"/>
                </a:lnTo>
                <a:lnTo>
                  <a:pt x="3268348" y="33826"/>
                </a:lnTo>
                <a:lnTo>
                  <a:pt x="3268667" y="33936"/>
                </a:lnTo>
                <a:lnTo>
                  <a:pt x="3265420" y="32883"/>
                </a:lnTo>
                <a:lnTo>
                  <a:pt x="3265720" y="32975"/>
                </a:lnTo>
                <a:lnTo>
                  <a:pt x="3262283" y="31976"/>
                </a:lnTo>
                <a:lnTo>
                  <a:pt x="3262553" y="32049"/>
                </a:lnTo>
                <a:lnTo>
                  <a:pt x="3258914" y="31106"/>
                </a:lnTo>
                <a:lnTo>
                  <a:pt x="3259165" y="31167"/>
                </a:lnTo>
                <a:lnTo>
                  <a:pt x="3255323" y="30273"/>
                </a:lnTo>
                <a:lnTo>
                  <a:pt x="3255551" y="30321"/>
                </a:lnTo>
                <a:lnTo>
                  <a:pt x="3251507" y="29476"/>
                </a:lnTo>
                <a:lnTo>
                  <a:pt x="3251714" y="29519"/>
                </a:lnTo>
                <a:lnTo>
                  <a:pt x="3247456" y="28728"/>
                </a:lnTo>
                <a:lnTo>
                  <a:pt x="3247640" y="28759"/>
                </a:lnTo>
                <a:lnTo>
                  <a:pt x="3243168" y="28012"/>
                </a:lnTo>
                <a:lnTo>
                  <a:pt x="3243338" y="28042"/>
                </a:lnTo>
                <a:lnTo>
                  <a:pt x="3238641" y="27338"/>
                </a:lnTo>
                <a:lnTo>
                  <a:pt x="3238794" y="27362"/>
                </a:lnTo>
                <a:lnTo>
                  <a:pt x="3233874" y="26707"/>
                </a:lnTo>
                <a:lnTo>
                  <a:pt x="3234008" y="26725"/>
                </a:lnTo>
                <a:lnTo>
                  <a:pt x="3228855" y="26112"/>
                </a:lnTo>
                <a:lnTo>
                  <a:pt x="3228985" y="26125"/>
                </a:lnTo>
                <a:lnTo>
                  <a:pt x="3223586" y="25555"/>
                </a:lnTo>
                <a:lnTo>
                  <a:pt x="3223758" y="25573"/>
                </a:lnTo>
                <a:lnTo>
                  <a:pt x="3212245" y="24550"/>
                </a:lnTo>
                <a:lnTo>
                  <a:pt x="3212431" y="24568"/>
                </a:lnTo>
                <a:lnTo>
                  <a:pt x="3199913" y="23699"/>
                </a:lnTo>
                <a:lnTo>
                  <a:pt x="3200066" y="23704"/>
                </a:lnTo>
                <a:lnTo>
                  <a:pt x="3186500" y="22975"/>
                </a:lnTo>
                <a:lnTo>
                  <a:pt x="3186623" y="22975"/>
                </a:lnTo>
                <a:lnTo>
                  <a:pt x="3171973" y="22369"/>
                </a:lnTo>
                <a:lnTo>
                  <a:pt x="3172077" y="22375"/>
                </a:lnTo>
                <a:lnTo>
                  <a:pt x="3156302" y="21879"/>
                </a:lnTo>
                <a:lnTo>
                  <a:pt x="3156388" y="21885"/>
                </a:lnTo>
                <a:lnTo>
                  <a:pt x="3139451" y="21493"/>
                </a:lnTo>
                <a:lnTo>
                  <a:pt x="3139514" y="21493"/>
                </a:lnTo>
                <a:lnTo>
                  <a:pt x="3121378" y="21193"/>
                </a:lnTo>
                <a:lnTo>
                  <a:pt x="3121427" y="21193"/>
                </a:lnTo>
                <a:lnTo>
                  <a:pt x="3102049" y="20966"/>
                </a:lnTo>
                <a:lnTo>
                  <a:pt x="3102084" y="20966"/>
                </a:lnTo>
                <a:lnTo>
                  <a:pt x="3081425" y="20813"/>
                </a:lnTo>
                <a:lnTo>
                  <a:pt x="3081455" y="20813"/>
                </a:lnTo>
                <a:lnTo>
                  <a:pt x="3059480" y="20709"/>
                </a:lnTo>
                <a:lnTo>
                  <a:pt x="3059503" y="20709"/>
                </a:lnTo>
                <a:lnTo>
                  <a:pt x="3011427" y="20629"/>
                </a:lnTo>
                <a:lnTo>
                  <a:pt x="3011443" y="20629"/>
                </a:lnTo>
                <a:lnTo>
                  <a:pt x="2957614" y="20616"/>
                </a:lnTo>
                <a:lnTo>
                  <a:pt x="325686" y="19912"/>
                </a:lnTo>
                <a:lnTo>
                  <a:pt x="325692" y="19912"/>
                </a:lnTo>
                <a:lnTo>
                  <a:pt x="272217" y="19955"/>
                </a:lnTo>
                <a:lnTo>
                  <a:pt x="272247" y="19955"/>
                </a:lnTo>
                <a:lnTo>
                  <a:pt x="225169" y="20151"/>
                </a:lnTo>
                <a:lnTo>
                  <a:pt x="225211" y="20151"/>
                </a:lnTo>
                <a:lnTo>
                  <a:pt x="203939" y="20329"/>
                </a:lnTo>
                <a:lnTo>
                  <a:pt x="203982" y="20323"/>
                </a:lnTo>
                <a:lnTo>
                  <a:pt x="184155" y="20574"/>
                </a:lnTo>
                <a:lnTo>
                  <a:pt x="184210" y="20567"/>
                </a:lnTo>
                <a:lnTo>
                  <a:pt x="165781" y="20892"/>
                </a:lnTo>
                <a:lnTo>
                  <a:pt x="165848" y="20892"/>
                </a:lnTo>
                <a:lnTo>
                  <a:pt x="148767" y="21309"/>
                </a:lnTo>
                <a:lnTo>
                  <a:pt x="148853" y="21309"/>
                </a:lnTo>
                <a:lnTo>
                  <a:pt x="133063" y="21817"/>
                </a:lnTo>
                <a:lnTo>
                  <a:pt x="133167" y="21817"/>
                </a:lnTo>
                <a:lnTo>
                  <a:pt x="118622" y="22443"/>
                </a:lnTo>
                <a:lnTo>
                  <a:pt x="118751" y="22436"/>
                </a:lnTo>
                <a:lnTo>
                  <a:pt x="105401" y="23183"/>
                </a:lnTo>
                <a:lnTo>
                  <a:pt x="105560" y="23172"/>
                </a:lnTo>
                <a:lnTo>
                  <a:pt x="93349" y="24047"/>
                </a:lnTo>
                <a:lnTo>
                  <a:pt x="93544" y="24036"/>
                </a:lnTo>
                <a:lnTo>
                  <a:pt x="82425" y="25053"/>
                </a:lnTo>
                <a:lnTo>
                  <a:pt x="82602" y="25040"/>
                </a:lnTo>
                <a:lnTo>
                  <a:pt x="77437" y="25604"/>
                </a:lnTo>
                <a:lnTo>
                  <a:pt x="77573" y="25591"/>
                </a:lnTo>
                <a:lnTo>
                  <a:pt x="72660" y="26198"/>
                </a:lnTo>
                <a:lnTo>
                  <a:pt x="72806" y="26174"/>
                </a:lnTo>
                <a:lnTo>
                  <a:pt x="68144" y="26823"/>
                </a:lnTo>
                <a:lnTo>
                  <a:pt x="68302" y="26798"/>
                </a:lnTo>
                <a:lnTo>
                  <a:pt x="63879" y="27491"/>
                </a:lnTo>
                <a:lnTo>
                  <a:pt x="64062" y="27460"/>
                </a:lnTo>
                <a:lnTo>
                  <a:pt x="59878" y="28195"/>
                </a:lnTo>
                <a:lnTo>
                  <a:pt x="60079" y="28153"/>
                </a:lnTo>
                <a:lnTo>
                  <a:pt x="56116" y="28931"/>
                </a:lnTo>
                <a:lnTo>
                  <a:pt x="56342" y="28888"/>
                </a:lnTo>
                <a:lnTo>
                  <a:pt x="52599" y="29709"/>
                </a:lnTo>
                <a:lnTo>
                  <a:pt x="52850" y="29654"/>
                </a:lnTo>
                <a:lnTo>
                  <a:pt x="49327" y="30524"/>
                </a:lnTo>
                <a:lnTo>
                  <a:pt x="49597" y="30450"/>
                </a:lnTo>
                <a:lnTo>
                  <a:pt x="46282" y="31375"/>
                </a:lnTo>
                <a:lnTo>
                  <a:pt x="46582" y="31284"/>
                </a:lnTo>
                <a:lnTo>
                  <a:pt x="43475" y="32257"/>
                </a:lnTo>
                <a:lnTo>
                  <a:pt x="43801" y="32147"/>
                </a:lnTo>
                <a:lnTo>
                  <a:pt x="40891" y="33171"/>
                </a:lnTo>
                <a:lnTo>
                  <a:pt x="41245" y="33036"/>
                </a:lnTo>
                <a:lnTo>
                  <a:pt x="38520" y="34108"/>
                </a:lnTo>
                <a:lnTo>
                  <a:pt x="38912" y="33949"/>
                </a:lnTo>
                <a:lnTo>
                  <a:pt x="36369" y="35076"/>
                </a:lnTo>
                <a:lnTo>
                  <a:pt x="36785" y="34880"/>
                </a:lnTo>
                <a:lnTo>
                  <a:pt x="34427" y="36062"/>
                </a:lnTo>
                <a:lnTo>
                  <a:pt x="34868" y="35829"/>
                </a:lnTo>
                <a:lnTo>
                  <a:pt x="32675" y="37068"/>
                </a:lnTo>
                <a:lnTo>
                  <a:pt x="33140" y="36785"/>
                </a:lnTo>
                <a:lnTo>
                  <a:pt x="31118" y="38084"/>
                </a:lnTo>
                <a:lnTo>
                  <a:pt x="31597" y="37759"/>
                </a:lnTo>
                <a:lnTo>
                  <a:pt x="29727" y="39120"/>
                </a:lnTo>
                <a:lnTo>
                  <a:pt x="30218" y="38739"/>
                </a:lnTo>
                <a:lnTo>
                  <a:pt x="28502" y="40155"/>
                </a:lnTo>
                <a:lnTo>
                  <a:pt x="28985" y="39727"/>
                </a:lnTo>
                <a:lnTo>
                  <a:pt x="27411" y="41209"/>
                </a:lnTo>
                <a:lnTo>
                  <a:pt x="27883" y="40731"/>
                </a:lnTo>
                <a:lnTo>
                  <a:pt x="26455" y="42281"/>
                </a:lnTo>
                <a:lnTo>
                  <a:pt x="26897" y="41766"/>
                </a:lnTo>
                <a:lnTo>
                  <a:pt x="25597" y="43372"/>
                </a:lnTo>
                <a:lnTo>
                  <a:pt x="26009" y="42826"/>
                </a:lnTo>
                <a:lnTo>
                  <a:pt x="24838" y="44505"/>
                </a:lnTo>
                <a:lnTo>
                  <a:pt x="25205" y="43942"/>
                </a:lnTo>
                <a:lnTo>
                  <a:pt x="24151" y="45688"/>
                </a:lnTo>
                <a:lnTo>
                  <a:pt x="24469" y="45118"/>
                </a:lnTo>
                <a:lnTo>
                  <a:pt x="23532" y="46931"/>
                </a:lnTo>
                <a:lnTo>
                  <a:pt x="23796" y="46374"/>
                </a:lnTo>
                <a:lnTo>
                  <a:pt x="22963" y="48255"/>
                </a:lnTo>
                <a:lnTo>
                  <a:pt x="23183" y="47716"/>
                </a:lnTo>
                <a:lnTo>
                  <a:pt x="22454" y="49670"/>
                </a:lnTo>
                <a:lnTo>
                  <a:pt x="22627" y="49162"/>
                </a:lnTo>
                <a:lnTo>
                  <a:pt x="21995" y="51190"/>
                </a:lnTo>
                <a:lnTo>
                  <a:pt x="22130" y="50718"/>
                </a:lnTo>
                <a:lnTo>
                  <a:pt x="21585" y="52819"/>
                </a:lnTo>
                <a:lnTo>
                  <a:pt x="21684" y="52390"/>
                </a:lnTo>
                <a:lnTo>
                  <a:pt x="21223" y="54565"/>
                </a:lnTo>
                <a:lnTo>
                  <a:pt x="21298" y="54179"/>
                </a:lnTo>
                <a:lnTo>
                  <a:pt x="20905" y="56434"/>
                </a:lnTo>
                <a:lnTo>
                  <a:pt x="20960" y="56091"/>
                </a:lnTo>
                <a:lnTo>
                  <a:pt x="20642" y="58420"/>
                </a:lnTo>
                <a:lnTo>
                  <a:pt x="20679" y="58119"/>
                </a:lnTo>
                <a:lnTo>
                  <a:pt x="20421" y="60527"/>
                </a:lnTo>
                <a:lnTo>
                  <a:pt x="20451" y="60159"/>
                </a:lnTo>
                <a:lnTo>
                  <a:pt x="20109" y="65220"/>
                </a:lnTo>
                <a:lnTo>
                  <a:pt x="20127" y="64852"/>
                </a:lnTo>
                <a:lnTo>
                  <a:pt x="19956" y="70250"/>
                </a:lnTo>
                <a:lnTo>
                  <a:pt x="19956" y="70011"/>
                </a:lnTo>
                <a:lnTo>
                  <a:pt x="19913" y="75752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F058B78A-C569-4F7C-B393-D3DE4E82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703" y="2554826"/>
            <a:ext cx="4265828" cy="2874404"/>
          </a:xfrm>
          <a:custGeom xmlns:a="http://schemas.openxmlformats.org/drawingml/2006/main">
            <a:pathLst>
              <a:path w="4265828" h="2874404">
                <a:moveTo>
                  <a:pt x="1091" y="2640009"/>
                </a:moveTo>
                <a:lnTo>
                  <a:pt x="1049" y="2548106"/>
                </a:lnTo>
                <a:lnTo>
                  <a:pt x="31682" y="2548094"/>
                </a:lnTo>
                <a:lnTo>
                  <a:pt x="31726" y="2639997"/>
                </a:lnTo>
                <a:lnTo>
                  <a:pt x="1091" y="2640009"/>
                </a:lnTo>
                <a:moveTo>
                  <a:pt x="1037" y="2517472"/>
                </a:moveTo>
                <a:lnTo>
                  <a:pt x="993" y="2425569"/>
                </a:lnTo>
                <a:lnTo>
                  <a:pt x="31628" y="2425557"/>
                </a:lnTo>
                <a:lnTo>
                  <a:pt x="31670" y="2517459"/>
                </a:lnTo>
                <a:lnTo>
                  <a:pt x="1037" y="2517472"/>
                </a:lnTo>
                <a:moveTo>
                  <a:pt x="981" y="2394934"/>
                </a:moveTo>
                <a:lnTo>
                  <a:pt x="939" y="2303032"/>
                </a:lnTo>
                <a:lnTo>
                  <a:pt x="31572" y="2303020"/>
                </a:lnTo>
                <a:lnTo>
                  <a:pt x="31617" y="2394923"/>
                </a:lnTo>
                <a:lnTo>
                  <a:pt x="981" y="2394934"/>
                </a:lnTo>
                <a:moveTo>
                  <a:pt x="926" y="2272398"/>
                </a:moveTo>
                <a:lnTo>
                  <a:pt x="884" y="2180495"/>
                </a:lnTo>
                <a:lnTo>
                  <a:pt x="31517" y="2180482"/>
                </a:lnTo>
                <a:lnTo>
                  <a:pt x="31561" y="2272385"/>
                </a:lnTo>
                <a:lnTo>
                  <a:pt x="926" y="2272398"/>
                </a:lnTo>
                <a:moveTo>
                  <a:pt x="870" y="2149860"/>
                </a:moveTo>
                <a:lnTo>
                  <a:pt x="828" y="2057957"/>
                </a:lnTo>
                <a:lnTo>
                  <a:pt x="31463" y="2057945"/>
                </a:lnTo>
                <a:lnTo>
                  <a:pt x="31505" y="2149848"/>
                </a:lnTo>
                <a:lnTo>
                  <a:pt x="870" y="2149860"/>
                </a:lnTo>
                <a:moveTo>
                  <a:pt x="816" y="2027323"/>
                </a:moveTo>
                <a:lnTo>
                  <a:pt x="772" y="1935421"/>
                </a:lnTo>
                <a:lnTo>
                  <a:pt x="31407" y="1935408"/>
                </a:lnTo>
                <a:lnTo>
                  <a:pt x="31449" y="2027311"/>
                </a:lnTo>
                <a:lnTo>
                  <a:pt x="816" y="2027323"/>
                </a:lnTo>
                <a:moveTo>
                  <a:pt x="760" y="1904786"/>
                </a:moveTo>
                <a:lnTo>
                  <a:pt x="719" y="1812883"/>
                </a:lnTo>
                <a:lnTo>
                  <a:pt x="31352" y="1812871"/>
                </a:lnTo>
                <a:lnTo>
                  <a:pt x="31396" y="1904774"/>
                </a:lnTo>
                <a:lnTo>
                  <a:pt x="760" y="1904786"/>
                </a:lnTo>
                <a:moveTo>
                  <a:pt x="705" y="1782248"/>
                </a:moveTo>
                <a:lnTo>
                  <a:pt x="663" y="1690346"/>
                </a:lnTo>
                <a:lnTo>
                  <a:pt x="31298" y="1690333"/>
                </a:lnTo>
                <a:lnTo>
                  <a:pt x="31340" y="1782236"/>
                </a:lnTo>
                <a:lnTo>
                  <a:pt x="705" y="1782248"/>
                </a:lnTo>
                <a:moveTo>
                  <a:pt x="651" y="1659712"/>
                </a:moveTo>
                <a:lnTo>
                  <a:pt x="607" y="1567809"/>
                </a:lnTo>
                <a:lnTo>
                  <a:pt x="31242" y="1567796"/>
                </a:lnTo>
                <a:lnTo>
                  <a:pt x="31284" y="1659699"/>
                </a:lnTo>
                <a:lnTo>
                  <a:pt x="651" y="1659712"/>
                </a:lnTo>
                <a:moveTo>
                  <a:pt x="595" y="1537174"/>
                </a:moveTo>
                <a:lnTo>
                  <a:pt x="551" y="1445271"/>
                </a:lnTo>
                <a:lnTo>
                  <a:pt x="31186" y="1445259"/>
                </a:lnTo>
                <a:lnTo>
                  <a:pt x="31231" y="1537162"/>
                </a:lnTo>
                <a:lnTo>
                  <a:pt x="595" y="1537174"/>
                </a:lnTo>
                <a:moveTo>
                  <a:pt x="540" y="1414637"/>
                </a:moveTo>
                <a:lnTo>
                  <a:pt x="498" y="1322734"/>
                </a:lnTo>
                <a:lnTo>
                  <a:pt x="31131" y="1322722"/>
                </a:lnTo>
                <a:lnTo>
                  <a:pt x="31175" y="1414624"/>
                </a:lnTo>
                <a:lnTo>
                  <a:pt x="540" y="1414637"/>
                </a:lnTo>
                <a:moveTo>
                  <a:pt x="484" y="1292100"/>
                </a:moveTo>
                <a:lnTo>
                  <a:pt x="442" y="1200197"/>
                </a:lnTo>
                <a:lnTo>
                  <a:pt x="31077" y="1200185"/>
                </a:lnTo>
                <a:lnTo>
                  <a:pt x="31119" y="1292088"/>
                </a:lnTo>
                <a:lnTo>
                  <a:pt x="484" y="1292100"/>
                </a:lnTo>
                <a:moveTo>
                  <a:pt x="430" y="1169563"/>
                </a:moveTo>
                <a:lnTo>
                  <a:pt x="386" y="1077660"/>
                </a:lnTo>
                <a:lnTo>
                  <a:pt x="31021" y="1077647"/>
                </a:lnTo>
                <a:lnTo>
                  <a:pt x="31063" y="1169550"/>
                </a:lnTo>
                <a:lnTo>
                  <a:pt x="430" y="1169563"/>
                </a:lnTo>
                <a:moveTo>
                  <a:pt x="374" y="1047025"/>
                </a:moveTo>
                <a:lnTo>
                  <a:pt x="333" y="955122"/>
                </a:lnTo>
                <a:lnTo>
                  <a:pt x="30966" y="955110"/>
                </a:lnTo>
                <a:lnTo>
                  <a:pt x="31010" y="1047013"/>
                </a:lnTo>
                <a:lnTo>
                  <a:pt x="374" y="1047025"/>
                </a:lnTo>
                <a:moveTo>
                  <a:pt x="319" y="924488"/>
                </a:moveTo>
                <a:lnTo>
                  <a:pt x="277" y="832586"/>
                </a:lnTo>
                <a:lnTo>
                  <a:pt x="30912" y="832573"/>
                </a:lnTo>
                <a:lnTo>
                  <a:pt x="30954" y="924476"/>
                </a:lnTo>
                <a:lnTo>
                  <a:pt x="319" y="924488"/>
                </a:lnTo>
                <a:moveTo>
                  <a:pt x="265" y="801951"/>
                </a:moveTo>
                <a:lnTo>
                  <a:pt x="221" y="710048"/>
                </a:lnTo>
                <a:lnTo>
                  <a:pt x="30856" y="710036"/>
                </a:lnTo>
                <a:lnTo>
                  <a:pt x="30898" y="801939"/>
                </a:lnTo>
                <a:lnTo>
                  <a:pt x="265" y="801951"/>
                </a:lnTo>
                <a:moveTo>
                  <a:pt x="209" y="679414"/>
                </a:moveTo>
                <a:lnTo>
                  <a:pt x="165" y="587511"/>
                </a:lnTo>
                <a:lnTo>
                  <a:pt x="30800" y="587498"/>
                </a:lnTo>
                <a:lnTo>
                  <a:pt x="30845" y="679401"/>
                </a:lnTo>
                <a:lnTo>
                  <a:pt x="209" y="679414"/>
                </a:lnTo>
                <a:moveTo>
                  <a:pt x="153" y="556876"/>
                </a:moveTo>
                <a:lnTo>
                  <a:pt x="112" y="464974"/>
                </a:lnTo>
                <a:lnTo>
                  <a:pt x="30745" y="464961"/>
                </a:lnTo>
                <a:lnTo>
                  <a:pt x="30789" y="556864"/>
                </a:lnTo>
                <a:lnTo>
                  <a:pt x="153" y="556876"/>
                </a:lnTo>
                <a:moveTo>
                  <a:pt x="93" y="434339"/>
                </a:moveTo>
                <a:lnTo>
                  <a:pt x="56" y="342436"/>
                </a:lnTo>
                <a:lnTo>
                  <a:pt x="30691" y="342424"/>
                </a:lnTo>
                <a:lnTo>
                  <a:pt x="30726" y="434327"/>
                </a:lnTo>
                <a:lnTo>
                  <a:pt x="93" y="434339"/>
                </a:lnTo>
                <a:moveTo>
                  <a:pt x="37" y="311802"/>
                </a:moveTo>
                <a:lnTo>
                  <a:pt x="0" y="224280"/>
                </a:lnTo>
                <a:lnTo>
                  <a:pt x="14" y="219844"/>
                </a:lnTo>
                <a:lnTo>
                  <a:pt x="30647" y="219942"/>
                </a:lnTo>
                <a:lnTo>
                  <a:pt x="30635" y="224353"/>
                </a:lnTo>
                <a:lnTo>
                  <a:pt x="30635" y="224298"/>
                </a:lnTo>
                <a:lnTo>
                  <a:pt x="30673" y="311790"/>
                </a:lnTo>
                <a:lnTo>
                  <a:pt x="37" y="311802"/>
                </a:lnTo>
                <a:moveTo>
                  <a:pt x="277" y="189063"/>
                </a:moveTo>
                <a:lnTo>
                  <a:pt x="284" y="188628"/>
                </a:lnTo>
                <a:lnTo>
                  <a:pt x="479" y="180301"/>
                </a:lnTo>
                <a:lnTo>
                  <a:pt x="735" y="172232"/>
                </a:lnTo>
                <a:lnTo>
                  <a:pt x="1074" y="164396"/>
                </a:lnTo>
                <a:lnTo>
                  <a:pt x="1495" y="156786"/>
                </a:lnTo>
                <a:lnTo>
                  <a:pt x="2012" y="149391"/>
                </a:lnTo>
                <a:lnTo>
                  <a:pt x="2630" y="142204"/>
                </a:lnTo>
                <a:lnTo>
                  <a:pt x="3365" y="135220"/>
                </a:lnTo>
                <a:lnTo>
                  <a:pt x="4223" y="128437"/>
                </a:lnTo>
                <a:lnTo>
                  <a:pt x="5216" y="121839"/>
                </a:lnTo>
                <a:lnTo>
                  <a:pt x="6360" y="115430"/>
                </a:lnTo>
                <a:lnTo>
                  <a:pt x="7665" y="109199"/>
                </a:lnTo>
                <a:lnTo>
                  <a:pt x="9141" y="103140"/>
                </a:lnTo>
                <a:lnTo>
                  <a:pt x="10809" y="97246"/>
                </a:lnTo>
                <a:lnTo>
                  <a:pt x="11997" y="93600"/>
                </a:lnTo>
                <a:lnTo>
                  <a:pt x="41125" y="103097"/>
                </a:lnTo>
                <a:lnTo>
                  <a:pt x="40028" y="106460"/>
                </a:lnTo>
                <a:lnTo>
                  <a:pt x="40205" y="105878"/>
                </a:lnTo>
                <a:lnTo>
                  <a:pt x="38698" y="111209"/>
                </a:lnTo>
                <a:lnTo>
                  <a:pt x="38839" y="110670"/>
                </a:lnTo>
                <a:lnTo>
                  <a:pt x="37486" y="116214"/>
                </a:lnTo>
                <a:lnTo>
                  <a:pt x="37595" y="115718"/>
                </a:lnTo>
                <a:lnTo>
                  <a:pt x="36395" y="121484"/>
                </a:lnTo>
                <a:lnTo>
                  <a:pt x="36479" y="121036"/>
                </a:lnTo>
                <a:lnTo>
                  <a:pt x="35414" y="127022"/>
                </a:lnTo>
                <a:lnTo>
                  <a:pt x="35475" y="126618"/>
                </a:lnTo>
                <a:lnTo>
                  <a:pt x="34537" y="132831"/>
                </a:lnTo>
                <a:lnTo>
                  <a:pt x="34586" y="132463"/>
                </a:lnTo>
                <a:lnTo>
                  <a:pt x="33772" y="138908"/>
                </a:lnTo>
                <a:lnTo>
                  <a:pt x="33814" y="138584"/>
                </a:lnTo>
                <a:lnTo>
                  <a:pt x="33110" y="145262"/>
                </a:lnTo>
                <a:lnTo>
                  <a:pt x="33135" y="144980"/>
                </a:lnTo>
                <a:lnTo>
                  <a:pt x="32540" y="151897"/>
                </a:lnTo>
                <a:lnTo>
                  <a:pt x="32558" y="151646"/>
                </a:lnTo>
                <a:lnTo>
                  <a:pt x="32063" y="158808"/>
                </a:lnTo>
                <a:lnTo>
                  <a:pt x="32075" y="158588"/>
                </a:lnTo>
                <a:lnTo>
                  <a:pt x="31663" y="165995"/>
                </a:lnTo>
                <a:lnTo>
                  <a:pt x="31677" y="165805"/>
                </a:lnTo>
                <a:lnTo>
                  <a:pt x="31345" y="173470"/>
                </a:lnTo>
                <a:lnTo>
                  <a:pt x="31352" y="173304"/>
                </a:lnTo>
                <a:lnTo>
                  <a:pt x="31096" y="181220"/>
                </a:lnTo>
                <a:lnTo>
                  <a:pt x="31100" y="181086"/>
                </a:lnTo>
                <a:lnTo>
                  <a:pt x="30912" y="189265"/>
                </a:lnTo>
                <a:lnTo>
                  <a:pt x="30912" y="189099"/>
                </a:lnTo>
                <a:lnTo>
                  <a:pt x="30912" y="189455"/>
                </a:lnTo>
                <a:lnTo>
                  <a:pt x="277" y="189063"/>
                </a:lnTo>
                <a:moveTo>
                  <a:pt x="27805" y="62200"/>
                </a:moveTo>
                <a:lnTo>
                  <a:pt x="28821" y="60779"/>
                </a:lnTo>
                <a:lnTo>
                  <a:pt x="32424" y="56306"/>
                </a:lnTo>
                <a:lnTo>
                  <a:pt x="36302" y="52042"/>
                </a:lnTo>
                <a:lnTo>
                  <a:pt x="40456" y="47992"/>
                </a:lnTo>
                <a:lnTo>
                  <a:pt x="44867" y="44156"/>
                </a:lnTo>
                <a:lnTo>
                  <a:pt x="49548" y="40541"/>
                </a:lnTo>
                <a:lnTo>
                  <a:pt x="54494" y="37147"/>
                </a:lnTo>
                <a:lnTo>
                  <a:pt x="59694" y="33961"/>
                </a:lnTo>
                <a:lnTo>
                  <a:pt x="65147" y="30984"/>
                </a:lnTo>
                <a:lnTo>
                  <a:pt x="70863" y="28202"/>
                </a:lnTo>
                <a:lnTo>
                  <a:pt x="76837" y="25616"/>
                </a:lnTo>
                <a:lnTo>
                  <a:pt x="83081" y="23209"/>
                </a:lnTo>
                <a:lnTo>
                  <a:pt x="89599" y="20966"/>
                </a:lnTo>
                <a:lnTo>
                  <a:pt x="96389" y="18889"/>
                </a:lnTo>
                <a:lnTo>
                  <a:pt x="103470" y="16965"/>
                </a:lnTo>
                <a:lnTo>
                  <a:pt x="110854" y="15188"/>
                </a:lnTo>
                <a:lnTo>
                  <a:pt x="116363" y="14006"/>
                </a:lnTo>
                <a:lnTo>
                  <a:pt x="122772" y="43966"/>
                </a:lnTo>
                <a:lnTo>
                  <a:pt x="117453" y="45100"/>
                </a:lnTo>
                <a:lnTo>
                  <a:pt x="117839" y="45014"/>
                </a:lnTo>
                <a:lnTo>
                  <a:pt x="110865" y="46699"/>
                </a:lnTo>
                <a:lnTo>
                  <a:pt x="111296" y="46589"/>
                </a:lnTo>
                <a:lnTo>
                  <a:pt x="104654" y="48390"/>
                </a:lnTo>
                <a:lnTo>
                  <a:pt x="105112" y="48255"/>
                </a:lnTo>
                <a:lnTo>
                  <a:pt x="98803" y="50185"/>
                </a:lnTo>
                <a:lnTo>
                  <a:pt x="99299" y="50026"/>
                </a:lnTo>
                <a:lnTo>
                  <a:pt x="93306" y="52084"/>
                </a:lnTo>
                <a:lnTo>
                  <a:pt x="93845" y="51888"/>
                </a:lnTo>
                <a:lnTo>
                  <a:pt x="88160" y="54082"/>
                </a:lnTo>
                <a:lnTo>
                  <a:pt x="88736" y="53849"/>
                </a:lnTo>
                <a:lnTo>
                  <a:pt x="83351" y="56183"/>
                </a:lnTo>
                <a:lnTo>
                  <a:pt x="83958" y="55902"/>
                </a:lnTo>
                <a:lnTo>
                  <a:pt x="78867" y="58377"/>
                </a:lnTo>
                <a:lnTo>
                  <a:pt x="79509" y="58046"/>
                </a:lnTo>
                <a:lnTo>
                  <a:pt x="74700" y="60668"/>
                </a:lnTo>
                <a:lnTo>
                  <a:pt x="75367" y="60282"/>
                </a:lnTo>
                <a:lnTo>
                  <a:pt x="70833" y="63057"/>
                </a:lnTo>
                <a:lnTo>
                  <a:pt x="71514" y="62617"/>
                </a:lnTo>
                <a:lnTo>
                  <a:pt x="67256" y="65545"/>
                </a:lnTo>
                <a:lnTo>
                  <a:pt x="67942" y="65049"/>
                </a:lnTo>
                <a:lnTo>
                  <a:pt x="63940" y="68137"/>
                </a:lnTo>
                <a:lnTo>
                  <a:pt x="64622" y="67579"/>
                </a:lnTo>
                <a:lnTo>
                  <a:pt x="60871" y="70833"/>
                </a:lnTo>
                <a:lnTo>
                  <a:pt x="61533" y="70220"/>
                </a:lnTo>
                <a:lnTo>
                  <a:pt x="58034" y="73639"/>
                </a:lnTo>
                <a:lnTo>
                  <a:pt x="58666" y="72989"/>
                </a:lnTo>
                <a:lnTo>
                  <a:pt x="55399" y="76580"/>
                </a:lnTo>
                <a:lnTo>
                  <a:pt x="55987" y="75887"/>
                </a:lnTo>
                <a:lnTo>
                  <a:pt x="52955" y="79655"/>
                </a:lnTo>
                <a:lnTo>
                  <a:pt x="53494" y="78938"/>
                </a:lnTo>
                <a:lnTo>
                  <a:pt x="52741" y="79998"/>
                </a:lnTo>
                <a:lnTo>
                  <a:pt x="27805" y="62200"/>
                </a:lnTo>
                <a:moveTo>
                  <a:pt x="147812" y="8804"/>
                </a:moveTo>
                <a:lnTo>
                  <a:pt x="152565" y="8185"/>
                </a:lnTo>
                <a:lnTo>
                  <a:pt x="161939" y="7120"/>
                </a:lnTo>
                <a:lnTo>
                  <a:pt x="171687" y="6151"/>
                </a:lnTo>
                <a:lnTo>
                  <a:pt x="181810" y="5275"/>
                </a:lnTo>
                <a:lnTo>
                  <a:pt x="192323" y="4485"/>
                </a:lnTo>
                <a:lnTo>
                  <a:pt x="203234" y="3780"/>
                </a:lnTo>
                <a:lnTo>
                  <a:pt x="214557" y="3155"/>
                </a:lnTo>
                <a:lnTo>
                  <a:pt x="226298" y="2598"/>
                </a:lnTo>
                <a:lnTo>
                  <a:pt x="238458" y="2108"/>
                </a:lnTo>
                <a:lnTo>
                  <a:pt x="240897" y="2028"/>
                </a:lnTo>
                <a:lnTo>
                  <a:pt x="241927" y="32644"/>
                </a:lnTo>
                <a:lnTo>
                  <a:pt x="239537" y="32724"/>
                </a:lnTo>
                <a:lnTo>
                  <a:pt x="239634" y="32724"/>
                </a:lnTo>
                <a:lnTo>
                  <a:pt x="227577" y="33208"/>
                </a:lnTo>
                <a:lnTo>
                  <a:pt x="227686" y="33201"/>
                </a:lnTo>
                <a:lnTo>
                  <a:pt x="216064" y="33747"/>
                </a:lnTo>
                <a:lnTo>
                  <a:pt x="216194" y="33741"/>
                </a:lnTo>
                <a:lnTo>
                  <a:pt x="205006" y="34366"/>
                </a:lnTo>
                <a:lnTo>
                  <a:pt x="205146" y="34353"/>
                </a:lnTo>
                <a:lnTo>
                  <a:pt x="194381" y="35052"/>
                </a:lnTo>
                <a:lnTo>
                  <a:pt x="194535" y="35039"/>
                </a:lnTo>
                <a:lnTo>
                  <a:pt x="184186" y="35818"/>
                </a:lnTo>
                <a:lnTo>
                  <a:pt x="184365" y="35805"/>
                </a:lnTo>
                <a:lnTo>
                  <a:pt x="174427" y="36663"/>
                </a:lnTo>
                <a:lnTo>
                  <a:pt x="174617" y="36645"/>
                </a:lnTo>
                <a:lnTo>
                  <a:pt x="165076" y="37595"/>
                </a:lnTo>
                <a:lnTo>
                  <a:pt x="165292" y="37570"/>
                </a:lnTo>
                <a:lnTo>
                  <a:pt x="156144" y="38611"/>
                </a:lnTo>
                <a:lnTo>
                  <a:pt x="156383" y="38581"/>
                </a:lnTo>
                <a:lnTo>
                  <a:pt x="151751" y="39181"/>
                </a:lnTo>
                <a:lnTo>
                  <a:pt x="147812" y="8804"/>
                </a:lnTo>
                <a:moveTo>
                  <a:pt x="271683" y="1152"/>
                </a:moveTo>
                <a:lnTo>
                  <a:pt x="277609" y="1017"/>
                </a:lnTo>
                <a:lnTo>
                  <a:pt x="291592" y="754"/>
                </a:lnTo>
                <a:lnTo>
                  <a:pt x="320932" y="374"/>
                </a:lnTo>
                <a:lnTo>
                  <a:pt x="352253" y="141"/>
                </a:lnTo>
                <a:lnTo>
                  <a:pt x="363875" y="104"/>
                </a:lnTo>
                <a:lnTo>
                  <a:pt x="363980" y="30739"/>
                </a:lnTo>
                <a:lnTo>
                  <a:pt x="352388" y="30775"/>
                </a:lnTo>
                <a:lnTo>
                  <a:pt x="352448" y="30775"/>
                </a:lnTo>
                <a:lnTo>
                  <a:pt x="321201" y="31008"/>
                </a:lnTo>
                <a:lnTo>
                  <a:pt x="321287" y="31008"/>
                </a:lnTo>
                <a:lnTo>
                  <a:pt x="292031" y="31388"/>
                </a:lnTo>
                <a:lnTo>
                  <a:pt x="292110" y="31388"/>
                </a:lnTo>
                <a:lnTo>
                  <a:pt x="278209" y="31645"/>
                </a:lnTo>
                <a:lnTo>
                  <a:pt x="278276" y="31639"/>
                </a:lnTo>
                <a:lnTo>
                  <a:pt x="272383" y="31774"/>
                </a:lnTo>
                <a:lnTo>
                  <a:pt x="271683" y="1152"/>
                </a:lnTo>
                <a:moveTo>
                  <a:pt x="394546" y="24"/>
                </a:moveTo>
                <a:lnTo>
                  <a:pt x="421058" y="0"/>
                </a:lnTo>
                <a:lnTo>
                  <a:pt x="486473" y="43"/>
                </a:lnTo>
                <a:lnTo>
                  <a:pt x="486454" y="30677"/>
                </a:lnTo>
                <a:lnTo>
                  <a:pt x="421051" y="30634"/>
                </a:lnTo>
                <a:lnTo>
                  <a:pt x="421070" y="30634"/>
                </a:lnTo>
                <a:lnTo>
                  <a:pt x="394576" y="30659"/>
                </a:lnTo>
                <a:lnTo>
                  <a:pt x="394546" y="24"/>
                </a:lnTo>
                <a:moveTo>
                  <a:pt x="517108" y="61"/>
                </a:moveTo>
                <a:lnTo>
                  <a:pt x="609012" y="122"/>
                </a:lnTo>
                <a:lnTo>
                  <a:pt x="608993" y="30757"/>
                </a:lnTo>
                <a:lnTo>
                  <a:pt x="517089" y="30696"/>
                </a:lnTo>
                <a:lnTo>
                  <a:pt x="517108" y="61"/>
                </a:lnTo>
                <a:moveTo>
                  <a:pt x="639645" y="147"/>
                </a:moveTo>
                <a:lnTo>
                  <a:pt x="731548" y="208"/>
                </a:lnTo>
                <a:lnTo>
                  <a:pt x="731530" y="30843"/>
                </a:lnTo>
                <a:lnTo>
                  <a:pt x="639626" y="30782"/>
                </a:lnTo>
                <a:lnTo>
                  <a:pt x="639645" y="147"/>
                </a:lnTo>
                <a:moveTo>
                  <a:pt x="762181" y="227"/>
                </a:moveTo>
                <a:lnTo>
                  <a:pt x="854085" y="288"/>
                </a:lnTo>
                <a:lnTo>
                  <a:pt x="854066" y="30922"/>
                </a:lnTo>
                <a:lnTo>
                  <a:pt x="762163" y="30861"/>
                </a:lnTo>
                <a:lnTo>
                  <a:pt x="762181" y="227"/>
                </a:lnTo>
                <a:moveTo>
                  <a:pt x="884720" y="306"/>
                </a:moveTo>
                <a:lnTo>
                  <a:pt x="976622" y="368"/>
                </a:lnTo>
                <a:lnTo>
                  <a:pt x="976603" y="31002"/>
                </a:lnTo>
                <a:lnTo>
                  <a:pt x="884702" y="30941"/>
                </a:lnTo>
                <a:lnTo>
                  <a:pt x="884720" y="306"/>
                </a:lnTo>
                <a:moveTo>
                  <a:pt x="1007257" y="392"/>
                </a:moveTo>
                <a:lnTo>
                  <a:pt x="1099161" y="453"/>
                </a:lnTo>
                <a:lnTo>
                  <a:pt x="1099140" y="31088"/>
                </a:lnTo>
                <a:lnTo>
                  <a:pt x="1007239" y="31026"/>
                </a:lnTo>
                <a:lnTo>
                  <a:pt x="1007257" y="392"/>
                </a:lnTo>
                <a:moveTo>
                  <a:pt x="1129794" y="472"/>
                </a:moveTo>
                <a:lnTo>
                  <a:pt x="1221698" y="533"/>
                </a:lnTo>
                <a:lnTo>
                  <a:pt x="1221679" y="31168"/>
                </a:lnTo>
                <a:lnTo>
                  <a:pt x="1129775" y="31106"/>
                </a:lnTo>
                <a:lnTo>
                  <a:pt x="1129794" y="472"/>
                </a:lnTo>
                <a:moveTo>
                  <a:pt x="1252331" y="551"/>
                </a:moveTo>
                <a:lnTo>
                  <a:pt x="1344234" y="613"/>
                </a:lnTo>
                <a:lnTo>
                  <a:pt x="1344216" y="31247"/>
                </a:lnTo>
                <a:lnTo>
                  <a:pt x="1252312" y="31186"/>
                </a:lnTo>
                <a:lnTo>
                  <a:pt x="1252331" y="551"/>
                </a:lnTo>
                <a:moveTo>
                  <a:pt x="1374870" y="631"/>
                </a:moveTo>
                <a:lnTo>
                  <a:pt x="1466771" y="692"/>
                </a:lnTo>
                <a:lnTo>
                  <a:pt x="1466752" y="31327"/>
                </a:lnTo>
                <a:lnTo>
                  <a:pt x="1374849" y="31265"/>
                </a:lnTo>
                <a:lnTo>
                  <a:pt x="1374870" y="631"/>
                </a:lnTo>
                <a:moveTo>
                  <a:pt x="1497406" y="717"/>
                </a:moveTo>
                <a:lnTo>
                  <a:pt x="1589308" y="778"/>
                </a:lnTo>
                <a:lnTo>
                  <a:pt x="1589289" y="31412"/>
                </a:lnTo>
                <a:lnTo>
                  <a:pt x="1497388" y="31351"/>
                </a:lnTo>
                <a:lnTo>
                  <a:pt x="1497406" y="717"/>
                </a:lnTo>
                <a:moveTo>
                  <a:pt x="1619943" y="796"/>
                </a:moveTo>
                <a:lnTo>
                  <a:pt x="1711847" y="858"/>
                </a:lnTo>
                <a:lnTo>
                  <a:pt x="1711828" y="31492"/>
                </a:lnTo>
                <a:lnTo>
                  <a:pt x="1619924" y="31431"/>
                </a:lnTo>
                <a:lnTo>
                  <a:pt x="1619943" y="796"/>
                </a:lnTo>
                <a:moveTo>
                  <a:pt x="1742480" y="876"/>
                </a:moveTo>
                <a:lnTo>
                  <a:pt x="1834383" y="937"/>
                </a:lnTo>
                <a:lnTo>
                  <a:pt x="1834365" y="31572"/>
                </a:lnTo>
                <a:lnTo>
                  <a:pt x="1742461" y="31511"/>
                </a:lnTo>
                <a:lnTo>
                  <a:pt x="1742480" y="876"/>
                </a:lnTo>
                <a:moveTo>
                  <a:pt x="1865016" y="962"/>
                </a:moveTo>
                <a:lnTo>
                  <a:pt x="1956920" y="1023"/>
                </a:lnTo>
                <a:lnTo>
                  <a:pt x="1956901" y="31658"/>
                </a:lnTo>
                <a:lnTo>
                  <a:pt x="1865000" y="31596"/>
                </a:lnTo>
                <a:lnTo>
                  <a:pt x="1865016" y="962"/>
                </a:lnTo>
                <a:moveTo>
                  <a:pt x="1987555" y="1042"/>
                </a:moveTo>
                <a:lnTo>
                  <a:pt x="2079457" y="1103"/>
                </a:lnTo>
                <a:lnTo>
                  <a:pt x="2079441" y="31737"/>
                </a:lnTo>
                <a:lnTo>
                  <a:pt x="1987537" y="31676"/>
                </a:lnTo>
                <a:lnTo>
                  <a:pt x="1987555" y="1042"/>
                </a:lnTo>
                <a:moveTo>
                  <a:pt x="2110092" y="1121"/>
                </a:moveTo>
                <a:lnTo>
                  <a:pt x="2201993" y="1182"/>
                </a:lnTo>
                <a:lnTo>
                  <a:pt x="2201977" y="31817"/>
                </a:lnTo>
                <a:lnTo>
                  <a:pt x="2110074" y="31755"/>
                </a:lnTo>
                <a:lnTo>
                  <a:pt x="2110092" y="1121"/>
                </a:lnTo>
                <a:moveTo>
                  <a:pt x="2232629" y="1201"/>
                </a:moveTo>
                <a:lnTo>
                  <a:pt x="2324533" y="1262"/>
                </a:lnTo>
                <a:lnTo>
                  <a:pt x="2324514" y="31897"/>
                </a:lnTo>
                <a:lnTo>
                  <a:pt x="2232610" y="31835"/>
                </a:lnTo>
                <a:lnTo>
                  <a:pt x="2232629" y="1201"/>
                </a:lnTo>
                <a:moveTo>
                  <a:pt x="2355166" y="1287"/>
                </a:moveTo>
                <a:lnTo>
                  <a:pt x="2447069" y="1348"/>
                </a:lnTo>
                <a:lnTo>
                  <a:pt x="2447051" y="31982"/>
                </a:lnTo>
                <a:lnTo>
                  <a:pt x="2355149" y="31921"/>
                </a:lnTo>
                <a:lnTo>
                  <a:pt x="2355166" y="1287"/>
                </a:lnTo>
                <a:moveTo>
                  <a:pt x="2477702" y="1366"/>
                </a:moveTo>
                <a:lnTo>
                  <a:pt x="2569606" y="1428"/>
                </a:lnTo>
                <a:lnTo>
                  <a:pt x="2569587" y="32062"/>
                </a:lnTo>
                <a:lnTo>
                  <a:pt x="2477686" y="32001"/>
                </a:lnTo>
                <a:lnTo>
                  <a:pt x="2477702" y="1366"/>
                </a:lnTo>
                <a:moveTo>
                  <a:pt x="2600241" y="1446"/>
                </a:moveTo>
                <a:lnTo>
                  <a:pt x="2692143" y="1507"/>
                </a:lnTo>
                <a:lnTo>
                  <a:pt x="2692126" y="32141"/>
                </a:lnTo>
                <a:lnTo>
                  <a:pt x="2600223" y="32080"/>
                </a:lnTo>
                <a:lnTo>
                  <a:pt x="2600241" y="1446"/>
                </a:lnTo>
                <a:moveTo>
                  <a:pt x="2722778" y="1532"/>
                </a:moveTo>
                <a:lnTo>
                  <a:pt x="2814682" y="1593"/>
                </a:lnTo>
                <a:lnTo>
                  <a:pt x="2814663" y="32227"/>
                </a:lnTo>
                <a:lnTo>
                  <a:pt x="2722759" y="32166"/>
                </a:lnTo>
                <a:lnTo>
                  <a:pt x="2722778" y="1532"/>
                </a:lnTo>
                <a:moveTo>
                  <a:pt x="2845315" y="1611"/>
                </a:moveTo>
                <a:lnTo>
                  <a:pt x="2937218" y="1673"/>
                </a:lnTo>
                <a:lnTo>
                  <a:pt x="2937200" y="32307"/>
                </a:lnTo>
                <a:lnTo>
                  <a:pt x="2845296" y="32246"/>
                </a:lnTo>
                <a:lnTo>
                  <a:pt x="2845315" y="1611"/>
                </a:lnTo>
                <a:moveTo>
                  <a:pt x="2967851" y="1691"/>
                </a:moveTo>
                <a:lnTo>
                  <a:pt x="3059755" y="1752"/>
                </a:lnTo>
                <a:lnTo>
                  <a:pt x="3059736" y="32387"/>
                </a:lnTo>
                <a:lnTo>
                  <a:pt x="2967835" y="32325"/>
                </a:lnTo>
                <a:lnTo>
                  <a:pt x="2967851" y="1691"/>
                </a:lnTo>
                <a:moveTo>
                  <a:pt x="3090390" y="1771"/>
                </a:moveTo>
                <a:lnTo>
                  <a:pt x="3182292" y="1832"/>
                </a:lnTo>
                <a:lnTo>
                  <a:pt x="3182276" y="32466"/>
                </a:lnTo>
                <a:lnTo>
                  <a:pt x="3090372" y="32405"/>
                </a:lnTo>
                <a:lnTo>
                  <a:pt x="3090390" y="1771"/>
                </a:lnTo>
                <a:moveTo>
                  <a:pt x="3212927" y="1857"/>
                </a:moveTo>
                <a:lnTo>
                  <a:pt x="3304829" y="1918"/>
                </a:lnTo>
                <a:lnTo>
                  <a:pt x="3304812" y="32552"/>
                </a:lnTo>
                <a:lnTo>
                  <a:pt x="3212909" y="32491"/>
                </a:lnTo>
                <a:lnTo>
                  <a:pt x="3212927" y="1857"/>
                </a:lnTo>
                <a:moveTo>
                  <a:pt x="3335464" y="1936"/>
                </a:moveTo>
                <a:lnTo>
                  <a:pt x="3427368" y="1997"/>
                </a:lnTo>
                <a:lnTo>
                  <a:pt x="3427349" y="32632"/>
                </a:lnTo>
                <a:lnTo>
                  <a:pt x="3335445" y="32570"/>
                </a:lnTo>
                <a:lnTo>
                  <a:pt x="3335464" y="1936"/>
                </a:lnTo>
                <a:moveTo>
                  <a:pt x="3458001" y="2016"/>
                </a:moveTo>
                <a:lnTo>
                  <a:pt x="3549904" y="2077"/>
                </a:lnTo>
                <a:lnTo>
                  <a:pt x="3549886" y="32711"/>
                </a:lnTo>
                <a:lnTo>
                  <a:pt x="3457984" y="32650"/>
                </a:lnTo>
                <a:lnTo>
                  <a:pt x="3458001" y="2016"/>
                </a:lnTo>
                <a:moveTo>
                  <a:pt x="3580537" y="2101"/>
                </a:moveTo>
                <a:lnTo>
                  <a:pt x="3672441" y="2163"/>
                </a:lnTo>
                <a:lnTo>
                  <a:pt x="3672422" y="32797"/>
                </a:lnTo>
                <a:lnTo>
                  <a:pt x="3580521" y="32736"/>
                </a:lnTo>
                <a:lnTo>
                  <a:pt x="3580537" y="2101"/>
                </a:lnTo>
                <a:moveTo>
                  <a:pt x="3703076" y="2181"/>
                </a:moveTo>
                <a:lnTo>
                  <a:pt x="3794978" y="2243"/>
                </a:lnTo>
                <a:lnTo>
                  <a:pt x="3794961" y="32877"/>
                </a:lnTo>
                <a:lnTo>
                  <a:pt x="3703058" y="32815"/>
                </a:lnTo>
                <a:lnTo>
                  <a:pt x="3703076" y="2181"/>
                </a:lnTo>
                <a:moveTo>
                  <a:pt x="3825606" y="2255"/>
                </a:moveTo>
                <a:lnTo>
                  <a:pt x="3872526" y="2273"/>
                </a:lnTo>
                <a:lnTo>
                  <a:pt x="3904362" y="2359"/>
                </a:lnTo>
                <a:lnTo>
                  <a:pt x="3917600" y="2439"/>
                </a:lnTo>
                <a:lnTo>
                  <a:pt x="3917412" y="33073"/>
                </a:lnTo>
                <a:lnTo>
                  <a:pt x="3904197" y="32993"/>
                </a:lnTo>
                <a:lnTo>
                  <a:pt x="3904250" y="32993"/>
                </a:lnTo>
                <a:lnTo>
                  <a:pt x="3872459" y="32908"/>
                </a:lnTo>
                <a:lnTo>
                  <a:pt x="3872496" y="32908"/>
                </a:lnTo>
                <a:lnTo>
                  <a:pt x="3825601" y="32889"/>
                </a:lnTo>
                <a:lnTo>
                  <a:pt x="3825606" y="2255"/>
                </a:lnTo>
                <a:moveTo>
                  <a:pt x="3948317" y="2702"/>
                </a:moveTo>
                <a:lnTo>
                  <a:pt x="3962763" y="2868"/>
                </a:lnTo>
                <a:lnTo>
                  <a:pt x="3989422" y="3363"/>
                </a:lnTo>
                <a:lnTo>
                  <a:pt x="4002177" y="3695"/>
                </a:lnTo>
                <a:lnTo>
                  <a:pt x="4014515" y="4080"/>
                </a:lnTo>
                <a:lnTo>
                  <a:pt x="4026471" y="4528"/>
                </a:lnTo>
                <a:lnTo>
                  <a:pt x="4038044" y="5049"/>
                </a:lnTo>
                <a:lnTo>
                  <a:pt x="4040814" y="5196"/>
                </a:lnTo>
                <a:lnTo>
                  <a:pt x="4039195" y="35787"/>
                </a:lnTo>
                <a:lnTo>
                  <a:pt x="4036486" y="35640"/>
                </a:lnTo>
                <a:lnTo>
                  <a:pt x="4036609" y="35646"/>
                </a:lnTo>
                <a:lnTo>
                  <a:pt x="4025152" y="35138"/>
                </a:lnTo>
                <a:lnTo>
                  <a:pt x="4025261" y="35138"/>
                </a:lnTo>
                <a:lnTo>
                  <a:pt x="4013413" y="34696"/>
                </a:lnTo>
                <a:lnTo>
                  <a:pt x="4013506" y="34696"/>
                </a:lnTo>
                <a:lnTo>
                  <a:pt x="4001258" y="34317"/>
                </a:lnTo>
                <a:lnTo>
                  <a:pt x="4001342" y="34317"/>
                </a:lnTo>
                <a:lnTo>
                  <a:pt x="3988684" y="33992"/>
                </a:lnTo>
                <a:lnTo>
                  <a:pt x="3988796" y="33992"/>
                </a:lnTo>
                <a:lnTo>
                  <a:pt x="3962249" y="33496"/>
                </a:lnTo>
                <a:lnTo>
                  <a:pt x="3962358" y="33496"/>
                </a:lnTo>
                <a:lnTo>
                  <a:pt x="3947966" y="33336"/>
                </a:lnTo>
                <a:lnTo>
                  <a:pt x="3948317" y="2702"/>
                </a:lnTo>
                <a:moveTo>
                  <a:pt x="4071844" y="7168"/>
                </a:moveTo>
                <a:lnTo>
                  <a:pt x="4080693" y="7910"/>
                </a:lnTo>
                <a:lnTo>
                  <a:pt x="4090483" y="8847"/>
                </a:lnTo>
                <a:lnTo>
                  <a:pt x="4099943" y="9883"/>
                </a:lnTo>
                <a:lnTo>
                  <a:pt x="4109072" y="11028"/>
                </a:lnTo>
                <a:lnTo>
                  <a:pt x="4117888" y="12284"/>
                </a:lnTo>
                <a:lnTo>
                  <a:pt x="4126399" y="13663"/>
                </a:lnTo>
                <a:lnTo>
                  <a:pt x="4134601" y="15164"/>
                </a:lnTo>
                <a:lnTo>
                  <a:pt x="4142519" y="16800"/>
                </a:lnTo>
                <a:lnTo>
                  <a:pt x="4150147" y="18576"/>
                </a:lnTo>
                <a:lnTo>
                  <a:pt x="4157497" y="20494"/>
                </a:lnTo>
                <a:lnTo>
                  <a:pt x="4164576" y="22577"/>
                </a:lnTo>
                <a:lnTo>
                  <a:pt x="4165825" y="22988"/>
                </a:lnTo>
                <a:lnTo>
                  <a:pt x="4156244" y="52084"/>
                </a:lnTo>
                <a:lnTo>
                  <a:pt x="4155237" y="51754"/>
                </a:lnTo>
                <a:lnTo>
                  <a:pt x="4155709" y="51901"/>
                </a:lnTo>
                <a:lnTo>
                  <a:pt x="4149086" y="49952"/>
                </a:lnTo>
                <a:lnTo>
                  <a:pt x="4149521" y="50075"/>
                </a:lnTo>
                <a:lnTo>
                  <a:pt x="4142594" y="48261"/>
                </a:lnTo>
                <a:lnTo>
                  <a:pt x="4142996" y="48365"/>
                </a:lnTo>
                <a:lnTo>
                  <a:pt x="4135762" y="46681"/>
                </a:lnTo>
                <a:lnTo>
                  <a:pt x="4136134" y="46760"/>
                </a:lnTo>
                <a:lnTo>
                  <a:pt x="4128574" y="45198"/>
                </a:lnTo>
                <a:lnTo>
                  <a:pt x="4128915" y="45265"/>
                </a:lnTo>
                <a:lnTo>
                  <a:pt x="4121037" y="43826"/>
                </a:lnTo>
                <a:lnTo>
                  <a:pt x="4121351" y="43881"/>
                </a:lnTo>
                <a:lnTo>
                  <a:pt x="4113140" y="42551"/>
                </a:lnTo>
                <a:lnTo>
                  <a:pt x="4113423" y="42594"/>
                </a:lnTo>
                <a:lnTo>
                  <a:pt x="4104875" y="41375"/>
                </a:lnTo>
                <a:lnTo>
                  <a:pt x="4105133" y="41411"/>
                </a:lnTo>
                <a:lnTo>
                  <a:pt x="4096250" y="40296"/>
                </a:lnTo>
                <a:lnTo>
                  <a:pt x="4096480" y="40321"/>
                </a:lnTo>
                <a:lnTo>
                  <a:pt x="4087248" y="39310"/>
                </a:lnTo>
                <a:lnTo>
                  <a:pt x="4087457" y="39328"/>
                </a:lnTo>
                <a:lnTo>
                  <a:pt x="4077870" y="38409"/>
                </a:lnTo>
                <a:lnTo>
                  <a:pt x="4078058" y="38428"/>
                </a:lnTo>
                <a:lnTo>
                  <a:pt x="4069303" y="37699"/>
                </a:lnTo>
                <a:lnTo>
                  <a:pt x="4071844" y="7168"/>
                </a:lnTo>
                <a:moveTo>
                  <a:pt x="4196895" y="36063"/>
                </a:moveTo>
                <a:lnTo>
                  <a:pt x="4201716" y="38838"/>
                </a:lnTo>
                <a:lnTo>
                  <a:pt x="4207034" y="42263"/>
                </a:lnTo>
                <a:lnTo>
                  <a:pt x="4212113" y="45909"/>
                </a:lnTo>
                <a:lnTo>
                  <a:pt x="4216929" y="49787"/>
                </a:lnTo>
                <a:lnTo>
                  <a:pt x="4221500" y="53886"/>
                </a:lnTo>
                <a:lnTo>
                  <a:pt x="4225800" y="58211"/>
                </a:lnTo>
                <a:lnTo>
                  <a:pt x="4229844" y="62764"/>
                </a:lnTo>
                <a:lnTo>
                  <a:pt x="4233625" y="67536"/>
                </a:lnTo>
                <a:lnTo>
                  <a:pt x="4237141" y="72524"/>
                </a:lnTo>
                <a:lnTo>
                  <a:pt x="4240395" y="77719"/>
                </a:lnTo>
                <a:lnTo>
                  <a:pt x="4243397" y="83111"/>
                </a:lnTo>
                <a:lnTo>
                  <a:pt x="4246148" y="88705"/>
                </a:lnTo>
                <a:lnTo>
                  <a:pt x="4248662" y="94495"/>
                </a:lnTo>
                <a:lnTo>
                  <a:pt x="4250945" y="100474"/>
                </a:lnTo>
                <a:lnTo>
                  <a:pt x="4253010" y="106650"/>
                </a:lnTo>
                <a:lnTo>
                  <a:pt x="4254866" y="113022"/>
                </a:lnTo>
                <a:lnTo>
                  <a:pt x="4256080" y="117801"/>
                </a:lnTo>
                <a:lnTo>
                  <a:pt x="4226377" y="125313"/>
                </a:lnTo>
                <a:lnTo>
                  <a:pt x="4225237" y="120803"/>
                </a:lnTo>
                <a:lnTo>
                  <a:pt x="4225384" y="121336"/>
                </a:lnTo>
                <a:lnTo>
                  <a:pt x="4223686" y="115516"/>
                </a:lnTo>
                <a:lnTo>
                  <a:pt x="4223865" y="116086"/>
                </a:lnTo>
                <a:lnTo>
                  <a:pt x="4221996" y="110498"/>
                </a:lnTo>
                <a:lnTo>
                  <a:pt x="4222210" y="111105"/>
                </a:lnTo>
                <a:lnTo>
                  <a:pt x="4220163" y="105744"/>
                </a:lnTo>
                <a:lnTo>
                  <a:pt x="4220421" y="106381"/>
                </a:lnTo>
                <a:lnTo>
                  <a:pt x="4218191" y="101240"/>
                </a:lnTo>
                <a:lnTo>
                  <a:pt x="4218498" y="101902"/>
                </a:lnTo>
                <a:lnTo>
                  <a:pt x="4216078" y="96982"/>
                </a:lnTo>
                <a:lnTo>
                  <a:pt x="4216433" y="97662"/>
                </a:lnTo>
                <a:lnTo>
                  <a:pt x="4213817" y="92957"/>
                </a:lnTo>
                <a:lnTo>
                  <a:pt x="4214226" y="93649"/>
                </a:lnTo>
                <a:lnTo>
                  <a:pt x="4211403" y="89146"/>
                </a:lnTo>
                <a:lnTo>
                  <a:pt x="4211862" y="89838"/>
                </a:lnTo>
                <a:lnTo>
                  <a:pt x="4208836" y="85543"/>
                </a:lnTo>
                <a:lnTo>
                  <a:pt x="4209345" y="86223"/>
                </a:lnTo>
                <a:lnTo>
                  <a:pt x="4206097" y="82124"/>
                </a:lnTo>
                <a:lnTo>
                  <a:pt x="4206655" y="82786"/>
                </a:lnTo>
                <a:lnTo>
                  <a:pt x="4203188" y="78877"/>
                </a:lnTo>
                <a:lnTo>
                  <a:pt x="4203774" y="79514"/>
                </a:lnTo>
                <a:lnTo>
                  <a:pt x="4200081" y="75795"/>
                </a:lnTo>
                <a:lnTo>
                  <a:pt x="4200704" y="76390"/>
                </a:lnTo>
                <a:lnTo>
                  <a:pt x="4196772" y="72855"/>
                </a:lnTo>
                <a:lnTo>
                  <a:pt x="4197416" y="73400"/>
                </a:lnTo>
                <a:lnTo>
                  <a:pt x="4193242" y="70048"/>
                </a:lnTo>
                <a:lnTo>
                  <a:pt x="4193900" y="70545"/>
                </a:lnTo>
                <a:lnTo>
                  <a:pt x="4189475" y="67371"/>
                </a:lnTo>
                <a:lnTo>
                  <a:pt x="4190130" y="67812"/>
                </a:lnTo>
                <a:lnTo>
                  <a:pt x="4185456" y="64810"/>
                </a:lnTo>
                <a:lnTo>
                  <a:pt x="4186098" y="65202"/>
                </a:lnTo>
                <a:lnTo>
                  <a:pt x="4181608" y="62610"/>
                </a:lnTo>
                <a:lnTo>
                  <a:pt x="4196895" y="36063"/>
                </a:lnTo>
                <a:moveTo>
                  <a:pt x="4261661" y="150053"/>
                </a:moveTo>
                <a:lnTo>
                  <a:pt x="4262268" y="155567"/>
                </a:lnTo>
                <a:lnTo>
                  <a:pt x="4262968" y="163428"/>
                </a:lnTo>
                <a:lnTo>
                  <a:pt x="4263537" y="171534"/>
                </a:lnTo>
                <a:lnTo>
                  <a:pt x="4263991" y="179885"/>
                </a:lnTo>
                <a:lnTo>
                  <a:pt x="4264326" y="188487"/>
                </a:lnTo>
                <a:lnTo>
                  <a:pt x="4264561" y="197346"/>
                </a:lnTo>
                <a:lnTo>
                  <a:pt x="4264696" y="206475"/>
                </a:lnTo>
                <a:lnTo>
                  <a:pt x="4264737" y="215837"/>
                </a:lnTo>
                <a:lnTo>
                  <a:pt x="4264749" y="243512"/>
                </a:lnTo>
                <a:lnTo>
                  <a:pt x="4234116" y="243530"/>
                </a:lnTo>
                <a:lnTo>
                  <a:pt x="4234104" y="215886"/>
                </a:lnTo>
                <a:lnTo>
                  <a:pt x="4234104" y="215948"/>
                </a:lnTo>
                <a:lnTo>
                  <a:pt x="4234060" y="206696"/>
                </a:lnTo>
                <a:lnTo>
                  <a:pt x="4234060" y="206849"/>
                </a:lnTo>
                <a:lnTo>
                  <a:pt x="4233932" y="197885"/>
                </a:lnTo>
                <a:lnTo>
                  <a:pt x="4233932" y="198063"/>
                </a:lnTo>
                <a:lnTo>
                  <a:pt x="4233704" y="189388"/>
                </a:lnTo>
                <a:lnTo>
                  <a:pt x="4233709" y="189590"/>
                </a:lnTo>
                <a:lnTo>
                  <a:pt x="4233379" y="181202"/>
                </a:lnTo>
                <a:lnTo>
                  <a:pt x="4233390" y="181422"/>
                </a:lnTo>
                <a:lnTo>
                  <a:pt x="4232958" y="173311"/>
                </a:lnTo>
                <a:lnTo>
                  <a:pt x="4232970" y="173562"/>
                </a:lnTo>
                <a:lnTo>
                  <a:pt x="4232418" y="165726"/>
                </a:lnTo>
                <a:lnTo>
                  <a:pt x="4232442" y="166008"/>
                </a:lnTo>
                <a:lnTo>
                  <a:pt x="4231770" y="158435"/>
                </a:lnTo>
                <a:lnTo>
                  <a:pt x="4231798" y="158747"/>
                </a:lnTo>
                <a:lnTo>
                  <a:pt x="4231211" y="153392"/>
                </a:lnTo>
                <a:lnTo>
                  <a:pt x="4261661" y="150053"/>
                </a:lnTo>
                <a:moveTo>
                  <a:pt x="4264763" y="274146"/>
                </a:moveTo>
                <a:lnTo>
                  <a:pt x="4264805" y="366049"/>
                </a:lnTo>
                <a:lnTo>
                  <a:pt x="4234172" y="366067"/>
                </a:lnTo>
                <a:lnTo>
                  <a:pt x="4234128" y="274165"/>
                </a:lnTo>
                <a:lnTo>
                  <a:pt x="4264763" y="274146"/>
                </a:lnTo>
                <a:moveTo>
                  <a:pt x="4264816" y="396684"/>
                </a:moveTo>
                <a:lnTo>
                  <a:pt x="4264858" y="488587"/>
                </a:lnTo>
                <a:lnTo>
                  <a:pt x="4234225" y="488605"/>
                </a:lnTo>
                <a:lnTo>
                  <a:pt x="4234183" y="396702"/>
                </a:lnTo>
                <a:lnTo>
                  <a:pt x="4264816" y="396684"/>
                </a:lnTo>
                <a:moveTo>
                  <a:pt x="4264872" y="519221"/>
                </a:moveTo>
                <a:lnTo>
                  <a:pt x="4264914" y="611124"/>
                </a:lnTo>
                <a:lnTo>
                  <a:pt x="4234281" y="611142"/>
                </a:lnTo>
                <a:lnTo>
                  <a:pt x="4234239" y="519239"/>
                </a:lnTo>
                <a:lnTo>
                  <a:pt x="4264872" y="519221"/>
                </a:lnTo>
                <a:moveTo>
                  <a:pt x="4264926" y="641758"/>
                </a:moveTo>
                <a:lnTo>
                  <a:pt x="4264970" y="733661"/>
                </a:lnTo>
                <a:lnTo>
                  <a:pt x="4234335" y="733679"/>
                </a:lnTo>
                <a:lnTo>
                  <a:pt x="4234293" y="641776"/>
                </a:lnTo>
                <a:lnTo>
                  <a:pt x="4264926" y="641758"/>
                </a:lnTo>
                <a:moveTo>
                  <a:pt x="4264982" y="764295"/>
                </a:moveTo>
                <a:lnTo>
                  <a:pt x="4265026" y="856198"/>
                </a:lnTo>
                <a:lnTo>
                  <a:pt x="4234390" y="856217"/>
                </a:lnTo>
                <a:lnTo>
                  <a:pt x="4234349" y="764314"/>
                </a:lnTo>
                <a:lnTo>
                  <a:pt x="4264982" y="764295"/>
                </a:lnTo>
                <a:moveTo>
                  <a:pt x="4265037" y="886832"/>
                </a:moveTo>
                <a:lnTo>
                  <a:pt x="4265082" y="978735"/>
                </a:lnTo>
                <a:lnTo>
                  <a:pt x="4234446" y="978754"/>
                </a:lnTo>
                <a:lnTo>
                  <a:pt x="4234402" y="886851"/>
                </a:lnTo>
                <a:lnTo>
                  <a:pt x="4265037" y="886832"/>
                </a:lnTo>
                <a:moveTo>
                  <a:pt x="4265093" y="1009370"/>
                </a:moveTo>
                <a:lnTo>
                  <a:pt x="4265135" y="1101273"/>
                </a:lnTo>
                <a:lnTo>
                  <a:pt x="4234502" y="1101291"/>
                </a:lnTo>
                <a:lnTo>
                  <a:pt x="4234458" y="1009388"/>
                </a:lnTo>
                <a:lnTo>
                  <a:pt x="4265093" y="1009370"/>
                </a:lnTo>
                <a:moveTo>
                  <a:pt x="4265147" y="1131907"/>
                </a:moveTo>
                <a:lnTo>
                  <a:pt x="4265186" y="1223810"/>
                </a:lnTo>
                <a:lnTo>
                  <a:pt x="4234551" y="1223828"/>
                </a:lnTo>
                <a:lnTo>
                  <a:pt x="4234514" y="1131925"/>
                </a:lnTo>
                <a:lnTo>
                  <a:pt x="4265147" y="1131907"/>
                </a:lnTo>
                <a:moveTo>
                  <a:pt x="4265202" y="1254444"/>
                </a:moveTo>
                <a:lnTo>
                  <a:pt x="4265240" y="1346347"/>
                </a:lnTo>
                <a:lnTo>
                  <a:pt x="4234604" y="1346366"/>
                </a:lnTo>
                <a:lnTo>
                  <a:pt x="4234569" y="1254462"/>
                </a:lnTo>
                <a:lnTo>
                  <a:pt x="4265202" y="1254444"/>
                </a:lnTo>
                <a:moveTo>
                  <a:pt x="4265258" y="1376981"/>
                </a:moveTo>
                <a:lnTo>
                  <a:pt x="4265293" y="1468884"/>
                </a:lnTo>
                <a:lnTo>
                  <a:pt x="4234660" y="1468902"/>
                </a:lnTo>
                <a:lnTo>
                  <a:pt x="4234625" y="1377000"/>
                </a:lnTo>
                <a:lnTo>
                  <a:pt x="4265258" y="1376981"/>
                </a:lnTo>
                <a:moveTo>
                  <a:pt x="4265314" y="1499519"/>
                </a:moveTo>
                <a:lnTo>
                  <a:pt x="4265349" y="1591422"/>
                </a:lnTo>
                <a:lnTo>
                  <a:pt x="4234716" y="1591440"/>
                </a:lnTo>
                <a:lnTo>
                  <a:pt x="4234679" y="1499537"/>
                </a:lnTo>
                <a:lnTo>
                  <a:pt x="4265314" y="1499519"/>
                </a:lnTo>
                <a:moveTo>
                  <a:pt x="4265361" y="1622056"/>
                </a:moveTo>
                <a:lnTo>
                  <a:pt x="4265405" y="1713958"/>
                </a:lnTo>
                <a:lnTo>
                  <a:pt x="4234772" y="1713977"/>
                </a:lnTo>
                <a:lnTo>
                  <a:pt x="4234728" y="1622075"/>
                </a:lnTo>
                <a:lnTo>
                  <a:pt x="4265361" y="1622056"/>
                </a:lnTo>
                <a:moveTo>
                  <a:pt x="4265416" y="1744593"/>
                </a:moveTo>
                <a:lnTo>
                  <a:pt x="4265461" y="1836496"/>
                </a:lnTo>
                <a:lnTo>
                  <a:pt x="4234825" y="1836514"/>
                </a:lnTo>
                <a:lnTo>
                  <a:pt x="4234783" y="1744611"/>
                </a:lnTo>
                <a:lnTo>
                  <a:pt x="4265416" y="1744593"/>
                </a:lnTo>
                <a:moveTo>
                  <a:pt x="4265472" y="1867131"/>
                </a:moveTo>
                <a:lnTo>
                  <a:pt x="4265516" y="1959033"/>
                </a:lnTo>
                <a:lnTo>
                  <a:pt x="4234881" y="1959052"/>
                </a:lnTo>
                <a:lnTo>
                  <a:pt x="4234837" y="1867149"/>
                </a:lnTo>
                <a:lnTo>
                  <a:pt x="4265472" y="1867131"/>
                </a:lnTo>
                <a:moveTo>
                  <a:pt x="4265528" y="1989667"/>
                </a:moveTo>
                <a:lnTo>
                  <a:pt x="4265570" y="2081570"/>
                </a:lnTo>
                <a:lnTo>
                  <a:pt x="4234937" y="2081588"/>
                </a:lnTo>
                <a:lnTo>
                  <a:pt x="4234893" y="1989686"/>
                </a:lnTo>
                <a:lnTo>
                  <a:pt x="4265528" y="1989667"/>
                </a:lnTo>
                <a:moveTo>
                  <a:pt x="4265584" y="2112205"/>
                </a:moveTo>
                <a:lnTo>
                  <a:pt x="4265626" y="2204108"/>
                </a:lnTo>
                <a:lnTo>
                  <a:pt x="4234990" y="2204126"/>
                </a:lnTo>
                <a:lnTo>
                  <a:pt x="4234948" y="2112223"/>
                </a:lnTo>
                <a:lnTo>
                  <a:pt x="4265584" y="2112205"/>
                </a:lnTo>
                <a:moveTo>
                  <a:pt x="4265637" y="2234742"/>
                </a:moveTo>
                <a:lnTo>
                  <a:pt x="4265679" y="2326645"/>
                </a:lnTo>
                <a:lnTo>
                  <a:pt x="4235046" y="2326663"/>
                </a:lnTo>
                <a:lnTo>
                  <a:pt x="4235004" y="2234760"/>
                </a:lnTo>
                <a:lnTo>
                  <a:pt x="4265637" y="2234742"/>
                </a:lnTo>
                <a:moveTo>
                  <a:pt x="4265693" y="2357279"/>
                </a:moveTo>
                <a:lnTo>
                  <a:pt x="4265735" y="2449182"/>
                </a:lnTo>
                <a:lnTo>
                  <a:pt x="4235102" y="2449200"/>
                </a:lnTo>
                <a:lnTo>
                  <a:pt x="4235058" y="2357297"/>
                </a:lnTo>
                <a:lnTo>
                  <a:pt x="4265693" y="2357279"/>
                </a:lnTo>
                <a:moveTo>
                  <a:pt x="4265747" y="2479816"/>
                </a:moveTo>
                <a:lnTo>
                  <a:pt x="4265791" y="2571719"/>
                </a:lnTo>
                <a:lnTo>
                  <a:pt x="4235158" y="2571738"/>
                </a:lnTo>
                <a:lnTo>
                  <a:pt x="4235114" y="2479835"/>
                </a:lnTo>
                <a:lnTo>
                  <a:pt x="4265747" y="2479816"/>
                </a:lnTo>
                <a:moveTo>
                  <a:pt x="4265802" y="2602354"/>
                </a:moveTo>
                <a:lnTo>
                  <a:pt x="4265828" y="2655737"/>
                </a:lnTo>
                <a:lnTo>
                  <a:pt x="4265798" y="2674031"/>
                </a:lnTo>
                <a:lnTo>
                  <a:pt x="4265668" y="2691266"/>
                </a:lnTo>
                <a:lnTo>
                  <a:pt x="4265607" y="2694550"/>
                </a:lnTo>
                <a:lnTo>
                  <a:pt x="4234979" y="2693981"/>
                </a:lnTo>
                <a:lnTo>
                  <a:pt x="4235039" y="2690783"/>
                </a:lnTo>
                <a:lnTo>
                  <a:pt x="4235035" y="2690954"/>
                </a:lnTo>
                <a:lnTo>
                  <a:pt x="4235162" y="2673848"/>
                </a:lnTo>
                <a:lnTo>
                  <a:pt x="4235162" y="2673940"/>
                </a:lnTo>
                <a:lnTo>
                  <a:pt x="4235195" y="2655706"/>
                </a:lnTo>
                <a:lnTo>
                  <a:pt x="4235195" y="2655737"/>
                </a:lnTo>
                <a:lnTo>
                  <a:pt x="4235169" y="2602372"/>
                </a:lnTo>
                <a:lnTo>
                  <a:pt x="4265802" y="2602354"/>
                </a:lnTo>
                <a:moveTo>
                  <a:pt x="4264656" y="2725706"/>
                </a:moveTo>
                <a:lnTo>
                  <a:pt x="4264426" y="2730087"/>
                </a:lnTo>
                <a:lnTo>
                  <a:pt x="4263940" y="2737175"/>
                </a:lnTo>
                <a:lnTo>
                  <a:pt x="4263354" y="2744055"/>
                </a:lnTo>
                <a:lnTo>
                  <a:pt x="4262661" y="2750734"/>
                </a:lnTo>
                <a:lnTo>
                  <a:pt x="4261833" y="2757222"/>
                </a:lnTo>
                <a:lnTo>
                  <a:pt x="4260877" y="2763521"/>
                </a:lnTo>
                <a:lnTo>
                  <a:pt x="4259768" y="2769635"/>
                </a:lnTo>
                <a:lnTo>
                  <a:pt x="4258494" y="2775584"/>
                </a:lnTo>
                <a:lnTo>
                  <a:pt x="4257047" y="2781362"/>
                </a:lnTo>
                <a:lnTo>
                  <a:pt x="4255405" y="2786974"/>
                </a:lnTo>
                <a:lnTo>
                  <a:pt x="4253554" y="2792428"/>
                </a:lnTo>
                <a:lnTo>
                  <a:pt x="4251485" y="2797714"/>
                </a:lnTo>
                <a:lnTo>
                  <a:pt x="4249176" y="2802843"/>
                </a:lnTo>
                <a:lnTo>
                  <a:pt x="4246608" y="2807799"/>
                </a:lnTo>
                <a:lnTo>
                  <a:pt x="4243783" y="2812579"/>
                </a:lnTo>
                <a:lnTo>
                  <a:pt x="4240690" y="2817167"/>
                </a:lnTo>
                <a:lnTo>
                  <a:pt x="4237313" y="2821561"/>
                </a:lnTo>
                <a:lnTo>
                  <a:pt x="4236879" y="2822069"/>
                </a:lnTo>
                <a:lnTo>
                  <a:pt x="4213780" y="2801936"/>
                </a:lnTo>
                <a:lnTo>
                  <a:pt x="4213596" y="2802157"/>
                </a:lnTo>
                <a:lnTo>
                  <a:pt x="4213908" y="2801795"/>
                </a:lnTo>
                <a:lnTo>
                  <a:pt x="4213303" y="2802530"/>
                </a:lnTo>
                <a:lnTo>
                  <a:pt x="4216101" y="2798891"/>
                </a:lnTo>
                <a:lnTo>
                  <a:pt x="4215552" y="2799650"/>
                </a:lnTo>
                <a:lnTo>
                  <a:pt x="4218131" y="2795827"/>
                </a:lnTo>
                <a:lnTo>
                  <a:pt x="4217647" y="2796594"/>
                </a:lnTo>
                <a:lnTo>
                  <a:pt x="4220017" y="2792580"/>
                </a:lnTo>
                <a:lnTo>
                  <a:pt x="4219601" y="2793340"/>
                </a:lnTo>
                <a:lnTo>
                  <a:pt x="4221770" y="2789137"/>
                </a:lnTo>
                <a:lnTo>
                  <a:pt x="4221414" y="2789872"/>
                </a:lnTo>
                <a:lnTo>
                  <a:pt x="4223400" y="2785473"/>
                </a:lnTo>
                <a:lnTo>
                  <a:pt x="4223098" y="2786184"/>
                </a:lnTo>
                <a:lnTo>
                  <a:pt x="4224905" y="2781583"/>
                </a:lnTo>
                <a:lnTo>
                  <a:pt x="4224663" y="2782250"/>
                </a:lnTo>
                <a:lnTo>
                  <a:pt x="4226291" y="2777441"/>
                </a:lnTo>
                <a:lnTo>
                  <a:pt x="4226096" y="2778066"/>
                </a:lnTo>
                <a:lnTo>
                  <a:pt x="4227558" y="2773048"/>
                </a:lnTo>
                <a:lnTo>
                  <a:pt x="4227407" y="2773624"/>
                </a:lnTo>
                <a:lnTo>
                  <a:pt x="4228716" y="2768391"/>
                </a:lnTo>
                <a:lnTo>
                  <a:pt x="4228595" y="2768918"/>
                </a:lnTo>
                <a:lnTo>
                  <a:pt x="4229758" y="2763465"/>
                </a:lnTo>
                <a:lnTo>
                  <a:pt x="4229667" y="2763943"/>
                </a:lnTo>
                <a:lnTo>
                  <a:pt x="4230691" y="2758270"/>
                </a:lnTo>
                <a:lnTo>
                  <a:pt x="4230623" y="2758699"/>
                </a:lnTo>
                <a:lnTo>
                  <a:pt x="4231516" y="2752799"/>
                </a:lnTo>
                <a:lnTo>
                  <a:pt x="4231467" y="2753179"/>
                </a:lnTo>
                <a:lnTo>
                  <a:pt x="4232246" y="2747045"/>
                </a:lnTo>
                <a:lnTo>
                  <a:pt x="4232204" y="2747383"/>
                </a:lnTo>
                <a:lnTo>
                  <a:pt x="4232872" y="2741017"/>
                </a:lnTo>
                <a:lnTo>
                  <a:pt x="4232842" y="2741311"/>
                </a:lnTo>
                <a:lnTo>
                  <a:pt x="4233404" y="2734706"/>
                </a:lnTo>
                <a:lnTo>
                  <a:pt x="4233386" y="2734964"/>
                </a:lnTo>
                <a:lnTo>
                  <a:pt x="4233853" y="2728113"/>
                </a:lnTo>
                <a:lnTo>
                  <a:pt x="4233839" y="2728334"/>
                </a:lnTo>
                <a:lnTo>
                  <a:pt x="4234067" y="2724064"/>
                </a:lnTo>
                <a:lnTo>
                  <a:pt x="4264656" y="2725706"/>
                </a:lnTo>
                <a:moveTo>
                  <a:pt x="4209057" y="2844640"/>
                </a:moveTo>
                <a:lnTo>
                  <a:pt x="4206134" y="2846245"/>
                </a:lnTo>
                <a:lnTo>
                  <a:pt x="4200637" y="2848904"/>
                </a:lnTo>
                <a:lnTo>
                  <a:pt x="4194890" y="2851374"/>
                </a:lnTo>
                <a:lnTo>
                  <a:pt x="4188875" y="2853659"/>
                </a:lnTo>
                <a:lnTo>
                  <a:pt x="4182594" y="2855767"/>
                </a:lnTo>
                <a:lnTo>
                  <a:pt x="4176038" y="2857715"/>
                </a:lnTo>
                <a:lnTo>
                  <a:pt x="4169187" y="2859510"/>
                </a:lnTo>
                <a:lnTo>
                  <a:pt x="4162044" y="2861164"/>
                </a:lnTo>
                <a:lnTo>
                  <a:pt x="4154595" y="2862678"/>
                </a:lnTo>
                <a:lnTo>
                  <a:pt x="4146826" y="2864068"/>
                </a:lnTo>
                <a:lnTo>
                  <a:pt x="4138726" y="2865343"/>
                </a:lnTo>
                <a:lnTo>
                  <a:pt x="4130290" y="2866501"/>
                </a:lnTo>
                <a:lnTo>
                  <a:pt x="4121490" y="2867549"/>
                </a:lnTo>
                <a:lnTo>
                  <a:pt x="4114623" y="2868265"/>
                </a:lnTo>
                <a:lnTo>
                  <a:pt x="4111456" y="2837796"/>
                </a:lnTo>
                <a:lnTo>
                  <a:pt x="4118207" y="2837092"/>
                </a:lnTo>
                <a:lnTo>
                  <a:pt x="4117974" y="2837117"/>
                </a:lnTo>
                <a:lnTo>
                  <a:pt x="4126516" y="2836099"/>
                </a:lnTo>
                <a:lnTo>
                  <a:pt x="4126253" y="2836130"/>
                </a:lnTo>
                <a:lnTo>
                  <a:pt x="4134420" y="2835009"/>
                </a:lnTo>
                <a:lnTo>
                  <a:pt x="4134124" y="2835052"/>
                </a:lnTo>
                <a:lnTo>
                  <a:pt x="4141917" y="2833833"/>
                </a:lnTo>
                <a:lnTo>
                  <a:pt x="4141594" y="2833888"/>
                </a:lnTo>
                <a:lnTo>
                  <a:pt x="4149019" y="2832558"/>
                </a:lnTo>
                <a:lnTo>
                  <a:pt x="4148663" y="2832625"/>
                </a:lnTo>
                <a:lnTo>
                  <a:pt x="4155735" y="2831186"/>
                </a:lnTo>
                <a:lnTo>
                  <a:pt x="4155342" y="2831272"/>
                </a:lnTo>
                <a:lnTo>
                  <a:pt x="4162069" y="2829715"/>
                </a:lnTo>
                <a:lnTo>
                  <a:pt x="4161634" y="2829819"/>
                </a:lnTo>
                <a:lnTo>
                  <a:pt x="4168025" y="2828146"/>
                </a:lnTo>
                <a:lnTo>
                  <a:pt x="4167553" y="2828281"/>
                </a:lnTo>
                <a:lnTo>
                  <a:pt x="4173613" y="2826480"/>
                </a:lnTo>
                <a:lnTo>
                  <a:pt x="4173099" y="2826639"/>
                </a:lnTo>
                <a:lnTo>
                  <a:pt x="4178840" y="2824715"/>
                </a:lnTo>
                <a:lnTo>
                  <a:pt x="4178275" y="2824912"/>
                </a:lnTo>
                <a:lnTo>
                  <a:pt x="4183710" y="2822854"/>
                </a:lnTo>
                <a:lnTo>
                  <a:pt x="4183110" y="2823092"/>
                </a:lnTo>
                <a:lnTo>
                  <a:pt x="4188237" y="2820893"/>
                </a:lnTo>
                <a:lnTo>
                  <a:pt x="4187593" y="2821186"/>
                </a:lnTo>
                <a:lnTo>
                  <a:pt x="4192428" y="2818840"/>
                </a:lnTo>
                <a:lnTo>
                  <a:pt x="4191753" y="2819189"/>
                </a:lnTo>
                <a:lnTo>
                  <a:pt x="4194353" y="2817768"/>
                </a:lnTo>
                <a:lnTo>
                  <a:pt x="4209057" y="2844640"/>
                </a:lnTo>
                <a:moveTo>
                  <a:pt x="4083516" y="2870753"/>
                </a:moveTo>
                <a:lnTo>
                  <a:pt x="4082579" y="2870815"/>
                </a:lnTo>
                <a:lnTo>
                  <a:pt x="4071863" y="2871421"/>
                </a:lnTo>
                <a:lnTo>
                  <a:pt x="4060731" y="2871960"/>
                </a:lnTo>
                <a:lnTo>
                  <a:pt x="4049169" y="2872426"/>
                </a:lnTo>
                <a:lnTo>
                  <a:pt x="4037175" y="2872830"/>
                </a:lnTo>
                <a:lnTo>
                  <a:pt x="4024736" y="2873173"/>
                </a:lnTo>
                <a:lnTo>
                  <a:pt x="4011820" y="2873467"/>
                </a:lnTo>
                <a:lnTo>
                  <a:pt x="3990903" y="2873804"/>
                </a:lnTo>
                <a:lnTo>
                  <a:pt x="3990408" y="2843170"/>
                </a:lnTo>
                <a:lnTo>
                  <a:pt x="4011274" y="2842833"/>
                </a:lnTo>
                <a:lnTo>
                  <a:pt x="4011178" y="2842838"/>
                </a:lnTo>
                <a:lnTo>
                  <a:pt x="4024001" y="2842545"/>
                </a:lnTo>
                <a:lnTo>
                  <a:pt x="4023920" y="2842551"/>
                </a:lnTo>
                <a:lnTo>
                  <a:pt x="4036279" y="2842208"/>
                </a:lnTo>
                <a:lnTo>
                  <a:pt x="4036193" y="2842208"/>
                </a:lnTo>
                <a:lnTo>
                  <a:pt x="4048092" y="2841809"/>
                </a:lnTo>
                <a:lnTo>
                  <a:pt x="4047988" y="2841816"/>
                </a:lnTo>
                <a:lnTo>
                  <a:pt x="4059438" y="2841350"/>
                </a:lnTo>
                <a:lnTo>
                  <a:pt x="4059322" y="2841356"/>
                </a:lnTo>
                <a:lnTo>
                  <a:pt x="4070326" y="2840829"/>
                </a:lnTo>
                <a:lnTo>
                  <a:pt x="4070196" y="2840836"/>
                </a:lnTo>
                <a:lnTo>
                  <a:pt x="4080772" y="2840235"/>
                </a:lnTo>
                <a:lnTo>
                  <a:pt x="4080625" y="2840241"/>
                </a:lnTo>
                <a:lnTo>
                  <a:pt x="4081483" y="2840186"/>
                </a:lnTo>
                <a:lnTo>
                  <a:pt x="4083516" y="2870753"/>
                </a:lnTo>
                <a:moveTo>
                  <a:pt x="3960170" y="2874135"/>
                </a:moveTo>
                <a:lnTo>
                  <a:pt x="3955489" y="2874184"/>
                </a:lnTo>
                <a:lnTo>
                  <a:pt x="3924330" y="2874337"/>
                </a:lnTo>
                <a:lnTo>
                  <a:pt x="3868138" y="2874404"/>
                </a:lnTo>
                <a:lnTo>
                  <a:pt x="3868103" y="2843770"/>
                </a:lnTo>
                <a:lnTo>
                  <a:pt x="3924263" y="2843702"/>
                </a:lnTo>
                <a:lnTo>
                  <a:pt x="3924200" y="2843702"/>
                </a:lnTo>
                <a:lnTo>
                  <a:pt x="3955300" y="2843550"/>
                </a:lnTo>
                <a:lnTo>
                  <a:pt x="3955233" y="2843550"/>
                </a:lnTo>
                <a:lnTo>
                  <a:pt x="3959877" y="2843507"/>
                </a:lnTo>
                <a:lnTo>
                  <a:pt x="3960170" y="2874135"/>
                </a:lnTo>
                <a:moveTo>
                  <a:pt x="3837438" y="2874362"/>
                </a:moveTo>
                <a:lnTo>
                  <a:pt x="3745541" y="2874074"/>
                </a:lnTo>
                <a:lnTo>
                  <a:pt x="3745634" y="2843440"/>
                </a:lnTo>
                <a:lnTo>
                  <a:pt x="3837536" y="2843727"/>
                </a:lnTo>
                <a:lnTo>
                  <a:pt x="3837438" y="2874362"/>
                </a:lnTo>
                <a:moveTo>
                  <a:pt x="3714906" y="2873982"/>
                </a:moveTo>
                <a:lnTo>
                  <a:pt x="3623002" y="2873693"/>
                </a:lnTo>
                <a:lnTo>
                  <a:pt x="3623095" y="2843059"/>
                </a:lnTo>
                <a:lnTo>
                  <a:pt x="3714999" y="2843348"/>
                </a:lnTo>
                <a:lnTo>
                  <a:pt x="3714906" y="2873982"/>
                </a:lnTo>
                <a:moveTo>
                  <a:pt x="3592369" y="2873596"/>
                </a:moveTo>
                <a:lnTo>
                  <a:pt x="3500465" y="2873314"/>
                </a:lnTo>
                <a:lnTo>
                  <a:pt x="3500558" y="2842679"/>
                </a:lnTo>
                <a:lnTo>
                  <a:pt x="3592462" y="2842962"/>
                </a:lnTo>
                <a:lnTo>
                  <a:pt x="3592369" y="2873596"/>
                </a:lnTo>
                <a:moveTo>
                  <a:pt x="3469832" y="2873216"/>
                </a:moveTo>
                <a:lnTo>
                  <a:pt x="3377929" y="2872934"/>
                </a:lnTo>
                <a:lnTo>
                  <a:pt x="3378022" y="2842299"/>
                </a:lnTo>
                <a:lnTo>
                  <a:pt x="3469925" y="2842581"/>
                </a:lnTo>
                <a:lnTo>
                  <a:pt x="3469832" y="2873216"/>
                </a:lnTo>
                <a:moveTo>
                  <a:pt x="3347293" y="2872836"/>
                </a:moveTo>
                <a:lnTo>
                  <a:pt x="3255392" y="2872548"/>
                </a:lnTo>
                <a:lnTo>
                  <a:pt x="3255490" y="2841920"/>
                </a:lnTo>
                <a:lnTo>
                  <a:pt x="3347393" y="2842201"/>
                </a:lnTo>
                <a:lnTo>
                  <a:pt x="3347293" y="2872836"/>
                </a:lnTo>
                <a:moveTo>
                  <a:pt x="3224757" y="2872456"/>
                </a:moveTo>
                <a:lnTo>
                  <a:pt x="3132855" y="2872168"/>
                </a:lnTo>
                <a:lnTo>
                  <a:pt x="3132953" y="2841534"/>
                </a:lnTo>
                <a:lnTo>
                  <a:pt x="3224857" y="2841822"/>
                </a:lnTo>
                <a:lnTo>
                  <a:pt x="3224757" y="2872456"/>
                </a:lnTo>
                <a:moveTo>
                  <a:pt x="3102220" y="2872076"/>
                </a:moveTo>
                <a:lnTo>
                  <a:pt x="3010316" y="2871788"/>
                </a:lnTo>
                <a:lnTo>
                  <a:pt x="3010416" y="2841154"/>
                </a:lnTo>
                <a:lnTo>
                  <a:pt x="3102318" y="2841442"/>
                </a:lnTo>
                <a:lnTo>
                  <a:pt x="3102220" y="2872076"/>
                </a:lnTo>
                <a:moveTo>
                  <a:pt x="2979683" y="2871697"/>
                </a:moveTo>
                <a:lnTo>
                  <a:pt x="2887780" y="2871409"/>
                </a:lnTo>
                <a:lnTo>
                  <a:pt x="2887880" y="2840775"/>
                </a:lnTo>
                <a:lnTo>
                  <a:pt x="2979781" y="2841062"/>
                </a:lnTo>
                <a:lnTo>
                  <a:pt x="2979683" y="2871697"/>
                </a:lnTo>
                <a:moveTo>
                  <a:pt x="2857147" y="2871310"/>
                </a:moveTo>
                <a:lnTo>
                  <a:pt x="2765243" y="2871029"/>
                </a:lnTo>
                <a:lnTo>
                  <a:pt x="2765341" y="2840394"/>
                </a:lnTo>
                <a:lnTo>
                  <a:pt x="2857244" y="2840682"/>
                </a:lnTo>
                <a:lnTo>
                  <a:pt x="2857147" y="2871310"/>
                </a:lnTo>
                <a:moveTo>
                  <a:pt x="2734608" y="2870931"/>
                </a:moveTo>
                <a:lnTo>
                  <a:pt x="2642706" y="2870648"/>
                </a:lnTo>
                <a:lnTo>
                  <a:pt x="2642804" y="2840014"/>
                </a:lnTo>
                <a:lnTo>
                  <a:pt x="2734707" y="2840297"/>
                </a:lnTo>
                <a:lnTo>
                  <a:pt x="2734608" y="2870931"/>
                </a:lnTo>
                <a:moveTo>
                  <a:pt x="2612071" y="2870551"/>
                </a:moveTo>
                <a:lnTo>
                  <a:pt x="2520174" y="2870269"/>
                </a:lnTo>
                <a:lnTo>
                  <a:pt x="2520267" y="2839635"/>
                </a:lnTo>
                <a:lnTo>
                  <a:pt x="2612171" y="2839916"/>
                </a:lnTo>
                <a:lnTo>
                  <a:pt x="2612071" y="2870551"/>
                </a:lnTo>
                <a:moveTo>
                  <a:pt x="2489539" y="2870170"/>
                </a:moveTo>
                <a:lnTo>
                  <a:pt x="2397637" y="2869883"/>
                </a:lnTo>
                <a:lnTo>
                  <a:pt x="2397730" y="2839248"/>
                </a:lnTo>
                <a:lnTo>
                  <a:pt x="2489632" y="2839536"/>
                </a:lnTo>
                <a:lnTo>
                  <a:pt x="2489539" y="2870170"/>
                </a:lnTo>
                <a:moveTo>
                  <a:pt x="2367002" y="2869791"/>
                </a:moveTo>
                <a:lnTo>
                  <a:pt x="2275101" y="2869503"/>
                </a:lnTo>
                <a:lnTo>
                  <a:pt x="2275191" y="2838869"/>
                </a:lnTo>
                <a:lnTo>
                  <a:pt x="2367095" y="2839156"/>
                </a:lnTo>
                <a:lnTo>
                  <a:pt x="2367002" y="2869791"/>
                </a:lnTo>
                <a:moveTo>
                  <a:pt x="2244465" y="2869411"/>
                </a:moveTo>
                <a:lnTo>
                  <a:pt x="2152562" y="2869123"/>
                </a:lnTo>
                <a:lnTo>
                  <a:pt x="2152655" y="2838489"/>
                </a:lnTo>
                <a:lnTo>
                  <a:pt x="2244558" y="2838777"/>
                </a:lnTo>
                <a:lnTo>
                  <a:pt x="2244465" y="2869411"/>
                </a:lnTo>
                <a:moveTo>
                  <a:pt x="2121929" y="2869031"/>
                </a:moveTo>
                <a:lnTo>
                  <a:pt x="2030025" y="2868743"/>
                </a:lnTo>
                <a:lnTo>
                  <a:pt x="2030125" y="2838109"/>
                </a:lnTo>
                <a:lnTo>
                  <a:pt x="2122026" y="2838397"/>
                </a:lnTo>
                <a:lnTo>
                  <a:pt x="2121929" y="2869031"/>
                </a:lnTo>
                <a:moveTo>
                  <a:pt x="1999392" y="2868645"/>
                </a:moveTo>
                <a:lnTo>
                  <a:pt x="1907488" y="2868364"/>
                </a:lnTo>
                <a:lnTo>
                  <a:pt x="1907586" y="2837729"/>
                </a:lnTo>
                <a:lnTo>
                  <a:pt x="1999490" y="2838011"/>
                </a:lnTo>
                <a:lnTo>
                  <a:pt x="1999392" y="2868645"/>
                </a:lnTo>
                <a:moveTo>
                  <a:pt x="1876853" y="2868265"/>
                </a:moveTo>
                <a:lnTo>
                  <a:pt x="1784952" y="2867983"/>
                </a:lnTo>
                <a:lnTo>
                  <a:pt x="1785049" y="2837349"/>
                </a:lnTo>
                <a:lnTo>
                  <a:pt x="1876953" y="2837631"/>
                </a:lnTo>
                <a:lnTo>
                  <a:pt x="1876853" y="2868265"/>
                </a:lnTo>
                <a:moveTo>
                  <a:pt x="1754316" y="2867886"/>
                </a:moveTo>
                <a:lnTo>
                  <a:pt x="1662412" y="2867597"/>
                </a:lnTo>
                <a:lnTo>
                  <a:pt x="1662512" y="2836969"/>
                </a:lnTo>
                <a:lnTo>
                  <a:pt x="1754416" y="2837252"/>
                </a:lnTo>
                <a:lnTo>
                  <a:pt x="1754316" y="2867886"/>
                </a:lnTo>
                <a:moveTo>
                  <a:pt x="1631779" y="2867505"/>
                </a:moveTo>
                <a:lnTo>
                  <a:pt x="1539878" y="2867218"/>
                </a:lnTo>
                <a:lnTo>
                  <a:pt x="1539976" y="2836583"/>
                </a:lnTo>
                <a:lnTo>
                  <a:pt x="1631877" y="2836871"/>
                </a:lnTo>
                <a:lnTo>
                  <a:pt x="1631779" y="2867505"/>
                </a:lnTo>
                <a:moveTo>
                  <a:pt x="1509243" y="2867125"/>
                </a:moveTo>
                <a:lnTo>
                  <a:pt x="1417339" y="2866838"/>
                </a:lnTo>
                <a:lnTo>
                  <a:pt x="1417437" y="2836203"/>
                </a:lnTo>
                <a:lnTo>
                  <a:pt x="1509340" y="2836491"/>
                </a:lnTo>
                <a:lnTo>
                  <a:pt x="1509243" y="2867125"/>
                </a:lnTo>
                <a:moveTo>
                  <a:pt x="1386706" y="2866746"/>
                </a:moveTo>
                <a:lnTo>
                  <a:pt x="1294802" y="2866458"/>
                </a:lnTo>
                <a:lnTo>
                  <a:pt x="1294900" y="2835824"/>
                </a:lnTo>
                <a:lnTo>
                  <a:pt x="1386804" y="2836112"/>
                </a:lnTo>
                <a:lnTo>
                  <a:pt x="1386706" y="2866746"/>
                </a:lnTo>
                <a:moveTo>
                  <a:pt x="1264169" y="2866360"/>
                </a:moveTo>
                <a:lnTo>
                  <a:pt x="1172270" y="2866078"/>
                </a:lnTo>
                <a:lnTo>
                  <a:pt x="1172363" y="2835443"/>
                </a:lnTo>
                <a:lnTo>
                  <a:pt x="1264267" y="2835732"/>
                </a:lnTo>
                <a:lnTo>
                  <a:pt x="1264169" y="2866360"/>
                </a:lnTo>
                <a:moveTo>
                  <a:pt x="1141637" y="2865980"/>
                </a:moveTo>
                <a:lnTo>
                  <a:pt x="1049734" y="2865699"/>
                </a:lnTo>
                <a:lnTo>
                  <a:pt x="1049827" y="2835064"/>
                </a:lnTo>
                <a:lnTo>
                  <a:pt x="1141728" y="2835346"/>
                </a:lnTo>
                <a:lnTo>
                  <a:pt x="1141637" y="2865980"/>
                </a:lnTo>
                <a:moveTo>
                  <a:pt x="1019101" y="2865600"/>
                </a:moveTo>
                <a:lnTo>
                  <a:pt x="927197" y="2865318"/>
                </a:lnTo>
                <a:lnTo>
                  <a:pt x="927290" y="2834684"/>
                </a:lnTo>
                <a:lnTo>
                  <a:pt x="1019191" y="2834966"/>
                </a:lnTo>
                <a:lnTo>
                  <a:pt x="1019101" y="2865600"/>
                </a:lnTo>
                <a:moveTo>
                  <a:pt x="896564" y="2865220"/>
                </a:moveTo>
                <a:lnTo>
                  <a:pt x="804660" y="2864932"/>
                </a:lnTo>
                <a:lnTo>
                  <a:pt x="804751" y="2834298"/>
                </a:lnTo>
                <a:lnTo>
                  <a:pt x="896655" y="2834586"/>
                </a:lnTo>
                <a:lnTo>
                  <a:pt x="896564" y="2865220"/>
                </a:lnTo>
                <a:moveTo>
                  <a:pt x="774025" y="2864841"/>
                </a:moveTo>
                <a:lnTo>
                  <a:pt x="682123" y="2864552"/>
                </a:lnTo>
                <a:lnTo>
                  <a:pt x="682214" y="2833918"/>
                </a:lnTo>
                <a:lnTo>
                  <a:pt x="774118" y="2834206"/>
                </a:lnTo>
                <a:lnTo>
                  <a:pt x="774025" y="2864841"/>
                </a:lnTo>
                <a:moveTo>
                  <a:pt x="651488" y="2864460"/>
                </a:moveTo>
                <a:lnTo>
                  <a:pt x="559584" y="2864173"/>
                </a:lnTo>
                <a:lnTo>
                  <a:pt x="559684" y="2833538"/>
                </a:lnTo>
                <a:lnTo>
                  <a:pt x="651586" y="2833826"/>
                </a:lnTo>
                <a:lnTo>
                  <a:pt x="651488" y="2864460"/>
                </a:lnTo>
                <a:moveTo>
                  <a:pt x="528951" y="2864081"/>
                </a:moveTo>
                <a:lnTo>
                  <a:pt x="437048" y="2863793"/>
                </a:lnTo>
                <a:lnTo>
                  <a:pt x="437145" y="2833159"/>
                </a:lnTo>
                <a:lnTo>
                  <a:pt x="529049" y="2833447"/>
                </a:lnTo>
                <a:lnTo>
                  <a:pt x="528951" y="2864081"/>
                </a:lnTo>
                <a:moveTo>
                  <a:pt x="406450" y="2863731"/>
                </a:moveTo>
                <a:lnTo>
                  <a:pt x="385607" y="2863713"/>
                </a:lnTo>
                <a:lnTo>
                  <a:pt x="352265" y="2863603"/>
                </a:lnTo>
                <a:lnTo>
                  <a:pt x="320962" y="2863382"/>
                </a:lnTo>
                <a:lnTo>
                  <a:pt x="314369" y="2863296"/>
                </a:lnTo>
                <a:lnTo>
                  <a:pt x="314755" y="2832668"/>
                </a:lnTo>
                <a:lnTo>
                  <a:pt x="321306" y="2832748"/>
                </a:lnTo>
                <a:lnTo>
                  <a:pt x="321227" y="2832748"/>
                </a:lnTo>
                <a:lnTo>
                  <a:pt x="352455" y="2832969"/>
                </a:lnTo>
                <a:lnTo>
                  <a:pt x="352392" y="2832969"/>
                </a:lnTo>
                <a:lnTo>
                  <a:pt x="385688" y="2833079"/>
                </a:lnTo>
                <a:lnTo>
                  <a:pt x="385649" y="2833079"/>
                </a:lnTo>
                <a:lnTo>
                  <a:pt x="406475" y="2833097"/>
                </a:lnTo>
                <a:lnTo>
                  <a:pt x="406450" y="2863731"/>
                </a:lnTo>
                <a:moveTo>
                  <a:pt x="283657" y="2862867"/>
                </a:moveTo>
                <a:lnTo>
                  <a:pt x="277676" y="2862758"/>
                </a:lnTo>
                <a:lnTo>
                  <a:pt x="264184" y="2862457"/>
                </a:lnTo>
                <a:lnTo>
                  <a:pt x="251154" y="2862102"/>
                </a:lnTo>
                <a:lnTo>
                  <a:pt x="238569" y="2861685"/>
                </a:lnTo>
                <a:lnTo>
                  <a:pt x="226419" y="2861207"/>
                </a:lnTo>
                <a:lnTo>
                  <a:pt x="214699" y="2860662"/>
                </a:lnTo>
                <a:lnTo>
                  <a:pt x="203399" y="2860037"/>
                </a:lnTo>
                <a:lnTo>
                  <a:pt x="192507" y="2859344"/>
                </a:lnTo>
                <a:lnTo>
                  <a:pt x="190974" y="2859228"/>
                </a:lnTo>
                <a:lnTo>
                  <a:pt x="193242" y="2828680"/>
                </a:lnTo>
                <a:lnTo>
                  <a:pt x="194693" y="2828790"/>
                </a:lnTo>
                <a:lnTo>
                  <a:pt x="194542" y="2828778"/>
                </a:lnTo>
                <a:lnTo>
                  <a:pt x="205280" y="2829464"/>
                </a:lnTo>
                <a:lnTo>
                  <a:pt x="205146" y="2829458"/>
                </a:lnTo>
                <a:lnTo>
                  <a:pt x="216317" y="2830071"/>
                </a:lnTo>
                <a:lnTo>
                  <a:pt x="216194" y="2830058"/>
                </a:lnTo>
                <a:lnTo>
                  <a:pt x="227791" y="2830603"/>
                </a:lnTo>
                <a:lnTo>
                  <a:pt x="227681" y="2830597"/>
                </a:lnTo>
                <a:lnTo>
                  <a:pt x="239727" y="2831075"/>
                </a:lnTo>
                <a:lnTo>
                  <a:pt x="239630" y="2831069"/>
                </a:lnTo>
                <a:lnTo>
                  <a:pt x="252122" y="2831480"/>
                </a:lnTo>
                <a:lnTo>
                  <a:pt x="252036" y="2831480"/>
                </a:lnTo>
                <a:lnTo>
                  <a:pt x="264988" y="2831836"/>
                </a:lnTo>
                <a:lnTo>
                  <a:pt x="264914" y="2831829"/>
                </a:lnTo>
                <a:lnTo>
                  <a:pt x="278325" y="2832129"/>
                </a:lnTo>
                <a:lnTo>
                  <a:pt x="278264" y="2832129"/>
                </a:lnTo>
                <a:lnTo>
                  <a:pt x="284208" y="2832239"/>
                </a:lnTo>
                <a:lnTo>
                  <a:pt x="283657" y="2862867"/>
                </a:lnTo>
                <a:moveTo>
                  <a:pt x="159874" y="2856483"/>
                </a:moveTo>
                <a:lnTo>
                  <a:pt x="152828" y="2855687"/>
                </a:lnTo>
                <a:lnTo>
                  <a:pt x="143835" y="2854529"/>
                </a:lnTo>
                <a:lnTo>
                  <a:pt x="135189" y="2853260"/>
                </a:lnTo>
                <a:lnTo>
                  <a:pt x="126876" y="2851882"/>
                </a:lnTo>
                <a:lnTo>
                  <a:pt x="118900" y="2850381"/>
                </a:lnTo>
                <a:lnTo>
                  <a:pt x="111235" y="2848751"/>
                </a:lnTo>
                <a:lnTo>
                  <a:pt x="103882" y="2846981"/>
                </a:lnTo>
                <a:lnTo>
                  <a:pt x="96824" y="2845069"/>
                </a:lnTo>
                <a:lnTo>
                  <a:pt x="90053" y="2843005"/>
                </a:lnTo>
                <a:lnTo>
                  <a:pt x="83560" y="2840780"/>
                </a:lnTo>
                <a:lnTo>
                  <a:pt x="77339" y="2838385"/>
                </a:lnTo>
                <a:lnTo>
                  <a:pt x="71384" y="2835805"/>
                </a:lnTo>
                <a:lnTo>
                  <a:pt x="66117" y="2833244"/>
                </a:lnTo>
                <a:lnTo>
                  <a:pt x="79504" y="2805692"/>
                </a:lnTo>
                <a:lnTo>
                  <a:pt x="84479" y="2808112"/>
                </a:lnTo>
                <a:lnTo>
                  <a:pt x="83865" y="2807830"/>
                </a:lnTo>
                <a:lnTo>
                  <a:pt x="89220" y="2810146"/>
                </a:lnTo>
                <a:lnTo>
                  <a:pt x="88643" y="2809914"/>
                </a:lnTo>
                <a:lnTo>
                  <a:pt x="94306" y="2812094"/>
                </a:lnTo>
                <a:lnTo>
                  <a:pt x="93766" y="2811898"/>
                </a:lnTo>
                <a:lnTo>
                  <a:pt x="99733" y="2813945"/>
                </a:lnTo>
                <a:lnTo>
                  <a:pt x="99238" y="2813779"/>
                </a:lnTo>
                <a:lnTo>
                  <a:pt x="105524" y="2815697"/>
                </a:lnTo>
                <a:lnTo>
                  <a:pt x="105059" y="2815562"/>
                </a:lnTo>
                <a:lnTo>
                  <a:pt x="111675" y="2817352"/>
                </a:lnTo>
                <a:lnTo>
                  <a:pt x="111247" y="2817247"/>
                </a:lnTo>
                <a:lnTo>
                  <a:pt x="118195" y="2818914"/>
                </a:lnTo>
                <a:lnTo>
                  <a:pt x="117809" y="2818828"/>
                </a:lnTo>
                <a:lnTo>
                  <a:pt x="125099" y="2820378"/>
                </a:lnTo>
                <a:lnTo>
                  <a:pt x="124744" y="2820311"/>
                </a:lnTo>
                <a:lnTo>
                  <a:pt x="132390" y="2821744"/>
                </a:lnTo>
                <a:lnTo>
                  <a:pt x="132066" y="2821689"/>
                </a:lnTo>
                <a:lnTo>
                  <a:pt x="140068" y="2823019"/>
                </a:lnTo>
                <a:lnTo>
                  <a:pt x="139773" y="2822976"/>
                </a:lnTo>
                <a:lnTo>
                  <a:pt x="148142" y="2824201"/>
                </a:lnTo>
                <a:lnTo>
                  <a:pt x="147879" y="2824164"/>
                </a:lnTo>
                <a:lnTo>
                  <a:pt x="156621" y="2825292"/>
                </a:lnTo>
                <a:lnTo>
                  <a:pt x="156383" y="2825261"/>
                </a:lnTo>
                <a:lnTo>
                  <a:pt x="163313" y="2826039"/>
                </a:lnTo>
                <a:lnTo>
                  <a:pt x="159874" y="2856483"/>
                </a:lnTo>
                <a:moveTo>
                  <a:pt x="37423" y="2812474"/>
                </a:moveTo>
                <a:lnTo>
                  <a:pt x="36981" y="2812039"/>
                </a:lnTo>
                <a:lnTo>
                  <a:pt x="33128" y="2807781"/>
                </a:lnTo>
                <a:lnTo>
                  <a:pt x="29545" y="2803320"/>
                </a:lnTo>
                <a:lnTo>
                  <a:pt x="26236" y="2798652"/>
                </a:lnTo>
                <a:lnTo>
                  <a:pt x="23192" y="2793800"/>
                </a:lnTo>
                <a:lnTo>
                  <a:pt x="20415" y="2788763"/>
                </a:lnTo>
                <a:lnTo>
                  <a:pt x="17885" y="2783555"/>
                </a:lnTo>
                <a:lnTo>
                  <a:pt x="15599" y="2778176"/>
                </a:lnTo>
                <a:lnTo>
                  <a:pt x="13541" y="2772625"/>
                </a:lnTo>
                <a:lnTo>
                  <a:pt x="11697" y="2766915"/>
                </a:lnTo>
                <a:lnTo>
                  <a:pt x="10055" y="2761033"/>
                </a:lnTo>
                <a:lnTo>
                  <a:pt x="8597" y="2754986"/>
                </a:lnTo>
                <a:lnTo>
                  <a:pt x="7311" y="2748767"/>
                </a:lnTo>
                <a:lnTo>
                  <a:pt x="6183" y="2742364"/>
                </a:lnTo>
                <a:lnTo>
                  <a:pt x="5209" y="2735784"/>
                </a:lnTo>
                <a:lnTo>
                  <a:pt x="4363" y="2729008"/>
                </a:lnTo>
                <a:lnTo>
                  <a:pt x="3646" y="2722035"/>
                </a:lnTo>
                <a:lnTo>
                  <a:pt x="3286" y="2717759"/>
                </a:lnTo>
                <a:lnTo>
                  <a:pt x="33810" y="2715180"/>
                </a:lnTo>
                <a:lnTo>
                  <a:pt x="34158" y="2719315"/>
                </a:lnTo>
                <a:lnTo>
                  <a:pt x="34133" y="2719033"/>
                </a:lnTo>
                <a:lnTo>
                  <a:pt x="34819" y="2725706"/>
                </a:lnTo>
                <a:lnTo>
                  <a:pt x="34784" y="2725387"/>
                </a:lnTo>
                <a:lnTo>
                  <a:pt x="35586" y="2731820"/>
                </a:lnTo>
                <a:lnTo>
                  <a:pt x="35537" y="2731459"/>
                </a:lnTo>
                <a:lnTo>
                  <a:pt x="36456" y="2737666"/>
                </a:lnTo>
                <a:lnTo>
                  <a:pt x="36395" y="2737261"/>
                </a:lnTo>
                <a:lnTo>
                  <a:pt x="37442" y="2743241"/>
                </a:lnTo>
                <a:lnTo>
                  <a:pt x="37356" y="2742793"/>
                </a:lnTo>
                <a:lnTo>
                  <a:pt x="38544" y="2748546"/>
                </a:lnTo>
                <a:lnTo>
                  <a:pt x="38435" y="2748056"/>
                </a:lnTo>
                <a:lnTo>
                  <a:pt x="39770" y="2753589"/>
                </a:lnTo>
                <a:lnTo>
                  <a:pt x="39630" y="2753056"/>
                </a:lnTo>
                <a:lnTo>
                  <a:pt x="41118" y="2758374"/>
                </a:lnTo>
                <a:lnTo>
                  <a:pt x="40939" y="2757792"/>
                </a:lnTo>
                <a:lnTo>
                  <a:pt x="42595" y="2762901"/>
                </a:lnTo>
                <a:lnTo>
                  <a:pt x="42374" y="2762277"/>
                </a:lnTo>
                <a:lnTo>
                  <a:pt x="44195" y="2767185"/>
                </a:lnTo>
                <a:lnTo>
                  <a:pt x="43930" y="2766523"/>
                </a:lnTo>
                <a:lnTo>
                  <a:pt x="45927" y="2771222"/>
                </a:lnTo>
                <a:lnTo>
                  <a:pt x="45616" y="2770529"/>
                </a:lnTo>
                <a:lnTo>
                  <a:pt x="47797" y="2775033"/>
                </a:lnTo>
                <a:lnTo>
                  <a:pt x="47430" y="2774316"/>
                </a:lnTo>
                <a:lnTo>
                  <a:pt x="49806" y="2778624"/>
                </a:lnTo>
                <a:lnTo>
                  <a:pt x="49378" y="2777894"/>
                </a:lnTo>
                <a:lnTo>
                  <a:pt x="51957" y="2782012"/>
                </a:lnTo>
                <a:lnTo>
                  <a:pt x="51474" y="2781282"/>
                </a:lnTo>
                <a:lnTo>
                  <a:pt x="54266" y="2785222"/>
                </a:lnTo>
                <a:lnTo>
                  <a:pt x="53722" y="2784499"/>
                </a:lnTo>
                <a:lnTo>
                  <a:pt x="56736" y="2788255"/>
                </a:lnTo>
                <a:lnTo>
                  <a:pt x="56141" y="2787556"/>
                </a:lnTo>
                <a:lnTo>
                  <a:pt x="59382" y="2791140"/>
                </a:lnTo>
                <a:lnTo>
                  <a:pt x="58745" y="2790479"/>
                </a:lnTo>
                <a:lnTo>
                  <a:pt x="59075" y="2790797"/>
                </a:lnTo>
                <a:lnTo>
                  <a:pt x="58862" y="2790589"/>
                </a:lnTo>
                <a:lnTo>
                  <a:pt x="37423" y="2812474"/>
                </a:lnTo>
                <a:moveTo>
                  <a:pt x="1625" y="2686359"/>
                </a:moveTo>
                <a:lnTo>
                  <a:pt x="1544" y="2683982"/>
                </a:lnTo>
                <a:lnTo>
                  <a:pt x="1360" y="2675661"/>
                </a:lnTo>
                <a:lnTo>
                  <a:pt x="1146" y="2658359"/>
                </a:lnTo>
                <a:lnTo>
                  <a:pt x="1091" y="2640046"/>
                </a:lnTo>
                <a:lnTo>
                  <a:pt x="31726" y="2639954"/>
                </a:lnTo>
                <a:lnTo>
                  <a:pt x="31782" y="2658200"/>
                </a:lnTo>
                <a:lnTo>
                  <a:pt x="31782" y="2658059"/>
                </a:lnTo>
                <a:lnTo>
                  <a:pt x="31989" y="2675202"/>
                </a:lnTo>
                <a:lnTo>
                  <a:pt x="31989" y="2675049"/>
                </a:lnTo>
                <a:lnTo>
                  <a:pt x="32172" y="2683221"/>
                </a:lnTo>
                <a:lnTo>
                  <a:pt x="32168" y="2683087"/>
                </a:lnTo>
                <a:lnTo>
                  <a:pt x="32240" y="2685403"/>
                </a:lnTo>
                <a:lnTo>
                  <a:pt x="1625" y="2686359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878158DF-CE44-4D1A-B66D-9827C2DF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72" y="6339389"/>
            <a:ext cx="2054643" cy="297765"/>
          </a:xfrm>
          <a:custGeom xmlns:a="http://schemas.openxmlformats.org/drawingml/2006/main">
            <a:pathLst>
              <a:path w="2054643" h="297765">
                <a:moveTo>
                  <a:pt x="0" y="21879"/>
                </a:moveTo>
                <a:cubicBezTo>
                  <a:pt x="0" y="882"/>
                  <a:pt x="7934" y="0"/>
                  <a:pt x="196838" y="0"/>
                </a:cubicBezTo>
                <a:lnTo>
                  <a:pt x="1837697" y="233"/>
                </a:lnTo>
                <a:cubicBezTo>
                  <a:pt x="2026600" y="233"/>
                  <a:pt x="2054116" y="0"/>
                  <a:pt x="2054116" y="21002"/>
                </a:cubicBezTo>
                <a:lnTo>
                  <a:pt x="2054643" y="276468"/>
                </a:lnTo>
                <a:cubicBezTo>
                  <a:pt x="2054643" y="297471"/>
                  <a:pt x="2051996" y="297765"/>
                  <a:pt x="1863093" y="297765"/>
                </a:cubicBezTo>
                <a:lnTo>
                  <a:pt x="196838" y="296650"/>
                </a:lnTo>
                <a:cubicBezTo>
                  <a:pt x="7934" y="296650"/>
                  <a:pt x="527" y="295823"/>
                  <a:pt x="527" y="274826"/>
                </a:cubicBezTo>
                <a:lnTo>
                  <a:pt x="0" y="2187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21D10652-3F53-4376-92B5-63973556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16" y="6329432"/>
            <a:ext cx="2074555" cy="317678"/>
          </a:xfrm>
          <a:custGeom xmlns:a="http://schemas.openxmlformats.org/drawingml/2006/main">
            <a:pathLst>
              <a:path w="2074555" h="317678">
                <a:moveTo>
                  <a:pt x="30" y="29556"/>
                </a:moveTo>
                <a:lnTo>
                  <a:pt x="172" y="27203"/>
                </a:lnTo>
                <a:lnTo>
                  <a:pt x="496" y="24703"/>
                </a:lnTo>
                <a:lnTo>
                  <a:pt x="1091" y="22069"/>
                </a:lnTo>
                <a:lnTo>
                  <a:pt x="2077" y="19330"/>
                </a:lnTo>
                <a:lnTo>
                  <a:pt x="3535" y="16616"/>
                </a:lnTo>
                <a:lnTo>
                  <a:pt x="5465" y="14085"/>
                </a:lnTo>
                <a:lnTo>
                  <a:pt x="7800" y="11861"/>
                </a:lnTo>
                <a:lnTo>
                  <a:pt x="10428" y="9993"/>
                </a:lnTo>
                <a:lnTo>
                  <a:pt x="13289" y="8449"/>
                </a:lnTo>
                <a:lnTo>
                  <a:pt x="16365" y="7180"/>
                </a:lnTo>
                <a:lnTo>
                  <a:pt x="19685" y="6108"/>
                </a:lnTo>
                <a:lnTo>
                  <a:pt x="23300" y="5201"/>
                </a:lnTo>
                <a:lnTo>
                  <a:pt x="27258" y="4411"/>
                </a:lnTo>
                <a:lnTo>
                  <a:pt x="31620" y="3725"/>
                </a:lnTo>
                <a:lnTo>
                  <a:pt x="36430" y="3124"/>
                </a:lnTo>
                <a:lnTo>
                  <a:pt x="41736" y="2604"/>
                </a:lnTo>
                <a:lnTo>
                  <a:pt x="47587" y="2144"/>
                </a:lnTo>
                <a:lnTo>
                  <a:pt x="54014" y="1740"/>
                </a:lnTo>
                <a:lnTo>
                  <a:pt x="61066" y="1396"/>
                </a:lnTo>
                <a:lnTo>
                  <a:pt x="68774" y="1096"/>
                </a:lnTo>
                <a:lnTo>
                  <a:pt x="77186" y="845"/>
                </a:lnTo>
                <a:lnTo>
                  <a:pt x="96192" y="466"/>
                </a:lnTo>
                <a:lnTo>
                  <a:pt x="118401" y="220"/>
                </a:lnTo>
                <a:lnTo>
                  <a:pt x="144067" y="80"/>
                </a:lnTo>
                <a:lnTo>
                  <a:pt x="206787" y="0"/>
                </a:lnTo>
                <a:lnTo>
                  <a:pt x="1847652" y="233"/>
                </a:lnTo>
                <a:lnTo>
                  <a:pt x="1911207" y="263"/>
                </a:lnTo>
                <a:lnTo>
                  <a:pt x="1937821" y="349"/>
                </a:lnTo>
                <a:lnTo>
                  <a:pt x="1961269" y="527"/>
                </a:lnTo>
                <a:lnTo>
                  <a:pt x="1981733" y="821"/>
                </a:lnTo>
                <a:lnTo>
                  <a:pt x="1990941" y="1029"/>
                </a:lnTo>
                <a:lnTo>
                  <a:pt x="1999470" y="1274"/>
                </a:lnTo>
                <a:lnTo>
                  <a:pt x="2007368" y="1569"/>
                </a:lnTo>
                <a:lnTo>
                  <a:pt x="2014658" y="1912"/>
                </a:lnTo>
                <a:lnTo>
                  <a:pt x="2021374" y="2316"/>
                </a:lnTo>
                <a:lnTo>
                  <a:pt x="2027538" y="2775"/>
                </a:lnTo>
                <a:lnTo>
                  <a:pt x="2033192" y="3309"/>
                </a:lnTo>
                <a:lnTo>
                  <a:pt x="2038363" y="3915"/>
                </a:lnTo>
                <a:lnTo>
                  <a:pt x="2043094" y="4614"/>
                </a:lnTo>
                <a:lnTo>
                  <a:pt x="2047413" y="5404"/>
                </a:lnTo>
                <a:lnTo>
                  <a:pt x="2051377" y="6311"/>
                </a:lnTo>
                <a:lnTo>
                  <a:pt x="2055016" y="7364"/>
                </a:lnTo>
                <a:lnTo>
                  <a:pt x="2058380" y="8595"/>
                </a:lnTo>
                <a:lnTo>
                  <a:pt x="2061511" y="10054"/>
                </a:lnTo>
                <a:lnTo>
                  <a:pt x="2064409" y="11800"/>
                </a:lnTo>
                <a:lnTo>
                  <a:pt x="2067049" y="13901"/>
                </a:lnTo>
                <a:lnTo>
                  <a:pt x="2069360" y="16365"/>
                </a:lnTo>
                <a:lnTo>
                  <a:pt x="2071228" y="19147"/>
                </a:lnTo>
                <a:lnTo>
                  <a:pt x="2072594" y="22118"/>
                </a:lnTo>
                <a:lnTo>
                  <a:pt x="2073464" y="25132"/>
                </a:lnTo>
                <a:lnTo>
                  <a:pt x="2073905" y="28079"/>
                </a:lnTo>
                <a:lnTo>
                  <a:pt x="2074022" y="30726"/>
                </a:lnTo>
                <a:lnTo>
                  <a:pt x="2074555" y="286516"/>
                </a:lnTo>
                <a:lnTo>
                  <a:pt x="2074469" y="290658"/>
                </a:lnTo>
                <a:lnTo>
                  <a:pt x="2074261" y="293054"/>
                </a:lnTo>
                <a:lnTo>
                  <a:pt x="2073844" y="295547"/>
                </a:lnTo>
                <a:lnTo>
                  <a:pt x="2073103" y="298194"/>
                </a:lnTo>
                <a:lnTo>
                  <a:pt x="2071908" y="300914"/>
                </a:lnTo>
                <a:lnTo>
                  <a:pt x="2070211" y="303549"/>
                </a:lnTo>
                <a:lnTo>
                  <a:pt x="2068054" y="305914"/>
                </a:lnTo>
                <a:lnTo>
                  <a:pt x="2065548" y="307906"/>
                </a:lnTo>
                <a:lnTo>
                  <a:pt x="2062797" y="309529"/>
                </a:lnTo>
                <a:lnTo>
                  <a:pt x="2059850" y="310846"/>
                </a:lnTo>
                <a:lnTo>
                  <a:pt x="2056683" y="311930"/>
                </a:lnTo>
                <a:lnTo>
                  <a:pt x="2053251" y="312837"/>
                </a:lnTo>
                <a:lnTo>
                  <a:pt x="2049490" y="313604"/>
                </a:lnTo>
                <a:lnTo>
                  <a:pt x="2045354" y="314271"/>
                </a:lnTo>
                <a:lnTo>
                  <a:pt x="2040771" y="314847"/>
                </a:lnTo>
                <a:lnTo>
                  <a:pt x="2035698" y="315344"/>
                </a:lnTo>
                <a:lnTo>
                  <a:pt x="2030092" y="315778"/>
                </a:lnTo>
                <a:lnTo>
                  <a:pt x="2023897" y="316152"/>
                </a:lnTo>
                <a:lnTo>
                  <a:pt x="2017085" y="316470"/>
                </a:lnTo>
                <a:lnTo>
                  <a:pt x="2009604" y="316740"/>
                </a:lnTo>
                <a:lnTo>
                  <a:pt x="2001412" y="316967"/>
                </a:lnTo>
                <a:lnTo>
                  <a:pt x="1982812" y="317304"/>
                </a:lnTo>
                <a:lnTo>
                  <a:pt x="1960944" y="317512"/>
                </a:lnTo>
                <a:lnTo>
                  <a:pt x="1935542" y="317622"/>
                </a:lnTo>
                <a:lnTo>
                  <a:pt x="1873048" y="317678"/>
                </a:lnTo>
                <a:lnTo>
                  <a:pt x="206787" y="316563"/>
                </a:lnTo>
                <a:lnTo>
                  <a:pt x="144091" y="316483"/>
                </a:lnTo>
                <a:lnTo>
                  <a:pt x="118450" y="316342"/>
                </a:lnTo>
                <a:lnTo>
                  <a:pt x="96277" y="316103"/>
                </a:lnTo>
                <a:lnTo>
                  <a:pt x="77314" y="315723"/>
                </a:lnTo>
                <a:lnTo>
                  <a:pt x="68921" y="315478"/>
                </a:lnTo>
                <a:lnTo>
                  <a:pt x="61238" y="315184"/>
                </a:lnTo>
                <a:lnTo>
                  <a:pt x="54210" y="314841"/>
                </a:lnTo>
                <a:lnTo>
                  <a:pt x="47802" y="314442"/>
                </a:lnTo>
                <a:lnTo>
                  <a:pt x="41981" y="313983"/>
                </a:lnTo>
                <a:lnTo>
                  <a:pt x="36694" y="313462"/>
                </a:lnTo>
                <a:lnTo>
                  <a:pt x="31909" y="312862"/>
                </a:lnTo>
                <a:lnTo>
                  <a:pt x="27570" y="312182"/>
                </a:lnTo>
                <a:lnTo>
                  <a:pt x="23631" y="311397"/>
                </a:lnTo>
                <a:lnTo>
                  <a:pt x="20035" y="310485"/>
                </a:lnTo>
                <a:lnTo>
                  <a:pt x="16726" y="309418"/>
                </a:lnTo>
                <a:lnTo>
                  <a:pt x="13669" y="308138"/>
                </a:lnTo>
                <a:lnTo>
                  <a:pt x="10820" y="306594"/>
                </a:lnTo>
                <a:lnTo>
                  <a:pt x="8197" y="304713"/>
                </a:lnTo>
                <a:lnTo>
                  <a:pt x="5882" y="302477"/>
                </a:lnTo>
                <a:lnTo>
                  <a:pt x="3976" y="299934"/>
                </a:lnTo>
                <a:lnTo>
                  <a:pt x="2542" y="297214"/>
                </a:lnTo>
                <a:lnTo>
                  <a:pt x="1581" y="294487"/>
                </a:lnTo>
                <a:lnTo>
                  <a:pt x="998" y="291865"/>
                </a:lnTo>
                <a:lnTo>
                  <a:pt x="692" y="289384"/>
                </a:lnTo>
                <a:lnTo>
                  <a:pt x="558" y="287044"/>
                </a:lnTo>
                <a:lnTo>
                  <a:pt x="527" y="284862"/>
                </a:lnTo>
                <a:lnTo>
                  <a:pt x="0" y="31774"/>
                </a:lnTo>
                <a:lnTo>
                  <a:pt x="30" y="29556"/>
                </a:lnTo>
                <a:moveTo>
                  <a:pt x="19912" y="31988"/>
                </a:moveTo>
                <a:lnTo>
                  <a:pt x="19912" y="31817"/>
                </a:lnTo>
                <a:lnTo>
                  <a:pt x="20439" y="284758"/>
                </a:lnTo>
                <a:lnTo>
                  <a:pt x="20439" y="284641"/>
                </a:lnTo>
                <a:lnTo>
                  <a:pt x="20470" y="286547"/>
                </a:lnTo>
                <a:lnTo>
                  <a:pt x="20451" y="286124"/>
                </a:lnTo>
                <a:lnTo>
                  <a:pt x="20555" y="287920"/>
                </a:lnTo>
                <a:lnTo>
                  <a:pt x="20494" y="287257"/>
                </a:lnTo>
                <a:lnTo>
                  <a:pt x="20702" y="288943"/>
                </a:lnTo>
                <a:lnTo>
                  <a:pt x="20543" y="288023"/>
                </a:lnTo>
                <a:lnTo>
                  <a:pt x="20892" y="289598"/>
                </a:lnTo>
                <a:lnTo>
                  <a:pt x="20562" y="288434"/>
                </a:lnTo>
                <a:lnTo>
                  <a:pt x="21082" y="289911"/>
                </a:lnTo>
                <a:lnTo>
                  <a:pt x="20500" y="288581"/>
                </a:lnTo>
                <a:lnTo>
                  <a:pt x="21223" y="289953"/>
                </a:lnTo>
                <a:lnTo>
                  <a:pt x="20378" y="288618"/>
                </a:lnTo>
                <a:lnTo>
                  <a:pt x="21334" y="289892"/>
                </a:lnTo>
                <a:lnTo>
                  <a:pt x="20286" y="288710"/>
                </a:lnTo>
                <a:lnTo>
                  <a:pt x="21511" y="289886"/>
                </a:lnTo>
                <a:lnTo>
                  <a:pt x="20396" y="288961"/>
                </a:lnTo>
                <a:lnTo>
                  <a:pt x="21922" y="290051"/>
                </a:lnTo>
                <a:lnTo>
                  <a:pt x="20868" y="289390"/>
                </a:lnTo>
                <a:lnTo>
                  <a:pt x="22718" y="290394"/>
                </a:lnTo>
                <a:lnTo>
                  <a:pt x="21799" y="289960"/>
                </a:lnTo>
                <a:lnTo>
                  <a:pt x="24011" y="290879"/>
                </a:lnTo>
                <a:lnTo>
                  <a:pt x="23245" y="290597"/>
                </a:lnTo>
                <a:lnTo>
                  <a:pt x="25855" y="291443"/>
                </a:lnTo>
                <a:lnTo>
                  <a:pt x="25236" y="291265"/>
                </a:lnTo>
                <a:lnTo>
                  <a:pt x="28269" y="292030"/>
                </a:lnTo>
                <a:lnTo>
                  <a:pt x="27773" y="291921"/>
                </a:lnTo>
                <a:lnTo>
                  <a:pt x="31265" y="292612"/>
                </a:lnTo>
                <a:lnTo>
                  <a:pt x="30867" y="292546"/>
                </a:lnTo>
                <a:lnTo>
                  <a:pt x="34850" y="293170"/>
                </a:lnTo>
                <a:lnTo>
                  <a:pt x="34530" y="293127"/>
                </a:lnTo>
                <a:lnTo>
                  <a:pt x="39034" y="293684"/>
                </a:lnTo>
                <a:lnTo>
                  <a:pt x="38783" y="293661"/>
                </a:lnTo>
                <a:lnTo>
                  <a:pt x="43837" y="294156"/>
                </a:lnTo>
                <a:lnTo>
                  <a:pt x="43635" y="294144"/>
                </a:lnTo>
                <a:lnTo>
                  <a:pt x="49278" y="294586"/>
                </a:lnTo>
                <a:lnTo>
                  <a:pt x="49119" y="294573"/>
                </a:lnTo>
                <a:lnTo>
                  <a:pt x="55375" y="294959"/>
                </a:lnTo>
                <a:lnTo>
                  <a:pt x="55245" y="294953"/>
                </a:lnTo>
                <a:lnTo>
                  <a:pt x="62151" y="295290"/>
                </a:lnTo>
                <a:lnTo>
                  <a:pt x="62046" y="295284"/>
                </a:lnTo>
                <a:lnTo>
                  <a:pt x="69638" y="295578"/>
                </a:lnTo>
                <a:lnTo>
                  <a:pt x="69552" y="295572"/>
                </a:lnTo>
                <a:lnTo>
                  <a:pt x="77854" y="295817"/>
                </a:lnTo>
                <a:lnTo>
                  <a:pt x="77756" y="295817"/>
                </a:lnTo>
                <a:lnTo>
                  <a:pt x="96627" y="296191"/>
                </a:lnTo>
                <a:lnTo>
                  <a:pt x="96541" y="296191"/>
                </a:lnTo>
                <a:lnTo>
                  <a:pt x="118640" y="296436"/>
                </a:lnTo>
                <a:lnTo>
                  <a:pt x="118585" y="296436"/>
                </a:lnTo>
                <a:lnTo>
                  <a:pt x="144177" y="296570"/>
                </a:lnTo>
                <a:lnTo>
                  <a:pt x="144134" y="296570"/>
                </a:lnTo>
                <a:lnTo>
                  <a:pt x="206806" y="296650"/>
                </a:lnTo>
                <a:lnTo>
                  <a:pt x="206800" y="296650"/>
                </a:lnTo>
                <a:lnTo>
                  <a:pt x="1873054" y="297765"/>
                </a:lnTo>
                <a:lnTo>
                  <a:pt x="1873043" y="297765"/>
                </a:lnTo>
                <a:lnTo>
                  <a:pt x="1935506" y="297710"/>
                </a:lnTo>
                <a:lnTo>
                  <a:pt x="1935475" y="297710"/>
                </a:lnTo>
                <a:lnTo>
                  <a:pt x="1960828" y="297600"/>
                </a:lnTo>
                <a:lnTo>
                  <a:pt x="1960779" y="297600"/>
                </a:lnTo>
                <a:lnTo>
                  <a:pt x="1982578" y="297392"/>
                </a:lnTo>
                <a:lnTo>
                  <a:pt x="1982493" y="297392"/>
                </a:lnTo>
                <a:lnTo>
                  <a:pt x="2001002" y="297061"/>
                </a:lnTo>
                <a:lnTo>
                  <a:pt x="2000904" y="297061"/>
                </a:lnTo>
                <a:lnTo>
                  <a:pt x="2009010" y="296834"/>
                </a:lnTo>
                <a:lnTo>
                  <a:pt x="2008930" y="296840"/>
                </a:lnTo>
                <a:lnTo>
                  <a:pt x="2016313" y="296570"/>
                </a:lnTo>
                <a:lnTo>
                  <a:pt x="2016203" y="296577"/>
                </a:lnTo>
                <a:lnTo>
                  <a:pt x="2022899" y="296264"/>
                </a:lnTo>
                <a:lnTo>
                  <a:pt x="2022771" y="296270"/>
                </a:lnTo>
                <a:lnTo>
                  <a:pt x="2028812" y="295903"/>
                </a:lnTo>
                <a:lnTo>
                  <a:pt x="2028640" y="295915"/>
                </a:lnTo>
                <a:lnTo>
                  <a:pt x="2034062" y="295498"/>
                </a:lnTo>
                <a:lnTo>
                  <a:pt x="2033854" y="295517"/>
                </a:lnTo>
                <a:lnTo>
                  <a:pt x="2038688" y="295039"/>
                </a:lnTo>
                <a:lnTo>
                  <a:pt x="2038424" y="295069"/>
                </a:lnTo>
                <a:lnTo>
                  <a:pt x="2042701" y="294530"/>
                </a:lnTo>
                <a:lnTo>
                  <a:pt x="2042371" y="294579"/>
                </a:lnTo>
                <a:lnTo>
                  <a:pt x="2046126" y="293979"/>
                </a:lnTo>
                <a:lnTo>
                  <a:pt x="2045703" y="294059"/>
                </a:lnTo>
                <a:lnTo>
                  <a:pt x="2048975" y="293384"/>
                </a:lnTo>
                <a:lnTo>
                  <a:pt x="2048435" y="293513"/>
                </a:lnTo>
                <a:lnTo>
                  <a:pt x="2051260" y="292766"/>
                </a:lnTo>
                <a:lnTo>
                  <a:pt x="2050581" y="292974"/>
                </a:lnTo>
                <a:lnTo>
                  <a:pt x="2052982" y="292153"/>
                </a:lnTo>
                <a:lnTo>
                  <a:pt x="2052143" y="292484"/>
                </a:lnTo>
                <a:lnTo>
                  <a:pt x="2054158" y="291583"/>
                </a:lnTo>
                <a:lnTo>
                  <a:pt x="2053154" y="292104"/>
                </a:lnTo>
                <a:lnTo>
                  <a:pt x="2054821" y="291118"/>
                </a:lnTo>
                <a:lnTo>
                  <a:pt x="2053686" y="291896"/>
                </a:lnTo>
                <a:lnTo>
                  <a:pt x="2055035" y="290824"/>
                </a:lnTo>
                <a:lnTo>
                  <a:pt x="2053883" y="291902"/>
                </a:lnTo>
                <a:lnTo>
                  <a:pt x="2054943" y="290738"/>
                </a:lnTo>
                <a:lnTo>
                  <a:pt x="2053932" y="292055"/>
                </a:lnTo>
                <a:lnTo>
                  <a:pt x="2054741" y="290793"/>
                </a:lnTo>
                <a:lnTo>
                  <a:pt x="2053993" y="292196"/>
                </a:lnTo>
                <a:lnTo>
                  <a:pt x="2054587" y="290836"/>
                </a:lnTo>
                <a:lnTo>
                  <a:pt x="2054122" y="292134"/>
                </a:lnTo>
                <a:lnTo>
                  <a:pt x="2054532" y="290670"/>
                </a:lnTo>
                <a:lnTo>
                  <a:pt x="2054293" y="291730"/>
                </a:lnTo>
                <a:lnTo>
                  <a:pt x="2054557" y="290168"/>
                </a:lnTo>
                <a:lnTo>
                  <a:pt x="2054459" y="290946"/>
                </a:lnTo>
                <a:lnTo>
                  <a:pt x="2054606" y="289267"/>
                </a:lnTo>
                <a:lnTo>
                  <a:pt x="2054569" y="289922"/>
                </a:lnTo>
                <a:lnTo>
                  <a:pt x="2054642" y="286223"/>
                </a:lnTo>
                <a:lnTo>
                  <a:pt x="2054642" y="286449"/>
                </a:lnTo>
                <a:lnTo>
                  <a:pt x="2054115" y="30977"/>
                </a:lnTo>
                <a:lnTo>
                  <a:pt x="2054122" y="31400"/>
                </a:lnTo>
                <a:lnTo>
                  <a:pt x="2054036" y="29488"/>
                </a:lnTo>
                <a:lnTo>
                  <a:pt x="2054140" y="30536"/>
                </a:lnTo>
                <a:lnTo>
                  <a:pt x="2053871" y="28753"/>
                </a:lnTo>
                <a:lnTo>
                  <a:pt x="2054146" y="30016"/>
                </a:lnTo>
                <a:lnTo>
                  <a:pt x="2053668" y="28342"/>
                </a:lnTo>
                <a:lnTo>
                  <a:pt x="2054189" y="29746"/>
                </a:lnTo>
                <a:lnTo>
                  <a:pt x="2053472" y="28190"/>
                </a:lnTo>
                <a:lnTo>
                  <a:pt x="2054257" y="29592"/>
                </a:lnTo>
                <a:lnTo>
                  <a:pt x="2053282" y="28140"/>
                </a:lnTo>
                <a:lnTo>
                  <a:pt x="2054275" y="29391"/>
                </a:lnTo>
                <a:lnTo>
                  <a:pt x="2053019" y="28049"/>
                </a:lnTo>
                <a:lnTo>
                  <a:pt x="2054097" y="29041"/>
                </a:lnTo>
                <a:lnTo>
                  <a:pt x="2052529" y="27798"/>
                </a:lnTo>
                <a:lnTo>
                  <a:pt x="2053577" y="28520"/>
                </a:lnTo>
                <a:lnTo>
                  <a:pt x="2051677" y="27374"/>
                </a:lnTo>
                <a:lnTo>
                  <a:pt x="2052608" y="27871"/>
                </a:lnTo>
                <a:lnTo>
                  <a:pt x="2050354" y="26823"/>
                </a:lnTo>
                <a:lnTo>
                  <a:pt x="2051144" y="27148"/>
                </a:lnTo>
                <a:lnTo>
                  <a:pt x="2048503" y="26186"/>
                </a:lnTo>
                <a:lnTo>
                  <a:pt x="2049159" y="26400"/>
                </a:lnTo>
                <a:lnTo>
                  <a:pt x="2046114" y="25518"/>
                </a:lnTo>
                <a:lnTo>
                  <a:pt x="2046647" y="25659"/>
                </a:lnTo>
                <a:lnTo>
                  <a:pt x="2043173" y="24862"/>
                </a:lnTo>
                <a:lnTo>
                  <a:pt x="2043608" y="24948"/>
                </a:lnTo>
                <a:lnTo>
                  <a:pt x="2039674" y="24232"/>
                </a:lnTo>
                <a:lnTo>
                  <a:pt x="2040024" y="24287"/>
                </a:lnTo>
                <a:lnTo>
                  <a:pt x="2035613" y="23637"/>
                </a:lnTo>
                <a:lnTo>
                  <a:pt x="2035894" y="23674"/>
                </a:lnTo>
                <a:lnTo>
                  <a:pt x="2030981" y="23098"/>
                </a:lnTo>
                <a:lnTo>
                  <a:pt x="2031213" y="23122"/>
                </a:lnTo>
                <a:lnTo>
                  <a:pt x="2025767" y="22608"/>
                </a:lnTo>
                <a:lnTo>
                  <a:pt x="2025951" y="22627"/>
                </a:lnTo>
                <a:lnTo>
                  <a:pt x="2019952" y="22173"/>
                </a:lnTo>
                <a:lnTo>
                  <a:pt x="2020106" y="22185"/>
                </a:lnTo>
                <a:lnTo>
                  <a:pt x="2013532" y="21793"/>
                </a:lnTo>
                <a:lnTo>
                  <a:pt x="2013654" y="21799"/>
                </a:lnTo>
                <a:lnTo>
                  <a:pt x="2006473" y="21456"/>
                </a:lnTo>
                <a:lnTo>
                  <a:pt x="2006578" y="21462"/>
                </a:lnTo>
                <a:lnTo>
                  <a:pt x="1998772" y="21174"/>
                </a:lnTo>
                <a:lnTo>
                  <a:pt x="1998851" y="21174"/>
                </a:lnTo>
                <a:lnTo>
                  <a:pt x="1990396" y="20929"/>
                </a:lnTo>
                <a:lnTo>
                  <a:pt x="1990463" y="20935"/>
                </a:lnTo>
                <a:lnTo>
                  <a:pt x="1981328" y="20733"/>
                </a:lnTo>
                <a:lnTo>
                  <a:pt x="1981408" y="20733"/>
                </a:lnTo>
                <a:lnTo>
                  <a:pt x="1961018" y="20439"/>
                </a:lnTo>
                <a:lnTo>
                  <a:pt x="1961085" y="20439"/>
                </a:lnTo>
                <a:lnTo>
                  <a:pt x="1937699" y="20261"/>
                </a:lnTo>
                <a:lnTo>
                  <a:pt x="1937736" y="20261"/>
                </a:lnTo>
                <a:lnTo>
                  <a:pt x="1911158" y="20176"/>
                </a:lnTo>
                <a:lnTo>
                  <a:pt x="1911182" y="20176"/>
                </a:lnTo>
                <a:lnTo>
                  <a:pt x="1847647" y="20145"/>
                </a:lnTo>
                <a:lnTo>
                  <a:pt x="1847652" y="20145"/>
                </a:lnTo>
                <a:lnTo>
                  <a:pt x="206794" y="19912"/>
                </a:lnTo>
                <a:lnTo>
                  <a:pt x="206806" y="19912"/>
                </a:lnTo>
                <a:lnTo>
                  <a:pt x="144116" y="19992"/>
                </a:lnTo>
                <a:lnTo>
                  <a:pt x="144159" y="19992"/>
                </a:lnTo>
                <a:lnTo>
                  <a:pt x="118536" y="20132"/>
                </a:lnTo>
                <a:lnTo>
                  <a:pt x="118592" y="20132"/>
                </a:lnTo>
                <a:lnTo>
                  <a:pt x="96455" y="20378"/>
                </a:lnTo>
                <a:lnTo>
                  <a:pt x="96547" y="20378"/>
                </a:lnTo>
                <a:lnTo>
                  <a:pt x="77633" y="20758"/>
                </a:lnTo>
                <a:lnTo>
                  <a:pt x="77731" y="20752"/>
                </a:lnTo>
                <a:lnTo>
                  <a:pt x="69411" y="21003"/>
                </a:lnTo>
                <a:lnTo>
                  <a:pt x="69497" y="20997"/>
                </a:lnTo>
                <a:lnTo>
                  <a:pt x="61881" y="21291"/>
                </a:lnTo>
                <a:lnTo>
                  <a:pt x="61985" y="21285"/>
                </a:lnTo>
                <a:lnTo>
                  <a:pt x="55056" y="21628"/>
                </a:lnTo>
                <a:lnTo>
                  <a:pt x="55184" y="21621"/>
                </a:lnTo>
                <a:lnTo>
                  <a:pt x="48905" y="22007"/>
                </a:lnTo>
                <a:lnTo>
                  <a:pt x="49064" y="22002"/>
                </a:lnTo>
                <a:lnTo>
                  <a:pt x="43396" y="22442"/>
                </a:lnTo>
                <a:lnTo>
                  <a:pt x="43599" y="22424"/>
                </a:lnTo>
                <a:lnTo>
                  <a:pt x="38519" y="22933"/>
                </a:lnTo>
                <a:lnTo>
                  <a:pt x="38771" y="22902"/>
                </a:lnTo>
                <a:lnTo>
                  <a:pt x="34243" y="23465"/>
                </a:lnTo>
                <a:lnTo>
                  <a:pt x="34555" y="23423"/>
                </a:lnTo>
                <a:lnTo>
                  <a:pt x="30548" y="24054"/>
                </a:lnTo>
                <a:lnTo>
                  <a:pt x="30941" y="23981"/>
                </a:lnTo>
                <a:lnTo>
                  <a:pt x="27424" y="24679"/>
                </a:lnTo>
                <a:lnTo>
                  <a:pt x="27920" y="24568"/>
                </a:lnTo>
                <a:lnTo>
                  <a:pt x="24862" y="25340"/>
                </a:lnTo>
                <a:lnTo>
                  <a:pt x="25475" y="25163"/>
                </a:lnTo>
                <a:lnTo>
                  <a:pt x="22847" y="26008"/>
                </a:lnTo>
                <a:lnTo>
                  <a:pt x="23607" y="25733"/>
                </a:lnTo>
                <a:lnTo>
                  <a:pt x="21370" y="26658"/>
                </a:lnTo>
                <a:lnTo>
                  <a:pt x="22283" y="26223"/>
                </a:lnTo>
                <a:lnTo>
                  <a:pt x="20408" y="27234"/>
                </a:lnTo>
                <a:lnTo>
                  <a:pt x="21450" y="26584"/>
                </a:lnTo>
                <a:lnTo>
                  <a:pt x="19912" y="27675"/>
                </a:lnTo>
                <a:lnTo>
                  <a:pt x="21021" y="26762"/>
                </a:lnTo>
                <a:lnTo>
                  <a:pt x="19777" y="27951"/>
                </a:lnTo>
                <a:lnTo>
                  <a:pt x="20825" y="26775"/>
                </a:lnTo>
                <a:lnTo>
                  <a:pt x="19851" y="28055"/>
                </a:lnTo>
                <a:lnTo>
                  <a:pt x="20709" y="26725"/>
                </a:lnTo>
                <a:lnTo>
                  <a:pt x="19973" y="28098"/>
                </a:lnTo>
                <a:lnTo>
                  <a:pt x="20562" y="26768"/>
                </a:lnTo>
                <a:lnTo>
                  <a:pt x="20035" y="28245"/>
                </a:lnTo>
                <a:lnTo>
                  <a:pt x="20378" y="27075"/>
                </a:lnTo>
                <a:lnTo>
                  <a:pt x="20016" y="28649"/>
                </a:lnTo>
                <a:lnTo>
                  <a:pt x="20182" y="27718"/>
                </a:lnTo>
                <a:lnTo>
                  <a:pt x="19967" y="29402"/>
                </a:lnTo>
                <a:lnTo>
                  <a:pt x="20028" y="28723"/>
                </a:lnTo>
                <a:lnTo>
                  <a:pt x="19924" y="30517"/>
                </a:lnTo>
                <a:lnTo>
                  <a:pt x="19937" y="30077"/>
                </a:lnTo>
                <a:lnTo>
                  <a:pt x="19912" y="31988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E45537A1-1816-446B-8F35-742C421A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344" y="5252177"/>
            <a:ext cx="1004498" cy="245380"/>
          </a:xfrm>
          <a:custGeom xmlns:a="http://schemas.openxmlformats.org/drawingml/2006/main">
            <a:pathLst>
              <a:path w="1004498" h="245380">
                <a:moveTo>
                  <a:pt x="0" y="18031"/>
                </a:moveTo>
                <a:cubicBezTo>
                  <a:pt x="0" y="729"/>
                  <a:pt x="3877" y="0"/>
                  <a:pt x="96234" y="0"/>
                </a:cubicBezTo>
                <a:lnTo>
                  <a:pt x="898436" y="195"/>
                </a:lnTo>
                <a:cubicBezTo>
                  <a:pt x="990786" y="195"/>
                  <a:pt x="1004241" y="0"/>
                  <a:pt x="1004241" y="17308"/>
                </a:cubicBezTo>
                <a:lnTo>
                  <a:pt x="1004498" y="227833"/>
                </a:lnTo>
                <a:cubicBezTo>
                  <a:pt x="1004498" y="245136"/>
                  <a:pt x="1003206" y="245380"/>
                  <a:pt x="910849" y="245380"/>
                </a:cubicBezTo>
                <a:lnTo>
                  <a:pt x="96234" y="244461"/>
                </a:lnTo>
                <a:cubicBezTo>
                  <a:pt x="3877" y="244461"/>
                  <a:pt x="256" y="243782"/>
                  <a:pt x="256" y="226473"/>
                </a:cubicBezTo>
                <a:lnTo>
                  <a:pt x="0" y="180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5A19F72E-919B-48F6-B246-8683FF19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86" y="5242221"/>
            <a:ext cx="1024412" cy="265293"/>
          </a:xfrm>
          <a:custGeom xmlns:a="http://schemas.openxmlformats.org/drawingml/2006/main">
            <a:pathLst>
              <a:path w="1024412" h="265293">
                <a:moveTo>
                  <a:pt x="74" y="24446"/>
                </a:moveTo>
                <a:lnTo>
                  <a:pt x="221" y="22504"/>
                </a:lnTo>
                <a:lnTo>
                  <a:pt x="484" y="20537"/>
                </a:lnTo>
                <a:lnTo>
                  <a:pt x="926" y="18473"/>
                </a:lnTo>
                <a:lnTo>
                  <a:pt x="1612" y="16328"/>
                </a:lnTo>
                <a:lnTo>
                  <a:pt x="2598" y="14147"/>
                </a:lnTo>
                <a:lnTo>
                  <a:pt x="3922" y="12021"/>
                </a:lnTo>
                <a:lnTo>
                  <a:pt x="5558" y="10054"/>
                </a:lnTo>
                <a:lnTo>
                  <a:pt x="7457" y="8338"/>
                </a:lnTo>
                <a:lnTo>
                  <a:pt x="9527" y="6887"/>
                </a:lnTo>
                <a:lnTo>
                  <a:pt x="11727" y="5698"/>
                </a:lnTo>
                <a:lnTo>
                  <a:pt x="14018" y="4724"/>
                </a:lnTo>
                <a:lnTo>
                  <a:pt x="16408" y="3928"/>
                </a:lnTo>
                <a:lnTo>
                  <a:pt x="18927" y="3259"/>
                </a:lnTo>
                <a:lnTo>
                  <a:pt x="21599" y="2696"/>
                </a:lnTo>
                <a:lnTo>
                  <a:pt x="24452" y="2218"/>
                </a:lnTo>
                <a:lnTo>
                  <a:pt x="27522" y="1813"/>
                </a:lnTo>
                <a:lnTo>
                  <a:pt x="30838" y="1464"/>
                </a:lnTo>
                <a:lnTo>
                  <a:pt x="34464" y="1164"/>
                </a:lnTo>
                <a:lnTo>
                  <a:pt x="42497" y="705"/>
                </a:lnTo>
                <a:lnTo>
                  <a:pt x="51932" y="386"/>
                </a:lnTo>
                <a:lnTo>
                  <a:pt x="62874" y="184"/>
                </a:lnTo>
                <a:lnTo>
                  <a:pt x="75484" y="67"/>
                </a:lnTo>
                <a:lnTo>
                  <a:pt x="106180" y="0"/>
                </a:lnTo>
                <a:lnTo>
                  <a:pt x="908400" y="196"/>
                </a:lnTo>
                <a:lnTo>
                  <a:pt x="939487" y="221"/>
                </a:lnTo>
                <a:lnTo>
                  <a:pt x="952537" y="288"/>
                </a:lnTo>
                <a:lnTo>
                  <a:pt x="964068" y="435"/>
                </a:lnTo>
                <a:lnTo>
                  <a:pt x="974189" y="680"/>
                </a:lnTo>
                <a:lnTo>
                  <a:pt x="982976" y="1060"/>
                </a:lnTo>
                <a:lnTo>
                  <a:pt x="986977" y="1311"/>
                </a:lnTo>
                <a:lnTo>
                  <a:pt x="990677" y="1605"/>
                </a:lnTo>
                <a:lnTo>
                  <a:pt x="994121" y="1949"/>
                </a:lnTo>
                <a:lnTo>
                  <a:pt x="997331" y="2359"/>
                </a:lnTo>
                <a:lnTo>
                  <a:pt x="1000339" y="2837"/>
                </a:lnTo>
                <a:lnTo>
                  <a:pt x="1003157" y="3394"/>
                </a:lnTo>
                <a:lnTo>
                  <a:pt x="1005815" y="4050"/>
                </a:lnTo>
                <a:lnTo>
                  <a:pt x="1008341" y="4834"/>
                </a:lnTo>
                <a:lnTo>
                  <a:pt x="1010749" y="5765"/>
                </a:lnTo>
                <a:lnTo>
                  <a:pt x="1013058" y="6887"/>
                </a:lnTo>
                <a:lnTo>
                  <a:pt x="1015258" y="8240"/>
                </a:lnTo>
                <a:lnTo>
                  <a:pt x="1017304" y="9852"/>
                </a:lnTo>
                <a:lnTo>
                  <a:pt x="1019148" y="11733"/>
                </a:lnTo>
                <a:lnTo>
                  <a:pt x="1020724" y="13834"/>
                </a:lnTo>
                <a:lnTo>
                  <a:pt x="1021973" y="16083"/>
                </a:lnTo>
                <a:lnTo>
                  <a:pt x="1022892" y="18393"/>
                </a:lnTo>
                <a:lnTo>
                  <a:pt x="1023524" y="20691"/>
                </a:lnTo>
                <a:lnTo>
                  <a:pt x="1023903" y="22932"/>
                </a:lnTo>
                <a:lnTo>
                  <a:pt x="1024098" y="25114"/>
                </a:lnTo>
                <a:lnTo>
                  <a:pt x="1024154" y="27124"/>
                </a:lnTo>
                <a:lnTo>
                  <a:pt x="1024412" y="237845"/>
                </a:lnTo>
                <a:lnTo>
                  <a:pt x="1024369" y="241153"/>
                </a:lnTo>
                <a:lnTo>
                  <a:pt x="1024277" y="242967"/>
                </a:lnTo>
                <a:lnTo>
                  <a:pt x="1024093" y="244823"/>
                </a:lnTo>
                <a:lnTo>
                  <a:pt x="1023762" y="246790"/>
                </a:lnTo>
                <a:lnTo>
                  <a:pt x="1023224" y="248873"/>
                </a:lnTo>
                <a:lnTo>
                  <a:pt x="1022396" y="251042"/>
                </a:lnTo>
                <a:lnTo>
                  <a:pt x="1021219" y="253204"/>
                </a:lnTo>
                <a:lnTo>
                  <a:pt x="1019694" y="255251"/>
                </a:lnTo>
                <a:lnTo>
                  <a:pt x="1017874" y="257065"/>
                </a:lnTo>
                <a:lnTo>
                  <a:pt x="1015846" y="258590"/>
                </a:lnTo>
                <a:lnTo>
                  <a:pt x="1013695" y="259834"/>
                </a:lnTo>
                <a:lnTo>
                  <a:pt x="1011453" y="260832"/>
                </a:lnTo>
                <a:lnTo>
                  <a:pt x="1009124" y="261635"/>
                </a:lnTo>
                <a:lnTo>
                  <a:pt x="1006687" y="262291"/>
                </a:lnTo>
                <a:lnTo>
                  <a:pt x="1004107" y="262836"/>
                </a:lnTo>
                <a:lnTo>
                  <a:pt x="1001356" y="263296"/>
                </a:lnTo>
                <a:lnTo>
                  <a:pt x="998397" y="263682"/>
                </a:lnTo>
                <a:lnTo>
                  <a:pt x="995193" y="264006"/>
                </a:lnTo>
                <a:lnTo>
                  <a:pt x="991682" y="264282"/>
                </a:lnTo>
                <a:lnTo>
                  <a:pt x="983870" y="264699"/>
                </a:lnTo>
                <a:lnTo>
                  <a:pt x="974636" y="264980"/>
                </a:lnTo>
                <a:lnTo>
                  <a:pt x="963860" y="265158"/>
                </a:lnTo>
                <a:lnTo>
                  <a:pt x="951392" y="265250"/>
                </a:lnTo>
                <a:lnTo>
                  <a:pt x="920814" y="265293"/>
                </a:lnTo>
                <a:lnTo>
                  <a:pt x="106173" y="264373"/>
                </a:lnTo>
                <a:lnTo>
                  <a:pt x="75495" y="264307"/>
                </a:lnTo>
                <a:lnTo>
                  <a:pt x="62898" y="264196"/>
                </a:lnTo>
                <a:lnTo>
                  <a:pt x="51975" y="263994"/>
                </a:lnTo>
                <a:lnTo>
                  <a:pt x="42558" y="263676"/>
                </a:lnTo>
                <a:lnTo>
                  <a:pt x="34543" y="263222"/>
                </a:lnTo>
                <a:lnTo>
                  <a:pt x="30935" y="262922"/>
                </a:lnTo>
                <a:lnTo>
                  <a:pt x="27633" y="262579"/>
                </a:lnTo>
                <a:lnTo>
                  <a:pt x="24569" y="262175"/>
                </a:lnTo>
                <a:lnTo>
                  <a:pt x="21727" y="261697"/>
                </a:lnTo>
                <a:lnTo>
                  <a:pt x="19062" y="261139"/>
                </a:lnTo>
                <a:lnTo>
                  <a:pt x="16555" y="260471"/>
                </a:lnTo>
                <a:lnTo>
                  <a:pt x="14171" y="259675"/>
                </a:lnTo>
                <a:lnTo>
                  <a:pt x="11886" y="258694"/>
                </a:lnTo>
                <a:lnTo>
                  <a:pt x="9694" y="257506"/>
                </a:lnTo>
                <a:lnTo>
                  <a:pt x="7623" y="256048"/>
                </a:lnTo>
                <a:lnTo>
                  <a:pt x="5736" y="254319"/>
                </a:lnTo>
                <a:lnTo>
                  <a:pt x="4104" y="252347"/>
                </a:lnTo>
                <a:lnTo>
                  <a:pt x="2794" y="250221"/>
                </a:lnTo>
                <a:lnTo>
                  <a:pt x="1825" y="248040"/>
                </a:lnTo>
                <a:lnTo>
                  <a:pt x="1158" y="245895"/>
                </a:lnTo>
                <a:lnTo>
                  <a:pt x="730" y="243843"/>
                </a:lnTo>
                <a:lnTo>
                  <a:pt x="472" y="241889"/>
                </a:lnTo>
                <a:lnTo>
                  <a:pt x="331" y="239953"/>
                </a:lnTo>
                <a:lnTo>
                  <a:pt x="258" y="236540"/>
                </a:lnTo>
                <a:lnTo>
                  <a:pt x="0" y="27890"/>
                </a:lnTo>
                <a:lnTo>
                  <a:pt x="74" y="24446"/>
                </a:lnTo>
                <a:moveTo>
                  <a:pt x="19913" y="28202"/>
                </a:moveTo>
                <a:lnTo>
                  <a:pt x="19913" y="27975"/>
                </a:lnTo>
                <a:lnTo>
                  <a:pt x="20171" y="236417"/>
                </a:lnTo>
                <a:lnTo>
                  <a:pt x="20171" y="236227"/>
                </a:lnTo>
                <a:lnTo>
                  <a:pt x="20231" y="239278"/>
                </a:lnTo>
                <a:lnTo>
                  <a:pt x="20207" y="238752"/>
                </a:lnTo>
                <a:lnTo>
                  <a:pt x="20310" y="240142"/>
                </a:lnTo>
                <a:lnTo>
                  <a:pt x="20250" y="239578"/>
                </a:lnTo>
                <a:lnTo>
                  <a:pt x="20422" y="240877"/>
                </a:lnTo>
                <a:lnTo>
                  <a:pt x="20299" y="240136"/>
                </a:lnTo>
                <a:lnTo>
                  <a:pt x="20550" y="241349"/>
                </a:lnTo>
                <a:lnTo>
                  <a:pt x="20310" y="240418"/>
                </a:lnTo>
                <a:lnTo>
                  <a:pt x="20659" y="241552"/>
                </a:lnTo>
                <a:lnTo>
                  <a:pt x="20257" y="240467"/>
                </a:lnTo>
                <a:lnTo>
                  <a:pt x="20722" y="241521"/>
                </a:lnTo>
                <a:lnTo>
                  <a:pt x="20108" y="240356"/>
                </a:lnTo>
                <a:lnTo>
                  <a:pt x="20709" y="241331"/>
                </a:lnTo>
                <a:lnTo>
                  <a:pt x="19894" y="240197"/>
                </a:lnTo>
                <a:lnTo>
                  <a:pt x="20643" y="241098"/>
                </a:lnTo>
                <a:lnTo>
                  <a:pt x="19692" y="240099"/>
                </a:lnTo>
                <a:lnTo>
                  <a:pt x="20593" y="240927"/>
                </a:lnTo>
                <a:lnTo>
                  <a:pt x="19594" y="240124"/>
                </a:lnTo>
                <a:lnTo>
                  <a:pt x="20679" y="240884"/>
                </a:lnTo>
                <a:lnTo>
                  <a:pt x="19722" y="240289"/>
                </a:lnTo>
                <a:lnTo>
                  <a:pt x="20998" y="240988"/>
                </a:lnTo>
                <a:lnTo>
                  <a:pt x="20139" y="240571"/>
                </a:lnTo>
                <a:lnTo>
                  <a:pt x="21622" y="241202"/>
                </a:lnTo>
                <a:lnTo>
                  <a:pt x="20887" y="240920"/>
                </a:lnTo>
                <a:lnTo>
                  <a:pt x="22590" y="241496"/>
                </a:lnTo>
                <a:lnTo>
                  <a:pt x="21978" y="241312"/>
                </a:lnTo>
                <a:lnTo>
                  <a:pt x="23926" y="241827"/>
                </a:lnTo>
                <a:lnTo>
                  <a:pt x="23417" y="241705"/>
                </a:lnTo>
                <a:lnTo>
                  <a:pt x="25617" y="242170"/>
                </a:lnTo>
                <a:lnTo>
                  <a:pt x="25207" y="242091"/>
                </a:lnTo>
                <a:lnTo>
                  <a:pt x="27682" y="242507"/>
                </a:lnTo>
                <a:lnTo>
                  <a:pt x="27345" y="242458"/>
                </a:lnTo>
                <a:lnTo>
                  <a:pt x="30107" y="242819"/>
                </a:lnTo>
                <a:lnTo>
                  <a:pt x="29838" y="242789"/>
                </a:lnTo>
                <a:lnTo>
                  <a:pt x="32896" y="243108"/>
                </a:lnTo>
                <a:lnTo>
                  <a:pt x="32675" y="243089"/>
                </a:lnTo>
                <a:lnTo>
                  <a:pt x="36057" y="243365"/>
                </a:lnTo>
                <a:lnTo>
                  <a:pt x="35806" y="243347"/>
                </a:lnTo>
                <a:lnTo>
                  <a:pt x="43568" y="243787"/>
                </a:lnTo>
                <a:lnTo>
                  <a:pt x="43342" y="243782"/>
                </a:lnTo>
                <a:lnTo>
                  <a:pt x="52563" y="244088"/>
                </a:lnTo>
                <a:lnTo>
                  <a:pt x="52415" y="244088"/>
                </a:lnTo>
                <a:lnTo>
                  <a:pt x="63224" y="244284"/>
                </a:lnTo>
                <a:lnTo>
                  <a:pt x="63125" y="244284"/>
                </a:lnTo>
                <a:lnTo>
                  <a:pt x="75642" y="244394"/>
                </a:lnTo>
                <a:lnTo>
                  <a:pt x="75570" y="244394"/>
                </a:lnTo>
                <a:lnTo>
                  <a:pt x="106210" y="244462"/>
                </a:lnTo>
                <a:lnTo>
                  <a:pt x="106203" y="244462"/>
                </a:lnTo>
                <a:lnTo>
                  <a:pt x="920818" y="245380"/>
                </a:lnTo>
                <a:lnTo>
                  <a:pt x="920794" y="245380"/>
                </a:lnTo>
                <a:lnTo>
                  <a:pt x="951330" y="245337"/>
                </a:lnTo>
                <a:lnTo>
                  <a:pt x="951274" y="245337"/>
                </a:lnTo>
                <a:lnTo>
                  <a:pt x="963670" y="245246"/>
                </a:lnTo>
                <a:lnTo>
                  <a:pt x="963584" y="245246"/>
                </a:lnTo>
                <a:lnTo>
                  <a:pt x="974238" y="245075"/>
                </a:lnTo>
                <a:lnTo>
                  <a:pt x="974098" y="245075"/>
                </a:lnTo>
                <a:lnTo>
                  <a:pt x="983147" y="244799"/>
                </a:lnTo>
                <a:lnTo>
                  <a:pt x="982920" y="244811"/>
                </a:lnTo>
                <a:lnTo>
                  <a:pt x="990493" y="244407"/>
                </a:lnTo>
                <a:lnTo>
                  <a:pt x="990242" y="244425"/>
                </a:lnTo>
                <a:lnTo>
                  <a:pt x="993514" y="244162"/>
                </a:lnTo>
                <a:lnTo>
                  <a:pt x="993293" y="244186"/>
                </a:lnTo>
                <a:lnTo>
                  <a:pt x="996246" y="243886"/>
                </a:lnTo>
                <a:lnTo>
                  <a:pt x="995965" y="243917"/>
                </a:lnTo>
                <a:lnTo>
                  <a:pt x="998618" y="243574"/>
                </a:lnTo>
                <a:lnTo>
                  <a:pt x="998268" y="243622"/>
                </a:lnTo>
                <a:lnTo>
                  <a:pt x="1000633" y="243231"/>
                </a:lnTo>
                <a:lnTo>
                  <a:pt x="1000204" y="243310"/>
                </a:lnTo>
                <a:lnTo>
                  <a:pt x="1002293" y="242869"/>
                </a:lnTo>
                <a:lnTo>
                  <a:pt x="1001760" y="242997"/>
                </a:lnTo>
                <a:lnTo>
                  <a:pt x="1003599" y="242501"/>
                </a:lnTo>
                <a:lnTo>
                  <a:pt x="1002943" y="242703"/>
                </a:lnTo>
                <a:lnTo>
                  <a:pt x="1004543" y="242152"/>
                </a:lnTo>
                <a:lnTo>
                  <a:pt x="1003753" y="242464"/>
                </a:lnTo>
                <a:lnTo>
                  <a:pt x="1005131" y="241852"/>
                </a:lnTo>
                <a:lnTo>
                  <a:pt x="1004205" y="242317"/>
                </a:lnTo>
                <a:lnTo>
                  <a:pt x="1005382" y="241643"/>
                </a:lnTo>
                <a:lnTo>
                  <a:pt x="1004364" y="242317"/>
                </a:lnTo>
                <a:lnTo>
                  <a:pt x="1005350" y="241576"/>
                </a:lnTo>
                <a:lnTo>
                  <a:pt x="1004308" y="242476"/>
                </a:lnTo>
                <a:lnTo>
                  <a:pt x="1005125" y="241662"/>
                </a:lnTo>
                <a:lnTo>
                  <a:pt x="1004169" y="242764"/>
                </a:lnTo>
                <a:lnTo>
                  <a:pt x="1004824" y="241882"/>
                </a:lnTo>
                <a:lnTo>
                  <a:pt x="1004057" y="243089"/>
                </a:lnTo>
                <a:lnTo>
                  <a:pt x="1004579" y="242127"/>
                </a:lnTo>
                <a:lnTo>
                  <a:pt x="1004034" y="243316"/>
                </a:lnTo>
                <a:lnTo>
                  <a:pt x="1004426" y="242274"/>
                </a:lnTo>
                <a:lnTo>
                  <a:pt x="1004089" y="243328"/>
                </a:lnTo>
                <a:lnTo>
                  <a:pt x="1004383" y="242213"/>
                </a:lnTo>
                <a:lnTo>
                  <a:pt x="1004199" y="243077"/>
                </a:lnTo>
                <a:lnTo>
                  <a:pt x="1004401" y="241870"/>
                </a:lnTo>
                <a:lnTo>
                  <a:pt x="1004308" y="242532"/>
                </a:lnTo>
                <a:lnTo>
                  <a:pt x="1004438" y="241239"/>
                </a:lnTo>
                <a:lnTo>
                  <a:pt x="1004401" y="241711"/>
                </a:lnTo>
                <a:lnTo>
                  <a:pt x="1004474" y="240326"/>
                </a:lnTo>
                <a:lnTo>
                  <a:pt x="1004462" y="240718"/>
                </a:lnTo>
                <a:lnTo>
                  <a:pt x="1004499" y="237667"/>
                </a:lnTo>
                <a:lnTo>
                  <a:pt x="1004499" y="237802"/>
                </a:lnTo>
                <a:lnTo>
                  <a:pt x="1004241" y="27276"/>
                </a:lnTo>
                <a:lnTo>
                  <a:pt x="1004241" y="27522"/>
                </a:lnTo>
                <a:lnTo>
                  <a:pt x="1004205" y="25953"/>
                </a:lnTo>
                <a:lnTo>
                  <a:pt x="1004236" y="26579"/>
                </a:lnTo>
                <a:lnTo>
                  <a:pt x="1004107" y="25108"/>
                </a:lnTo>
                <a:lnTo>
                  <a:pt x="1004205" y="25893"/>
                </a:lnTo>
                <a:lnTo>
                  <a:pt x="1003972" y="24519"/>
                </a:lnTo>
                <a:lnTo>
                  <a:pt x="1004181" y="25457"/>
                </a:lnTo>
                <a:lnTo>
                  <a:pt x="1003832" y="24176"/>
                </a:lnTo>
                <a:lnTo>
                  <a:pt x="1004193" y="25248"/>
                </a:lnTo>
                <a:lnTo>
                  <a:pt x="1003715" y="24054"/>
                </a:lnTo>
                <a:lnTo>
                  <a:pt x="1004261" y="25200"/>
                </a:lnTo>
                <a:lnTo>
                  <a:pt x="1003641" y="24091"/>
                </a:lnTo>
                <a:lnTo>
                  <a:pt x="1004371" y="25218"/>
                </a:lnTo>
                <a:lnTo>
                  <a:pt x="1003604" y="24195"/>
                </a:lnTo>
                <a:lnTo>
                  <a:pt x="1004481" y="25212"/>
                </a:lnTo>
                <a:lnTo>
                  <a:pt x="1003549" y="24268"/>
                </a:lnTo>
                <a:lnTo>
                  <a:pt x="1004493" y="25114"/>
                </a:lnTo>
                <a:lnTo>
                  <a:pt x="1003390" y="24244"/>
                </a:lnTo>
                <a:lnTo>
                  <a:pt x="1004327" y="24893"/>
                </a:lnTo>
                <a:lnTo>
                  <a:pt x="1003034" y="24103"/>
                </a:lnTo>
                <a:lnTo>
                  <a:pt x="1003899" y="24575"/>
                </a:lnTo>
                <a:lnTo>
                  <a:pt x="1002411" y="23852"/>
                </a:lnTo>
                <a:lnTo>
                  <a:pt x="1003176" y="24182"/>
                </a:lnTo>
                <a:lnTo>
                  <a:pt x="1001478" y="23527"/>
                </a:lnTo>
                <a:lnTo>
                  <a:pt x="1002128" y="23754"/>
                </a:lnTo>
                <a:lnTo>
                  <a:pt x="1000211" y="23159"/>
                </a:lnTo>
                <a:lnTo>
                  <a:pt x="1000755" y="23313"/>
                </a:lnTo>
                <a:lnTo>
                  <a:pt x="998600" y="22780"/>
                </a:lnTo>
                <a:lnTo>
                  <a:pt x="999053" y="22883"/>
                </a:lnTo>
                <a:lnTo>
                  <a:pt x="996651" y="22406"/>
                </a:lnTo>
                <a:lnTo>
                  <a:pt x="997025" y="22473"/>
                </a:lnTo>
                <a:lnTo>
                  <a:pt x="994365" y="22051"/>
                </a:lnTo>
                <a:lnTo>
                  <a:pt x="994672" y="22093"/>
                </a:lnTo>
                <a:lnTo>
                  <a:pt x="991743" y="21720"/>
                </a:lnTo>
                <a:lnTo>
                  <a:pt x="991994" y="21750"/>
                </a:lnTo>
                <a:lnTo>
                  <a:pt x="988778" y="21425"/>
                </a:lnTo>
                <a:lnTo>
                  <a:pt x="988986" y="21444"/>
                </a:lnTo>
                <a:lnTo>
                  <a:pt x="985475" y="21162"/>
                </a:lnTo>
                <a:lnTo>
                  <a:pt x="985647" y="21174"/>
                </a:lnTo>
                <a:lnTo>
                  <a:pt x="981831" y="20935"/>
                </a:lnTo>
                <a:lnTo>
                  <a:pt x="982026" y="20948"/>
                </a:lnTo>
                <a:lnTo>
                  <a:pt x="973430" y="20580"/>
                </a:lnTo>
                <a:lnTo>
                  <a:pt x="973613" y="20586"/>
                </a:lnTo>
                <a:lnTo>
                  <a:pt x="963639" y="20341"/>
                </a:lnTo>
                <a:lnTo>
                  <a:pt x="963762" y="20348"/>
                </a:lnTo>
                <a:lnTo>
                  <a:pt x="952323" y="20200"/>
                </a:lnTo>
                <a:lnTo>
                  <a:pt x="952395" y="20200"/>
                </a:lnTo>
                <a:lnTo>
                  <a:pt x="939401" y="20132"/>
                </a:lnTo>
                <a:lnTo>
                  <a:pt x="939445" y="20132"/>
                </a:lnTo>
                <a:lnTo>
                  <a:pt x="908382" y="20108"/>
                </a:lnTo>
                <a:lnTo>
                  <a:pt x="908386" y="20108"/>
                </a:lnTo>
                <a:lnTo>
                  <a:pt x="106184" y="19912"/>
                </a:lnTo>
                <a:lnTo>
                  <a:pt x="106210" y="19912"/>
                </a:lnTo>
                <a:lnTo>
                  <a:pt x="75563" y="19980"/>
                </a:lnTo>
                <a:lnTo>
                  <a:pt x="75630" y="19980"/>
                </a:lnTo>
                <a:lnTo>
                  <a:pt x="63107" y="20090"/>
                </a:lnTo>
                <a:lnTo>
                  <a:pt x="63198" y="20090"/>
                </a:lnTo>
                <a:lnTo>
                  <a:pt x="52378" y="20292"/>
                </a:lnTo>
                <a:lnTo>
                  <a:pt x="52526" y="20292"/>
                </a:lnTo>
                <a:lnTo>
                  <a:pt x="43281" y="20605"/>
                </a:lnTo>
                <a:lnTo>
                  <a:pt x="43514" y="20592"/>
                </a:lnTo>
                <a:lnTo>
                  <a:pt x="35726" y="21039"/>
                </a:lnTo>
                <a:lnTo>
                  <a:pt x="35977" y="21021"/>
                </a:lnTo>
                <a:lnTo>
                  <a:pt x="32589" y="21303"/>
                </a:lnTo>
                <a:lnTo>
                  <a:pt x="32804" y="21278"/>
                </a:lnTo>
                <a:lnTo>
                  <a:pt x="29734" y="21603"/>
                </a:lnTo>
                <a:lnTo>
                  <a:pt x="30003" y="21573"/>
                </a:lnTo>
                <a:lnTo>
                  <a:pt x="27234" y="21941"/>
                </a:lnTo>
                <a:lnTo>
                  <a:pt x="27566" y="21892"/>
                </a:lnTo>
                <a:lnTo>
                  <a:pt x="25078" y="22302"/>
                </a:lnTo>
                <a:lnTo>
                  <a:pt x="25489" y="22228"/>
                </a:lnTo>
                <a:lnTo>
                  <a:pt x="23276" y="22694"/>
                </a:lnTo>
                <a:lnTo>
                  <a:pt x="23779" y="22571"/>
                </a:lnTo>
                <a:lnTo>
                  <a:pt x="21818" y="23092"/>
                </a:lnTo>
                <a:lnTo>
                  <a:pt x="22431" y="22908"/>
                </a:lnTo>
                <a:lnTo>
                  <a:pt x="20709" y="23485"/>
                </a:lnTo>
                <a:lnTo>
                  <a:pt x="21445" y="23208"/>
                </a:lnTo>
                <a:lnTo>
                  <a:pt x="19950" y="23839"/>
                </a:lnTo>
                <a:lnTo>
                  <a:pt x="20801" y="23429"/>
                </a:lnTo>
                <a:lnTo>
                  <a:pt x="19515" y="24128"/>
                </a:lnTo>
                <a:lnTo>
                  <a:pt x="20464" y="23539"/>
                </a:lnTo>
                <a:lnTo>
                  <a:pt x="19373" y="24305"/>
                </a:lnTo>
                <a:lnTo>
                  <a:pt x="20366" y="23515"/>
                </a:lnTo>
                <a:lnTo>
                  <a:pt x="19448" y="24342"/>
                </a:lnTo>
                <a:lnTo>
                  <a:pt x="20396" y="23356"/>
                </a:lnTo>
                <a:lnTo>
                  <a:pt x="19643" y="24256"/>
                </a:lnTo>
                <a:lnTo>
                  <a:pt x="20458" y="23129"/>
                </a:lnTo>
                <a:lnTo>
                  <a:pt x="19852" y="24103"/>
                </a:lnTo>
                <a:lnTo>
                  <a:pt x="20471" y="22945"/>
                </a:lnTo>
                <a:lnTo>
                  <a:pt x="19992" y="23999"/>
                </a:lnTo>
                <a:lnTo>
                  <a:pt x="20408" y="22914"/>
                </a:lnTo>
                <a:lnTo>
                  <a:pt x="20053" y="24048"/>
                </a:lnTo>
                <a:lnTo>
                  <a:pt x="20299" y="23110"/>
                </a:lnTo>
                <a:lnTo>
                  <a:pt x="20042" y="24330"/>
                </a:lnTo>
                <a:lnTo>
                  <a:pt x="20171" y="23576"/>
                </a:lnTo>
                <a:lnTo>
                  <a:pt x="19992" y="24875"/>
                </a:lnTo>
                <a:lnTo>
                  <a:pt x="20053" y="24305"/>
                </a:lnTo>
                <a:lnTo>
                  <a:pt x="19950" y="25690"/>
                </a:lnTo>
                <a:lnTo>
                  <a:pt x="19974" y="25151"/>
                </a:lnTo>
                <a:lnTo>
                  <a:pt x="19913" y="28202"/>
                </a:lnTo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C718313E-9A4E-4752-ACD7-43E51AA5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586" y="5255852"/>
            <a:ext cx="1004499" cy="245381"/>
          </a:xfrm>
          <a:custGeom xmlns:a="http://schemas.openxmlformats.org/drawingml/2006/main">
            <a:pathLst>
              <a:path w="1004499" h="245381">
                <a:moveTo>
                  <a:pt x="0" y="18031"/>
                </a:moveTo>
                <a:cubicBezTo>
                  <a:pt x="0" y="730"/>
                  <a:pt x="3879" y="0"/>
                  <a:pt x="96235" y="0"/>
                </a:cubicBezTo>
                <a:lnTo>
                  <a:pt x="898437" y="196"/>
                </a:lnTo>
                <a:cubicBezTo>
                  <a:pt x="990787" y="196"/>
                  <a:pt x="1004242" y="0"/>
                  <a:pt x="1004242" y="17309"/>
                </a:cubicBezTo>
                <a:lnTo>
                  <a:pt x="1004499" y="227834"/>
                </a:lnTo>
                <a:cubicBezTo>
                  <a:pt x="1004499" y="245136"/>
                  <a:pt x="1003206" y="245381"/>
                  <a:pt x="910850" y="245381"/>
                </a:cubicBezTo>
                <a:lnTo>
                  <a:pt x="96235" y="244462"/>
                </a:lnTo>
                <a:cubicBezTo>
                  <a:pt x="3879" y="244462"/>
                  <a:pt x="258" y="243782"/>
                  <a:pt x="258" y="226473"/>
                </a:cubicBezTo>
                <a:lnTo>
                  <a:pt x="0" y="180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49616D38-75EF-4961-953B-FAA9172C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631" y="5245897"/>
            <a:ext cx="1024411" cy="265293"/>
          </a:xfrm>
          <a:custGeom xmlns:a="http://schemas.openxmlformats.org/drawingml/2006/main">
            <a:pathLst>
              <a:path w="1024411" h="265293">
                <a:moveTo>
                  <a:pt x="73" y="24446"/>
                </a:moveTo>
                <a:lnTo>
                  <a:pt x="220" y="22504"/>
                </a:lnTo>
                <a:lnTo>
                  <a:pt x="484" y="20537"/>
                </a:lnTo>
                <a:lnTo>
                  <a:pt x="924" y="18473"/>
                </a:lnTo>
                <a:lnTo>
                  <a:pt x="1612" y="16329"/>
                </a:lnTo>
                <a:lnTo>
                  <a:pt x="2598" y="14147"/>
                </a:lnTo>
                <a:lnTo>
                  <a:pt x="3921" y="12021"/>
                </a:lnTo>
                <a:lnTo>
                  <a:pt x="5557" y="10054"/>
                </a:lnTo>
                <a:lnTo>
                  <a:pt x="7455" y="8338"/>
                </a:lnTo>
                <a:lnTo>
                  <a:pt x="9527" y="6887"/>
                </a:lnTo>
                <a:lnTo>
                  <a:pt x="11727" y="5698"/>
                </a:lnTo>
                <a:lnTo>
                  <a:pt x="14018" y="4724"/>
                </a:lnTo>
                <a:lnTo>
                  <a:pt x="16408" y="3927"/>
                </a:lnTo>
                <a:lnTo>
                  <a:pt x="18924" y="3260"/>
                </a:lnTo>
                <a:lnTo>
                  <a:pt x="21596" y="2696"/>
                </a:lnTo>
                <a:lnTo>
                  <a:pt x="24452" y="2218"/>
                </a:lnTo>
                <a:lnTo>
                  <a:pt x="27522" y="1814"/>
                </a:lnTo>
                <a:lnTo>
                  <a:pt x="30835" y="1464"/>
                </a:lnTo>
                <a:lnTo>
                  <a:pt x="34463" y="1164"/>
                </a:lnTo>
                <a:lnTo>
                  <a:pt x="42495" y="705"/>
                </a:lnTo>
                <a:lnTo>
                  <a:pt x="51932" y="386"/>
                </a:lnTo>
                <a:lnTo>
                  <a:pt x="62873" y="184"/>
                </a:lnTo>
                <a:lnTo>
                  <a:pt x="75483" y="67"/>
                </a:lnTo>
                <a:lnTo>
                  <a:pt x="106178" y="0"/>
                </a:lnTo>
                <a:lnTo>
                  <a:pt x="908398" y="196"/>
                </a:lnTo>
                <a:lnTo>
                  <a:pt x="939486" y="220"/>
                </a:lnTo>
                <a:lnTo>
                  <a:pt x="952536" y="288"/>
                </a:lnTo>
                <a:lnTo>
                  <a:pt x="964067" y="435"/>
                </a:lnTo>
                <a:lnTo>
                  <a:pt x="974189" y="680"/>
                </a:lnTo>
                <a:lnTo>
                  <a:pt x="982975" y="1060"/>
                </a:lnTo>
                <a:lnTo>
                  <a:pt x="986976" y="1311"/>
                </a:lnTo>
                <a:lnTo>
                  <a:pt x="990677" y="1605"/>
                </a:lnTo>
                <a:lnTo>
                  <a:pt x="994120" y="1948"/>
                </a:lnTo>
                <a:lnTo>
                  <a:pt x="997330" y="2359"/>
                </a:lnTo>
                <a:lnTo>
                  <a:pt x="1000338" y="2836"/>
                </a:lnTo>
                <a:lnTo>
                  <a:pt x="1003157" y="3395"/>
                </a:lnTo>
                <a:lnTo>
                  <a:pt x="1005815" y="4050"/>
                </a:lnTo>
                <a:lnTo>
                  <a:pt x="1008340" y="4834"/>
                </a:lnTo>
                <a:lnTo>
                  <a:pt x="1010748" y="5765"/>
                </a:lnTo>
                <a:lnTo>
                  <a:pt x="1013057" y="6887"/>
                </a:lnTo>
                <a:lnTo>
                  <a:pt x="1015257" y="8241"/>
                </a:lnTo>
                <a:lnTo>
                  <a:pt x="1017303" y="9852"/>
                </a:lnTo>
                <a:lnTo>
                  <a:pt x="1019154" y="11734"/>
                </a:lnTo>
                <a:lnTo>
                  <a:pt x="1020721" y="13835"/>
                </a:lnTo>
                <a:lnTo>
                  <a:pt x="1021973" y="16083"/>
                </a:lnTo>
                <a:lnTo>
                  <a:pt x="1022891" y="18393"/>
                </a:lnTo>
                <a:lnTo>
                  <a:pt x="1023522" y="20691"/>
                </a:lnTo>
                <a:lnTo>
                  <a:pt x="1023903" y="22933"/>
                </a:lnTo>
                <a:lnTo>
                  <a:pt x="1024098" y="25114"/>
                </a:lnTo>
                <a:lnTo>
                  <a:pt x="1024154" y="27123"/>
                </a:lnTo>
                <a:lnTo>
                  <a:pt x="1024411" y="237845"/>
                </a:lnTo>
                <a:lnTo>
                  <a:pt x="1024368" y="241153"/>
                </a:lnTo>
                <a:lnTo>
                  <a:pt x="1024276" y="242967"/>
                </a:lnTo>
                <a:lnTo>
                  <a:pt x="1024092" y="244823"/>
                </a:lnTo>
                <a:lnTo>
                  <a:pt x="1023761" y="246790"/>
                </a:lnTo>
                <a:lnTo>
                  <a:pt x="1023222" y="248873"/>
                </a:lnTo>
                <a:lnTo>
                  <a:pt x="1022396" y="251042"/>
                </a:lnTo>
                <a:lnTo>
                  <a:pt x="1021219" y="253205"/>
                </a:lnTo>
                <a:lnTo>
                  <a:pt x="1019694" y="255251"/>
                </a:lnTo>
                <a:lnTo>
                  <a:pt x="1017873" y="257065"/>
                </a:lnTo>
                <a:lnTo>
                  <a:pt x="1015845" y="258591"/>
                </a:lnTo>
                <a:lnTo>
                  <a:pt x="1013694" y="259834"/>
                </a:lnTo>
                <a:lnTo>
                  <a:pt x="1011452" y="260833"/>
                </a:lnTo>
                <a:lnTo>
                  <a:pt x="1009124" y="261636"/>
                </a:lnTo>
                <a:lnTo>
                  <a:pt x="1006685" y="262291"/>
                </a:lnTo>
                <a:lnTo>
                  <a:pt x="1004113" y="262836"/>
                </a:lnTo>
                <a:lnTo>
                  <a:pt x="1001355" y="263296"/>
                </a:lnTo>
                <a:lnTo>
                  <a:pt x="998396" y="263682"/>
                </a:lnTo>
                <a:lnTo>
                  <a:pt x="995192" y="264007"/>
                </a:lnTo>
                <a:lnTo>
                  <a:pt x="991681" y="264282"/>
                </a:lnTo>
                <a:lnTo>
                  <a:pt x="983869" y="264698"/>
                </a:lnTo>
                <a:lnTo>
                  <a:pt x="974636" y="264981"/>
                </a:lnTo>
                <a:lnTo>
                  <a:pt x="963859" y="265159"/>
                </a:lnTo>
                <a:lnTo>
                  <a:pt x="951391" y="265251"/>
                </a:lnTo>
                <a:lnTo>
                  <a:pt x="920811" y="265293"/>
                </a:lnTo>
                <a:lnTo>
                  <a:pt x="106173" y="264374"/>
                </a:lnTo>
                <a:lnTo>
                  <a:pt x="75494" y="264307"/>
                </a:lnTo>
                <a:lnTo>
                  <a:pt x="62897" y="264197"/>
                </a:lnTo>
                <a:lnTo>
                  <a:pt x="51974" y="263994"/>
                </a:lnTo>
                <a:lnTo>
                  <a:pt x="42557" y="263676"/>
                </a:lnTo>
                <a:lnTo>
                  <a:pt x="34549" y="263222"/>
                </a:lnTo>
                <a:lnTo>
                  <a:pt x="30934" y="262922"/>
                </a:lnTo>
                <a:lnTo>
                  <a:pt x="27631" y="262579"/>
                </a:lnTo>
                <a:lnTo>
                  <a:pt x="24568" y="262175"/>
                </a:lnTo>
                <a:lnTo>
                  <a:pt x="21725" y="261697"/>
                </a:lnTo>
                <a:lnTo>
                  <a:pt x="19066" y="261139"/>
                </a:lnTo>
                <a:lnTo>
                  <a:pt x="16555" y="260471"/>
                </a:lnTo>
                <a:lnTo>
                  <a:pt x="14171" y="259675"/>
                </a:lnTo>
                <a:lnTo>
                  <a:pt x="11885" y="258695"/>
                </a:lnTo>
                <a:lnTo>
                  <a:pt x="9692" y="257500"/>
                </a:lnTo>
                <a:lnTo>
                  <a:pt x="7620" y="256048"/>
                </a:lnTo>
                <a:lnTo>
                  <a:pt x="5735" y="254320"/>
                </a:lnTo>
                <a:lnTo>
                  <a:pt x="4104" y="252347"/>
                </a:lnTo>
                <a:lnTo>
                  <a:pt x="2793" y="250221"/>
                </a:lnTo>
                <a:lnTo>
                  <a:pt x="1825" y="248040"/>
                </a:lnTo>
                <a:lnTo>
                  <a:pt x="1158" y="245896"/>
                </a:lnTo>
                <a:lnTo>
                  <a:pt x="728" y="243843"/>
                </a:lnTo>
                <a:lnTo>
                  <a:pt x="471" y="241889"/>
                </a:lnTo>
                <a:lnTo>
                  <a:pt x="330" y="239952"/>
                </a:lnTo>
                <a:lnTo>
                  <a:pt x="256" y="236540"/>
                </a:lnTo>
                <a:lnTo>
                  <a:pt x="0" y="27890"/>
                </a:lnTo>
                <a:lnTo>
                  <a:pt x="73" y="24446"/>
                </a:lnTo>
                <a:moveTo>
                  <a:pt x="19912" y="28202"/>
                </a:moveTo>
                <a:lnTo>
                  <a:pt x="19912" y="27976"/>
                </a:lnTo>
                <a:lnTo>
                  <a:pt x="20169" y="236418"/>
                </a:lnTo>
                <a:lnTo>
                  <a:pt x="20169" y="236227"/>
                </a:lnTo>
                <a:lnTo>
                  <a:pt x="20230" y="239278"/>
                </a:lnTo>
                <a:lnTo>
                  <a:pt x="20206" y="238752"/>
                </a:lnTo>
                <a:lnTo>
                  <a:pt x="20310" y="240142"/>
                </a:lnTo>
                <a:lnTo>
                  <a:pt x="20249" y="239579"/>
                </a:lnTo>
                <a:lnTo>
                  <a:pt x="20420" y="240878"/>
                </a:lnTo>
                <a:lnTo>
                  <a:pt x="20298" y="240137"/>
                </a:lnTo>
                <a:lnTo>
                  <a:pt x="20549" y="241350"/>
                </a:lnTo>
                <a:lnTo>
                  <a:pt x="20310" y="240418"/>
                </a:lnTo>
                <a:lnTo>
                  <a:pt x="20659" y="241552"/>
                </a:lnTo>
                <a:lnTo>
                  <a:pt x="20255" y="240467"/>
                </a:lnTo>
                <a:lnTo>
                  <a:pt x="20721" y="241521"/>
                </a:lnTo>
                <a:lnTo>
                  <a:pt x="20108" y="240357"/>
                </a:lnTo>
                <a:lnTo>
                  <a:pt x="20708" y="241331"/>
                </a:lnTo>
                <a:lnTo>
                  <a:pt x="19899" y="240198"/>
                </a:lnTo>
                <a:lnTo>
                  <a:pt x="20641" y="241098"/>
                </a:lnTo>
                <a:lnTo>
                  <a:pt x="19691" y="240099"/>
                </a:lnTo>
                <a:lnTo>
                  <a:pt x="20592" y="240927"/>
                </a:lnTo>
                <a:lnTo>
                  <a:pt x="19593" y="240124"/>
                </a:lnTo>
                <a:lnTo>
                  <a:pt x="20678" y="240884"/>
                </a:lnTo>
                <a:lnTo>
                  <a:pt x="19722" y="240289"/>
                </a:lnTo>
                <a:lnTo>
                  <a:pt x="20996" y="240988"/>
                </a:lnTo>
                <a:lnTo>
                  <a:pt x="20138" y="240571"/>
                </a:lnTo>
                <a:lnTo>
                  <a:pt x="21622" y="241202"/>
                </a:lnTo>
                <a:lnTo>
                  <a:pt x="20886" y="240921"/>
                </a:lnTo>
                <a:lnTo>
                  <a:pt x="22589" y="241496"/>
                </a:lnTo>
                <a:lnTo>
                  <a:pt x="21977" y="241313"/>
                </a:lnTo>
                <a:lnTo>
                  <a:pt x="23924" y="241828"/>
                </a:lnTo>
                <a:lnTo>
                  <a:pt x="23416" y="241704"/>
                </a:lnTo>
                <a:lnTo>
                  <a:pt x="25616" y="242171"/>
                </a:lnTo>
                <a:lnTo>
                  <a:pt x="25205" y="242090"/>
                </a:lnTo>
                <a:lnTo>
                  <a:pt x="27681" y="242507"/>
                </a:lnTo>
                <a:lnTo>
                  <a:pt x="27344" y="242458"/>
                </a:lnTo>
                <a:lnTo>
                  <a:pt x="30107" y="242819"/>
                </a:lnTo>
                <a:lnTo>
                  <a:pt x="29838" y="242789"/>
                </a:lnTo>
                <a:lnTo>
                  <a:pt x="32895" y="243108"/>
                </a:lnTo>
                <a:lnTo>
                  <a:pt x="32674" y="243089"/>
                </a:lnTo>
                <a:lnTo>
                  <a:pt x="36056" y="243365"/>
                </a:lnTo>
                <a:lnTo>
                  <a:pt x="35805" y="243347"/>
                </a:lnTo>
                <a:lnTo>
                  <a:pt x="43574" y="243788"/>
                </a:lnTo>
                <a:lnTo>
                  <a:pt x="43342" y="243782"/>
                </a:lnTo>
                <a:lnTo>
                  <a:pt x="52562" y="244088"/>
                </a:lnTo>
                <a:lnTo>
                  <a:pt x="52415" y="244082"/>
                </a:lnTo>
                <a:lnTo>
                  <a:pt x="63223" y="244285"/>
                </a:lnTo>
                <a:lnTo>
                  <a:pt x="63131" y="244285"/>
                </a:lnTo>
                <a:lnTo>
                  <a:pt x="75642" y="244395"/>
                </a:lnTo>
                <a:lnTo>
                  <a:pt x="75569" y="244395"/>
                </a:lnTo>
                <a:lnTo>
                  <a:pt x="106209" y="244462"/>
                </a:lnTo>
                <a:lnTo>
                  <a:pt x="106203" y="244462"/>
                </a:lnTo>
                <a:lnTo>
                  <a:pt x="920817" y="245381"/>
                </a:lnTo>
                <a:lnTo>
                  <a:pt x="920793" y="245381"/>
                </a:lnTo>
                <a:lnTo>
                  <a:pt x="951335" y="245338"/>
                </a:lnTo>
                <a:lnTo>
                  <a:pt x="951274" y="245338"/>
                </a:lnTo>
                <a:lnTo>
                  <a:pt x="963669" y="245246"/>
                </a:lnTo>
                <a:lnTo>
                  <a:pt x="963583" y="245246"/>
                </a:lnTo>
                <a:lnTo>
                  <a:pt x="974244" y="245075"/>
                </a:lnTo>
                <a:lnTo>
                  <a:pt x="974096" y="245075"/>
                </a:lnTo>
                <a:lnTo>
                  <a:pt x="983147" y="244798"/>
                </a:lnTo>
                <a:lnTo>
                  <a:pt x="982919" y="244811"/>
                </a:lnTo>
                <a:lnTo>
                  <a:pt x="990493" y="244407"/>
                </a:lnTo>
                <a:lnTo>
                  <a:pt x="990242" y="244425"/>
                </a:lnTo>
                <a:lnTo>
                  <a:pt x="993514" y="244161"/>
                </a:lnTo>
                <a:lnTo>
                  <a:pt x="993293" y="244186"/>
                </a:lnTo>
                <a:lnTo>
                  <a:pt x="996245" y="243886"/>
                </a:lnTo>
                <a:lnTo>
                  <a:pt x="995962" y="243917"/>
                </a:lnTo>
                <a:lnTo>
                  <a:pt x="998616" y="243574"/>
                </a:lnTo>
                <a:lnTo>
                  <a:pt x="998274" y="243622"/>
                </a:lnTo>
                <a:lnTo>
                  <a:pt x="1000632" y="243231"/>
                </a:lnTo>
                <a:lnTo>
                  <a:pt x="1000204" y="243310"/>
                </a:lnTo>
                <a:lnTo>
                  <a:pt x="1002292" y="242869"/>
                </a:lnTo>
                <a:lnTo>
                  <a:pt x="1001760" y="242997"/>
                </a:lnTo>
                <a:lnTo>
                  <a:pt x="1003598" y="242501"/>
                </a:lnTo>
                <a:lnTo>
                  <a:pt x="1002942" y="242703"/>
                </a:lnTo>
                <a:lnTo>
                  <a:pt x="1004541" y="242152"/>
                </a:lnTo>
                <a:lnTo>
                  <a:pt x="1003750" y="242465"/>
                </a:lnTo>
                <a:lnTo>
                  <a:pt x="1005129" y="241846"/>
                </a:lnTo>
                <a:lnTo>
                  <a:pt x="1004204" y="242317"/>
                </a:lnTo>
                <a:lnTo>
                  <a:pt x="1005380" y="241643"/>
                </a:lnTo>
                <a:lnTo>
                  <a:pt x="1004364" y="242317"/>
                </a:lnTo>
                <a:lnTo>
                  <a:pt x="1005350" y="241577"/>
                </a:lnTo>
                <a:lnTo>
                  <a:pt x="1004308" y="242476"/>
                </a:lnTo>
                <a:lnTo>
                  <a:pt x="1005122" y="241661"/>
                </a:lnTo>
                <a:lnTo>
                  <a:pt x="1004167" y="242765"/>
                </a:lnTo>
                <a:lnTo>
                  <a:pt x="1004822" y="241882"/>
                </a:lnTo>
                <a:lnTo>
                  <a:pt x="1004057" y="243089"/>
                </a:lnTo>
                <a:lnTo>
                  <a:pt x="1004578" y="242128"/>
                </a:lnTo>
                <a:lnTo>
                  <a:pt x="1004032" y="243316"/>
                </a:lnTo>
                <a:lnTo>
                  <a:pt x="1004425" y="242275"/>
                </a:lnTo>
                <a:lnTo>
                  <a:pt x="1004088" y="243329"/>
                </a:lnTo>
                <a:lnTo>
                  <a:pt x="1004382" y="242214"/>
                </a:lnTo>
                <a:lnTo>
                  <a:pt x="1004198" y="243077"/>
                </a:lnTo>
                <a:lnTo>
                  <a:pt x="1004400" y="241870"/>
                </a:lnTo>
                <a:lnTo>
                  <a:pt x="1004308" y="242532"/>
                </a:lnTo>
                <a:lnTo>
                  <a:pt x="1004436" y="241239"/>
                </a:lnTo>
                <a:lnTo>
                  <a:pt x="1004400" y="241711"/>
                </a:lnTo>
                <a:lnTo>
                  <a:pt x="1004474" y="240327"/>
                </a:lnTo>
                <a:lnTo>
                  <a:pt x="1004462" y="240718"/>
                </a:lnTo>
                <a:lnTo>
                  <a:pt x="1004499" y="237667"/>
                </a:lnTo>
                <a:lnTo>
                  <a:pt x="1004499" y="237802"/>
                </a:lnTo>
                <a:lnTo>
                  <a:pt x="1004241" y="27277"/>
                </a:lnTo>
                <a:lnTo>
                  <a:pt x="1004241" y="27522"/>
                </a:lnTo>
                <a:lnTo>
                  <a:pt x="1004204" y="25954"/>
                </a:lnTo>
                <a:lnTo>
                  <a:pt x="1004235" y="26578"/>
                </a:lnTo>
                <a:lnTo>
                  <a:pt x="1004106" y="25108"/>
                </a:lnTo>
                <a:lnTo>
                  <a:pt x="1004211" y="25892"/>
                </a:lnTo>
                <a:lnTo>
                  <a:pt x="1003971" y="24520"/>
                </a:lnTo>
                <a:lnTo>
                  <a:pt x="1004181" y="25457"/>
                </a:lnTo>
                <a:lnTo>
                  <a:pt x="1003831" y="24176"/>
                </a:lnTo>
                <a:lnTo>
                  <a:pt x="1004192" y="25249"/>
                </a:lnTo>
                <a:lnTo>
                  <a:pt x="1003713" y="24054"/>
                </a:lnTo>
                <a:lnTo>
                  <a:pt x="1004260" y="25200"/>
                </a:lnTo>
                <a:lnTo>
                  <a:pt x="1003641" y="24091"/>
                </a:lnTo>
                <a:lnTo>
                  <a:pt x="1004369" y="25218"/>
                </a:lnTo>
                <a:lnTo>
                  <a:pt x="1003604" y="24196"/>
                </a:lnTo>
                <a:lnTo>
                  <a:pt x="1004481" y="25212"/>
                </a:lnTo>
                <a:lnTo>
                  <a:pt x="1003548" y="24269"/>
                </a:lnTo>
                <a:lnTo>
                  <a:pt x="1004492" y="25114"/>
                </a:lnTo>
                <a:lnTo>
                  <a:pt x="1003390" y="24244"/>
                </a:lnTo>
                <a:lnTo>
                  <a:pt x="1004327" y="24893"/>
                </a:lnTo>
                <a:lnTo>
                  <a:pt x="1003034" y="24103"/>
                </a:lnTo>
                <a:lnTo>
                  <a:pt x="1003898" y="24575"/>
                </a:lnTo>
                <a:lnTo>
                  <a:pt x="1002409" y="23852"/>
                </a:lnTo>
                <a:lnTo>
                  <a:pt x="1003175" y="24183"/>
                </a:lnTo>
                <a:lnTo>
                  <a:pt x="1001478" y="23527"/>
                </a:lnTo>
                <a:lnTo>
                  <a:pt x="1002127" y="23754"/>
                </a:lnTo>
                <a:lnTo>
                  <a:pt x="1000209" y="23160"/>
                </a:lnTo>
                <a:lnTo>
                  <a:pt x="1000755" y="23313"/>
                </a:lnTo>
                <a:lnTo>
                  <a:pt x="998598" y="22779"/>
                </a:lnTo>
                <a:lnTo>
                  <a:pt x="999051" y="22884"/>
                </a:lnTo>
                <a:lnTo>
                  <a:pt x="996650" y="22406"/>
                </a:lnTo>
                <a:lnTo>
                  <a:pt x="997030" y="22474"/>
                </a:lnTo>
                <a:lnTo>
                  <a:pt x="994365" y="22050"/>
                </a:lnTo>
                <a:lnTo>
                  <a:pt x="994671" y="22093"/>
                </a:lnTo>
                <a:lnTo>
                  <a:pt x="991742" y="21720"/>
                </a:lnTo>
                <a:lnTo>
                  <a:pt x="991993" y="21750"/>
                </a:lnTo>
                <a:lnTo>
                  <a:pt x="988777" y="21426"/>
                </a:lnTo>
                <a:lnTo>
                  <a:pt x="988986" y="21444"/>
                </a:lnTo>
                <a:lnTo>
                  <a:pt x="985475" y="21162"/>
                </a:lnTo>
                <a:lnTo>
                  <a:pt x="985646" y="21174"/>
                </a:lnTo>
                <a:lnTo>
                  <a:pt x="981828" y="20935"/>
                </a:lnTo>
                <a:lnTo>
                  <a:pt x="982026" y="20948"/>
                </a:lnTo>
                <a:lnTo>
                  <a:pt x="973429" y="20580"/>
                </a:lnTo>
                <a:lnTo>
                  <a:pt x="973613" y="20587"/>
                </a:lnTo>
                <a:lnTo>
                  <a:pt x="963639" y="20341"/>
                </a:lnTo>
                <a:lnTo>
                  <a:pt x="963760" y="20347"/>
                </a:lnTo>
                <a:lnTo>
                  <a:pt x="952322" y="20201"/>
                </a:lnTo>
                <a:lnTo>
                  <a:pt x="952395" y="20201"/>
                </a:lnTo>
                <a:lnTo>
                  <a:pt x="939401" y="20133"/>
                </a:lnTo>
                <a:lnTo>
                  <a:pt x="939443" y="20133"/>
                </a:lnTo>
                <a:lnTo>
                  <a:pt x="908381" y="20109"/>
                </a:lnTo>
                <a:lnTo>
                  <a:pt x="908386" y="20109"/>
                </a:lnTo>
                <a:lnTo>
                  <a:pt x="106184" y="19912"/>
                </a:lnTo>
                <a:lnTo>
                  <a:pt x="106209" y="19912"/>
                </a:lnTo>
                <a:lnTo>
                  <a:pt x="75562" y="19980"/>
                </a:lnTo>
                <a:lnTo>
                  <a:pt x="75629" y="19980"/>
                </a:lnTo>
                <a:lnTo>
                  <a:pt x="63105" y="20090"/>
                </a:lnTo>
                <a:lnTo>
                  <a:pt x="63198" y="20090"/>
                </a:lnTo>
                <a:lnTo>
                  <a:pt x="52378" y="20292"/>
                </a:lnTo>
                <a:lnTo>
                  <a:pt x="52525" y="20292"/>
                </a:lnTo>
                <a:lnTo>
                  <a:pt x="43286" y="20605"/>
                </a:lnTo>
                <a:lnTo>
                  <a:pt x="43512" y="20592"/>
                </a:lnTo>
                <a:lnTo>
                  <a:pt x="35726" y="21040"/>
                </a:lnTo>
                <a:lnTo>
                  <a:pt x="35977" y="21021"/>
                </a:lnTo>
                <a:lnTo>
                  <a:pt x="32589" y="21303"/>
                </a:lnTo>
                <a:lnTo>
                  <a:pt x="32803" y="21278"/>
                </a:lnTo>
                <a:lnTo>
                  <a:pt x="29733" y="21603"/>
                </a:lnTo>
                <a:lnTo>
                  <a:pt x="30003" y="21573"/>
                </a:lnTo>
                <a:lnTo>
                  <a:pt x="27233" y="21940"/>
                </a:lnTo>
                <a:lnTo>
                  <a:pt x="27563" y="21885"/>
                </a:lnTo>
                <a:lnTo>
                  <a:pt x="25076" y="22302"/>
                </a:lnTo>
                <a:lnTo>
                  <a:pt x="25487" y="22228"/>
                </a:lnTo>
                <a:lnTo>
                  <a:pt x="23275" y="22695"/>
                </a:lnTo>
                <a:lnTo>
                  <a:pt x="23778" y="22571"/>
                </a:lnTo>
                <a:lnTo>
                  <a:pt x="21817" y="23092"/>
                </a:lnTo>
                <a:lnTo>
                  <a:pt x="22429" y="22908"/>
                </a:lnTo>
                <a:lnTo>
                  <a:pt x="20708" y="23484"/>
                </a:lnTo>
                <a:lnTo>
                  <a:pt x="21443" y="23208"/>
                </a:lnTo>
                <a:lnTo>
                  <a:pt x="19949" y="23840"/>
                </a:lnTo>
                <a:lnTo>
                  <a:pt x="20800" y="23429"/>
                </a:lnTo>
                <a:lnTo>
                  <a:pt x="19513" y="24128"/>
                </a:lnTo>
                <a:lnTo>
                  <a:pt x="20464" y="23540"/>
                </a:lnTo>
                <a:lnTo>
                  <a:pt x="19373" y="24305"/>
                </a:lnTo>
                <a:lnTo>
                  <a:pt x="20366" y="23515"/>
                </a:lnTo>
                <a:lnTo>
                  <a:pt x="19446" y="24342"/>
                </a:lnTo>
                <a:lnTo>
                  <a:pt x="20396" y="23356"/>
                </a:lnTo>
                <a:lnTo>
                  <a:pt x="19643" y="24256"/>
                </a:lnTo>
                <a:lnTo>
                  <a:pt x="20457" y="23129"/>
                </a:lnTo>
                <a:lnTo>
                  <a:pt x="19850" y="24103"/>
                </a:lnTo>
                <a:lnTo>
                  <a:pt x="20470" y="22945"/>
                </a:lnTo>
                <a:lnTo>
                  <a:pt x="19998" y="23999"/>
                </a:lnTo>
                <a:lnTo>
                  <a:pt x="20408" y="22914"/>
                </a:lnTo>
                <a:lnTo>
                  <a:pt x="20052" y="24048"/>
                </a:lnTo>
                <a:lnTo>
                  <a:pt x="20298" y="23111"/>
                </a:lnTo>
                <a:lnTo>
                  <a:pt x="20041" y="24330"/>
                </a:lnTo>
                <a:lnTo>
                  <a:pt x="20169" y="23576"/>
                </a:lnTo>
                <a:lnTo>
                  <a:pt x="19998" y="24875"/>
                </a:lnTo>
                <a:lnTo>
                  <a:pt x="20052" y="24305"/>
                </a:lnTo>
                <a:lnTo>
                  <a:pt x="19949" y="25690"/>
                </a:lnTo>
                <a:lnTo>
                  <a:pt x="19973" y="25151"/>
                </a:lnTo>
                <a:lnTo>
                  <a:pt x="19912" y="28202"/>
                </a:lnTo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8ED89DD2-CE1B-427A-9AA9-54B9C890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675" y="5255852"/>
            <a:ext cx="1004498" cy="245381"/>
          </a:xfrm>
          <a:custGeom xmlns:a="http://schemas.openxmlformats.org/drawingml/2006/main">
            <a:pathLst>
              <a:path w="1004498" h="245381">
                <a:moveTo>
                  <a:pt x="0" y="18031"/>
                </a:moveTo>
                <a:cubicBezTo>
                  <a:pt x="0" y="730"/>
                  <a:pt x="3878" y="0"/>
                  <a:pt x="96235" y="0"/>
                </a:cubicBezTo>
                <a:lnTo>
                  <a:pt x="898437" y="196"/>
                </a:lnTo>
                <a:cubicBezTo>
                  <a:pt x="990787" y="196"/>
                  <a:pt x="1004242" y="0"/>
                  <a:pt x="1004242" y="17309"/>
                </a:cubicBezTo>
                <a:lnTo>
                  <a:pt x="1004498" y="227834"/>
                </a:lnTo>
                <a:cubicBezTo>
                  <a:pt x="1004498" y="245136"/>
                  <a:pt x="1003205" y="245381"/>
                  <a:pt x="910850" y="245381"/>
                </a:cubicBezTo>
                <a:lnTo>
                  <a:pt x="96235" y="244462"/>
                </a:lnTo>
                <a:cubicBezTo>
                  <a:pt x="3878" y="244462"/>
                  <a:pt x="257" y="243782"/>
                  <a:pt x="257" y="226473"/>
                </a:cubicBezTo>
                <a:lnTo>
                  <a:pt x="0" y="180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90B3794B-5E79-4FAC-99B3-3E533912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719" y="5245897"/>
            <a:ext cx="1024412" cy="265293"/>
          </a:xfrm>
          <a:custGeom xmlns:a="http://schemas.openxmlformats.org/drawingml/2006/main">
            <a:pathLst>
              <a:path w="1024412" h="265293">
                <a:moveTo>
                  <a:pt x="74" y="24446"/>
                </a:moveTo>
                <a:lnTo>
                  <a:pt x="221" y="22504"/>
                </a:lnTo>
                <a:lnTo>
                  <a:pt x="485" y="20537"/>
                </a:lnTo>
                <a:lnTo>
                  <a:pt x="926" y="18473"/>
                </a:lnTo>
                <a:lnTo>
                  <a:pt x="1612" y="16329"/>
                </a:lnTo>
                <a:lnTo>
                  <a:pt x="2598" y="14147"/>
                </a:lnTo>
                <a:lnTo>
                  <a:pt x="3921" y="12021"/>
                </a:lnTo>
                <a:lnTo>
                  <a:pt x="5558" y="10054"/>
                </a:lnTo>
                <a:lnTo>
                  <a:pt x="7457" y="8338"/>
                </a:lnTo>
                <a:lnTo>
                  <a:pt x="9527" y="6887"/>
                </a:lnTo>
                <a:lnTo>
                  <a:pt x="11727" y="5698"/>
                </a:lnTo>
                <a:lnTo>
                  <a:pt x="14019" y="4724"/>
                </a:lnTo>
                <a:lnTo>
                  <a:pt x="16408" y="3927"/>
                </a:lnTo>
                <a:lnTo>
                  <a:pt x="18926" y="3260"/>
                </a:lnTo>
                <a:lnTo>
                  <a:pt x="21598" y="2696"/>
                </a:lnTo>
                <a:lnTo>
                  <a:pt x="24453" y="2218"/>
                </a:lnTo>
                <a:lnTo>
                  <a:pt x="27522" y="1814"/>
                </a:lnTo>
                <a:lnTo>
                  <a:pt x="30838" y="1464"/>
                </a:lnTo>
                <a:lnTo>
                  <a:pt x="34463" y="1164"/>
                </a:lnTo>
                <a:lnTo>
                  <a:pt x="42496" y="705"/>
                </a:lnTo>
                <a:lnTo>
                  <a:pt x="51932" y="386"/>
                </a:lnTo>
                <a:lnTo>
                  <a:pt x="62875" y="184"/>
                </a:lnTo>
                <a:lnTo>
                  <a:pt x="75484" y="67"/>
                </a:lnTo>
                <a:lnTo>
                  <a:pt x="106180" y="0"/>
                </a:lnTo>
                <a:lnTo>
                  <a:pt x="908398" y="196"/>
                </a:lnTo>
                <a:lnTo>
                  <a:pt x="939487" y="220"/>
                </a:lnTo>
                <a:lnTo>
                  <a:pt x="952537" y="288"/>
                </a:lnTo>
                <a:lnTo>
                  <a:pt x="964069" y="435"/>
                </a:lnTo>
                <a:lnTo>
                  <a:pt x="974189" y="680"/>
                </a:lnTo>
                <a:lnTo>
                  <a:pt x="982975" y="1060"/>
                </a:lnTo>
                <a:lnTo>
                  <a:pt x="986977" y="1311"/>
                </a:lnTo>
                <a:lnTo>
                  <a:pt x="990677" y="1605"/>
                </a:lnTo>
                <a:lnTo>
                  <a:pt x="994121" y="1948"/>
                </a:lnTo>
                <a:lnTo>
                  <a:pt x="997330" y="2359"/>
                </a:lnTo>
                <a:lnTo>
                  <a:pt x="1000339" y="2836"/>
                </a:lnTo>
                <a:lnTo>
                  <a:pt x="1003157" y="3395"/>
                </a:lnTo>
                <a:lnTo>
                  <a:pt x="1005815" y="4050"/>
                </a:lnTo>
                <a:lnTo>
                  <a:pt x="1008341" y="4834"/>
                </a:lnTo>
                <a:lnTo>
                  <a:pt x="1010750" y="5765"/>
                </a:lnTo>
                <a:lnTo>
                  <a:pt x="1013059" y="6887"/>
                </a:lnTo>
                <a:lnTo>
                  <a:pt x="1015259" y="8241"/>
                </a:lnTo>
                <a:lnTo>
                  <a:pt x="1017305" y="9852"/>
                </a:lnTo>
                <a:lnTo>
                  <a:pt x="1019154" y="11734"/>
                </a:lnTo>
                <a:lnTo>
                  <a:pt x="1020724" y="13835"/>
                </a:lnTo>
                <a:lnTo>
                  <a:pt x="1021973" y="16083"/>
                </a:lnTo>
                <a:lnTo>
                  <a:pt x="1022891" y="18393"/>
                </a:lnTo>
                <a:lnTo>
                  <a:pt x="1023524" y="20691"/>
                </a:lnTo>
                <a:lnTo>
                  <a:pt x="1023903" y="22933"/>
                </a:lnTo>
                <a:lnTo>
                  <a:pt x="1024098" y="25114"/>
                </a:lnTo>
                <a:lnTo>
                  <a:pt x="1024154" y="27123"/>
                </a:lnTo>
                <a:lnTo>
                  <a:pt x="1024412" y="237845"/>
                </a:lnTo>
                <a:lnTo>
                  <a:pt x="1024368" y="241153"/>
                </a:lnTo>
                <a:lnTo>
                  <a:pt x="1024277" y="242967"/>
                </a:lnTo>
                <a:lnTo>
                  <a:pt x="1024093" y="244823"/>
                </a:lnTo>
                <a:lnTo>
                  <a:pt x="1023761" y="246790"/>
                </a:lnTo>
                <a:lnTo>
                  <a:pt x="1023224" y="248873"/>
                </a:lnTo>
                <a:lnTo>
                  <a:pt x="1022396" y="251042"/>
                </a:lnTo>
                <a:lnTo>
                  <a:pt x="1021219" y="253205"/>
                </a:lnTo>
                <a:lnTo>
                  <a:pt x="1019694" y="255251"/>
                </a:lnTo>
                <a:lnTo>
                  <a:pt x="1017875" y="257065"/>
                </a:lnTo>
                <a:lnTo>
                  <a:pt x="1015845" y="258591"/>
                </a:lnTo>
                <a:lnTo>
                  <a:pt x="1013696" y="259834"/>
                </a:lnTo>
                <a:lnTo>
                  <a:pt x="1011455" y="260833"/>
                </a:lnTo>
                <a:lnTo>
                  <a:pt x="1009124" y="261636"/>
                </a:lnTo>
                <a:lnTo>
                  <a:pt x="1006685" y="262291"/>
                </a:lnTo>
                <a:lnTo>
                  <a:pt x="1004113" y="262836"/>
                </a:lnTo>
                <a:lnTo>
                  <a:pt x="1001355" y="263296"/>
                </a:lnTo>
                <a:lnTo>
                  <a:pt x="998397" y="263682"/>
                </a:lnTo>
                <a:lnTo>
                  <a:pt x="995193" y="264007"/>
                </a:lnTo>
                <a:lnTo>
                  <a:pt x="991681" y="264282"/>
                </a:lnTo>
                <a:lnTo>
                  <a:pt x="983870" y="264698"/>
                </a:lnTo>
                <a:lnTo>
                  <a:pt x="974636" y="264981"/>
                </a:lnTo>
                <a:lnTo>
                  <a:pt x="963860" y="265159"/>
                </a:lnTo>
                <a:lnTo>
                  <a:pt x="951391" y="265251"/>
                </a:lnTo>
                <a:lnTo>
                  <a:pt x="920811" y="265293"/>
                </a:lnTo>
                <a:lnTo>
                  <a:pt x="106173" y="264374"/>
                </a:lnTo>
                <a:lnTo>
                  <a:pt x="75495" y="264307"/>
                </a:lnTo>
                <a:lnTo>
                  <a:pt x="62898" y="264197"/>
                </a:lnTo>
                <a:lnTo>
                  <a:pt x="51974" y="263994"/>
                </a:lnTo>
                <a:lnTo>
                  <a:pt x="42558" y="263676"/>
                </a:lnTo>
                <a:lnTo>
                  <a:pt x="34549" y="263222"/>
                </a:lnTo>
                <a:lnTo>
                  <a:pt x="30935" y="262922"/>
                </a:lnTo>
                <a:lnTo>
                  <a:pt x="27632" y="262579"/>
                </a:lnTo>
                <a:lnTo>
                  <a:pt x="24568" y="262175"/>
                </a:lnTo>
                <a:lnTo>
                  <a:pt x="21727" y="261697"/>
                </a:lnTo>
                <a:lnTo>
                  <a:pt x="19067" y="261139"/>
                </a:lnTo>
                <a:lnTo>
                  <a:pt x="16555" y="260471"/>
                </a:lnTo>
                <a:lnTo>
                  <a:pt x="14171" y="259675"/>
                </a:lnTo>
                <a:lnTo>
                  <a:pt x="11886" y="258695"/>
                </a:lnTo>
                <a:lnTo>
                  <a:pt x="9692" y="257500"/>
                </a:lnTo>
                <a:lnTo>
                  <a:pt x="7623" y="256048"/>
                </a:lnTo>
                <a:lnTo>
                  <a:pt x="5735" y="254320"/>
                </a:lnTo>
                <a:lnTo>
                  <a:pt x="4106" y="252347"/>
                </a:lnTo>
                <a:lnTo>
                  <a:pt x="2794" y="250221"/>
                </a:lnTo>
                <a:lnTo>
                  <a:pt x="1827" y="248040"/>
                </a:lnTo>
                <a:lnTo>
                  <a:pt x="1158" y="245896"/>
                </a:lnTo>
                <a:lnTo>
                  <a:pt x="729" y="243843"/>
                </a:lnTo>
                <a:lnTo>
                  <a:pt x="472" y="241889"/>
                </a:lnTo>
                <a:lnTo>
                  <a:pt x="331" y="239952"/>
                </a:lnTo>
                <a:lnTo>
                  <a:pt x="258" y="236540"/>
                </a:lnTo>
                <a:lnTo>
                  <a:pt x="0" y="27890"/>
                </a:lnTo>
                <a:lnTo>
                  <a:pt x="74" y="24446"/>
                </a:lnTo>
                <a:moveTo>
                  <a:pt x="19913" y="28202"/>
                </a:moveTo>
                <a:lnTo>
                  <a:pt x="19913" y="27976"/>
                </a:lnTo>
                <a:lnTo>
                  <a:pt x="20170" y="236418"/>
                </a:lnTo>
                <a:lnTo>
                  <a:pt x="20170" y="236227"/>
                </a:lnTo>
                <a:lnTo>
                  <a:pt x="20231" y="239278"/>
                </a:lnTo>
                <a:lnTo>
                  <a:pt x="20207" y="238752"/>
                </a:lnTo>
                <a:lnTo>
                  <a:pt x="20310" y="240142"/>
                </a:lnTo>
                <a:lnTo>
                  <a:pt x="20250" y="239579"/>
                </a:lnTo>
                <a:lnTo>
                  <a:pt x="20421" y="240878"/>
                </a:lnTo>
                <a:lnTo>
                  <a:pt x="20299" y="240137"/>
                </a:lnTo>
                <a:lnTo>
                  <a:pt x="20550" y="241350"/>
                </a:lnTo>
                <a:lnTo>
                  <a:pt x="20310" y="240418"/>
                </a:lnTo>
                <a:lnTo>
                  <a:pt x="20660" y="241552"/>
                </a:lnTo>
                <a:lnTo>
                  <a:pt x="20256" y="240467"/>
                </a:lnTo>
                <a:lnTo>
                  <a:pt x="20722" y="241521"/>
                </a:lnTo>
                <a:lnTo>
                  <a:pt x="20109" y="240357"/>
                </a:lnTo>
                <a:lnTo>
                  <a:pt x="20708" y="241331"/>
                </a:lnTo>
                <a:lnTo>
                  <a:pt x="19901" y="240198"/>
                </a:lnTo>
                <a:lnTo>
                  <a:pt x="20642" y="241098"/>
                </a:lnTo>
                <a:lnTo>
                  <a:pt x="19692" y="240099"/>
                </a:lnTo>
                <a:lnTo>
                  <a:pt x="20593" y="240927"/>
                </a:lnTo>
                <a:lnTo>
                  <a:pt x="19594" y="240124"/>
                </a:lnTo>
                <a:lnTo>
                  <a:pt x="20678" y="240884"/>
                </a:lnTo>
                <a:lnTo>
                  <a:pt x="19722" y="240289"/>
                </a:lnTo>
                <a:lnTo>
                  <a:pt x="20996" y="240988"/>
                </a:lnTo>
                <a:lnTo>
                  <a:pt x="20139" y="240571"/>
                </a:lnTo>
                <a:lnTo>
                  <a:pt x="21622" y="241202"/>
                </a:lnTo>
                <a:lnTo>
                  <a:pt x="20887" y="240921"/>
                </a:lnTo>
                <a:lnTo>
                  <a:pt x="22589" y="241496"/>
                </a:lnTo>
                <a:lnTo>
                  <a:pt x="21978" y="241313"/>
                </a:lnTo>
                <a:lnTo>
                  <a:pt x="23926" y="241828"/>
                </a:lnTo>
                <a:lnTo>
                  <a:pt x="23417" y="241704"/>
                </a:lnTo>
                <a:lnTo>
                  <a:pt x="25617" y="242171"/>
                </a:lnTo>
                <a:lnTo>
                  <a:pt x="25205" y="242090"/>
                </a:lnTo>
                <a:lnTo>
                  <a:pt x="27682" y="242507"/>
                </a:lnTo>
                <a:lnTo>
                  <a:pt x="27345" y="242458"/>
                </a:lnTo>
                <a:lnTo>
                  <a:pt x="30107" y="242819"/>
                </a:lnTo>
                <a:lnTo>
                  <a:pt x="29838" y="242789"/>
                </a:lnTo>
                <a:lnTo>
                  <a:pt x="32896" y="243108"/>
                </a:lnTo>
                <a:lnTo>
                  <a:pt x="32675" y="243089"/>
                </a:lnTo>
                <a:lnTo>
                  <a:pt x="36056" y="243365"/>
                </a:lnTo>
                <a:lnTo>
                  <a:pt x="35805" y="243347"/>
                </a:lnTo>
                <a:lnTo>
                  <a:pt x="43574" y="243788"/>
                </a:lnTo>
                <a:lnTo>
                  <a:pt x="43342" y="243782"/>
                </a:lnTo>
                <a:lnTo>
                  <a:pt x="52563" y="244088"/>
                </a:lnTo>
                <a:lnTo>
                  <a:pt x="52415" y="244082"/>
                </a:lnTo>
                <a:lnTo>
                  <a:pt x="63224" y="244285"/>
                </a:lnTo>
                <a:lnTo>
                  <a:pt x="63131" y="244285"/>
                </a:lnTo>
                <a:lnTo>
                  <a:pt x="75642" y="244395"/>
                </a:lnTo>
                <a:lnTo>
                  <a:pt x="75570" y="244395"/>
                </a:lnTo>
                <a:lnTo>
                  <a:pt x="106210" y="244462"/>
                </a:lnTo>
                <a:lnTo>
                  <a:pt x="106204" y="244462"/>
                </a:lnTo>
                <a:lnTo>
                  <a:pt x="920818" y="245381"/>
                </a:lnTo>
                <a:lnTo>
                  <a:pt x="920795" y="245381"/>
                </a:lnTo>
                <a:lnTo>
                  <a:pt x="951337" y="245338"/>
                </a:lnTo>
                <a:lnTo>
                  <a:pt x="951274" y="245338"/>
                </a:lnTo>
                <a:lnTo>
                  <a:pt x="963669" y="245246"/>
                </a:lnTo>
                <a:lnTo>
                  <a:pt x="963585" y="245246"/>
                </a:lnTo>
                <a:lnTo>
                  <a:pt x="974245" y="245075"/>
                </a:lnTo>
                <a:lnTo>
                  <a:pt x="974099" y="245075"/>
                </a:lnTo>
                <a:lnTo>
                  <a:pt x="983147" y="244798"/>
                </a:lnTo>
                <a:lnTo>
                  <a:pt x="982921" y="244811"/>
                </a:lnTo>
                <a:lnTo>
                  <a:pt x="990493" y="244407"/>
                </a:lnTo>
                <a:lnTo>
                  <a:pt x="990242" y="244425"/>
                </a:lnTo>
                <a:lnTo>
                  <a:pt x="993514" y="244161"/>
                </a:lnTo>
                <a:lnTo>
                  <a:pt x="993293" y="244186"/>
                </a:lnTo>
                <a:lnTo>
                  <a:pt x="996246" y="243886"/>
                </a:lnTo>
                <a:lnTo>
                  <a:pt x="995965" y="243917"/>
                </a:lnTo>
                <a:lnTo>
                  <a:pt x="998618" y="243574"/>
                </a:lnTo>
                <a:lnTo>
                  <a:pt x="998274" y="243622"/>
                </a:lnTo>
                <a:lnTo>
                  <a:pt x="1000634" y="243231"/>
                </a:lnTo>
                <a:lnTo>
                  <a:pt x="1000204" y="243310"/>
                </a:lnTo>
                <a:lnTo>
                  <a:pt x="1002295" y="242869"/>
                </a:lnTo>
                <a:lnTo>
                  <a:pt x="1001760" y="242997"/>
                </a:lnTo>
                <a:lnTo>
                  <a:pt x="1003599" y="242501"/>
                </a:lnTo>
                <a:lnTo>
                  <a:pt x="1002943" y="242703"/>
                </a:lnTo>
                <a:lnTo>
                  <a:pt x="1004541" y="242152"/>
                </a:lnTo>
                <a:lnTo>
                  <a:pt x="1003750" y="242465"/>
                </a:lnTo>
                <a:lnTo>
                  <a:pt x="1005132" y="241846"/>
                </a:lnTo>
                <a:lnTo>
                  <a:pt x="1004206" y="242317"/>
                </a:lnTo>
                <a:lnTo>
                  <a:pt x="1005380" y="241643"/>
                </a:lnTo>
                <a:lnTo>
                  <a:pt x="1004364" y="242317"/>
                </a:lnTo>
                <a:lnTo>
                  <a:pt x="1005350" y="241577"/>
                </a:lnTo>
                <a:lnTo>
                  <a:pt x="1004308" y="242476"/>
                </a:lnTo>
                <a:lnTo>
                  <a:pt x="1005125" y="241661"/>
                </a:lnTo>
                <a:lnTo>
                  <a:pt x="1004169" y="242765"/>
                </a:lnTo>
                <a:lnTo>
                  <a:pt x="1004825" y="241882"/>
                </a:lnTo>
                <a:lnTo>
                  <a:pt x="1004057" y="243089"/>
                </a:lnTo>
                <a:lnTo>
                  <a:pt x="1004578" y="242128"/>
                </a:lnTo>
                <a:lnTo>
                  <a:pt x="1004034" y="243316"/>
                </a:lnTo>
                <a:lnTo>
                  <a:pt x="1004425" y="242275"/>
                </a:lnTo>
                <a:lnTo>
                  <a:pt x="1004090" y="243329"/>
                </a:lnTo>
                <a:lnTo>
                  <a:pt x="1004383" y="242214"/>
                </a:lnTo>
                <a:lnTo>
                  <a:pt x="1004199" y="243077"/>
                </a:lnTo>
                <a:lnTo>
                  <a:pt x="1004401" y="241870"/>
                </a:lnTo>
                <a:lnTo>
                  <a:pt x="1004308" y="242532"/>
                </a:lnTo>
                <a:lnTo>
                  <a:pt x="1004439" y="241239"/>
                </a:lnTo>
                <a:lnTo>
                  <a:pt x="1004401" y="241711"/>
                </a:lnTo>
                <a:lnTo>
                  <a:pt x="1004474" y="240327"/>
                </a:lnTo>
                <a:lnTo>
                  <a:pt x="1004462" y="240718"/>
                </a:lnTo>
                <a:lnTo>
                  <a:pt x="1004499" y="237667"/>
                </a:lnTo>
                <a:lnTo>
                  <a:pt x="1004499" y="237802"/>
                </a:lnTo>
                <a:lnTo>
                  <a:pt x="1004241" y="27277"/>
                </a:lnTo>
                <a:lnTo>
                  <a:pt x="1004241" y="27522"/>
                </a:lnTo>
                <a:lnTo>
                  <a:pt x="1004206" y="25954"/>
                </a:lnTo>
                <a:lnTo>
                  <a:pt x="1004236" y="26578"/>
                </a:lnTo>
                <a:lnTo>
                  <a:pt x="1004108" y="25108"/>
                </a:lnTo>
                <a:lnTo>
                  <a:pt x="1004211" y="25892"/>
                </a:lnTo>
                <a:lnTo>
                  <a:pt x="1003971" y="24520"/>
                </a:lnTo>
                <a:lnTo>
                  <a:pt x="1004181" y="25457"/>
                </a:lnTo>
                <a:lnTo>
                  <a:pt x="1003832" y="24176"/>
                </a:lnTo>
                <a:lnTo>
                  <a:pt x="1004192" y="25249"/>
                </a:lnTo>
                <a:lnTo>
                  <a:pt x="1003715" y="24054"/>
                </a:lnTo>
                <a:lnTo>
                  <a:pt x="1004260" y="25200"/>
                </a:lnTo>
                <a:lnTo>
                  <a:pt x="1003641" y="24091"/>
                </a:lnTo>
                <a:lnTo>
                  <a:pt x="1004371" y="25218"/>
                </a:lnTo>
                <a:lnTo>
                  <a:pt x="1003604" y="24196"/>
                </a:lnTo>
                <a:lnTo>
                  <a:pt x="1004481" y="25212"/>
                </a:lnTo>
                <a:lnTo>
                  <a:pt x="1003550" y="24269"/>
                </a:lnTo>
                <a:lnTo>
                  <a:pt x="1004495" y="25114"/>
                </a:lnTo>
                <a:lnTo>
                  <a:pt x="1003390" y="24244"/>
                </a:lnTo>
                <a:lnTo>
                  <a:pt x="1004327" y="24893"/>
                </a:lnTo>
                <a:lnTo>
                  <a:pt x="1003034" y="24103"/>
                </a:lnTo>
                <a:lnTo>
                  <a:pt x="1003899" y="24575"/>
                </a:lnTo>
                <a:lnTo>
                  <a:pt x="1002409" y="23852"/>
                </a:lnTo>
                <a:lnTo>
                  <a:pt x="1003176" y="24183"/>
                </a:lnTo>
                <a:lnTo>
                  <a:pt x="1001478" y="23527"/>
                </a:lnTo>
                <a:lnTo>
                  <a:pt x="1002127" y="23754"/>
                </a:lnTo>
                <a:lnTo>
                  <a:pt x="1000211" y="23160"/>
                </a:lnTo>
                <a:lnTo>
                  <a:pt x="1000755" y="23313"/>
                </a:lnTo>
                <a:lnTo>
                  <a:pt x="998600" y="22779"/>
                </a:lnTo>
                <a:lnTo>
                  <a:pt x="999053" y="22884"/>
                </a:lnTo>
                <a:lnTo>
                  <a:pt x="996651" y="22406"/>
                </a:lnTo>
                <a:lnTo>
                  <a:pt x="997030" y="22474"/>
                </a:lnTo>
                <a:lnTo>
                  <a:pt x="994365" y="22050"/>
                </a:lnTo>
                <a:lnTo>
                  <a:pt x="994672" y="22093"/>
                </a:lnTo>
                <a:lnTo>
                  <a:pt x="991744" y="21720"/>
                </a:lnTo>
                <a:lnTo>
                  <a:pt x="991995" y="21750"/>
                </a:lnTo>
                <a:lnTo>
                  <a:pt x="988777" y="21426"/>
                </a:lnTo>
                <a:lnTo>
                  <a:pt x="988986" y="21444"/>
                </a:lnTo>
                <a:lnTo>
                  <a:pt x="985475" y="21162"/>
                </a:lnTo>
                <a:lnTo>
                  <a:pt x="985647" y="21174"/>
                </a:lnTo>
                <a:lnTo>
                  <a:pt x="981828" y="20935"/>
                </a:lnTo>
                <a:lnTo>
                  <a:pt x="982026" y="20948"/>
                </a:lnTo>
                <a:lnTo>
                  <a:pt x="973429" y="20580"/>
                </a:lnTo>
                <a:lnTo>
                  <a:pt x="973613" y="20587"/>
                </a:lnTo>
                <a:lnTo>
                  <a:pt x="963639" y="20341"/>
                </a:lnTo>
                <a:lnTo>
                  <a:pt x="963762" y="20347"/>
                </a:lnTo>
                <a:lnTo>
                  <a:pt x="952323" y="20201"/>
                </a:lnTo>
                <a:lnTo>
                  <a:pt x="952395" y="20201"/>
                </a:lnTo>
                <a:lnTo>
                  <a:pt x="939401" y="20133"/>
                </a:lnTo>
                <a:lnTo>
                  <a:pt x="939445" y="20133"/>
                </a:lnTo>
                <a:lnTo>
                  <a:pt x="908382" y="20109"/>
                </a:lnTo>
                <a:lnTo>
                  <a:pt x="908386" y="20109"/>
                </a:lnTo>
                <a:lnTo>
                  <a:pt x="106184" y="19912"/>
                </a:lnTo>
                <a:lnTo>
                  <a:pt x="106210" y="19912"/>
                </a:lnTo>
                <a:lnTo>
                  <a:pt x="75563" y="19980"/>
                </a:lnTo>
                <a:lnTo>
                  <a:pt x="75630" y="19980"/>
                </a:lnTo>
                <a:lnTo>
                  <a:pt x="63108" y="20090"/>
                </a:lnTo>
                <a:lnTo>
                  <a:pt x="63198" y="20090"/>
                </a:lnTo>
                <a:lnTo>
                  <a:pt x="52378" y="20292"/>
                </a:lnTo>
                <a:lnTo>
                  <a:pt x="52526" y="20292"/>
                </a:lnTo>
                <a:lnTo>
                  <a:pt x="43287" y="20605"/>
                </a:lnTo>
                <a:lnTo>
                  <a:pt x="43514" y="20592"/>
                </a:lnTo>
                <a:lnTo>
                  <a:pt x="35726" y="21040"/>
                </a:lnTo>
                <a:lnTo>
                  <a:pt x="35977" y="21021"/>
                </a:lnTo>
                <a:lnTo>
                  <a:pt x="32589" y="21303"/>
                </a:lnTo>
                <a:lnTo>
                  <a:pt x="32803" y="21278"/>
                </a:lnTo>
                <a:lnTo>
                  <a:pt x="29733" y="21603"/>
                </a:lnTo>
                <a:lnTo>
                  <a:pt x="30004" y="21573"/>
                </a:lnTo>
                <a:lnTo>
                  <a:pt x="27234" y="21940"/>
                </a:lnTo>
                <a:lnTo>
                  <a:pt x="27566" y="21885"/>
                </a:lnTo>
                <a:lnTo>
                  <a:pt x="25078" y="22302"/>
                </a:lnTo>
                <a:lnTo>
                  <a:pt x="25488" y="22228"/>
                </a:lnTo>
                <a:lnTo>
                  <a:pt x="23276" y="22695"/>
                </a:lnTo>
                <a:lnTo>
                  <a:pt x="23779" y="22571"/>
                </a:lnTo>
                <a:lnTo>
                  <a:pt x="21817" y="23092"/>
                </a:lnTo>
                <a:lnTo>
                  <a:pt x="22431" y="22908"/>
                </a:lnTo>
                <a:lnTo>
                  <a:pt x="20708" y="23484"/>
                </a:lnTo>
                <a:lnTo>
                  <a:pt x="21444" y="23208"/>
                </a:lnTo>
                <a:lnTo>
                  <a:pt x="19950" y="23840"/>
                </a:lnTo>
                <a:lnTo>
                  <a:pt x="20801" y="23429"/>
                </a:lnTo>
                <a:lnTo>
                  <a:pt x="19515" y="24128"/>
                </a:lnTo>
                <a:lnTo>
                  <a:pt x="20464" y="23540"/>
                </a:lnTo>
                <a:lnTo>
                  <a:pt x="19373" y="24305"/>
                </a:lnTo>
                <a:lnTo>
                  <a:pt x="20366" y="23515"/>
                </a:lnTo>
                <a:lnTo>
                  <a:pt x="19448" y="24342"/>
                </a:lnTo>
                <a:lnTo>
                  <a:pt x="20396" y="23356"/>
                </a:lnTo>
                <a:lnTo>
                  <a:pt x="19643" y="24256"/>
                </a:lnTo>
                <a:lnTo>
                  <a:pt x="20457" y="23129"/>
                </a:lnTo>
                <a:lnTo>
                  <a:pt x="19851" y="24103"/>
                </a:lnTo>
                <a:lnTo>
                  <a:pt x="20471" y="22945"/>
                </a:lnTo>
                <a:lnTo>
                  <a:pt x="19999" y="23999"/>
                </a:lnTo>
                <a:lnTo>
                  <a:pt x="20409" y="22914"/>
                </a:lnTo>
                <a:lnTo>
                  <a:pt x="20055" y="24048"/>
                </a:lnTo>
                <a:lnTo>
                  <a:pt x="20299" y="23111"/>
                </a:lnTo>
                <a:lnTo>
                  <a:pt x="20041" y="24330"/>
                </a:lnTo>
                <a:lnTo>
                  <a:pt x="20170" y="23576"/>
                </a:lnTo>
                <a:lnTo>
                  <a:pt x="19999" y="24875"/>
                </a:lnTo>
                <a:lnTo>
                  <a:pt x="20055" y="24305"/>
                </a:lnTo>
                <a:lnTo>
                  <a:pt x="19950" y="25690"/>
                </a:lnTo>
                <a:lnTo>
                  <a:pt x="19973" y="25151"/>
                </a:lnTo>
                <a:lnTo>
                  <a:pt x="19913" y="28202"/>
                </a:lnTo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32 Player">
            <a:extLst xmlns:a="http://schemas.openxmlformats.org/drawingml/2006/main">
              <a:ext uri="{FF2B5EF4-FFF2-40B4-BE49-F238E27FC236}">
                <a16:creationId xmlns:a16="http://schemas.microsoft.com/office/drawing/2014/main" id="{B2A31C44-8E73-4E86-B616-F7A2ED78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311" y="1321676"/>
            <a:ext cx="547219" cy="259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33" name="text-33 #6">
            <a:extLst xmlns:a="http://schemas.openxmlformats.org/drawingml/2006/main">
              <a:ext uri="{FF2B5EF4-FFF2-40B4-BE49-F238E27FC236}">
                <a16:creationId xmlns:a16="http://schemas.microsoft.com/office/drawing/2014/main" id="{23101E79-16B8-4167-BF2D-8F0646DA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4809" y="1316688"/>
            <a:ext cx="224311" cy="266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34" name="text-34 dribbles">
            <a:extLst xmlns:a="http://schemas.openxmlformats.org/drawingml/2006/main">
              <a:ext uri="{FF2B5EF4-FFF2-40B4-BE49-F238E27FC236}">
                <a16:creationId xmlns:a16="http://schemas.microsoft.com/office/drawing/2014/main" id="{34D78914-5E07-4253-8EBD-C8952A84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1503" y="1322880"/>
            <a:ext cx="676875" cy="25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dribbles</a:t>
            </a:r>
          </a:p>
        </p:txBody>
      </p:sp>
      <p:sp>
        <p:nvSpPr>
          <p:cNvPr id="35" name="text-34 right">
            <a:extLst xmlns:a="http://schemas.openxmlformats.org/drawingml/2006/main">
              <a:ext uri="{FF2B5EF4-FFF2-40B4-BE49-F238E27FC236}">
                <a16:creationId xmlns:a16="http://schemas.microsoft.com/office/drawing/2014/main" id="{7DBD8FB5-B79B-46FE-A0D1-4BC13541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1891" y="1322231"/>
            <a:ext cx="422730" cy="258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right</a:t>
            </a:r>
          </a:p>
        </p:txBody>
      </p:sp>
      <p:sp>
        <p:nvSpPr>
          <p:cNvPr id="36" name="text-34 and">
            <a:extLst xmlns:a="http://schemas.openxmlformats.org/drawingml/2006/main">
              <a:ext uri="{FF2B5EF4-FFF2-40B4-BE49-F238E27FC236}">
                <a16:creationId xmlns:a16="http://schemas.microsoft.com/office/drawing/2014/main" id="{3E77F7EB-54A7-4DE7-A40E-6BBFBA56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8014" y="1318199"/>
            <a:ext cx="337997" cy="26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37" name="text-34 releases">
            <a:extLst xmlns:a="http://schemas.openxmlformats.org/drawingml/2006/main">
              <a:ext uri="{FF2B5EF4-FFF2-40B4-BE49-F238E27FC236}">
                <a16:creationId xmlns:a16="http://schemas.microsoft.com/office/drawing/2014/main" id="{16E663B6-39AE-4F5F-8A08-5F5EF36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8667" y="1322563"/>
            <a:ext cx="643542" cy="257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releases</a:t>
            </a:r>
          </a:p>
        </p:txBody>
      </p:sp>
      <p:sp>
        <p:nvSpPr>
          <p:cNvPr id="38" name="text-34 a">
            <a:extLst xmlns:a="http://schemas.openxmlformats.org/drawingml/2006/main">
              <a:ext uri="{FF2B5EF4-FFF2-40B4-BE49-F238E27FC236}">
                <a16:creationId xmlns:a16="http://schemas.microsoft.com/office/drawing/2014/main" id="{E79180C2-F8C4-4D0F-AE52-AFC6D30A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5664" y="1310310"/>
            <a:ext cx="133556" cy="275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9" name="text-34 three-poin">
            <a:extLst xmlns:a="http://schemas.openxmlformats.org/drawingml/2006/main">
              <a:ext uri="{FF2B5EF4-FFF2-40B4-BE49-F238E27FC236}">
                <a16:creationId xmlns:a16="http://schemas.microsoft.com/office/drawing/2014/main" id="{A2F613A3-8B5B-4215-B1D6-B1EEEDBE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0455" y="1322333"/>
            <a:ext cx="849458" cy="258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three-poin</a:t>
            </a:r>
          </a:p>
        </p:txBody>
      </p:sp>
      <p:sp>
        <p:nvSpPr>
          <p:cNvPr id="40" name="text-35 t">
            <a:extLst xmlns:a="http://schemas.openxmlformats.org/drawingml/2006/main">
              <a:ext uri="{FF2B5EF4-FFF2-40B4-BE49-F238E27FC236}">
                <a16:creationId xmlns:a16="http://schemas.microsoft.com/office/drawing/2014/main" id="{39AD9319-2E42-4364-A64F-899A7FBD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0426" y="1310311"/>
            <a:ext cx="100764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41" name="text-37 shot">
            <a:extLst xmlns:a="http://schemas.openxmlformats.org/drawingml/2006/main">
              <a:ext uri="{FF2B5EF4-FFF2-40B4-BE49-F238E27FC236}">
                <a16:creationId xmlns:a16="http://schemas.microsoft.com/office/drawing/2014/main" id="{A54E834A-EDB4-4E91-818F-88DD51FA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952" y="1322021"/>
            <a:ext cx="361805" cy="258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shot</a:t>
            </a:r>
          </a:p>
        </p:txBody>
      </p:sp>
      <p:sp>
        <p:nvSpPr>
          <p:cNvPr id="42" name="text-39 at">
            <a:extLst xmlns:a="http://schemas.openxmlformats.org/drawingml/2006/main">
              <a:ext uri="{FF2B5EF4-FFF2-40B4-BE49-F238E27FC236}">
                <a16:creationId xmlns:a16="http://schemas.microsoft.com/office/drawing/2014/main" id="{A8E7531D-1CAE-4189-83AB-3683FF8B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1078" y="1318701"/>
            <a:ext cx="190544" cy="263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43" name="text-41 0.8s.Trajectory:at">
            <a:extLst xmlns:a="http://schemas.openxmlformats.org/drawingml/2006/main">
              <a:ext uri="{FF2B5EF4-FFF2-40B4-BE49-F238E27FC236}">
                <a16:creationId xmlns:a16="http://schemas.microsoft.com/office/drawing/2014/main" id="{C5DB6EA9-E0B3-4630-878F-041D7AF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4184" y="1323896"/>
            <a:ext cx="1420802" cy="256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0.8s.Trajectory:at</a:t>
            </a:r>
          </a:p>
        </p:txBody>
      </p:sp>
      <p:sp>
        <p:nvSpPr>
          <p:cNvPr id="44" name="text-42 t">
            <a:extLst xmlns:a="http://schemas.openxmlformats.org/drawingml/2006/main">
              <a:ext uri="{FF2B5EF4-FFF2-40B4-BE49-F238E27FC236}">
                <a16:creationId xmlns:a16="http://schemas.microsoft.com/office/drawing/2014/main" id="{8B08E8DC-21C4-434F-BC19-5EBA869C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9728" y="1310311"/>
            <a:ext cx="100764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45" name="text-43 1">
            <a:extLst xmlns:a="http://schemas.openxmlformats.org/drawingml/2006/main">
              <a:ext uri="{FF2B5EF4-FFF2-40B4-BE49-F238E27FC236}">
                <a16:creationId xmlns:a16="http://schemas.microsoft.com/office/drawing/2014/main" id="{C8CE2BF7-0919-450D-B75C-64FE0F8F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8241" y="1310311"/>
            <a:ext cx="133555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6" name="text-44 =">
            <a:extLst xmlns:a="http://schemas.openxmlformats.org/drawingml/2006/main">
              <a:ext uri="{FF2B5EF4-FFF2-40B4-BE49-F238E27FC236}">
                <a16:creationId xmlns:a16="http://schemas.microsoft.com/office/drawing/2014/main" id="{BD2CBA48-F949-4253-9ED3-CC720FBD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9531" y="1310337"/>
            <a:ext cx="147263" cy="275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47" name="text-45 [x">
            <a:extLst xmlns:a="http://schemas.openxmlformats.org/drawingml/2006/main">
              <a:ext uri="{FF2B5EF4-FFF2-40B4-BE49-F238E27FC236}">
                <a16:creationId xmlns:a16="http://schemas.microsoft.com/office/drawing/2014/main" id="{EE30AEAA-8255-4403-865F-AA9B7F4E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606" y="1318685"/>
            <a:ext cx="190561" cy="263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1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rPr>
              <a:t>[x</a:t>
            </a:r>
          </a:p>
        </p:txBody>
      </p:sp>
      <p:sp>
        <p:nvSpPr>
          <p:cNvPr id="48" name="text-46 1">
            <a:extLst xmlns:a="http://schemas.openxmlformats.org/drawingml/2006/main">
              <a:ext uri="{FF2B5EF4-FFF2-40B4-BE49-F238E27FC236}">
                <a16:creationId xmlns:a16="http://schemas.microsoft.com/office/drawing/2014/main" id="{9AE5DB6B-DE7F-4D22-B787-FA7263B2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4408" y="1310311"/>
            <a:ext cx="133555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9" name="text-47 ,y">
            <a:extLst xmlns:a="http://schemas.openxmlformats.org/drawingml/2006/main">
              <a:ext uri="{FF2B5EF4-FFF2-40B4-BE49-F238E27FC236}">
                <a16:creationId xmlns:a16="http://schemas.microsoft.com/office/drawing/2014/main" id="{E9AA1DD7-383B-46E5-ADB6-DED701AE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5698" y="1319526"/>
            <a:ext cx="174173" cy="262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5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rPr>
              <a:t>,y</a:t>
            </a:r>
          </a:p>
        </p:txBody>
      </p:sp>
      <p:sp>
        <p:nvSpPr>
          <p:cNvPr id="50" name="text-48 1">
            <a:extLst xmlns:a="http://schemas.openxmlformats.org/drawingml/2006/main">
              <a:ext uri="{FF2B5EF4-FFF2-40B4-BE49-F238E27FC236}">
                <a16:creationId xmlns:a16="http://schemas.microsoft.com/office/drawing/2014/main" id="{9983A995-2410-4DDA-8C69-40E5F305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9264" y="1310311"/>
            <a:ext cx="133555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1" name="text-49 ,z1">
            <a:extLst xmlns:a="http://schemas.openxmlformats.org/drawingml/2006/main">
              <a:ext uri="{FF2B5EF4-FFF2-40B4-BE49-F238E27FC236}">
                <a16:creationId xmlns:a16="http://schemas.microsoft.com/office/drawing/2014/main" id="{51B0575B-22DC-406E-B57B-DD6F1788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0554" y="1321855"/>
            <a:ext cx="254014" cy="25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6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6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6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rPr>
              <a:t>,z1</a:t>
            </a:r>
          </a:p>
        </p:txBody>
      </p:sp>
      <p:sp>
        <p:nvSpPr>
          <p:cNvPr id="52" name="text-50 ],">
            <a:extLst xmlns:a="http://schemas.openxmlformats.org/drawingml/2006/main">
              <a:ext uri="{FF2B5EF4-FFF2-40B4-BE49-F238E27FC236}">
                <a16:creationId xmlns:a16="http://schemas.microsoft.com/office/drawing/2014/main" id="{B72E0002-73D6-4A24-96A1-2683854C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4382" y="1322274"/>
            <a:ext cx="140822" cy="258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3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3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3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],</a:t>
            </a:r>
          </a:p>
        </p:txBody>
      </p:sp>
      <p:sp>
        <p:nvSpPr>
          <p:cNvPr id="53" name="text-51 t">
            <a:extLst xmlns:a="http://schemas.openxmlformats.org/drawingml/2006/main">
              <a:ext uri="{FF2B5EF4-FFF2-40B4-BE49-F238E27FC236}">
                <a16:creationId xmlns:a16="http://schemas.microsoft.com/office/drawing/2014/main" id="{55687854-FF3C-4F9F-8B73-8FF3D66C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167" y="1310311"/>
            <a:ext cx="100764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54" name="text-52 2">
            <a:extLst xmlns:a="http://schemas.openxmlformats.org/drawingml/2006/main">
              <a:ext uri="{FF2B5EF4-FFF2-40B4-BE49-F238E27FC236}">
                <a16:creationId xmlns:a16="http://schemas.microsoft.com/office/drawing/2014/main" id="{AC7BBF14-3A5D-49C7-87AB-D1B24925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680" y="1310311"/>
            <a:ext cx="133555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5" name="text-53 =">
            <a:extLst xmlns:a="http://schemas.openxmlformats.org/drawingml/2006/main">
              <a:ext uri="{FF2B5EF4-FFF2-40B4-BE49-F238E27FC236}">
                <a16:creationId xmlns:a16="http://schemas.microsoft.com/office/drawing/2014/main" id="{F6FD027E-7603-4E1F-A815-4982B746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4970" y="1310337"/>
            <a:ext cx="147263" cy="275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56" name="text-54 [x">
            <a:extLst xmlns:a="http://schemas.openxmlformats.org/drawingml/2006/main">
              <a:ext uri="{FF2B5EF4-FFF2-40B4-BE49-F238E27FC236}">
                <a16:creationId xmlns:a16="http://schemas.microsoft.com/office/drawing/2014/main" id="{FACCE371-C290-4775-8E6C-5B11F908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0045" y="1318685"/>
            <a:ext cx="190561" cy="263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1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[x</a:t>
            </a:r>
          </a:p>
        </p:txBody>
      </p:sp>
      <p:sp>
        <p:nvSpPr>
          <p:cNvPr id="57" name="text-55 2">
            <a:extLst xmlns:a="http://schemas.openxmlformats.org/drawingml/2006/main">
              <a:ext uri="{FF2B5EF4-FFF2-40B4-BE49-F238E27FC236}">
                <a16:creationId xmlns:a16="http://schemas.microsoft.com/office/drawing/2014/main" id="{D2720025-0DBB-4C8E-B659-38BE7FE3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9847" y="1310311"/>
            <a:ext cx="133555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8" name="text-56 ,y">
            <a:extLst xmlns:a="http://schemas.openxmlformats.org/drawingml/2006/main">
              <a:ext uri="{FF2B5EF4-FFF2-40B4-BE49-F238E27FC236}">
                <a16:creationId xmlns:a16="http://schemas.microsoft.com/office/drawing/2014/main" id="{F51F041A-9D26-439B-9200-26F0CE3C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37" y="1319526"/>
            <a:ext cx="174173" cy="262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,y</a:t>
            </a:r>
          </a:p>
        </p:txBody>
      </p:sp>
      <p:sp>
        <p:nvSpPr>
          <p:cNvPr id="59" name="text-57 2">
            <a:extLst xmlns:a="http://schemas.openxmlformats.org/drawingml/2006/main">
              <a:ext uri="{FF2B5EF4-FFF2-40B4-BE49-F238E27FC236}">
                <a16:creationId xmlns:a16="http://schemas.microsoft.com/office/drawing/2014/main" id="{D9995302-B4B3-41B1-8400-0F784E50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703" y="1310311"/>
            <a:ext cx="133555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0" name="text-58 ,">
            <a:extLst xmlns:a="http://schemas.openxmlformats.org/drawingml/2006/main">
              <a:ext uri="{FF2B5EF4-FFF2-40B4-BE49-F238E27FC236}">
                <a16:creationId xmlns:a16="http://schemas.microsoft.com/office/drawing/2014/main" id="{5AF5FBC9-EAD0-46C5-A5DE-F4BD62F7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5993" y="1310311"/>
            <a:ext cx="84464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61" name="text-59 z">
            <a:extLst xmlns:a="http://schemas.openxmlformats.org/drawingml/2006/main">
              <a:ext uri="{FF2B5EF4-FFF2-40B4-BE49-F238E27FC236}">
                <a16:creationId xmlns:a16="http://schemas.microsoft.com/office/drawing/2014/main" id="{22A673D6-AB88-41B4-B3D1-2C1A3541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8270" y="1310455"/>
            <a:ext cx="122503" cy="274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6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6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6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62" name="text-60 2]">
            <a:extLst xmlns:a="http://schemas.openxmlformats.org/drawingml/2006/main">
              <a:ext uri="{FF2B5EF4-FFF2-40B4-BE49-F238E27FC236}">
                <a16:creationId xmlns:a16="http://schemas.microsoft.com/office/drawing/2014/main" id="{1F07F2B6-5174-4A70-81BD-8F061BDF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8530" y="1318700"/>
            <a:ext cx="190545" cy="26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1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2]</a:t>
            </a:r>
          </a:p>
        </p:txBody>
      </p:sp>
      <p:sp>
        <p:nvSpPr>
          <p:cNvPr id="63" name="text-61 ,">
            <a:extLst xmlns:a="http://schemas.openxmlformats.org/drawingml/2006/main">
              <a:ext uri="{FF2B5EF4-FFF2-40B4-BE49-F238E27FC236}">
                <a16:creationId xmlns:a16="http://schemas.microsoft.com/office/drawing/2014/main" id="{632CA335-3F58-43D8-861D-74F77E35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8332" y="1310311"/>
            <a:ext cx="84464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64" name="text-62 ...">
            <a:extLst xmlns:a="http://schemas.openxmlformats.org/drawingml/2006/main">
              <a:ext uri="{FF2B5EF4-FFF2-40B4-BE49-F238E27FC236}">
                <a16:creationId xmlns:a16="http://schemas.microsoft.com/office/drawing/2014/main" id="{8897DEA2-1077-4A9E-BB64-81841593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0608" y="1328616"/>
            <a:ext cx="165720" cy="249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65" name="text-63 ,">
            <a:extLst xmlns:a="http://schemas.openxmlformats.org/drawingml/2006/main">
              <a:ext uri="{FF2B5EF4-FFF2-40B4-BE49-F238E27FC236}">
                <a16:creationId xmlns:a16="http://schemas.microsoft.com/office/drawing/2014/main" id="{EC121AED-C487-4E5E-9A9B-ED5AB8C8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434" y="1310311"/>
            <a:ext cx="84464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66" name="text-64 tn">
            <a:extLst xmlns:a="http://schemas.openxmlformats.org/drawingml/2006/main">
              <a:ext uri="{FF2B5EF4-FFF2-40B4-BE49-F238E27FC236}">
                <a16:creationId xmlns:a16="http://schemas.microsoft.com/office/drawing/2014/main" id="{4EB65E5A-9A29-4E24-BA4E-67E25E22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9709" y="1318190"/>
            <a:ext cx="201676" cy="264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5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5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5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tn</a:t>
            </a:r>
          </a:p>
        </p:txBody>
      </p:sp>
      <p:sp>
        <p:nvSpPr>
          <p:cNvPr id="67" name="text-65 =">
            <a:extLst xmlns:a="http://schemas.openxmlformats.org/drawingml/2006/main">
              <a:ext uri="{FF2B5EF4-FFF2-40B4-BE49-F238E27FC236}">
                <a16:creationId xmlns:a16="http://schemas.microsoft.com/office/drawing/2014/main" id="{72A2E22A-86D6-4EC7-ABDA-F1600708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0539" y="1310337"/>
            <a:ext cx="147263" cy="275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68" name="text-66 [xn">
            <a:extLst xmlns:a="http://schemas.openxmlformats.org/drawingml/2006/main">
              <a:ext uri="{FF2B5EF4-FFF2-40B4-BE49-F238E27FC236}">
                <a16:creationId xmlns:a16="http://schemas.microsoft.com/office/drawing/2014/main" id="{6FE98CA2-C42B-4BAB-809E-98DD6D07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5615" y="1320318"/>
            <a:ext cx="292584" cy="261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9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9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[xn</a:t>
            </a:r>
          </a:p>
        </p:txBody>
      </p:sp>
      <p:sp>
        <p:nvSpPr>
          <p:cNvPr id="69" name="text-67 ,">
            <a:extLst xmlns:a="http://schemas.openxmlformats.org/drawingml/2006/main">
              <a:ext uri="{FF2B5EF4-FFF2-40B4-BE49-F238E27FC236}">
                <a16:creationId xmlns:a16="http://schemas.microsoft.com/office/drawing/2014/main" id="{42E09E76-3249-4241-8AAE-B9B9438D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7734" y="1310311"/>
            <a:ext cx="84464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70" name="text-68 yn">
            <a:extLst xmlns:a="http://schemas.openxmlformats.org/drawingml/2006/main">
              <a:ext uri="{FF2B5EF4-FFF2-40B4-BE49-F238E27FC236}">
                <a16:creationId xmlns:a16="http://schemas.microsoft.com/office/drawing/2014/main" id="{19424E10-7CF0-4B74-9CE2-3EE140CB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0011" y="1316957"/>
            <a:ext cx="234676" cy="265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yn</a:t>
            </a:r>
          </a:p>
        </p:txBody>
      </p:sp>
      <p:sp>
        <p:nvSpPr>
          <p:cNvPr id="71" name="text-69 ,z">
            <a:extLst xmlns:a="http://schemas.openxmlformats.org/drawingml/2006/main">
              <a:ext uri="{FF2B5EF4-FFF2-40B4-BE49-F238E27FC236}">
                <a16:creationId xmlns:a16="http://schemas.microsoft.com/office/drawing/2014/main" id="{790E3CC0-E5DA-4BAA-AB7D-2C46B308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3620" y="1320231"/>
            <a:ext cx="163018" cy="261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9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9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,z</a:t>
            </a:r>
          </a:p>
        </p:txBody>
      </p:sp>
      <p:sp>
        <p:nvSpPr>
          <p:cNvPr id="72" name="text-70 n]">
            <a:extLst xmlns:a="http://schemas.openxmlformats.org/drawingml/2006/main">
              <a:ext uri="{FF2B5EF4-FFF2-40B4-BE49-F238E27FC236}">
                <a16:creationId xmlns:a16="http://schemas.microsoft.com/office/drawing/2014/main" id="{33F1BFE0-3D31-4572-AF72-D5AEF4F9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6157" y="1318204"/>
            <a:ext cx="201660" cy="264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n]</a:t>
            </a:r>
          </a:p>
        </p:txBody>
      </p:sp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253435D-A1A3-4DEA-9CFC-915F93C300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d1681f24d43b5"/>
          <a:stretch xmlns:a="http://schemas.openxmlformats.org/drawingml/2006/main"/>
        </p:blipFill>
        <p:spPr>
          <a:xfrm xmlns:a="http://schemas.openxmlformats.org/drawingml/2006/main">
            <a:off x="533400" y="1362075"/>
            <a:ext cx="695325" cy="171450"/>
          </a:xfrm>
          <a:prstGeom xmlns:a="http://schemas.openxmlformats.org/drawingml/2006/main" prst="rect">
            <a:avLst/>
          </a:prstGeom>
        </p:spPr>
      </p:pic>
      <p:sp>
        <p:nvSpPr>
          <p:cNvPr id="74" name="Pretrained Large Language Model">
            <a:extLst xmlns:a="http://schemas.openxmlformats.org/drawingml/2006/main">
              <a:ext uri="{FF2B5EF4-FFF2-40B4-BE49-F238E27FC236}">
                <a16:creationId xmlns:a16="http://schemas.microsoft.com/office/drawing/2014/main" id="{2942B223-E05D-4C80-BBF5-EE3E4FCA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4695" y="1894822"/>
            <a:ext cx="4181104" cy="278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Pretrained Large Language Model (Qwen3.5-9B)</a:t>
            </a:r>
          </a:p>
        </p:txBody>
      </p:sp>
      <p:sp>
        <p:nvSpPr>
          <p:cNvPr id="75" name="Projector visual">
            <a:extLst xmlns:a="http://schemas.openxmlformats.org/drawingml/2006/main">
              <a:ext uri="{FF2B5EF4-FFF2-40B4-BE49-F238E27FC236}">
                <a16:creationId xmlns:a16="http://schemas.microsoft.com/office/drawing/2014/main" id="{C723E39F-B9AF-496F-A797-59CEAB01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7501" y="2470006"/>
            <a:ext cx="743037" cy="257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Projector</a:t>
            </a:r>
          </a:p>
        </p:txBody>
      </p:sp>
      <p:sp>
        <p:nvSpPr>
          <p:cNvPr id="76" name="Visual Tokens">
            <a:extLst xmlns:a="http://schemas.openxmlformats.org/drawingml/2006/main">
              <a:ext uri="{FF2B5EF4-FFF2-40B4-BE49-F238E27FC236}">
                <a16:creationId xmlns:a16="http://schemas.microsoft.com/office/drawing/2014/main" id="{0E070148-28DF-467D-96CB-ADEF8F02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805" y="2697926"/>
            <a:ext cx="1125337" cy="265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3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3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3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Visual Tokens</a:t>
            </a:r>
          </a:p>
        </p:txBody>
      </p:sp>
      <p:sp>
        <p:nvSpPr>
          <p:cNvPr id="77" name="TRK Tokens">
            <a:extLst xmlns:a="http://schemas.openxmlformats.org/drawingml/2006/main">
              <a:ext uri="{FF2B5EF4-FFF2-40B4-BE49-F238E27FC236}">
                <a16:creationId xmlns:a16="http://schemas.microsoft.com/office/drawing/2014/main" id="{C13D9C09-BA0D-4D8D-A69D-ADF99B07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5838" y="2709785"/>
            <a:ext cx="1170675" cy="28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[TRK]Tokens</a:t>
            </a:r>
          </a:p>
        </p:txBody>
      </p:sp>
      <p:sp>
        <p:nvSpPr>
          <p:cNvPr id="78" name="State-Memory Slots">
            <a:extLst xmlns:a="http://schemas.openxmlformats.org/drawingml/2006/main">
              <a:ext uri="{FF2B5EF4-FFF2-40B4-BE49-F238E27FC236}">
                <a16:creationId xmlns:a16="http://schemas.microsoft.com/office/drawing/2014/main" id="{FB5B12D5-E3DD-4269-A34D-848B9EC5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7841" y="2783266"/>
            <a:ext cx="1157528" cy="177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(State-Memory Slots)</a:t>
            </a:r>
          </a:p>
        </p:txBody>
      </p:sp>
      <p:sp>
        <p:nvSpPr>
          <p:cNvPr id="79" name="Linguistic Tokens">
            <a:extLst xmlns:a="http://schemas.openxmlformats.org/drawingml/2006/main">
              <a:ext uri="{FF2B5EF4-FFF2-40B4-BE49-F238E27FC236}">
                <a16:creationId xmlns:a16="http://schemas.microsoft.com/office/drawing/2014/main" id="{ECCC580F-76C1-4ABE-90E5-D6C53B01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2631" y="2678452"/>
            <a:ext cx="1420038" cy="264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Linguistic Tokens</a:t>
            </a:r>
          </a:p>
        </p:txBody>
      </p:sp>
      <p:sp>
        <p:nvSpPr>
          <p:cNvPr id="80" name="Language Embedding">
            <a:extLst xmlns:a="http://schemas.openxmlformats.org/drawingml/2006/main">
              <a:ext uri="{FF2B5EF4-FFF2-40B4-BE49-F238E27FC236}">
                <a16:creationId xmlns:a16="http://schemas.microsoft.com/office/drawing/2014/main" id="{DC7D71F2-BE38-483C-BD8D-87EDEA6E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1100" y="4021786"/>
            <a:ext cx="1727009" cy="256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Language Embedding</a:t>
            </a:r>
          </a:p>
        </p:txBody>
      </p:sp>
      <p:sp>
        <p:nvSpPr>
          <p:cNvPr id="81" name="Cross-Attention Fusion">
            <a:extLst xmlns:a="http://schemas.openxmlformats.org/drawingml/2006/main">
              <a:ext uri="{FF2B5EF4-FFF2-40B4-BE49-F238E27FC236}">
                <a16:creationId xmlns:a16="http://schemas.microsoft.com/office/drawing/2014/main" id="{53C9E050-E574-4F09-8461-F5DC2012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699" y="3570377"/>
            <a:ext cx="1817379" cy="255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Cross-Attention Fusion</a:t>
            </a:r>
          </a:p>
        </p:txBody>
      </p:sp>
      <p:sp>
        <p:nvSpPr>
          <p:cNvPr id="82" name="RTGE label">
            <a:extLst xmlns:a="http://schemas.openxmlformats.org/drawingml/2006/main">
              <a:ext uri="{FF2B5EF4-FFF2-40B4-BE49-F238E27FC236}">
                <a16:creationId xmlns:a16="http://schemas.microsoft.com/office/drawing/2014/main" id="{C9151CA0-DC56-4582-954E-87A07378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91" y="4124831"/>
            <a:ext cx="3109522" cy="263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9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rPr>
              <a:t>Ray-Time Geometry Encoding(RTGE)</a:t>
            </a:r>
          </a:p>
        </p:txBody>
      </p:sp>
      <p:sp>
        <p:nvSpPr>
          <p:cNvPr id="83" name="Vision Encoder">
            <a:extLst xmlns:a="http://schemas.openxmlformats.org/drawingml/2006/main">
              <a:ext uri="{FF2B5EF4-FFF2-40B4-BE49-F238E27FC236}">
                <a16:creationId xmlns:a16="http://schemas.microsoft.com/office/drawing/2014/main" id="{AD06E550-FB51-46C4-A6CF-A9FFB6CC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6607" y="6376697"/>
            <a:ext cx="1209597" cy="258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 Encoder</a:t>
            </a:r>
          </a:p>
        </p:txBody>
      </p:sp>
      <p:sp>
        <p:nvSpPr>
          <p:cNvPr id="84" name="Word token label">
            <a:extLst xmlns:a="http://schemas.openxmlformats.org/drawingml/2006/main">
              <a:ext uri="{FF2B5EF4-FFF2-40B4-BE49-F238E27FC236}">
                <a16:creationId xmlns:a16="http://schemas.microsoft.com/office/drawing/2014/main" id="{53B466A5-FB8E-4E08-98FA-07649688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9092" y="4704714"/>
            <a:ext cx="347379" cy="198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Word</a:t>
            </a:r>
          </a:p>
        </p:txBody>
      </p:sp>
      <p:sp>
        <p:nvSpPr>
          <p:cNvPr id="85" name="Position token label">
            <a:extLst xmlns:a="http://schemas.openxmlformats.org/drawingml/2006/main">
              <a:ext uri="{FF2B5EF4-FFF2-40B4-BE49-F238E27FC236}">
                <a16:creationId xmlns:a16="http://schemas.microsoft.com/office/drawing/2014/main" id="{0EC2D7AA-4248-4993-A981-7F2E011A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7817" y="4706297"/>
            <a:ext cx="459193" cy="186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Position</a:t>
            </a:r>
          </a:p>
        </p:txBody>
      </p:sp>
      <p:sp>
        <p:nvSpPr>
          <p:cNvPr id="86" name="Time token label">
            <a:extLst xmlns:a="http://schemas.openxmlformats.org/drawingml/2006/main">
              <a:ext uri="{FF2B5EF4-FFF2-40B4-BE49-F238E27FC236}">
                <a16:creationId xmlns:a16="http://schemas.microsoft.com/office/drawing/2014/main" id="{01A9ADD0-1C74-4A8F-9A95-88F2983C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3346" y="4699412"/>
            <a:ext cx="378041" cy="240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Time</a:t>
            </a:r>
          </a:p>
        </p:txBody>
      </p:sp>
      <p:sp>
        <p:nvSpPr>
          <p:cNvPr id="87" name="TrackID token label">
            <a:extLst xmlns:a="http://schemas.openxmlformats.org/drawingml/2006/main">
              <a:ext uri="{FF2B5EF4-FFF2-40B4-BE49-F238E27FC236}">
                <a16:creationId xmlns:a16="http://schemas.microsoft.com/office/drawing/2014/main" id="{5D0C2EFE-8CF8-4FB2-9038-593B5D72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6161" y="4703105"/>
            <a:ext cx="551001" cy="211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TrackID</a:t>
            </a:r>
          </a:p>
        </p:txBody>
      </p:sp>
      <p:sp>
        <p:nvSpPr>
          <p:cNvPr id="88" name="text-91 ★">
            <a:extLst xmlns:a="http://schemas.openxmlformats.org/drawingml/2006/main">
              <a:ext uri="{FF2B5EF4-FFF2-40B4-BE49-F238E27FC236}">
                <a16:creationId xmlns:a16="http://schemas.microsoft.com/office/drawing/2014/main" id="{1362FEB6-F500-48F2-AD83-CB5AB19F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5003" y="2617084"/>
            <a:ext cx="243499" cy="366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2" b="0" i="0">
                <a:solidFill>
                  <a:srgbClr val="306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2" b="0" i="0">
                <a:solidFill>
                  <a:srgbClr val="306030"/>
                </a:solidFill>
                <a:latin typeface="Arial"/>
                <a:ea typeface="Arial"/>
                <a:cs typeface="Arial"/>
              </a:defRPr>
            </a:pPr>
            <a:r>
              <a:rPr sz="2062" b="0" i="0">
                <a:solidFill>
                  <a:srgbClr val="306030"/>
                </a:solidFill>
                <a:latin typeface="Arial"/>
                <a:ea typeface="Arial"/>
                <a:cs typeface="Arial"/>
              </a:rPr>
              <a:t>★</a:t>
            </a:r>
          </a:p>
        </p:txBody>
      </p:sp>
      <p:sp>
        <p:nvSpPr>
          <p:cNvPr id="89" name="text-92 ★">
            <a:extLst xmlns:a="http://schemas.openxmlformats.org/drawingml/2006/main">
              <a:ext uri="{FF2B5EF4-FFF2-40B4-BE49-F238E27FC236}">
                <a16:creationId xmlns:a16="http://schemas.microsoft.com/office/drawing/2014/main" id="{F0AB7BA0-9B1B-4F5D-AC16-94CC1840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5003" y="2617084"/>
            <a:ext cx="243499" cy="366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2" b="0" i="0">
                <a:solidFill>
                  <a:srgbClr val="306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2" b="0" i="0">
                <a:solidFill>
                  <a:srgbClr val="306030"/>
                </a:solidFill>
                <a:latin typeface="Arial"/>
                <a:ea typeface="Arial"/>
                <a:cs typeface="Arial"/>
              </a:defRPr>
            </a:pPr>
            <a:r>
              <a:rPr sz="2062" b="0" i="0">
                <a:solidFill>
                  <a:srgbClr val="306030"/>
                </a:solidFill>
                <a:latin typeface="Arial"/>
                <a:ea typeface="Arial"/>
                <a:cs typeface="Arial"/>
              </a:rPr>
              <a:t>★</a:t>
            </a:r>
          </a:p>
        </p:txBody>
      </p:sp>
      <p:sp>
        <p:nvSpPr>
          <p:cNvPr id="90" name="OSK-RA Decoder">
            <a:extLst xmlns:a="http://schemas.openxmlformats.org/drawingml/2006/main">
              <a:ext uri="{FF2B5EF4-FFF2-40B4-BE49-F238E27FC236}">
                <a16:creationId xmlns:a16="http://schemas.microsoft.com/office/drawing/2014/main" id="{03FB6AF3-EB11-45C4-B051-56D3B517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5044" y="2685018"/>
            <a:ext cx="1395549" cy="25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9" b="1" i="0">
                <a:solidFill>
                  <a:srgbClr val="30603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9" b="1" i="0">
                <a:solidFill>
                  <a:srgbClr val="3060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9" b="1" i="0">
                <a:solidFill>
                  <a:srgbClr val="306030"/>
                </a:solidFill>
                <a:latin typeface="Times New Roman"/>
                <a:ea typeface="Times New Roman"/>
                <a:cs typeface="Times New Roman"/>
              </a:rPr>
              <a:t>OSK-RA Decoder</a:t>
            </a:r>
          </a:p>
        </p:txBody>
      </p:sp>
      <p:sp>
        <p:nvSpPr>
          <p:cNvPr id="91" name="Multi-turn Language Instruction">
            <a:extLst xmlns:a="http://schemas.openxmlformats.org/drawingml/2006/main">
              <a:ext uri="{FF2B5EF4-FFF2-40B4-BE49-F238E27FC236}">
                <a16:creationId xmlns:a16="http://schemas.microsoft.com/office/drawing/2014/main" id="{25079944-B401-4905-9FAE-849437E6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3969" y="6498564"/>
            <a:ext cx="2270887" cy="225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Multi-turn Language Instruction</a:t>
            </a:r>
          </a:p>
        </p:txBody>
      </p:sp>
      <p:sp>
        <p:nvSpPr>
          <p:cNvPr id="92" name="path-95">
            <a:extLst xmlns:a="http://schemas.openxmlformats.org/drawingml/2006/main">
              <a:ext uri="{FF2B5EF4-FFF2-40B4-BE49-F238E27FC236}">
                <a16:creationId xmlns:a16="http://schemas.microsoft.com/office/drawing/2014/main" id="{36A3E140-CF87-45BE-9F78-95B742AB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712" y="6889581"/>
            <a:ext cx="3324128" cy="597982"/>
          </a:xfrm>
          <a:custGeom xmlns:a="http://schemas.openxmlformats.org/drawingml/2006/main">
            <a:pathLst>
              <a:path w="3324128" h="597982">
                <a:moveTo>
                  <a:pt x="0" y="43942"/>
                </a:moveTo>
                <a:cubicBezTo>
                  <a:pt x="0" y="1770"/>
                  <a:pt x="12842" y="0"/>
                  <a:pt x="318456" y="0"/>
                </a:cubicBezTo>
                <a:lnTo>
                  <a:pt x="2973138" y="471"/>
                </a:lnTo>
                <a:cubicBezTo>
                  <a:pt x="3278759" y="471"/>
                  <a:pt x="3323270" y="0"/>
                  <a:pt x="3323270" y="42171"/>
                </a:cubicBezTo>
                <a:lnTo>
                  <a:pt x="3324128" y="555216"/>
                </a:lnTo>
                <a:cubicBezTo>
                  <a:pt x="3324128" y="597393"/>
                  <a:pt x="3319847" y="597982"/>
                  <a:pt x="3014233" y="597982"/>
                </a:cubicBezTo>
                <a:lnTo>
                  <a:pt x="318456" y="595739"/>
                </a:lnTo>
                <a:cubicBezTo>
                  <a:pt x="12842" y="595739"/>
                  <a:pt x="858" y="594084"/>
                  <a:pt x="858" y="551908"/>
                </a:cubicBezTo>
                <a:lnTo>
                  <a:pt x="0" y="439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6">
            <a:extLst xmlns:a="http://schemas.openxmlformats.org/drawingml/2006/main">
              <a:ext uri="{FF2B5EF4-FFF2-40B4-BE49-F238E27FC236}">
                <a16:creationId xmlns:a16="http://schemas.microsoft.com/office/drawing/2014/main" id="{083B8B8F-1EA2-4E36-8AE1-A705749F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756" y="6879624"/>
            <a:ext cx="3344042" cy="617894"/>
          </a:xfrm>
          <a:custGeom xmlns:a="http://schemas.openxmlformats.org/drawingml/2006/main">
            <a:pathLst>
              <a:path w="3344042" h="617894">
                <a:moveTo>
                  <a:pt x="50" y="49768"/>
                </a:moveTo>
                <a:lnTo>
                  <a:pt x="246" y="45706"/>
                </a:lnTo>
                <a:lnTo>
                  <a:pt x="651" y="41773"/>
                </a:lnTo>
                <a:lnTo>
                  <a:pt x="986" y="39665"/>
                </a:lnTo>
                <a:lnTo>
                  <a:pt x="1403" y="37643"/>
                </a:lnTo>
                <a:lnTo>
                  <a:pt x="1930" y="35621"/>
                </a:lnTo>
                <a:lnTo>
                  <a:pt x="2580" y="33600"/>
                </a:lnTo>
                <a:lnTo>
                  <a:pt x="3370" y="31590"/>
                </a:lnTo>
                <a:lnTo>
                  <a:pt x="4307" y="29611"/>
                </a:lnTo>
                <a:lnTo>
                  <a:pt x="5399" y="27669"/>
                </a:lnTo>
                <a:lnTo>
                  <a:pt x="6654" y="25788"/>
                </a:lnTo>
                <a:lnTo>
                  <a:pt x="8063" y="23986"/>
                </a:lnTo>
                <a:lnTo>
                  <a:pt x="9626" y="22271"/>
                </a:lnTo>
                <a:lnTo>
                  <a:pt x="11330" y="20653"/>
                </a:lnTo>
                <a:lnTo>
                  <a:pt x="13167" y="19140"/>
                </a:lnTo>
                <a:lnTo>
                  <a:pt x="15134" y="17731"/>
                </a:lnTo>
                <a:lnTo>
                  <a:pt x="17223" y="16426"/>
                </a:lnTo>
                <a:lnTo>
                  <a:pt x="19435" y="15219"/>
                </a:lnTo>
                <a:lnTo>
                  <a:pt x="21770" y="14092"/>
                </a:lnTo>
                <a:lnTo>
                  <a:pt x="24226" y="13050"/>
                </a:lnTo>
                <a:lnTo>
                  <a:pt x="26818" y="12076"/>
                </a:lnTo>
                <a:lnTo>
                  <a:pt x="29545" y="11169"/>
                </a:lnTo>
                <a:lnTo>
                  <a:pt x="32418" y="10324"/>
                </a:lnTo>
                <a:lnTo>
                  <a:pt x="35444" y="9533"/>
                </a:lnTo>
                <a:lnTo>
                  <a:pt x="38637" y="8786"/>
                </a:lnTo>
                <a:lnTo>
                  <a:pt x="42000" y="8094"/>
                </a:lnTo>
                <a:lnTo>
                  <a:pt x="45590" y="7432"/>
                </a:lnTo>
                <a:lnTo>
                  <a:pt x="53213" y="6249"/>
                </a:lnTo>
                <a:lnTo>
                  <a:pt x="61710" y="5208"/>
                </a:lnTo>
                <a:lnTo>
                  <a:pt x="71103" y="4289"/>
                </a:lnTo>
                <a:lnTo>
                  <a:pt x="81445" y="3492"/>
                </a:lnTo>
                <a:lnTo>
                  <a:pt x="92811" y="2800"/>
                </a:lnTo>
                <a:lnTo>
                  <a:pt x="105241" y="2206"/>
                </a:lnTo>
                <a:lnTo>
                  <a:pt x="118807" y="1703"/>
                </a:lnTo>
                <a:lnTo>
                  <a:pt x="133548" y="1280"/>
                </a:lnTo>
                <a:lnTo>
                  <a:pt x="149540" y="938"/>
                </a:lnTo>
                <a:lnTo>
                  <a:pt x="166817" y="662"/>
                </a:lnTo>
                <a:lnTo>
                  <a:pt x="185449" y="441"/>
                </a:lnTo>
                <a:lnTo>
                  <a:pt x="226940" y="159"/>
                </a:lnTo>
                <a:lnTo>
                  <a:pt x="274460" y="31"/>
                </a:lnTo>
                <a:lnTo>
                  <a:pt x="328413" y="0"/>
                </a:lnTo>
                <a:lnTo>
                  <a:pt x="2983102" y="471"/>
                </a:lnTo>
                <a:lnTo>
                  <a:pt x="3085912" y="533"/>
                </a:lnTo>
                <a:lnTo>
                  <a:pt x="3128951" y="705"/>
                </a:lnTo>
                <a:lnTo>
                  <a:pt x="3148533" y="858"/>
                </a:lnTo>
                <a:lnTo>
                  <a:pt x="3166865" y="1060"/>
                </a:lnTo>
                <a:lnTo>
                  <a:pt x="3183996" y="1323"/>
                </a:lnTo>
                <a:lnTo>
                  <a:pt x="3199967" y="1654"/>
                </a:lnTo>
                <a:lnTo>
                  <a:pt x="3214820" y="2059"/>
                </a:lnTo>
                <a:lnTo>
                  <a:pt x="3228594" y="2555"/>
                </a:lnTo>
                <a:lnTo>
                  <a:pt x="3241330" y="3143"/>
                </a:lnTo>
                <a:lnTo>
                  <a:pt x="3253087" y="3835"/>
                </a:lnTo>
                <a:lnTo>
                  <a:pt x="3263896" y="4638"/>
                </a:lnTo>
                <a:lnTo>
                  <a:pt x="3273809" y="5563"/>
                </a:lnTo>
                <a:lnTo>
                  <a:pt x="3282876" y="6623"/>
                </a:lnTo>
                <a:lnTo>
                  <a:pt x="3291092" y="7824"/>
                </a:lnTo>
                <a:lnTo>
                  <a:pt x="3294983" y="8492"/>
                </a:lnTo>
                <a:lnTo>
                  <a:pt x="3298654" y="9197"/>
                </a:lnTo>
                <a:lnTo>
                  <a:pt x="3302152" y="9950"/>
                </a:lnTo>
                <a:lnTo>
                  <a:pt x="3305484" y="10753"/>
                </a:lnTo>
                <a:lnTo>
                  <a:pt x="3308659" y="11610"/>
                </a:lnTo>
                <a:lnTo>
                  <a:pt x="3311686" y="12523"/>
                </a:lnTo>
                <a:lnTo>
                  <a:pt x="3314565" y="13491"/>
                </a:lnTo>
                <a:lnTo>
                  <a:pt x="3317304" y="14533"/>
                </a:lnTo>
                <a:lnTo>
                  <a:pt x="3319914" y="15648"/>
                </a:lnTo>
                <a:lnTo>
                  <a:pt x="3322388" y="16843"/>
                </a:lnTo>
                <a:lnTo>
                  <a:pt x="3324748" y="18129"/>
                </a:lnTo>
                <a:lnTo>
                  <a:pt x="3326978" y="19502"/>
                </a:lnTo>
                <a:lnTo>
                  <a:pt x="3329078" y="20978"/>
                </a:lnTo>
                <a:lnTo>
                  <a:pt x="3331059" y="22565"/>
                </a:lnTo>
                <a:lnTo>
                  <a:pt x="3332897" y="24256"/>
                </a:lnTo>
                <a:lnTo>
                  <a:pt x="3334594" y="26051"/>
                </a:lnTo>
                <a:lnTo>
                  <a:pt x="3336138" y="27944"/>
                </a:lnTo>
                <a:lnTo>
                  <a:pt x="3337522" y="29936"/>
                </a:lnTo>
                <a:lnTo>
                  <a:pt x="3338743" y="32000"/>
                </a:lnTo>
                <a:lnTo>
                  <a:pt x="3339796" y="34126"/>
                </a:lnTo>
                <a:lnTo>
                  <a:pt x="3340689" y="36308"/>
                </a:lnTo>
                <a:lnTo>
                  <a:pt x="3341424" y="38520"/>
                </a:lnTo>
                <a:lnTo>
                  <a:pt x="3342012" y="40750"/>
                </a:lnTo>
                <a:lnTo>
                  <a:pt x="3342466" y="43004"/>
                </a:lnTo>
                <a:lnTo>
                  <a:pt x="3342798" y="45265"/>
                </a:lnTo>
                <a:lnTo>
                  <a:pt x="3343019" y="47538"/>
                </a:lnTo>
                <a:lnTo>
                  <a:pt x="3343147" y="49823"/>
                </a:lnTo>
                <a:lnTo>
                  <a:pt x="3343184" y="52035"/>
                </a:lnTo>
                <a:lnTo>
                  <a:pt x="3344042" y="565191"/>
                </a:lnTo>
                <a:lnTo>
                  <a:pt x="3344017" y="569173"/>
                </a:lnTo>
                <a:lnTo>
                  <a:pt x="3343908" y="573088"/>
                </a:lnTo>
                <a:lnTo>
                  <a:pt x="3343638" y="576985"/>
                </a:lnTo>
                <a:lnTo>
                  <a:pt x="3343128" y="580765"/>
                </a:lnTo>
                <a:lnTo>
                  <a:pt x="3342719" y="582817"/>
                </a:lnTo>
                <a:lnTo>
                  <a:pt x="3342215" y="584790"/>
                </a:lnTo>
                <a:lnTo>
                  <a:pt x="3341591" y="586763"/>
                </a:lnTo>
                <a:lnTo>
                  <a:pt x="3340824" y="588723"/>
                </a:lnTo>
                <a:lnTo>
                  <a:pt x="3339905" y="590666"/>
                </a:lnTo>
                <a:lnTo>
                  <a:pt x="3338826" y="592566"/>
                </a:lnTo>
                <a:lnTo>
                  <a:pt x="3337585" y="594403"/>
                </a:lnTo>
                <a:lnTo>
                  <a:pt x="3336173" y="596168"/>
                </a:lnTo>
                <a:lnTo>
                  <a:pt x="3334617" y="597829"/>
                </a:lnTo>
                <a:lnTo>
                  <a:pt x="3332915" y="599391"/>
                </a:lnTo>
                <a:lnTo>
                  <a:pt x="3331083" y="600837"/>
                </a:lnTo>
                <a:lnTo>
                  <a:pt x="3329122" y="602178"/>
                </a:lnTo>
                <a:lnTo>
                  <a:pt x="3327046" y="603410"/>
                </a:lnTo>
                <a:lnTo>
                  <a:pt x="3324853" y="604549"/>
                </a:lnTo>
                <a:lnTo>
                  <a:pt x="3322537" y="605597"/>
                </a:lnTo>
                <a:lnTo>
                  <a:pt x="3320090" y="606572"/>
                </a:lnTo>
                <a:lnTo>
                  <a:pt x="3317523" y="607466"/>
                </a:lnTo>
                <a:lnTo>
                  <a:pt x="3314816" y="608299"/>
                </a:lnTo>
                <a:lnTo>
                  <a:pt x="3311954" y="609071"/>
                </a:lnTo>
                <a:lnTo>
                  <a:pt x="3308940" y="609794"/>
                </a:lnTo>
                <a:lnTo>
                  <a:pt x="3305754" y="610468"/>
                </a:lnTo>
                <a:lnTo>
                  <a:pt x="3302347" y="611105"/>
                </a:lnTo>
                <a:lnTo>
                  <a:pt x="3295113" y="612232"/>
                </a:lnTo>
                <a:lnTo>
                  <a:pt x="3286999" y="613225"/>
                </a:lnTo>
                <a:lnTo>
                  <a:pt x="3278000" y="614089"/>
                </a:lnTo>
                <a:lnTo>
                  <a:pt x="3268038" y="614830"/>
                </a:lnTo>
                <a:lnTo>
                  <a:pt x="3257057" y="615468"/>
                </a:lnTo>
                <a:lnTo>
                  <a:pt x="3244995" y="616013"/>
                </a:lnTo>
                <a:lnTo>
                  <a:pt x="3231784" y="616466"/>
                </a:lnTo>
                <a:lnTo>
                  <a:pt x="3217376" y="616840"/>
                </a:lnTo>
                <a:lnTo>
                  <a:pt x="3201709" y="617140"/>
                </a:lnTo>
                <a:lnTo>
                  <a:pt x="3184717" y="617379"/>
                </a:lnTo>
                <a:lnTo>
                  <a:pt x="3166351" y="617563"/>
                </a:lnTo>
                <a:lnTo>
                  <a:pt x="3125288" y="617783"/>
                </a:lnTo>
                <a:lnTo>
                  <a:pt x="3078042" y="617876"/>
                </a:lnTo>
                <a:lnTo>
                  <a:pt x="3024183" y="617894"/>
                </a:lnTo>
                <a:lnTo>
                  <a:pt x="328407" y="615651"/>
                </a:lnTo>
                <a:lnTo>
                  <a:pt x="328413" y="615651"/>
                </a:lnTo>
                <a:lnTo>
                  <a:pt x="274465" y="615621"/>
                </a:lnTo>
                <a:lnTo>
                  <a:pt x="226977" y="615498"/>
                </a:lnTo>
                <a:lnTo>
                  <a:pt x="185528" y="615217"/>
                </a:lnTo>
                <a:lnTo>
                  <a:pt x="166920" y="615002"/>
                </a:lnTo>
                <a:lnTo>
                  <a:pt x="149675" y="614733"/>
                </a:lnTo>
                <a:lnTo>
                  <a:pt x="133720" y="614389"/>
                </a:lnTo>
                <a:lnTo>
                  <a:pt x="119003" y="613973"/>
                </a:lnTo>
                <a:lnTo>
                  <a:pt x="105481" y="613477"/>
                </a:lnTo>
                <a:lnTo>
                  <a:pt x="93080" y="612888"/>
                </a:lnTo>
                <a:lnTo>
                  <a:pt x="81758" y="612202"/>
                </a:lnTo>
                <a:lnTo>
                  <a:pt x="71453" y="611405"/>
                </a:lnTo>
                <a:lnTo>
                  <a:pt x="62096" y="610499"/>
                </a:lnTo>
                <a:lnTo>
                  <a:pt x="53635" y="609457"/>
                </a:lnTo>
                <a:lnTo>
                  <a:pt x="46056" y="608280"/>
                </a:lnTo>
                <a:lnTo>
                  <a:pt x="42485" y="607625"/>
                </a:lnTo>
                <a:lnTo>
                  <a:pt x="39139" y="606927"/>
                </a:lnTo>
                <a:lnTo>
                  <a:pt x="35965" y="606191"/>
                </a:lnTo>
                <a:lnTo>
                  <a:pt x="32951" y="605401"/>
                </a:lnTo>
                <a:lnTo>
                  <a:pt x="30096" y="604556"/>
                </a:lnTo>
                <a:lnTo>
                  <a:pt x="27388" y="603649"/>
                </a:lnTo>
                <a:lnTo>
                  <a:pt x="24815" y="602681"/>
                </a:lnTo>
                <a:lnTo>
                  <a:pt x="22370" y="601633"/>
                </a:lnTo>
                <a:lnTo>
                  <a:pt x="20048" y="600506"/>
                </a:lnTo>
                <a:lnTo>
                  <a:pt x="17855" y="599293"/>
                </a:lnTo>
                <a:lnTo>
                  <a:pt x="15778" y="597988"/>
                </a:lnTo>
                <a:lnTo>
                  <a:pt x="13822" y="596572"/>
                </a:lnTo>
                <a:lnTo>
                  <a:pt x="11997" y="595059"/>
                </a:lnTo>
                <a:lnTo>
                  <a:pt x="10306" y="593441"/>
                </a:lnTo>
                <a:lnTo>
                  <a:pt x="8762" y="591720"/>
                </a:lnTo>
                <a:lnTo>
                  <a:pt x="7365" y="589913"/>
                </a:lnTo>
                <a:lnTo>
                  <a:pt x="6128" y="588032"/>
                </a:lnTo>
                <a:lnTo>
                  <a:pt x="5056" y="586089"/>
                </a:lnTo>
                <a:lnTo>
                  <a:pt x="4137" y="584110"/>
                </a:lnTo>
                <a:lnTo>
                  <a:pt x="3365" y="582101"/>
                </a:lnTo>
                <a:lnTo>
                  <a:pt x="2728" y="580085"/>
                </a:lnTo>
                <a:lnTo>
                  <a:pt x="2213" y="578069"/>
                </a:lnTo>
                <a:lnTo>
                  <a:pt x="1808" y="576047"/>
                </a:lnTo>
                <a:lnTo>
                  <a:pt x="1484" y="573952"/>
                </a:lnTo>
                <a:lnTo>
                  <a:pt x="1092" y="570031"/>
                </a:lnTo>
                <a:lnTo>
                  <a:pt x="902" y="565987"/>
                </a:lnTo>
                <a:lnTo>
                  <a:pt x="858" y="561931"/>
                </a:lnTo>
                <a:lnTo>
                  <a:pt x="0" y="53849"/>
                </a:lnTo>
                <a:lnTo>
                  <a:pt x="50" y="49768"/>
                </a:lnTo>
                <a:moveTo>
                  <a:pt x="19913" y="54021"/>
                </a:moveTo>
                <a:lnTo>
                  <a:pt x="19913" y="53886"/>
                </a:lnTo>
                <a:lnTo>
                  <a:pt x="20771" y="561851"/>
                </a:lnTo>
                <a:lnTo>
                  <a:pt x="20771" y="561753"/>
                </a:lnTo>
                <a:lnTo>
                  <a:pt x="20814" y="565588"/>
                </a:lnTo>
                <a:lnTo>
                  <a:pt x="20801" y="565246"/>
                </a:lnTo>
                <a:lnTo>
                  <a:pt x="20966" y="568855"/>
                </a:lnTo>
                <a:lnTo>
                  <a:pt x="20929" y="568315"/>
                </a:lnTo>
                <a:lnTo>
                  <a:pt x="21267" y="571697"/>
                </a:lnTo>
                <a:lnTo>
                  <a:pt x="21200" y="571158"/>
                </a:lnTo>
                <a:lnTo>
                  <a:pt x="21451" y="572770"/>
                </a:lnTo>
                <a:lnTo>
                  <a:pt x="21371" y="572335"/>
                </a:lnTo>
                <a:lnTo>
                  <a:pt x="21684" y="573897"/>
                </a:lnTo>
                <a:lnTo>
                  <a:pt x="21573" y="573406"/>
                </a:lnTo>
                <a:lnTo>
                  <a:pt x="21952" y="574908"/>
                </a:lnTo>
                <a:lnTo>
                  <a:pt x="21801" y="574369"/>
                </a:lnTo>
                <a:lnTo>
                  <a:pt x="22259" y="575821"/>
                </a:lnTo>
                <a:lnTo>
                  <a:pt x="22057" y="575239"/>
                </a:lnTo>
                <a:lnTo>
                  <a:pt x="22596" y="576642"/>
                </a:lnTo>
                <a:lnTo>
                  <a:pt x="22334" y="576022"/>
                </a:lnTo>
                <a:lnTo>
                  <a:pt x="22964" y="577377"/>
                </a:lnTo>
                <a:lnTo>
                  <a:pt x="22639" y="576746"/>
                </a:lnTo>
                <a:lnTo>
                  <a:pt x="23361" y="578051"/>
                </a:lnTo>
                <a:lnTo>
                  <a:pt x="22982" y="577414"/>
                </a:lnTo>
                <a:lnTo>
                  <a:pt x="23803" y="578669"/>
                </a:lnTo>
                <a:lnTo>
                  <a:pt x="23368" y="578057"/>
                </a:lnTo>
                <a:lnTo>
                  <a:pt x="24300" y="579264"/>
                </a:lnTo>
                <a:lnTo>
                  <a:pt x="23816" y="578682"/>
                </a:lnTo>
                <a:lnTo>
                  <a:pt x="24864" y="579846"/>
                </a:lnTo>
                <a:lnTo>
                  <a:pt x="24349" y="579319"/>
                </a:lnTo>
                <a:lnTo>
                  <a:pt x="25519" y="580434"/>
                </a:lnTo>
                <a:lnTo>
                  <a:pt x="24986" y="579962"/>
                </a:lnTo>
                <a:lnTo>
                  <a:pt x="26279" y="581041"/>
                </a:lnTo>
                <a:lnTo>
                  <a:pt x="25752" y="580624"/>
                </a:lnTo>
                <a:lnTo>
                  <a:pt x="27180" y="581659"/>
                </a:lnTo>
                <a:lnTo>
                  <a:pt x="26659" y="581310"/>
                </a:lnTo>
                <a:lnTo>
                  <a:pt x="28227" y="582296"/>
                </a:lnTo>
                <a:lnTo>
                  <a:pt x="27731" y="582003"/>
                </a:lnTo>
                <a:lnTo>
                  <a:pt x="29447" y="582953"/>
                </a:lnTo>
                <a:lnTo>
                  <a:pt x="28981" y="582707"/>
                </a:lnTo>
                <a:lnTo>
                  <a:pt x="30849" y="583614"/>
                </a:lnTo>
                <a:lnTo>
                  <a:pt x="30414" y="583418"/>
                </a:lnTo>
                <a:lnTo>
                  <a:pt x="32442" y="584282"/>
                </a:lnTo>
                <a:lnTo>
                  <a:pt x="32045" y="584122"/>
                </a:lnTo>
                <a:lnTo>
                  <a:pt x="34237" y="584950"/>
                </a:lnTo>
                <a:lnTo>
                  <a:pt x="33876" y="584821"/>
                </a:lnTo>
                <a:lnTo>
                  <a:pt x="36241" y="585611"/>
                </a:lnTo>
                <a:lnTo>
                  <a:pt x="35911" y="585507"/>
                </a:lnTo>
                <a:lnTo>
                  <a:pt x="38452" y="586261"/>
                </a:lnTo>
                <a:lnTo>
                  <a:pt x="38158" y="586181"/>
                </a:lnTo>
                <a:lnTo>
                  <a:pt x="40886" y="586898"/>
                </a:lnTo>
                <a:lnTo>
                  <a:pt x="40621" y="586830"/>
                </a:lnTo>
                <a:lnTo>
                  <a:pt x="43538" y="587511"/>
                </a:lnTo>
                <a:lnTo>
                  <a:pt x="43300" y="587456"/>
                </a:lnTo>
                <a:lnTo>
                  <a:pt x="46418" y="588105"/>
                </a:lnTo>
                <a:lnTo>
                  <a:pt x="46203" y="588062"/>
                </a:lnTo>
                <a:lnTo>
                  <a:pt x="49531" y="588675"/>
                </a:lnTo>
                <a:lnTo>
                  <a:pt x="49248" y="588626"/>
                </a:lnTo>
                <a:lnTo>
                  <a:pt x="56534" y="589754"/>
                </a:lnTo>
                <a:lnTo>
                  <a:pt x="56220" y="589710"/>
                </a:lnTo>
                <a:lnTo>
                  <a:pt x="64401" y="590721"/>
                </a:lnTo>
                <a:lnTo>
                  <a:pt x="64155" y="590691"/>
                </a:lnTo>
                <a:lnTo>
                  <a:pt x="73284" y="591579"/>
                </a:lnTo>
                <a:lnTo>
                  <a:pt x="73082" y="591560"/>
                </a:lnTo>
                <a:lnTo>
                  <a:pt x="83209" y="592345"/>
                </a:lnTo>
                <a:lnTo>
                  <a:pt x="83044" y="592333"/>
                </a:lnTo>
                <a:lnTo>
                  <a:pt x="94220" y="593007"/>
                </a:lnTo>
                <a:lnTo>
                  <a:pt x="94091" y="593001"/>
                </a:lnTo>
                <a:lnTo>
                  <a:pt x="106369" y="593582"/>
                </a:lnTo>
                <a:lnTo>
                  <a:pt x="106264" y="593577"/>
                </a:lnTo>
                <a:lnTo>
                  <a:pt x="119695" y="594072"/>
                </a:lnTo>
                <a:lnTo>
                  <a:pt x="119609" y="594072"/>
                </a:lnTo>
                <a:lnTo>
                  <a:pt x="134245" y="594483"/>
                </a:lnTo>
                <a:lnTo>
                  <a:pt x="134179" y="594483"/>
                </a:lnTo>
                <a:lnTo>
                  <a:pt x="150072" y="594821"/>
                </a:lnTo>
                <a:lnTo>
                  <a:pt x="150016" y="594821"/>
                </a:lnTo>
                <a:lnTo>
                  <a:pt x="167215" y="595096"/>
                </a:lnTo>
                <a:lnTo>
                  <a:pt x="167171" y="595096"/>
                </a:lnTo>
                <a:lnTo>
                  <a:pt x="185731" y="595310"/>
                </a:lnTo>
                <a:lnTo>
                  <a:pt x="185682" y="595304"/>
                </a:lnTo>
                <a:lnTo>
                  <a:pt x="227086" y="595586"/>
                </a:lnTo>
                <a:lnTo>
                  <a:pt x="227050" y="595586"/>
                </a:lnTo>
                <a:lnTo>
                  <a:pt x="274509" y="595708"/>
                </a:lnTo>
                <a:lnTo>
                  <a:pt x="274490" y="595708"/>
                </a:lnTo>
                <a:lnTo>
                  <a:pt x="328424" y="595739"/>
                </a:lnTo>
                <a:lnTo>
                  <a:pt x="3024194" y="597982"/>
                </a:lnTo>
                <a:lnTo>
                  <a:pt x="3024183" y="597982"/>
                </a:lnTo>
                <a:lnTo>
                  <a:pt x="3078026" y="597963"/>
                </a:lnTo>
                <a:lnTo>
                  <a:pt x="3078012" y="597963"/>
                </a:lnTo>
                <a:lnTo>
                  <a:pt x="3125226" y="597871"/>
                </a:lnTo>
                <a:lnTo>
                  <a:pt x="3125195" y="597871"/>
                </a:lnTo>
                <a:lnTo>
                  <a:pt x="3166221" y="597651"/>
                </a:lnTo>
                <a:lnTo>
                  <a:pt x="3166172" y="597651"/>
                </a:lnTo>
                <a:lnTo>
                  <a:pt x="3184499" y="597466"/>
                </a:lnTo>
                <a:lnTo>
                  <a:pt x="3184461" y="597466"/>
                </a:lnTo>
                <a:lnTo>
                  <a:pt x="3201402" y="597234"/>
                </a:lnTo>
                <a:lnTo>
                  <a:pt x="3201346" y="597234"/>
                </a:lnTo>
                <a:lnTo>
                  <a:pt x="3216957" y="596934"/>
                </a:lnTo>
                <a:lnTo>
                  <a:pt x="3216890" y="596934"/>
                </a:lnTo>
                <a:lnTo>
                  <a:pt x="3231228" y="596560"/>
                </a:lnTo>
                <a:lnTo>
                  <a:pt x="3231142" y="596566"/>
                </a:lnTo>
                <a:lnTo>
                  <a:pt x="3244260" y="596113"/>
                </a:lnTo>
                <a:lnTo>
                  <a:pt x="3244155" y="596119"/>
                </a:lnTo>
                <a:lnTo>
                  <a:pt x="3256097" y="595579"/>
                </a:lnTo>
                <a:lnTo>
                  <a:pt x="3255969" y="595586"/>
                </a:lnTo>
                <a:lnTo>
                  <a:pt x="3266801" y="594955"/>
                </a:lnTo>
                <a:lnTo>
                  <a:pt x="3266633" y="594967"/>
                </a:lnTo>
                <a:lnTo>
                  <a:pt x="3276407" y="594238"/>
                </a:lnTo>
                <a:lnTo>
                  <a:pt x="3276205" y="594257"/>
                </a:lnTo>
                <a:lnTo>
                  <a:pt x="3284972" y="593417"/>
                </a:lnTo>
                <a:lnTo>
                  <a:pt x="3284716" y="593441"/>
                </a:lnTo>
                <a:lnTo>
                  <a:pt x="3292534" y="592485"/>
                </a:lnTo>
                <a:lnTo>
                  <a:pt x="3292208" y="592535"/>
                </a:lnTo>
                <a:lnTo>
                  <a:pt x="3299138" y="591456"/>
                </a:lnTo>
                <a:lnTo>
                  <a:pt x="3298836" y="591506"/>
                </a:lnTo>
                <a:lnTo>
                  <a:pt x="3301980" y="590917"/>
                </a:lnTo>
                <a:lnTo>
                  <a:pt x="3301754" y="590960"/>
                </a:lnTo>
                <a:lnTo>
                  <a:pt x="3304689" y="590341"/>
                </a:lnTo>
                <a:lnTo>
                  <a:pt x="3304438" y="590397"/>
                </a:lnTo>
                <a:lnTo>
                  <a:pt x="3307177" y="589741"/>
                </a:lnTo>
                <a:lnTo>
                  <a:pt x="3306889" y="589815"/>
                </a:lnTo>
                <a:lnTo>
                  <a:pt x="3309442" y="589122"/>
                </a:lnTo>
                <a:lnTo>
                  <a:pt x="3309124" y="589214"/>
                </a:lnTo>
                <a:lnTo>
                  <a:pt x="3311496" y="588485"/>
                </a:lnTo>
                <a:lnTo>
                  <a:pt x="3311140" y="588608"/>
                </a:lnTo>
                <a:lnTo>
                  <a:pt x="3313333" y="587836"/>
                </a:lnTo>
                <a:lnTo>
                  <a:pt x="3312935" y="587982"/>
                </a:lnTo>
                <a:lnTo>
                  <a:pt x="3314963" y="587180"/>
                </a:lnTo>
                <a:lnTo>
                  <a:pt x="3314528" y="587364"/>
                </a:lnTo>
                <a:lnTo>
                  <a:pt x="3316391" y="586518"/>
                </a:lnTo>
                <a:lnTo>
                  <a:pt x="3315919" y="586751"/>
                </a:lnTo>
                <a:lnTo>
                  <a:pt x="3317628" y="585862"/>
                </a:lnTo>
                <a:lnTo>
                  <a:pt x="3317118" y="586144"/>
                </a:lnTo>
                <a:lnTo>
                  <a:pt x="3318681" y="585220"/>
                </a:lnTo>
                <a:lnTo>
                  <a:pt x="3318149" y="585562"/>
                </a:lnTo>
                <a:lnTo>
                  <a:pt x="3319565" y="584595"/>
                </a:lnTo>
                <a:lnTo>
                  <a:pt x="3319014" y="584999"/>
                </a:lnTo>
                <a:lnTo>
                  <a:pt x="3320288" y="583988"/>
                </a:lnTo>
                <a:lnTo>
                  <a:pt x="3319737" y="584460"/>
                </a:lnTo>
                <a:lnTo>
                  <a:pt x="3320888" y="583406"/>
                </a:lnTo>
                <a:lnTo>
                  <a:pt x="3320342" y="583945"/>
                </a:lnTo>
                <a:lnTo>
                  <a:pt x="3321372" y="582842"/>
                </a:lnTo>
                <a:lnTo>
                  <a:pt x="3320858" y="583436"/>
                </a:lnTo>
                <a:lnTo>
                  <a:pt x="3321769" y="582291"/>
                </a:lnTo>
                <a:lnTo>
                  <a:pt x="3321304" y="582928"/>
                </a:lnTo>
                <a:lnTo>
                  <a:pt x="3322114" y="581733"/>
                </a:lnTo>
                <a:lnTo>
                  <a:pt x="3321702" y="582389"/>
                </a:lnTo>
                <a:lnTo>
                  <a:pt x="3322407" y="581151"/>
                </a:lnTo>
                <a:lnTo>
                  <a:pt x="3322065" y="581813"/>
                </a:lnTo>
                <a:lnTo>
                  <a:pt x="3322676" y="580520"/>
                </a:lnTo>
                <a:lnTo>
                  <a:pt x="3322402" y="581163"/>
                </a:lnTo>
                <a:lnTo>
                  <a:pt x="3322923" y="579828"/>
                </a:lnTo>
                <a:lnTo>
                  <a:pt x="3322706" y="580429"/>
                </a:lnTo>
                <a:lnTo>
                  <a:pt x="3323148" y="579043"/>
                </a:lnTo>
                <a:lnTo>
                  <a:pt x="3322990" y="579594"/>
                </a:lnTo>
                <a:lnTo>
                  <a:pt x="3323358" y="578155"/>
                </a:lnTo>
                <a:lnTo>
                  <a:pt x="3323241" y="578657"/>
                </a:lnTo>
                <a:lnTo>
                  <a:pt x="3323541" y="577162"/>
                </a:lnTo>
                <a:lnTo>
                  <a:pt x="3323437" y="577794"/>
                </a:lnTo>
                <a:lnTo>
                  <a:pt x="3323860" y="574644"/>
                </a:lnTo>
                <a:lnTo>
                  <a:pt x="3323792" y="575281"/>
                </a:lnTo>
                <a:lnTo>
                  <a:pt x="3324032" y="571912"/>
                </a:lnTo>
                <a:lnTo>
                  <a:pt x="3324013" y="572323"/>
                </a:lnTo>
                <a:lnTo>
                  <a:pt x="3324111" y="568726"/>
                </a:lnTo>
                <a:lnTo>
                  <a:pt x="3324104" y="568952"/>
                </a:lnTo>
                <a:lnTo>
                  <a:pt x="3324130" y="565117"/>
                </a:lnTo>
                <a:lnTo>
                  <a:pt x="3324130" y="565191"/>
                </a:lnTo>
                <a:lnTo>
                  <a:pt x="3323272" y="52146"/>
                </a:lnTo>
                <a:lnTo>
                  <a:pt x="3323272" y="52299"/>
                </a:lnTo>
                <a:lnTo>
                  <a:pt x="3323241" y="50357"/>
                </a:lnTo>
                <a:lnTo>
                  <a:pt x="3323253" y="50730"/>
                </a:lnTo>
                <a:lnTo>
                  <a:pt x="3323148" y="48843"/>
                </a:lnTo>
                <a:lnTo>
                  <a:pt x="3323186" y="49272"/>
                </a:lnTo>
                <a:lnTo>
                  <a:pt x="3323002" y="47446"/>
                </a:lnTo>
                <a:lnTo>
                  <a:pt x="3323062" y="47918"/>
                </a:lnTo>
                <a:lnTo>
                  <a:pt x="3322806" y="46154"/>
                </a:lnTo>
                <a:lnTo>
                  <a:pt x="3322890" y="46680"/>
                </a:lnTo>
                <a:lnTo>
                  <a:pt x="3322548" y="44971"/>
                </a:lnTo>
                <a:lnTo>
                  <a:pt x="3322683" y="45541"/>
                </a:lnTo>
                <a:lnTo>
                  <a:pt x="3322248" y="43893"/>
                </a:lnTo>
                <a:lnTo>
                  <a:pt x="3322425" y="44493"/>
                </a:lnTo>
                <a:lnTo>
                  <a:pt x="3321900" y="42906"/>
                </a:lnTo>
                <a:lnTo>
                  <a:pt x="3322132" y="43537"/>
                </a:lnTo>
                <a:lnTo>
                  <a:pt x="3321507" y="42000"/>
                </a:lnTo>
                <a:lnTo>
                  <a:pt x="3321795" y="42649"/>
                </a:lnTo>
                <a:lnTo>
                  <a:pt x="3321065" y="41166"/>
                </a:lnTo>
                <a:lnTo>
                  <a:pt x="3321416" y="41810"/>
                </a:lnTo>
                <a:lnTo>
                  <a:pt x="3320569" y="40382"/>
                </a:lnTo>
                <a:lnTo>
                  <a:pt x="3320974" y="41013"/>
                </a:lnTo>
                <a:lnTo>
                  <a:pt x="3320011" y="39635"/>
                </a:lnTo>
                <a:lnTo>
                  <a:pt x="3320465" y="40229"/>
                </a:lnTo>
                <a:lnTo>
                  <a:pt x="3319386" y="38905"/>
                </a:lnTo>
                <a:lnTo>
                  <a:pt x="3319872" y="39457"/>
                </a:lnTo>
                <a:lnTo>
                  <a:pt x="3318665" y="38183"/>
                </a:lnTo>
                <a:lnTo>
                  <a:pt x="3319165" y="38679"/>
                </a:lnTo>
                <a:lnTo>
                  <a:pt x="3317837" y="37460"/>
                </a:lnTo>
                <a:lnTo>
                  <a:pt x="3318346" y="37895"/>
                </a:lnTo>
                <a:lnTo>
                  <a:pt x="3316881" y="36718"/>
                </a:lnTo>
                <a:lnTo>
                  <a:pt x="3317384" y="37098"/>
                </a:lnTo>
                <a:lnTo>
                  <a:pt x="3315777" y="35970"/>
                </a:lnTo>
                <a:lnTo>
                  <a:pt x="3316267" y="36295"/>
                </a:lnTo>
                <a:lnTo>
                  <a:pt x="3314516" y="35217"/>
                </a:lnTo>
                <a:lnTo>
                  <a:pt x="3314988" y="35487"/>
                </a:lnTo>
                <a:lnTo>
                  <a:pt x="3313088" y="34451"/>
                </a:lnTo>
                <a:lnTo>
                  <a:pt x="3313523" y="34678"/>
                </a:lnTo>
                <a:lnTo>
                  <a:pt x="3311470" y="33685"/>
                </a:lnTo>
                <a:lnTo>
                  <a:pt x="3311882" y="33869"/>
                </a:lnTo>
                <a:lnTo>
                  <a:pt x="3309663" y="32925"/>
                </a:lnTo>
                <a:lnTo>
                  <a:pt x="3310044" y="33079"/>
                </a:lnTo>
                <a:lnTo>
                  <a:pt x="3307661" y="32172"/>
                </a:lnTo>
                <a:lnTo>
                  <a:pt x="3308010" y="32295"/>
                </a:lnTo>
                <a:lnTo>
                  <a:pt x="3305461" y="31437"/>
                </a:lnTo>
                <a:lnTo>
                  <a:pt x="3305773" y="31535"/>
                </a:lnTo>
                <a:lnTo>
                  <a:pt x="3303052" y="30714"/>
                </a:lnTo>
                <a:lnTo>
                  <a:pt x="3303340" y="30800"/>
                </a:lnTo>
                <a:lnTo>
                  <a:pt x="3300436" y="30016"/>
                </a:lnTo>
                <a:lnTo>
                  <a:pt x="3300701" y="30082"/>
                </a:lnTo>
                <a:lnTo>
                  <a:pt x="3297613" y="29342"/>
                </a:lnTo>
                <a:lnTo>
                  <a:pt x="3297845" y="29391"/>
                </a:lnTo>
                <a:lnTo>
                  <a:pt x="3294573" y="28686"/>
                </a:lnTo>
                <a:lnTo>
                  <a:pt x="3294780" y="28728"/>
                </a:lnTo>
                <a:lnTo>
                  <a:pt x="3291313" y="28061"/>
                </a:lnTo>
                <a:lnTo>
                  <a:pt x="3291511" y="28098"/>
                </a:lnTo>
                <a:lnTo>
                  <a:pt x="3287839" y="27466"/>
                </a:lnTo>
                <a:lnTo>
                  <a:pt x="3288090" y="27504"/>
                </a:lnTo>
                <a:lnTo>
                  <a:pt x="3280137" y="26345"/>
                </a:lnTo>
                <a:lnTo>
                  <a:pt x="3280421" y="26382"/>
                </a:lnTo>
                <a:lnTo>
                  <a:pt x="3271614" y="25353"/>
                </a:lnTo>
                <a:lnTo>
                  <a:pt x="3271842" y="25378"/>
                </a:lnTo>
                <a:lnTo>
                  <a:pt x="3262138" y="24471"/>
                </a:lnTo>
                <a:lnTo>
                  <a:pt x="3262326" y="24489"/>
                </a:lnTo>
                <a:lnTo>
                  <a:pt x="3251692" y="23699"/>
                </a:lnTo>
                <a:lnTo>
                  <a:pt x="3251843" y="23704"/>
                </a:lnTo>
                <a:lnTo>
                  <a:pt x="3240228" y="23025"/>
                </a:lnTo>
                <a:lnTo>
                  <a:pt x="3240356" y="23031"/>
                </a:lnTo>
                <a:lnTo>
                  <a:pt x="3227724" y="22449"/>
                </a:lnTo>
                <a:lnTo>
                  <a:pt x="3227826" y="22455"/>
                </a:lnTo>
                <a:lnTo>
                  <a:pt x="3214146" y="21964"/>
                </a:lnTo>
                <a:lnTo>
                  <a:pt x="3214232" y="21964"/>
                </a:lnTo>
                <a:lnTo>
                  <a:pt x="3199454" y="21560"/>
                </a:lnTo>
                <a:lnTo>
                  <a:pt x="3199521" y="21560"/>
                </a:lnTo>
                <a:lnTo>
                  <a:pt x="3183608" y="21230"/>
                </a:lnTo>
                <a:lnTo>
                  <a:pt x="3183664" y="21230"/>
                </a:lnTo>
                <a:lnTo>
                  <a:pt x="3166583" y="20966"/>
                </a:lnTo>
                <a:lnTo>
                  <a:pt x="3166625" y="20972"/>
                </a:lnTo>
                <a:lnTo>
                  <a:pt x="3148331" y="20770"/>
                </a:lnTo>
                <a:lnTo>
                  <a:pt x="3148368" y="20770"/>
                </a:lnTo>
                <a:lnTo>
                  <a:pt x="3128816" y="20617"/>
                </a:lnTo>
                <a:lnTo>
                  <a:pt x="3128853" y="20617"/>
                </a:lnTo>
                <a:lnTo>
                  <a:pt x="3085844" y="20445"/>
                </a:lnTo>
                <a:lnTo>
                  <a:pt x="3085879" y="20445"/>
                </a:lnTo>
                <a:lnTo>
                  <a:pt x="2983090" y="20384"/>
                </a:lnTo>
                <a:lnTo>
                  <a:pt x="2983095" y="20384"/>
                </a:lnTo>
                <a:lnTo>
                  <a:pt x="328413" y="19912"/>
                </a:lnTo>
                <a:lnTo>
                  <a:pt x="328419" y="19912"/>
                </a:lnTo>
                <a:lnTo>
                  <a:pt x="274479" y="19943"/>
                </a:lnTo>
                <a:lnTo>
                  <a:pt x="274502" y="19943"/>
                </a:lnTo>
                <a:lnTo>
                  <a:pt x="227013" y="20071"/>
                </a:lnTo>
                <a:lnTo>
                  <a:pt x="227056" y="20071"/>
                </a:lnTo>
                <a:lnTo>
                  <a:pt x="185607" y="20353"/>
                </a:lnTo>
                <a:lnTo>
                  <a:pt x="185656" y="20353"/>
                </a:lnTo>
                <a:lnTo>
                  <a:pt x="167068" y="20568"/>
                </a:lnTo>
                <a:lnTo>
                  <a:pt x="167111" y="20568"/>
                </a:lnTo>
                <a:lnTo>
                  <a:pt x="149882" y="20850"/>
                </a:lnTo>
                <a:lnTo>
                  <a:pt x="149937" y="20843"/>
                </a:lnTo>
                <a:lnTo>
                  <a:pt x="134013" y="21193"/>
                </a:lnTo>
                <a:lnTo>
                  <a:pt x="134080" y="21186"/>
                </a:lnTo>
                <a:lnTo>
                  <a:pt x="119414" y="21609"/>
                </a:lnTo>
                <a:lnTo>
                  <a:pt x="119500" y="21603"/>
                </a:lnTo>
                <a:lnTo>
                  <a:pt x="106032" y="22100"/>
                </a:lnTo>
                <a:lnTo>
                  <a:pt x="106135" y="22100"/>
                </a:lnTo>
                <a:lnTo>
                  <a:pt x="93821" y="22688"/>
                </a:lnTo>
                <a:lnTo>
                  <a:pt x="93957" y="22675"/>
                </a:lnTo>
                <a:lnTo>
                  <a:pt x="82737" y="23361"/>
                </a:lnTo>
                <a:lnTo>
                  <a:pt x="82897" y="23349"/>
                </a:lnTo>
                <a:lnTo>
                  <a:pt x="72733" y="24133"/>
                </a:lnTo>
                <a:lnTo>
                  <a:pt x="72935" y="24115"/>
                </a:lnTo>
                <a:lnTo>
                  <a:pt x="63769" y="25010"/>
                </a:lnTo>
                <a:lnTo>
                  <a:pt x="64014" y="24985"/>
                </a:lnTo>
                <a:lnTo>
                  <a:pt x="55792" y="25996"/>
                </a:lnTo>
                <a:lnTo>
                  <a:pt x="56105" y="25953"/>
                </a:lnTo>
                <a:lnTo>
                  <a:pt x="48776" y="27087"/>
                </a:lnTo>
                <a:lnTo>
                  <a:pt x="49059" y="27038"/>
                </a:lnTo>
                <a:lnTo>
                  <a:pt x="45713" y="27656"/>
                </a:lnTo>
                <a:lnTo>
                  <a:pt x="45927" y="27613"/>
                </a:lnTo>
                <a:lnTo>
                  <a:pt x="42790" y="28263"/>
                </a:lnTo>
                <a:lnTo>
                  <a:pt x="43030" y="28208"/>
                </a:lnTo>
                <a:lnTo>
                  <a:pt x="40088" y="28894"/>
                </a:lnTo>
                <a:lnTo>
                  <a:pt x="40352" y="28827"/>
                </a:lnTo>
                <a:lnTo>
                  <a:pt x="37601" y="29550"/>
                </a:lnTo>
                <a:lnTo>
                  <a:pt x="37895" y="29464"/>
                </a:lnTo>
                <a:lnTo>
                  <a:pt x="35335" y="30224"/>
                </a:lnTo>
                <a:lnTo>
                  <a:pt x="35658" y="30120"/>
                </a:lnTo>
                <a:lnTo>
                  <a:pt x="33275" y="30910"/>
                </a:lnTo>
                <a:lnTo>
                  <a:pt x="33637" y="30787"/>
                </a:lnTo>
                <a:lnTo>
                  <a:pt x="31426" y="31614"/>
                </a:lnTo>
                <a:lnTo>
                  <a:pt x="31817" y="31455"/>
                </a:lnTo>
                <a:lnTo>
                  <a:pt x="29770" y="32325"/>
                </a:lnTo>
                <a:lnTo>
                  <a:pt x="30200" y="32129"/>
                </a:lnTo>
                <a:lnTo>
                  <a:pt x="28319" y="33042"/>
                </a:lnTo>
                <a:lnTo>
                  <a:pt x="28778" y="32803"/>
                </a:lnTo>
                <a:lnTo>
                  <a:pt x="27045" y="33753"/>
                </a:lnTo>
                <a:lnTo>
                  <a:pt x="27540" y="33465"/>
                </a:lnTo>
                <a:lnTo>
                  <a:pt x="25954" y="34457"/>
                </a:lnTo>
                <a:lnTo>
                  <a:pt x="26468" y="34108"/>
                </a:lnTo>
                <a:lnTo>
                  <a:pt x="25023" y="35143"/>
                </a:lnTo>
                <a:lnTo>
                  <a:pt x="25550" y="34739"/>
                </a:lnTo>
                <a:lnTo>
                  <a:pt x="24238" y="35818"/>
                </a:lnTo>
                <a:lnTo>
                  <a:pt x="24772" y="35352"/>
                </a:lnTo>
                <a:lnTo>
                  <a:pt x="23589" y="36473"/>
                </a:lnTo>
                <a:lnTo>
                  <a:pt x="24099" y="35946"/>
                </a:lnTo>
                <a:lnTo>
                  <a:pt x="23038" y="37111"/>
                </a:lnTo>
                <a:lnTo>
                  <a:pt x="23522" y="36541"/>
                </a:lnTo>
                <a:lnTo>
                  <a:pt x="22578" y="37748"/>
                </a:lnTo>
                <a:lnTo>
                  <a:pt x="23020" y="37141"/>
                </a:lnTo>
                <a:lnTo>
                  <a:pt x="22180" y="38397"/>
                </a:lnTo>
                <a:lnTo>
                  <a:pt x="22566" y="37766"/>
                </a:lnTo>
                <a:lnTo>
                  <a:pt x="21830" y="39071"/>
                </a:lnTo>
                <a:lnTo>
                  <a:pt x="22156" y="38440"/>
                </a:lnTo>
                <a:lnTo>
                  <a:pt x="21518" y="39794"/>
                </a:lnTo>
                <a:lnTo>
                  <a:pt x="21782" y="39175"/>
                </a:lnTo>
                <a:lnTo>
                  <a:pt x="21236" y="40578"/>
                </a:lnTo>
                <a:lnTo>
                  <a:pt x="21445" y="39996"/>
                </a:lnTo>
                <a:lnTo>
                  <a:pt x="20973" y="41448"/>
                </a:lnTo>
                <a:lnTo>
                  <a:pt x="21132" y="40903"/>
                </a:lnTo>
                <a:lnTo>
                  <a:pt x="20741" y="42410"/>
                </a:lnTo>
                <a:lnTo>
                  <a:pt x="20857" y="41920"/>
                </a:lnTo>
                <a:lnTo>
                  <a:pt x="20531" y="43476"/>
                </a:lnTo>
                <a:lnTo>
                  <a:pt x="20617" y="43035"/>
                </a:lnTo>
                <a:lnTo>
                  <a:pt x="20355" y="44646"/>
                </a:lnTo>
                <a:lnTo>
                  <a:pt x="20428" y="44101"/>
                </a:lnTo>
                <a:lnTo>
                  <a:pt x="20078" y="47483"/>
                </a:lnTo>
                <a:lnTo>
                  <a:pt x="20122" y="46931"/>
                </a:lnTo>
                <a:lnTo>
                  <a:pt x="19950" y="50541"/>
                </a:lnTo>
                <a:lnTo>
                  <a:pt x="19956" y="50185"/>
                </a:lnTo>
                <a:lnTo>
                  <a:pt x="19913" y="540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7">
            <a:extLst xmlns:a="http://schemas.openxmlformats.org/drawingml/2006/main">
              <a:ext uri="{FF2B5EF4-FFF2-40B4-BE49-F238E27FC236}">
                <a16:creationId xmlns:a16="http://schemas.microsoft.com/office/drawing/2014/main" id="{9E529F4B-2FFA-4B9E-BB76-D72BEDED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407" y="7613775"/>
            <a:ext cx="3324434" cy="567347"/>
          </a:xfrm>
          <a:custGeom xmlns:a="http://schemas.openxmlformats.org/drawingml/2006/main">
            <a:pathLst>
              <a:path w="3324434" h="567347">
                <a:moveTo>
                  <a:pt x="0" y="41693"/>
                </a:moveTo>
                <a:cubicBezTo>
                  <a:pt x="0" y="1678"/>
                  <a:pt x="12841" y="0"/>
                  <a:pt x="318486" y="0"/>
                </a:cubicBezTo>
                <a:lnTo>
                  <a:pt x="2973414" y="447"/>
                </a:lnTo>
                <a:cubicBezTo>
                  <a:pt x="3279058" y="447"/>
                  <a:pt x="3323576" y="0"/>
                  <a:pt x="3323576" y="40014"/>
                </a:cubicBezTo>
                <a:lnTo>
                  <a:pt x="3324434" y="526775"/>
                </a:lnTo>
                <a:cubicBezTo>
                  <a:pt x="3324434" y="566783"/>
                  <a:pt x="3320153" y="567347"/>
                  <a:pt x="3014507" y="567347"/>
                </a:cubicBezTo>
                <a:lnTo>
                  <a:pt x="318486" y="565215"/>
                </a:lnTo>
                <a:cubicBezTo>
                  <a:pt x="12841" y="565215"/>
                  <a:pt x="858" y="563646"/>
                  <a:pt x="858" y="523638"/>
                </a:cubicBezTo>
                <a:lnTo>
                  <a:pt x="0" y="4169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8">
            <a:extLst xmlns:a="http://schemas.openxmlformats.org/drawingml/2006/main">
              <a:ext uri="{FF2B5EF4-FFF2-40B4-BE49-F238E27FC236}">
                <a16:creationId xmlns:a16="http://schemas.microsoft.com/office/drawing/2014/main" id="{8BACDB63-3AC7-4CD0-96E3-93EDF3D7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450" y="7603819"/>
            <a:ext cx="3344348" cy="587260"/>
          </a:xfrm>
          <a:custGeom xmlns:a="http://schemas.openxmlformats.org/drawingml/2006/main">
            <a:pathLst>
              <a:path w="3344348" h="587260">
                <a:moveTo>
                  <a:pt x="49" y="47698"/>
                </a:moveTo>
                <a:lnTo>
                  <a:pt x="245" y="43795"/>
                </a:lnTo>
                <a:lnTo>
                  <a:pt x="662" y="40009"/>
                </a:lnTo>
                <a:lnTo>
                  <a:pt x="1005" y="37962"/>
                </a:lnTo>
                <a:lnTo>
                  <a:pt x="1434" y="35995"/>
                </a:lnTo>
                <a:lnTo>
                  <a:pt x="1973" y="34022"/>
                </a:lnTo>
                <a:lnTo>
                  <a:pt x="2641" y="32056"/>
                </a:lnTo>
                <a:lnTo>
                  <a:pt x="3450" y="30101"/>
                </a:lnTo>
                <a:lnTo>
                  <a:pt x="4411" y="28178"/>
                </a:lnTo>
                <a:lnTo>
                  <a:pt x="5526" y="26297"/>
                </a:lnTo>
                <a:lnTo>
                  <a:pt x="6801" y="24477"/>
                </a:lnTo>
                <a:lnTo>
                  <a:pt x="8236" y="22736"/>
                </a:lnTo>
                <a:lnTo>
                  <a:pt x="9810" y="21095"/>
                </a:lnTo>
                <a:lnTo>
                  <a:pt x="11525" y="19551"/>
                </a:lnTo>
                <a:lnTo>
                  <a:pt x="13369" y="18117"/>
                </a:lnTo>
                <a:lnTo>
                  <a:pt x="15335" y="16782"/>
                </a:lnTo>
                <a:lnTo>
                  <a:pt x="17426" y="15544"/>
                </a:lnTo>
                <a:lnTo>
                  <a:pt x="19624" y="14398"/>
                </a:lnTo>
                <a:lnTo>
                  <a:pt x="21946" y="13339"/>
                </a:lnTo>
                <a:lnTo>
                  <a:pt x="24390" y="12352"/>
                </a:lnTo>
                <a:lnTo>
                  <a:pt x="26970" y="11433"/>
                </a:lnTo>
                <a:lnTo>
                  <a:pt x="29685" y="10575"/>
                </a:lnTo>
                <a:lnTo>
                  <a:pt x="32546" y="9778"/>
                </a:lnTo>
                <a:lnTo>
                  <a:pt x="35559" y="9031"/>
                </a:lnTo>
                <a:lnTo>
                  <a:pt x="38746" y="8327"/>
                </a:lnTo>
                <a:lnTo>
                  <a:pt x="42099" y="7671"/>
                </a:lnTo>
                <a:lnTo>
                  <a:pt x="45675" y="7046"/>
                </a:lnTo>
                <a:lnTo>
                  <a:pt x="53286" y="5925"/>
                </a:lnTo>
                <a:lnTo>
                  <a:pt x="61772" y="4939"/>
                </a:lnTo>
                <a:lnTo>
                  <a:pt x="71150" y="4068"/>
                </a:lnTo>
                <a:lnTo>
                  <a:pt x="81487" y="3309"/>
                </a:lnTo>
                <a:lnTo>
                  <a:pt x="92847" y="2653"/>
                </a:lnTo>
                <a:lnTo>
                  <a:pt x="105271" y="2089"/>
                </a:lnTo>
                <a:lnTo>
                  <a:pt x="118831" y="1617"/>
                </a:lnTo>
                <a:lnTo>
                  <a:pt x="133572" y="1219"/>
                </a:lnTo>
                <a:lnTo>
                  <a:pt x="149557" y="889"/>
                </a:lnTo>
                <a:lnTo>
                  <a:pt x="166835" y="625"/>
                </a:lnTo>
                <a:lnTo>
                  <a:pt x="185467" y="417"/>
                </a:lnTo>
                <a:lnTo>
                  <a:pt x="226964" y="147"/>
                </a:lnTo>
                <a:lnTo>
                  <a:pt x="274483" y="31"/>
                </a:lnTo>
                <a:lnTo>
                  <a:pt x="328443" y="0"/>
                </a:lnTo>
                <a:lnTo>
                  <a:pt x="2983370" y="448"/>
                </a:lnTo>
                <a:lnTo>
                  <a:pt x="3086192" y="509"/>
                </a:lnTo>
                <a:lnTo>
                  <a:pt x="3129238" y="668"/>
                </a:lnTo>
                <a:lnTo>
                  <a:pt x="3148821" y="809"/>
                </a:lnTo>
                <a:lnTo>
                  <a:pt x="3167152" y="1005"/>
                </a:lnTo>
                <a:lnTo>
                  <a:pt x="3184284" y="1250"/>
                </a:lnTo>
                <a:lnTo>
                  <a:pt x="3200250" y="1569"/>
                </a:lnTo>
                <a:lnTo>
                  <a:pt x="3215096" y="1955"/>
                </a:lnTo>
                <a:lnTo>
                  <a:pt x="3228867" y="2427"/>
                </a:lnTo>
                <a:lnTo>
                  <a:pt x="3241606" y="2978"/>
                </a:lnTo>
                <a:lnTo>
                  <a:pt x="3253351" y="3633"/>
                </a:lnTo>
                <a:lnTo>
                  <a:pt x="3264153" y="4400"/>
                </a:lnTo>
                <a:lnTo>
                  <a:pt x="3274059" y="5275"/>
                </a:lnTo>
                <a:lnTo>
                  <a:pt x="3283110" y="6280"/>
                </a:lnTo>
                <a:lnTo>
                  <a:pt x="3291319" y="7414"/>
                </a:lnTo>
                <a:lnTo>
                  <a:pt x="3295198" y="8051"/>
                </a:lnTo>
                <a:lnTo>
                  <a:pt x="3298863" y="8719"/>
                </a:lnTo>
                <a:lnTo>
                  <a:pt x="3302348" y="9429"/>
                </a:lnTo>
                <a:lnTo>
                  <a:pt x="3305669" y="10189"/>
                </a:lnTo>
                <a:lnTo>
                  <a:pt x="3308836" y="10998"/>
                </a:lnTo>
                <a:lnTo>
                  <a:pt x="3311843" y="11855"/>
                </a:lnTo>
                <a:lnTo>
                  <a:pt x="3314710" y="12781"/>
                </a:lnTo>
                <a:lnTo>
                  <a:pt x="3317445" y="13761"/>
                </a:lnTo>
                <a:lnTo>
                  <a:pt x="3320036" y="14815"/>
                </a:lnTo>
                <a:lnTo>
                  <a:pt x="3322510" y="15942"/>
                </a:lnTo>
                <a:lnTo>
                  <a:pt x="3324856" y="17155"/>
                </a:lnTo>
                <a:lnTo>
                  <a:pt x="3327082" y="18460"/>
                </a:lnTo>
                <a:lnTo>
                  <a:pt x="3329184" y="19857"/>
                </a:lnTo>
                <a:lnTo>
                  <a:pt x="3331168" y="21364"/>
                </a:lnTo>
                <a:lnTo>
                  <a:pt x="3333012" y="22976"/>
                </a:lnTo>
                <a:lnTo>
                  <a:pt x="3334728" y="24698"/>
                </a:lnTo>
                <a:lnTo>
                  <a:pt x="3336291" y="26518"/>
                </a:lnTo>
                <a:lnTo>
                  <a:pt x="3337700" y="28435"/>
                </a:lnTo>
                <a:lnTo>
                  <a:pt x="3338944" y="30432"/>
                </a:lnTo>
                <a:lnTo>
                  <a:pt x="3340021" y="32497"/>
                </a:lnTo>
                <a:lnTo>
                  <a:pt x="3340934" y="34617"/>
                </a:lnTo>
                <a:lnTo>
                  <a:pt x="3341688" y="36768"/>
                </a:lnTo>
                <a:lnTo>
                  <a:pt x="3342295" y="38942"/>
                </a:lnTo>
                <a:lnTo>
                  <a:pt x="3342753" y="41136"/>
                </a:lnTo>
                <a:lnTo>
                  <a:pt x="3343097" y="43329"/>
                </a:lnTo>
                <a:lnTo>
                  <a:pt x="3343325" y="45535"/>
                </a:lnTo>
                <a:lnTo>
                  <a:pt x="3343453" y="47747"/>
                </a:lnTo>
                <a:lnTo>
                  <a:pt x="3343490" y="49866"/>
                </a:lnTo>
                <a:lnTo>
                  <a:pt x="3344348" y="536750"/>
                </a:lnTo>
                <a:lnTo>
                  <a:pt x="3344323" y="540543"/>
                </a:lnTo>
                <a:lnTo>
                  <a:pt x="3344213" y="544292"/>
                </a:lnTo>
                <a:lnTo>
                  <a:pt x="3343937" y="548042"/>
                </a:lnTo>
                <a:lnTo>
                  <a:pt x="3343423" y="551693"/>
                </a:lnTo>
                <a:lnTo>
                  <a:pt x="3342999" y="553696"/>
                </a:lnTo>
                <a:lnTo>
                  <a:pt x="3342486" y="555614"/>
                </a:lnTo>
                <a:lnTo>
                  <a:pt x="3341841" y="557539"/>
                </a:lnTo>
                <a:lnTo>
                  <a:pt x="3341051" y="559450"/>
                </a:lnTo>
                <a:lnTo>
                  <a:pt x="3340107" y="561343"/>
                </a:lnTo>
                <a:lnTo>
                  <a:pt x="3339004" y="563188"/>
                </a:lnTo>
                <a:lnTo>
                  <a:pt x="3337737" y="564964"/>
                </a:lnTo>
                <a:lnTo>
                  <a:pt x="3336309" y="566661"/>
                </a:lnTo>
                <a:lnTo>
                  <a:pt x="3334735" y="568261"/>
                </a:lnTo>
                <a:lnTo>
                  <a:pt x="3333026" y="569743"/>
                </a:lnTo>
                <a:lnTo>
                  <a:pt x="3331186" y="571122"/>
                </a:lnTo>
                <a:lnTo>
                  <a:pt x="3329226" y="572390"/>
                </a:lnTo>
                <a:lnTo>
                  <a:pt x="3327154" y="573560"/>
                </a:lnTo>
                <a:lnTo>
                  <a:pt x="3324968" y="574632"/>
                </a:lnTo>
                <a:lnTo>
                  <a:pt x="3322670" y="575625"/>
                </a:lnTo>
                <a:lnTo>
                  <a:pt x="3320238" y="576537"/>
                </a:lnTo>
                <a:lnTo>
                  <a:pt x="3317682" y="577383"/>
                </a:lnTo>
                <a:lnTo>
                  <a:pt x="3314987" y="578173"/>
                </a:lnTo>
                <a:lnTo>
                  <a:pt x="3312139" y="578902"/>
                </a:lnTo>
                <a:lnTo>
                  <a:pt x="3309136" y="579589"/>
                </a:lnTo>
                <a:lnTo>
                  <a:pt x="3305962" y="580220"/>
                </a:lnTo>
                <a:lnTo>
                  <a:pt x="3302567" y="580826"/>
                </a:lnTo>
                <a:lnTo>
                  <a:pt x="3295344" y="581893"/>
                </a:lnTo>
                <a:lnTo>
                  <a:pt x="3287245" y="582830"/>
                </a:lnTo>
                <a:lnTo>
                  <a:pt x="3278257" y="583651"/>
                </a:lnTo>
                <a:lnTo>
                  <a:pt x="3268306" y="584356"/>
                </a:lnTo>
                <a:lnTo>
                  <a:pt x="3257328" y="584962"/>
                </a:lnTo>
                <a:lnTo>
                  <a:pt x="3245271" y="585471"/>
                </a:lnTo>
                <a:lnTo>
                  <a:pt x="3232067" y="585906"/>
                </a:lnTo>
                <a:lnTo>
                  <a:pt x="3217663" y="586261"/>
                </a:lnTo>
                <a:lnTo>
                  <a:pt x="3201989" y="586543"/>
                </a:lnTo>
                <a:lnTo>
                  <a:pt x="3185007" y="586770"/>
                </a:lnTo>
                <a:lnTo>
                  <a:pt x="3166638" y="586941"/>
                </a:lnTo>
                <a:lnTo>
                  <a:pt x="3125569" y="587156"/>
                </a:lnTo>
                <a:lnTo>
                  <a:pt x="3078325" y="587241"/>
                </a:lnTo>
                <a:lnTo>
                  <a:pt x="3024463" y="587260"/>
                </a:lnTo>
                <a:lnTo>
                  <a:pt x="328437" y="585128"/>
                </a:lnTo>
                <a:lnTo>
                  <a:pt x="274496" y="585103"/>
                </a:lnTo>
                <a:lnTo>
                  <a:pt x="227000" y="584987"/>
                </a:lnTo>
                <a:lnTo>
                  <a:pt x="185546" y="584724"/>
                </a:lnTo>
                <a:lnTo>
                  <a:pt x="166944" y="584515"/>
                </a:lnTo>
                <a:lnTo>
                  <a:pt x="149692" y="584257"/>
                </a:lnTo>
                <a:lnTo>
                  <a:pt x="133744" y="583933"/>
                </a:lnTo>
                <a:lnTo>
                  <a:pt x="119033" y="583541"/>
                </a:lnTo>
                <a:lnTo>
                  <a:pt x="105511" y="583069"/>
                </a:lnTo>
                <a:lnTo>
                  <a:pt x="93116" y="582511"/>
                </a:lnTo>
                <a:lnTo>
                  <a:pt x="81800" y="581862"/>
                </a:lnTo>
                <a:lnTo>
                  <a:pt x="71500" y="581108"/>
                </a:lnTo>
                <a:lnTo>
                  <a:pt x="62158" y="580244"/>
                </a:lnTo>
                <a:lnTo>
                  <a:pt x="53708" y="579258"/>
                </a:lnTo>
                <a:lnTo>
                  <a:pt x="46143" y="578148"/>
                </a:lnTo>
                <a:lnTo>
                  <a:pt x="42582" y="577524"/>
                </a:lnTo>
                <a:lnTo>
                  <a:pt x="39249" y="576868"/>
                </a:lnTo>
                <a:lnTo>
                  <a:pt x="36080" y="576169"/>
                </a:lnTo>
                <a:lnTo>
                  <a:pt x="33085" y="575422"/>
                </a:lnTo>
                <a:lnTo>
                  <a:pt x="30237" y="574620"/>
                </a:lnTo>
                <a:lnTo>
                  <a:pt x="27540" y="573768"/>
                </a:lnTo>
                <a:lnTo>
                  <a:pt x="24980" y="572849"/>
                </a:lnTo>
                <a:lnTo>
                  <a:pt x="22546" y="571863"/>
                </a:lnTo>
                <a:lnTo>
                  <a:pt x="20237" y="570803"/>
                </a:lnTo>
                <a:lnTo>
                  <a:pt x="18049" y="569657"/>
                </a:lnTo>
                <a:lnTo>
                  <a:pt x="15979" y="568413"/>
                </a:lnTo>
                <a:lnTo>
                  <a:pt x="14024" y="567078"/>
                </a:lnTo>
                <a:lnTo>
                  <a:pt x="12193" y="565632"/>
                </a:lnTo>
                <a:lnTo>
                  <a:pt x="10489" y="564088"/>
                </a:lnTo>
                <a:lnTo>
                  <a:pt x="8927" y="562440"/>
                </a:lnTo>
                <a:lnTo>
                  <a:pt x="7512" y="560700"/>
                </a:lnTo>
                <a:lnTo>
                  <a:pt x="6257" y="558873"/>
                </a:lnTo>
                <a:lnTo>
                  <a:pt x="5152" y="556993"/>
                </a:lnTo>
                <a:lnTo>
                  <a:pt x="4210" y="555069"/>
                </a:lnTo>
                <a:lnTo>
                  <a:pt x="3420" y="553114"/>
                </a:lnTo>
                <a:lnTo>
                  <a:pt x="2764" y="551155"/>
                </a:lnTo>
                <a:lnTo>
                  <a:pt x="2243" y="549187"/>
                </a:lnTo>
                <a:lnTo>
                  <a:pt x="1827" y="547226"/>
                </a:lnTo>
                <a:lnTo>
                  <a:pt x="1489" y="545193"/>
                </a:lnTo>
                <a:lnTo>
                  <a:pt x="1091" y="541418"/>
                </a:lnTo>
                <a:lnTo>
                  <a:pt x="901" y="537534"/>
                </a:lnTo>
                <a:lnTo>
                  <a:pt x="858" y="533662"/>
                </a:lnTo>
                <a:lnTo>
                  <a:pt x="0" y="51595"/>
                </a:lnTo>
                <a:lnTo>
                  <a:pt x="49" y="47698"/>
                </a:lnTo>
                <a:moveTo>
                  <a:pt x="19913" y="51778"/>
                </a:moveTo>
                <a:lnTo>
                  <a:pt x="19913" y="51631"/>
                </a:lnTo>
                <a:lnTo>
                  <a:pt x="20770" y="533576"/>
                </a:lnTo>
                <a:lnTo>
                  <a:pt x="20770" y="533472"/>
                </a:lnTo>
                <a:lnTo>
                  <a:pt x="20814" y="537111"/>
                </a:lnTo>
                <a:lnTo>
                  <a:pt x="20801" y="536750"/>
                </a:lnTo>
                <a:lnTo>
                  <a:pt x="20966" y="540168"/>
                </a:lnTo>
                <a:lnTo>
                  <a:pt x="20923" y="539605"/>
                </a:lnTo>
                <a:lnTo>
                  <a:pt x="21260" y="542815"/>
                </a:lnTo>
                <a:lnTo>
                  <a:pt x="21187" y="542252"/>
                </a:lnTo>
                <a:lnTo>
                  <a:pt x="21438" y="543777"/>
                </a:lnTo>
                <a:lnTo>
                  <a:pt x="21352" y="543324"/>
                </a:lnTo>
                <a:lnTo>
                  <a:pt x="21665" y="544800"/>
                </a:lnTo>
                <a:lnTo>
                  <a:pt x="21542" y="544292"/>
                </a:lnTo>
                <a:lnTo>
                  <a:pt x="21922" y="545720"/>
                </a:lnTo>
                <a:lnTo>
                  <a:pt x="21757" y="545156"/>
                </a:lnTo>
                <a:lnTo>
                  <a:pt x="22216" y="546535"/>
                </a:lnTo>
                <a:lnTo>
                  <a:pt x="21989" y="545928"/>
                </a:lnTo>
                <a:lnTo>
                  <a:pt x="22529" y="547257"/>
                </a:lnTo>
                <a:lnTo>
                  <a:pt x="22246" y="546627"/>
                </a:lnTo>
                <a:lnTo>
                  <a:pt x="22879" y="547913"/>
                </a:lnTo>
                <a:lnTo>
                  <a:pt x="22529" y="547264"/>
                </a:lnTo>
                <a:lnTo>
                  <a:pt x="23251" y="548501"/>
                </a:lnTo>
                <a:lnTo>
                  <a:pt x="22847" y="547858"/>
                </a:lnTo>
                <a:lnTo>
                  <a:pt x="23667" y="549053"/>
                </a:lnTo>
                <a:lnTo>
                  <a:pt x="23209" y="548440"/>
                </a:lnTo>
                <a:lnTo>
                  <a:pt x="24139" y="549586"/>
                </a:lnTo>
                <a:lnTo>
                  <a:pt x="23638" y="549016"/>
                </a:lnTo>
                <a:lnTo>
                  <a:pt x="24686" y="550119"/>
                </a:lnTo>
                <a:lnTo>
                  <a:pt x="24158" y="549604"/>
                </a:lnTo>
                <a:lnTo>
                  <a:pt x="25329" y="550664"/>
                </a:lnTo>
                <a:lnTo>
                  <a:pt x="24790" y="550211"/>
                </a:lnTo>
                <a:lnTo>
                  <a:pt x="26082" y="551228"/>
                </a:lnTo>
                <a:lnTo>
                  <a:pt x="25548" y="550836"/>
                </a:lnTo>
                <a:lnTo>
                  <a:pt x="26976" y="551816"/>
                </a:lnTo>
                <a:lnTo>
                  <a:pt x="26462" y="551485"/>
                </a:lnTo>
                <a:lnTo>
                  <a:pt x="28030" y="552422"/>
                </a:lnTo>
                <a:lnTo>
                  <a:pt x="27540" y="552147"/>
                </a:lnTo>
                <a:lnTo>
                  <a:pt x="29256" y="553048"/>
                </a:lnTo>
                <a:lnTo>
                  <a:pt x="28796" y="552821"/>
                </a:lnTo>
                <a:lnTo>
                  <a:pt x="30664" y="553678"/>
                </a:lnTo>
                <a:lnTo>
                  <a:pt x="30244" y="553501"/>
                </a:lnTo>
                <a:lnTo>
                  <a:pt x="32270" y="554322"/>
                </a:lnTo>
                <a:lnTo>
                  <a:pt x="31884" y="554174"/>
                </a:lnTo>
                <a:lnTo>
                  <a:pt x="34078" y="554959"/>
                </a:lnTo>
                <a:lnTo>
                  <a:pt x="33729" y="554842"/>
                </a:lnTo>
                <a:lnTo>
                  <a:pt x="36094" y="555591"/>
                </a:lnTo>
                <a:lnTo>
                  <a:pt x="35780" y="555498"/>
                </a:lnTo>
                <a:lnTo>
                  <a:pt x="38324" y="556209"/>
                </a:lnTo>
                <a:lnTo>
                  <a:pt x="38036" y="556135"/>
                </a:lnTo>
                <a:lnTo>
                  <a:pt x="40768" y="556815"/>
                </a:lnTo>
                <a:lnTo>
                  <a:pt x="40510" y="556754"/>
                </a:lnTo>
                <a:lnTo>
                  <a:pt x="43433" y="557397"/>
                </a:lnTo>
                <a:lnTo>
                  <a:pt x="43207" y="557354"/>
                </a:lnTo>
                <a:lnTo>
                  <a:pt x="46326" y="557967"/>
                </a:lnTo>
                <a:lnTo>
                  <a:pt x="46117" y="557930"/>
                </a:lnTo>
                <a:lnTo>
                  <a:pt x="49443" y="558507"/>
                </a:lnTo>
                <a:lnTo>
                  <a:pt x="49175" y="558464"/>
                </a:lnTo>
                <a:lnTo>
                  <a:pt x="56459" y="559536"/>
                </a:lnTo>
                <a:lnTo>
                  <a:pt x="56165" y="559499"/>
                </a:lnTo>
                <a:lnTo>
                  <a:pt x="64344" y="560455"/>
                </a:lnTo>
                <a:lnTo>
                  <a:pt x="64111" y="560424"/>
                </a:lnTo>
                <a:lnTo>
                  <a:pt x="73241" y="561270"/>
                </a:lnTo>
                <a:lnTo>
                  <a:pt x="73044" y="561257"/>
                </a:lnTo>
                <a:lnTo>
                  <a:pt x="83173" y="561992"/>
                </a:lnTo>
                <a:lnTo>
                  <a:pt x="83019" y="561987"/>
                </a:lnTo>
                <a:lnTo>
                  <a:pt x="94200" y="562630"/>
                </a:lnTo>
                <a:lnTo>
                  <a:pt x="94072" y="562624"/>
                </a:lnTo>
                <a:lnTo>
                  <a:pt x="106356" y="563175"/>
                </a:lnTo>
                <a:lnTo>
                  <a:pt x="106252" y="563169"/>
                </a:lnTo>
                <a:lnTo>
                  <a:pt x="119689" y="563641"/>
                </a:lnTo>
                <a:lnTo>
                  <a:pt x="119608" y="563635"/>
                </a:lnTo>
                <a:lnTo>
                  <a:pt x="134246" y="564027"/>
                </a:lnTo>
                <a:lnTo>
                  <a:pt x="134179" y="564027"/>
                </a:lnTo>
                <a:lnTo>
                  <a:pt x="150071" y="564351"/>
                </a:lnTo>
                <a:lnTo>
                  <a:pt x="150022" y="564345"/>
                </a:lnTo>
                <a:lnTo>
                  <a:pt x="167221" y="564609"/>
                </a:lnTo>
                <a:lnTo>
                  <a:pt x="167184" y="564609"/>
                </a:lnTo>
                <a:lnTo>
                  <a:pt x="185741" y="564811"/>
                </a:lnTo>
                <a:lnTo>
                  <a:pt x="185699" y="564811"/>
                </a:lnTo>
                <a:lnTo>
                  <a:pt x="227105" y="565075"/>
                </a:lnTo>
                <a:lnTo>
                  <a:pt x="227069" y="565075"/>
                </a:lnTo>
                <a:lnTo>
                  <a:pt x="274533" y="565191"/>
                </a:lnTo>
                <a:lnTo>
                  <a:pt x="274515" y="565191"/>
                </a:lnTo>
                <a:lnTo>
                  <a:pt x="328449" y="565215"/>
                </a:lnTo>
                <a:lnTo>
                  <a:pt x="3024470" y="567347"/>
                </a:lnTo>
                <a:lnTo>
                  <a:pt x="3024463" y="567347"/>
                </a:lnTo>
                <a:lnTo>
                  <a:pt x="3078313" y="567329"/>
                </a:lnTo>
                <a:lnTo>
                  <a:pt x="3078295" y="567329"/>
                </a:lnTo>
                <a:lnTo>
                  <a:pt x="3125513" y="567243"/>
                </a:lnTo>
                <a:lnTo>
                  <a:pt x="3125482" y="567243"/>
                </a:lnTo>
                <a:lnTo>
                  <a:pt x="3166508" y="567029"/>
                </a:lnTo>
                <a:lnTo>
                  <a:pt x="3166473" y="567029"/>
                </a:lnTo>
                <a:lnTo>
                  <a:pt x="3184797" y="566857"/>
                </a:lnTo>
                <a:lnTo>
                  <a:pt x="3184760" y="566857"/>
                </a:lnTo>
                <a:lnTo>
                  <a:pt x="3201701" y="566637"/>
                </a:lnTo>
                <a:lnTo>
                  <a:pt x="3201652" y="566637"/>
                </a:lnTo>
                <a:lnTo>
                  <a:pt x="3217263" y="566349"/>
                </a:lnTo>
                <a:lnTo>
                  <a:pt x="3217202" y="566355"/>
                </a:lnTo>
                <a:lnTo>
                  <a:pt x="3231539" y="566000"/>
                </a:lnTo>
                <a:lnTo>
                  <a:pt x="3231460" y="566000"/>
                </a:lnTo>
                <a:lnTo>
                  <a:pt x="3244571" y="565570"/>
                </a:lnTo>
                <a:lnTo>
                  <a:pt x="3244473" y="565577"/>
                </a:lnTo>
                <a:lnTo>
                  <a:pt x="3256421" y="565068"/>
                </a:lnTo>
                <a:lnTo>
                  <a:pt x="3256298" y="565075"/>
                </a:lnTo>
                <a:lnTo>
                  <a:pt x="3267130" y="564474"/>
                </a:lnTo>
                <a:lnTo>
                  <a:pt x="3266972" y="564486"/>
                </a:lnTo>
                <a:lnTo>
                  <a:pt x="3276750" y="563794"/>
                </a:lnTo>
                <a:lnTo>
                  <a:pt x="3276555" y="563806"/>
                </a:lnTo>
                <a:lnTo>
                  <a:pt x="3285322" y="563010"/>
                </a:lnTo>
                <a:lnTo>
                  <a:pt x="3285075" y="563040"/>
                </a:lnTo>
                <a:lnTo>
                  <a:pt x="3292900" y="562134"/>
                </a:lnTo>
                <a:lnTo>
                  <a:pt x="3292586" y="562170"/>
                </a:lnTo>
                <a:lnTo>
                  <a:pt x="3299516" y="561147"/>
                </a:lnTo>
                <a:lnTo>
                  <a:pt x="3299228" y="561196"/>
                </a:lnTo>
                <a:lnTo>
                  <a:pt x="3302372" y="560638"/>
                </a:lnTo>
                <a:lnTo>
                  <a:pt x="3302158" y="560675"/>
                </a:lnTo>
                <a:lnTo>
                  <a:pt x="3305099" y="560087"/>
                </a:lnTo>
                <a:lnTo>
                  <a:pt x="3304853" y="560142"/>
                </a:lnTo>
                <a:lnTo>
                  <a:pt x="3307592" y="559518"/>
                </a:lnTo>
                <a:lnTo>
                  <a:pt x="3307323" y="559585"/>
                </a:lnTo>
                <a:lnTo>
                  <a:pt x="3309871" y="558929"/>
                </a:lnTo>
                <a:lnTo>
                  <a:pt x="3309564" y="559009"/>
                </a:lnTo>
                <a:lnTo>
                  <a:pt x="3311936" y="558322"/>
                </a:lnTo>
                <a:lnTo>
                  <a:pt x="3311592" y="558426"/>
                </a:lnTo>
                <a:lnTo>
                  <a:pt x="3313785" y="557698"/>
                </a:lnTo>
                <a:lnTo>
                  <a:pt x="3313406" y="557833"/>
                </a:lnTo>
                <a:lnTo>
                  <a:pt x="3315434" y="557072"/>
                </a:lnTo>
                <a:lnTo>
                  <a:pt x="3315013" y="557238"/>
                </a:lnTo>
                <a:lnTo>
                  <a:pt x="3316873" y="556442"/>
                </a:lnTo>
                <a:lnTo>
                  <a:pt x="3316415" y="556650"/>
                </a:lnTo>
                <a:lnTo>
                  <a:pt x="3318117" y="555810"/>
                </a:lnTo>
                <a:lnTo>
                  <a:pt x="3317622" y="556074"/>
                </a:lnTo>
                <a:lnTo>
                  <a:pt x="3319185" y="555198"/>
                </a:lnTo>
                <a:lnTo>
                  <a:pt x="3318652" y="555516"/>
                </a:lnTo>
                <a:lnTo>
                  <a:pt x="3320066" y="554597"/>
                </a:lnTo>
                <a:lnTo>
                  <a:pt x="3319515" y="554984"/>
                </a:lnTo>
                <a:lnTo>
                  <a:pt x="3320796" y="554028"/>
                </a:lnTo>
                <a:lnTo>
                  <a:pt x="3320231" y="554481"/>
                </a:lnTo>
                <a:lnTo>
                  <a:pt x="3321382" y="553476"/>
                </a:lnTo>
                <a:lnTo>
                  <a:pt x="3320831" y="554003"/>
                </a:lnTo>
                <a:lnTo>
                  <a:pt x="3321861" y="552955"/>
                </a:lnTo>
                <a:lnTo>
                  <a:pt x="3321329" y="553537"/>
                </a:lnTo>
                <a:lnTo>
                  <a:pt x="3322240" y="552453"/>
                </a:lnTo>
                <a:lnTo>
                  <a:pt x="3321752" y="553084"/>
                </a:lnTo>
                <a:lnTo>
                  <a:pt x="3322559" y="551957"/>
                </a:lnTo>
                <a:lnTo>
                  <a:pt x="3322126" y="552618"/>
                </a:lnTo>
                <a:lnTo>
                  <a:pt x="3322829" y="551443"/>
                </a:lnTo>
                <a:lnTo>
                  <a:pt x="3322461" y="552109"/>
                </a:lnTo>
                <a:lnTo>
                  <a:pt x="3323075" y="550890"/>
                </a:lnTo>
                <a:lnTo>
                  <a:pt x="3322775" y="551547"/>
                </a:lnTo>
                <a:lnTo>
                  <a:pt x="3323296" y="550278"/>
                </a:lnTo>
                <a:lnTo>
                  <a:pt x="3323063" y="550903"/>
                </a:lnTo>
                <a:lnTo>
                  <a:pt x="3323503" y="549586"/>
                </a:lnTo>
                <a:lnTo>
                  <a:pt x="3323326" y="550168"/>
                </a:lnTo>
                <a:lnTo>
                  <a:pt x="3323694" y="548796"/>
                </a:lnTo>
                <a:lnTo>
                  <a:pt x="3323570" y="549322"/>
                </a:lnTo>
                <a:lnTo>
                  <a:pt x="3323870" y="547907"/>
                </a:lnTo>
                <a:lnTo>
                  <a:pt x="3323754" y="548562"/>
                </a:lnTo>
                <a:lnTo>
                  <a:pt x="3324177" y="545579"/>
                </a:lnTo>
                <a:lnTo>
                  <a:pt x="3324105" y="546247"/>
                </a:lnTo>
                <a:lnTo>
                  <a:pt x="3324338" y="543049"/>
                </a:lnTo>
                <a:lnTo>
                  <a:pt x="3324319" y="543483"/>
                </a:lnTo>
                <a:lnTo>
                  <a:pt x="3324417" y="540071"/>
                </a:lnTo>
                <a:lnTo>
                  <a:pt x="3324410" y="540310"/>
                </a:lnTo>
                <a:lnTo>
                  <a:pt x="3324435" y="536671"/>
                </a:lnTo>
                <a:lnTo>
                  <a:pt x="3324435" y="536750"/>
                </a:lnTo>
                <a:lnTo>
                  <a:pt x="3323577" y="49983"/>
                </a:lnTo>
                <a:lnTo>
                  <a:pt x="3323582" y="50148"/>
                </a:lnTo>
                <a:lnTo>
                  <a:pt x="3323547" y="48305"/>
                </a:lnTo>
                <a:lnTo>
                  <a:pt x="3323566" y="48696"/>
                </a:lnTo>
                <a:lnTo>
                  <a:pt x="3323461" y="46913"/>
                </a:lnTo>
                <a:lnTo>
                  <a:pt x="3323491" y="47355"/>
                </a:lnTo>
                <a:lnTo>
                  <a:pt x="3323315" y="45627"/>
                </a:lnTo>
                <a:lnTo>
                  <a:pt x="3323382" y="46123"/>
                </a:lnTo>
                <a:lnTo>
                  <a:pt x="3323124" y="44451"/>
                </a:lnTo>
                <a:lnTo>
                  <a:pt x="3323222" y="45002"/>
                </a:lnTo>
                <a:lnTo>
                  <a:pt x="3322877" y="43378"/>
                </a:lnTo>
                <a:lnTo>
                  <a:pt x="3323026" y="43973"/>
                </a:lnTo>
                <a:lnTo>
                  <a:pt x="3322591" y="42410"/>
                </a:lnTo>
                <a:lnTo>
                  <a:pt x="3322787" y="43042"/>
                </a:lnTo>
                <a:lnTo>
                  <a:pt x="3322259" y="41528"/>
                </a:lnTo>
                <a:lnTo>
                  <a:pt x="3322510" y="42183"/>
                </a:lnTo>
                <a:lnTo>
                  <a:pt x="3321880" y="40725"/>
                </a:lnTo>
                <a:lnTo>
                  <a:pt x="3322198" y="41387"/>
                </a:lnTo>
                <a:lnTo>
                  <a:pt x="3321464" y="39984"/>
                </a:lnTo>
                <a:lnTo>
                  <a:pt x="3321838" y="40634"/>
                </a:lnTo>
                <a:lnTo>
                  <a:pt x="3320998" y="39280"/>
                </a:lnTo>
                <a:lnTo>
                  <a:pt x="3321422" y="39910"/>
                </a:lnTo>
                <a:lnTo>
                  <a:pt x="3320466" y="38606"/>
                </a:lnTo>
                <a:lnTo>
                  <a:pt x="3320936" y="39199"/>
                </a:lnTo>
                <a:lnTo>
                  <a:pt x="3319859" y="37944"/>
                </a:lnTo>
                <a:lnTo>
                  <a:pt x="3320354" y="38483"/>
                </a:lnTo>
                <a:lnTo>
                  <a:pt x="3319152" y="37276"/>
                </a:lnTo>
                <a:lnTo>
                  <a:pt x="3319668" y="37760"/>
                </a:lnTo>
                <a:lnTo>
                  <a:pt x="3318338" y="36596"/>
                </a:lnTo>
                <a:lnTo>
                  <a:pt x="3318852" y="37019"/>
                </a:lnTo>
                <a:lnTo>
                  <a:pt x="3317382" y="35904"/>
                </a:lnTo>
                <a:lnTo>
                  <a:pt x="3317892" y="36265"/>
                </a:lnTo>
                <a:lnTo>
                  <a:pt x="3316287" y="35193"/>
                </a:lnTo>
                <a:lnTo>
                  <a:pt x="3316775" y="35499"/>
                </a:lnTo>
                <a:lnTo>
                  <a:pt x="3315024" y="34470"/>
                </a:lnTo>
                <a:lnTo>
                  <a:pt x="3315483" y="34727"/>
                </a:lnTo>
                <a:lnTo>
                  <a:pt x="3313585" y="33747"/>
                </a:lnTo>
                <a:lnTo>
                  <a:pt x="3314013" y="33955"/>
                </a:lnTo>
                <a:lnTo>
                  <a:pt x="3311955" y="33011"/>
                </a:lnTo>
                <a:lnTo>
                  <a:pt x="3312352" y="33189"/>
                </a:lnTo>
                <a:lnTo>
                  <a:pt x="3310141" y="32289"/>
                </a:lnTo>
                <a:lnTo>
                  <a:pt x="3310508" y="32429"/>
                </a:lnTo>
                <a:lnTo>
                  <a:pt x="3308125" y="31572"/>
                </a:lnTo>
                <a:lnTo>
                  <a:pt x="3308462" y="31682"/>
                </a:lnTo>
                <a:lnTo>
                  <a:pt x="3305913" y="30867"/>
                </a:lnTo>
                <a:lnTo>
                  <a:pt x="3306213" y="30959"/>
                </a:lnTo>
                <a:lnTo>
                  <a:pt x="3303493" y="30181"/>
                </a:lnTo>
                <a:lnTo>
                  <a:pt x="3303769" y="30255"/>
                </a:lnTo>
                <a:lnTo>
                  <a:pt x="3300865" y="29513"/>
                </a:lnTo>
                <a:lnTo>
                  <a:pt x="3301116" y="29575"/>
                </a:lnTo>
                <a:lnTo>
                  <a:pt x="3298028" y="28870"/>
                </a:lnTo>
                <a:lnTo>
                  <a:pt x="3298256" y="28919"/>
                </a:lnTo>
                <a:lnTo>
                  <a:pt x="3294977" y="28245"/>
                </a:lnTo>
                <a:lnTo>
                  <a:pt x="3295179" y="28288"/>
                </a:lnTo>
                <a:lnTo>
                  <a:pt x="3291712" y="27651"/>
                </a:lnTo>
                <a:lnTo>
                  <a:pt x="3291896" y="27687"/>
                </a:lnTo>
                <a:lnTo>
                  <a:pt x="3288224" y="27087"/>
                </a:lnTo>
                <a:lnTo>
                  <a:pt x="3288463" y="27124"/>
                </a:lnTo>
                <a:lnTo>
                  <a:pt x="3280513" y="26021"/>
                </a:lnTo>
                <a:lnTo>
                  <a:pt x="3280780" y="26051"/>
                </a:lnTo>
                <a:lnTo>
                  <a:pt x="3271971" y="25078"/>
                </a:lnTo>
                <a:lnTo>
                  <a:pt x="3272192" y="25096"/>
                </a:lnTo>
                <a:lnTo>
                  <a:pt x="3262486" y="24237"/>
                </a:lnTo>
                <a:lnTo>
                  <a:pt x="3262662" y="24257"/>
                </a:lnTo>
                <a:lnTo>
                  <a:pt x="3252028" y="23503"/>
                </a:lnTo>
                <a:lnTo>
                  <a:pt x="3252168" y="23515"/>
                </a:lnTo>
                <a:lnTo>
                  <a:pt x="3240559" y="22865"/>
                </a:lnTo>
                <a:lnTo>
                  <a:pt x="3240675" y="22872"/>
                </a:lnTo>
                <a:lnTo>
                  <a:pt x="3228046" y="22320"/>
                </a:lnTo>
                <a:lnTo>
                  <a:pt x="3228146" y="22320"/>
                </a:lnTo>
                <a:lnTo>
                  <a:pt x="3214458" y="21855"/>
                </a:lnTo>
                <a:lnTo>
                  <a:pt x="3214538" y="21861"/>
                </a:lnTo>
                <a:lnTo>
                  <a:pt x="3199759" y="21475"/>
                </a:lnTo>
                <a:lnTo>
                  <a:pt x="3199827" y="21475"/>
                </a:lnTo>
                <a:lnTo>
                  <a:pt x="3183914" y="21162"/>
                </a:lnTo>
                <a:lnTo>
                  <a:pt x="3183965" y="21162"/>
                </a:lnTo>
                <a:lnTo>
                  <a:pt x="3166882" y="20911"/>
                </a:lnTo>
                <a:lnTo>
                  <a:pt x="3166926" y="20917"/>
                </a:lnTo>
                <a:lnTo>
                  <a:pt x="3148625" y="20721"/>
                </a:lnTo>
                <a:lnTo>
                  <a:pt x="3148662" y="20721"/>
                </a:lnTo>
                <a:lnTo>
                  <a:pt x="3129110" y="20581"/>
                </a:lnTo>
                <a:lnTo>
                  <a:pt x="3129140" y="20581"/>
                </a:lnTo>
                <a:lnTo>
                  <a:pt x="3086131" y="20421"/>
                </a:lnTo>
                <a:lnTo>
                  <a:pt x="3086162" y="20421"/>
                </a:lnTo>
                <a:lnTo>
                  <a:pt x="2983366" y="20360"/>
                </a:lnTo>
                <a:lnTo>
                  <a:pt x="328443" y="19913"/>
                </a:lnTo>
                <a:lnTo>
                  <a:pt x="328449" y="19913"/>
                </a:lnTo>
                <a:lnTo>
                  <a:pt x="274502" y="19943"/>
                </a:lnTo>
                <a:lnTo>
                  <a:pt x="274526" y="19943"/>
                </a:lnTo>
                <a:lnTo>
                  <a:pt x="227031" y="20059"/>
                </a:lnTo>
                <a:lnTo>
                  <a:pt x="227069" y="20059"/>
                </a:lnTo>
                <a:lnTo>
                  <a:pt x="185620" y="20329"/>
                </a:lnTo>
                <a:lnTo>
                  <a:pt x="185662" y="20329"/>
                </a:lnTo>
                <a:lnTo>
                  <a:pt x="167079" y="20537"/>
                </a:lnTo>
                <a:lnTo>
                  <a:pt x="167122" y="20537"/>
                </a:lnTo>
                <a:lnTo>
                  <a:pt x="149887" y="20801"/>
                </a:lnTo>
                <a:lnTo>
                  <a:pt x="149943" y="20794"/>
                </a:lnTo>
                <a:lnTo>
                  <a:pt x="134013" y="21125"/>
                </a:lnTo>
                <a:lnTo>
                  <a:pt x="134081" y="21125"/>
                </a:lnTo>
                <a:lnTo>
                  <a:pt x="119407" y="21517"/>
                </a:lnTo>
                <a:lnTo>
                  <a:pt x="119492" y="21517"/>
                </a:lnTo>
                <a:lnTo>
                  <a:pt x="106019" y="21989"/>
                </a:lnTo>
                <a:lnTo>
                  <a:pt x="106123" y="21989"/>
                </a:lnTo>
                <a:lnTo>
                  <a:pt x="93809" y="22540"/>
                </a:lnTo>
                <a:lnTo>
                  <a:pt x="93930" y="22535"/>
                </a:lnTo>
                <a:lnTo>
                  <a:pt x="82712" y="23184"/>
                </a:lnTo>
                <a:lnTo>
                  <a:pt x="82866" y="23172"/>
                </a:lnTo>
                <a:lnTo>
                  <a:pt x="72701" y="23919"/>
                </a:lnTo>
                <a:lnTo>
                  <a:pt x="72892" y="23907"/>
                </a:lnTo>
                <a:lnTo>
                  <a:pt x="63725" y="24752"/>
                </a:lnTo>
                <a:lnTo>
                  <a:pt x="63958" y="24728"/>
                </a:lnTo>
                <a:lnTo>
                  <a:pt x="55735" y="25690"/>
                </a:lnTo>
                <a:lnTo>
                  <a:pt x="56030" y="25647"/>
                </a:lnTo>
                <a:lnTo>
                  <a:pt x="48703" y="26725"/>
                </a:lnTo>
                <a:lnTo>
                  <a:pt x="48973" y="26683"/>
                </a:lnTo>
                <a:lnTo>
                  <a:pt x="45626" y="27265"/>
                </a:lnTo>
                <a:lnTo>
                  <a:pt x="45829" y="27228"/>
                </a:lnTo>
                <a:lnTo>
                  <a:pt x="42692" y="27847"/>
                </a:lnTo>
                <a:lnTo>
                  <a:pt x="42919" y="27798"/>
                </a:lnTo>
                <a:lnTo>
                  <a:pt x="39978" y="28447"/>
                </a:lnTo>
                <a:lnTo>
                  <a:pt x="40236" y="28385"/>
                </a:lnTo>
                <a:lnTo>
                  <a:pt x="37484" y="29066"/>
                </a:lnTo>
                <a:lnTo>
                  <a:pt x="37766" y="28992"/>
                </a:lnTo>
                <a:lnTo>
                  <a:pt x="35205" y="29709"/>
                </a:lnTo>
                <a:lnTo>
                  <a:pt x="35518" y="29617"/>
                </a:lnTo>
                <a:lnTo>
                  <a:pt x="33134" y="30371"/>
                </a:lnTo>
                <a:lnTo>
                  <a:pt x="33478" y="30255"/>
                </a:lnTo>
                <a:lnTo>
                  <a:pt x="31266" y="31038"/>
                </a:lnTo>
                <a:lnTo>
                  <a:pt x="31652" y="30898"/>
                </a:lnTo>
                <a:lnTo>
                  <a:pt x="29605" y="31719"/>
                </a:lnTo>
                <a:lnTo>
                  <a:pt x="30023" y="31541"/>
                </a:lnTo>
                <a:lnTo>
                  <a:pt x="28134" y="32405"/>
                </a:lnTo>
                <a:lnTo>
                  <a:pt x="28588" y="32178"/>
                </a:lnTo>
                <a:lnTo>
                  <a:pt x="26853" y="33085"/>
                </a:lnTo>
                <a:lnTo>
                  <a:pt x="27339" y="32810"/>
                </a:lnTo>
                <a:lnTo>
                  <a:pt x="25758" y="33753"/>
                </a:lnTo>
                <a:lnTo>
                  <a:pt x="26266" y="33428"/>
                </a:lnTo>
                <a:lnTo>
                  <a:pt x="24821" y="34408"/>
                </a:lnTo>
                <a:lnTo>
                  <a:pt x="25353" y="34022"/>
                </a:lnTo>
                <a:lnTo>
                  <a:pt x="24042" y="35046"/>
                </a:lnTo>
                <a:lnTo>
                  <a:pt x="24575" y="34598"/>
                </a:lnTo>
                <a:lnTo>
                  <a:pt x="23393" y="35658"/>
                </a:lnTo>
                <a:lnTo>
                  <a:pt x="23918" y="35150"/>
                </a:lnTo>
                <a:lnTo>
                  <a:pt x="22859" y="36253"/>
                </a:lnTo>
                <a:lnTo>
                  <a:pt x="23363" y="35689"/>
                </a:lnTo>
                <a:lnTo>
                  <a:pt x="22418" y="36841"/>
                </a:lnTo>
                <a:lnTo>
                  <a:pt x="22879" y="36228"/>
                </a:lnTo>
                <a:lnTo>
                  <a:pt x="22038" y="37423"/>
                </a:lnTo>
                <a:lnTo>
                  <a:pt x="22454" y="36786"/>
                </a:lnTo>
                <a:lnTo>
                  <a:pt x="21714" y="38030"/>
                </a:lnTo>
                <a:lnTo>
                  <a:pt x="22070" y="37380"/>
                </a:lnTo>
                <a:lnTo>
                  <a:pt x="21425" y="38667"/>
                </a:lnTo>
                <a:lnTo>
                  <a:pt x="21714" y="38036"/>
                </a:lnTo>
                <a:lnTo>
                  <a:pt x="21163" y="39365"/>
                </a:lnTo>
                <a:lnTo>
                  <a:pt x="21395" y="38758"/>
                </a:lnTo>
                <a:lnTo>
                  <a:pt x="20923" y="40138"/>
                </a:lnTo>
                <a:lnTo>
                  <a:pt x="21101" y="39574"/>
                </a:lnTo>
                <a:lnTo>
                  <a:pt x="20709" y="41002"/>
                </a:lnTo>
                <a:lnTo>
                  <a:pt x="20832" y="40486"/>
                </a:lnTo>
                <a:lnTo>
                  <a:pt x="20514" y="41963"/>
                </a:lnTo>
                <a:lnTo>
                  <a:pt x="20598" y="41503"/>
                </a:lnTo>
                <a:lnTo>
                  <a:pt x="20342" y="43035"/>
                </a:lnTo>
                <a:lnTo>
                  <a:pt x="20421" y="42459"/>
                </a:lnTo>
                <a:lnTo>
                  <a:pt x="20072" y="45670"/>
                </a:lnTo>
                <a:lnTo>
                  <a:pt x="20121" y="45088"/>
                </a:lnTo>
                <a:lnTo>
                  <a:pt x="19949" y="48513"/>
                </a:lnTo>
                <a:lnTo>
                  <a:pt x="19956" y="48133"/>
                </a:lnTo>
                <a:lnTo>
                  <a:pt x="19913" y="517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text-99 W">
            <a:extLst xmlns:a="http://schemas.openxmlformats.org/drawingml/2006/main">
              <a:ext uri="{FF2B5EF4-FFF2-40B4-BE49-F238E27FC236}">
                <a16:creationId xmlns:a16="http://schemas.microsoft.com/office/drawing/2014/main" id="{0EFA8319-1DAD-4AB8-B511-70D7A652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7071" y="6982117"/>
            <a:ext cx="173509" cy="20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97" name="text-100 h">
            <a:extLst xmlns:a="http://schemas.openxmlformats.org/drawingml/2006/main">
              <a:ext uri="{FF2B5EF4-FFF2-40B4-BE49-F238E27FC236}">
                <a16:creationId xmlns:a16="http://schemas.microsoft.com/office/drawing/2014/main" id="{9B4D65FF-1798-475C-AAE0-59359E70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2890" y="6982169"/>
            <a:ext cx="108233" cy="20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98" name="text-101 o">
            <a:extLst xmlns:a="http://schemas.openxmlformats.org/drawingml/2006/main">
              <a:ext uri="{FF2B5EF4-FFF2-40B4-BE49-F238E27FC236}">
                <a16:creationId xmlns:a16="http://schemas.microsoft.com/office/drawing/2014/main" id="{99BF9DE2-CB3F-4070-888B-E7CAE293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3460" y="6982117"/>
            <a:ext cx="99986" cy="20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99" name="text-103 s">
            <a:extLst xmlns:a="http://schemas.openxmlformats.org/drawingml/2006/main">
              <a:ext uri="{FF2B5EF4-FFF2-40B4-BE49-F238E27FC236}">
                <a16:creationId xmlns:a16="http://schemas.microsoft.com/office/drawing/2014/main" id="{B2A66BB6-E228-4FB4-9345-E19D7E98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5996" y="6982149"/>
            <a:ext cx="83683" cy="20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00" name="text-104 core">
            <a:extLst xmlns:a="http://schemas.openxmlformats.org/drawingml/2006/main">
              <a:ext uri="{FF2B5EF4-FFF2-40B4-BE49-F238E27FC236}">
                <a16:creationId xmlns:a16="http://schemas.microsoft.com/office/drawing/2014/main" id="{E66D7455-EB8C-4D11-BEEE-27DC5EAC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2056" y="6982695"/>
            <a:ext cx="291974" cy="205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core</a:t>
            </a:r>
          </a:p>
        </p:txBody>
      </p:sp>
      <p:sp>
        <p:nvSpPr>
          <p:cNvPr id="101" name="text-105 d">
            <a:extLst xmlns:a="http://schemas.openxmlformats.org/drawingml/2006/main">
              <a:ext uri="{FF2B5EF4-FFF2-40B4-BE49-F238E27FC236}">
                <a16:creationId xmlns:a16="http://schemas.microsoft.com/office/drawing/2014/main" id="{C21C80B9-4336-4C28-B0A1-433E1DF8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6430" y="6982169"/>
            <a:ext cx="108233" cy="20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02" name="text-107 the">
            <a:extLst xmlns:a="http://schemas.openxmlformats.org/drawingml/2006/main">
              <a:ext uri="{FF2B5EF4-FFF2-40B4-BE49-F238E27FC236}">
                <a16:creationId xmlns:a16="http://schemas.microsoft.com/office/drawing/2014/main" id="{69830B8E-6DC2-4B4A-BED4-9E24FFE6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6013" y="6983895"/>
            <a:ext cx="219769" cy="203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03" name="text-109 t">
            <a:extLst xmlns:a="http://schemas.openxmlformats.org/drawingml/2006/main">
              <a:ext uri="{FF2B5EF4-FFF2-40B4-BE49-F238E27FC236}">
                <a16:creationId xmlns:a16="http://schemas.microsoft.com/office/drawing/2014/main" id="{541B5E96-CC77-46D6-995C-58229268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7412" y="6982071"/>
            <a:ext cx="75439" cy="20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04" name="text-110 h">
            <a:extLst xmlns:a="http://schemas.openxmlformats.org/drawingml/2006/main">
              <a:ext uri="{FF2B5EF4-FFF2-40B4-BE49-F238E27FC236}">
                <a16:creationId xmlns:a16="http://schemas.microsoft.com/office/drawing/2014/main" id="{BBAF30A6-4C81-465B-A0BC-C6D0172B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5201" y="6982169"/>
            <a:ext cx="108233" cy="20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05" name="text-111 re">
            <a:extLst xmlns:a="http://schemas.openxmlformats.org/drawingml/2006/main">
              <a:ext uri="{FF2B5EF4-FFF2-40B4-BE49-F238E27FC236}">
                <a16:creationId xmlns:a16="http://schemas.microsoft.com/office/drawing/2014/main" id="{B13837B9-3B07-411A-B314-F0751CFE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5770" y="6980409"/>
            <a:ext cx="156064" cy="208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</a:t>
            </a:r>
          </a:p>
        </p:txBody>
      </p:sp>
      <p:sp>
        <p:nvSpPr>
          <p:cNvPr id="106" name="text-112 e-pointer">
            <a:extLst xmlns:a="http://schemas.openxmlformats.org/drawingml/2006/main">
              <a:ext uri="{FF2B5EF4-FFF2-40B4-BE49-F238E27FC236}">
                <a16:creationId xmlns:a16="http://schemas.microsoft.com/office/drawing/2014/main" id="{9FE27B7E-19C1-4A4E-B789-E41DB341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3821" y="6984627"/>
            <a:ext cx="587861" cy="202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e-pointer</a:t>
            </a:r>
          </a:p>
        </p:txBody>
      </p:sp>
      <p:sp>
        <p:nvSpPr>
          <p:cNvPr id="107" name="text-112 at">
            <a:extLst xmlns:a="http://schemas.openxmlformats.org/drawingml/2006/main">
              <a:ext uri="{FF2B5EF4-FFF2-40B4-BE49-F238E27FC236}">
                <a16:creationId xmlns:a16="http://schemas.microsoft.com/office/drawing/2014/main" id="{2C40DAF3-2EEB-40AE-8033-D5C29B23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9965" y="6983568"/>
            <a:ext cx="147468" cy="203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108" name="text-113 0.8s">
            <a:extLst xmlns:a="http://schemas.openxmlformats.org/drawingml/2006/main">
              <a:ext uri="{FF2B5EF4-FFF2-40B4-BE49-F238E27FC236}">
                <a16:creationId xmlns:a16="http://schemas.microsoft.com/office/drawing/2014/main" id="{03CC3047-5987-4E9B-8CA8-E6D37826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9483" y="7248990"/>
            <a:ext cx="263424" cy="202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0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0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0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rPr>
              <a:t>0.8s</a:t>
            </a:r>
          </a:p>
        </p:txBody>
      </p:sp>
      <p:sp>
        <p:nvSpPr>
          <p:cNvPr id="109" name="text-114 ?">
            <a:extLst xmlns:a="http://schemas.openxmlformats.org/drawingml/2006/main">
              <a:ext uri="{FF2B5EF4-FFF2-40B4-BE49-F238E27FC236}">
                <a16:creationId xmlns:a16="http://schemas.microsoft.com/office/drawing/2014/main" id="{466C773B-4336-467D-BED0-16CF34CB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5672" y="7246798"/>
            <a:ext cx="99986" cy="20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pic>
        <p:nvPic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0F65E59-3C78-4102-833E-957F5682D4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e4f293ebc4dcc"/>
          <a:stretch xmlns:a="http://schemas.openxmlformats.org/drawingml/2006/main"/>
        </p:blipFill>
        <p:spPr>
          <a:xfrm xmlns:a="http://schemas.openxmlformats.org/drawingml/2006/main">
            <a:off x="7905750" y="7019925"/>
            <a:ext cx="209550" cy="133350"/>
          </a:xfrm>
          <a:prstGeom xmlns:a="http://schemas.openxmlformats.org/drawingml/2006/main" prst="rect">
            <a:avLst/>
          </a:prstGeom>
        </p:spPr>
      </p:pic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E0C0258-A97D-48B9-B510-1352CC832C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3d3010fc54bf4"/>
          <a:stretch xmlns:a="http://schemas.openxmlformats.org/drawingml/2006/main"/>
        </p:blipFill>
        <p:spPr>
          <a:xfrm xmlns:a="http://schemas.openxmlformats.org/drawingml/2006/main">
            <a:off x="8086725" y="7048500"/>
            <a:ext cx="171450" cy="104775"/>
          </a:xfrm>
          <a:prstGeom xmlns:a="http://schemas.openxmlformats.org/drawingml/2006/main" prst="rect">
            <a:avLst/>
          </a:prstGeom>
        </p:spPr>
      </p:pic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B5F3A5A-572F-4A18-A261-6D86C9FC9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450bda7524b2d"/>
          <a:stretch xmlns:a="http://schemas.openxmlformats.org/drawingml/2006/main"/>
        </p:blipFill>
        <p:spPr>
          <a:xfrm xmlns:a="http://schemas.openxmlformats.org/drawingml/2006/main">
            <a:off x="8267700" y="701992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113" name="text-118 Sh">
            <a:extLst xmlns:a="http://schemas.openxmlformats.org/drawingml/2006/main">
              <a:ext uri="{FF2B5EF4-FFF2-40B4-BE49-F238E27FC236}">
                <a16:creationId xmlns:a16="http://schemas.microsoft.com/office/drawing/2014/main" id="{860B9736-965B-424D-B372-3BEC5EDC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4337" y="7695724"/>
            <a:ext cx="185062" cy="200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</a:t>
            </a:r>
          </a:p>
        </p:txBody>
      </p:sp>
      <p:sp>
        <p:nvSpPr>
          <p:cNvPr id="114" name="text-119 o">
            <a:extLst xmlns:a="http://schemas.openxmlformats.org/drawingml/2006/main">
              <a:ext uri="{FF2B5EF4-FFF2-40B4-BE49-F238E27FC236}">
                <a16:creationId xmlns:a16="http://schemas.microsoft.com/office/drawing/2014/main" id="{F04982F1-2FBC-43EC-BA84-68C74D32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9345" y="7691915"/>
            <a:ext cx="99986" cy="20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15" name="text-120 w">
            <a:extLst xmlns:a="http://schemas.openxmlformats.org/drawingml/2006/main">
              <a:ext uri="{FF2B5EF4-FFF2-40B4-BE49-F238E27FC236}">
                <a16:creationId xmlns:a16="http://schemas.microsoft.com/office/drawing/2014/main" id="{5E13773B-994B-4C0F-B389-D3C10D11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79" y="7691911"/>
            <a:ext cx="132656" cy="20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16" name="text-120 the">
            <a:extLst xmlns:a="http://schemas.openxmlformats.org/drawingml/2006/main">
              <a:ext uri="{FF2B5EF4-FFF2-40B4-BE49-F238E27FC236}">
                <a16:creationId xmlns:a16="http://schemas.microsoft.com/office/drawing/2014/main" id="{366226A2-D059-46A2-A101-F3F6CE9C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3064" y="7698289"/>
            <a:ext cx="212815" cy="196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17" name="text-120 tra">
            <a:extLst xmlns:a="http://schemas.openxmlformats.org/drawingml/2006/main">
              <a:ext uri="{FF2B5EF4-FFF2-40B4-BE49-F238E27FC236}">
                <a16:creationId xmlns:a16="http://schemas.microsoft.com/office/drawing/2014/main" id="{6C137723-3545-42E7-8ABF-D23FBADA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8730" y="7698572"/>
            <a:ext cx="204477" cy="196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</a:t>
            </a:r>
          </a:p>
        </p:txBody>
      </p:sp>
      <p:sp>
        <p:nvSpPr>
          <p:cNvPr id="118" name="text-121 j">
            <a:extLst xmlns:a="http://schemas.openxmlformats.org/drawingml/2006/main">
              <a:ext uri="{FF2B5EF4-FFF2-40B4-BE49-F238E27FC236}">
                <a16:creationId xmlns:a16="http://schemas.microsoft.com/office/drawing/2014/main" id="{13F4F7A0-BCE1-48B7-8F10-DA00CC9E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3651" y="7691868"/>
            <a:ext cx="75439" cy="20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</a:t>
            </a:r>
          </a:p>
        </p:txBody>
      </p:sp>
      <p:sp>
        <p:nvSpPr>
          <p:cNvPr id="119" name="text-122 ect">
            <a:extLst xmlns:a="http://schemas.openxmlformats.org/drawingml/2006/main">
              <a:ext uri="{FF2B5EF4-FFF2-40B4-BE49-F238E27FC236}">
                <a16:creationId xmlns:a16="http://schemas.microsoft.com/office/drawing/2014/main" id="{FA80D8C6-3A38-4B65-A384-9814E9E9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8377" y="7698908"/>
            <a:ext cx="196096" cy="19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ect</a:t>
            </a:r>
          </a:p>
        </p:txBody>
      </p:sp>
      <p:sp>
        <p:nvSpPr>
          <p:cNvPr id="120" name="text-123 or">
            <a:extLst xmlns:a="http://schemas.openxmlformats.org/drawingml/2006/main">
              <a:ext uri="{FF2B5EF4-FFF2-40B4-BE49-F238E27FC236}">
                <a16:creationId xmlns:a16="http://schemas.microsoft.com/office/drawing/2014/main" id="{16D62452-309B-464F-B516-7CE9B5C1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5027" y="7696427"/>
            <a:ext cx="160152" cy="199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</a:t>
            </a:r>
          </a:p>
        </p:txBody>
      </p:sp>
      <p:sp>
        <p:nvSpPr>
          <p:cNvPr id="121" name="text-124 y">
            <a:extLst xmlns:a="http://schemas.openxmlformats.org/drawingml/2006/main">
              <a:ext uri="{FF2B5EF4-FFF2-40B4-BE49-F238E27FC236}">
                <a16:creationId xmlns:a16="http://schemas.microsoft.com/office/drawing/2014/main" id="{A5281488-9040-45CA-80A4-D31BF7AE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224" y="7691915"/>
            <a:ext cx="99986" cy="20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22" name="text-125 o">
            <a:extLst xmlns:a="http://schemas.openxmlformats.org/drawingml/2006/main">
              <a:ext uri="{FF2B5EF4-FFF2-40B4-BE49-F238E27FC236}">
                <a16:creationId xmlns:a16="http://schemas.microsoft.com/office/drawing/2014/main" id="{84C41AC7-B9D3-44AA-A301-43C4EAAD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5704" y="7691915"/>
            <a:ext cx="99986" cy="20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23" name="text-126 f">
            <a:extLst xmlns:a="http://schemas.openxmlformats.org/drawingml/2006/main">
              <a:ext uri="{FF2B5EF4-FFF2-40B4-BE49-F238E27FC236}">
                <a16:creationId xmlns:a16="http://schemas.microsoft.com/office/drawing/2014/main" id="{749BBDB7-339D-472A-90FC-B013F9C4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4325" y="7691868"/>
            <a:ext cx="75439" cy="20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24" name="text-127 p">
            <a:extLst xmlns:a="http://schemas.openxmlformats.org/drawingml/2006/main">
              <a:ext uri="{FF2B5EF4-FFF2-40B4-BE49-F238E27FC236}">
                <a16:creationId xmlns:a16="http://schemas.microsoft.com/office/drawing/2014/main" id="{8BB657DF-4EAA-4E48-9DF1-130565B4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0297" y="7691967"/>
            <a:ext cx="108233" cy="20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25" name="text-128 l">
            <a:extLst xmlns:a="http://schemas.openxmlformats.org/drawingml/2006/main">
              <a:ext uri="{FF2B5EF4-FFF2-40B4-BE49-F238E27FC236}">
                <a16:creationId xmlns:a16="http://schemas.microsoft.com/office/drawing/2014/main" id="{7BA197F2-DE5A-4A88-B5AE-30F15C41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7190" y="7691925"/>
            <a:ext cx="67316" cy="205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26" name="text-129 aye">
            <a:extLst xmlns:a="http://schemas.openxmlformats.org/drawingml/2006/main">
              <a:ext uri="{FF2B5EF4-FFF2-40B4-BE49-F238E27FC236}">
                <a16:creationId xmlns:a16="http://schemas.microsoft.com/office/drawing/2014/main" id="{E99D005A-0348-488B-AF07-9EA2DDC7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3032" y="7698685"/>
            <a:ext cx="227752" cy="196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aye</a:t>
            </a:r>
          </a:p>
        </p:txBody>
      </p:sp>
      <p:sp>
        <p:nvSpPr>
          <p:cNvPr id="127" name="text-130 r">
            <a:extLst xmlns:a="http://schemas.openxmlformats.org/drawingml/2006/main">
              <a:ext uri="{FF2B5EF4-FFF2-40B4-BE49-F238E27FC236}">
                <a16:creationId xmlns:a16="http://schemas.microsoft.com/office/drawing/2014/main" id="{C5F3AAE5-0B86-433A-82BB-4274761D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0623" y="7691849"/>
            <a:ext cx="91742" cy="205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28" name="text-132 #6">
            <a:extLst xmlns:a="http://schemas.openxmlformats.org/drawingml/2006/main">
              <a:ext uri="{FF2B5EF4-FFF2-40B4-BE49-F238E27FC236}">
                <a16:creationId xmlns:a16="http://schemas.microsoft.com/office/drawing/2014/main" id="{580AE6E1-406D-4015-8182-658BE57A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0578" y="7696815"/>
            <a:ext cx="167726" cy="198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129" name="text-134 f">
            <a:extLst xmlns:a="http://schemas.openxmlformats.org/drawingml/2006/main">
              <a:ext uri="{FF2B5EF4-FFF2-40B4-BE49-F238E27FC236}">
                <a16:creationId xmlns:a16="http://schemas.microsoft.com/office/drawing/2014/main" id="{D588C832-48AB-4CA6-B559-3A400D1C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9679" y="7691868"/>
            <a:ext cx="75439" cy="20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30" name="text-135 r">
            <a:extLst xmlns:a="http://schemas.openxmlformats.org/drawingml/2006/main">
              <a:ext uri="{FF2B5EF4-FFF2-40B4-BE49-F238E27FC236}">
                <a16:creationId xmlns:a16="http://schemas.microsoft.com/office/drawing/2014/main" id="{5AD44C64-0A84-4B85-9747-223C5212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4407" y="7691849"/>
            <a:ext cx="91742" cy="205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31" name="text-136 om">
            <a:extLst xmlns:a="http://schemas.openxmlformats.org/drawingml/2006/main">
              <a:ext uri="{FF2B5EF4-FFF2-40B4-BE49-F238E27FC236}">
                <a16:creationId xmlns:a16="http://schemas.microsoft.com/office/drawing/2014/main" id="{2D5BF95A-666C-453A-A784-6456A702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5368" y="7695119"/>
            <a:ext cx="217612" cy="201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om</a:t>
            </a:r>
          </a:p>
        </p:txBody>
      </p:sp>
      <p:sp>
        <p:nvSpPr>
          <p:cNvPr id="132" name="text-137 0.5s">
            <a:extLst xmlns:a="http://schemas.openxmlformats.org/drawingml/2006/main">
              <a:ext uri="{FF2B5EF4-FFF2-40B4-BE49-F238E27FC236}">
                <a16:creationId xmlns:a16="http://schemas.microsoft.com/office/drawing/2014/main" id="{D2BAAE81-5BD1-4F52-A499-F3D9C9D7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8190" y="7964394"/>
            <a:ext cx="253225" cy="194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6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rPr>
              <a:t>0.5s</a:t>
            </a:r>
          </a:p>
        </p:txBody>
      </p:sp>
      <p:sp>
        <p:nvSpPr>
          <p:cNvPr id="133" name="text-137 to">
            <a:extLst xmlns:a="http://schemas.openxmlformats.org/drawingml/2006/main">
              <a:ext uri="{FF2B5EF4-FFF2-40B4-BE49-F238E27FC236}">
                <a16:creationId xmlns:a16="http://schemas.microsoft.com/office/drawing/2014/main" id="{792D2DDB-16BF-4A82-A7B3-6211B96C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4601" y="7961666"/>
            <a:ext cx="143800" cy="198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134" name="text-139 1">
            <a:extLst xmlns:a="http://schemas.openxmlformats.org/drawingml/2006/main">
              <a:ext uri="{FF2B5EF4-FFF2-40B4-BE49-F238E27FC236}">
                <a16:creationId xmlns:a16="http://schemas.microsoft.com/office/drawing/2014/main" id="{8221B339-D33C-4979-B2C4-87348F29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7574" y="7956594"/>
            <a:ext cx="99986" cy="20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5" name="text-140 .2">
            <a:extLst xmlns:a="http://schemas.openxmlformats.org/drawingml/2006/main">
              <a:ext uri="{FF2B5EF4-FFF2-40B4-BE49-F238E27FC236}">
                <a16:creationId xmlns:a16="http://schemas.microsoft.com/office/drawing/2014/main" id="{895E9500-99CD-4B30-A4FE-07CA5767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808" y="7962312"/>
            <a:ext cx="131430" cy="197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3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3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3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rPr>
              <a:t>.2</a:t>
            </a:r>
          </a:p>
        </p:txBody>
      </p:sp>
      <p:sp>
        <p:nvSpPr>
          <p:cNvPr id="136" name="text-141 s">
            <a:extLst xmlns:a="http://schemas.openxmlformats.org/drawingml/2006/main">
              <a:ext uri="{FF2B5EF4-FFF2-40B4-BE49-F238E27FC236}">
                <a16:creationId xmlns:a16="http://schemas.microsoft.com/office/drawing/2014/main" id="{849C13DC-2801-4B53-8418-39573E53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8514" y="7956626"/>
            <a:ext cx="83683" cy="20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7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7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7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37" name="text-142 .">
            <a:extLst xmlns:a="http://schemas.openxmlformats.org/drawingml/2006/main">
              <a:ext uri="{FF2B5EF4-FFF2-40B4-BE49-F238E27FC236}">
                <a16:creationId xmlns:a16="http://schemas.microsoft.com/office/drawing/2014/main" id="{B0127135-CB28-4B2F-8874-1B4922CF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1512" y="7956592"/>
            <a:ext cx="63226" cy="205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13D0A9C-996D-4B43-9DEF-8402AC2B40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ab6de22624afe"/>
          <a:stretch xmlns:a="http://schemas.openxmlformats.org/drawingml/2006/main"/>
        </p:blipFill>
        <p:spPr>
          <a:xfrm xmlns:a="http://schemas.openxmlformats.org/drawingml/2006/main">
            <a:off x="7953375" y="7724775"/>
            <a:ext cx="200025" cy="142875"/>
          </a:xfrm>
          <a:prstGeom xmlns:a="http://schemas.openxmlformats.org/drawingml/2006/main" prst="rect">
            <a:avLst/>
          </a:prstGeom>
        </p:spPr>
      </p:pic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63FEE80-423D-4AA9-8551-0FD837E23D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a25e52ebd43b7"/>
          <a:stretch xmlns:a="http://schemas.openxmlformats.org/drawingml/2006/main"/>
        </p:blipFill>
        <p:spPr>
          <a:xfrm xmlns:a="http://schemas.openxmlformats.org/drawingml/2006/main">
            <a:off x="8124825" y="7753350"/>
            <a:ext cx="95250" cy="114300"/>
          </a:xfrm>
          <a:prstGeom xmlns:a="http://schemas.openxmlformats.org/drawingml/2006/main" prst="rect">
            <a:avLst/>
          </a:prstGeom>
        </p:spPr>
      </p:pic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2399CE8-994B-41F5-8C7D-73294E1D41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410a0a11c478a"/>
          <a:stretch xmlns:a="http://schemas.openxmlformats.org/drawingml/2006/main"/>
        </p:blipFill>
        <p:spPr>
          <a:xfrm xmlns:a="http://schemas.openxmlformats.org/drawingml/2006/main">
            <a:off x="8181975" y="7724775"/>
            <a:ext cx="257175" cy="142875"/>
          </a:xfrm>
          <a:prstGeom xmlns:a="http://schemas.openxmlformats.org/drawingml/2006/main" prst="rect">
            <a:avLst/>
          </a:prstGeom>
        </p:spPr>
      </p:pic>
      <p:sp>
        <p:nvSpPr>
          <p:cNvPr id="141" name="4D Coordinate">
            <a:extLst xmlns:a="http://schemas.openxmlformats.org/drawingml/2006/main">
              <a:ext uri="{FF2B5EF4-FFF2-40B4-BE49-F238E27FC236}">
                <a16:creationId xmlns:a16="http://schemas.microsoft.com/office/drawing/2014/main" id="{511D27F7-DED2-4226-8EF0-D4AAD1DA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9507" y="6892694"/>
            <a:ext cx="1139444" cy="253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 Coordinate</a:t>
            </a:r>
          </a:p>
        </p:txBody>
      </p:sp>
      <p:sp>
        <p:nvSpPr>
          <p:cNvPr id="142" name="Multi-view 2D Input">
            <a:extLst xmlns:a="http://schemas.openxmlformats.org/drawingml/2006/main">
              <a:ext uri="{FF2B5EF4-FFF2-40B4-BE49-F238E27FC236}">
                <a16:creationId xmlns:a16="http://schemas.microsoft.com/office/drawing/2014/main" id="{D37230F9-6093-46F5-8B90-F6483FDF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06" y="6905374"/>
            <a:ext cx="1640301" cy="261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Multi-view 2D Input</a:t>
            </a:r>
          </a:p>
        </p:txBody>
      </p:sp>
      <p:sp>
        <p:nvSpPr>
          <p:cNvPr id="143" name="path-148">
            <a:extLst xmlns:a="http://schemas.openxmlformats.org/drawingml/2006/main">
              <a:ext uri="{FF2B5EF4-FFF2-40B4-BE49-F238E27FC236}">
                <a16:creationId xmlns:a16="http://schemas.microsoft.com/office/drawing/2014/main" id="{479AE86C-B7A3-46C6-8C36-756902F3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3" y="2961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6" y="0"/>
                </a:cubicBezTo>
                <a:lnTo>
                  <a:pt x="286872" y="288"/>
                </a:lnTo>
                <a:cubicBezTo>
                  <a:pt x="316361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1" y="363016"/>
                  <a:pt x="290842" y="363016"/>
                </a:cubicBezTo>
                <a:lnTo>
                  <a:pt x="30726" y="361656"/>
                </a:lnTo>
                <a:cubicBezTo>
                  <a:pt x="1238" y="361656"/>
                  <a:pt x="80" y="360652"/>
                  <a:pt x="8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ath-149">
            <a:extLst xmlns:a="http://schemas.openxmlformats.org/drawingml/2006/main">
              <a:ext uri="{FF2B5EF4-FFF2-40B4-BE49-F238E27FC236}">
                <a16:creationId xmlns:a16="http://schemas.microsoft.com/office/drawing/2014/main" id="{0D86DDD0-04CC-4307-AE3B-1852D8A0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50" y="295797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6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4" y="6457"/>
                </a:lnTo>
                <a:lnTo>
                  <a:pt x="4399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3"/>
                </a:lnTo>
                <a:lnTo>
                  <a:pt x="10122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1" y="588"/>
                </a:lnTo>
                <a:lnTo>
                  <a:pt x="19808" y="276"/>
                </a:lnTo>
                <a:lnTo>
                  <a:pt x="23913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8" y="288"/>
                </a:lnTo>
                <a:lnTo>
                  <a:pt x="299898" y="325"/>
                </a:lnTo>
                <a:lnTo>
                  <a:pt x="304131" y="429"/>
                </a:lnTo>
                <a:lnTo>
                  <a:pt x="307918" y="649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8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2"/>
                </a:lnTo>
                <a:lnTo>
                  <a:pt x="321703" y="5594"/>
                </a:lnTo>
                <a:lnTo>
                  <a:pt x="322610" y="6635"/>
                </a:lnTo>
                <a:lnTo>
                  <a:pt x="323406" y="7775"/>
                </a:lnTo>
                <a:lnTo>
                  <a:pt x="324093" y="9006"/>
                </a:lnTo>
                <a:lnTo>
                  <a:pt x="324675" y="10318"/>
                </a:lnTo>
                <a:lnTo>
                  <a:pt x="325165" y="11714"/>
                </a:lnTo>
                <a:lnTo>
                  <a:pt x="325569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8" y="28643"/>
                </a:lnTo>
                <a:lnTo>
                  <a:pt x="326868" y="340133"/>
                </a:lnTo>
                <a:lnTo>
                  <a:pt x="326795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4" y="359542"/>
                </a:lnTo>
                <a:lnTo>
                  <a:pt x="324938" y="360792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4" y="365014"/>
                </a:lnTo>
                <a:lnTo>
                  <a:pt x="320888" y="365816"/>
                </a:lnTo>
                <a:lnTo>
                  <a:pt x="319755" y="366497"/>
                </a:lnTo>
                <a:lnTo>
                  <a:pt x="318548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3" y="368230"/>
                </a:lnTo>
                <a:lnTo>
                  <a:pt x="311343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6" y="369143"/>
                </a:lnTo>
                <a:lnTo>
                  <a:pt x="33778" y="367783"/>
                </a:lnTo>
                <a:lnTo>
                  <a:pt x="33784" y="367783"/>
                </a:lnTo>
                <a:lnTo>
                  <a:pt x="28558" y="367765"/>
                </a:lnTo>
                <a:lnTo>
                  <a:pt x="23919" y="367685"/>
                </a:lnTo>
                <a:lnTo>
                  <a:pt x="19821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10" y="364855"/>
                </a:lnTo>
                <a:lnTo>
                  <a:pt x="6458" y="364150"/>
                </a:lnTo>
                <a:lnTo>
                  <a:pt x="5398" y="363329"/>
                </a:lnTo>
                <a:lnTo>
                  <a:pt x="4442" y="362397"/>
                </a:lnTo>
                <a:lnTo>
                  <a:pt x="3603" y="361362"/>
                </a:lnTo>
                <a:lnTo>
                  <a:pt x="2880" y="360241"/>
                </a:lnTo>
                <a:lnTo>
                  <a:pt x="2273" y="359040"/>
                </a:lnTo>
                <a:lnTo>
                  <a:pt x="1765" y="357766"/>
                </a:lnTo>
                <a:lnTo>
                  <a:pt x="1354" y="356430"/>
                </a:lnTo>
                <a:lnTo>
                  <a:pt x="1023" y="355021"/>
                </a:lnTo>
                <a:lnTo>
                  <a:pt x="754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4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7" y="29758"/>
                </a:moveTo>
                <a:lnTo>
                  <a:pt x="6127" y="29740"/>
                </a:lnTo>
                <a:lnTo>
                  <a:pt x="6207" y="338111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5"/>
                </a:lnTo>
                <a:lnTo>
                  <a:pt x="6311" y="346437"/>
                </a:lnTo>
                <a:lnTo>
                  <a:pt x="6507" y="349905"/>
                </a:lnTo>
                <a:lnTo>
                  <a:pt x="6489" y="349727"/>
                </a:lnTo>
                <a:lnTo>
                  <a:pt x="6832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2" y="354727"/>
                </a:lnTo>
                <a:lnTo>
                  <a:pt x="7591" y="355854"/>
                </a:lnTo>
                <a:lnTo>
                  <a:pt x="7506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1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6" y="358397"/>
                </a:lnTo>
                <a:lnTo>
                  <a:pt x="8847" y="358133"/>
                </a:lnTo>
                <a:lnTo>
                  <a:pt x="9552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79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1" y="359775"/>
                </a:lnTo>
                <a:lnTo>
                  <a:pt x="12229" y="360186"/>
                </a:lnTo>
                <a:lnTo>
                  <a:pt x="12015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3" y="361135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39" y="361393"/>
                </a:lnTo>
                <a:lnTo>
                  <a:pt x="24140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0" y="361638"/>
                </a:lnTo>
                <a:lnTo>
                  <a:pt x="33802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0"/>
                </a:lnTo>
                <a:lnTo>
                  <a:pt x="310785" y="362569"/>
                </a:lnTo>
                <a:lnTo>
                  <a:pt x="310589" y="362587"/>
                </a:lnTo>
                <a:lnTo>
                  <a:pt x="313475" y="362183"/>
                </a:lnTo>
                <a:lnTo>
                  <a:pt x="313261" y="362220"/>
                </a:lnTo>
                <a:lnTo>
                  <a:pt x="314523" y="361950"/>
                </a:lnTo>
                <a:lnTo>
                  <a:pt x="314339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80" y="360657"/>
                </a:lnTo>
                <a:lnTo>
                  <a:pt x="317292" y="360854"/>
                </a:lnTo>
                <a:lnTo>
                  <a:pt x="318045" y="360271"/>
                </a:lnTo>
                <a:lnTo>
                  <a:pt x="317770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6" y="359689"/>
                </a:lnTo>
                <a:lnTo>
                  <a:pt x="319081" y="358869"/>
                </a:lnTo>
                <a:lnTo>
                  <a:pt x="318922" y="359156"/>
                </a:lnTo>
                <a:lnTo>
                  <a:pt x="319363" y="358244"/>
                </a:lnTo>
                <a:lnTo>
                  <a:pt x="319253" y="358507"/>
                </a:lnTo>
                <a:lnTo>
                  <a:pt x="319626" y="357509"/>
                </a:lnTo>
                <a:lnTo>
                  <a:pt x="319546" y="357741"/>
                </a:lnTo>
                <a:lnTo>
                  <a:pt x="319865" y="356638"/>
                </a:lnTo>
                <a:lnTo>
                  <a:pt x="319816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62" y="28667"/>
                </a:lnTo>
                <a:lnTo>
                  <a:pt x="320662" y="28704"/>
                </a:lnTo>
                <a:lnTo>
                  <a:pt x="320607" y="24201"/>
                </a:lnTo>
                <a:lnTo>
                  <a:pt x="320607" y="24305"/>
                </a:lnTo>
                <a:lnTo>
                  <a:pt x="320423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90" y="15942"/>
                </a:lnTo>
                <a:lnTo>
                  <a:pt x="319596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4" y="12462"/>
                </a:lnTo>
                <a:lnTo>
                  <a:pt x="319026" y="12689"/>
                </a:lnTo>
                <a:lnTo>
                  <a:pt x="318548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7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6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6" y="8253"/>
                </a:lnTo>
                <a:lnTo>
                  <a:pt x="313745" y="7836"/>
                </a:lnTo>
                <a:lnTo>
                  <a:pt x="313953" y="7904"/>
                </a:lnTo>
                <a:lnTo>
                  <a:pt x="312734" y="7554"/>
                </a:lnTo>
                <a:lnTo>
                  <a:pt x="312911" y="7597"/>
                </a:lnTo>
                <a:lnTo>
                  <a:pt x="311594" y="7297"/>
                </a:lnTo>
                <a:lnTo>
                  <a:pt x="311741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5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2" y="6452"/>
                </a:lnTo>
                <a:lnTo>
                  <a:pt x="289929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2" y="6127"/>
                </a:lnTo>
                <a:lnTo>
                  <a:pt x="28600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4" y="6219"/>
                </a:lnTo>
                <a:lnTo>
                  <a:pt x="20139" y="6390"/>
                </a:lnTo>
                <a:lnTo>
                  <a:pt x="20268" y="6384"/>
                </a:lnTo>
                <a:lnTo>
                  <a:pt x="16812" y="6684"/>
                </a:lnTo>
                <a:lnTo>
                  <a:pt x="17027" y="6660"/>
                </a:lnTo>
                <a:lnTo>
                  <a:pt x="14074" y="7119"/>
                </a:lnTo>
                <a:lnTo>
                  <a:pt x="14294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5" y="7616"/>
                </a:lnTo>
                <a:lnTo>
                  <a:pt x="11127" y="8026"/>
                </a:lnTo>
                <a:lnTo>
                  <a:pt x="11366" y="7922"/>
                </a:lnTo>
                <a:lnTo>
                  <a:pt x="10385" y="8400"/>
                </a:lnTo>
                <a:lnTo>
                  <a:pt x="10649" y="8253"/>
                </a:lnTo>
                <a:lnTo>
                  <a:pt x="9766" y="8798"/>
                </a:lnTo>
                <a:lnTo>
                  <a:pt x="10036" y="8608"/>
                </a:lnTo>
                <a:lnTo>
                  <a:pt x="9246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5" y="11439"/>
                </a:lnTo>
                <a:lnTo>
                  <a:pt x="7855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5" y="13118"/>
                </a:lnTo>
                <a:lnTo>
                  <a:pt x="7230" y="12915"/>
                </a:lnTo>
                <a:lnTo>
                  <a:pt x="6936" y="14147"/>
                </a:lnTo>
                <a:lnTo>
                  <a:pt x="6973" y="13981"/>
                </a:lnTo>
                <a:lnTo>
                  <a:pt x="6734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7" y="2975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50">
            <a:extLst xmlns:a="http://schemas.openxmlformats.org/drawingml/2006/main">
              <a:ext uri="{FF2B5EF4-FFF2-40B4-BE49-F238E27FC236}">
                <a16:creationId xmlns:a16="http://schemas.microsoft.com/office/drawing/2014/main" id="{B6F16EF9-CEDF-4997-AA86-F72452C6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414" y="2961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7" y="0"/>
                </a:cubicBezTo>
                <a:lnTo>
                  <a:pt x="286872" y="288"/>
                </a:lnTo>
                <a:cubicBezTo>
                  <a:pt x="316361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1" y="363016"/>
                  <a:pt x="290843" y="363016"/>
                </a:cubicBezTo>
                <a:lnTo>
                  <a:pt x="30727" y="361656"/>
                </a:lnTo>
                <a:cubicBezTo>
                  <a:pt x="1238" y="361656"/>
                  <a:pt x="80" y="360652"/>
                  <a:pt x="8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ath-151">
            <a:extLst xmlns:a="http://schemas.openxmlformats.org/drawingml/2006/main">
              <a:ext uri="{FF2B5EF4-FFF2-40B4-BE49-F238E27FC236}">
                <a16:creationId xmlns:a16="http://schemas.microsoft.com/office/drawing/2014/main" id="{9309C2CD-72A7-48F5-B55A-49A29DC8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51" y="295797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6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4" y="6457"/>
                </a:lnTo>
                <a:lnTo>
                  <a:pt x="4399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4" y="1085"/>
                </a:lnTo>
                <a:lnTo>
                  <a:pt x="16181" y="588"/>
                </a:lnTo>
                <a:lnTo>
                  <a:pt x="19808" y="276"/>
                </a:lnTo>
                <a:lnTo>
                  <a:pt x="23913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1" y="429"/>
                </a:lnTo>
                <a:lnTo>
                  <a:pt x="307918" y="649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8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2"/>
                </a:lnTo>
                <a:lnTo>
                  <a:pt x="321703" y="5594"/>
                </a:lnTo>
                <a:lnTo>
                  <a:pt x="322610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5" y="10318"/>
                </a:lnTo>
                <a:lnTo>
                  <a:pt x="325164" y="11714"/>
                </a:lnTo>
                <a:lnTo>
                  <a:pt x="325569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8" y="28643"/>
                </a:lnTo>
                <a:lnTo>
                  <a:pt x="326868" y="340133"/>
                </a:lnTo>
                <a:lnTo>
                  <a:pt x="326795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4" y="359542"/>
                </a:lnTo>
                <a:lnTo>
                  <a:pt x="324938" y="360792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4" y="365014"/>
                </a:lnTo>
                <a:lnTo>
                  <a:pt x="320888" y="365816"/>
                </a:lnTo>
                <a:lnTo>
                  <a:pt x="319755" y="366497"/>
                </a:lnTo>
                <a:lnTo>
                  <a:pt x="318548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3" y="368230"/>
                </a:lnTo>
                <a:lnTo>
                  <a:pt x="311343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6" y="369143"/>
                </a:lnTo>
                <a:lnTo>
                  <a:pt x="33778" y="367783"/>
                </a:lnTo>
                <a:lnTo>
                  <a:pt x="33783" y="367783"/>
                </a:lnTo>
                <a:lnTo>
                  <a:pt x="28558" y="367765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8" y="363329"/>
                </a:lnTo>
                <a:lnTo>
                  <a:pt x="4442" y="362397"/>
                </a:lnTo>
                <a:lnTo>
                  <a:pt x="3603" y="361362"/>
                </a:lnTo>
                <a:lnTo>
                  <a:pt x="2879" y="360241"/>
                </a:lnTo>
                <a:lnTo>
                  <a:pt x="2273" y="359040"/>
                </a:lnTo>
                <a:lnTo>
                  <a:pt x="1764" y="357766"/>
                </a:lnTo>
                <a:lnTo>
                  <a:pt x="1354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4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7" y="29758"/>
                </a:moveTo>
                <a:lnTo>
                  <a:pt x="6127" y="29740"/>
                </a:lnTo>
                <a:lnTo>
                  <a:pt x="6207" y="338111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6" y="346535"/>
                </a:lnTo>
                <a:lnTo>
                  <a:pt x="6311" y="346437"/>
                </a:lnTo>
                <a:lnTo>
                  <a:pt x="6507" y="349905"/>
                </a:lnTo>
                <a:lnTo>
                  <a:pt x="6489" y="349727"/>
                </a:lnTo>
                <a:lnTo>
                  <a:pt x="6832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2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1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6" y="358397"/>
                </a:lnTo>
                <a:lnTo>
                  <a:pt x="8847" y="358133"/>
                </a:lnTo>
                <a:lnTo>
                  <a:pt x="9552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79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1" y="359775"/>
                </a:lnTo>
                <a:lnTo>
                  <a:pt x="12229" y="360186"/>
                </a:lnTo>
                <a:lnTo>
                  <a:pt x="12015" y="360112"/>
                </a:lnTo>
                <a:lnTo>
                  <a:pt x="13197" y="360468"/>
                </a:lnTo>
                <a:lnTo>
                  <a:pt x="13014" y="360418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3" y="361135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39" y="361393"/>
                </a:lnTo>
                <a:lnTo>
                  <a:pt x="24140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0" y="361638"/>
                </a:lnTo>
                <a:lnTo>
                  <a:pt x="33802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0"/>
                </a:lnTo>
                <a:lnTo>
                  <a:pt x="310785" y="362569"/>
                </a:lnTo>
                <a:lnTo>
                  <a:pt x="310589" y="362587"/>
                </a:lnTo>
                <a:lnTo>
                  <a:pt x="313474" y="362183"/>
                </a:lnTo>
                <a:lnTo>
                  <a:pt x="313261" y="362220"/>
                </a:lnTo>
                <a:lnTo>
                  <a:pt x="314522" y="361950"/>
                </a:lnTo>
                <a:lnTo>
                  <a:pt x="314338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7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80" y="360657"/>
                </a:lnTo>
                <a:lnTo>
                  <a:pt x="317292" y="360854"/>
                </a:lnTo>
                <a:lnTo>
                  <a:pt x="318045" y="360271"/>
                </a:lnTo>
                <a:lnTo>
                  <a:pt x="317770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4" y="359396"/>
                </a:lnTo>
                <a:lnTo>
                  <a:pt x="318566" y="359689"/>
                </a:lnTo>
                <a:lnTo>
                  <a:pt x="319081" y="358869"/>
                </a:lnTo>
                <a:lnTo>
                  <a:pt x="318922" y="359156"/>
                </a:lnTo>
                <a:lnTo>
                  <a:pt x="319362" y="358244"/>
                </a:lnTo>
                <a:lnTo>
                  <a:pt x="319252" y="358507"/>
                </a:lnTo>
                <a:lnTo>
                  <a:pt x="319626" y="357509"/>
                </a:lnTo>
                <a:lnTo>
                  <a:pt x="319546" y="357741"/>
                </a:lnTo>
                <a:lnTo>
                  <a:pt x="319865" y="356638"/>
                </a:lnTo>
                <a:lnTo>
                  <a:pt x="319816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61" y="28667"/>
                </a:lnTo>
                <a:lnTo>
                  <a:pt x="320661" y="28704"/>
                </a:lnTo>
                <a:lnTo>
                  <a:pt x="320607" y="24201"/>
                </a:lnTo>
                <a:lnTo>
                  <a:pt x="320607" y="24305"/>
                </a:lnTo>
                <a:lnTo>
                  <a:pt x="320423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89" y="15942"/>
                </a:lnTo>
                <a:lnTo>
                  <a:pt x="319596" y="14545"/>
                </a:lnTo>
                <a:lnTo>
                  <a:pt x="319638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5" y="12689"/>
                </a:lnTo>
                <a:lnTo>
                  <a:pt x="318548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6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6" y="8253"/>
                </a:lnTo>
                <a:lnTo>
                  <a:pt x="313744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1" y="7597"/>
                </a:lnTo>
                <a:lnTo>
                  <a:pt x="311594" y="7297"/>
                </a:lnTo>
                <a:lnTo>
                  <a:pt x="311741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5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3" y="6452"/>
                </a:lnTo>
                <a:lnTo>
                  <a:pt x="289929" y="6415"/>
                </a:lnTo>
                <a:lnTo>
                  <a:pt x="289935" y="6415"/>
                </a:lnTo>
                <a:lnTo>
                  <a:pt x="33790" y="6127"/>
                </a:lnTo>
                <a:lnTo>
                  <a:pt x="33802" y="6127"/>
                </a:lnTo>
                <a:lnTo>
                  <a:pt x="28600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4" y="6219"/>
                </a:lnTo>
                <a:lnTo>
                  <a:pt x="20139" y="6390"/>
                </a:lnTo>
                <a:lnTo>
                  <a:pt x="20268" y="6384"/>
                </a:lnTo>
                <a:lnTo>
                  <a:pt x="16812" y="6684"/>
                </a:lnTo>
                <a:lnTo>
                  <a:pt x="17026" y="6660"/>
                </a:lnTo>
                <a:lnTo>
                  <a:pt x="14074" y="7119"/>
                </a:lnTo>
                <a:lnTo>
                  <a:pt x="14294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4" y="7616"/>
                </a:lnTo>
                <a:lnTo>
                  <a:pt x="11127" y="8026"/>
                </a:lnTo>
                <a:lnTo>
                  <a:pt x="11366" y="7922"/>
                </a:lnTo>
                <a:lnTo>
                  <a:pt x="10385" y="8400"/>
                </a:lnTo>
                <a:lnTo>
                  <a:pt x="10649" y="8253"/>
                </a:lnTo>
                <a:lnTo>
                  <a:pt x="9766" y="8798"/>
                </a:lnTo>
                <a:lnTo>
                  <a:pt x="10036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5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5" y="13118"/>
                </a:lnTo>
                <a:lnTo>
                  <a:pt x="7230" y="12915"/>
                </a:lnTo>
                <a:lnTo>
                  <a:pt x="6936" y="14147"/>
                </a:lnTo>
                <a:lnTo>
                  <a:pt x="6972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7" y="2975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52">
            <a:extLst xmlns:a="http://schemas.openxmlformats.org/drawingml/2006/main">
              <a:ext uri="{FF2B5EF4-FFF2-40B4-BE49-F238E27FC236}">
                <a16:creationId xmlns:a16="http://schemas.microsoft.com/office/drawing/2014/main" id="{8EC65A6E-A953-4B8F-B698-67063928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072" y="2961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7" y="0"/>
                </a:cubicBezTo>
                <a:lnTo>
                  <a:pt x="286872" y="288"/>
                </a:lnTo>
                <a:cubicBezTo>
                  <a:pt x="316361" y="288"/>
                  <a:pt x="320656" y="0"/>
                  <a:pt x="320656" y="25604"/>
                </a:cubicBezTo>
                <a:lnTo>
                  <a:pt x="320741" y="337057"/>
                </a:lnTo>
                <a:cubicBezTo>
                  <a:pt x="320741" y="362655"/>
                  <a:pt x="320330" y="363016"/>
                  <a:pt x="290843" y="363016"/>
                </a:cubicBezTo>
                <a:lnTo>
                  <a:pt x="30727" y="361656"/>
                </a:lnTo>
                <a:cubicBezTo>
                  <a:pt x="1238" y="361656"/>
                  <a:pt x="86" y="360652"/>
                  <a:pt x="86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153">
            <a:extLst xmlns:a="http://schemas.openxmlformats.org/drawingml/2006/main">
              <a:ext uri="{FF2B5EF4-FFF2-40B4-BE49-F238E27FC236}">
                <a16:creationId xmlns:a16="http://schemas.microsoft.com/office/drawing/2014/main" id="{CB828983-81E5-4DAE-A6E2-23857A9D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4009" y="2957974"/>
            <a:ext cx="326867" cy="369143"/>
          </a:xfrm>
          <a:custGeom xmlns:a="http://schemas.openxmlformats.org/drawingml/2006/main">
            <a:pathLst>
              <a:path w="326867" h="369143">
                <a:moveTo>
                  <a:pt x="18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6" y="14325"/>
                </a:lnTo>
                <a:lnTo>
                  <a:pt x="956" y="12811"/>
                </a:lnTo>
                <a:lnTo>
                  <a:pt x="1292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30" y="7585"/>
                </a:lnTo>
                <a:lnTo>
                  <a:pt x="3553" y="6457"/>
                </a:lnTo>
                <a:lnTo>
                  <a:pt x="4399" y="5416"/>
                </a:lnTo>
                <a:lnTo>
                  <a:pt x="5354" y="4485"/>
                </a:lnTo>
                <a:lnTo>
                  <a:pt x="6421" y="3664"/>
                </a:lnTo>
                <a:lnTo>
                  <a:pt x="7572" y="2953"/>
                </a:lnTo>
                <a:lnTo>
                  <a:pt x="8810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0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7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0" y="429"/>
                </a:lnTo>
                <a:lnTo>
                  <a:pt x="307917" y="649"/>
                </a:lnTo>
                <a:lnTo>
                  <a:pt x="311275" y="1029"/>
                </a:lnTo>
                <a:lnTo>
                  <a:pt x="312861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76" y="3143"/>
                </a:lnTo>
                <a:lnTo>
                  <a:pt x="319576" y="3848"/>
                </a:lnTo>
                <a:lnTo>
                  <a:pt x="320686" y="4662"/>
                </a:lnTo>
                <a:lnTo>
                  <a:pt x="321702" y="5594"/>
                </a:lnTo>
                <a:lnTo>
                  <a:pt x="322609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4" y="10318"/>
                </a:lnTo>
                <a:lnTo>
                  <a:pt x="325164" y="11714"/>
                </a:lnTo>
                <a:lnTo>
                  <a:pt x="325568" y="13185"/>
                </a:lnTo>
                <a:lnTo>
                  <a:pt x="325900" y="14741"/>
                </a:lnTo>
                <a:lnTo>
                  <a:pt x="326169" y="16420"/>
                </a:lnTo>
                <a:lnTo>
                  <a:pt x="326536" y="19998"/>
                </a:lnTo>
                <a:lnTo>
                  <a:pt x="326727" y="24072"/>
                </a:lnTo>
                <a:lnTo>
                  <a:pt x="326782" y="28643"/>
                </a:lnTo>
                <a:lnTo>
                  <a:pt x="326867" y="340133"/>
                </a:lnTo>
                <a:lnTo>
                  <a:pt x="326794" y="348667"/>
                </a:lnTo>
                <a:lnTo>
                  <a:pt x="326629" y="352246"/>
                </a:lnTo>
                <a:lnTo>
                  <a:pt x="326316" y="355370"/>
                </a:lnTo>
                <a:lnTo>
                  <a:pt x="326077" y="356853"/>
                </a:lnTo>
                <a:lnTo>
                  <a:pt x="325783" y="358231"/>
                </a:lnTo>
                <a:lnTo>
                  <a:pt x="325403" y="359542"/>
                </a:lnTo>
                <a:lnTo>
                  <a:pt x="324937" y="360792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3" y="365014"/>
                </a:lnTo>
                <a:lnTo>
                  <a:pt x="320887" y="365816"/>
                </a:lnTo>
                <a:lnTo>
                  <a:pt x="319754" y="366497"/>
                </a:lnTo>
                <a:lnTo>
                  <a:pt x="318547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2" y="368230"/>
                </a:lnTo>
                <a:lnTo>
                  <a:pt x="311342" y="368671"/>
                </a:lnTo>
                <a:lnTo>
                  <a:pt x="307777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7" y="367765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9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7" y="363329"/>
                </a:lnTo>
                <a:lnTo>
                  <a:pt x="4442" y="362397"/>
                </a:lnTo>
                <a:lnTo>
                  <a:pt x="3602" y="361362"/>
                </a:lnTo>
                <a:lnTo>
                  <a:pt x="2879" y="360241"/>
                </a:lnTo>
                <a:lnTo>
                  <a:pt x="2273" y="359040"/>
                </a:lnTo>
                <a:lnTo>
                  <a:pt x="1764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3" y="342669"/>
                </a:lnTo>
                <a:lnTo>
                  <a:pt x="85" y="338117"/>
                </a:lnTo>
                <a:lnTo>
                  <a:pt x="0" y="29734"/>
                </a:lnTo>
                <a:lnTo>
                  <a:pt x="18" y="25181"/>
                </a:lnTo>
                <a:moveTo>
                  <a:pt x="6126" y="29758"/>
                </a:moveTo>
                <a:lnTo>
                  <a:pt x="6126" y="29740"/>
                </a:lnTo>
                <a:lnTo>
                  <a:pt x="6212" y="338111"/>
                </a:lnTo>
                <a:lnTo>
                  <a:pt x="6212" y="338099"/>
                </a:lnTo>
                <a:lnTo>
                  <a:pt x="6230" y="342614"/>
                </a:lnTo>
                <a:lnTo>
                  <a:pt x="6230" y="342565"/>
                </a:lnTo>
                <a:lnTo>
                  <a:pt x="6316" y="346535"/>
                </a:lnTo>
                <a:lnTo>
                  <a:pt x="6310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1" y="352724"/>
                </a:lnTo>
                <a:lnTo>
                  <a:pt x="6801" y="352533"/>
                </a:lnTo>
                <a:lnTo>
                  <a:pt x="7039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1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0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5" y="358397"/>
                </a:lnTo>
                <a:lnTo>
                  <a:pt x="8847" y="358133"/>
                </a:lnTo>
                <a:lnTo>
                  <a:pt x="9551" y="358820"/>
                </a:lnTo>
                <a:lnTo>
                  <a:pt x="9282" y="358593"/>
                </a:lnTo>
                <a:lnTo>
                  <a:pt x="10072" y="359199"/>
                </a:lnTo>
                <a:lnTo>
                  <a:pt x="9802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0" y="359775"/>
                </a:lnTo>
                <a:lnTo>
                  <a:pt x="12228" y="360186"/>
                </a:lnTo>
                <a:lnTo>
                  <a:pt x="12014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2" y="361135"/>
                </a:lnTo>
                <a:lnTo>
                  <a:pt x="16823" y="361111"/>
                </a:lnTo>
                <a:lnTo>
                  <a:pt x="20273" y="361405"/>
                </a:lnTo>
                <a:lnTo>
                  <a:pt x="20138" y="361393"/>
                </a:lnTo>
                <a:lnTo>
                  <a:pt x="24139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599" y="361638"/>
                </a:lnTo>
                <a:lnTo>
                  <a:pt x="33801" y="361656"/>
                </a:lnTo>
                <a:lnTo>
                  <a:pt x="293917" y="363017"/>
                </a:lnTo>
                <a:lnTo>
                  <a:pt x="293881" y="363017"/>
                </a:lnTo>
                <a:lnTo>
                  <a:pt x="303634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0"/>
                </a:lnTo>
                <a:lnTo>
                  <a:pt x="310785" y="362569"/>
                </a:lnTo>
                <a:lnTo>
                  <a:pt x="310589" y="362587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1" y="361950"/>
                </a:lnTo>
                <a:lnTo>
                  <a:pt x="314338" y="361993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7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79" y="360657"/>
                </a:lnTo>
                <a:lnTo>
                  <a:pt x="317291" y="360854"/>
                </a:lnTo>
                <a:lnTo>
                  <a:pt x="318045" y="360271"/>
                </a:lnTo>
                <a:lnTo>
                  <a:pt x="317769" y="360511"/>
                </a:lnTo>
                <a:lnTo>
                  <a:pt x="318437" y="359855"/>
                </a:lnTo>
                <a:lnTo>
                  <a:pt x="318186" y="360131"/>
                </a:lnTo>
                <a:lnTo>
                  <a:pt x="318774" y="359396"/>
                </a:lnTo>
                <a:lnTo>
                  <a:pt x="318565" y="359689"/>
                </a:lnTo>
                <a:lnTo>
                  <a:pt x="319081" y="358869"/>
                </a:lnTo>
                <a:lnTo>
                  <a:pt x="318921" y="359156"/>
                </a:lnTo>
                <a:lnTo>
                  <a:pt x="319362" y="358244"/>
                </a:lnTo>
                <a:lnTo>
                  <a:pt x="319252" y="358507"/>
                </a:lnTo>
                <a:lnTo>
                  <a:pt x="319626" y="357509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5" y="356834"/>
                </a:lnTo>
                <a:lnTo>
                  <a:pt x="320072" y="355634"/>
                </a:lnTo>
                <a:lnTo>
                  <a:pt x="320042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6" y="351718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55" y="28667"/>
                </a:lnTo>
                <a:lnTo>
                  <a:pt x="320661" y="28704"/>
                </a:lnTo>
                <a:lnTo>
                  <a:pt x="320606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34" y="20537"/>
                </a:lnTo>
                <a:lnTo>
                  <a:pt x="320085" y="17137"/>
                </a:lnTo>
                <a:lnTo>
                  <a:pt x="320104" y="17309"/>
                </a:lnTo>
                <a:lnTo>
                  <a:pt x="319864" y="15795"/>
                </a:lnTo>
                <a:lnTo>
                  <a:pt x="319889" y="15942"/>
                </a:lnTo>
                <a:lnTo>
                  <a:pt x="319594" y="14545"/>
                </a:lnTo>
                <a:lnTo>
                  <a:pt x="319637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5" y="12689"/>
                </a:lnTo>
                <a:lnTo>
                  <a:pt x="318547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4" y="10281"/>
                </a:lnTo>
                <a:lnTo>
                  <a:pt x="317885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5" y="9049"/>
                </a:lnTo>
                <a:lnTo>
                  <a:pt x="315398" y="8498"/>
                </a:lnTo>
                <a:lnTo>
                  <a:pt x="315655" y="8633"/>
                </a:lnTo>
                <a:lnTo>
                  <a:pt x="314626" y="8155"/>
                </a:lnTo>
                <a:lnTo>
                  <a:pt x="314865" y="8253"/>
                </a:lnTo>
                <a:lnTo>
                  <a:pt x="313744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0" y="7597"/>
                </a:lnTo>
                <a:lnTo>
                  <a:pt x="311593" y="7297"/>
                </a:lnTo>
                <a:lnTo>
                  <a:pt x="311740" y="7328"/>
                </a:lnTo>
                <a:lnTo>
                  <a:pt x="310319" y="7083"/>
                </a:lnTo>
                <a:lnTo>
                  <a:pt x="310496" y="7107"/>
                </a:lnTo>
                <a:lnTo>
                  <a:pt x="307310" y="6752"/>
                </a:lnTo>
                <a:lnTo>
                  <a:pt x="307476" y="6764"/>
                </a:lnTo>
                <a:lnTo>
                  <a:pt x="303824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2" y="6452"/>
                </a:lnTo>
                <a:lnTo>
                  <a:pt x="289929" y="6415"/>
                </a:lnTo>
                <a:lnTo>
                  <a:pt x="289935" y="6415"/>
                </a:lnTo>
                <a:lnTo>
                  <a:pt x="33789" y="6127"/>
                </a:lnTo>
                <a:lnTo>
                  <a:pt x="33801" y="6127"/>
                </a:lnTo>
                <a:lnTo>
                  <a:pt x="28599" y="6145"/>
                </a:lnTo>
                <a:lnTo>
                  <a:pt x="28637" y="6145"/>
                </a:lnTo>
                <a:lnTo>
                  <a:pt x="24053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6" y="6660"/>
                </a:lnTo>
                <a:lnTo>
                  <a:pt x="14073" y="7119"/>
                </a:lnTo>
                <a:lnTo>
                  <a:pt x="14293" y="7077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6" y="8026"/>
                </a:lnTo>
                <a:lnTo>
                  <a:pt x="11364" y="7922"/>
                </a:lnTo>
                <a:lnTo>
                  <a:pt x="10384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5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2" y="10195"/>
                </a:lnTo>
                <a:lnTo>
                  <a:pt x="8614" y="9919"/>
                </a:lnTo>
                <a:lnTo>
                  <a:pt x="8062" y="10771"/>
                </a:lnTo>
                <a:lnTo>
                  <a:pt x="8222" y="10495"/>
                </a:lnTo>
                <a:lnTo>
                  <a:pt x="7744" y="11439"/>
                </a:lnTo>
                <a:lnTo>
                  <a:pt x="7854" y="11182"/>
                </a:lnTo>
                <a:lnTo>
                  <a:pt x="7444" y="12217"/>
                </a:lnTo>
                <a:lnTo>
                  <a:pt x="7523" y="11984"/>
                </a:lnTo>
                <a:lnTo>
                  <a:pt x="7174" y="13118"/>
                </a:lnTo>
                <a:lnTo>
                  <a:pt x="7229" y="12915"/>
                </a:lnTo>
                <a:lnTo>
                  <a:pt x="6941" y="14147"/>
                </a:lnTo>
                <a:lnTo>
                  <a:pt x="6972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0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54">
            <a:extLst xmlns:a="http://schemas.openxmlformats.org/drawingml/2006/main">
              <a:ext uri="{FF2B5EF4-FFF2-40B4-BE49-F238E27FC236}">
                <a16:creationId xmlns:a16="http://schemas.microsoft.com/office/drawing/2014/main" id="{233C6E21-184D-4B8E-9173-D805022D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872" y="2961037"/>
            <a:ext cx="295008" cy="363016"/>
          </a:xfrm>
          <a:custGeom xmlns:a="http://schemas.openxmlformats.org/drawingml/2006/main">
            <a:pathLst>
              <a:path w="295008" h="363016">
                <a:moveTo>
                  <a:pt x="0" y="26676"/>
                </a:moveTo>
                <a:cubicBezTo>
                  <a:pt x="0" y="1078"/>
                  <a:pt x="1139" y="0"/>
                  <a:pt x="28263" y="0"/>
                </a:cubicBezTo>
                <a:lnTo>
                  <a:pt x="263859" y="288"/>
                </a:lnTo>
                <a:cubicBezTo>
                  <a:pt x="290983" y="288"/>
                  <a:pt x="294935" y="0"/>
                  <a:pt x="294935" y="25604"/>
                </a:cubicBezTo>
                <a:lnTo>
                  <a:pt x="295008" y="337057"/>
                </a:lnTo>
                <a:cubicBezTo>
                  <a:pt x="295008" y="362655"/>
                  <a:pt x="294628" y="363016"/>
                  <a:pt x="267505" y="363016"/>
                </a:cubicBezTo>
                <a:lnTo>
                  <a:pt x="28263" y="361656"/>
                </a:lnTo>
                <a:cubicBezTo>
                  <a:pt x="1139" y="361656"/>
                  <a:pt x="73" y="360652"/>
                  <a:pt x="73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ath-155">
            <a:extLst xmlns:a="http://schemas.openxmlformats.org/drawingml/2006/main">
              <a:ext uri="{FF2B5EF4-FFF2-40B4-BE49-F238E27FC236}">
                <a16:creationId xmlns:a16="http://schemas.microsoft.com/office/drawing/2014/main" id="{FAAB5EC6-8BB4-45ED-BD3C-C667119F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808" y="2957974"/>
            <a:ext cx="301136" cy="369143"/>
          </a:xfrm>
          <a:custGeom xmlns:a="http://schemas.openxmlformats.org/drawingml/2006/main">
            <a:pathLst>
              <a:path w="301136" h="369143">
                <a:moveTo>
                  <a:pt x="19" y="25181"/>
                </a:moveTo>
                <a:lnTo>
                  <a:pt x="104" y="21132"/>
                </a:lnTo>
                <a:lnTo>
                  <a:pt x="294" y="17529"/>
                </a:lnTo>
                <a:lnTo>
                  <a:pt x="631" y="14325"/>
                </a:lnTo>
                <a:lnTo>
                  <a:pt x="1170" y="11500"/>
                </a:lnTo>
                <a:lnTo>
                  <a:pt x="1563" y="10134"/>
                </a:lnTo>
                <a:lnTo>
                  <a:pt x="2022" y="8872"/>
                </a:lnTo>
                <a:lnTo>
                  <a:pt x="2579" y="7677"/>
                </a:lnTo>
                <a:lnTo>
                  <a:pt x="3247" y="6556"/>
                </a:lnTo>
                <a:lnTo>
                  <a:pt x="4025" y="5514"/>
                </a:lnTo>
                <a:lnTo>
                  <a:pt x="4920" y="4571"/>
                </a:lnTo>
                <a:lnTo>
                  <a:pt x="5912" y="3731"/>
                </a:lnTo>
                <a:lnTo>
                  <a:pt x="6997" y="3008"/>
                </a:lnTo>
                <a:lnTo>
                  <a:pt x="8161" y="2395"/>
                </a:lnTo>
                <a:lnTo>
                  <a:pt x="9399" y="1881"/>
                </a:lnTo>
                <a:lnTo>
                  <a:pt x="10703" y="1452"/>
                </a:lnTo>
                <a:lnTo>
                  <a:pt x="12119" y="1097"/>
                </a:lnTo>
                <a:lnTo>
                  <a:pt x="15066" y="594"/>
                </a:lnTo>
                <a:lnTo>
                  <a:pt x="18430" y="276"/>
                </a:lnTo>
                <a:lnTo>
                  <a:pt x="22222" y="98"/>
                </a:lnTo>
                <a:lnTo>
                  <a:pt x="26505" y="18"/>
                </a:lnTo>
                <a:lnTo>
                  <a:pt x="31321" y="0"/>
                </a:lnTo>
                <a:lnTo>
                  <a:pt x="266929" y="288"/>
                </a:lnTo>
                <a:lnTo>
                  <a:pt x="276095" y="325"/>
                </a:lnTo>
                <a:lnTo>
                  <a:pt x="280004" y="429"/>
                </a:lnTo>
                <a:lnTo>
                  <a:pt x="283502" y="655"/>
                </a:lnTo>
                <a:lnTo>
                  <a:pt x="286621" y="1035"/>
                </a:lnTo>
                <a:lnTo>
                  <a:pt x="288110" y="1317"/>
                </a:lnTo>
                <a:lnTo>
                  <a:pt x="289500" y="1660"/>
                </a:lnTo>
                <a:lnTo>
                  <a:pt x="290830" y="2077"/>
                </a:lnTo>
                <a:lnTo>
                  <a:pt x="292092" y="2586"/>
                </a:lnTo>
                <a:lnTo>
                  <a:pt x="293293" y="3192"/>
                </a:lnTo>
                <a:lnTo>
                  <a:pt x="294414" y="3915"/>
                </a:lnTo>
                <a:lnTo>
                  <a:pt x="295456" y="4742"/>
                </a:lnTo>
                <a:lnTo>
                  <a:pt x="296399" y="5686"/>
                </a:lnTo>
                <a:lnTo>
                  <a:pt x="297239" y="6733"/>
                </a:lnTo>
                <a:lnTo>
                  <a:pt x="297974" y="7873"/>
                </a:lnTo>
                <a:lnTo>
                  <a:pt x="298599" y="9098"/>
                </a:lnTo>
                <a:lnTo>
                  <a:pt x="299132" y="10397"/>
                </a:lnTo>
                <a:lnTo>
                  <a:pt x="299579" y="11782"/>
                </a:lnTo>
                <a:lnTo>
                  <a:pt x="299947" y="13240"/>
                </a:lnTo>
                <a:lnTo>
                  <a:pt x="300247" y="14790"/>
                </a:lnTo>
                <a:lnTo>
                  <a:pt x="300492" y="16450"/>
                </a:lnTo>
                <a:lnTo>
                  <a:pt x="300829" y="20017"/>
                </a:lnTo>
                <a:lnTo>
                  <a:pt x="301007" y="24078"/>
                </a:lnTo>
                <a:lnTo>
                  <a:pt x="301062" y="28649"/>
                </a:lnTo>
                <a:lnTo>
                  <a:pt x="301136" y="340133"/>
                </a:lnTo>
                <a:lnTo>
                  <a:pt x="301068" y="348661"/>
                </a:lnTo>
                <a:lnTo>
                  <a:pt x="300915" y="352227"/>
                </a:lnTo>
                <a:lnTo>
                  <a:pt x="300626" y="355376"/>
                </a:lnTo>
                <a:lnTo>
                  <a:pt x="300155" y="358139"/>
                </a:lnTo>
                <a:lnTo>
                  <a:pt x="299800" y="359475"/>
                </a:lnTo>
                <a:lnTo>
                  <a:pt x="299371" y="360713"/>
                </a:lnTo>
                <a:lnTo>
                  <a:pt x="298850" y="361883"/>
                </a:lnTo>
                <a:lnTo>
                  <a:pt x="298219" y="362986"/>
                </a:lnTo>
                <a:lnTo>
                  <a:pt x="297466" y="364009"/>
                </a:lnTo>
                <a:lnTo>
                  <a:pt x="296602" y="364934"/>
                </a:lnTo>
                <a:lnTo>
                  <a:pt x="295627" y="365743"/>
                </a:lnTo>
                <a:lnTo>
                  <a:pt x="294561" y="366441"/>
                </a:lnTo>
                <a:lnTo>
                  <a:pt x="293415" y="367030"/>
                </a:lnTo>
                <a:lnTo>
                  <a:pt x="292208" y="367508"/>
                </a:lnTo>
                <a:lnTo>
                  <a:pt x="290934" y="367899"/>
                </a:lnTo>
                <a:lnTo>
                  <a:pt x="289549" y="368224"/>
                </a:lnTo>
                <a:lnTo>
                  <a:pt x="286664" y="368666"/>
                </a:lnTo>
                <a:lnTo>
                  <a:pt x="283361" y="368935"/>
                </a:lnTo>
                <a:lnTo>
                  <a:pt x="279606" y="369076"/>
                </a:lnTo>
                <a:lnTo>
                  <a:pt x="270575" y="369143"/>
                </a:lnTo>
                <a:lnTo>
                  <a:pt x="31308" y="367783"/>
                </a:lnTo>
                <a:lnTo>
                  <a:pt x="31314" y="367783"/>
                </a:lnTo>
                <a:lnTo>
                  <a:pt x="26505" y="367765"/>
                </a:lnTo>
                <a:lnTo>
                  <a:pt x="22228" y="367685"/>
                </a:lnTo>
                <a:lnTo>
                  <a:pt x="18442" y="367514"/>
                </a:lnTo>
                <a:lnTo>
                  <a:pt x="15085" y="367201"/>
                </a:lnTo>
                <a:lnTo>
                  <a:pt x="12137" y="366705"/>
                </a:lnTo>
                <a:lnTo>
                  <a:pt x="10728" y="366349"/>
                </a:lnTo>
                <a:lnTo>
                  <a:pt x="9429" y="365927"/>
                </a:lnTo>
                <a:lnTo>
                  <a:pt x="8192" y="365412"/>
                </a:lnTo>
                <a:lnTo>
                  <a:pt x="7034" y="364799"/>
                </a:lnTo>
                <a:lnTo>
                  <a:pt x="5949" y="364083"/>
                </a:lnTo>
                <a:lnTo>
                  <a:pt x="4957" y="363243"/>
                </a:lnTo>
                <a:lnTo>
                  <a:pt x="4068" y="362306"/>
                </a:lnTo>
                <a:lnTo>
                  <a:pt x="3290" y="361264"/>
                </a:lnTo>
                <a:lnTo>
                  <a:pt x="2628" y="360143"/>
                </a:lnTo>
                <a:lnTo>
                  <a:pt x="2071" y="358955"/>
                </a:lnTo>
                <a:lnTo>
                  <a:pt x="1618" y="357692"/>
                </a:lnTo>
                <a:lnTo>
                  <a:pt x="1232" y="356332"/>
                </a:lnTo>
                <a:lnTo>
                  <a:pt x="698" y="353514"/>
                </a:lnTo>
                <a:lnTo>
                  <a:pt x="362" y="350309"/>
                </a:lnTo>
                <a:lnTo>
                  <a:pt x="178" y="346713"/>
                </a:lnTo>
                <a:lnTo>
                  <a:pt x="92" y="342669"/>
                </a:lnTo>
                <a:lnTo>
                  <a:pt x="74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7" y="29752"/>
                </a:moveTo>
                <a:lnTo>
                  <a:pt x="6127" y="29740"/>
                </a:lnTo>
                <a:lnTo>
                  <a:pt x="6200" y="338111"/>
                </a:lnTo>
                <a:lnTo>
                  <a:pt x="6200" y="338099"/>
                </a:lnTo>
                <a:lnTo>
                  <a:pt x="6219" y="342614"/>
                </a:lnTo>
                <a:lnTo>
                  <a:pt x="6219" y="342565"/>
                </a:lnTo>
                <a:lnTo>
                  <a:pt x="6298" y="346541"/>
                </a:lnTo>
                <a:lnTo>
                  <a:pt x="6298" y="346449"/>
                </a:lnTo>
                <a:lnTo>
                  <a:pt x="6476" y="349917"/>
                </a:lnTo>
                <a:lnTo>
                  <a:pt x="6464" y="349758"/>
                </a:lnTo>
                <a:lnTo>
                  <a:pt x="6776" y="352754"/>
                </a:lnTo>
                <a:lnTo>
                  <a:pt x="6740" y="352497"/>
                </a:lnTo>
                <a:lnTo>
                  <a:pt x="7223" y="355058"/>
                </a:lnTo>
                <a:lnTo>
                  <a:pt x="7162" y="354794"/>
                </a:lnTo>
                <a:lnTo>
                  <a:pt x="7481" y="355922"/>
                </a:lnTo>
                <a:lnTo>
                  <a:pt x="7407" y="355701"/>
                </a:lnTo>
                <a:lnTo>
                  <a:pt x="7787" y="356730"/>
                </a:lnTo>
                <a:lnTo>
                  <a:pt x="7683" y="356485"/>
                </a:lnTo>
                <a:lnTo>
                  <a:pt x="8118" y="357423"/>
                </a:lnTo>
                <a:lnTo>
                  <a:pt x="7977" y="357159"/>
                </a:lnTo>
                <a:lnTo>
                  <a:pt x="8480" y="358005"/>
                </a:lnTo>
                <a:lnTo>
                  <a:pt x="8296" y="357729"/>
                </a:lnTo>
                <a:lnTo>
                  <a:pt x="8866" y="358495"/>
                </a:lnTo>
                <a:lnTo>
                  <a:pt x="8645" y="358225"/>
                </a:lnTo>
                <a:lnTo>
                  <a:pt x="9288" y="358912"/>
                </a:lnTo>
                <a:lnTo>
                  <a:pt x="9031" y="358673"/>
                </a:lnTo>
                <a:lnTo>
                  <a:pt x="9760" y="359280"/>
                </a:lnTo>
                <a:lnTo>
                  <a:pt x="9485" y="359077"/>
                </a:lnTo>
                <a:lnTo>
                  <a:pt x="10293" y="359616"/>
                </a:lnTo>
                <a:lnTo>
                  <a:pt x="10024" y="359457"/>
                </a:lnTo>
                <a:lnTo>
                  <a:pt x="10924" y="359928"/>
                </a:lnTo>
                <a:lnTo>
                  <a:pt x="10667" y="359806"/>
                </a:lnTo>
                <a:lnTo>
                  <a:pt x="11659" y="360222"/>
                </a:lnTo>
                <a:lnTo>
                  <a:pt x="11433" y="360137"/>
                </a:lnTo>
                <a:lnTo>
                  <a:pt x="12524" y="360486"/>
                </a:lnTo>
                <a:lnTo>
                  <a:pt x="12327" y="360431"/>
                </a:lnTo>
                <a:lnTo>
                  <a:pt x="13516" y="360731"/>
                </a:lnTo>
                <a:lnTo>
                  <a:pt x="13277" y="360682"/>
                </a:lnTo>
                <a:lnTo>
                  <a:pt x="15991" y="361142"/>
                </a:lnTo>
                <a:lnTo>
                  <a:pt x="15765" y="361111"/>
                </a:lnTo>
                <a:lnTo>
                  <a:pt x="18938" y="361405"/>
                </a:lnTo>
                <a:lnTo>
                  <a:pt x="18791" y="361393"/>
                </a:lnTo>
                <a:lnTo>
                  <a:pt x="22467" y="361564"/>
                </a:lnTo>
                <a:lnTo>
                  <a:pt x="22382" y="361558"/>
                </a:lnTo>
                <a:lnTo>
                  <a:pt x="26597" y="361638"/>
                </a:lnTo>
                <a:lnTo>
                  <a:pt x="26554" y="361638"/>
                </a:lnTo>
                <a:lnTo>
                  <a:pt x="31339" y="361656"/>
                </a:lnTo>
                <a:lnTo>
                  <a:pt x="270587" y="363017"/>
                </a:lnTo>
                <a:lnTo>
                  <a:pt x="270544" y="363017"/>
                </a:lnTo>
                <a:lnTo>
                  <a:pt x="279514" y="362949"/>
                </a:lnTo>
                <a:lnTo>
                  <a:pt x="279422" y="362955"/>
                </a:lnTo>
                <a:lnTo>
                  <a:pt x="283067" y="362814"/>
                </a:lnTo>
                <a:lnTo>
                  <a:pt x="282932" y="362826"/>
                </a:lnTo>
                <a:lnTo>
                  <a:pt x="286063" y="362569"/>
                </a:lnTo>
                <a:lnTo>
                  <a:pt x="285842" y="362594"/>
                </a:lnTo>
                <a:lnTo>
                  <a:pt x="288502" y="362189"/>
                </a:lnTo>
                <a:lnTo>
                  <a:pt x="288269" y="362232"/>
                </a:lnTo>
                <a:lnTo>
                  <a:pt x="289427" y="361962"/>
                </a:lnTo>
                <a:lnTo>
                  <a:pt x="289231" y="362012"/>
                </a:lnTo>
                <a:lnTo>
                  <a:pt x="290291" y="361687"/>
                </a:lnTo>
                <a:lnTo>
                  <a:pt x="290058" y="361772"/>
                </a:lnTo>
                <a:lnTo>
                  <a:pt x="291020" y="361387"/>
                </a:lnTo>
                <a:lnTo>
                  <a:pt x="290756" y="361509"/>
                </a:lnTo>
                <a:lnTo>
                  <a:pt x="291626" y="361062"/>
                </a:lnTo>
                <a:lnTo>
                  <a:pt x="291339" y="361228"/>
                </a:lnTo>
                <a:lnTo>
                  <a:pt x="292116" y="360719"/>
                </a:lnTo>
                <a:lnTo>
                  <a:pt x="291835" y="360927"/>
                </a:lnTo>
                <a:lnTo>
                  <a:pt x="292527" y="360352"/>
                </a:lnTo>
                <a:lnTo>
                  <a:pt x="292257" y="360603"/>
                </a:lnTo>
                <a:lnTo>
                  <a:pt x="292870" y="359947"/>
                </a:lnTo>
                <a:lnTo>
                  <a:pt x="292637" y="360229"/>
                </a:lnTo>
                <a:lnTo>
                  <a:pt x="293176" y="359493"/>
                </a:lnTo>
                <a:lnTo>
                  <a:pt x="292987" y="359788"/>
                </a:lnTo>
                <a:lnTo>
                  <a:pt x="293458" y="358967"/>
                </a:lnTo>
                <a:lnTo>
                  <a:pt x="293318" y="359242"/>
                </a:lnTo>
                <a:lnTo>
                  <a:pt x="293722" y="358335"/>
                </a:lnTo>
                <a:lnTo>
                  <a:pt x="293623" y="358587"/>
                </a:lnTo>
                <a:lnTo>
                  <a:pt x="293973" y="357588"/>
                </a:lnTo>
                <a:lnTo>
                  <a:pt x="293906" y="357802"/>
                </a:lnTo>
                <a:lnTo>
                  <a:pt x="294194" y="356706"/>
                </a:lnTo>
                <a:lnTo>
                  <a:pt x="294138" y="356963"/>
                </a:lnTo>
                <a:lnTo>
                  <a:pt x="294567" y="354457"/>
                </a:lnTo>
                <a:lnTo>
                  <a:pt x="294537" y="354696"/>
                </a:lnTo>
                <a:lnTo>
                  <a:pt x="294806" y="351743"/>
                </a:lnTo>
                <a:lnTo>
                  <a:pt x="294800" y="351896"/>
                </a:lnTo>
                <a:lnTo>
                  <a:pt x="294941" y="348459"/>
                </a:lnTo>
                <a:lnTo>
                  <a:pt x="294941" y="348563"/>
                </a:lnTo>
                <a:lnTo>
                  <a:pt x="295008" y="340096"/>
                </a:lnTo>
                <a:lnTo>
                  <a:pt x="295008" y="340120"/>
                </a:lnTo>
                <a:lnTo>
                  <a:pt x="294935" y="28667"/>
                </a:lnTo>
                <a:lnTo>
                  <a:pt x="294935" y="28698"/>
                </a:lnTo>
                <a:lnTo>
                  <a:pt x="294880" y="24195"/>
                </a:lnTo>
                <a:lnTo>
                  <a:pt x="294886" y="24293"/>
                </a:lnTo>
                <a:lnTo>
                  <a:pt x="294715" y="20360"/>
                </a:lnTo>
                <a:lnTo>
                  <a:pt x="294720" y="20513"/>
                </a:lnTo>
                <a:lnTo>
                  <a:pt x="294402" y="17112"/>
                </a:lnTo>
                <a:lnTo>
                  <a:pt x="294420" y="17272"/>
                </a:lnTo>
                <a:lnTo>
                  <a:pt x="294200" y="15758"/>
                </a:lnTo>
                <a:lnTo>
                  <a:pt x="294218" y="15893"/>
                </a:lnTo>
                <a:lnTo>
                  <a:pt x="293948" y="14496"/>
                </a:lnTo>
                <a:lnTo>
                  <a:pt x="293986" y="14662"/>
                </a:lnTo>
                <a:lnTo>
                  <a:pt x="293661" y="13375"/>
                </a:lnTo>
                <a:lnTo>
                  <a:pt x="293716" y="13565"/>
                </a:lnTo>
                <a:lnTo>
                  <a:pt x="293336" y="12388"/>
                </a:lnTo>
                <a:lnTo>
                  <a:pt x="293415" y="12609"/>
                </a:lnTo>
                <a:lnTo>
                  <a:pt x="292980" y="11537"/>
                </a:lnTo>
                <a:lnTo>
                  <a:pt x="293091" y="11776"/>
                </a:lnTo>
                <a:lnTo>
                  <a:pt x="292589" y="10802"/>
                </a:lnTo>
                <a:lnTo>
                  <a:pt x="292735" y="11059"/>
                </a:lnTo>
                <a:lnTo>
                  <a:pt x="292172" y="10183"/>
                </a:lnTo>
                <a:lnTo>
                  <a:pt x="292362" y="10440"/>
                </a:lnTo>
                <a:lnTo>
                  <a:pt x="291730" y="9656"/>
                </a:lnTo>
                <a:lnTo>
                  <a:pt x="291951" y="9907"/>
                </a:lnTo>
                <a:lnTo>
                  <a:pt x="291247" y="9203"/>
                </a:lnTo>
                <a:lnTo>
                  <a:pt x="291498" y="9423"/>
                </a:lnTo>
                <a:lnTo>
                  <a:pt x="290719" y="8798"/>
                </a:lnTo>
                <a:lnTo>
                  <a:pt x="290983" y="8988"/>
                </a:lnTo>
                <a:lnTo>
                  <a:pt x="290119" y="8437"/>
                </a:lnTo>
                <a:lnTo>
                  <a:pt x="290383" y="8590"/>
                </a:lnTo>
                <a:lnTo>
                  <a:pt x="289439" y="8106"/>
                </a:lnTo>
                <a:lnTo>
                  <a:pt x="289684" y="8222"/>
                </a:lnTo>
                <a:lnTo>
                  <a:pt x="288649" y="7806"/>
                </a:lnTo>
                <a:lnTo>
                  <a:pt x="288875" y="7885"/>
                </a:lnTo>
                <a:lnTo>
                  <a:pt x="287755" y="7530"/>
                </a:lnTo>
                <a:lnTo>
                  <a:pt x="287944" y="7585"/>
                </a:lnTo>
                <a:lnTo>
                  <a:pt x="286731" y="7285"/>
                </a:lnTo>
                <a:lnTo>
                  <a:pt x="286890" y="7322"/>
                </a:lnTo>
                <a:lnTo>
                  <a:pt x="285579" y="7077"/>
                </a:lnTo>
                <a:lnTo>
                  <a:pt x="285775" y="7107"/>
                </a:lnTo>
                <a:lnTo>
                  <a:pt x="282847" y="6746"/>
                </a:lnTo>
                <a:lnTo>
                  <a:pt x="283025" y="6764"/>
                </a:lnTo>
                <a:lnTo>
                  <a:pt x="279667" y="6550"/>
                </a:lnTo>
                <a:lnTo>
                  <a:pt x="279777" y="6556"/>
                </a:lnTo>
                <a:lnTo>
                  <a:pt x="275960" y="6452"/>
                </a:lnTo>
                <a:lnTo>
                  <a:pt x="276034" y="6452"/>
                </a:lnTo>
                <a:lnTo>
                  <a:pt x="266911" y="6415"/>
                </a:lnTo>
                <a:lnTo>
                  <a:pt x="266917" y="6415"/>
                </a:lnTo>
                <a:lnTo>
                  <a:pt x="31321" y="6127"/>
                </a:lnTo>
                <a:lnTo>
                  <a:pt x="31339" y="6127"/>
                </a:lnTo>
                <a:lnTo>
                  <a:pt x="26548" y="6145"/>
                </a:lnTo>
                <a:lnTo>
                  <a:pt x="26597" y="6145"/>
                </a:lnTo>
                <a:lnTo>
                  <a:pt x="22382" y="6225"/>
                </a:lnTo>
                <a:lnTo>
                  <a:pt x="22467" y="6219"/>
                </a:lnTo>
                <a:lnTo>
                  <a:pt x="18791" y="6390"/>
                </a:lnTo>
                <a:lnTo>
                  <a:pt x="18932" y="6384"/>
                </a:lnTo>
                <a:lnTo>
                  <a:pt x="15758" y="6684"/>
                </a:lnTo>
                <a:lnTo>
                  <a:pt x="15985" y="6654"/>
                </a:lnTo>
                <a:lnTo>
                  <a:pt x="13265" y="7113"/>
                </a:lnTo>
                <a:lnTo>
                  <a:pt x="13504" y="7064"/>
                </a:lnTo>
                <a:lnTo>
                  <a:pt x="12309" y="7364"/>
                </a:lnTo>
                <a:lnTo>
                  <a:pt x="12505" y="7309"/>
                </a:lnTo>
                <a:lnTo>
                  <a:pt x="11414" y="7665"/>
                </a:lnTo>
                <a:lnTo>
                  <a:pt x="11641" y="7579"/>
                </a:lnTo>
                <a:lnTo>
                  <a:pt x="10649" y="7995"/>
                </a:lnTo>
                <a:lnTo>
                  <a:pt x="10900" y="7879"/>
                </a:lnTo>
                <a:lnTo>
                  <a:pt x="9999" y="8351"/>
                </a:lnTo>
                <a:lnTo>
                  <a:pt x="10269" y="8192"/>
                </a:lnTo>
                <a:lnTo>
                  <a:pt x="9454" y="8737"/>
                </a:lnTo>
                <a:lnTo>
                  <a:pt x="9723" y="8535"/>
                </a:lnTo>
                <a:lnTo>
                  <a:pt x="8994" y="9147"/>
                </a:lnTo>
                <a:lnTo>
                  <a:pt x="9252" y="8902"/>
                </a:lnTo>
                <a:lnTo>
                  <a:pt x="8602" y="9594"/>
                </a:lnTo>
                <a:lnTo>
                  <a:pt x="8823" y="9325"/>
                </a:lnTo>
                <a:lnTo>
                  <a:pt x="8253" y="10097"/>
                </a:lnTo>
                <a:lnTo>
                  <a:pt x="8431" y="9821"/>
                </a:lnTo>
                <a:lnTo>
                  <a:pt x="7928" y="10673"/>
                </a:lnTo>
                <a:lnTo>
                  <a:pt x="8069" y="10410"/>
                </a:lnTo>
                <a:lnTo>
                  <a:pt x="7628" y="11347"/>
                </a:lnTo>
                <a:lnTo>
                  <a:pt x="7732" y="11102"/>
                </a:lnTo>
                <a:lnTo>
                  <a:pt x="7352" y="12131"/>
                </a:lnTo>
                <a:lnTo>
                  <a:pt x="7426" y="11917"/>
                </a:lnTo>
                <a:lnTo>
                  <a:pt x="7101" y="13050"/>
                </a:lnTo>
                <a:lnTo>
                  <a:pt x="7162" y="12787"/>
                </a:lnTo>
                <a:lnTo>
                  <a:pt x="6672" y="15348"/>
                </a:lnTo>
                <a:lnTo>
                  <a:pt x="6709" y="15096"/>
                </a:lnTo>
                <a:lnTo>
                  <a:pt x="6397" y="18093"/>
                </a:lnTo>
                <a:lnTo>
                  <a:pt x="6409" y="17933"/>
                </a:lnTo>
                <a:lnTo>
                  <a:pt x="6225" y="21407"/>
                </a:lnTo>
                <a:lnTo>
                  <a:pt x="6231" y="21309"/>
                </a:lnTo>
                <a:lnTo>
                  <a:pt x="6146" y="25286"/>
                </a:lnTo>
                <a:lnTo>
                  <a:pt x="6146" y="25237"/>
                </a:lnTo>
                <a:lnTo>
                  <a:pt x="6127" y="29752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56">
            <a:extLst xmlns:a="http://schemas.openxmlformats.org/drawingml/2006/main">
              <a:ext uri="{FF2B5EF4-FFF2-40B4-BE49-F238E27FC236}">
                <a16:creationId xmlns:a16="http://schemas.microsoft.com/office/drawing/2014/main" id="{CAE0FD2D-2487-4B53-8194-D12364BE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898" y="2961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6" y="0"/>
                </a:cubicBezTo>
                <a:lnTo>
                  <a:pt x="286872" y="288"/>
                </a:lnTo>
                <a:cubicBezTo>
                  <a:pt x="316360" y="288"/>
                  <a:pt x="320655" y="0"/>
                  <a:pt x="320655" y="25604"/>
                </a:cubicBezTo>
                <a:lnTo>
                  <a:pt x="320741" y="337057"/>
                </a:lnTo>
                <a:cubicBezTo>
                  <a:pt x="320741" y="362655"/>
                  <a:pt x="320330" y="363016"/>
                  <a:pt x="290842" y="363016"/>
                </a:cubicBezTo>
                <a:lnTo>
                  <a:pt x="30726" y="361656"/>
                </a:lnTo>
                <a:cubicBezTo>
                  <a:pt x="1238" y="361656"/>
                  <a:pt x="80" y="360652"/>
                  <a:pt x="8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57">
            <a:extLst xmlns:a="http://schemas.openxmlformats.org/drawingml/2006/main">
              <a:ext uri="{FF2B5EF4-FFF2-40B4-BE49-F238E27FC236}">
                <a16:creationId xmlns:a16="http://schemas.microsoft.com/office/drawing/2014/main" id="{59089562-FC94-41C0-9572-7D48534D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834" y="295797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7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10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4" y="6457"/>
                </a:lnTo>
                <a:lnTo>
                  <a:pt x="4400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4" y="1085"/>
                </a:lnTo>
                <a:lnTo>
                  <a:pt x="16182" y="588"/>
                </a:lnTo>
                <a:lnTo>
                  <a:pt x="19809" y="276"/>
                </a:lnTo>
                <a:lnTo>
                  <a:pt x="23914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8" y="325"/>
                </a:lnTo>
                <a:lnTo>
                  <a:pt x="304131" y="429"/>
                </a:lnTo>
                <a:lnTo>
                  <a:pt x="307918" y="649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2"/>
                </a:lnTo>
                <a:lnTo>
                  <a:pt x="321704" y="5594"/>
                </a:lnTo>
                <a:lnTo>
                  <a:pt x="322611" y="6635"/>
                </a:lnTo>
                <a:lnTo>
                  <a:pt x="323407" y="7775"/>
                </a:lnTo>
                <a:lnTo>
                  <a:pt x="324093" y="9006"/>
                </a:lnTo>
                <a:lnTo>
                  <a:pt x="324675" y="10318"/>
                </a:lnTo>
                <a:lnTo>
                  <a:pt x="325165" y="11714"/>
                </a:lnTo>
                <a:lnTo>
                  <a:pt x="325570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8" y="19998"/>
                </a:lnTo>
                <a:lnTo>
                  <a:pt x="326728" y="24072"/>
                </a:lnTo>
                <a:lnTo>
                  <a:pt x="326782" y="28643"/>
                </a:lnTo>
                <a:lnTo>
                  <a:pt x="326868" y="340133"/>
                </a:lnTo>
                <a:lnTo>
                  <a:pt x="326795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4" y="359542"/>
                </a:lnTo>
                <a:lnTo>
                  <a:pt x="324938" y="360792"/>
                </a:lnTo>
                <a:lnTo>
                  <a:pt x="324363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4" y="365014"/>
                </a:lnTo>
                <a:lnTo>
                  <a:pt x="320889" y="365816"/>
                </a:lnTo>
                <a:lnTo>
                  <a:pt x="319755" y="366497"/>
                </a:lnTo>
                <a:lnTo>
                  <a:pt x="318548" y="367066"/>
                </a:lnTo>
                <a:lnTo>
                  <a:pt x="317268" y="367532"/>
                </a:lnTo>
                <a:lnTo>
                  <a:pt x="315913" y="367918"/>
                </a:lnTo>
                <a:lnTo>
                  <a:pt x="314443" y="368230"/>
                </a:lnTo>
                <a:lnTo>
                  <a:pt x="311343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6" y="369143"/>
                </a:lnTo>
                <a:lnTo>
                  <a:pt x="33778" y="367783"/>
                </a:lnTo>
                <a:lnTo>
                  <a:pt x="33784" y="367783"/>
                </a:lnTo>
                <a:lnTo>
                  <a:pt x="28558" y="367765"/>
                </a:lnTo>
                <a:lnTo>
                  <a:pt x="23919" y="367685"/>
                </a:lnTo>
                <a:lnTo>
                  <a:pt x="19821" y="367514"/>
                </a:lnTo>
                <a:lnTo>
                  <a:pt x="16193" y="367201"/>
                </a:lnTo>
                <a:lnTo>
                  <a:pt x="13039" y="366711"/>
                </a:lnTo>
                <a:lnTo>
                  <a:pt x="11538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10" y="364855"/>
                </a:lnTo>
                <a:lnTo>
                  <a:pt x="6458" y="364150"/>
                </a:lnTo>
                <a:lnTo>
                  <a:pt x="5399" y="363329"/>
                </a:lnTo>
                <a:lnTo>
                  <a:pt x="4442" y="362397"/>
                </a:lnTo>
                <a:lnTo>
                  <a:pt x="3603" y="361362"/>
                </a:lnTo>
                <a:lnTo>
                  <a:pt x="2880" y="360241"/>
                </a:lnTo>
                <a:lnTo>
                  <a:pt x="2273" y="359040"/>
                </a:lnTo>
                <a:lnTo>
                  <a:pt x="1765" y="357766"/>
                </a:lnTo>
                <a:lnTo>
                  <a:pt x="1355" y="356430"/>
                </a:lnTo>
                <a:lnTo>
                  <a:pt x="1023" y="355021"/>
                </a:lnTo>
                <a:lnTo>
                  <a:pt x="754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5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8" y="29758"/>
                </a:moveTo>
                <a:lnTo>
                  <a:pt x="6128" y="29740"/>
                </a:lnTo>
                <a:lnTo>
                  <a:pt x="6207" y="338111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5"/>
                </a:lnTo>
                <a:lnTo>
                  <a:pt x="6311" y="346437"/>
                </a:lnTo>
                <a:lnTo>
                  <a:pt x="6507" y="349905"/>
                </a:lnTo>
                <a:lnTo>
                  <a:pt x="6489" y="349727"/>
                </a:lnTo>
                <a:lnTo>
                  <a:pt x="6832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3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7" y="358397"/>
                </a:lnTo>
                <a:lnTo>
                  <a:pt x="8848" y="358133"/>
                </a:lnTo>
                <a:lnTo>
                  <a:pt x="9546" y="358820"/>
                </a:lnTo>
                <a:lnTo>
                  <a:pt x="9283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80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1" y="359775"/>
                </a:lnTo>
                <a:lnTo>
                  <a:pt x="12229" y="360186"/>
                </a:lnTo>
                <a:lnTo>
                  <a:pt x="12016" y="360112"/>
                </a:lnTo>
                <a:lnTo>
                  <a:pt x="13198" y="360468"/>
                </a:lnTo>
                <a:lnTo>
                  <a:pt x="13014" y="360418"/>
                </a:lnTo>
                <a:lnTo>
                  <a:pt x="14307" y="360719"/>
                </a:lnTo>
                <a:lnTo>
                  <a:pt x="14086" y="360676"/>
                </a:lnTo>
                <a:lnTo>
                  <a:pt x="17033" y="361135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39" y="361393"/>
                </a:lnTo>
                <a:lnTo>
                  <a:pt x="24134" y="361564"/>
                </a:lnTo>
                <a:lnTo>
                  <a:pt x="24061" y="361558"/>
                </a:lnTo>
                <a:lnTo>
                  <a:pt x="28637" y="361638"/>
                </a:lnTo>
                <a:lnTo>
                  <a:pt x="28601" y="361638"/>
                </a:lnTo>
                <a:lnTo>
                  <a:pt x="33803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8" y="362814"/>
                </a:lnTo>
                <a:lnTo>
                  <a:pt x="307385" y="362820"/>
                </a:lnTo>
                <a:lnTo>
                  <a:pt x="310786" y="362569"/>
                </a:lnTo>
                <a:lnTo>
                  <a:pt x="310589" y="362587"/>
                </a:lnTo>
                <a:lnTo>
                  <a:pt x="313475" y="362183"/>
                </a:lnTo>
                <a:lnTo>
                  <a:pt x="313261" y="362220"/>
                </a:lnTo>
                <a:lnTo>
                  <a:pt x="314523" y="361950"/>
                </a:lnTo>
                <a:lnTo>
                  <a:pt x="314339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7" y="361460"/>
                </a:lnTo>
                <a:lnTo>
                  <a:pt x="317004" y="361019"/>
                </a:lnTo>
                <a:lnTo>
                  <a:pt x="316728" y="361166"/>
                </a:lnTo>
                <a:lnTo>
                  <a:pt x="317580" y="360657"/>
                </a:lnTo>
                <a:lnTo>
                  <a:pt x="317292" y="360854"/>
                </a:lnTo>
                <a:lnTo>
                  <a:pt x="318046" y="360271"/>
                </a:lnTo>
                <a:lnTo>
                  <a:pt x="317770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7" y="359689"/>
                </a:lnTo>
                <a:lnTo>
                  <a:pt x="319081" y="358869"/>
                </a:lnTo>
                <a:lnTo>
                  <a:pt x="318922" y="359156"/>
                </a:lnTo>
                <a:lnTo>
                  <a:pt x="319363" y="358244"/>
                </a:lnTo>
                <a:lnTo>
                  <a:pt x="319253" y="358507"/>
                </a:lnTo>
                <a:lnTo>
                  <a:pt x="319626" y="357509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7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56" y="28667"/>
                </a:lnTo>
                <a:lnTo>
                  <a:pt x="320662" y="28704"/>
                </a:lnTo>
                <a:lnTo>
                  <a:pt x="320601" y="24201"/>
                </a:lnTo>
                <a:lnTo>
                  <a:pt x="320607" y="24305"/>
                </a:lnTo>
                <a:lnTo>
                  <a:pt x="320423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90" y="15942"/>
                </a:lnTo>
                <a:lnTo>
                  <a:pt x="319596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4" y="12462"/>
                </a:lnTo>
                <a:lnTo>
                  <a:pt x="319026" y="12689"/>
                </a:lnTo>
                <a:lnTo>
                  <a:pt x="318548" y="11616"/>
                </a:lnTo>
                <a:lnTo>
                  <a:pt x="318677" y="11868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7" y="9288"/>
                </a:lnTo>
                <a:lnTo>
                  <a:pt x="316925" y="9503"/>
                </a:lnTo>
                <a:lnTo>
                  <a:pt x="316073" y="8878"/>
                </a:lnTo>
                <a:lnTo>
                  <a:pt x="316337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6" y="8253"/>
                </a:lnTo>
                <a:lnTo>
                  <a:pt x="313745" y="7836"/>
                </a:lnTo>
                <a:lnTo>
                  <a:pt x="313953" y="7904"/>
                </a:lnTo>
                <a:lnTo>
                  <a:pt x="312734" y="7554"/>
                </a:lnTo>
                <a:lnTo>
                  <a:pt x="312911" y="7597"/>
                </a:lnTo>
                <a:lnTo>
                  <a:pt x="311594" y="7297"/>
                </a:lnTo>
                <a:lnTo>
                  <a:pt x="311741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6" y="6550"/>
                </a:lnTo>
                <a:lnTo>
                  <a:pt x="303929" y="6556"/>
                </a:lnTo>
                <a:lnTo>
                  <a:pt x="299782" y="6452"/>
                </a:lnTo>
                <a:lnTo>
                  <a:pt x="299843" y="6452"/>
                </a:lnTo>
                <a:lnTo>
                  <a:pt x="289929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3" y="6127"/>
                </a:lnTo>
                <a:lnTo>
                  <a:pt x="28595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4" y="6219"/>
                </a:lnTo>
                <a:lnTo>
                  <a:pt x="20139" y="6390"/>
                </a:lnTo>
                <a:lnTo>
                  <a:pt x="20268" y="6384"/>
                </a:lnTo>
                <a:lnTo>
                  <a:pt x="16812" y="6684"/>
                </a:lnTo>
                <a:lnTo>
                  <a:pt x="17027" y="6660"/>
                </a:lnTo>
                <a:lnTo>
                  <a:pt x="14074" y="7119"/>
                </a:lnTo>
                <a:lnTo>
                  <a:pt x="14294" y="7077"/>
                </a:lnTo>
                <a:lnTo>
                  <a:pt x="12996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5" y="7616"/>
                </a:lnTo>
                <a:lnTo>
                  <a:pt x="11127" y="8026"/>
                </a:lnTo>
                <a:lnTo>
                  <a:pt x="11366" y="7922"/>
                </a:lnTo>
                <a:lnTo>
                  <a:pt x="10385" y="8400"/>
                </a:lnTo>
                <a:lnTo>
                  <a:pt x="10649" y="8253"/>
                </a:lnTo>
                <a:lnTo>
                  <a:pt x="9767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8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5" y="11439"/>
                </a:lnTo>
                <a:lnTo>
                  <a:pt x="7855" y="11182"/>
                </a:lnTo>
                <a:lnTo>
                  <a:pt x="7445" y="12217"/>
                </a:lnTo>
                <a:lnTo>
                  <a:pt x="7524" y="11984"/>
                </a:lnTo>
                <a:lnTo>
                  <a:pt x="7175" y="13118"/>
                </a:lnTo>
                <a:lnTo>
                  <a:pt x="7230" y="12915"/>
                </a:lnTo>
                <a:lnTo>
                  <a:pt x="6936" y="14147"/>
                </a:lnTo>
                <a:lnTo>
                  <a:pt x="6973" y="13981"/>
                </a:lnTo>
                <a:lnTo>
                  <a:pt x="6734" y="15317"/>
                </a:lnTo>
                <a:lnTo>
                  <a:pt x="6758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1" y="21419"/>
                </a:lnTo>
                <a:lnTo>
                  <a:pt x="6237" y="21315"/>
                </a:lnTo>
                <a:lnTo>
                  <a:pt x="6146" y="25292"/>
                </a:lnTo>
                <a:lnTo>
                  <a:pt x="6146" y="25237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8">
            <a:extLst xmlns:a="http://schemas.openxmlformats.org/drawingml/2006/main">
              <a:ext uri="{FF2B5EF4-FFF2-40B4-BE49-F238E27FC236}">
                <a16:creationId xmlns:a16="http://schemas.microsoft.com/office/drawing/2014/main" id="{7A4A9C9F-F833-411F-A1CC-A0DF1FFC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409" y="3013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1" y="288"/>
                </a:lnTo>
                <a:cubicBezTo>
                  <a:pt x="316361" y="288"/>
                  <a:pt x="320655" y="0"/>
                  <a:pt x="320655" y="25604"/>
                </a:cubicBezTo>
                <a:lnTo>
                  <a:pt x="320741" y="337057"/>
                </a:lnTo>
                <a:cubicBezTo>
                  <a:pt x="320741" y="362655"/>
                  <a:pt x="320330" y="363016"/>
                  <a:pt x="290843" y="363016"/>
                </a:cubicBezTo>
                <a:lnTo>
                  <a:pt x="30726" y="361656"/>
                </a:lnTo>
                <a:cubicBezTo>
                  <a:pt x="1237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ath-159">
            <a:extLst xmlns:a="http://schemas.openxmlformats.org/drawingml/2006/main">
              <a:ext uri="{FF2B5EF4-FFF2-40B4-BE49-F238E27FC236}">
                <a16:creationId xmlns:a16="http://schemas.microsoft.com/office/drawing/2014/main" id="{C6A35BAC-C28C-43D0-97CD-1AF9241C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346" y="3010358"/>
            <a:ext cx="326867" cy="369143"/>
          </a:xfrm>
          <a:custGeom xmlns:a="http://schemas.openxmlformats.org/drawingml/2006/main">
            <a:pathLst>
              <a:path w="326867" h="369143">
                <a:moveTo>
                  <a:pt x="17" y="25181"/>
                </a:moveTo>
                <a:lnTo>
                  <a:pt x="109" y="21119"/>
                </a:lnTo>
                <a:lnTo>
                  <a:pt x="319" y="17511"/>
                </a:lnTo>
                <a:lnTo>
                  <a:pt x="686" y="14324"/>
                </a:lnTo>
                <a:lnTo>
                  <a:pt x="956" y="12811"/>
                </a:lnTo>
                <a:lnTo>
                  <a:pt x="1292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23" y="7585"/>
                </a:lnTo>
                <a:lnTo>
                  <a:pt x="3553" y="6458"/>
                </a:lnTo>
                <a:lnTo>
                  <a:pt x="4397" y="5416"/>
                </a:lnTo>
                <a:lnTo>
                  <a:pt x="5353" y="4485"/>
                </a:lnTo>
                <a:lnTo>
                  <a:pt x="6421" y="3664"/>
                </a:lnTo>
                <a:lnTo>
                  <a:pt x="7572" y="2953"/>
                </a:lnTo>
                <a:lnTo>
                  <a:pt x="8810" y="2352"/>
                </a:lnTo>
                <a:lnTo>
                  <a:pt x="10120" y="1850"/>
                </a:lnTo>
                <a:lnTo>
                  <a:pt x="11505" y="1434"/>
                </a:lnTo>
                <a:lnTo>
                  <a:pt x="13013" y="1085"/>
                </a:lnTo>
                <a:lnTo>
                  <a:pt x="16180" y="588"/>
                </a:lnTo>
                <a:lnTo>
                  <a:pt x="19807" y="276"/>
                </a:lnTo>
                <a:lnTo>
                  <a:pt x="23912" y="98"/>
                </a:lnTo>
                <a:lnTo>
                  <a:pt x="28556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0" y="429"/>
                </a:lnTo>
                <a:lnTo>
                  <a:pt x="307916" y="650"/>
                </a:lnTo>
                <a:lnTo>
                  <a:pt x="311274" y="1029"/>
                </a:lnTo>
                <a:lnTo>
                  <a:pt x="312861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76" y="3143"/>
                </a:lnTo>
                <a:lnTo>
                  <a:pt x="319576" y="3848"/>
                </a:lnTo>
                <a:lnTo>
                  <a:pt x="320685" y="4663"/>
                </a:lnTo>
                <a:lnTo>
                  <a:pt x="321702" y="5594"/>
                </a:lnTo>
                <a:lnTo>
                  <a:pt x="322608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3" y="10318"/>
                </a:lnTo>
                <a:lnTo>
                  <a:pt x="325164" y="11715"/>
                </a:lnTo>
                <a:lnTo>
                  <a:pt x="325568" y="13185"/>
                </a:lnTo>
                <a:lnTo>
                  <a:pt x="325899" y="14741"/>
                </a:lnTo>
                <a:lnTo>
                  <a:pt x="326168" y="16420"/>
                </a:lnTo>
                <a:lnTo>
                  <a:pt x="326536" y="19998"/>
                </a:lnTo>
                <a:lnTo>
                  <a:pt x="326727" y="24073"/>
                </a:lnTo>
                <a:lnTo>
                  <a:pt x="326781" y="28643"/>
                </a:lnTo>
                <a:lnTo>
                  <a:pt x="326867" y="340132"/>
                </a:lnTo>
                <a:lnTo>
                  <a:pt x="326794" y="348667"/>
                </a:lnTo>
                <a:lnTo>
                  <a:pt x="326628" y="352246"/>
                </a:lnTo>
                <a:lnTo>
                  <a:pt x="326316" y="355370"/>
                </a:lnTo>
                <a:lnTo>
                  <a:pt x="326077" y="356853"/>
                </a:lnTo>
                <a:lnTo>
                  <a:pt x="325782" y="358231"/>
                </a:lnTo>
                <a:lnTo>
                  <a:pt x="325403" y="359543"/>
                </a:lnTo>
                <a:lnTo>
                  <a:pt x="324937" y="360793"/>
                </a:lnTo>
                <a:lnTo>
                  <a:pt x="324362" y="361975"/>
                </a:lnTo>
                <a:lnTo>
                  <a:pt x="323669" y="363084"/>
                </a:lnTo>
                <a:lnTo>
                  <a:pt x="322855" y="364101"/>
                </a:lnTo>
                <a:lnTo>
                  <a:pt x="321922" y="365014"/>
                </a:lnTo>
                <a:lnTo>
                  <a:pt x="320887" y="365816"/>
                </a:lnTo>
                <a:lnTo>
                  <a:pt x="319754" y="366497"/>
                </a:lnTo>
                <a:lnTo>
                  <a:pt x="318547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1" y="368231"/>
                </a:lnTo>
                <a:lnTo>
                  <a:pt x="311341" y="368671"/>
                </a:lnTo>
                <a:lnTo>
                  <a:pt x="307777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0" y="367783"/>
                </a:lnTo>
                <a:lnTo>
                  <a:pt x="33777" y="367783"/>
                </a:lnTo>
                <a:lnTo>
                  <a:pt x="28556" y="367765"/>
                </a:lnTo>
                <a:lnTo>
                  <a:pt x="23918" y="367685"/>
                </a:lnTo>
                <a:lnTo>
                  <a:pt x="19814" y="367513"/>
                </a:lnTo>
                <a:lnTo>
                  <a:pt x="16192" y="367201"/>
                </a:lnTo>
                <a:lnTo>
                  <a:pt x="13032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7" y="363329"/>
                </a:lnTo>
                <a:lnTo>
                  <a:pt x="4442" y="362398"/>
                </a:lnTo>
                <a:lnTo>
                  <a:pt x="3602" y="361363"/>
                </a:lnTo>
                <a:lnTo>
                  <a:pt x="2879" y="360241"/>
                </a:lnTo>
                <a:lnTo>
                  <a:pt x="2266" y="359040"/>
                </a:lnTo>
                <a:lnTo>
                  <a:pt x="1764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1" y="350334"/>
                </a:lnTo>
                <a:lnTo>
                  <a:pt x="190" y="346725"/>
                </a:lnTo>
                <a:lnTo>
                  <a:pt x="103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7" y="25181"/>
                </a:lnTo>
                <a:moveTo>
                  <a:pt x="6126" y="29758"/>
                </a:moveTo>
                <a:lnTo>
                  <a:pt x="6126" y="29740"/>
                </a:lnTo>
                <a:lnTo>
                  <a:pt x="6205" y="338110"/>
                </a:lnTo>
                <a:lnTo>
                  <a:pt x="6205" y="338099"/>
                </a:lnTo>
                <a:lnTo>
                  <a:pt x="6230" y="342614"/>
                </a:lnTo>
                <a:lnTo>
                  <a:pt x="6230" y="342565"/>
                </a:lnTo>
                <a:lnTo>
                  <a:pt x="6316" y="346536"/>
                </a:lnTo>
                <a:lnTo>
                  <a:pt x="6309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1" y="352724"/>
                </a:lnTo>
                <a:lnTo>
                  <a:pt x="6800" y="352533"/>
                </a:lnTo>
                <a:lnTo>
                  <a:pt x="7039" y="353863"/>
                </a:lnTo>
                <a:lnTo>
                  <a:pt x="7002" y="353697"/>
                </a:lnTo>
                <a:lnTo>
                  <a:pt x="7296" y="354923"/>
                </a:lnTo>
                <a:lnTo>
                  <a:pt x="7241" y="354727"/>
                </a:lnTo>
                <a:lnTo>
                  <a:pt x="7583" y="355854"/>
                </a:lnTo>
                <a:lnTo>
                  <a:pt x="7504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0" y="357331"/>
                </a:lnTo>
                <a:lnTo>
                  <a:pt x="8118" y="357061"/>
                </a:lnTo>
                <a:lnTo>
                  <a:pt x="8662" y="357907"/>
                </a:lnTo>
                <a:lnTo>
                  <a:pt x="8460" y="357631"/>
                </a:lnTo>
                <a:lnTo>
                  <a:pt x="9085" y="358397"/>
                </a:lnTo>
                <a:lnTo>
                  <a:pt x="8846" y="358134"/>
                </a:lnTo>
                <a:lnTo>
                  <a:pt x="9545" y="358820"/>
                </a:lnTo>
                <a:lnTo>
                  <a:pt x="9281" y="358593"/>
                </a:lnTo>
                <a:lnTo>
                  <a:pt x="10071" y="359199"/>
                </a:lnTo>
                <a:lnTo>
                  <a:pt x="9797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0" y="359775"/>
                </a:lnTo>
                <a:lnTo>
                  <a:pt x="12228" y="360186"/>
                </a:lnTo>
                <a:lnTo>
                  <a:pt x="12009" y="360113"/>
                </a:lnTo>
                <a:lnTo>
                  <a:pt x="13197" y="360468"/>
                </a:lnTo>
                <a:lnTo>
                  <a:pt x="13013" y="360419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2" y="361136"/>
                </a:lnTo>
                <a:lnTo>
                  <a:pt x="16823" y="361111"/>
                </a:lnTo>
                <a:lnTo>
                  <a:pt x="20273" y="361405"/>
                </a:lnTo>
                <a:lnTo>
                  <a:pt x="20138" y="361393"/>
                </a:lnTo>
                <a:lnTo>
                  <a:pt x="24133" y="361564"/>
                </a:lnTo>
                <a:lnTo>
                  <a:pt x="24059" y="361558"/>
                </a:lnTo>
                <a:lnTo>
                  <a:pt x="28635" y="361638"/>
                </a:lnTo>
                <a:lnTo>
                  <a:pt x="28599" y="361638"/>
                </a:lnTo>
                <a:lnTo>
                  <a:pt x="33801" y="361657"/>
                </a:lnTo>
                <a:lnTo>
                  <a:pt x="293917" y="363017"/>
                </a:lnTo>
                <a:lnTo>
                  <a:pt x="293880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1"/>
                </a:lnTo>
                <a:lnTo>
                  <a:pt x="310785" y="362569"/>
                </a:lnTo>
                <a:lnTo>
                  <a:pt x="310588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1" y="361950"/>
                </a:lnTo>
                <a:lnTo>
                  <a:pt x="314338" y="361993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7" y="361356"/>
                </a:lnTo>
                <a:lnTo>
                  <a:pt x="316060" y="361460"/>
                </a:lnTo>
                <a:lnTo>
                  <a:pt x="317004" y="361019"/>
                </a:lnTo>
                <a:lnTo>
                  <a:pt x="316727" y="361166"/>
                </a:lnTo>
                <a:lnTo>
                  <a:pt x="317574" y="360658"/>
                </a:lnTo>
                <a:lnTo>
                  <a:pt x="317291" y="360854"/>
                </a:lnTo>
                <a:lnTo>
                  <a:pt x="318045" y="360272"/>
                </a:lnTo>
                <a:lnTo>
                  <a:pt x="317769" y="360510"/>
                </a:lnTo>
                <a:lnTo>
                  <a:pt x="318436" y="359855"/>
                </a:lnTo>
                <a:lnTo>
                  <a:pt x="318185" y="360131"/>
                </a:lnTo>
                <a:lnTo>
                  <a:pt x="318774" y="359396"/>
                </a:lnTo>
                <a:lnTo>
                  <a:pt x="318565" y="359689"/>
                </a:lnTo>
                <a:lnTo>
                  <a:pt x="319081" y="358869"/>
                </a:lnTo>
                <a:lnTo>
                  <a:pt x="318920" y="359157"/>
                </a:lnTo>
                <a:lnTo>
                  <a:pt x="319362" y="358244"/>
                </a:lnTo>
                <a:lnTo>
                  <a:pt x="319251" y="358507"/>
                </a:lnTo>
                <a:lnTo>
                  <a:pt x="319625" y="357509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5" y="356834"/>
                </a:lnTo>
                <a:lnTo>
                  <a:pt x="320072" y="355634"/>
                </a:lnTo>
                <a:lnTo>
                  <a:pt x="320042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0" y="351718"/>
                </a:lnTo>
                <a:lnTo>
                  <a:pt x="320514" y="351884"/>
                </a:lnTo>
                <a:lnTo>
                  <a:pt x="320666" y="348447"/>
                </a:lnTo>
                <a:lnTo>
                  <a:pt x="320666" y="348558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55" y="28668"/>
                </a:lnTo>
                <a:lnTo>
                  <a:pt x="320655" y="28704"/>
                </a:lnTo>
                <a:lnTo>
                  <a:pt x="320599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28" y="20537"/>
                </a:lnTo>
                <a:lnTo>
                  <a:pt x="320085" y="17137"/>
                </a:lnTo>
                <a:lnTo>
                  <a:pt x="320104" y="17309"/>
                </a:lnTo>
                <a:lnTo>
                  <a:pt x="319857" y="15795"/>
                </a:lnTo>
                <a:lnTo>
                  <a:pt x="319889" y="15942"/>
                </a:lnTo>
                <a:lnTo>
                  <a:pt x="319594" y="14545"/>
                </a:lnTo>
                <a:lnTo>
                  <a:pt x="319632" y="14717"/>
                </a:lnTo>
                <a:lnTo>
                  <a:pt x="319283" y="13436"/>
                </a:lnTo>
                <a:lnTo>
                  <a:pt x="319343" y="13638"/>
                </a:lnTo>
                <a:lnTo>
                  <a:pt x="318933" y="12462"/>
                </a:lnTo>
                <a:lnTo>
                  <a:pt x="319025" y="12689"/>
                </a:lnTo>
                <a:lnTo>
                  <a:pt x="318547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3" y="10281"/>
                </a:lnTo>
                <a:lnTo>
                  <a:pt x="317885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3" y="9503"/>
                </a:lnTo>
                <a:lnTo>
                  <a:pt x="316071" y="8878"/>
                </a:lnTo>
                <a:lnTo>
                  <a:pt x="316335" y="9049"/>
                </a:lnTo>
                <a:lnTo>
                  <a:pt x="315397" y="8498"/>
                </a:lnTo>
                <a:lnTo>
                  <a:pt x="315655" y="8633"/>
                </a:lnTo>
                <a:lnTo>
                  <a:pt x="314625" y="8155"/>
                </a:lnTo>
                <a:lnTo>
                  <a:pt x="314865" y="8253"/>
                </a:lnTo>
                <a:lnTo>
                  <a:pt x="313744" y="7836"/>
                </a:lnTo>
                <a:lnTo>
                  <a:pt x="313952" y="7904"/>
                </a:lnTo>
                <a:lnTo>
                  <a:pt x="312732" y="7554"/>
                </a:lnTo>
                <a:lnTo>
                  <a:pt x="312910" y="7598"/>
                </a:lnTo>
                <a:lnTo>
                  <a:pt x="311593" y="7297"/>
                </a:lnTo>
                <a:lnTo>
                  <a:pt x="311740" y="7328"/>
                </a:lnTo>
                <a:lnTo>
                  <a:pt x="310318" y="7083"/>
                </a:lnTo>
                <a:lnTo>
                  <a:pt x="310496" y="7107"/>
                </a:lnTo>
                <a:lnTo>
                  <a:pt x="307310" y="6752"/>
                </a:lnTo>
                <a:lnTo>
                  <a:pt x="307475" y="6764"/>
                </a:lnTo>
                <a:lnTo>
                  <a:pt x="303824" y="6550"/>
                </a:lnTo>
                <a:lnTo>
                  <a:pt x="303928" y="6556"/>
                </a:lnTo>
                <a:lnTo>
                  <a:pt x="299781" y="6452"/>
                </a:lnTo>
                <a:lnTo>
                  <a:pt x="299842" y="6452"/>
                </a:lnTo>
                <a:lnTo>
                  <a:pt x="289922" y="6415"/>
                </a:lnTo>
                <a:lnTo>
                  <a:pt x="289933" y="6415"/>
                </a:lnTo>
                <a:lnTo>
                  <a:pt x="33789" y="6127"/>
                </a:lnTo>
                <a:lnTo>
                  <a:pt x="33801" y="6127"/>
                </a:lnTo>
                <a:lnTo>
                  <a:pt x="28594" y="6145"/>
                </a:lnTo>
                <a:lnTo>
                  <a:pt x="28635" y="6145"/>
                </a:lnTo>
                <a:lnTo>
                  <a:pt x="24053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66" y="6384"/>
                </a:lnTo>
                <a:lnTo>
                  <a:pt x="16811" y="6684"/>
                </a:lnTo>
                <a:lnTo>
                  <a:pt x="17020" y="6660"/>
                </a:lnTo>
                <a:lnTo>
                  <a:pt x="14074" y="7120"/>
                </a:lnTo>
                <a:lnTo>
                  <a:pt x="14293" y="7077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19" y="8026"/>
                </a:lnTo>
                <a:lnTo>
                  <a:pt x="11364" y="7922"/>
                </a:lnTo>
                <a:lnTo>
                  <a:pt x="10384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4" y="8608"/>
                </a:lnTo>
                <a:lnTo>
                  <a:pt x="9244" y="9227"/>
                </a:lnTo>
                <a:lnTo>
                  <a:pt x="9509" y="8995"/>
                </a:lnTo>
                <a:lnTo>
                  <a:pt x="8797" y="9687"/>
                </a:lnTo>
                <a:lnTo>
                  <a:pt x="9037" y="9423"/>
                </a:lnTo>
                <a:lnTo>
                  <a:pt x="8411" y="10195"/>
                </a:lnTo>
                <a:lnTo>
                  <a:pt x="8606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37" y="11439"/>
                </a:lnTo>
                <a:lnTo>
                  <a:pt x="7854" y="11182"/>
                </a:lnTo>
                <a:lnTo>
                  <a:pt x="7444" y="12217"/>
                </a:lnTo>
                <a:lnTo>
                  <a:pt x="7523" y="11984"/>
                </a:lnTo>
                <a:lnTo>
                  <a:pt x="7174" y="13112"/>
                </a:lnTo>
                <a:lnTo>
                  <a:pt x="7229" y="12915"/>
                </a:lnTo>
                <a:lnTo>
                  <a:pt x="6934" y="14147"/>
                </a:lnTo>
                <a:lnTo>
                  <a:pt x="6972" y="13981"/>
                </a:lnTo>
                <a:lnTo>
                  <a:pt x="6732" y="15317"/>
                </a:lnTo>
                <a:lnTo>
                  <a:pt x="6757" y="15121"/>
                </a:lnTo>
                <a:lnTo>
                  <a:pt x="6414" y="18123"/>
                </a:lnTo>
                <a:lnTo>
                  <a:pt x="6426" y="17946"/>
                </a:lnTo>
                <a:lnTo>
                  <a:pt x="6230" y="21419"/>
                </a:lnTo>
                <a:lnTo>
                  <a:pt x="6237" y="21315"/>
                </a:lnTo>
                <a:lnTo>
                  <a:pt x="6144" y="25292"/>
                </a:lnTo>
                <a:lnTo>
                  <a:pt x="6144" y="25237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60">
            <a:extLst xmlns:a="http://schemas.openxmlformats.org/drawingml/2006/main">
              <a:ext uri="{FF2B5EF4-FFF2-40B4-BE49-F238E27FC236}">
                <a16:creationId xmlns:a16="http://schemas.microsoft.com/office/drawing/2014/main" id="{E0F9A771-F4ED-4797-8A45-AB703FBF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000" y="430557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7" y="0"/>
                </a:cubicBezTo>
                <a:lnTo>
                  <a:pt x="286873" y="288"/>
                </a:lnTo>
                <a:cubicBezTo>
                  <a:pt x="316367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2" y="363016"/>
                  <a:pt x="290843" y="363016"/>
                </a:cubicBezTo>
                <a:lnTo>
                  <a:pt x="30727" y="361657"/>
                </a:lnTo>
                <a:cubicBezTo>
                  <a:pt x="1238" y="361657"/>
                  <a:pt x="80" y="360652"/>
                  <a:pt x="80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61">
            <a:extLst xmlns:a="http://schemas.openxmlformats.org/drawingml/2006/main">
              <a:ext uri="{FF2B5EF4-FFF2-40B4-BE49-F238E27FC236}">
                <a16:creationId xmlns:a16="http://schemas.microsoft.com/office/drawing/2014/main" id="{E01D0853-3ACC-45BE-AB6C-499561B2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938" y="430251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2"/>
                </a:moveTo>
                <a:lnTo>
                  <a:pt x="109" y="21125"/>
                </a:lnTo>
                <a:lnTo>
                  <a:pt x="319" y="17510"/>
                </a:lnTo>
                <a:lnTo>
                  <a:pt x="686" y="14325"/>
                </a:lnTo>
                <a:lnTo>
                  <a:pt x="962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30" y="7585"/>
                </a:lnTo>
                <a:lnTo>
                  <a:pt x="3553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1" y="3663"/>
                </a:lnTo>
                <a:lnTo>
                  <a:pt x="7572" y="2953"/>
                </a:lnTo>
                <a:lnTo>
                  <a:pt x="8811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4"/>
                </a:lnTo>
                <a:lnTo>
                  <a:pt x="16180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6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903" y="324"/>
                </a:lnTo>
                <a:lnTo>
                  <a:pt x="304130" y="428"/>
                </a:lnTo>
                <a:lnTo>
                  <a:pt x="307917" y="649"/>
                </a:lnTo>
                <a:lnTo>
                  <a:pt x="311274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82" y="3143"/>
                </a:lnTo>
                <a:lnTo>
                  <a:pt x="319577" y="3847"/>
                </a:lnTo>
                <a:lnTo>
                  <a:pt x="320685" y="4662"/>
                </a:lnTo>
                <a:lnTo>
                  <a:pt x="321702" y="5593"/>
                </a:lnTo>
                <a:lnTo>
                  <a:pt x="322611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4" y="10317"/>
                </a:lnTo>
                <a:lnTo>
                  <a:pt x="325165" y="11714"/>
                </a:lnTo>
                <a:lnTo>
                  <a:pt x="325568" y="13185"/>
                </a:lnTo>
                <a:lnTo>
                  <a:pt x="325900" y="14747"/>
                </a:lnTo>
                <a:lnTo>
                  <a:pt x="326168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9" y="28643"/>
                </a:lnTo>
                <a:lnTo>
                  <a:pt x="326868" y="340133"/>
                </a:lnTo>
                <a:lnTo>
                  <a:pt x="326794" y="348667"/>
                </a:lnTo>
                <a:lnTo>
                  <a:pt x="326629" y="352245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2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0"/>
                </a:lnTo>
                <a:lnTo>
                  <a:pt x="321923" y="365014"/>
                </a:lnTo>
                <a:lnTo>
                  <a:pt x="320887" y="365817"/>
                </a:lnTo>
                <a:lnTo>
                  <a:pt x="319755" y="366497"/>
                </a:lnTo>
                <a:lnTo>
                  <a:pt x="318548" y="367067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4" y="368230"/>
                </a:lnTo>
                <a:lnTo>
                  <a:pt x="311341" y="368671"/>
                </a:lnTo>
                <a:lnTo>
                  <a:pt x="307782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6" y="367764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2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09" y="364854"/>
                </a:lnTo>
                <a:lnTo>
                  <a:pt x="6458" y="364150"/>
                </a:lnTo>
                <a:lnTo>
                  <a:pt x="5397" y="363328"/>
                </a:lnTo>
                <a:lnTo>
                  <a:pt x="4442" y="362398"/>
                </a:lnTo>
                <a:lnTo>
                  <a:pt x="3602" y="361362"/>
                </a:lnTo>
                <a:lnTo>
                  <a:pt x="2879" y="360241"/>
                </a:lnTo>
                <a:lnTo>
                  <a:pt x="2272" y="359040"/>
                </a:lnTo>
                <a:lnTo>
                  <a:pt x="1765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2"/>
                </a:lnTo>
                <a:moveTo>
                  <a:pt x="6128" y="29758"/>
                </a:moveTo>
                <a:lnTo>
                  <a:pt x="6128" y="29739"/>
                </a:lnTo>
                <a:lnTo>
                  <a:pt x="6207" y="338111"/>
                </a:lnTo>
                <a:lnTo>
                  <a:pt x="6207" y="338099"/>
                </a:lnTo>
                <a:lnTo>
                  <a:pt x="6230" y="342614"/>
                </a:lnTo>
                <a:lnTo>
                  <a:pt x="6230" y="342565"/>
                </a:lnTo>
                <a:lnTo>
                  <a:pt x="6316" y="346535"/>
                </a:lnTo>
                <a:lnTo>
                  <a:pt x="6311" y="346438"/>
                </a:lnTo>
                <a:lnTo>
                  <a:pt x="6507" y="349905"/>
                </a:lnTo>
                <a:lnTo>
                  <a:pt x="6488" y="349727"/>
                </a:lnTo>
                <a:lnTo>
                  <a:pt x="6832" y="352723"/>
                </a:lnTo>
                <a:lnTo>
                  <a:pt x="6801" y="352534"/>
                </a:lnTo>
                <a:lnTo>
                  <a:pt x="7039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1" y="354727"/>
                </a:lnTo>
                <a:lnTo>
                  <a:pt x="7591" y="355854"/>
                </a:lnTo>
                <a:lnTo>
                  <a:pt x="7505" y="355628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7"/>
                </a:lnTo>
                <a:lnTo>
                  <a:pt x="8118" y="357061"/>
                </a:lnTo>
                <a:lnTo>
                  <a:pt x="8662" y="357907"/>
                </a:lnTo>
                <a:lnTo>
                  <a:pt x="8461" y="357631"/>
                </a:lnTo>
                <a:lnTo>
                  <a:pt x="9085" y="358396"/>
                </a:lnTo>
                <a:lnTo>
                  <a:pt x="8847" y="358139"/>
                </a:lnTo>
                <a:lnTo>
                  <a:pt x="9546" y="358819"/>
                </a:lnTo>
                <a:lnTo>
                  <a:pt x="9282" y="358593"/>
                </a:lnTo>
                <a:lnTo>
                  <a:pt x="10071" y="359200"/>
                </a:lnTo>
                <a:lnTo>
                  <a:pt x="9803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4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3" y="361136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45" y="361392"/>
                </a:lnTo>
                <a:lnTo>
                  <a:pt x="24133" y="361565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1" y="361638"/>
                </a:lnTo>
                <a:lnTo>
                  <a:pt x="33801" y="361656"/>
                </a:lnTo>
                <a:lnTo>
                  <a:pt x="293917" y="363017"/>
                </a:lnTo>
                <a:lnTo>
                  <a:pt x="293880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0"/>
                </a:lnTo>
                <a:lnTo>
                  <a:pt x="310785" y="362569"/>
                </a:lnTo>
                <a:lnTo>
                  <a:pt x="310588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3" y="361951"/>
                </a:lnTo>
                <a:lnTo>
                  <a:pt x="314338" y="361994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8" y="361356"/>
                </a:lnTo>
                <a:lnTo>
                  <a:pt x="316067" y="361460"/>
                </a:lnTo>
                <a:lnTo>
                  <a:pt x="317010" y="361019"/>
                </a:lnTo>
                <a:lnTo>
                  <a:pt x="316727" y="361166"/>
                </a:lnTo>
                <a:lnTo>
                  <a:pt x="317579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69" y="360511"/>
                </a:lnTo>
                <a:lnTo>
                  <a:pt x="318438" y="359855"/>
                </a:lnTo>
                <a:lnTo>
                  <a:pt x="318185" y="360131"/>
                </a:lnTo>
                <a:lnTo>
                  <a:pt x="318774" y="359396"/>
                </a:lnTo>
                <a:lnTo>
                  <a:pt x="318567" y="359689"/>
                </a:lnTo>
                <a:lnTo>
                  <a:pt x="319081" y="358868"/>
                </a:lnTo>
                <a:lnTo>
                  <a:pt x="318921" y="359157"/>
                </a:lnTo>
                <a:lnTo>
                  <a:pt x="319362" y="358250"/>
                </a:lnTo>
                <a:lnTo>
                  <a:pt x="319253" y="358507"/>
                </a:lnTo>
                <a:lnTo>
                  <a:pt x="319626" y="357508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5" y="356835"/>
                </a:lnTo>
                <a:lnTo>
                  <a:pt x="320073" y="355634"/>
                </a:lnTo>
                <a:lnTo>
                  <a:pt x="320042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0" y="351719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1"/>
                </a:lnTo>
                <a:lnTo>
                  <a:pt x="320662" y="28667"/>
                </a:lnTo>
                <a:lnTo>
                  <a:pt x="320662" y="28705"/>
                </a:lnTo>
                <a:lnTo>
                  <a:pt x="320606" y="24201"/>
                </a:lnTo>
                <a:lnTo>
                  <a:pt x="320606" y="24305"/>
                </a:lnTo>
                <a:lnTo>
                  <a:pt x="320422" y="20371"/>
                </a:lnTo>
                <a:lnTo>
                  <a:pt x="320434" y="20537"/>
                </a:lnTo>
                <a:lnTo>
                  <a:pt x="320085" y="17137"/>
                </a:lnTo>
                <a:lnTo>
                  <a:pt x="320104" y="17308"/>
                </a:lnTo>
                <a:lnTo>
                  <a:pt x="319865" y="15795"/>
                </a:lnTo>
                <a:lnTo>
                  <a:pt x="319890" y="15942"/>
                </a:lnTo>
                <a:lnTo>
                  <a:pt x="319594" y="14545"/>
                </a:lnTo>
                <a:lnTo>
                  <a:pt x="319637" y="14717"/>
                </a:lnTo>
                <a:lnTo>
                  <a:pt x="319283" y="13436"/>
                </a:lnTo>
                <a:lnTo>
                  <a:pt x="319343" y="13638"/>
                </a:lnTo>
                <a:lnTo>
                  <a:pt x="318934" y="12462"/>
                </a:lnTo>
                <a:lnTo>
                  <a:pt x="319025" y="12688"/>
                </a:lnTo>
                <a:lnTo>
                  <a:pt x="318548" y="11616"/>
                </a:lnTo>
                <a:lnTo>
                  <a:pt x="318676" y="11867"/>
                </a:lnTo>
                <a:lnTo>
                  <a:pt x="318131" y="10900"/>
                </a:lnTo>
                <a:lnTo>
                  <a:pt x="318297" y="11157"/>
                </a:lnTo>
                <a:lnTo>
                  <a:pt x="317683" y="10281"/>
                </a:lnTo>
                <a:lnTo>
                  <a:pt x="317886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2"/>
                </a:lnTo>
                <a:lnTo>
                  <a:pt x="316073" y="8878"/>
                </a:lnTo>
                <a:lnTo>
                  <a:pt x="316337" y="9049"/>
                </a:lnTo>
                <a:lnTo>
                  <a:pt x="315399" y="8498"/>
                </a:lnTo>
                <a:lnTo>
                  <a:pt x="315655" y="8633"/>
                </a:lnTo>
                <a:lnTo>
                  <a:pt x="314626" y="8155"/>
                </a:lnTo>
                <a:lnTo>
                  <a:pt x="314865" y="8252"/>
                </a:lnTo>
                <a:lnTo>
                  <a:pt x="313744" y="7836"/>
                </a:lnTo>
                <a:lnTo>
                  <a:pt x="313953" y="7904"/>
                </a:lnTo>
                <a:lnTo>
                  <a:pt x="312733" y="7554"/>
                </a:lnTo>
                <a:lnTo>
                  <a:pt x="312911" y="7597"/>
                </a:lnTo>
                <a:lnTo>
                  <a:pt x="311593" y="7304"/>
                </a:lnTo>
                <a:lnTo>
                  <a:pt x="311741" y="7327"/>
                </a:lnTo>
                <a:lnTo>
                  <a:pt x="310318" y="7083"/>
                </a:lnTo>
                <a:lnTo>
                  <a:pt x="310497" y="7107"/>
                </a:lnTo>
                <a:lnTo>
                  <a:pt x="307311" y="6751"/>
                </a:lnTo>
                <a:lnTo>
                  <a:pt x="307477" y="6764"/>
                </a:lnTo>
                <a:lnTo>
                  <a:pt x="303830" y="6549"/>
                </a:lnTo>
                <a:lnTo>
                  <a:pt x="303928" y="6556"/>
                </a:lnTo>
                <a:lnTo>
                  <a:pt x="299781" y="6451"/>
                </a:lnTo>
                <a:lnTo>
                  <a:pt x="299842" y="6451"/>
                </a:lnTo>
                <a:lnTo>
                  <a:pt x="289929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1" y="6127"/>
                </a:lnTo>
                <a:lnTo>
                  <a:pt x="28601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67" y="6384"/>
                </a:lnTo>
                <a:lnTo>
                  <a:pt x="16813" y="6684"/>
                </a:lnTo>
                <a:lnTo>
                  <a:pt x="17027" y="6659"/>
                </a:lnTo>
                <a:lnTo>
                  <a:pt x="14074" y="7119"/>
                </a:lnTo>
                <a:lnTo>
                  <a:pt x="14294" y="7076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5"/>
                </a:lnTo>
                <a:lnTo>
                  <a:pt x="11125" y="8026"/>
                </a:lnTo>
                <a:lnTo>
                  <a:pt x="11364" y="7922"/>
                </a:lnTo>
                <a:lnTo>
                  <a:pt x="10385" y="8400"/>
                </a:lnTo>
                <a:lnTo>
                  <a:pt x="10648" y="8252"/>
                </a:lnTo>
                <a:lnTo>
                  <a:pt x="9767" y="8798"/>
                </a:lnTo>
                <a:lnTo>
                  <a:pt x="10035" y="8608"/>
                </a:lnTo>
                <a:lnTo>
                  <a:pt x="9246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1" y="10195"/>
                </a:lnTo>
                <a:lnTo>
                  <a:pt x="8613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4" y="11181"/>
                </a:lnTo>
                <a:lnTo>
                  <a:pt x="7444" y="12217"/>
                </a:lnTo>
                <a:lnTo>
                  <a:pt x="7524" y="11984"/>
                </a:lnTo>
                <a:lnTo>
                  <a:pt x="7174" y="13117"/>
                </a:lnTo>
                <a:lnTo>
                  <a:pt x="7230" y="12915"/>
                </a:lnTo>
                <a:lnTo>
                  <a:pt x="6934" y="14146"/>
                </a:lnTo>
                <a:lnTo>
                  <a:pt x="6972" y="13981"/>
                </a:lnTo>
                <a:lnTo>
                  <a:pt x="6733" y="15317"/>
                </a:lnTo>
                <a:lnTo>
                  <a:pt x="6765" y="15121"/>
                </a:lnTo>
                <a:lnTo>
                  <a:pt x="6415" y="18123"/>
                </a:lnTo>
                <a:lnTo>
                  <a:pt x="6432" y="17946"/>
                </a:lnTo>
                <a:lnTo>
                  <a:pt x="6230" y="21419"/>
                </a:lnTo>
                <a:lnTo>
                  <a:pt x="6237" y="21316"/>
                </a:lnTo>
                <a:lnTo>
                  <a:pt x="6145" y="25291"/>
                </a:lnTo>
                <a:lnTo>
                  <a:pt x="6145" y="25236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62">
            <a:extLst xmlns:a="http://schemas.openxmlformats.org/drawingml/2006/main">
              <a:ext uri="{FF2B5EF4-FFF2-40B4-BE49-F238E27FC236}">
                <a16:creationId xmlns:a16="http://schemas.microsoft.com/office/drawing/2014/main" id="{7B768D9C-C6A5-4911-9ADA-79286750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493" y="430557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5" y="0"/>
                </a:cubicBezTo>
                <a:lnTo>
                  <a:pt x="286871" y="288"/>
                </a:lnTo>
                <a:cubicBezTo>
                  <a:pt x="316360" y="288"/>
                  <a:pt x="320655" y="0"/>
                  <a:pt x="320655" y="25604"/>
                </a:cubicBezTo>
                <a:lnTo>
                  <a:pt x="320741" y="337057"/>
                </a:lnTo>
                <a:cubicBezTo>
                  <a:pt x="320741" y="362655"/>
                  <a:pt x="320329" y="363016"/>
                  <a:pt x="290840" y="363016"/>
                </a:cubicBezTo>
                <a:lnTo>
                  <a:pt x="30725" y="361657"/>
                </a:lnTo>
                <a:cubicBezTo>
                  <a:pt x="1237" y="361657"/>
                  <a:pt x="79" y="360652"/>
                  <a:pt x="79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63">
            <a:extLst xmlns:a="http://schemas.openxmlformats.org/drawingml/2006/main">
              <a:ext uri="{FF2B5EF4-FFF2-40B4-BE49-F238E27FC236}">
                <a16:creationId xmlns:a16="http://schemas.microsoft.com/office/drawing/2014/main" id="{735E548C-0710-4231-84B6-211008B9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428" y="430251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2"/>
                </a:moveTo>
                <a:lnTo>
                  <a:pt x="112" y="21125"/>
                </a:lnTo>
                <a:lnTo>
                  <a:pt x="319" y="17510"/>
                </a:lnTo>
                <a:lnTo>
                  <a:pt x="686" y="14325"/>
                </a:lnTo>
                <a:lnTo>
                  <a:pt x="957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25" y="7585"/>
                </a:lnTo>
                <a:lnTo>
                  <a:pt x="3554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2" y="3663"/>
                </a:lnTo>
                <a:lnTo>
                  <a:pt x="7574" y="2953"/>
                </a:lnTo>
                <a:lnTo>
                  <a:pt x="8811" y="2353"/>
                </a:lnTo>
                <a:lnTo>
                  <a:pt x="10123" y="1850"/>
                </a:lnTo>
                <a:lnTo>
                  <a:pt x="11506" y="1434"/>
                </a:lnTo>
                <a:lnTo>
                  <a:pt x="13013" y="1084"/>
                </a:lnTo>
                <a:lnTo>
                  <a:pt x="16182" y="588"/>
                </a:lnTo>
                <a:lnTo>
                  <a:pt x="19808" y="276"/>
                </a:lnTo>
                <a:lnTo>
                  <a:pt x="23914" y="98"/>
                </a:lnTo>
                <a:lnTo>
                  <a:pt x="28559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8" y="324"/>
                </a:lnTo>
                <a:lnTo>
                  <a:pt x="304131" y="428"/>
                </a:lnTo>
                <a:lnTo>
                  <a:pt x="307918" y="649"/>
                </a:lnTo>
                <a:lnTo>
                  <a:pt x="311276" y="1029"/>
                </a:lnTo>
                <a:lnTo>
                  <a:pt x="312862" y="1305"/>
                </a:lnTo>
                <a:lnTo>
                  <a:pt x="314352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77" y="3143"/>
                </a:lnTo>
                <a:lnTo>
                  <a:pt x="319578" y="3847"/>
                </a:lnTo>
                <a:lnTo>
                  <a:pt x="320686" y="4662"/>
                </a:lnTo>
                <a:lnTo>
                  <a:pt x="321704" y="5593"/>
                </a:lnTo>
                <a:lnTo>
                  <a:pt x="322611" y="6635"/>
                </a:lnTo>
                <a:lnTo>
                  <a:pt x="323406" y="7775"/>
                </a:lnTo>
                <a:lnTo>
                  <a:pt x="324093" y="9006"/>
                </a:lnTo>
                <a:lnTo>
                  <a:pt x="324676" y="10317"/>
                </a:lnTo>
                <a:lnTo>
                  <a:pt x="325165" y="11714"/>
                </a:lnTo>
                <a:lnTo>
                  <a:pt x="325570" y="13185"/>
                </a:lnTo>
                <a:lnTo>
                  <a:pt x="325901" y="14747"/>
                </a:lnTo>
                <a:lnTo>
                  <a:pt x="326171" y="16420"/>
                </a:lnTo>
                <a:lnTo>
                  <a:pt x="326538" y="19998"/>
                </a:lnTo>
                <a:lnTo>
                  <a:pt x="326727" y="24072"/>
                </a:lnTo>
                <a:lnTo>
                  <a:pt x="326782" y="28643"/>
                </a:lnTo>
                <a:lnTo>
                  <a:pt x="326868" y="340133"/>
                </a:lnTo>
                <a:lnTo>
                  <a:pt x="326794" y="348667"/>
                </a:lnTo>
                <a:lnTo>
                  <a:pt x="326629" y="352245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5" y="358231"/>
                </a:lnTo>
                <a:lnTo>
                  <a:pt x="325405" y="359543"/>
                </a:lnTo>
                <a:lnTo>
                  <a:pt x="324938" y="360793"/>
                </a:lnTo>
                <a:lnTo>
                  <a:pt x="324363" y="361975"/>
                </a:lnTo>
                <a:lnTo>
                  <a:pt x="323671" y="363084"/>
                </a:lnTo>
                <a:lnTo>
                  <a:pt x="322855" y="364100"/>
                </a:lnTo>
                <a:lnTo>
                  <a:pt x="321925" y="365014"/>
                </a:lnTo>
                <a:lnTo>
                  <a:pt x="320889" y="365817"/>
                </a:lnTo>
                <a:lnTo>
                  <a:pt x="319755" y="366497"/>
                </a:lnTo>
                <a:lnTo>
                  <a:pt x="318548" y="367067"/>
                </a:lnTo>
                <a:lnTo>
                  <a:pt x="317268" y="367532"/>
                </a:lnTo>
                <a:lnTo>
                  <a:pt x="315913" y="367918"/>
                </a:lnTo>
                <a:lnTo>
                  <a:pt x="314444" y="368230"/>
                </a:lnTo>
                <a:lnTo>
                  <a:pt x="311343" y="368671"/>
                </a:lnTo>
                <a:lnTo>
                  <a:pt x="307778" y="368935"/>
                </a:lnTo>
                <a:lnTo>
                  <a:pt x="303715" y="369076"/>
                </a:lnTo>
                <a:lnTo>
                  <a:pt x="293905" y="369143"/>
                </a:lnTo>
                <a:lnTo>
                  <a:pt x="33772" y="367783"/>
                </a:lnTo>
                <a:lnTo>
                  <a:pt x="33777" y="367783"/>
                </a:lnTo>
                <a:lnTo>
                  <a:pt x="28559" y="367764"/>
                </a:lnTo>
                <a:lnTo>
                  <a:pt x="23919" y="367685"/>
                </a:lnTo>
                <a:lnTo>
                  <a:pt x="19815" y="367514"/>
                </a:lnTo>
                <a:lnTo>
                  <a:pt x="16194" y="367201"/>
                </a:lnTo>
                <a:lnTo>
                  <a:pt x="13032" y="366711"/>
                </a:lnTo>
                <a:lnTo>
                  <a:pt x="11537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10" y="364854"/>
                </a:lnTo>
                <a:lnTo>
                  <a:pt x="6458" y="364150"/>
                </a:lnTo>
                <a:lnTo>
                  <a:pt x="5399" y="363328"/>
                </a:lnTo>
                <a:lnTo>
                  <a:pt x="4443" y="362398"/>
                </a:lnTo>
                <a:lnTo>
                  <a:pt x="3602" y="361362"/>
                </a:lnTo>
                <a:lnTo>
                  <a:pt x="2880" y="360241"/>
                </a:lnTo>
                <a:lnTo>
                  <a:pt x="2267" y="359040"/>
                </a:lnTo>
                <a:lnTo>
                  <a:pt x="1765" y="357766"/>
                </a:lnTo>
                <a:lnTo>
                  <a:pt x="1355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3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9" y="25182"/>
                </a:lnTo>
                <a:moveTo>
                  <a:pt x="6128" y="29758"/>
                </a:moveTo>
                <a:lnTo>
                  <a:pt x="6128" y="29739"/>
                </a:lnTo>
                <a:lnTo>
                  <a:pt x="6207" y="338111"/>
                </a:lnTo>
                <a:lnTo>
                  <a:pt x="6207" y="338099"/>
                </a:lnTo>
                <a:lnTo>
                  <a:pt x="6232" y="342614"/>
                </a:lnTo>
                <a:lnTo>
                  <a:pt x="6232" y="342565"/>
                </a:lnTo>
                <a:lnTo>
                  <a:pt x="6318" y="346535"/>
                </a:lnTo>
                <a:lnTo>
                  <a:pt x="6311" y="346438"/>
                </a:lnTo>
                <a:lnTo>
                  <a:pt x="6508" y="349905"/>
                </a:lnTo>
                <a:lnTo>
                  <a:pt x="6489" y="349727"/>
                </a:lnTo>
                <a:lnTo>
                  <a:pt x="6832" y="352723"/>
                </a:lnTo>
                <a:lnTo>
                  <a:pt x="6802" y="352534"/>
                </a:lnTo>
                <a:lnTo>
                  <a:pt x="7040" y="353863"/>
                </a:lnTo>
                <a:lnTo>
                  <a:pt x="7004" y="353698"/>
                </a:lnTo>
                <a:lnTo>
                  <a:pt x="7297" y="354923"/>
                </a:lnTo>
                <a:lnTo>
                  <a:pt x="7243" y="354727"/>
                </a:lnTo>
                <a:lnTo>
                  <a:pt x="7586" y="355854"/>
                </a:lnTo>
                <a:lnTo>
                  <a:pt x="7507" y="355628"/>
                </a:lnTo>
                <a:lnTo>
                  <a:pt x="7917" y="356651"/>
                </a:lnTo>
                <a:lnTo>
                  <a:pt x="7800" y="356399"/>
                </a:lnTo>
                <a:lnTo>
                  <a:pt x="8272" y="357337"/>
                </a:lnTo>
                <a:lnTo>
                  <a:pt x="8118" y="357061"/>
                </a:lnTo>
                <a:lnTo>
                  <a:pt x="8665" y="357907"/>
                </a:lnTo>
                <a:lnTo>
                  <a:pt x="8462" y="357631"/>
                </a:lnTo>
                <a:lnTo>
                  <a:pt x="9087" y="358396"/>
                </a:lnTo>
                <a:lnTo>
                  <a:pt x="8848" y="358139"/>
                </a:lnTo>
                <a:lnTo>
                  <a:pt x="9546" y="358819"/>
                </a:lnTo>
                <a:lnTo>
                  <a:pt x="9283" y="358593"/>
                </a:lnTo>
                <a:lnTo>
                  <a:pt x="10073" y="359200"/>
                </a:lnTo>
                <a:lnTo>
                  <a:pt x="9797" y="359016"/>
                </a:lnTo>
                <a:lnTo>
                  <a:pt x="10680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2" y="359775"/>
                </a:lnTo>
                <a:lnTo>
                  <a:pt x="12229" y="360186"/>
                </a:lnTo>
                <a:lnTo>
                  <a:pt x="12009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3" y="361136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39" y="361392"/>
                </a:lnTo>
                <a:lnTo>
                  <a:pt x="24135" y="361565"/>
                </a:lnTo>
                <a:lnTo>
                  <a:pt x="24061" y="361558"/>
                </a:lnTo>
                <a:lnTo>
                  <a:pt x="28638" y="361638"/>
                </a:lnTo>
                <a:lnTo>
                  <a:pt x="28601" y="361638"/>
                </a:lnTo>
                <a:lnTo>
                  <a:pt x="33803" y="361656"/>
                </a:lnTo>
                <a:lnTo>
                  <a:pt x="293918" y="363017"/>
                </a:lnTo>
                <a:lnTo>
                  <a:pt x="293882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0"/>
                </a:lnTo>
                <a:lnTo>
                  <a:pt x="310786" y="362569"/>
                </a:lnTo>
                <a:lnTo>
                  <a:pt x="310590" y="362588"/>
                </a:lnTo>
                <a:lnTo>
                  <a:pt x="313475" y="362183"/>
                </a:lnTo>
                <a:lnTo>
                  <a:pt x="313260" y="362220"/>
                </a:lnTo>
                <a:lnTo>
                  <a:pt x="314523" y="361951"/>
                </a:lnTo>
                <a:lnTo>
                  <a:pt x="314339" y="361994"/>
                </a:lnTo>
                <a:lnTo>
                  <a:pt x="315490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1" y="361460"/>
                </a:lnTo>
                <a:lnTo>
                  <a:pt x="317004" y="361019"/>
                </a:lnTo>
                <a:lnTo>
                  <a:pt x="316728" y="361166"/>
                </a:lnTo>
                <a:lnTo>
                  <a:pt x="317574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70" y="360511"/>
                </a:lnTo>
                <a:lnTo>
                  <a:pt x="318439" y="359855"/>
                </a:lnTo>
                <a:lnTo>
                  <a:pt x="318188" y="360131"/>
                </a:lnTo>
                <a:lnTo>
                  <a:pt x="318775" y="359396"/>
                </a:lnTo>
                <a:lnTo>
                  <a:pt x="318567" y="359689"/>
                </a:lnTo>
                <a:lnTo>
                  <a:pt x="319082" y="358868"/>
                </a:lnTo>
                <a:lnTo>
                  <a:pt x="318922" y="359157"/>
                </a:lnTo>
                <a:lnTo>
                  <a:pt x="319364" y="358250"/>
                </a:lnTo>
                <a:lnTo>
                  <a:pt x="319253" y="358507"/>
                </a:lnTo>
                <a:lnTo>
                  <a:pt x="319627" y="357508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7" y="356835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4" y="354672"/>
                </a:lnTo>
                <a:lnTo>
                  <a:pt x="320521" y="351719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2" y="340090"/>
                </a:lnTo>
                <a:lnTo>
                  <a:pt x="320742" y="340121"/>
                </a:lnTo>
                <a:lnTo>
                  <a:pt x="320656" y="28667"/>
                </a:lnTo>
                <a:lnTo>
                  <a:pt x="320656" y="28705"/>
                </a:lnTo>
                <a:lnTo>
                  <a:pt x="320601" y="24201"/>
                </a:lnTo>
                <a:lnTo>
                  <a:pt x="320607" y="24305"/>
                </a:lnTo>
                <a:lnTo>
                  <a:pt x="320423" y="20371"/>
                </a:lnTo>
                <a:lnTo>
                  <a:pt x="320429" y="20537"/>
                </a:lnTo>
                <a:lnTo>
                  <a:pt x="320085" y="17137"/>
                </a:lnTo>
                <a:lnTo>
                  <a:pt x="320105" y="17308"/>
                </a:lnTo>
                <a:lnTo>
                  <a:pt x="319860" y="15795"/>
                </a:lnTo>
                <a:lnTo>
                  <a:pt x="319890" y="15942"/>
                </a:lnTo>
                <a:lnTo>
                  <a:pt x="319597" y="14545"/>
                </a:lnTo>
                <a:lnTo>
                  <a:pt x="319633" y="14717"/>
                </a:lnTo>
                <a:lnTo>
                  <a:pt x="319283" y="13436"/>
                </a:lnTo>
                <a:lnTo>
                  <a:pt x="319346" y="13638"/>
                </a:lnTo>
                <a:lnTo>
                  <a:pt x="318934" y="12462"/>
                </a:lnTo>
                <a:lnTo>
                  <a:pt x="319026" y="12688"/>
                </a:lnTo>
                <a:lnTo>
                  <a:pt x="318548" y="11616"/>
                </a:lnTo>
                <a:lnTo>
                  <a:pt x="318677" y="11867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5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7" y="9288"/>
                </a:lnTo>
                <a:lnTo>
                  <a:pt x="316925" y="9502"/>
                </a:lnTo>
                <a:lnTo>
                  <a:pt x="316073" y="8878"/>
                </a:lnTo>
                <a:lnTo>
                  <a:pt x="316337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7" y="8252"/>
                </a:lnTo>
                <a:lnTo>
                  <a:pt x="313746" y="7836"/>
                </a:lnTo>
                <a:lnTo>
                  <a:pt x="313953" y="7904"/>
                </a:lnTo>
                <a:lnTo>
                  <a:pt x="312734" y="7554"/>
                </a:lnTo>
                <a:lnTo>
                  <a:pt x="312911" y="7597"/>
                </a:lnTo>
                <a:lnTo>
                  <a:pt x="311595" y="7304"/>
                </a:lnTo>
                <a:lnTo>
                  <a:pt x="311741" y="7327"/>
                </a:lnTo>
                <a:lnTo>
                  <a:pt x="310321" y="7083"/>
                </a:lnTo>
                <a:lnTo>
                  <a:pt x="310497" y="7107"/>
                </a:lnTo>
                <a:lnTo>
                  <a:pt x="307311" y="6751"/>
                </a:lnTo>
                <a:lnTo>
                  <a:pt x="307477" y="6764"/>
                </a:lnTo>
                <a:lnTo>
                  <a:pt x="303826" y="6549"/>
                </a:lnTo>
                <a:lnTo>
                  <a:pt x="303930" y="6556"/>
                </a:lnTo>
                <a:lnTo>
                  <a:pt x="299782" y="6451"/>
                </a:lnTo>
                <a:lnTo>
                  <a:pt x="299843" y="6451"/>
                </a:lnTo>
                <a:lnTo>
                  <a:pt x="289924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3" y="6127"/>
                </a:lnTo>
                <a:lnTo>
                  <a:pt x="28595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5" y="6219"/>
                </a:lnTo>
                <a:lnTo>
                  <a:pt x="20139" y="6390"/>
                </a:lnTo>
                <a:lnTo>
                  <a:pt x="20269" y="6384"/>
                </a:lnTo>
                <a:lnTo>
                  <a:pt x="16813" y="6684"/>
                </a:lnTo>
                <a:lnTo>
                  <a:pt x="17021" y="6659"/>
                </a:lnTo>
                <a:lnTo>
                  <a:pt x="14074" y="7119"/>
                </a:lnTo>
                <a:lnTo>
                  <a:pt x="14294" y="7076"/>
                </a:lnTo>
                <a:lnTo>
                  <a:pt x="12996" y="7383"/>
                </a:lnTo>
                <a:lnTo>
                  <a:pt x="13181" y="7334"/>
                </a:lnTo>
                <a:lnTo>
                  <a:pt x="11990" y="7689"/>
                </a:lnTo>
                <a:lnTo>
                  <a:pt x="12205" y="7615"/>
                </a:lnTo>
                <a:lnTo>
                  <a:pt x="11120" y="8026"/>
                </a:lnTo>
                <a:lnTo>
                  <a:pt x="11367" y="7922"/>
                </a:lnTo>
                <a:lnTo>
                  <a:pt x="10385" y="8400"/>
                </a:lnTo>
                <a:lnTo>
                  <a:pt x="10648" y="8252"/>
                </a:lnTo>
                <a:lnTo>
                  <a:pt x="9767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10" y="8994"/>
                </a:lnTo>
                <a:lnTo>
                  <a:pt x="8798" y="9686"/>
                </a:lnTo>
                <a:lnTo>
                  <a:pt x="9038" y="9423"/>
                </a:lnTo>
                <a:lnTo>
                  <a:pt x="8412" y="10195"/>
                </a:lnTo>
                <a:lnTo>
                  <a:pt x="8609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39" y="11439"/>
                </a:lnTo>
                <a:lnTo>
                  <a:pt x="7855" y="11181"/>
                </a:lnTo>
                <a:lnTo>
                  <a:pt x="7445" y="12217"/>
                </a:lnTo>
                <a:lnTo>
                  <a:pt x="7524" y="11984"/>
                </a:lnTo>
                <a:lnTo>
                  <a:pt x="7174" y="13117"/>
                </a:lnTo>
                <a:lnTo>
                  <a:pt x="7230" y="12915"/>
                </a:lnTo>
                <a:lnTo>
                  <a:pt x="6937" y="14146"/>
                </a:lnTo>
                <a:lnTo>
                  <a:pt x="6973" y="13981"/>
                </a:lnTo>
                <a:lnTo>
                  <a:pt x="6734" y="15317"/>
                </a:lnTo>
                <a:lnTo>
                  <a:pt x="6758" y="15121"/>
                </a:lnTo>
                <a:lnTo>
                  <a:pt x="6416" y="18123"/>
                </a:lnTo>
                <a:lnTo>
                  <a:pt x="6428" y="17946"/>
                </a:lnTo>
                <a:lnTo>
                  <a:pt x="6232" y="21419"/>
                </a:lnTo>
                <a:lnTo>
                  <a:pt x="6237" y="21316"/>
                </a:lnTo>
                <a:lnTo>
                  <a:pt x="6146" y="25291"/>
                </a:lnTo>
                <a:lnTo>
                  <a:pt x="6146" y="25236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64">
            <a:extLst xmlns:a="http://schemas.openxmlformats.org/drawingml/2006/main">
              <a:ext uri="{FF2B5EF4-FFF2-40B4-BE49-F238E27FC236}">
                <a16:creationId xmlns:a16="http://schemas.microsoft.com/office/drawing/2014/main" id="{78B8F72C-EA49-4042-9622-3D8196B5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969" y="2961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6" y="0"/>
                </a:cubicBezTo>
                <a:lnTo>
                  <a:pt x="286872" y="288"/>
                </a:lnTo>
                <a:cubicBezTo>
                  <a:pt x="316361" y="288"/>
                  <a:pt x="320656" y="0"/>
                  <a:pt x="320656" y="25604"/>
                </a:cubicBezTo>
                <a:lnTo>
                  <a:pt x="320741" y="337057"/>
                </a:lnTo>
                <a:cubicBezTo>
                  <a:pt x="320741" y="362655"/>
                  <a:pt x="320330" y="363016"/>
                  <a:pt x="290843" y="363016"/>
                </a:cubicBezTo>
                <a:lnTo>
                  <a:pt x="30726" y="361656"/>
                </a:lnTo>
                <a:cubicBezTo>
                  <a:pt x="1238" y="361656"/>
                  <a:pt x="80" y="360652"/>
                  <a:pt x="8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65">
            <a:extLst xmlns:a="http://schemas.openxmlformats.org/drawingml/2006/main">
              <a:ext uri="{FF2B5EF4-FFF2-40B4-BE49-F238E27FC236}">
                <a16:creationId xmlns:a16="http://schemas.microsoft.com/office/drawing/2014/main" id="{75E7FA0E-C5C7-466A-9303-5F90103A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905" y="295797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8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6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4" y="6457"/>
                </a:lnTo>
                <a:lnTo>
                  <a:pt x="4399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4" y="1085"/>
                </a:lnTo>
                <a:lnTo>
                  <a:pt x="16181" y="588"/>
                </a:lnTo>
                <a:lnTo>
                  <a:pt x="19808" y="276"/>
                </a:lnTo>
                <a:lnTo>
                  <a:pt x="23913" y="98"/>
                </a:lnTo>
                <a:lnTo>
                  <a:pt x="28557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1" y="429"/>
                </a:lnTo>
                <a:lnTo>
                  <a:pt x="307918" y="649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8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2"/>
                </a:lnTo>
                <a:lnTo>
                  <a:pt x="321703" y="5594"/>
                </a:lnTo>
                <a:lnTo>
                  <a:pt x="322610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4" y="10318"/>
                </a:lnTo>
                <a:lnTo>
                  <a:pt x="325164" y="11714"/>
                </a:lnTo>
                <a:lnTo>
                  <a:pt x="325569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2" y="28643"/>
                </a:lnTo>
                <a:lnTo>
                  <a:pt x="326868" y="340133"/>
                </a:lnTo>
                <a:lnTo>
                  <a:pt x="326795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7" y="356853"/>
                </a:lnTo>
                <a:lnTo>
                  <a:pt x="325783" y="358231"/>
                </a:lnTo>
                <a:lnTo>
                  <a:pt x="325404" y="359542"/>
                </a:lnTo>
                <a:lnTo>
                  <a:pt x="324938" y="360792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4" y="365014"/>
                </a:lnTo>
                <a:lnTo>
                  <a:pt x="320888" y="365816"/>
                </a:lnTo>
                <a:lnTo>
                  <a:pt x="319754" y="366497"/>
                </a:lnTo>
                <a:lnTo>
                  <a:pt x="318547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3" y="368230"/>
                </a:lnTo>
                <a:lnTo>
                  <a:pt x="311342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6" y="369143"/>
                </a:lnTo>
                <a:lnTo>
                  <a:pt x="33778" y="367783"/>
                </a:lnTo>
                <a:lnTo>
                  <a:pt x="33783" y="367783"/>
                </a:lnTo>
                <a:lnTo>
                  <a:pt x="28557" y="367765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8" y="363329"/>
                </a:lnTo>
                <a:lnTo>
                  <a:pt x="4442" y="362397"/>
                </a:lnTo>
                <a:lnTo>
                  <a:pt x="3603" y="361362"/>
                </a:lnTo>
                <a:lnTo>
                  <a:pt x="2879" y="360241"/>
                </a:lnTo>
                <a:lnTo>
                  <a:pt x="2273" y="359040"/>
                </a:lnTo>
                <a:lnTo>
                  <a:pt x="1764" y="357766"/>
                </a:lnTo>
                <a:lnTo>
                  <a:pt x="1354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4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8" y="25181"/>
                </a:lnTo>
                <a:moveTo>
                  <a:pt x="6127" y="29758"/>
                </a:moveTo>
                <a:lnTo>
                  <a:pt x="6127" y="29740"/>
                </a:lnTo>
                <a:lnTo>
                  <a:pt x="6207" y="338111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6" y="346535"/>
                </a:lnTo>
                <a:lnTo>
                  <a:pt x="6311" y="346437"/>
                </a:lnTo>
                <a:lnTo>
                  <a:pt x="6507" y="349905"/>
                </a:lnTo>
                <a:lnTo>
                  <a:pt x="6489" y="349727"/>
                </a:lnTo>
                <a:lnTo>
                  <a:pt x="6832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2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1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6" y="358397"/>
                </a:lnTo>
                <a:lnTo>
                  <a:pt x="8847" y="358133"/>
                </a:lnTo>
                <a:lnTo>
                  <a:pt x="9545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79" y="359555"/>
                </a:lnTo>
                <a:lnTo>
                  <a:pt x="10416" y="359408"/>
                </a:lnTo>
                <a:lnTo>
                  <a:pt x="11389" y="359879"/>
                </a:lnTo>
                <a:lnTo>
                  <a:pt x="11151" y="359775"/>
                </a:lnTo>
                <a:lnTo>
                  <a:pt x="12229" y="360186"/>
                </a:lnTo>
                <a:lnTo>
                  <a:pt x="12015" y="360112"/>
                </a:lnTo>
                <a:lnTo>
                  <a:pt x="13197" y="360468"/>
                </a:lnTo>
                <a:lnTo>
                  <a:pt x="13014" y="360418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3" y="361135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39" y="361393"/>
                </a:lnTo>
                <a:lnTo>
                  <a:pt x="24134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0" y="361638"/>
                </a:lnTo>
                <a:lnTo>
                  <a:pt x="33802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0"/>
                </a:lnTo>
                <a:lnTo>
                  <a:pt x="310785" y="362569"/>
                </a:lnTo>
                <a:lnTo>
                  <a:pt x="310589" y="362587"/>
                </a:lnTo>
                <a:lnTo>
                  <a:pt x="313474" y="362183"/>
                </a:lnTo>
                <a:lnTo>
                  <a:pt x="313261" y="362220"/>
                </a:lnTo>
                <a:lnTo>
                  <a:pt x="314522" y="361950"/>
                </a:lnTo>
                <a:lnTo>
                  <a:pt x="314338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7" y="361356"/>
                </a:lnTo>
                <a:lnTo>
                  <a:pt x="316066" y="361460"/>
                </a:lnTo>
                <a:lnTo>
                  <a:pt x="317003" y="361019"/>
                </a:lnTo>
                <a:lnTo>
                  <a:pt x="316728" y="361166"/>
                </a:lnTo>
                <a:lnTo>
                  <a:pt x="317580" y="360657"/>
                </a:lnTo>
                <a:lnTo>
                  <a:pt x="317292" y="360854"/>
                </a:lnTo>
                <a:lnTo>
                  <a:pt x="318045" y="360271"/>
                </a:lnTo>
                <a:lnTo>
                  <a:pt x="317770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4" y="359396"/>
                </a:lnTo>
                <a:lnTo>
                  <a:pt x="318566" y="359689"/>
                </a:lnTo>
                <a:lnTo>
                  <a:pt x="319081" y="358869"/>
                </a:lnTo>
                <a:lnTo>
                  <a:pt x="318921" y="359156"/>
                </a:lnTo>
                <a:lnTo>
                  <a:pt x="319362" y="358244"/>
                </a:lnTo>
                <a:lnTo>
                  <a:pt x="319252" y="358507"/>
                </a:lnTo>
                <a:lnTo>
                  <a:pt x="319626" y="357509"/>
                </a:lnTo>
                <a:lnTo>
                  <a:pt x="319546" y="357741"/>
                </a:lnTo>
                <a:lnTo>
                  <a:pt x="319865" y="356638"/>
                </a:lnTo>
                <a:lnTo>
                  <a:pt x="319816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1" y="351718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55" y="28667"/>
                </a:lnTo>
                <a:lnTo>
                  <a:pt x="320661" y="28704"/>
                </a:lnTo>
                <a:lnTo>
                  <a:pt x="320600" y="24201"/>
                </a:lnTo>
                <a:lnTo>
                  <a:pt x="320607" y="24305"/>
                </a:lnTo>
                <a:lnTo>
                  <a:pt x="320422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89" y="15942"/>
                </a:lnTo>
                <a:lnTo>
                  <a:pt x="319595" y="14545"/>
                </a:lnTo>
                <a:lnTo>
                  <a:pt x="319638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5" y="12689"/>
                </a:lnTo>
                <a:lnTo>
                  <a:pt x="318547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2" y="8878"/>
                </a:lnTo>
                <a:lnTo>
                  <a:pt x="316336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5" y="8253"/>
                </a:lnTo>
                <a:lnTo>
                  <a:pt x="313744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1" y="7597"/>
                </a:lnTo>
                <a:lnTo>
                  <a:pt x="311594" y="7297"/>
                </a:lnTo>
                <a:lnTo>
                  <a:pt x="311741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5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3" y="6452"/>
                </a:lnTo>
                <a:lnTo>
                  <a:pt x="289929" y="6415"/>
                </a:lnTo>
                <a:lnTo>
                  <a:pt x="289935" y="6415"/>
                </a:lnTo>
                <a:lnTo>
                  <a:pt x="33789" y="6127"/>
                </a:lnTo>
                <a:lnTo>
                  <a:pt x="33802" y="6127"/>
                </a:lnTo>
                <a:lnTo>
                  <a:pt x="28594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4" y="6219"/>
                </a:lnTo>
                <a:lnTo>
                  <a:pt x="20139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6" y="6660"/>
                </a:lnTo>
                <a:lnTo>
                  <a:pt x="14074" y="7119"/>
                </a:lnTo>
                <a:lnTo>
                  <a:pt x="14294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4" y="7616"/>
                </a:lnTo>
                <a:lnTo>
                  <a:pt x="11126" y="8026"/>
                </a:lnTo>
                <a:lnTo>
                  <a:pt x="11365" y="7922"/>
                </a:lnTo>
                <a:lnTo>
                  <a:pt x="10385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6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2" y="10195"/>
                </a:lnTo>
                <a:lnTo>
                  <a:pt x="8614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5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5" y="13118"/>
                </a:lnTo>
                <a:lnTo>
                  <a:pt x="7230" y="12915"/>
                </a:lnTo>
                <a:lnTo>
                  <a:pt x="6936" y="14147"/>
                </a:lnTo>
                <a:lnTo>
                  <a:pt x="6972" y="13981"/>
                </a:lnTo>
                <a:lnTo>
                  <a:pt x="6733" y="15317"/>
                </a:lnTo>
                <a:lnTo>
                  <a:pt x="6758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7" y="2975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66">
            <a:extLst xmlns:a="http://schemas.openxmlformats.org/drawingml/2006/main">
              <a:ext uri="{FF2B5EF4-FFF2-40B4-BE49-F238E27FC236}">
                <a16:creationId xmlns:a16="http://schemas.microsoft.com/office/drawing/2014/main" id="{283261F2-731A-429E-9A99-1138F232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67" y="2961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6" y="0"/>
                </a:cubicBezTo>
                <a:lnTo>
                  <a:pt x="286872" y="288"/>
                </a:lnTo>
                <a:cubicBezTo>
                  <a:pt x="316361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1" y="363016"/>
                  <a:pt x="290842" y="363016"/>
                </a:cubicBezTo>
                <a:lnTo>
                  <a:pt x="30726" y="361656"/>
                </a:lnTo>
                <a:cubicBezTo>
                  <a:pt x="1238" y="361656"/>
                  <a:pt x="80" y="360652"/>
                  <a:pt x="8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67">
            <a:extLst xmlns:a="http://schemas.openxmlformats.org/drawingml/2006/main">
              <a:ext uri="{FF2B5EF4-FFF2-40B4-BE49-F238E27FC236}">
                <a16:creationId xmlns:a16="http://schemas.microsoft.com/office/drawing/2014/main" id="{7C7BAEC4-86BA-43CD-AC21-0E87A494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4" y="295797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8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6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4" y="6457"/>
                </a:lnTo>
                <a:lnTo>
                  <a:pt x="4399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1" y="588"/>
                </a:lnTo>
                <a:lnTo>
                  <a:pt x="19808" y="276"/>
                </a:lnTo>
                <a:lnTo>
                  <a:pt x="23913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1" y="429"/>
                </a:lnTo>
                <a:lnTo>
                  <a:pt x="307918" y="649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8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2"/>
                </a:lnTo>
                <a:lnTo>
                  <a:pt x="321703" y="5594"/>
                </a:lnTo>
                <a:lnTo>
                  <a:pt x="322610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5" y="10318"/>
                </a:lnTo>
                <a:lnTo>
                  <a:pt x="325165" y="11714"/>
                </a:lnTo>
                <a:lnTo>
                  <a:pt x="325569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9" y="28643"/>
                </a:lnTo>
                <a:lnTo>
                  <a:pt x="326868" y="340133"/>
                </a:lnTo>
                <a:lnTo>
                  <a:pt x="326795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4" y="359542"/>
                </a:lnTo>
                <a:lnTo>
                  <a:pt x="324938" y="360792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4" y="365014"/>
                </a:lnTo>
                <a:lnTo>
                  <a:pt x="320888" y="365816"/>
                </a:lnTo>
                <a:lnTo>
                  <a:pt x="319755" y="366497"/>
                </a:lnTo>
                <a:lnTo>
                  <a:pt x="318548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3" y="368230"/>
                </a:lnTo>
                <a:lnTo>
                  <a:pt x="311343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6" y="369143"/>
                </a:lnTo>
                <a:lnTo>
                  <a:pt x="33778" y="367783"/>
                </a:lnTo>
                <a:lnTo>
                  <a:pt x="33783" y="367783"/>
                </a:lnTo>
                <a:lnTo>
                  <a:pt x="28558" y="367765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10" y="364855"/>
                </a:lnTo>
                <a:lnTo>
                  <a:pt x="6458" y="364150"/>
                </a:lnTo>
                <a:lnTo>
                  <a:pt x="5398" y="363329"/>
                </a:lnTo>
                <a:lnTo>
                  <a:pt x="4442" y="362397"/>
                </a:lnTo>
                <a:lnTo>
                  <a:pt x="3603" y="361362"/>
                </a:lnTo>
                <a:lnTo>
                  <a:pt x="2880" y="360241"/>
                </a:lnTo>
                <a:lnTo>
                  <a:pt x="2273" y="359040"/>
                </a:lnTo>
                <a:lnTo>
                  <a:pt x="1765" y="357766"/>
                </a:lnTo>
                <a:lnTo>
                  <a:pt x="1354" y="356430"/>
                </a:lnTo>
                <a:lnTo>
                  <a:pt x="1023" y="355021"/>
                </a:lnTo>
                <a:lnTo>
                  <a:pt x="754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4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8" y="25181"/>
                </a:lnTo>
                <a:moveTo>
                  <a:pt x="6127" y="29758"/>
                </a:moveTo>
                <a:lnTo>
                  <a:pt x="6127" y="29740"/>
                </a:lnTo>
                <a:lnTo>
                  <a:pt x="6207" y="338111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5"/>
                </a:lnTo>
                <a:lnTo>
                  <a:pt x="6311" y="346437"/>
                </a:lnTo>
                <a:lnTo>
                  <a:pt x="6507" y="349905"/>
                </a:lnTo>
                <a:lnTo>
                  <a:pt x="6489" y="349727"/>
                </a:lnTo>
                <a:lnTo>
                  <a:pt x="6832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2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1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6" y="358397"/>
                </a:lnTo>
                <a:lnTo>
                  <a:pt x="8847" y="358133"/>
                </a:lnTo>
                <a:lnTo>
                  <a:pt x="9552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79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1" y="359775"/>
                </a:lnTo>
                <a:lnTo>
                  <a:pt x="12229" y="360186"/>
                </a:lnTo>
                <a:lnTo>
                  <a:pt x="12015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3" y="361135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39" y="361393"/>
                </a:lnTo>
                <a:lnTo>
                  <a:pt x="24140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0" y="361638"/>
                </a:lnTo>
                <a:lnTo>
                  <a:pt x="33802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0"/>
                </a:lnTo>
                <a:lnTo>
                  <a:pt x="310785" y="362569"/>
                </a:lnTo>
                <a:lnTo>
                  <a:pt x="310589" y="362587"/>
                </a:lnTo>
                <a:lnTo>
                  <a:pt x="313474" y="362183"/>
                </a:lnTo>
                <a:lnTo>
                  <a:pt x="313261" y="362220"/>
                </a:lnTo>
                <a:lnTo>
                  <a:pt x="314523" y="361950"/>
                </a:lnTo>
                <a:lnTo>
                  <a:pt x="314338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80" y="360657"/>
                </a:lnTo>
                <a:lnTo>
                  <a:pt x="317292" y="360854"/>
                </a:lnTo>
                <a:lnTo>
                  <a:pt x="318045" y="360271"/>
                </a:lnTo>
                <a:lnTo>
                  <a:pt x="317770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6" y="359689"/>
                </a:lnTo>
                <a:lnTo>
                  <a:pt x="319081" y="358869"/>
                </a:lnTo>
                <a:lnTo>
                  <a:pt x="318922" y="359156"/>
                </a:lnTo>
                <a:lnTo>
                  <a:pt x="319362" y="358244"/>
                </a:lnTo>
                <a:lnTo>
                  <a:pt x="319253" y="358507"/>
                </a:lnTo>
                <a:lnTo>
                  <a:pt x="319626" y="357509"/>
                </a:lnTo>
                <a:lnTo>
                  <a:pt x="319546" y="357741"/>
                </a:lnTo>
                <a:lnTo>
                  <a:pt x="319865" y="356638"/>
                </a:lnTo>
                <a:lnTo>
                  <a:pt x="319816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62" y="28667"/>
                </a:lnTo>
                <a:lnTo>
                  <a:pt x="320662" y="28704"/>
                </a:lnTo>
                <a:lnTo>
                  <a:pt x="320600" y="24201"/>
                </a:lnTo>
                <a:lnTo>
                  <a:pt x="320607" y="24305"/>
                </a:lnTo>
                <a:lnTo>
                  <a:pt x="320423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90" y="15942"/>
                </a:lnTo>
                <a:lnTo>
                  <a:pt x="319596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6" y="12689"/>
                </a:lnTo>
                <a:lnTo>
                  <a:pt x="318548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7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6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6" y="8253"/>
                </a:lnTo>
                <a:lnTo>
                  <a:pt x="313744" y="7836"/>
                </a:lnTo>
                <a:lnTo>
                  <a:pt x="313953" y="7904"/>
                </a:lnTo>
                <a:lnTo>
                  <a:pt x="312733" y="7554"/>
                </a:lnTo>
                <a:lnTo>
                  <a:pt x="312911" y="7597"/>
                </a:lnTo>
                <a:lnTo>
                  <a:pt x="311594" y="7297"/>
                </a:lnTo>
                <a:lnTo>
                  <a:pt x="311741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5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3" y="6452"/>
                </a:lnTo>
                <a:lnTo>
                  <a:pt x="289929" y="6415"/>
                </a:lnTo>
                <a:lnTo>
                  <a:pt x="289935" y="6415"/>
                </a:lnTo>
                <a:lnTo>
                  <a:pt x="33790" y="6127"/>
                </a:lnTo>
                <a:lnTo>
                  <a:pt x="33802" y="6127"/>
                </a:lnTo>
                <a:lnTo>
                  <a:pt x="28600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4" y="6219"/>
                </a:lnTo>
                <a:lnTo>
                  <a:pt x="20139" y="6390"/>
                </a:lnTo>
                <a:lnTo>
                  <a:pt x="20268" y="6384"/>
                </a:lnTo>
                <a:lnTo>
                  <a:pt x="16812" y="6684"/>
                </a:lnTo>
                <a:lnTo>
                  <a:pt x="17027" y="6660"/>
                </a:lnTo>
                <a:lnTo>
                  <a:pt x="14074" y="7119"/>
                </a:lnTo>
                <a:lnTo>
                  <a:pt x="14294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0" y="7689"/>
                </a:lnTo>
                <a:lnTo>
                  <a:pt x="12205" y="7616"/>
                </a:lnTo>
                <a:lnTo>
                  <a:pt x="11126" y="8026"/>
                </a:lnTo>
                <a:lnTo>
                  <a:pt x="11366" y="7922"/>
                </a:lnTo>
                <a:lnTo>
                  <a:pt x="10385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6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5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5" y="13118"/>
                </a:lnTo>
                <a:lnTo>
                  <a:pt x="7230" y="12915"/>
                </a:lnTo>
                <a:lnTo>
                  <a:pt x="6936" y="14147"/>
                </a:lnTo>
                <a:lnTo>
                  <a:pt x="6973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7" y="2975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68">
            <a:extLst xmlns:a="http://schemas.openxmlformats.org/drawingml/2006/main">
              <a:ext uri="{FF2B5EF4-FFF2-40B4-BE49-F238E27FC236}">
                <a16:creationId xmlns:a16="http://schemas.microsoft.com/office/drawing/2014/main" id="{D25160D0-56AE-4B79-81F9-652F7090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995" y="2961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6" y="0"/>
                </a:cubicBezTo>
                <a:lnTo>
                  <a:pt x="286872" y="288"/>
                </a:lnTo>
                <a:cubicBezTo>
                  <a:pt x="316361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1" y="363016"/>
                  <a:pt x="290842" y="363016"/>
                </a:cubicBezTo>
                <a:lnTo>
                  <a:pt x="30726" y="361656"/>
                </a:lnTo>
                <a:cubicBezTo>
                  <a:pt x="1238" y="361656"/>
                  <a:pt x="80" y="360652"/>
                  <a:pt x="8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69">
            <a:extLst xmlns:a="http://schemas.openxmlformats.org/drawingml/2006/main">
              <a:ext uri="{FF2B5EF4-FFF2-40B4-BE49-F238E27FC236}">
                <a16:creationId xmlns:a16="http://schemas.microsoft.com/office/drawing/2014/main" id="{A1B67179-19F3-4089-B2DB-05B5D1BC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932" y="295797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8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6" y="14325"/>
                </a:lnTo>
                <a:lnTo>
                  <a:pt x="956" y="12811"/>
                </a:lnTo>
                <a:lnTo>
                  <a:pt x="1292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3" y="6457"/>
                </a:lnTo>
                <a:lnTo>
                  <a:pt x="4399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1" y="588"/>
                </a:lnTo>
                <a:lnTo>
                  <a:pt x="19808" y="276"/>
                </a:lnTo>
                <a:lnTo>
                  <a:pt x="23913" y="98"/>
                </a:lnTo>
                <a:lnTo>
                  <a:pt x="28557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1" y="429"/>
                </a:lnTo>
                <a:lnTo>
                  <a:pt x="307918" y="649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8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2"/>
                </a:lnTo>
                <a:lnTo>
                  <a:pt x="321703" y="5594"/>
                </a:lnTo>
                <a:lnTo>
                  <a:pt x="322610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4" y="10318"/>
                </a:lnTo>
                <a:lnTo>
                  <a:pt x="325164" y="11714"/>
                </a:lnTo>
                <a:lnTo>
                  <a:pt x="325569" y="13185"/>
                </a:lnTo>
                <a:lnTo>
                  <a:pt x="325900" y="14741"/>
                </a:lnTo>
                <a:lnTo>
                  <a:pt x="326169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8" y="28643"/>
                </a:lnTo>
                <a:lnTo>
                  <a:pt x="326868" y="340133"/>
                </a:lnTo>
                <a:lnTo>
                  <a:pt x="326795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7" y="356853"/>
                </a:lnTo>
                <a:lnTo>
                  <a:pt x="325784" y="358231"/>
                </a:lnTo>
                <a:lnTo>
                  <a:pt x="325403" y="359542"/>
                </a:lnTo>
                <a:lnTo>
                  <a:pt x="324938" y="360792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3" y="365014"/>
                </a:lnTo>
                <a:lnTo>
                  <a:pt x="320888" y="365816"/>
                </a:lnTo>
                <a:lnTo>
                  <a:pt x="319754" y="366497"/>
                </a:lnTo>
                <a:lnTo>
                  <a:pt x="318547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2" y="368230"/>
                </a:lnTo>
                <a:lnTo>
                  <a:pt x="311343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7" y="367765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7" y="364150"/>
                </a:lnTo>
                <a:lnTo>
                  <a:pt x="5398" y="363329"/>
                </a:lnTo>
                <a:lnTo>
                  <a:pt x="4442" y="362397"/>
                </a:lnTo>
                <a:lnTo>
                  <a:pt x="3603" y="361362"/>
                </a:lnTo>
                <a:lnTo>
                  <a:pt x="2879" y="360241"/>
                </a:lnTo>
                <a:lnTo>
                  <a:pt x="2273" y="359040"/>
                </a:lnTo>
                <a:lnTo>
                  <a:pt x="1764" y="357766"/>
                </a:lnTo>
                <a:lnTo>
                  <a:pt x="1354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4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8" y="25181"/>
                </a:lnTo>
                <a:moveTo>
                  <a:pt x="6127" y="29758"/>
                </a:moveTo>
                <a:lnTo>
                  <a:pt x="6127" y="29740"/>
                </a:lnTo>
                <a:lnTo>
                  <a:pt x="6206" y="338111"/>
                </a:lnTo>
                <a:lnTo>
                  <a:pt x="6206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6" y="346535"/>
                </a:lnTo>
                <a:lnTo>
                  <a:pt x="6311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2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2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1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6" y="358397"/>
                </a:lnTo>
                <a:lnTo>
                  <a:pt x="8847" y="358133"/>
                </a:lnTo>
                <a:lnTo>
                  <a:pt x="9552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79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1" y="359775"/>
                </a:lnTo>
                <a:lnTo>
                  <a:pt x="12229" y="360186"/>
                </a:lnTo>
                <a:lnTo>
                  <a:pt x="12014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3" y="361135"/>
                </a:lnTo>
                <a:lnTo>
                  <a:pt x="16824" y="361111"/>
                </a:lnTo>
                <a:lnTo>
                  <a:pt x="20274" y="361405"/>
                </a:lnTo>
                <a:lnTo>
                  <a:pt x="20139" y="361393"/>
                </a:lnTo>
                <a:lnTo>
                  <a:pt x="24133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0" y="361638"/>
                </a:lnTo>
                <a:lnTo>
                  <a:pt x="33802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0"/>
                </a:lnTo>
                <a:lnTo>
                  <a:pt x="310785" y="362569"/>
                </a:lnTo>
                <a:lnTo>
                  <a:pt x="310589" y="362587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2" y="361950"/>
                </a:lnTo>
                <a:lnTo>
                  <a:pt x="314338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7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79" y="360657"/>
                </a:lnTo>
                <a:lnTo>
                  <a:pt x="317292" y="360854"/>
                </a:lnTo>
                <a:lnTo>
                  <a:pt x="318045" y="360271"/>
                </a:lnTo>
                <a:lnTo>
                  <a:pt x="317770" y="360511"/>
                </a:lnTo>
                <a:lnTo>
                  <a:pt x="318437" y="359855"/>
                </a:lnTo>
                <a:lnTo>
                  <a:pt x="318186" y="360131"/>
                </a:lnTo>
                <a:lnTo>
                  <a:pt x="318774" y="359396"/>
                </a:lnTo>
                <a:lnTo>
                  <a:pt x="318566" y="359689"/>
                </a:lnTo>
                <a:lnTo>
                  <a:pt x="319081" y="358869"/>
                </a:lnTo>
                <a:lnTo>
                  <a:pt x="318921" y="359156"/>
                </a:lnTo>
                <a:lnTo>
                  <a:pt x="319362" y="358244"/>
                </a:lnTo>
                <a:lnTo>
                  <a:pt x="319252" y="358507"/>
                </a:lnTo>
                <a:lnTo>
                  <a:pt x="319626" y="357509"/>
                </a:lnTo>
                <a:lnTo>
                  <a:pt x="319546" y="357741"/>
                </a:lnTo>
                <a:lnTo>
                  <a:pt x="319865" y="356638"/>
                </a:lnTo>
                <a:lnTo>
                  <a:pt x="319816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1" y="351718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61" y="28667"/>
                </a:lnTo>
                <a:lnTo>
                  <a:pt x="320661" y="28704"/>
                </a:lnTo>
                <a:lnTo>
                  <a:pt x="320606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89" y="15942"/>
                </a:lnTo>
                <a:lnTo>
                  <a:pt x="319595" y="14545"/>
                </a:lnTo>
                <a:lnTo>
                  <a:pt x="319638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5" y="12689"/>
                </a:lnTo>
                <a:lnTo>
                  <a:pt x="318547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6" y="9049"/>
                </a:lnTo>
                <a:lnTo>
                  <a:pt x="315398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5" y="8253"/>
                </a:lnTo>
                <a:lnTo>
                  <a:pt x="313744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1" y="7597"/>
                </a:lnTo>
                <a:lnTo>
                  <a:pt x="311593" y="7297"/>
                </a:lnTo>
                <a:lnTo>
                  <a:pt x="311741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6" y="6764"/>
                </a:lnTo>
                <a:lnTo>
                  <a:pt x="303825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2" y="6452"/>
                </a:lnTo>
                <a:lnTo>
                  <a:pt x="289929" y="6415"/>
                </a:lnTo>
                <a:lnTo>
                  <a:pt x="289935" y="6415"/>
                </a:lnTo>
                <a:lnTo>
                  <a:pt x="33789" y="6127"/>
                </a:lnTo>
                <a:lnTo>
                  <a:pt x="33802" y="6127"/>
                </a:lnTo>
                <a:lnTo>
                  <a:pt x="28600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9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6" y="6660"/>
                </a:lnTo>
                <a:lnTo>
                  <a:pt x="14073" y="7119"/>
                </a:lnTo>
                <a:lnTo>
                  <a:pt x="14294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0" y="8026"/>
                </a:lnTo>
                <a:lnTo>
                  <a:pt x="11365" y="7922"/>
                </a:lnTo>
                <a:lnTo>
                  <a:pt x="10385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5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2" y="10195"/>
                </a:lnTo>
                <a:lnTo>
                  <a:pt x="8614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5" y="11182"/>
                </a:lnTo>
                <a:lnTo>
                  <a:pt x="7444" y="12217"/>
                </a:lnTo>
                <a:lnTo>
                  <a:pt x="7523" y="11984"/>
                </a:lnTo>
                <a:lnTo>
                  <a:pt x="7175" y="13118"/>
                </a:lnTo>
                <a:lnTo>
                  <a:pt x="7229" y="12915"/>
                </a:lnTo>
                <a:lnTo>
                  <a:pt x="6936" y="14147"/>
                </a:lnTo>
                <a:lnTo>
                  <a:pt x="6972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7" y="2975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70">
            <a:extLst xmlns:a="http://schemas.openxmlformats.org/drawingml/2006/main">
              <a:ext uri="{FF2B5EF4-FFF2-40B4-BE49-F238E27FC236}">
                <a16:creationId xmlns:a16="http://schemas.microsoft.com/office/drawing/2014/main" id="{6A0CF4DB-BE02-4E55-8539-A4CD1EE6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682" y="2961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7" y="0"/>
                </a:cubicBezTo>
                <a:lnTo>
                  <a:pt x="286872" y="288"/>
                </a:lnTo>
                <a:cubicBezTo>
                  <a:pt x="316360" y="288"/>
                  <a:pt x="320655" y="0"/>
                  <a:pt x="320655" y="25604"/>
                </a:cubicBezTo>
                <a:lnTo>
                  <a:pt x="320741" y="337057"/>
                </a:lnTo>
                <a:cubicBezTo>
                  <a:pt x="320741" y="362655"/>
                  <a:pt x="320331" y="363016"/>
                  <a:pt x="290842" y="363016"/>
                </a:cubicBezTo>
                <a:lnTo>
                  <a:pt x="30727" y="361656"/>
                </a:lnTo>
                <a:cubicBezTo>
                  <a:pt x="1238" y="361656"/>
                  <a:pt x="80" y="360652"/>
                  <a:pt x="8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71">
            <a:extLst xmlns:a="http://schemas.openxmlformats.org/drawingml/2006/main">
              <a:ext uri="{FF2B5EF4-FFF2-40B4-BE49-F238E27FC236}">
                <a16:creationId xmlns:a16="http://schemas.microsoft.com/office/drawing/2014/main" id="{537E86E1-B030-4E8C-A45E-5B1101EE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619" y="295797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6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3" y="6457"/>
                </a:lnTo>
                <a:lnTo>
                  <a:pt x="4399" y="5416"/>
                </a:lnTo>
                <a:lnTo>
                  <a:pt x="5354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0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1" y="588"/>
                </a:lnTo>
                <a:lnTo>
                  <a:pt x="19808" y="276"/>
                </a:lnTo>
                <a:lnTo>
                  <a:pt x="23913" y="98"/>
                </a:lnTo>
                <a:lnTo>
                  <a:pt x="28557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1" y="429"/>
                </a:lnTo>
                <a:lnTo>
                  <a:pt x="307917" y="649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2"/>
                </a:lnTo>
                <a:lnTo>
                  <a:pt x="321703" y="5594"/>
                </a:lnTo>
                <a:lnTo>
                  <a:pt x="322609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4" y="10318"/>
                </a:lnTo>
                <a:lnTo>
                  <a:pt x="325164" y="11714"/>
                </a:lnTo>
                <a:lnTo>
                  <a:pt x="325568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2" y="28643"/>
                </a:lnTo>
                <a:lnTo>
                  <a:pt x="326868" y="340133"/>
                </a:lnTo>
                <a:lnTo>
                  <a:pt x="326794" y="348667"/>
                </a:lnTo>
                <a:lnTo>
                  <a:pt x="326629" y="352246"/>
                </a:lnTo>
                <a:lnTo>
                  <a:pt x="326316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3" y="359542"/>
                </a:lnTo>
                <a:lnTo>
                  <a:pt x="324938" y="360792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3" y="365014"/>
                </a:lnTo>
                <a:lnTo>
                  <a:pt x="320888" y="365816"/>
                </a:lnTo>
                <a:lnTo>
                  <a:pt x="319755" y="366497"/>
                </a:lnTo>
                <a:lnTo>
                  <a:pt x="318547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2" y="368230"/>
                </a:lnTo>
                <a:lnTo>
                  <a:pt x="311343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7" y="367765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7" y="363329"/>
                </a:lnTo>
                <a:lnTo>
                  <a:pt x="4442" y="362397"/>
                </a:lnTo>
                <a:lnTo>
                  <a:pt x="3602" y="361362"/>
                </a:lnTo>
                <a:lnTo>
                  <a:pt x="2879" y="360241"/>
                </a:lnTo>
                <a:lnTo>
                  <a:pt x="2273" y="359040"/>
                </a:lnTo>
                <a:lnTo>
                  <a:pt x="1764" y="357766"/>
                </a:lnTo>
                <a:lnTo>
                  <a:pt x="1354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4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6" y="29758"/>
                </a:moveTo>
                <a:lnTo>
                  <a:pt x="6126" y="29740"/>
                </a:lnTo>
                <a:lnTo>
                  <a:pt x="6207" y="338111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5"/>
                </a:lnTo>
                <a:lnTo>
                  <a:pt x="6311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1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2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6" y="358397"/>
                </a:lnTo>
                <a:lnTo>
                  <a:pt x="8847" y="358133"/>
                </a:lnTo>
                <a:lnTo>
                  <a:pt x="9545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79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4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3" y="361135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39" y="361393"/>
                </a:lnTo>
                <a:lnTo>
                  <a:pt x="24133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0" y="361638"/>
                </a:lnTo>
                <a:lnTo>
                  <a:pt x="33801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0"/>
                </a:lnTo>
                <a:lnTo>
                  <a:pt x="310785" y="362569"/>
                </a:lnTo>
                <a:lnTo>
                  <a:pt x="310589" y="362587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3" y="361950"/>
                </a:lnTo>
                <a:lnTo>
                  <a:pt x="314339" y="361993"/>
                </a:lnTo>
                <a:lnTo>
                  <a:pt x="315490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79" y="360657"/>
                </a:lnTo>
                <a:lnTo>
                  <a:pt x="317292" y="360854"/>
                </a:lnTo>
                <a:lnTo>
                  <a:pt x="318045" y="360271"/>
                </a:lnTo>
                <a:lnTo>
                  <a:pt x="317770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5" y="359689"/>
                </a:lnTo>
                <a:lnTo>
                  <a:pt x="319081" y="358869"/>
                </a:lnTo>
                <a:lnTo>
                  <a:pt x="318921" y="359156"/>
                </a:lnTo>
                <a:lnTo>
                  <a:pt x="319362" y="358244"/>
                </a:lnTo>
                <a:lnTo>
                  <a:pt x="319252" y="358507"/>
                </a:lnTo>
                <a:lnTo>
                  <a:pt x="319626" y="357509"/>
                </a:lnTo>
                <a:lnTo>
                  <a:pt x="319546" y="357741"/>
                </a:lnTo>
                <a:lnTo>
                  <a:pt x="319865" y="356638"/>
                </a:lnTo>
                <a:lnTo>
                  <a:pt x="319816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55" y="28667"/>
                </a:lnTo>
                <a:lnTo>
                  <a:pt x="320662" y="28704"/>
                </a:lnTo>
                <a:lnTo>
                  <a:pt x="320600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89" y="15942"/>
                </a:lnTo>
                <a:lnTo>
                  <a:pt x="319596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4" y="12462"/>
                </a:lnTo>
                <a:lnTo>
                  <a:pt x="319025" y="12689"/>
                </a:lnTo>
                <a:lnTo>
                  <a:pt x="318547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7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6" y="9049"/>
                </a:lnTo>
                <a:lnTo>
                  <a:pt x="315398" y="8498"/>
                </a:lnTo>
                <a:lnTo>
                  <a:pt x="315656" y="8633"/>
                </a:lnTo>
                <a:lnTo>
                  <a:pt x="314626" y="8155"/>
                </a:lnTo>
                <a:lnTo>
                  <a:pt x="314866" y="8253"/>
                </a:lnTo>
                <a:lnTo>
                  <a:pt x="313744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1" y="7597"/>
                </a:lnTo>
                <a:lnTo>
                  <a:pt x="311594" y="7297"/>
                </a:lnTo>
                <a:lnTo>
                  <a:pt x="311741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4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2" y="6452"/>
                </a:lnTo>
                <a:lnTo>
                  <a:pt x="289929" y="6415"/>
                </a:lnTo>
                <a:lnTo>
                  <a:pt x="289935" y="6415"/>
                </a:lnTo>
                <a:lnTo>
                  <a:pt x="33790" y="6127"/>
                </a:lnTo>
                <a:lnTo>
                  <a:pt x="33801" y="6127"/>
                </a:lnTo>
                <a:lnTo>
                  <a:pt x="28594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9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6" y="6660"/>
                </a:lnTo>
                <a:lnTo>
                  <a:pt x="14074" y="7119"/>
                </a:lnTo>
                <a:lnTo>
                  <a:pt x="14294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0" y="8026"/>
                </a:lnTo>
                <a:lnTo>
                  <a:pt x="11365" y="7922"/>
                </a:lnTo>
                <a:lnTo>
                  <a:pt x="10385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5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4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4" y="13118"/>
                </a:lnTo>
                <a:lnTo>
                  <a:pt x="7230" y="12915"/>
                </a:lnTo>
                <a:lnTo>
                  <a:pt x="6936" y="14147"/>
                </a:lnTo>
                <a:lnTo>
                  <a:pt x="6972" y="13981"/>
                </a:lnTo>
                <a:lnTo>
                  <a:pt x="6733" y="15317"/>
                </a:lnTo>
                <a:lnTo>
                  <a:pt x="6758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72">
            <a:extLst xmlns:a="http://schemas.openxmlformats.org/drawingml/2006/main">
              <a:ext uri="{FF2B5EF4-FFF2-40B4-BE49-F238E27FC236}">
                <a16:creationId xmlns:a16="http://schemas.microsoft.com/office/drawing/2014/main" id="{2EE14E74-3CDA-4444-A033-3E069E99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879" y="3013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6" y="0"/>
                </a:cubicBezTo>
                <a:lnTo>
                  <a:pt x="286872" y="288"/>
                </a:lnTo>
                <a:cubicBezTo>
                  <a:pt x="316361" y="288"/>
                  <a:pt x="320655" y="0"/>
                  <a:pt x="320655" y="25604"/>
                </a:cubicBezTo>
                <a:lnTo>
                  <a:pt x="320741" y="337057"/>
                </a:lnTo>
                <a:cubicBezTo>
                  <a:pt x="320741" y="362655"/>
                  <a:pt x="320323" y="363016"/>
                  <a:pt x="290842" y="363016"/>
                </a:cubicBezTo>
                <a:lnTo>
                  <a:pt x="30726" y="361656"/>
                </a:lnTo>
                <a:cubicBezTo>
                  <a:pt x="1238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73">
            <a:extLst xmlns:a="http://schemas.openxmlformats.org/drawingml/2006/main">
              <a:ext uri="{FF2B5EF4-FFF2-40B4-BE49-F238E27FC236}">
                <a16:creationId xmlns:a16="http://schemas.microsoft.com/office/drawing/2014/main" id="{6D14AAC6-B52B-4ABA-828C-859D37F2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815" y="3010358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1"/>
                </a:moveTo>
                <a:lnTo>
                  <a:pt x="109" y="21119"/>
                </a:lnTo>
                <a:lnTo>
                  <a:pt x="319" y="17511"/>
                </a:lnTo>
                <a:lnTo>
                  <a:pt x="686" y="14324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24" y="7585"/>
                </a:lnTo>
                <a:lnTo>
                  <a:pt x="3553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2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0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8" y="325"/>
                </a:lnTo>
                <a:lnTo>
                  <a:pt x="304130" y="429"/>
                </a:lnTo>
                <a:lnTo>
                  <a:pt x="307917" y="650"/>
                </a:lnTo>
                <a:lnTo>
                  <a:pt x="311274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76" y="3143"/>
                </a:lnTo>
                <a:lnTo>
                  <a:pt x="319578" y="3848"/>
                </a:lnTo>
                <a:lnTo>
                  <a:pt x="320685" y="4663"/>
                </a:lnTo>
                <a:lnTo>
                  <a:pt x="321704" y="5594"/>
                </a:lnTo>
                <a:lnTo>
                  <a:pt x="322611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4" y="10318"/>
                </a:lnTo>
                <a:lnTo>
                  <a:pt x="325165" y="11715"/>
                </a:lnTo>
                <a:lnTo>
                  <a:pt x="325568" y="13185"/>
                </a:lnTo>
                <a:lnTo>
                  <a:pt x="325901" y="14741"/>
                </a:lnTo>
                <a:lnTo>
                  <a:pt x="326170" y="16420"/>
                </a:lnTo>
                <a:lnTo>
                  <a:pt x="326538" y="19998"/>
                </a:lnTo>
                <a:lnTo>
                  <a:pt x="326727" y="24073"/>
                </a:lnTo>
                <a:lnTo>
                  <a:pt x="326782" y="28643"/>
                </a:lnTo>
                <a:lnTo>
                  <a:pt x="326868" y="340132"/>
                </a:lnTo>
                <a:lnTo>
                  <a:pt x="326794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3" y="365014"/>
                </a:lnTo>
                <a:lnTo>
                  <a:pt x="320889" y="365816"/>
                </a:lnTo>
                <a:lnTo>
                  <a:pt x="319755" y="366497"/>
                </a:lnTo>
                <a:lnTo>
                  <a:pt x="318548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4" y="368231"/>
                </a:lnTo>
                <a:lnTo>
                  <a:pt x="311341" y="368671"/>
                </a:lnTo>
                <a:lnTo>
                  <a:pt x="307777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1" y="367783"/>
                </a:lnTo>
                <a:lnTo>
                  <a:pt x="33777" y="367783"/>
                </a:lnTo>
                <a:lnTo>
                  <a:pt x="28558" y="367765"/>
                </a:lnTo>
                <a:lnTo>
                  <a:pt x="23919" y="367685"/>
                </a:lnTo>
                <a:lnTo>
                  <a:pt x="19815" y="367513"/>
                </a:lnTo>
                <a:lnTo>
                  <a:pt x="16193" y="367201"/>
                </a:lnTo>
                <a:lnTo>
                  <a:pt x="13032" y="366711"/>
                </a:lnTo>
                <a:lnTo>
                  <a:pt x="11537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7" y="363329"/>
                </a:lnTo>
                <a:lnTo>
                  <a:pt x="4442" y="362398"/>
                </a:lnTo>
                <a:lnTo>
                  <a:pt x="3602" y="361363"/>
                </a:lnTo>
                <a:lnTo>
                  <a:pt x="2879" y="360241"/>
                </a:lnTo>
                <a:lnTo>
                  <a:pt x="2267" y="359040"/>
                </a:lnTo>
                <a:lnTo>
                  <a:pt x="1765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8" y="29758"/>
                </a:moveTo>
                <a:lnTo>
                  <a:pt x="6128" y="29740"/>
                </a:lnTo>
                <a:lnTo>
                  <a:pt x="6207" y="338110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6"/>
                </a:lnTo>
                <a:lnTo>
                  <a:pt x="6311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2" y="352724"/>
                </a:lnTo>
                <a:lnTo>
                  <a:pt x="6801" y="352533"/>
                </a:lnTo>
                <a:lnTo>
                  <a:pt x="7039" y="353863"/>
                </a:lnTo>
                <a:lnTo>
                  <a:pt x="7003" y="353697"/>
                </a:lnTo>
                <a:lnTo>
                  <a:pt x="7297" y="354923"/>
                </a:lnTo>
                <a:lnTo>
                  <a:pt x="7241" y="354727"/>
                </a:lnTo>
                <a:lnTo>
                  <a:pt x="7584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1"/>
                </a:lnTo>
                <a:lnTo>
                  <a:pt x="8118" y="357061"/>
                </a:lnTo>
                <a:lnTo>
                  <a:pt x="8662" y="357907"/>
                </a:lnTo>
                <a:lnTo>
                  <a:pt x="8461" y="357631"/>
                </a:lnTo>
                <a:lnTo>
                  <a:pt x="9087" y="358397"/>
                </a:lnTo>
                <a:lnTo>
                  <a:pt x="8847" y="358134"/>
                </a:lnTo>
                <a:lnTo>
                  <a:pt x="9546" y="358820"/>
                </a:lnTo>
                <a:lnTo>
                  <a:pt x="9283" y="358593"/>
                </a:lnTo>
                <a:lnTo>
                  <a:pt x="10071" y="359199"/>
                </a:lnTo>
                <a:lnTo>
                  <a:pt x="9797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09" y="360113"/>
                </a:lnTo>
                <a:lnTo>
                  <a:pt x="13197" y="360468"/>
                </a:lnTo>
                <a:lnTo>
                  <a:pt x="13013" y="360419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3" y="361136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38" y="361393"/>
                </a:lnTo>
                <a:lnTo>
                  <a:pt x="24133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1" y="361638"/>
                </a:lnTo>
                <a:lnTo>
                  <a:pt x="33803" y="361657"/>
                </a:lnTo>
                <a:lnTo>
                  <a:pt x="293917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1"/>
                </a:lnTo>
                <a:lnTo>
                  <a:pt x="310786" y="362569"/>
                </a:lnTo>
                <a:lnTo>
                  <a:pt x="310589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3" y="361950"/>
                </a:lnTo>
                <a:lnTo>
                  <a:pt x="314339" y="361993"/>
                </a:lnTo>
                <a:lnTo>
                  <a:pt x="315490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0" y="361460"/>
                </a:lnTo>
                <a:lnTo>
                  <a:pt x="317004" y="361019"/>
                </a:lnTo>
                <a:lnTo>
                  <a:pt x="316727" y="361166"/>
                </a:lnTo>
                <a:lnTo>
                  <a:pt x="317574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69" y="360510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4" y="359396"/>
                </a:lnTo>
                <a:lnTo>
                  <a:pt x="318567" y="359689"/>
                </a:lnTo>
                <a:lnTo>
                  <a:pt x="319081" y="358869"/>
                </a:lnTo>
                <a:lnTo>
                  <a:pt x="318921" y="359157"/>
                </a:lnTo>
                <a:lnTo>
                  <a:pt x="319362" y="358244"/>
                </a:lnTo>
                <a:lnTo>
                  <a:pt x="319253" y="358507"/>
                </a:lnTo>
                <a:lnTo>
                  <a:pt x="319626" y="357509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5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0" y="351718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8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55" y="28668"/>
                </a:lnTo>
                <a:lnTo>
                  <a:pt x="320655" y="28704"/>
                </a:lnTo>
                <a:lnTo>
                  <a:pt x="320601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29" y="20537"/>
                </a:lnTo>
                <a:lnTo>
                  <a:pt x="320085" y="17137"/>
                </a:lnTo>
                <a:lnTo>
                  <a:pt x="320104" y="17309"/>
                </a:lnTo>
                <a:lnTo>
                  <a:pt x="319858" y="15795"/>
                </a:lnTo>
                <a:lnTo>
                  <a:pt x="319890" y="15942"/>
                </a:lnTo>
                <a:lnTo>
                  <a:pt x="319596" y="14545"/>
                </a:lnTo>
                <a:lnTo>
                  <a:pt x="319632" y="14717"/>
                </a:lnTo>
                <a:lnTo>
                  <a:pt x="319283" y="13436"/>
                </a:lnTo>
                <a:lnTo>
                  <a:pt x="319343" y="13638"/>
                </a:lnTo>
                <a:lnTo>
                  <a:pt x="318934" y="12462"/>
                </a:lnTo>
                <a:lnTo>
                  <a:pt x="319025" y="12689"/>
                </a:lnTo>
                <a:lnTo>
                  <a:pt x="318548" y="11616"/>
                </a:lnTo>
                <a:lnTo>
                  <a:pt x="318676" y="11868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3" y="10281"/>
                </a:lnTo>
                <a:lnTo>
                  <a:pt x="317886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7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6" y="8155"/>
                </a:lnTo>
                <a:lnTo>
                  <a:pt x="314866" y="8253"/>
                </a:lnTo>
                <a:lnTo>
                  <a:pt x="313744" y="7836"/>
                </a:lnTo>
                <a:lnTo>
                  <a:pt x="313953" y="7904"/>
                </a:lnTo>
                <a:lnTo>
                  <a:pt x="312733" y="7554"/>
                </a:lnTo>
                <a:lnTo>
                  <a:pt x="312911" y="7598"/>
                </a:lnTo>
                <a:lnTo>
                  <a:pt x="311593" y="7297"/>
                </a:lnTo>
                <a:lnTo>
                  <a:pt x="311741" y="7328"/>
                </a:lnTo>
                <a:lnTo>
                  <a:pt x="310318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6" y="6550"/>
                </a:lnTo>
                <a:lnTo>
                  <a:pt x="303929" y="6556"/>
                </a:lnTo>
                <a:lnTo>
                  <a:pt x="299775" y="6452"/>
                </a:lnTo>
                <a:lnTo>
                  <a:pt x="299842" y="6452"/>
                </a:lnTo>
                <a:lnTo>
                  <a:pt x="289923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3" y="6127"/>
                </a:lnTo>
                <a:lnTo>
                  <a:pt x="28594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69" y="6384"/>
                </a:lnTo>
                <a:lnTo>
                  <a:pt x="16813" y="6684"/>
                </a:lnTo>
                <a:lnTo>
                  <a:pt x="17020" y="6660"/>
                </a:lnTo>
                <a:lnTo>
                  <a:pt x="14074" y="7120"/>
                </a:lnTo>
                <a:lnTo>
                  <a:pt x="14294" y="7077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0" y="8026"/>
                </a:lnTo>
                <a:lnTo>
                  <a:pt x="11366" y="7922"/>
                </a:lnTo>
                <a:lnTo>
                  <a:pt x="10385" y="8400"/>
                </a:lnTo>
                <a:lnTo>
                  <a:pt x="10648" y="8253"/>
                </a:lnTo>
                <a:lnTo>
                  <a:pt x="9767" y="8798"/>
                </a:lnTo>
                <a:lnTo>
                  <a:pt x="10035" y="8608"/>
                </a:lnTo>
                <a:lnTo>
                  <a:pt x="9246" y="9227"/>
                </a:lnTo>
                <a:lnTo>
                  <a:pt x="9509" y="8995"/>
                </a:lnTo>
                <a:lnTo>
                  <a:pt x="8798" y="9687"/>
                </a:lnTo>
                <a:lnTo>
                  <a:pt x="9037" y="9423"/>
                </a:lnTo>
                <a:lnTo>
                  <a:pt x="8411" y="10195"/>
                </a:lnTo>
                <a:lnTo>
                  <a:pt x="8609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38" y="11439"/>
                </a:lnTo>
                <a:lnTo>
                  <a:pt x="7855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4" y="13112"/>
                </a:lnTo>
                <a:lnTo>
                  <a:pt x="7230" y="12915"/>
                </a:lnTo>
                <a:lnTo>
                  <a:pt x="6936" y="14147"/>
                </a:lnTo>
                <a:lnTo>
                  <a:pt x="6972" y="13981"/>
                </a:lnTo>
                <a:lnTo>
                  <a:pt x="6733" y="15317"/>
                </a:lnTo>
                <a:lnTo>
                  <a:pt x="6758" y="15121"/>
                </a:lnTo>
                <a:lnTo>
                  <a:pt x="6415" y="18123"/>
                </a:lnTo>
                <a:lnTo>
                  <a:pt x="6428" y="17946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74">
            <a:extLst xmlns:a="http://schemas.openxmlformats.org/drawingml/2006/main">
              <a:ext uri="{FF2B5EF4-FFF2-40B4-BE49-F238E27FC236}">
                <a16:creationId xmlns:a16="http://schemas.microsoft.com/office/drawing/2014/main" id="{2C257984-74FD-47C5-B1E6-3A123D22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475" y="4305577"/>
            <a:ext cx="320742" cy="363016"/>
          </a:xfrm>
          <a:custGeom xmlns:a="http://schemas.openxmlformats.org/drawingml/2006/main">
            <a:pathLst>
              <a:path w="320742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2" y="288"/>
                </a:lnTo>
                <a:cubicBezTo>
                  <a:pt x="316367" y="288"/>
                  <a:pt x="320662" y="0"/>
                  <a:pt x="320662" y="25604"/>
                </a:cubicBezTo>
                <a:lnTo>
                  <a:pt x="320742" y="337057"/>
                </a:lnTo>
                <a:cubicBezTo>
                  <a:pt x="320742" y="362655"/>
                  <a:pt x="320332" y="363016"/>
                  <a:pt x="290843" y="363016"/>
                </a:cubicBezTo>
                <a:lnTo>
                  <a:pt x="30726" y="361657"/>
                </a:lnTo>
                <a:cubicBezTo>
                  <a:pt x="1237" y="361657"/>
                  <a:pt x="80" y="360652"/>
                  <a:pt x="80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75">
            <a:extLst xmlns:a="http://schemas.openxmlformats.org/drawingml/2006/main">
              <a:ext uri="{FF2B5EF4-FFF2-40B4-BE49-F238E27FC236}">
                <a16:creationId xmlns:a16="http://schemas.microsoft.com/office/drawing/2014/main" id="{CBE349C7-DFFA-4DBF-8B67-48F9CB19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412" y="430251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2"/>
                </a:moveTo>
                <a:lnTo>
                  <a:pt x="109" y="21125"/>
                </a:lnTo>
                <a:lnTo>
                  <a:pt x="319" y="17510"/>
                </a:lnTo>
                <a:lnTo>
                  <a:pt x="686" y="14325"/>
                </a:lnTo>
                <a:lnTo>
                  <a:pt x="962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30" y="7585"/>
                </a:lnTo>
                <a:lnTo>
                  <a:pt x="3553" y="6458"/>
                </a:lnTo>
                <a:lnTo>
                  <a:pt x="4399" y="5416"/>
                </a:lnTo>
                <a:lnTo>
                  <a:pt x="5354" y="4485"/>
                </a:lnTo>
                <a:lnTo>
                  <a:pt x="6421" y="3663"/>
                </a:lnTo>
                <a:lnTo>
                  <a:pt x="7573" y="2953"/>
                </a:lnTo>
                <a:lnTo>
                  <a:pt x="8811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4"/>
                </a:lnTo>
                <a:lnTo>
                  <a:pt x="16180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8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904" y="324"/>
                </a:lnTo>
                <a:lnTo>
                  <a:pt x="304130" y="428"/>
                </a:lnTo>
                <a:lnTo>
                  <a:pt x="307917" y="649"/>
                </a:lnTo>
                <a:lnTo>
                  <a:pt x="311274" y="1029"/>
                </a:lnTo>
                <a:lnTo>
                  <a:pt x="312867" y="1305"/>
                </a:lnTo>
                <a:lnTo>
                  <a:pt x="314351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83" y="3143"/>
                </a:lnTo>
                <a:lnTo>
                  <a:pt x="319576" y="3847"/>
                </a:lnTo>
                <a:lnTo>
                  <a:pt x="320685" y="4662"/>
                </a:lnTo>
                <a:lnTo>
                  <a:pt x="321704" y="5593"/>
                </a:lnTo>
                <a:lnTo>
                  <a:pt x="322609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4" y="10317"/>
                </a:lnTo>
                <a:lnTo>
                  <a:pt x="325164" y="11714"/>
                </a:lnTo>
                <a:lnTo>
                  <a:pt x="325568" y="13185"/>
                </a:lnTo>
                <a:lnTo>
                  <a:pt x="325899" y="14747"/>
                </a:lnTo>
                <a:lnTo>
                  <a:pt x="326168" y="16420"/>
                </a:lnTo>
                <a:lnTo>
                  <a:pt x="326536" y="19998"/>
                </a:lnTo>
                <a:lnTo>
                  <a:pt x="326727" y="24072"/>
                </a:lnTo>
                <a:lnTo>
                  <a:pt x="326787" y="28643"/>
                </a:lnTo>
                <a:lnTo>
                  <a:pt x="326868" y="340133"/>
                </a:lnTo>
                <a:lnTo>
                  <a:pt x="326794" y="348667"/>
                </a:lnTo>
                <a:lnTo>
                  <a:pt x="326629" y="352245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0"/>
                </a:lnTo>
                <a:lnTo>
                  <a:pt x="321923" y="365014"/>
                </a:lnTo>
                <a:lnTo>
                  <a:pt x="320887" y="365817"/>
                </a:lnTo>
                <a:lnTo>
                  <a:pt x="319761" y="366497"/>
                </a:lnTo>
                <a:lnTo>
                  <a:pt x="318548" y="367067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1" y="368230"/>
                </a:lnTo>
                <a:lnTo>
                  <a:pt x="311341" y="368671"/>
                </a:lnTo>
                <a:lnTo>
                  <a:pt x="307784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8" y="367764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09" y="364854"/>
                </a:lnTo>
                <a:lnTo>
                  <a:pt x="6458" y="364150"/>
                </a:lnTo>
                <a:lnTo>
                  <a:pt x="5397" y="363328"/>
                </a:lnTo>
                <a:lnTo>
                  <a:pt x="4442" y="362398"/>
                </a:lnTo>
                <a:lnTo>
                  <a:pt x="3602" y="361362"/>
                </a:lnTo>
                <a:lnTo>
                  <a:pt x="2879" y="360241"/>
                </a:lnTo>
                <a:lnTo>
                  <a:pt x="2273" y="359040"/>
                </a:lnTo>
                <a:lnTo>
                  <a:pt x="1770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2"/>
                </a:lnTo>
                <a:moveTo>
                  <a:pt x="6128" y="29758"/>
                </a:moveTo>
                <a:lnTo>
                  <a:pt x="6128" y="29739"/>
                </a:lnTo>
                <a:lnTo>
                  <a:pt x="6207" y="338111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5"/>
                </a:lnTo>
                <a:lnTo>
                  <a:pt x="6310" y="346438"/>
                </a:lnTo>
                <a:lnTo>
                  <a:pt x="6507" y="349905"/>
                </a:lnTo>
                <a:lnTo>
                  <a:pt x="6488" y="349727"/>
                </a:lnTo>
                <a:lnTo>
                  <a:pt x="6832" y="352723"/>
                </a:lnTo>
                <a:lnTo>
                  <a:pt x="6801" y="352534"/>
                </a:lnTo>
                <a:lnTo>
                  <a:pt x="7039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1" y="354727"/>
                </a:lnTo>
                <a:lnTo>
                  <a:pt x="7590" y="355854"/>
                </a:lnTo>
                <a:lnTo>
                  <a:pt x="7511" y="355628"/>
                </a:lnTo>
                <a:lnTo>
                  <a:pt x="7916" y="356651"/>
                </a:lnTo>
                <a:lnTo>
                  <a:pt x="7800" y="356399"/>
                </a:lnTo>
                <a:lnTo>
                  <a:pt x="8276" y="357337"/>
                </a:lnTo>
                <a:lnTo>
                  <a:pt x="8118" y="357061"/>
                </a:lnTo>
                <a:lnTo>
                  <a:pt x="8662" y="357907"/>
                </a:lnTo>
                <a:lnTo>
                  <a:pt x="8461" y="357631"/>
                </a:lnTo>
                <a:lnTo>
                  <a:pt x="9085" y="358396"/>
                </a:lnTo>
                <a:lnTo>
                  <a:pt x="8847" y="358139"/>
                </a:lnTo>
                <a:lnTo>
                  <a:pt x="9552" y="358819"/>
                </a:lnTo>
                <a:lnTo>
                  <a:pt x="9281" y="358593"/>
                </a:lnTo>
                <a:lnTo>
                  <a:pt x="10071" y="359200"/>
                </a:lnTo>
                <a:lnTo>
                  <a:pt x="9803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4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2" y="361136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45" y="361392"/>
                </a:lnTo>
                <a:lnTo>
                  <a:pt x="24139" y="361565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1" y="361638"/>
                </a:lnTo>
                <a:lnTo>
                  <a:pt x="33807" y="361656"/>
                </a:lnTo>
                <a:lnTo>
                  <a:pt x="293917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0"/>
                </a:lnTo>
                <a:lnTo>
                  <a:pt x="310786" y="362569"/>
                </a:lnTo>
                <a:lnTo>
                  <a:pt x="310589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3" y="361951"/>
                </a:lnTo>
                <a:lnTo>
                  <a:pt x="314339" y="361994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8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7" y="361166"/>
                </a:lnTo>
                <a:lnTo>
                  <a:pt x="317579" y="360658"/>
                </a:lnTo>
                <a:lnTo>
                  <a:pt x="317292" y="360854"/>
                </a:lnTo>
                <a:lnTo>
                  <a:pt x="318045" y="360272"/>
                </a:lnTo>
                <a:lnTo>
                  <a:pt x="317769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4" y="359396"/>
                </a:lnTo>
                <a:lnTo>
                  <a:pt x="318567" y="359689"/>
                </a:lnTo>
                <a:lnTo>
                  <a:pt x="319081" y="358868"/>
                </a:lnTo>
                <a:lnTo>
                  <a:pt x="318921" y="359157"/>
                </a:lnTo>
                <a:lnTo>
                  <a:pt x="319362" y="358250"/>
                </a:lnTo>
                <a:lnTo>
                  <a:pt x="319253" y="358507"/>
                </a:lnTo>
                <a:lnTo>
                  <a:pt x="319626" y="357508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5" y="356835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7" y="351719"/>
                </a:lnTo>
                <a:lnTo>
                  <a:pt x="320514" y="351884"/>
                </a:lnTo>
                <a:lnTo>
                  <a:pt x="320666" y="348447"/>
                </a:lnTo>
                <a:lnTo>
                  <a:pt x="320666" y="348557"/>
                </a:lnTo>
                <a:lnTo>
                  <a:pt x="320741" y="340090"/>
                </a:lnTo>
                <a:lnTo>
                  <a:pt x="320741" y="340121"/>
                </a:lnTo>
                <a:lnTo>
                  <a:pt x="320662" y="28667"/>
                </a:lnTo>
                <a:lnTo>
                  <a:pt x="320662" y="28705"/>
                </a:lnTo>
                <a:lnTo>
                  <a:pt x="320606" y="24201"/>
                </a:lnTo>
                <a:lnTo>
                  <a:pt x="320606" y="24305"/>
                </a:lnTo>
                <a:lnTo>
                  <a:pt x="320422" y="20371"/>
                </a:lnTo>
                <a:lnTo>
                  <a:pt x="320434" y="20537"/>
                </a:lnTo>
                <a:lnTo>
                  <a:pt x="320085" y="17137"/>
                </a:lnTo>
                <a:lnTo>
                  <a:pt x="320110" y="17308"/>
                </a:lnTo>
                <a:lnTo>
                  <a:pt x="319864" y="15795"/>
                </a:lnTo>
                <a:lnTo>
                  <a:pt x="319890" y="15942"/>
                </a:lnTo>
                <a:lnTo>
                  <a:pt x="319594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3" y="13638"/>
                </a:lnTo>
                <a:lnTo>
                  <a:pt x="318934" y="12462"/>
                </a:lnTo>
                <a:lnTo>
                  <a:pt x="319025" y="12688"/>
                </a:lnTo>
                <a:lnTo>
                  <a:pt x="318548" y="11616"/>
                </a:lnTo>
                <a:lnTo>
                  <a:pt x="318676" y="11867"/>
                </a:lnTo>
                <a:lnTo>
                  <a:pt x="318131" y="10900"/>
                </a:lnTo>
                <a:lnTo>
                  <a:pt x="318297" y="11157"/>
                </a:lnTo>
                <a:lnTo>
                  <a:pt x="317683" y="10281"/>
                </a:lnTo>
                <a:lnTo>
                  <a:pt x="317885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2"/>
                </a:lnTo>
                <a:lnTo>
                  <a:pt x="316071" y="8878"/>
                </a:lnTo>
                <a:lnTo>
                  <a:pt x="316337" y="9049"/>
                </a:lnTo>
                <a:lnTo>
                  <a:pt x="315398" y="8498"/>
                </a:lnTo>
                <a:lnTo>
                  <a:pt x="315655" y="8633"/>
                </a:lnTo>
                <a:lnTo>
                  <a:pt x="314626" y="8155"/>
                </a:lnTo>
                <a:lnTo>
                  <a:pt x="314866" y="8252"/>
                </a:lnTo>
                <a:lnTo>
                  <a:pt x="313744" y="7836"/>
                </a:lnTo>
                <a:lnTo>
                  <a:pt x="313953" y="7904"/>
                </a:lnTo>
                <a:lnTo>
                  <a:pt x="312733" y="7554"/>
                </a:lnTo>
                <a:lnTo>
                  <a:pt x="312911" y="7597"/>
                </a:lnTo>
                <a:lnTo>
                  <a:pt x="311593" y="7304"/>
                </a:lnTo>
                <a:lnTo>
                  <a:pt x="311746" y="7327"/>
                </a:lnTo>
                <a:lnTo>
                  <a:pt x="310318" y="7083"/>
                </a:lnTo>
                <a:lnTo>
                  <a:pt x="310497" y="7107"/>
                </a:lnTo>
                <a:lnTo>
                  <a:pt x="307311" y="6751"/>
                </a:lnTo>
                <a:lnTo>
                  <a:pt x="307477" y="6764"/>
                </a:lnTo>
                <a:lnTo>
                  <a:pt x="303830" y="6549"/>
                </a:lnTo>
                <a:lnTo>
                  <a:pt x="303928" y="6556"/>
                </a:lnTo>
                <a:lnTo>
                  <a:pt x="299782" y="6451"/>
                </a:lnTo>
                <a:lnTo>
                  <a:pt x="299842" y="6451"/>
                </a:lnTo>
                <a:lnTo>
                  <a:pt x="289929" y="6415"/>
                </a:lnTo>
                <a:lnTo>
                  <a:pt x="289935" y="6415"/>
                </a:lnTo>
                <a:lnTo>
                  <a:pt x="33789" y="6127"/>
                </a:lnTo>
                <a:lnTo>
                  <a:pt x="33801" y="6127"/>
                </a:lnTo>
                <a:lnTo>
                  <a:pt x="28601" y="6145"/>
                </a:lnTo>
                <a:lnTo>
                  <a:pt x="28637" y="6145"/>
                </a:lnTo>
                <a:lnTo>
                  <a:pt x="24053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73" y="6384"/>
                </a:lnTo>
                <a:lnTo>
                  <a:pt x="16812" y="6684"/>
                </a:lnTo>
                <a:lnTo>
                  <a:pt x="17027" y="6659"/>
                </a:lnTo>
                <a:lnTo>
                  <a:pt x="14074" y="7119"/>
                </a:lnTo>
                <a:lnTo>
                  <a:pt x="14294" y="7076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5"/>
                </a:lnTo>
                <a:lnTo>
                  <a:pt x="11126" y="8026"/>
                </a:lnTo>
                <a:lnTo>
                  <a:pt x="11364" y="7922"/>
                </a:lnTo>
                <a:lnTo>
                  <a:pt x="10385" y="8400"/>
                </a:lnTo>
                <a:lnTo>
                  <a:pt x="10648" y="8252"/>
                </a:lnTo>
                <a:lnTo>
                  <a:pt x="9767" y="8798"/>
                </a:lnTo>
                <a:lnTo>
                  <a:pt x="10035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7" y="9686"/>
                </a:lnTo>
                <a:lnTo>
                  <a:pt x="9037" y="9423"/>
                </a:lnTo>
                <a:lnTo>
                  <a:pt x="8411" y="10195"/>
                </a:lnTo>
                <a:lnTo>
                  <a:pt x="8615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5" y="11181"/>
                </a:lnTo>
                <a:lnTo>
                  <a:pt x="7444" y="12217"/>
                </a:lnTo>
                <a:lnTo>
                  <a:pt x="7523" y="11984"/>
                </a:lnTo>
                <a:lnTo>
                  <a:pt x="7174" y="13117"/>
                </a:lnTo>
                <a:lnTo>
                  <a:pt x="7230" y="12915"/>
                </a:lnTo>
                <a:lnTo>
                  <a:pt x="6936" y="14146"/>
                </a:lnTo>
                <a:lnTo>
                  <a:pt x="6972" y="13981"/>
                </a:lnTo>
                <a:lnTo>
                  <a:pt x="6733" y="15317"/>
                </a:lnTo>
                <a:lnTo>
                  <a:pt x="6765" y="15121"/>
                </a:lnTo>
                <a:lnTo>
                  <a:pt x="6415" y="18123"/>
                </a:lnTo>
                <a:lnTo>
                  <a:pt x="6432" y="17946"/>
                </a:lnTo>
                <a:lnTo>
                  <a:pt x="6231" y="21419"/>
                </a:lnTo>
                <a:lnTo>
                  <a:pt x="6237" y="21316"/>
                </a:lnTo>
                <a:lnTo>
                  <a:pt x="6145" y="25291"/>
                </a:lnTo>
                <a:lnTo>
                  <a:pt x="6145" y="25236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76">
            <a:extLst xmlns:a="http://schemas.openxmlformats.org/drawingml/2006/main">
              <a:ext uri="{FF2B5EF4-FFF2-40B4-BE49-F238E27FC236}">
                <a16:creationId xmlns:a16="http://schemas.microsoft.com/office/drawing/2014/main" id="{174BC06E-B0E9-4028-A9BB-836E4BAE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112" y="430557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1" y="288"/>
                </a:lnTo>
                <a:cubicBezTo>
                  <a:pt x="316367" y="288"/>
                  <a:pt x="320661" y="0"/>
                  <a:pt x="320661" y="25604"/>
                </a:cubicBezTo>
                <a:lnTo>
                  <a:pt x="320741" y="337057"/>
                </a:lnTo>
                <a:cubicBezTo>
                  <a:pt x="320741" y="362655"/>
                  <a:pt x="320329" y="363016"/>
                  <a:pt x="290842" y="363016"/>
                </a:cubicBezTo>
                <a:lnTo>
                  <a:pt x="30726" y="361657"/>
                </a:lnTo>
                <a:cubicBezTo>
                  <a:pt x="1237" y="361657"/>
                  <a:pt x="79" y="360652"/>
                  <a:pt x="79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77">
            <a:extLst xmlns:a="http://schemas.openxmlformats.org/drawingml/2006/main">
              <a:ext uri="{FF2B5EF4-FFF2-40B4-BE49-F238E27FC236}">
                <a16:creationId xmlns:a16="http://schemas.microsoft.com/office/drawing/2014/main" id="{0503CA72-4959-4619-BEA7-F9D3991D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048" y="4302514"/>
            <a:ext cx="326867" cy="369143"/>
          </a:xfrm>
          <a:custGeom xmlns:a="http://schemas.openxmlformats.org/drawingml/2006/main">
            <a:pathLst>
              <a:path w="326867" h="369143">
                <a:moveTo>
                  <a:pt x="17" y="25182"/>
                </a:moveTo>
                <a:lnTo>
                  <a:pt x="110" y="21125"/>
                </a:lnTo>
                <a:lnTo>
                  <a:pt x="319" y="17510"/>
                </a:lnTo>
                <a:lnTo>
                  <a:pt x="686" y="14325"/>
                </a:lnTo>
                <a:lnTo>
                  <a:pt x="962" y="12811"/>
                </a:lnTo>
                <a:lnTo>
                  <a:pt x="1292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30" y="7585"/>
                </a:lnTo>
                <a:lnTo>
                  <a:pt x="3553" y="6458"/>
                </a:lnTo>
                <a:lnTo>
                  <a:pt x="4399" y="5416"/>
                </a:lnTo>
                <a:lnTo>
                  <a:pt x="5354" y="4485"/>
                </a:lnTo>
                <a:lnTo>
                  <a:pt x="6421" y="3663"/>
                </a:lnTo>
                <a:lnTo>
                  <a:pt x="7573" y="2953"/>
                </a:lnTo>
                <a:lnTo>
                  <a:pt x="8810" y="2353"/>
                </a:lnTo>
                <a:lnTo>
                  <a:pt x="10121" y="1850"/>
                </a:lnTo>
                <a:lnTo>
                  <a:pt x="11505" y="1434"/>
                </a:lnTo>
                <a:lnTo>
                  <a:pt x="13012" y="1084"/>
                </a:lnTo>
                <a:lnTo>
                  <a:pt x="16182" y="588"/>
                </a:lnTo>
                <a:lnTo>
                  <a:pt x="19807" y="276"/>
                </a:lnTo>
                <a:lnTo>
                  <a:pt x="23914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904" y="324"/>
                </a:lnTo>
                <a:lnTo>
                  <a:pt x="304131" y="428"/>
                </a:lnTo>
                <a:lnTo>
                  <a:pt x="307917" y="649"/>
                </a:lnTo>
                <a:lnTo>
                  <a:pt x="311275" y="1029"/>
                </a:lnTo>
                <a:lnTo>
                  <a:pt x="312868" y="1305"/>
                </a:lnTo>
                <a:lnTo>
                  <a:pt x="314352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82" y="3143"/>
                </a:lnTo>
                <a:lnTo>
                  <a:pt x="319577" y="3847"/>
                </a:lnTo>
                <a:lnTo>
                  <a:pt x="320686" y="4662"/>
                </a:lnTo>
                <a:lnTo>
                  <a:pt x="321702" y="5593"/>
                </a:lnTo>
                <a:lnTo>
                  <a:pt x="322609" y="6635"/>
                </a:lnTo>
                <a:lnTo>
                  <a:pt x="323406" y="7775"/>
                </a:lnTo>
                <a:lnTo>
                  <a:pt x="324093" y="9006"/>
                </a:lnTo>
                <a:lnTo>
                  <a:pt x="324674" y="10317"/>
                </a:lnTo>
                <a:lnTo>
                  <a:pt x="325164" y="11714"/>
                </a:lnTo>
                <a:lnTo>
                  <a:pt x="325568" y="13185"/>
                </a:lnTo>
                <a:lnTo>
                  <a:pt x="325900" y="14747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8" y="28643"/>
                </a:lnTo>
                <a:lnTo>
                  <a:pt x="326867" y="340133"/>
                </a:lnTo>
                <a:lnTo>
                  <a:pt x="326794" y="348667"/>
                </a:lnTo>
                <a:lnTo>
                  <a:pt x="326628" y="352245"/>
                </a:lnTo>
                <a:lnTo>
                  <a:pt x="326316" y="355370"/>
                </a:lnTo>
                <a:lnTo>
                  <a:pt x="326077" y="356853"/>
                </a:lnTo>
                <a:lnTo>
                  <a:pt x="325784" y="358231"/>
                </a:lnTo>
                <a:lnTo>
                  <a:pt x="325403" y="359543"/>
                </a:lnTo>
                <a:lnTo>
                  <a:pt x="324937" y="360793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0"/>
                </a:lnTo>
                <a:lnTo>
                  <a:pt x="321923" y="365014"/>
                </a:lnTo>
                <a:lnTo>
                  <a:pt x="320887" y="365817"/>
                </a:lnTo>
                <a:lnTo>
                  <a:pt x="319761" y="366497"/>
                </a:lnTo>
                <a:lnTo>
                  <a:pt x="318547" y="367067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2" y="368230"/>
                </a:lnTo>
                <a:lnTo>
                  <a:pt x="311343" y="368671"/>
                </a:lnTo>
                <a:lnTo>
                  <a:pt x="307782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8" y="367764"/>
                </a:lnTo>
                <a:lnTo>
                  <a:pt x="23918" y="367685"/>
                </a:lnTo>
                <a:lnTo>
                  <a:pt x="19821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0" y="365455"/>
                </a:lnTo>
                <a:lnTo>
                  <a:pt x="7610" y="364854"/>
                </a:lnTo>
                <a:lnTo>
                  <a:pt x="6457" y="364150"/>
                </a:lnTo>
                <a:lnTo>
                  <a:pt x="5397" y="363328"/>
                </a:lnTo>
                <a:lnTo>
                  <a:pt x="4442" y="362398"/>
                </a:lnTo>
                <a:lnTo>
                  <a:pt x="3602" y="361362"/>
                </a:lnTo>
                <a:lnTo>
                  <a:pt x="2880" y="360241"/>
                </a:lnTo>
                <a:lnTo>
                  <a:pt x="2273" y="359040"/>
                </a:lnTo>
                <a:lnTo>
                  <a:pt x="1771" y="357766"/>
                </a:lnTo>
                <a:lnTo>
                  <a:pt x="1355" y="356430"/>
                </a:lnTo>
                <a:lnTo>
                  <a:pt x="1023" y="355021"/>
                </a:lnTo>
                <a:lnTo>
                  <a:pt x="752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3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7" y="25182"/>
                </a:lnTo>
                <a:moveTo>
                  <a:pt x="6126" y="29758"/>
                </a:moveTo>
                <a:lnTo>
                  <a:pt x="6126" y="29739"/>
                </a:lnTo>
                <a:lnTo>
                  <a:pt x="6205" y="338111"/>
                </a:lnTo>
                <a:lnTo>
                  <a:pt x="6205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5"/>
                </a:lnTo>
                <a:lnTo>
                  <a:pt x="6310" y="346438"/>
                </a:lnTo>
                <a:lnTo>
                  <a:pt x="6507" y="349905"/>
                </a:lnTo>
                <a:lnTo>
                  <a:pt x="6488" y="349727"/>
                </a:lnTo>
                <a:lnTo>
                  <a:pt x="6831" y="352723"/>
                </a:lnTo>
                <a:lnTo>
                  <a:pt x="6801" y="352534"/>
                </a:lnTo>
                <a:lnTo>
                  <a:pt x="7039" y="353863"/>
                </a:lnTo>
                <a:lnTo>
                  <a:pt x="7009" y="353698"/>
                </a:lnTo>
                <a:lnTo>
                  <a:pt x="7296" y="354923"/>
                </a:lnTo>
                <a:lnTo>
                  <a:pt x="7243" y="354727"/>
                </a:lnTo>
                <a:lnTo>
                  <a:pt x="7590" y="355854"/>
                </a:lnTo>
                <a:lnTo>
                  <a:pt x="7511" y="355628"/>
                </a:lnTo>
                <a:lnTo>
                  <a:pt x="7916" y="356651"/>
                </a:lnTo>
                <a:lnTo>
                  <a:pt x="7798" y="356399"/>
                </a:lnTo>
                <a:lnTo>
                  <a:pt x="8277" y="357337"/>
                </a:lnTo>
                <a:lnTo>
                  <a:pt x="8117" y="357061"/>
                </a:lnTo>
                <a:lnTo>
                  <a:pt x="8663" y="357907"/>
                </a:lnTo>
                <a:lnTo>
                  <a:pt x="8461" y="357631"/>
                </a:lnTo>
                <a:lnTo>
                  <a:pt x="9085" y="358396"/>
                </a:lnTo>
                <a:lnTo>
                  <a:pt x="8847" y="358139"/>
                </a:lnTo>
                <a:lnTo>
                  <a:pt x="9552" y="358819"/>
                </a:lnTo>
                <a:lnTo>
                  <a:pt x="9282" y="358593"/>
                </a:lnTo>
                <a:lnTo>
                  <a:pt x="10073" y="359200"/>
                </a:lnTo>
                <a:lnTo>
                  <a:pt x="9803" y="359016"/>
                </a:lnTo>
                <a:lnTo>
                  <a:pt x="10678" y="359555"/>
                </a:lnTo>
                <a:lnTo>
                  <a:pt x="10414" y="359408"/>
                </a:lnTo>
                <a:lnTo>
                  <a:pt x="11396" y="359879"/>
                </a:lnTo>
                <a:lnTo>
                  <a:pt x="11150" y="359775"/>
                </a:lnTo>
                <a:lnTo>
                  <a:pt x="12228" y="360186"/>
                </a:lnTo>
                <a:lnTo>
                  <a:pt x="12014" y="360112"/>
                </a:lnTo>
                <a:lnTo>
                  <a:pt x="13197" y="360468"/>
                </a:lnTo>
                <a:lnTo>
                  <a:pt x="13012" y="360418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3" y="361136"/>
                </a:lnTo>
                <a:lnTo>
                  <a:pt x="16823" y="361111"/>
                </a:lnTo>
                <a:lnTo>
                  <a:pt x="20274" y="361405"/>
                </a:lnTo>
                <a:lnTo>
                  <a:pt x="20144" y="361392"/>
                </a:lnTo>
                <a:lnTo>
                  <a:pt x="24139" y="361565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599" y="361638"/>
                </a:lnTo>
                <a:lnTo>
                  <a:pt x="33808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0"/>
                </a:lnTo>
                <a:lnTo>
                  <a:pt x="310785" y="362569"/>
                </a:lnTo>
                <a:lnTo>
                  <a:pt x="310589" y="362588"/>
                </a:lnTo>
                <a:lnTo>
                  <a:pt x="313475" y="362183"/>
                </a:lnTo>
                <a:lnTo>
                  <a:pt x="313260" y="362220"/>
                </a:lnTo>
                <a:lnTo>
                  <a:pt x="314521" y="361951"/>
                </a:lnTo>
                <a:lnTo>
                  <a:pt x="314338" y="361994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7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79" y="360658"/>
                </a:lnTo>
                <a:lnTo>
                  <a:pt x="317291" y="360854"/>
                </a:lnTo>
                <a:lnTo>
                  <a:pt x="318045" y="360272"/>
                </a:lnTo>
                <a:lnTo>
                  <a:pt x="317770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5" y="359689"/>
                </a:lnTo>
                <a:lnTo>
                  <a:pt x="319081" y="358868"/>
                </a:lnTo>
                <a:lnTo>
                  <a:pt x="318921" y="359157"/>
                </a:lnTo>
                <a:lnTo>
                  <a:pt x="319363" y="358250"/>
                </a:lnTo>
                <a:lnTo>
                  <a:pt x="319251" y="358507"/>
                </a:lnTo>
                <a:lnTo>
                  <a:pt x="319626" y="357508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7" y="356835"/>
                </a:lnTo>
                <a:lnTo>
                  <a:pt x="320072" y="355634"/>
                </a:lnTo>
                <a:lnTo>
                  <a:pt x="320042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6" y="351719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1"/>
                </a:lnTo>
                <a:lnTo>
                  <a:pt x="320661" y="28667"/>
                </a:lnTo>
                <a:lnTo>
                  <a:pt x="320661" y="28705"/>
                </a:lnTo>
                <a:lnTo>
                  <a:pt x="320607" y="24201"/>
                </a:lnTo>
                <a:lnTo>
                  <a:pt x="320607" y="24305"/>
                </a:lnTo>
                <a:lnTo>
                  <a:pt x="320422" y="20371"/>
                </a:lnTo>
                <a:lnTo>
                  <a:pt x="320435" y="20537"/>
                </a:lnTo>
                <a:lnTo>
                  <a:pt x="320085" y="17137"/>
                </a:lnTo>
                <a:lnTo>
                  <a:pt x="320110" y="17308"/>
                </a:lnTo>
                <a:lnTo>
                  <a:pt x="319864" y="15795"/>
                </a:lnTo>
                <a:lnTo>
                  <a:pt x="319889" y="15942"/>
                </a:lnTo>
                <a:lnTo>
                  <a:pt x="319596" y="14545"/>
                </a:lnTo>
                <a:lnTo>
                  <a:pt x="319637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6" y="12688"/>
                </a:lnTo>
                <a:lnTo>
                  <a:pt x="318547" y="11616"/>
                </a:lnTo>
                <a:lnTo>
                  <a:pt x="318676" y="11867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4" y="10281"/>
                </a:lnTo>
                <a:lnTo>
                  <a:pt x="317885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6" y="9288"/>
                </a:lnTo>
                <a:lnTo>
                  <a:pt x="316924" y="9502"/>
                </a:lnTo>
                <a:lnTo>
                  <a:pt x="316073" y="8878"/>
                </a:lnTo>
                <a:lnTo>
                  <a:pt x="316335" y="9049"/>
                </a:lnTo>
                <a:lnTo>
                  <a:pt x="315398" y="8498"/>
                </a:lnTo>
                <a:lnTo>
                  <a:pt x="315655" y="8633"/>
                </a:lnTo>
                <a:lnTo>
                  <a:pt x="314626" y="8155"/>
                </a:lnTo>
                <a:lnTo>
                  <a:pt x="314866" y="8252"/>
                </a:lnTo>
                <a:lnTo>
                  <a:pt x="313745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0" y="7597"/>
                </a:lnTo>
                <a:lnTo>
                  <a:pt x="311594" y="7304"/>
                </a:lnTo>
                <a:lnTo>
                  <a:pt x="311747" y="7327"/>
                </a:lnTo>
                <a:lnTo>
                  <a:pt x="310319" y="7083"/>
                </a:lnTo>
                <a:lnTo>
                  <a:pt x="310496" y="7107"/>
                </a:lnTo>
                <a:lnTo>
                  <a:pt x="307310" y="6751"/>
                </a:lnTo>
                <a:lnTo>
                  <a:pt x="307475" y="6764"/>
                </a:lnTo>
                <a:lnTo>
                  <a:pt x="303831" y="6549"/>
                </a:lnTo>
                <a:lnTo>
                  <a:pt x="303929" y="6556"/>
                </a:lnTo>
                <a:lnTo>
                  <a:pt x="299781" y="6451"/>
                </a:lnTo>
                <a:lnTo>
                  <a:pt x="299842" y="6451"/>
                </a:lnTo>
                <a:lnTo>
                  <a:pt x="289929" y="6415"/>
                </a:lnTo>
                <a:lnTo>
                  <a:pt x="289935" y="6415"/>
                </a:lnTo>
                <a:lnTo>
                  <a:pt x="33790" y="6127"/>
                </a:lnTo>
                <a:lnTo>
                  <a:pt x="33801" y="6127"/>
                </a:lnTo>
                <a:lnTo>
                  <a:pt x="28599" y="6145"/>
                </a:lnTo>
                <a:lnTo>
                  <a:pt x="28637" y="6145"/>
                </a:lnTo>
                <a:lnTo>
                  <a:pt x="24053" y="6225"/>
                </a:lnTo>
                <a:lnTo>
                  <a:pt x="24133" y="6219"/>
                </a:lnTo>
                <a:lnTo>
                  <a:pt x="20139" y="6390"/>
                </a:lnTo>
                <a:lnTo>
                  <a:pt x="20274" y="6384"/>
                </a:lnTo>
                <a:lnTo>
                  <a:pt x="16812" y="6684"/>
                </a:lnTo>
                <a:lnTo>
                  <a:pt x="17026" y="6659"/>
                </a:lnTo>
                <a:lnTo>
                  <a:pt x="14074" y="7119"/>
                </a:lnTo>
                <a:lnTo>
                  <a:pt x="14293" y="7076"/>
                </a:lnTo>
                <a:lnTo>
                  <a:pt x="12996" y="7383"/>
                </a:lnTo>
                <a:lnTo>
                  <a:pt x="13179" y="7334"/>
                </a:lnTo>
                <a:lnTo>
                  <a:pt x="11990" y="7689"/>
                </a:lnTo>
                <a:lnTo>
                  <a:pt x="12205" y="7615"/>
                </a:lnTo>
                <a:lnTo>
                  <a:pt x="11126" y="8026"/>
                </a:lnTo>
                <a:lnTo>
                  <a:pt x="11366" y="7922"/>
                </a:lnTo>
                <a:lnTo>
                  <a:pt x="10384" y="8400"/>
                </a:lnTo>
                <a:lnTo>
                  <a:pt x="10648" y="8252"/>
                </a:lnTo>
                <a:lnTo>
                  <a:pt x="9766" y="8798"/>
                </a:lnTo>
                <a:lnTo>
                  <a:pt x="10035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8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4" y="11181"/>
                </a:lnTo>
                <a:lnTo>
                  <a:pt x="7444" y="12217"/>
                </a:lnTo>
                <a:lnTo>
                  <a:pt x="7524" y="11984"/>
                </a:lnTo>
                <a:lnTo>
                  <a:pt x="7174" y="13117"/>
                </a:lnTo>
                <a:lnTo>
                  <a:pt x="7229" y="12915"/>
                </a:lnTo>
                <a:lnTo>
                  <a:pt x="6936" y="14146"/>
                </a:lnTo>
                <a:lnTo>
                  <a:pt x="6973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6"/>
                </a:lnTo>
                <a:lnTo>
                  <a:pt x="6231" y="21419"/>
                </a:lnTo>
                <a:lnTo>
                  <a:pt x="6237" y="21316"/>
                </a:lnTo>
                <a:lnTo>
                  <a:pt x="6145" y="25291"/>
                </a:lnTo>
                <a:lnTo>
                  <a:pt x="6145" y="25236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ath-178">
            <a:extLst xmlns:a="http://schemas.openxmlformats.org/drawingml/2006/main">
              <a:ext uri="{FF2B5EF4-FFF2-40B4-BE49-F238E27FC236}">
                <a16:creationId xmlns:a16="http://schemas.microsoft.com/office/drawing/2014/main" id="{B94362C4-1BA7-4361-92AA-CE8622B6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154" y="3013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5" y="0"/>
                </a:cubicBezTo>
                <a:lnTo>
                  <a:pt x="286872" y="288"/>
                </a:lnTo>
                <a:cubicBezTo>
                  <a:pt x="316367" y="288"/>
                  <a:pt x="320661" y="0"/>
                  <a:pt x="320661" y="25604"/>
                </a:cubicBezTo>
                <a:lnTo>
                  <a:pt x="320741" y="337057"/>
                </a:lnTo>
                <a:cubicBezTo>
                  <a:pt x="320741" y="362655"/>
                  <a:pt x="320330" y="363016"/>
                  <a:pt x="290842" y="363016"/>
                </a:cubicBezTo>
                <a:lnTo>
                  <a:pt x="30725" y="361656"/>
                </a:lnTo>
                <a:cubicBezTo>
                  <a:pt x="1237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79">
            <a:extLst xmlns:a="http://schemas.openxmlformats.org/drawingml/2006/main">
              <a:ext uri="{FF2B5EF4-FFF2-40B4-BE49-F238E27FC236}">
                <a16:creationId xmlns:a16="http://schemas.microsoft.com/office/drawing/2014/main" id="{B6208420-BA4E-4B94-A8BD-56F8B8CF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090" y="3010358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1"/>
                </a:moveTo>
                <a:lnTo>
                  <a:pt x="110" y="21119"/>
                </a:lnTo>
                <a:lnTo>
                  <a:pt x="319" y="17511"/>
                </a:lnTo>
                <a:lnTo>
                  <a:pt x="686" y="14324"/>
                </a:lnTo>
                <a:lnTo>
                  <a:pt x="963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0" y="7585"/>
                </a:lnTo>
                <a:lnTo>
                  <a:pt x="3553" y="6458"/>
                </a:lnTo>
                <a:lnTo>
                  <a:pt x="4399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2"/>
                </a:lnTo>
                <a:lnTo>
                  <a:pt x="10123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2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8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904" y="325"/>
                </a:lnTo>
                <a:lnTo>
                  <a:pt x="304130" y="429"/>
                </a:lnTo>
                <a:lnTo>
                  <a:pt x="307918" y="650"/>
                </a:lnTo>
                <a:lnTo>
                  <a:pt x="311275" y="1029"/>
                </a:lnTo>
                <a:lnTo>
                  <a:pt x="312868" y="1305"/>
                </a:lnTo>
                <a:lnTo>
                  <a:pt x="314351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83" y="3143"/>
                </a:lnTo>
                <a:lnTo>
                  <a:pt x="319577" y="3848"/>
                </a:lnTo>
                <a:lnTo>
                  <a:pt x="320686" y="4663"/>
                </a:lnTo>
                <a:lnTo>
                  <a:pt x="321704" y="5594"/>
                </a:lnTo>
                <a:lnTo>
                  <a:pt x="322609" y="6635"/>
                </a:lnTo>
                <a:lnTo>
                  <a:pt x="323406" y="7775"/>
                </a:lnTo>
                <a:lnTo>
                  <a:pt x="324093" y="9006"/>
                </a:lnTo>
                <a:lnTo>
                  <a:pt x="324674" y="10318"/>
                </a:lnTo>
                <a:lnTo>
                  <a:pt x="325164" y="11715"/>
                </a:lnTo>
                <a:lnTo>
                  <a:pt x="325568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7" y="24073"/>
                </a:lnTo>
                <a:lnTo>
                  <a:pt x="326788" y="28643"/>
                </a:lnTo>
                <a:lnTo>
                  <a:pt x="326868" y="340132"/>
                </a:lnTo>
                <a:lnTo>
                  <a:pt x="326794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71" y="363084"/>
                </a:lnTo>
                <a:lnTo>
                  <a:pt x="322855" y="364101"/>
                </a:lnTo>
                <a:lnTo>
                  <a:pt x="321925" y="365014"/>
                </a:lnTo>
                <a:lnTo>
                  <a:pt x="320887" y="365816"/>
                </a:lnTo>
                <a:lnTo>
                  <a:pt x="319761" y="366497"/>
                </a:lnTo>
                <a:lnTo>
                  <a:pt x="318548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2" y="368231"/>
                </a:lnTo>
                <a:lnTo>
                  <a:pt x="311343" y="368671"/>
                </a:lnTo>
                <a:lnTo>
                  <a:pt x="307784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4" y="367783"/>
                </a:lnTo>
                <a:lnTo>
                  <a:pt x="28558" y="367765"/>
                </a:lnTo>
                <a:lnTo>
                  <a:pt x="23919" y="367685"/>
                </a:lnTo>
                <a:lnTo>
                  <a:pt x="19821" y="367513"/>
                </a:lnTo>
                <a:lnTo>
                  <a:pt x="16193" y="367201"/>
                </a:lnTo>
                <a:lnTo>
                  <a:pt x="13039" y="366711"/>
                </a:lnTo>
                <a:lnTo>
                  <a:pt x="11537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7" y="363329"/>
                </a:lnTo>
                <a:lnTo>
                  <a:pt x="4442" y="362398"/>
                </a:lnTo>
                <a:lnTo>
                  <a:pt x="3602" y="361363"/>
                </a:lnTo>
                <a:lnTo>
                  <a:pt x="2880" y="360241"/>
                </a:lnTo>
                <a:lnTo>
                  <a:pt x="2273" y="359040"/>
                </a:lnTo>
                <a:lnTo>
                  <a:pt x="1771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3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8" y="29758"/>
                </a:moveTo>
                <a:lnTo>
                  <a:pt x="6128" y="29740"/>
                </a:lnTo>
                <a:lnTo>
                  <a:pt x="6207" y="338110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6"/>
                </a:lnTo>
                <a:lnTo>
                  <a:pt x="6311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2" y="352724"/>
                </a:lnTo>
                <a:lnTo>
                  <a:pt x="6802" y="352533"/>
                </a:lnTo>
                <a:lnTo>
                  <a:pt x="7039" y="353863"/>
                </a:lnTo>
                <a:lnTo>
                  <a:pt x="7009" y="353697"/>
                </a:lnTo>
                <a:lnTo>
                  <a:pt x="7297" y="354923"/>
                </a:lnTo>
                <a:lnTo>
                  <a:pt x="7243" y="354727"/>
                </a:lnTo>
                <a:lnTo>
                  <a:pt x="7590" y="355854"/>
                </a:lnTo>
                <a:lnTo>
                  <a:pt x="7511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7" y="357331"/>
                </a:lnTo>
                <a:lnTo>
                  <a:pt x="8118" y="357061"/>
                </a:lnTo>
                <a:lnTo>
                  <a:pt x="8663" y="357907"/>
                </a:lnTo>
                <a:lnTo>
                  <a:pt x="8462" y="357631"/>
                </a:lnTo>
                <a:lnTo>
                  <a:pt x="9085" y="358397"/>
                </a:lnTo>
                <a:lnTo>
                  <a:pt x="8847" y="358134"/>
                </a:lnTo>
                <a:lnTo>
                  <a:pt x="9552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4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7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6" y="360113"/>
                </a:lnTo>
                <a:lnTo>
                  <a:pt x="13197" y="360468"/>
                </a:lnTo>
                <a:lnTo>
                  <a:pt x="13013" y="360419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3" y="361136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45" y="361393"/>
                </a:lnTo>
                <a:lnTo>
                  <a:pt x="24140" y="361564"/>
                </a:lnTo>
                <a:lnTo>
                  <a:pt x="24061" y="361558"/>
                </a:lnTo>
                <a:lnTo>
                  <a:pt x="28638" y="361638"/>
                </a:lnTo>
                <a:lnTo>
                  <a:pt x="28601" y="361638"/>
                </a:lnTo>
                <a:lnTo>
                  <a:pt x="33807" y="361657"/>
                </a:lnTo>
                <a:lnTo>
                  <a:pt x="293917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1"/>
                </a:lnTo>
                <a:lnTo>
                  <a:pt x="310786" y="362569"/>
                </a:lnTo>
                <a:lnTo>
                  <a:pt x="310589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3" y="361950"/>
                </a:lnTo>
                <a:lnTo>
                  <a:pt x="314339" y="361993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8" y="361356"/>
                </a:lnTo>
                <a:lnTo>
                  <a:pt x="316067" y="361460"/>
                </a:lnTo>
                <a:lnTo>
                  <a:pt x="317011" y="361019"/>
                </a:lnTo>
                <a:lnTo>
                  <a:pt x="316728" y="361166"/>
                </a:lnTo>
                <a:lnTo>
                  <a:pt x="317581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70" y="360510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4" y="359396"/>
                </a:lnTo>
                <a:lnTo>
                  <a:pt x="318567" y="359689"/>
                </a:lnTo>
                <a:lnTo>
                  <a:pt x="319081" y="358869"/>
                </a:lnTo>
                <a:lnTo>
                  <a:pt x="318922" y="359157"/>
                </a:lnTo>
                <a:lnTo>
                  <a:pt x="319363" y="358244"/>
                </a:lnTo>
                <a:lnTo>
                  <a:pt x="319253" y="358507"/>
                </a:lnTo>
                <a:lnTo>
                  <a:pt x="319627" y="357509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5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7" y="351718"/>
                </a:lnTo>
                <a:lnTo>
                  <a:pt x="320515" y="351884"/>
                </a:lnTo>
                <a:lnTo>
                  <a:pt x="320666" y="348447"/>
                </a:lnTo>
                <a:lnTo>
                  <a:pt x="320666" y="348558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62" y="28668"/>
                </a:lnTo>
                <a:lnTo>
                  <a:pt x="320662" y="28704"/>
                </a:lnTo>
                <a:lnTo>
                  <a:pt x="320606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34" y="20537"/>
                </a:lnTo>
                <a:lnTo>
                  <a:pt x="320085" y="17137"/>
                </a:lnTo>
                <a:lnTo>
                  <a:pt x="320111" y="17309"/>
                </a:lnTo>
                <a:lnTo>
                  <a:pt x="319864" y="15795"/>
                </a:lnTo>
                <a:lnTo>
                  <a:pt x="319890" y="15942"/>
                </a:lnTo>
                <a:lnTo>
                  <a:pt x="319596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4" y="12462"/>
                </a:lnTo>
                <a:lnTo>
                  <a:pt x="319026" y="12689"/>
                </a:lnTo>
                <a:lnTo>
                  <a:pt x="318548" y="11616"/>
                </a:lnTo>
                <a:lnTo>
                  <a:pt x="318676" y="11868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4" y="10281"/>
                </a:lnTo>
                <a:lnTo>
                  <a:pt x="317885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5" y="9503"/>
                </a:lnTo>
                <a:lnTo>
                  <a:pt x="316071" y="8878"/>
                </a:lnTo>
                <a:lnTo>
                  <a:pt x="316337" y="9049"/>
                </a:lnTo>
                <a:lnTo>
                  <a:pt x="315398" y="8498"/>
                </a:lnTo>
                <a:lnTo>
                  <a:pt x="315655" y="8633"/>
                </a:lnTo>
                <a:lnTo>
                  <a:pt x="314627" y="8155"/>
                </a:lnTo>
                <a:lnTo>
                  <a:pt x="314866" y="8253"/>
                </a:lnTo>
                <a:lnTo>
                  <a:pt x="313745" y="7836"/>
                </a:lnTo>
                <a:lnTo>
                  <a:pt x="313953" y="7904"/>
                </a:lnTo>
                <a:lnTo>
                  <a:pt x="312733" y="7554"/>
                </a:lnTo>
                <a:lnTo>
                  <a:pt x="312911" y="7598"/>
                </a:lnTo>
                <a:lnTo>
                  <a:pt x="311594" y="7297"/>
                </a:lnTo>
                <a:lnTo>
                  <a:pt x="311747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31" y="6550"/>
                </a:lnTo>
                <a:lnTo>
                  <a:pt x="303929" y="6556"/>
                </a:lnTo>
                <a:lnTo>
                  <a:pt x="299782" y="6452"/>
                </a:lnTo>
                <a:lnTo>
                  <a:pt x="299842" y="6452"/>
                </a:lnTo>
                <a:lnTo>
                  <a:pt x="289929" y="6415"/>
                </a:lnTo>
                <a:lnTo>
                  <a:pt x="289936" y="6415"/>
                </a:lnTo>
                <a:lnTo>
                  <a:pt x="33789" y="6127"/>
                </a:lnTo>
                <a:lnTo>
                  <a:pt x="33803" y="6127"/>
                </a:lnTo>
                <a:lnTo>
                  <a:pt x="28601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9" y="6390"/>
                </a:lnTo>
                <a:lnTo>
                  <a:pt x="20273" y="6384"/>
                </a:lnTo>
                <a:lnTo>
                  <a:pt x="16812" y="6684"/>
                </a:lnTo>
                <a:lnTo>
                  <a:pt x="17027" y="6660"/>
                </a:lnTo>
                <a:lnTo>
                  <a:pt x="14074" y="7120"/>
                </a:lnTo>
                <a:lnTo>
                  <a:pt x="14294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6" y="8026"/>
                </a:lnTo>
                <a:lnTo>
                  <a:pt x="11366" y="7922"/>
                </a:lnTo>
                <a:lnTo>
                  <a:pt x="10385" y="8400"/>
                </a:lnTo>
                <a:lnTo>
                  <a:pt x="10648" y="8253"/>
                </a:lnTo>
                <a:lnTo>
                  <a:pt x="9767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09" y="8995"/>
                </a:lnTo>
                <a:lnTo>
                  <a:pt x="8797" y="9687"/>
                </a:lnTo>
                <a:lnTo>
                  <a:pt x="9037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5" y="11182"/>
                </a:lnTo>
                <a:lnTo>
                  <a:pt x="7444" y="12217"/>
                </a:lnTo>
                <a:lnTo>
                  <a:pt x="7523" y="11984"/>
                </a:lnTo>
                <a:lnTo>
                  <a:pt x="7174" y="13112"/>
                </a:lnTo>
                <a:lnTo>
                  <a:pt x="7230" y="12915"/>
                </a:lnTo>
                <a:lnTo>
                  <a:pt x="6936" y="14147"/>
                </a:lnTo>
                <a:lnTo>
                  <a:pt x="6972" y="13981"/>
                </a:lnTo>
                <a:lnTo>
                  <a:pt x="6734" y="15317"/>
                </a:lnTo>
                <a:lnTo>
                  <a:pt x="6765" y="15121"/>
                </a:lnTo>
                <a:lnTo>
                  <a:pt x="6416" y="18123"/>
                </a:lnTo>
                <a:lnTo>
                  <a:pt x="6433" y="17946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80">
            <a:extLst xmlns:a="http://schemas.openxmlformats.org/drawingml/2006/main">
              <a:ext uri="{FF2B5EF4-FFF2-40B4-BE49-F238E27FC236}">
                <a16:creationId xmlns:a16="http://schemas.microsoft.com/office/drawing/2014/main" id="{7C784C58-74D5-4B46-9798-0E10CFA0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309" y="3013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1" y="288"/>
                </a:lnTo>
                <a:cubicBezTo>
                  <a:pt x="316360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29" y="363016"/>
                  <a:pt x="290842" y="363016"/>
                </a:cubicBezTo>
                <a:lnTo>
                  <a:pt x="30726" y="361656"/>
                </a:lnTo>
                <a:cubicBezTo>
                  <a:pt x="1237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ath-181">
            <a:extLst xmlns:a="http://schemas.openxmlformats.org/drawingml/2006/main">
              <a:ext uri="{FF2B5EF4-FFF2-40B4-BE49-F238E27FC236}">
                <a16:creationId xmlns:a16="http://schemas.microsoft.com/office/drawing/2014/main" id="{2E701FE8-3349-42E6-9A92-77500B90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245" y="3010358"/>
            <a:ext cx="326867" cy="369143"/>
          </a:xfrm>
          <a:custGeom xmlns:a="http://schemas.openxmlformats.org/drawingml/2006/main">
            <a:pathLst>
              <a:path w="326867" h="369143">
                <a:moveTo>
                  <a:pt x="19" y="25181"/>
                </a:moveTo>
                <a:lnTo>
                  <a:pt x="110" y="21119"/>
                </a:lnTo>
                <a:lnTo>
                  <a:pt x="319" y="17511"/>
                </a:lnTo>
                <a:lnTo>
                  <a:pt x="687" y="14324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31" y="7585"/>
                </a:lnTo>
                <a:lnTo>
                  <a:pt x="3553" y="6458"/>
                </a:lnTo>
                <a:lnTo>
                  <a:pt x="4399" y="5416"/>
                </a:lnTo>
                <a:lnTo>
                  <a:pt x="5354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0" y="2352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2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1" y="429"/>
                </a:lnTo>
                <a:lnTo>
                  <a:pt x="307917" y="650"/>
                </a:lnTo>
                <a:lnTo>
                  <a:pt x="311275" y="1029"/>
                </a:lnTo>
                <a:lnTo>
                  <a:pt x="312861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3"/>
                </a:lnTo>
                <a:lnTo>
                  <a:pt x="321702" y="5594"/>
                </a:lnTo>
                <a:lnTo>
                  <a:pt x="322609" y="6635"/>
                </a:lnTo>
                <a:lnTo>
                  <a:pt x="323407" y="7775"/>
                </a:lnTo>
                <a:lnTo>
                  <a:pt x="324093" y="9006"/>
                </a:lnTo>
                <a:lnTo>
                  <a:pt x="324674" y="10318"/>
                </a:lnTo>
                <a:lnTo>
                  <a:pt x="325165" y="11715"/>
                </a:lnTo>
                <a:lnTo>
                  <a:pt x="325568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8" y="24073"/>
                </a:lnTo>
                <a:lnTo>
                  <a:pt x="326788" y="28643"/>
                </a:lnTo>
                <a:lnTo>
                  <a:pt x="326867" y="340132"/>
                </a:lnTo>
                <a:lnTo>
                  <a:pt x="326795" y="348667"/>
                </a:lnTo>
                <a:lnTo>
                  <a:pt x="326629" y="352246"/>
                </a:lnTo>
                <a:lnTo>
                  <a:pt x="326316" y="355370"/>
                </a:lnTo>
                <a:lnTo>
                  <a:pt x="326077" y="356853"/>
                </a:lnTo>
                <a:lnTo>
                  <a:pt x="325784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3" y="361975"/>
                </a:lnTo>
                <a:lnTo>
                  <a:pt x="323670" y="363084"/>
                </a:lnTo>
                <a:lnTo>
                  <a:pt x="322854" y="364101"/>
                </a:lnTo>
                <a:lnTo>
                  <a:pt x="321923" y="365014"/>
                </a:lnTo>
                <a:lnTo>
                  <a:pt x="320889" y="365816"/>
                </a:lnTo>
                <a:lnTo>
                  <a:pt x="319754" y="366497"/>
                </a:lnTo>
                <a:lnTo>
                  <a:pt x="318547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2" y="368231"/>
                </a:lnTo>
                <a:lnTo>
                  <a:pt x="311343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8" y="367765"/>
                </a:lnTo>
                <a:lnTo>
                  <a:pt x="23919" y="367685"/>
                </a:lnTo>
                <a:lnTo>
                  <a:pt x="19814" y="367513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8" y="366368"/>
                </a:lnTo>
                <a:lnTo>
                  <a:pt x="10152" y="365951"/>
                </a:lnTo>
                <a:lnTo>
                  <a:pt x="8840" y="365455"/>
                </a:lnTo>
                <a:lnTo>
                  <a:pt x="7609" y="364855"/>
                </a:lnTo>
                <a:lnTo>
                  <a:pt x="6457" y="364150"/>
                </a:lnTo>
                <a:lnTo>
                  <a:pt x="5397" y="363329"/>
                </a:lnTo>
                <a:lnTo>
                  <a:pt x="4442" y="362398"/>
                </a:lnTo>
                <a:lnTo>
                  <a:pt x="3603" y="361363"/>
                </a:lnTo>
                <a:lnTo>
                  <a:pt x="2880" y="360241"/>
                </a:lnTo>
                <a:lnTo>
                  <a:pt x="2266" y="359040"/>
                </a:lnTo>
                <a:lnTo>
                  <a:pt x="1764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3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6" y="29758"/>
                </a:moveTo>
                <a:lnTo>
                  <a:pt x="6126" y="29740"/>
                </a:lnTo>
                <a:lnTo>
                  <a:pt x="6205" y="338110"/>
                </a:lnTo>
                <a:lnTo>
                  <a:pt x="6205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6"/>
                </a:lnTo>
                <a:lnTo>
                  <a:pt x="6310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1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7"/>
                </a:lnTo>
                <a:lnTo>
                  <a:pt x="7297" y="354923"/>
                </a:lnTo>
                <a:lnTo>
                  <a:pt x="7243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798" y="356399"/>
                </a:lnTo>
                <a:lnTo>
                  <a:pt x="8270" y="357331"/>
                </a:lnTo>
                <a:lnTo>
                  <a:pt x="8117" y="357061"/>
                </a:lnTo>
                <a:lnTo>
                  <a:pt x="8663" y="357907"/>
                </a:lnTo>
                <a:lnTo>
                  <a:pt x="8461" y="357631"/>
                </a:lnTo>
                <a:lnTo>
                  <a:pt x="9087" y="358397"/>
                </a:lnTo>
                <a:lnTo>
                  <a:pt x="8847" y="358134"/>
                </a:lnTo>
                <a:lnTo>
                  <a:pt x="9545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796" y="359016"/>
                </a:lnTo>
                <a:lnTo>
                  <a:pt x="10680" y="359555"/>
                </a:lnTo>
                <a:lnTo>
                  <a:pt x="10414" y="359408"/>
                </a:lnTo>
                <a:lnTo>
                  <a:pt x="11389" y="359879"/>
                </a:lnTo>
                <a:lnTo>
                  <a:pt x="11150" y="359775"/>
                </a:lnTo>
                <a:lnTo>
                  <a:pt x="12228" y="360186"/>
                </a:lnTo>
                <a:lnTo>
                  <a:pt x="12014" y="360113"/>
                </a:lnTo>
                <a:lnTo>
                  <a:pt x="13198" y="360468"/>
                </a:lnTo>
                <a:lnTo>
                  <a:pt x="13013" y="360419"/>
                </a:lnTo>
                <a:lnTo>
                  <a:pt x="14305" y="360719"/>
                </a:lnTo>
                <a:lnTo>
                  <a:pt x="14085" y="360676"/>
                </a:lnTo>
                <a:lnTo>
                  <a:pt x="17033" y="361136"/>
                </a:lnTo>
                <a:lnTo>
                  <a:pt x="16823" y="361111"/>
                </a:lnTo>
                <a:lnTo>
                  <a:pt x="20273" y="361405"/>
                </a:lnTo>
                <a:lnTo>
                  <a:pt x="20139" y="361393"/>
                </a:lnTo>
                <a:lnTo>
                  <a:pt x="24133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599" y="361638"/>
                </a:lnTo>
                <a:lnTo>
                  <a:pt x="33801" y="361657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4" y="362949"/>
                </a:lnTo>
                <a:lnTo>
                  <a:pt x="303548" y="362955"/>
                </a:lnTo>
                <a:lnTo>
                  <a:pt x="307507" y="362814"/>
                </a:lnTo>
                <a:lnTo>
                  <a:pt x="307385" y="362821"/>
                </a:lnTo>
                <a:lnTo>
                  <a:pt x="310785" y="362569"/>
                </a:lnTo>
                <a:lnTo>
                  <a:pt x="310589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1" y="361950"/>
                </a:lnTo>
                <a:lnTo>
                  <a:pt x="314339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6" y="361460"/>
                </a:lnTo>
                <a:lnTo>
                  <a:pt x="317003" y="361019"/>
                </a:lnTo>
                <a:lnTo>
                  <a:pt x="316728" y="361166"/>
                </a:lnTo>
                <a:lnTo>
                  <a:pt x="317574" y="360658"/>
                </a:lnTo>
                <a:lnTo>
                  <a:pt x="317291" y="360854"/>
                </a:lnTo>
                <a:lnTo>
                  <a:pt x="318045" y="360272"/>
                </a:lnTo>
                <a:lnTo>
                  <a:pt x="317770" y="360510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5" y="359689"/>
                </a:lnTo>
                <a:lnTo>
                  <a:pt x="319081" y="358869"/>
                </a:lnTo>
                <a:lnTo>
                  <a:pt x="318921" y="359157"/>
                </a:lnTo>
                <a:lnTo>
                  <a:pt x="319363" y="358244"/>
                </a:lnTo>
                <a:lnTo>
                  <a:pt x="319253" y="358507"/>
                </a:lnTo>
                <a:lnTo>
                  <a:pt x="319626" y="357509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5" y="356834"/>
                </a:lnTo>
                <a:lnTo>
                  <a:pt x="320072" y="355634"/>
                </a:lnTo>
                <a:lnTo>
                  <a:pt x="320042" y="355799"/>
                </a:lnTo>
                <a:lnTo>
                  <a:pt x="320256" y="354488"/>
                </a:lnTo>
                <a:lnTo>
                  <a:pt x="320233" y="354672"/>
                </a:lnTo>
                <a:lnTo>
                  <a:pt x="320520" y="351718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8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61" y="28668"/>
                </a:lnTo>
                <a:lnTo>
                  <a:pt x="320661" y="28704"/>
                </a:lnTo>
                <a:lnTo>
                  <a:pt x="320606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90" y="15942"/>
                </a:lnTo>
                <a:lnTo>
                  <a:pt x="319596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4" y="12462"/>
                </a:lnTo>
                <a:lnTo>
                  <a:pt x="319026" y="12689"/>
                </a:lnTo>
                <a:lnTo>
                  <a:pt x="318547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7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199" y="9748"/>
                </a:lnTo>
                <a:lnTo>
                  <a:pt x="317433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5" y="9049"/>
                </a:lnTo>
                <a:lnTo>
                  <a:pt x="315398" y="8498"/>
                </a:lnTo>
                <a:lnTo>
                  <a:pt x="315656" y="8633"/>
                </a:lnTo>
                <a:lnTo>
                  <a:pt x="314626" y="8155"/>
                </a:lnTo>
                <a:lnTo>
                  <a:pt x="314866" y="8253"/>
                </a:lnTo>
                <a:lnTo>
                  <a:pt x="313745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1" y="7598"/>
                </a:lnTo>
                <a:lnTo>
                  <a:pt x="311594" y="7297"/>
                </a:lnTo>
                <a:lnTo>
                  <a:pt x="311740" y="7328"/>
                </a:lnTo>
                <a:lnTo>
                  <a:pt x="310319" y="7083"/>
                </a:lnTo>
                <a:lnTo>
                  <a:pt x="310496" y="7107"/>
                </a:lnTo>
                <a:lnTo>
                  <a:pt x="307310" y="6752"/>
                </a:lnTo>
                <a:lnTo>
                  <a:pt x="307477" y="6764"/>
                </a:lnTo>
                <a:lnTo>
                  <a:pt x="303824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2" y="6452"/>
                </a:lnTo>
                <a:lnTo>
                  <a:pt x="289930" y="6415"/>
                </a:lnTo>
                <a:lnTo>
                  <a:pt x="289935" y="6415"/>
                </a:lnTo>
                <a:lnTo>
                  <a:pt x="33790" y="6127"/>
                </a:lnTo>
                <a:lnTo>
                  <a:pt x="33801" y="6127"/>
                </a:lnTo>
                <a:lnTo>
                  <a:pt x="28594" y="6145"/>
                </a:lnTo>
                <a:lnTo>
                  <a:pt x="28637" y="6145"/>
                </a:lnTo>
                <a:lnTo>
                  <a:pt x="24053" y="6225"/>
                </a:lnTo>
                <a:lnTo>
                  <a:pt x="24133" y="6219"/>
                </a:lnTo>
                <a:lnTo>
                  <a:pt x="20139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7" y="6660"/>
                </a:lnTo>
                <a:lnTo>
                  <a:pt x="14072" y="7120"/>
                </a:lnTo>
                <a:lnTo>
                  <a:pt x="14293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6" y="8026"/>
                </a:lnTo>
                <a:lnTo>
                  <a:pt x="11366" y="7922"/>
                </a:lnTo>
                <a:lnTo>
                  <a:pt x="10384" y="8400"/>
                </a:lnTo>
                <a:lnTo>
                  <a:pt x="10649" y="8253"/>
                </a:lnTo>
                <a:lnTo>
                  <a:pt x="9766" y="8798"/>
                </a:lnTo>
                <a:lnTo>
                  <a:pt x="10035" y="8608"/>
                </a:lnTo>
                <a:lnTo>
                  <a:pt x="9245" y="9227"/>
                </a:lnTo>
                <a:lnTo>
                  <a:pt x="9509" y="8995"/>
                </a:lnTo>
                <a:lnTo>
                  <a:pt x="8798" y="9687"/>
                </a:lnTo>
                <a:lnTo>
                  <a:pt x="9037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5" y="11439"/>
                </a:lnTo>
                <a:lnTo>
                  <a:pt x="7854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5" y="13112"/>
                </a:lnTo>
                <a:lnTo>
                  <a:pt x="7230" y="12915"/>
                </a:lnTo>
                <a:lnTo>
                  <a:pt x="6936" y="14147"/>
                </a:lnTo>
                <a:lnTo>
                  <a:pt x="6972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6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82">
            <a:extLst xmlns:a="http://schemas.openxmlformats.org/drawingml/2006/main">
              <a:ext uri="{FF2B5EF4-FFF2-40B4-BE49-F238E27FC236}">
                <a16:creationId xmlns:a16="http://schemas.microsoft.com/office/drawing/2014/main" id="{ACC22D3E-4701-4F65-AC3D-CA862C59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913" y="3013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2" y="288"/>
                </a:lnTo>
                <a:cubicBezTo>
                  <a:pt x="316360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2" y="363016"/>
                  <a:pt x="290842" y="363016"/>
                </a:cubicBezTo>
                <a:lnTo>
                  <a:pt x="30726" y="361656"/>
                </a:lnTo>
                <a:cubicBezTo>
                  <a:pt x="1237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83">
            <a:extLst xmlns:a="http://schemas.openxmlformats.org/drawingml/2006/main">
              <a:ext uri="{FF2B5EF4-FFF2-40B4-BE49-F238E27FC236}">
                <a16:creationId xmlns:a16="http://schemas.microsoft.com/office/drawing/2014/main" id="{68CF7E63-657F-41B2-A1EC-047BD360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849" y="3010358"/>
            <a:ext cx="326867" cy="369143"/>
          </a:xfrm>
          <a:custGeom xmlns:a="http://schemas.openxmlformats.org/drawingml/2006/main">
            <a:pathLst>
              <a:path w="326867" h="369143">
                <a:moveTo>
                  <a:pt x="20" y="25181"/>
                </a:moveTo>
                <a:lnTo>
                  <a:pt x="110" y="21119"/>
                </a:lnTo>
                <a:lnTo>
                  <a:pt x="319" y="17511"/>
                </a:lnTo>
                <a:lnTo>
                  <a:pt x="687" y="14324"/>
                </a:lnTo>
                <a:lnTo>
                  <a:pt x="957" y="12811"/>
                </a:lnTo>
                <a:lnTo>
                  <a:pt x="1294" y="11402"/>
                </a:lnTo>
                <a:lnTo>
                  <a:pt x="1710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4" y="6458"/>
                </a:lnTo>
                <a:lnTo>
                  <a:pt x="4399" y="5416"/>
                </a:lnTo>
                <a:lnTo>
                  <a:pt x="5355" y="4485"/>
                </a:lnTo>
                <a:lnTo>
                  <a:pt x="6422" y="3664"/>
                </a:lnTo>
                <a:lnTo>
                  <a:pt x="7573" y="2953"/>
                </a:lnTo>
                <a:lnTo>
                  <a:pt x="8810" y="2352"/>
                </a:lnTo>
                <a:lnTo>
                  <a:pt x="10121" y="1850"/>
                </a:lnTo>
                <a:lnTo>
                  <a:pt x="11507" y="1434"/>
                </a:lnTo>
                <a:lnTo>
                  <a:pt x="13014" y="1085"/>
                </a:lnTo>
                <a:lnTo>
                  <a:pt x="16182" y="588"/>
                </a:lnTo>
                <a:lnTo>
                  <a:pt x="19809" y="276"/>
                </a:lnTo>
                <a:lnTo>
                  <a:pt x="23914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8" y="325"/>
                </a:lnTo>
                <a:lnTo>
                  <a:pt x="304131" y="429"/>
                </a:lnTo>
                <a:lnTo>
                  <a:pt x="307918" y="650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2" y="1642"/>
                </a:lnTo>
                <a:lnTo>
                  <a:pt x="315766" y="2052"/>
                </a:lnTo>
                <a:lnTo>
                  <a:pt x="317109" y="2549"/>
                </a:lnTo>
                <a:lnTo>
                  <a:pt x="318377" y="3143"/>
                </a:lnTo>
                <a:lnTo>
                  <a:pt x="319577" y="3848"/>
                </a:lnTo>
                <a:lnTo>
                  <a:pt x="320686" y="4663"/>
                </a:lnTo>
                <a:lnTo>
                  <a:pt x="321704" y="5594"/>
                </a:lnTo>
                <a:lnTo>
                  <a:pt x="322611" y="6635"/>
                </a:lnTo>
                <a:lnTo>
                  <a:pt x="323407" y="7775"/>
                </a:lnTo>
                <a:lnTo>
                  <a:pt x="324093" y="9006"/>
                </a:lnTo>
                <a:lnTo>
                  <a:pt x="324674" y="10318"/>
                </a:lnTo>
                <a:lnTo>
                  <a:pt x="325165" y="11715"/>
                </a:lnTo>
                <a:lnTo>
                  <a:pt x="325570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8" y="24073"/>
                </a:lnTo>
                <a:lnTo>
                  <a:pt x="326788" y="28643"/>
                </a:lnTo>
                <a:lnTo>
                  <a:pt x="326867" y="340132"/>
                </a:lnTo>
                <a:lnTo>
                  <a:pt x="326795" y="348667"/>
                </a:lnTo>
                <a:lnTo>
                  <a:pt x="326630" y="352246"/>
                </a:lnTo>
                <a:lnTo>
                  <a:pt x="326316" y="355370"/>
                </a:lnTo>
                <a:lnTo>
                  <a:pt x="326079" y="356853"/>
                </a:lnTo>
                <a:lnTo>
                  <a:pt x="325784" y="358231"/>
                </a:lnTo>
                <a:lnTo>
                  <a:pt x="325405" y="359543"/>
                </a:lnTo>
                <a:lnTo>
                  <a:pt x="324938" y="360793"/>
                </a:lnTo>
                <a:lnTo>
                  <a:pt x="324363" y="361975"/>
                </a:lnTo>
                <a:lnTo>
                  <a:pt x="323670" y="363084"/>
                </a:lnTo>
                <a:lnTo>
                  <a:pt x="322856" y="364101"/>
                </a:lnTo>
                <a:lnTo>
                  <a:pt x="321923" y="365014"/>
                </a:lnTo>
                <a:lnTo>
                  <a:pt x="320889" y="365816"/>
                </a:lnTo>
                <a:lnTo>
                  <a:pt x="319755" y="366497"/>
                </a:lnTo>
                <a:lnTo>
                  <a:pt x="318549" y="367066"/>
                </a:lnTo>
                <a:lnTo>
                  <a:pt x="317268" y="367532"/>
                </a:lnTo>
                <a:lnTo>
                  <a:pt x="315913" y="367918"/>
                </a:lnTo>
                <a:lnTo>
                  <a:pt x="314442" y="368231"/>
                </a:lnTo>
                <a:lnTo>
                  <a:pt x="311343" y="368671"/>
                </a:lnTo>
                <a:lnTo>
                  <a:pt x="307778" y="368935"/>
                </a:lnTo>
                <a:lnTo>
                  <a:pt x="303715" y="369076"/>
                </a:lnTo>
                <a:lnTo>
                  <a:pt x="293905" y="369143"/>
                </a:lnTo>
                <a:lnTo>
                  <a:pt x="33778" y="367783"/>
                </a:lnTo>
                <a:lnTo>
                  <a:pt x="33784" y="367783"/>
                </a:lnTo>
                <a:lnTo>
                  <a:pt x="28558" y="367765"/>
                </a:lnTo>
                <a:lnTo>
                  <a:pt x="23921" y="367685"/>
                </a:lnTo>
                <a:lnTo>
                  <a:pt x="19814" y="367513"/>
                </a:lnTo>
                <a:lnTo>
                  <a:pt x="16193" y="367201"/>
                </a:lnTo>
                <a:lnTo>
                  <a:pt x="13039" y="366711"/>
                </a:lnTo>
                <a:lnTo>
                  <a:pt x="11538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10" y="364855"/>
                </a:lnTo>
                <a:lnTo>
                  <a:pt x="6459" y="364150"/>
                </a:lnTo>
                <a:lnTo>
                  <a:pt x="5399" y="363329"/>
                </a:lnTo>
                <a:lnTo>
                  <a:pt x="4443" y="362398"/>
                </a:lnTo>
                <a:lnTo>
                  <a:pt x="3603" y="361363"/>
                </a:lnTo>
                <a:lnTo>
                  <a:pt x="2880" y="360241"/>
                </a:lnTo>
                <a:lnTo>
                  <a:pt x="2267" y="359040"/>
                </a:lnTo>
                <a:lnTo>
                  <a:pt x="1764" y="357766"/>
                </a:lnTo>
                <a:lnTo>
                  <a:pt x="1355" y="356430"/>
                </a:lnTo>
                <a:lnTo>
                  <a:pt x="1023" y="355021"/>
                </a:lnTo>
                <a:lnTo>
                  <a:pt x="755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3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20" y="25181"/>
                </a:lnTo>
                <a:moveTo>
                  <a:pt x="6126" y="29758"/>
                </a:moveTo>
                <a:lnTo>
                  <a:pt x="6126" y="29740"/>
                </a:lnTo>
                <a:lnTo>
                  <a:pt x="6208" y="338110"/>
                </a:lnTo>
                <a:lnTo>
                  <a:pt x="6208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6"/>
                </a:lnTo>
                <a:lnTo>
                  <a:pt x="6311" y="346437"/>
                </a:lnTo>
                <a:lnTo>
                  <a:pt x="6508" y="349905"/>
                </a:lnTo>
                <a:lnTo>
                  <a:pt x="6489" y="349727"/>
                </a:lnTo>
                <a:lnTo>
                  <a:pt x="6831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10" y="353697"/>
                </a:lnTo>
                <a:lnTo>
                  <a:pt x="7298" y="354923"/>
                </a:lnTo>
                <a:lnTo>
                  <a:pt x="7243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1" y="356399"/>
                </a:lnTo>
                <a:lnTo>
                  <a:pt x="8272" y="357331"/>
                </a:lnTo>
                <a:lnTo>
                  <a:pt x="8119" y="357061"/>
                </a:lnTo>
                <a:lnTo>
                  <a:pt x="8663" y="357907"/>
                </a:lnTo>
                <a:lnTo>
                  <a:pt x="8461" y="357631"/>
                </a:lnTo>
                <a:lnTo>
                  <a:pt x="9087" y="358397"/>
                </a:lnTo>
                <a:lnTo>
                  <a:pt x="8847" y="358134"/>
                </a:lnTo>
                <a:lnTo>
                  <a:pt x="9546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797" y="359016"/>
                </a:lnTo>
                <a:lnTo>
                  <a:pt x="10680" y="359555"/>
                </a:lnTo>
                <a:lnTo>
                  <a:pt x="10417" y="359408"/>
                </a:lnTo>
                <a:lnTo>
                  <a:pt x="11390" y="359879"/>
                </a:lnTo>
                <a:lnTo>
                  <a:pt x="11152" y="359775"/>
                </a:lnTo>
                <a:lnTo>
                  <a:pt x="12229" y="360186"/>
                </a:lnTo>
                <a:lnTo>
                  <a:pt x="12016" y="360113"/>
                </a:lnTo>
                <a:lnTo>
                  <a:pt x="13198" y="360468"/>
                </a:lnTo>
                <a:lnTo>
                  <a:pt x="13014" y="360419"/>
                </a:lnTo>
                <a:lnTo>
                  <a:pt x="14307" y="360719"/>
                </a:lnTo>
                <a:lnTo>
                  <a:pt x="14086" y="360676"/>
                </a:lnTo>
                <a:lnTo>
                  <a:pt x="17033" y="361136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39" y="361393"/>
                </a:lnTo>
                <a:lnTo>
                  <a:pt x="24135" y="361564"/>
                </a:lnTo>
                <a:lnTo>
                  <a:pt x="24060" y="361558"/>
                </a:lnTo>
                <a:lnTo>
                  <a:pt x="28638" y="361638"/>
                </a:lnTo>
                <a:lnTo>
                  <a:pt x="28599" y="361638"/>
                </a:lnTo>
                <a:lnTo>
                  <a:pt x="33801" y="361657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50" y="362955"/>
                </a:lnTo>
                <a:lnTo>
                  <a:pt x="307508" y="362814"/>
                </a:lnTo>
                <a:lnTo>
                  <a:pt x="307385" y="362821"/>
                </a:lnTo>
                <a:lnTo>
                  <a:pt x="310785" y="362569"/>
                </a:lnTo>
                <a:lnTo>
                  <a:pt x="310589" y="362588"/>
                </a:lnTo>
                <a:lnTo>
                  <a:pt x="313475" y="362183"/>
                </a:lnTo>
                <a:lnTo>
                  <a:pt x="313261" y="362220"/>
                </a:lnTo>
                <a:lnTo>
                  <a:pt x="314524" y="361950"/>
                </a:lnTo>
                <a:lnTo>
                  <a:pt x="314339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7" y="361460"/>
                </a:lnTo>
                <a:lnTo>
                  <a:pt x="317004" y="361019"/>
                </a:lnTo>
                <a:lnTo>
                  <a:pt x="316728" y="361166"/>
                </a:lnTo>
                <a:lnTo>
                  <a:pt x="317574" y="360658"/>
                </a:lnTo>
                <a:lnTo>
                  <a:pt x="317291" y="360854"/>
                </a:lnTo>
                <a:lnTo>
                  <a:pt x="318046" y="360272"/>
                </a:lnTo>
                <a:lnTo>
                  <a:pt x="317770" y="360510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7" y="359689"/>
                </a:lnTo>
                <a:lnTo>
                  <a:pt x="319082" y="358869"/>
                </a:lnTo>
                <a:lnTo>
                  <a:pt x="318921" y="359157"/>
                </a:lnTo>
                <a:lnTo>
                  <a:pt x="319363" y="358244"/>
                </a:lnTo>
                <a:lnTo>
                  <a:pt x="319254" y="358507"/>
                </a:lnTo>
                <a:lnTo>
                  <a:pt x="319626" y="357509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7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8"/>
                </a:lnTo>
                <a:lnTo>
                  <a:pt x="320742" y="340090"/>
                </a:lnTo>
                <a:lnTo>
                  <a:pt x="320742" y="340120"/>
                </a:lnTo>
                <a:lnTo>
                  <a:pt x="320662" y="28668"/>
                </a:lnTo>
                <a:lnTo>
                  <a:pt x="320662" y="28704"/>
                </a:lnTo>
                <a:lnTo>
                  <a:pt x="320600" y="24201"/>
                </a:lnTo>
                <a:lnTo>
                  <a:pt x="320607" y="24305"/>
                </a:lnTo>
                <a:lnTo>
                  <a:pt x="320423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5" y="17309"/>
                </a:lnTo>
                <a:lnTo>
                  <a:pt x="319865" y="15795"/>
                </a:lnTo>
                <a:lnTo>
                  <a:pt x="319891" y="15942"/>
                </a:lnTo>
                <a:lnTo>
                  <a:pt x="319596" y="14545"/>
                </a:lnTo>
                <a:lnTo>
                  <a:pt x="319639" y="14717"/>
                </a:lnTo>
                <a:lnTo>
                  <a:pt x="319284" y="13436"/>
                </a:lnTo>
                <a:lnTo>
                  <a:pt x="319344" y="13638"/>
                </a:lnTo>
                <a:lnTo>
                  <a:pt x="318934" y="12462"/>
                </a:lnTo>
                <a:lnTo>
                  <a:pt x="319026" y="12689"/>
                </a:lnTo>
                <a:lnTo>
                  <a:pt x="318549" y="11616"/>
                </a:lnTo>
                <a:lnTo>
                  <a:pt x="318677" y="11868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8" y="9288"/>
                </a:lnTo>
                <a:lnTo>
                  <a:pt x="316925" y="9503"/>
                </a:lnTo>
                <a:lnTo>
                  <a:pt x="316073" y="8878"/>
                </a:lnTo>
                <a:lnTo>
                  <a:pt x="316335" y="9049"/>
                </a:lnTo>
                <a:lnTo>
                  <a:pt x="315398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6" y="8253"/>
                </a:lnTo>
                <a:lnTo>
                  <a:pt x="313745" y="7836"/>
                </a:lnTo>
                <a:lnTo>
                  <a:pt x="313954" y="7904"/>
                </a:lnTo>
                <a:lnTo>
                  <a:pt x="312733" y="7554"/>
                </a:lnTo>
                <a:lnTo>
                  <a:pt x="312911" y="7598"/>
                </a:lnTo>
                <a:lnTo>
                  <a:pt x="311594" y="7297"/>
                </a:lnTo>
                <a:lnTo>
                  <a:pt x="311740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3" y="6752"/>
                </a:lnTo>
                <a:lnTo>
                  <a:pt x="307478" y="6764"/>
                </a:lnTo>
                <a:lnTo>
                  <a:pt x="303824" y="6550"/>
                </a:lnTo>
                <a:lnTo>
                  <a:pt x="303929" y="6556"/>
                </a:lnTo>
                <a:lnTo>
                  <a:pt x="299782" y="6452"/>
                </a:lnTo>
                <a:lnTo>
                  <a:pt x="299842" y="6452"/>
                </a:lnTo>
                <a:lnTo>
                  <a:pt x="289930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1" y="6127"/>
                </a:lnTo>
                <a:lnTo>
                  <a:pt x="28595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5" y="6219"/>
                </a:lnTo>
                <a:lnTo>
                  <a:pt x="20139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7" y="6660"/>
                </a:lnTo>
                <a:lnTo>
                  <a:pt x="14074" y="7120"/>
                </a:lnTo>
                <a:lnTo>
                  <a:pt x="14294" y="7077"/>
                </a:lnTo>
                <a:lnTo>
                  <a:pt x="12996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5" y="7616"/>
                </a:lnTo>
                <a:lnTo>
                  <a:pt x="11126" y="8026"/>
                </a:lnTo>
                <a:lnTo>
                  <a:pt x="11366" y="7922"/>
                </a:lnTo>
                <a:lnTo>
                  <a:pt x="10385" y="8400"/>
                </a:lnTo>
                <a:lnTo>
                  <a:pt x="10649" y="8253"/>
                </a:lnTo>
                <a:lnTo>
                  <a:pt x="9766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10" y="8995"/>
                </a:lnTo>
                <a:lnTo>
                  <a:pt x="8798" y="9687"/>
                </a:lnTo>
                <a:lnTo>
                  <a:pt x="9038" y="9423"/>
                </a:lnTo>
                <a:lnTo>
                  <a:pt x="8412" y="10195"/>
                </a:lnTo>
                <a:lnTo>
                  <a:pt x="8609" y="9919"/>
                </a:lnTo>
                <a:lnTo>
                  <a:pt x="8063" y="10771"/>
                </a:lnTo>
                <a:lnTo>
                  <a:pt x="8217" y="10495"/>
                </a:lnTo>
                <a:lnTo>
                  <a:pt x="7745" y="11439"/>
                </a:lnTo>
                <a:lnTo>
                  <a:pt x="7854" y="11182"/>
                </a:lnTo>
                <a:lnTo>
                  <a:pt x="7445" y="12217"/>
                </a:lnTo>
                <a:lnTo>
                  <a:pt x="7524" y="11984"/>
                </a:lnTo>
                <a:lnTo>
                  <a:pt x="7175" y="13112"/>
                </a:lnTo>
                <a:lnTo>
                  <a:pt x="7231" y="12915"/>
                </a:lnTo>
                <a:lnTo>
                  <a:pt x="6936" y="14147"/>
                </a:lnTo>
                <a:lnTo>
                  <a:pt x="6973" y="13981"/>
                </a:lnTo>
                <a:lnTo>
                  <a:pt x="6733" y="15317"/>
                </a:lnTo>
                <a:lnTo>
                  <a:pt x="6759" y="15121"/>
                </a:lnTo>
                <a:lnTo>
                  <a:pt x="6415" y="18123"/>
                </a:lnTo>
                <a:lnTo>
                  <a:pt x="6433" y="17946"/>
                </a:lnTo>
                <a:lnTo>
                  <a:pt x="6231" y="21419"/>
                </a:lnTo>
                <a:lnTo>
                  <a:pt x="6238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84">
            <a:extLst xmlns:a="http://schemas.openxmlformats.org/drawingml/2006/main">
              <a:ext uri="{FF2B5EF4-FFF2-40B4-BE49-F238E27FC236}">
                <a16:creationId xmlns:a16="http://schemas.microsoft.com/office/drawing/2014/main" id="{0E908470-F105-4554-979F-23A0D380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355" y="3013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2" y="288"/>
                </a:lnTo>
                <a:cubicBezTo>
                  <a:pt x="316367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0" y="363016"/>
                  <a:pt x="290842" y="363016"/>
                </a:cubicBezTo>
                <a:lnTo>
                  <a:pt x="30726" y="361656"/>
                </a:lnTo>
                <a:cubicBezTo>
                  <a:pt x="1237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85">
            <a:extLst xmlns:a="http://schemas.openxmlformats.org/drawingml/2006/main">
              <a:ext uri="{FF2B5EF4-FFF2-40B4-BE49-F238E27FC236}">
                <a16:creationId xmlns:a16="http://schemas.microsoft.com/office/drawing/2014/main" id="{28DCEB52-93AB-4F5E-AB46-3429568C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291" y="3010358"/>
            <a:ext cx="326867" cy="369143"/>
          </a:xfrm>
          <a:custGeom xmlns:a="http://schemas.openxmlformats.org/drawingml/2006/main">
            <a:pathLst>
              <a:path w="326867" h="369143">
                <a:moveTo>
                  <a:pt x="17" y="25181"/>
                </a:moveTo>
                <a:lnTo>
                  <a:pt x="110" y="21119"/>
                </a:lnTo>
                <a:lnTo>
                  <a:pt x="319" y="17511"/>
                </a:lnTo>
                <a:lnTo>
                  <a:pt x="686" y="14324"/>
                </a:lnTo>
                <a:lnTo>
                  <a:pt x="962" y="12811"/>
                </a:lnTo>
                <a:lnTo>
                  <a:pt x="1292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31" y="7585"/>
                </a:lnTo>
                <a:lnTo>
                  <a:pt x="3553" y="6458"/>
                </a:lnTo>
                <a:lnTo>
                  <a:pt x="4399" y="5416"/>
                </a:lnTo>
                <a:lnTo>
                  <a:pt x="5355" y="4485"/>
                </a:lnTo>
                <a:lnTo>
                  <a:pt x="6422" y="3664"/>
                </a:lnTo>
                <a:lnTo>
                  <a:pt x="7573" y="2953"/>
                </a:lnTo>
                <a:lnTo>
                  <a:pt x="8810" y="2352"/>
                </a:lnTo>
                <a:lnTo>
                  <a:pt x="10121" y="1850"/>
                </a:lnTo>
                <a:lnTo>
                  <a:pt x="11506" y="1434"/>
                </a:lnTo>
                <a:lnTo>
                  <a:pt x="13014" y="1085"/>
                </a:lnTo>
                <a:lnTo>
                  <a:pt x="16182" y="588"/>
                </a:lnTo>
                <a:lnTo>
                  <a:pt x="19809" y="276"/>
                </a:lnTo>
                <a:lnTo>
                  <a:pt x="23914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904" y="325"/>
                </a:lnTo>
                <a:lnTo>
                  <a:pt x="304131" y="429"/>
                </a:lnTo>
                <a:lnTo>
                  <a:pt x="307917" y="650"/>
                </a:lnTo>
                <a:lnTo>
                  <a:pt x="311275" y="1029"/>
                </a:lnTo>
                <a:lnTo>
                  <a:pt x="312861" y="1305"/>
                </a:lnTo>
                <a:lnTo>
                  <a:pt x="314352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82" y="3143"/>
                </a:lnTo>
                <a:lnTo>
                  <a:pt x="319577" y="3848"/>
                </a:lnTo>
                <a:lnTo>
                  <a:pt x="320686" y="4663"/>
                </a:lnTo>
                <a:lnTo>
                  <a:pt x="321702" y="5594"/>
                </a:lnTo>
                <a:lnTo>
                  <a:pt x="322609" y="6635"/>
                </a:lnTo>
                <a:lnTo>
                  <a:pt x="323407" y="7775"/>
                </a:lnTo>
                <a:lnTo>
                  <a:pt x="324093" y="9006"/>
                </a:lnTo>
                <a:lnTo>
                  <a:pt x="324674" y="10318"/>
                </a:lnTo>
                <a:lnTo>
                  <a:pt x="325165" y="11715"/>
                </a:lnTo>
                <a:lnTo>
                  <a:pt x="325570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8" y="24073"/>
                </a:lnTo>
                <a:lnTo>
                  <a:pt x="326788" y="28643"/>
                </a:lnTo>
                <a:lnTo>
                  <a:pt x="326867" y="340132"/>
                </a:lnTo>
                <a:lnTo>
                  <a:pt x="326795" y="348667"/>
                </a:lnTo>
                <a:lnTo>
                  <a:pt x="326630" y="352246"/>
                </a:lnTo>
                <a:lnTo>
                  <a:pt x="326316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3" y="365014"/>
                </a:lnTo>
                <a:lnTo>
                  <a:pt x="320889" y="365816"/>
                </a:lnTo>
                <a:lnTo>
                  <a:pt x="319755" y="366497"/>
                </a:lnTo>
                <a:lnTo>
                  <a:pt x="318547" y="367066"/>
                </a:lnTo>
                <a:lnTo>
                  <a:pt x="317268" y="367532"/>
                </a:lnTo>
                <a:lnTo>
                  <a:pt x="315913" y="367918"/>
                </a:lnTo>
                <a:lnTo>
                  <a:pt x="314442" y="368231"/>
                </a:lnTo>
                <a:lnTo>
                  <a:pt x="311343" y="368671"/>
                </a:lnTo>
                <a:lnTo>
                  <a:pt x="307782" y="368935"/>
                </a:lnTo>
                <a:lnTo>
                  <a:pt x="303715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8" y="367765"/>
                </a:lnTo>
                <a:lnTo>
                  <a:pt x="23918" y="367685"/>
                </a:lnTo>
                <a:lnTo>
                  <a:pt x="19821" y="367513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10" y="364855"/>
                </a:lnTo>
                <a:lnTo>
                  <a:pt x="6458" y="364150"/>
                </a:lnTo>
                <a:lnTo>
                  <a:pt x="5399" y="363329"/>
                </a:lnTo>
                <a:lnTo>
                  <a:pt x="4443" y="362398"/>
                </a:lnTo>
                <a:lnTo>
                  <a:pt x="3603" y="361363"/>
                </a:lnTo>
                <a:lnTo>
                  <a:pt x="2880" y="360241"/>
                </a:lnTo>
                <a:lnTo>
                  <a:pt x="2273" y="359040"/>
                </a:lnTo>
                <a:lnTo>
                  <a:pt x="1764" y="357766"/>
                </a:lnTo>
                <a:lnTo>
                  <a:pt x="1355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3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7" y="25181"/>
                </a:lnTo>
                <a:moveTo>
                  <a:pt x="6126" y="29758"/>
                </a:moveTo>
                <a:lnTo>
                  <a:pt x="6126" y="29740"/>
                </a:lnTo>
                <a:lnTo>
                  <a:pt x="6207" y="338110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6"/>
                </a:lnTo>
                <a:lnTo>
                  <a:pt x="6311" y="346437"/>
                </a:lnTo>
                <a:lnTo>
                  <a:pt x="6508" y="349905"/>
                </a:lnTo>
                <a:lnTo>
                  <a:pt x="6489" y="349727"/>
                </a:lnTo>
                <a:lnTo>
                  <a:pt x="6831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7"/>
                </a:lnTo>
                <a:lnTo>
                  <a:pt x="7296" y="354923"/>
                </a:lnTo>
                <a:lnTo>
                  <a:pt x="7243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1"/>
                </a:lnTo>
                <a:lnTo>
                  <a:pt x="8118" y="357061"/>
                </a:lnTo>
                <a:lnTo>
                  <a:pt x="8663" y="357907"/>
                </a:lnTo>
                <a:lnTo>
                  <a:pt x="8461" y="357631"/>
                </a:lnTo>
                <a:lnTo>
                  <a:pt x="9087" y="358397"/>
                </a:lnTo>
                <a:lnTo>
                  <a:pt x="8847" y="358134"/>
                </a:lnTo>
                <a:lnTo>
                  <a:pt x="9546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80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4" y="360113"/>
                </a:lnTo>
                <a:lnTo>
                  <a:pt x="13197" y="360468"/>
                </a:lnTo>
                <a:lnTo>
                  <a:pt x="13014" y="360419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3" y="361136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45" y="361393"/>
                </a:lnTo>
                <a:lnTo>
                  <a:pt x="24133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599" y="361638"/>
                </a:lnTo>
                <a:lnTo>
                  <a:pt x="33801" y="361657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1"/>
                </a:lnTo>
                <a:lnTo>
                  <a:pt x="310785" y="362569"/>
                </a:lnTo>
                <a:lnTo>
                  <a:pt x="310589" y="362588"/>
                </a:lnTo>
                <a:lnTo>
                  <a:pt x="313475" y="362183"/>
                </a:lnTo>
                <a:lnTo>
                  <a:pt x="313261" y="362220"/>
                </a:lnTo>
                <a:lnTo>
                  <a:pt x="314521" y="361950"/>
                </a:lnTo>
                <a:lnTo>
                  <a:pt x="314338" y="361993"/>
                </a:lnTo>
                <a:lnTo>
                  <a:pt x="315490" y="361668"/>
                </a:lnTo>
                <a:lnTo>
                  <a:pt x="315270" y="361742"/>
                </a:lnTo>
                <a:lnTo>
                  <a:pt x="316317" y="361356"/>
                </a:lnTo>
                <a:lnTo>
                  <a:pt x="316067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79" y="360658"/>
                </a:lnTo>
                <a:lnTo>
                  <a:pt x="317291" y="360854"/>
                </a:lnTo>
                <a:lnTo>
                  <a:pt x="318046" y="360272"/>
                </a:lnTo>
                <a:lnTo>
                  <a:pt x="317770" y="360510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5" y="359689"/>
                </a:lnTo>
                <a:lnTo>
                  <a:pt x="319082" y="358869"/>
                </a:lnTo>
                <a:lnTo>
                  <a:pt x="318921" y="359157"/>
                </a:lnTo>
                <a:lnTo>
                  <a:pt x="319363" y="358244"/>
                </a:lnTo>
                <a:lnTo>
                  <a:pt x="319251" y="358507"/>
                </a:lnTo>
                <a:lnTo>
                  <a:pt x="319626" y="357509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7" y="356834"/>
                </a:lnTo>
                <a:lnTo>
                  <a:pt x="320073" y="355634"/>
                </a:lnTo>
                <a:lnTo>
                  <a:pt x="320042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8"/>
                </a:lnTo>
                <a:lnTo>
                  <a:pt x="320742" y="340090"/>
                </a:lnTo>
                <a:lnTo>
                  <a:pt x="320742" y="340120"/>
                </a:lnTo>
                <a:lnTo>
                  <a:pt x="320662" y="28668"/>
                </a:lnTo>
                <a:lnTo>
                  <a:pt x="320662" y="28704"/>
                </a:lnTo>
                <a:lnTo>
                  <a:pt x="320607" y="24201"/>
                </a:lnTo>
                <a:lnTo>
                  <a:pt x="320607" y="24305"/>
                </a:lnTo>
                <a:lnTo>
                  <a:pt x="320423" y="20372"/>
                </a:lnTo>
                <a:lnTo>
                  <a:pt x="320435" y="20537"/>
                </a:lnTo>
                <a:lnTo>
                  <a:pt x="320085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89" y="15942"/>
                </a:lnTo>
                <a:lnTo>
                  <a:pt x="319596" y="14545"/>
                </a:lnTo>
                <a:lnTo>
                  <a:pt x="319637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6" y="12689"/>
                </a:lnTo>
                <a:lnTo>
                  <a:pt x="318547" y="11616"/>
                </a:lnTo>
                <a:lnTo>
                  <a:pt x="318677" y="11868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5" y="9049"/>
                </a:lnTo>
                <a:lnTo>
                  <a:pt x="315398" y="8498"/>
                </a:lnTo>
                <a:lnTo>
                  <a:pt x="315656" y="8633"/>
                </a:lnTo>
                <a:lnTo>
                  <a:pt x="314626" y="8155"/>
                </a:lnTo>
                <a:lnTo>
                  <a:pt x="314866" y="8253"/>
                </a:lnTo>
                <a:lnTo>
                  <a:pt x="313745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1" y="7598"/>
                </a:lnTo>
                <a:lnTo>
                  <a:pt x="311594" y="7297"/>
                </a:lnTo>
                <a:lnTo>
                  <a:pt x="311740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0" y="6752"/>
                </a:lnTo>
                <a:lnTo>
                  <a:pt x="307477" y="6764"/>
                </a:lnTo>
                <a:lnTo>
                  <a:pt x="303831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2" y="6452"/>
                </a:lnTo>
                <a:lnTo>
                  <a:pt x="289929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1" y="6127"/>
                </a:lnTo>
                <a:lnTo>
                  <a:pt x="28599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9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6" y="6660"/>
                </a:lnTo>
                <a:lnTo>
                  <a:pt x="14074" y="7120"/>
                </a:lnTo>
                <a:lnTo>
                  <a:pt x="14294" y="7077"/>
                </a:lnTo>
                <a:lnTo>
                  <a:pt x="12996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5" y="7616"/>
                </a:lnTo>
                <a:lnTo>
                  <a:pt x="11126" y="8026"/>
                </a:lnTo>
                <a:lnTo>
                  <a:pt x="11366" y="7922"/>
                </a:lnTo>
                <a:lnTo>
                  <a:pt x="10384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5" y="8608"/>
                </a:lnTo>
                <a:lnTo>
                  <a:pt x="9246" y="9227"/>
                </a:lnTo>
                <a:lnTo>
                  <a:pt x="9510" y="8995"/>
                </a:lnTo>
                <a:lnTo>
                  <a:pt x="8798" y="9687"/>
                </a:lnTo>
                <a:lnTo>
                  <a:pt x="9038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5" y="11439"/>
                </a:lnTo>
                <a:lnTo>
                  <a:pt x="7854" y="11182"/>
                </a:lnTo>
                <a:lnTo>
                  <a:pt x="7445" y="12217"/>
                </a:lnTo>
                <a:lnTo>
                  <a:pt x="7524" y="11984"/>
                </a:lnTo>
                <a:lnTo>
                  <a:pt x="7175" y="13112"/>
                </a:lnTo>
                <a:lnTo>
                  <a:pt x="7229" y="12915"/>
                </a:lnTo>
                <a:lnTo>
                  <a:pt x="6936" y="14147"/>
                </a:lnTo>
                <a:lnTo>
                  <a:pt x="6973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6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86">
            <a:extLst xmlns:a="http://schemas.openxmlformats.org/drawingml/2006/main">
              <a:ext uri="{FF2B5EF4-FFF2-40B4-BE49-F238E27FC236}">
                <a16:creationId xmlns:a16="http://schemas.microsoft.com/office/drawing/2014/main" id="{388189DB-137E-4108-9470-710CF842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557" y="3013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3" y="288"/>
                </a:lnTo>
                <a:cubicBezTo>
                  <a:pt x="316360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2" y="363016"/>
                  <a:pt x="290843" y="363016"/>
                </a:cubicBezTo>
                <a:lnTo>
                  <a:pt x="30726" y="361656"/>
                </a:lnTo>
                <a:cubicBezTo>
                  <a:pt x="1237" y="361656"/>
                  <a:pt x="81" y="360651"/>
                  <a:pt x="81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87">
            <a:extLst xmlns:a="http://schemas.openxmlformats.org/drawingml/2006/main">
              <a:ext uri="{FF2B5EF4-FFF2-40B4-BE49-F238E27FC236}">
                <a16:creationId xmlns:a16="http://schemas.microsoft.com/office/drawing/2014/main" id="{734A3762-CE02-4898-B762-774CBB86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494" y="3010358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1"/>
                </a:moveTo>
                <a:lnTo>
                  <a:pt x="109" y="21119"/>
                </a:lnTo>
                <a:lnTo>
                  <a:pt x="319" y="17511"/>
                </a:lnTo>
                <a:lnTo>
                  <a:pt x="686" y="14324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0" y="7585"/>
                </a:lnTo>
                <a:lnTo>
                  <a:pt x="3553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2" y="2953"/>
                </a:lnTo>
                <a:lnTo>
                  <a:pt x="8809" y="2352"/>
                </a:lnTo>
                <a:lnTo>
                  <a:pt x="10120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0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6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898" y="325"/>
                </a:lnTo>
                <a:lnTo>
                  <a:pt x="304130" y="429"/>
                </a:lnTo>
                <a:lnTo>
                  <a:pt x="307918" y="650"/>
                </a:lnTo>
                <a:lnTo>
                  <a:pt x="311274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4" y="2052"/>
                </a:lnTo>
                <a:lnTo>
                  <a:pt x="317109" y="2549"/>
                </a:lnTo>
                <a:lnTo>
                  <a:pt x="318376" y="3143"/>
                </a:lnTo>
                <a:lnTo>
                  <a:pt x="319576" y="3848"/>
                </a:lnTo>
                <a:lnTo>
                  <a:pt x="320685" y="4663"/>
                </a:lnTo>
                <a:lnTo>
                  <a:pt x="321704" y="5594"/>
                </a:lnTo>
                <a:lnTo>
                  <a:pt x="322611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6" y="10318"/>
                </a:lnTo>
                <a:lnTo>
                  <a:pt x="325164" y="11715"/>
                </a:lnTo>
                <a:lnTo>
                  <a:pt x="325568" y="13185"/>
                </a:lnTo>
                <a:lnTo>
                  <a:pt x="325899" y="14741"/>
                </a:lnTo>
                <a:lnTo>
                  <a:pt x="326168" y="16420"/>
                </a:lnTo>
                <a:lnTo>
                  <a:pt x="326536" y="19998"/>
                </a:lnTo>
                <a:lnTo>
                  <a:pt x="326727" y="24073"/>
                </a:lnTo>
                <a:lnTo>
                  <a:pt x="326787" y="28643"/>
                </a:lnTo>
                <a:lnTo>
                  <a:pt x="326868" y="340132"/>
                </a:lnTo>
                <a:lnTo>
                  <a:pt x="326794" y="348667"/>
                </a:lnTo>
                <a:lnTo>
                  <a:pt x="326629" y="352246"/>
                </a:lnTo>
                <a:lnTo>
                  <a:pt x="326315" y="355370"/>
                </a:lnTo>
                <a:lnTo>
                  <a:pt x="326078" y="356853"/>
                </a:lnTo>
                <a:lnTo>
                  <a:pt x="325782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69" y="363084"/>
                </a:lnTo>
                <a:lnTo>
                  <a:pt x="322855" y="364101"/>
                </a:lnTo>
                <a:lnTo>
                  <a:pt x="321922" y="365014"/>
                </a:lnTo>
                <a:lnTo>
                  <a:pt x="320887" y="365816"/>
                </a:lnTo>
                <a:lnTo>
                  <a:pt x="319755" y="366497"/>
                </a:lnTo>
                <a:lnTo>
                  <a:pt x="318548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1" y="368231"/>
                </a:lnTo>
                <a:lnTo>
                  <a:pt x="311341" y="368671"/>
                </a:lnTo>
                <a:lnTo>
                  <a:pt x="307777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4" y="367783"/>
                </a:lnTo>
                <a:lnTo>
                  <a:pt x="28556" y="367765"/>
                </a:lnTo>
                <a:lnTo>
                  <a:pt x="23919" y="367685"/>
                </a:lnTo>
                <a:lnTo>
                  <a:pt x="19813" y="367513"/>
                </a:lnTo>
                <a:lnTo>
                  <a:pt x="16192" y="367201"/>
                </a:lnTo>
                <a:lnTo>
                  <a:pt x="13039" y="366711"/>
                </a:lnTo>
                <a:lnTo>
                  <a:pt x="11537" y="366368"/>
                </a:lnTo>
                <a:lnTo>
                  <a:pt x="10151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7" y="363329"/>
                </a:lnTo>
                <a:lnTo>
                  <a:pt x="4442" y="362398"/>
                </a:lnTo>
                <a:lnTo>
                  <a:pt x="3602" y="361363"/>
                </a:lnTo>
                <a:lnTo>
                  <a:pt x="2879" y="360241"/>
                </a:lnTo>
                <a:lnTo>
                  <a:pt x="2267" y="359040"/>
                </a:lnTo>
                <a:lnTo>
                  <a:pt x="1763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1" y="350334"/>
                </a:lnTo>
                <a:lnTo>
                  <a:pt x="188" y="346725"/>
                </a:lnTo>
                <a:lnTo>
                  <a:pt x="102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5" y="29758"/>
                </a:moveTo>
                <a:lnTo>
                  <a:pt x="6125" y="29740"/>
                </a:lnTo>
                <a:lnTo>
                  <a:pt x="6207" y="338110"/>
                </a:lnTo>
                <a:lnTo>
                  <a:pt x="6207" y="338099"/>
                </a:lnTo>
                <a:lnTo>
                  <a:pt x="6230" y="342614"/>
                </a:lnTo>
                <a:lnTo>
                  <a:pt x="6230" y="342565"/>
                </a:lnTo>
                <a:lnTo>
                  <a:pt x="6316" y="346536"/>
                </a:lnTo>
                <a:lnTo>
                  <a:pt x="6311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0" y="352724"/>
                </a:lnTo>
                <a:lnTo>
                  <a:pt x="6800" y="352533"/>
                </a:lnTo>
                <a:lnTo>
                  <a:pt x="7039" y="353863"/>
                </a:lnTo>
                <a:lnTo>
                  <a:pt x="7009" y="353697"/>
                </a:lnTo>
                <a:lnTo>
                  <a:pt x="7297" y="354923"/>
                </a:lnTo>
                <a:lnTo>
                  <a:pt x="7241" y="354727"/>
                </a:lnTo>
                <a:lnTo>
                  <a:pt x="7590" y="355854"/>
                </a:lnTo>
                <a:lnTo>
                  <a:pt x="7504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1"/>
                </a:lnTo>
                <a:lnTo>
                  <a:pt x="8118" y="357061"/>
                </a:lnTo>
                <a:lnTo>
                  <a:pt x="8662" y="357907"/>
                </a:lnTo>
                <a:lnTo>
                  <a:pt x="8460" y="357631"/>
                </a:lnTo>
                <a:lnTo>
                  <a:pt x="9085" y="358397"/>
                </a:lnTo>
                <a:lnTo>
                  <a:pt x="8846" y="358134"/>
                </a:lnTo>
                <a:lnTo>
                  <a:pt x="9546" y="358820"/>
                </a:lnTo>
                <a:lnTo>
                  <a:pt x="9281" y="358593"/>
                </a:lnTo>
                <a:lnTo>
                  <a:pt x="10071" y="359199"/>
                </a:lnTo>
                <a:lnTo>
                  <a:pt x="9797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6" y="360113"/>
                </a:lnTo>
                <a:lnTo>
                  <a:pt x="13197" y="360468"/>
                </a:lnTo>
                <a:lnTo>
                  <a:pt x="13013" y="360419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2" y="361136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38" y="361393"/>
                </a:lnTo>
                <a:lnTo>
                  <a:pt x="24133" y="361564"/>
                </a:lnTo>
                <a:lnTo>
                  <a:pt x="24059" y="361558"/>
                </a:lnTo>
                <a:lnTo>
                  <a:pt x="28638" y="361638"/>
                </a:lnTo>
                <a:lnTo>
                  <a:pt x="28601" y="361638"/>
                </a:lnTo>
                <a:lnTo>
                  <a:pt x="33800" y="361657"/>
                </a:lnTo>
                <a:lnTo>
                  <a:pt x="293917" y="363017"/>
                </a:lnTo>
                <a:lnTo>
                  <a:pt x="293880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1"/>
                </a:lnTo>
                <a:lnTo>
                  <a:pt x="310783" y="362569"/>
                </a:lnTo>
                <a:lnTo>
                  <a:pt x="310588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3" y="361950"/>
                </a:lnTo>
                <a:lnTo>
                  <a:pt x="314339" y="361993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8" y="361356"/>
                </a:lnTo>
                <a:lnTo>
                  <a:pt x="316067" y="361460"/>
                </a:lnTo>
                <a:lnTo>
                  <a:pt x="317004" y="361019"/>
                </a:lnTo>
                <a:lnTo>
                  <a:pt x="316727" y="361166"/>
                </a:lnTo>
                <a:lnTo>
                  <a:pt x="317574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69" y="360510"/>
                </a:lnTo>
                <a:lnTo>
                  <a:pt x="318436" y="359855"/>
                </a:lnTo>
                <a:lnTo>
                  <a:pt x="318185" y="360131"/>
                </a:lnTo>
                <a:lnTo>
                  <a:pt x="318774" y="359396"/>
                </a:lnTo>
                <a:lnTo>
                  <a:pt x="318567" y="359689"/>
                </a:lnTo>
                <a:lnTo>
                  <a:pt x="319081" y="358869"/>
                </a:lnTo>
                <a:lnTo>
                  <a:pt x="318920" y="359157"/>
                </a:lnTo>
                <a:lnTo>
                  <a:pt x="319362" y="358244"/>
                </a:lnTo>
                <a:lnTo>
                  <a:pt x="319253" y="358507"/>
                </a:lnTo>
                <a:lnTo>
                  <a:pt x="319625" y="357509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5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0" y="351718"/>
                </a:lnTo>
                <a:lnTo>
                  <a:pt x="320513" y="351884"/>
                </a:lnTo>
                <a:lnTo>
                  <a:pt x="320666" y="348447"/>
                </a:lnTo>
                <a:lnTo>
                  <a:pt x="320666" y="348558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62" y="28668"/>
                </a:lnTo>
                <a:lnTo>
                  <a:pt x="320662" y="28704"/>
                </a:lnTo>
                <a:lnTo>
                  <a:pt x="320599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34" y="20537"/>
                </a:lnTo>
                <a:lnTo>
                  <a:pt x="320085" y="17137"/>
                </a:lnTo>
                <a:lnTo>
                  <a:pt x="320104" y="17309"/>
                </a:lnTo>
                <a:lnTo>
                  <a:pt x="319864" y="15795"/>
                </a:lnTo>
                <a:lnTo>
                  <a:pt x="319890" y="15942"/>
                </a:lnTo>
                <a:lnTo>
                  <a:pt x="319594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3" y="13638"/>
                </a:lnTo>
                <a:lnTo>
                  <a:pt x="318934" y="12462"/>
                </a:lnTo>
                <a:lnTo>
                  <a:pt x="319025" y="12689"/>
                </a:lnTo>
                <a:lnTo>
                  <a:pt x="318548" y="11616"/>
                </a:lnTo>
                <a:lnTo>
                  <a:pt x="318676" y="11868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3" y="10281"/>
                </a:lnTo>
                <a:lnTo>
                  <a:pt x="317885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5" y="9503"/>
                </a:lnTo>
                <a:lnTo>
                  <a:pt x="316071" y="8878"/>
                </a:lnTo>
                <a:lnTo>
                  <a:pt x="316334" y="9049"/>
                </a:lnTo>
                <a:lnTo>
                  <a:pt x="315397" y="8498"/>
                </a:lnTo>
                <a:lnTo>
                  <a:pt x="315655" y="8633"/>
                </a:lnTo>
                <a:lnTo>
                  <a:pt x="314627" y="8155"/>
                </a:lnTo>
                <a:lnTo>
                  <a:pt x="314865" y="8253"/>
                </a:lnTo>
                <a:lnTo>
                  <a:pt x="313744" y="7836"/>
                </a:lnTo>
                <a:lnTo>
                  <a:pt x="313953" y="7904"/>
                </a:lnTo>
                <a:lnTo>
                  <a:pt x="312732" y="7554"/>
                </a:lnTo>
                <a:lnTo>
                  <a:pt x="312911" y="7598"/>
                </a:lnTo>
                <a:lnTo>
                  <a:pt x="311593" y="7297"/>
                </a:lnTo>
                <a:lnTo>
                  <a:pt x="311739" y="7328"/>
                </a:lnTo>
                <a:lnTo>
                  <a:pt x="310318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3" y="6550"/>
                </a:lnTo>
                <a:lnTo>
                  <a:pt x="303928" y="6556"/>
                </a:lnTo>
                <a:lnTo>
                  <a:pt x="299782" y="6452"/>
                </a:lnTo>
                <a:lnTo>
                  <a:pt x="299842" y="6452"/>
                </a:lnTo>
                <a:lnTo>
                  <a:pt x="289929" y="6415"/>
                </a:lnTo>
                <a:lnTo>
                  <a:pt x="289936" y="6415"/>
                </a:lnTo>
                <a:lnTo>
                  <a:pt x="33789" y="6127"/>
                </a:lnTo>
                <a:lnTo>
                  <a:pt x="33800" y="6127"/>
                </a:lnTo>
                <a:lnTo>
                  <a:pt x="28594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66" y="6384"/>
                </a:lnTo>
                <a:lnTo>
                  <a:pt x="16811" y="6684"/>
                </a:lnTo>
                <a:lnTo>
                  <a:pt x="17027" y="6660"/>
                </a:lnTo>
                <a:lnTo>
                  <a:pt x="14074" y="7120"/>
                </a:lnTo>
                <a:lnTo>
                  <a:pt x="14294" y="7077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7" y="8026"/>
                </a:lnTo>
                <a:lnTo>
                  <a:pt x="11364" y="7922"/>
                </a:lnTo>
                <a:lnTo>
                  <a:pt x="10385" y="8400"/>
                </a:lnTo>
                <a:lnTo>
                  <a:pt x="10648" y="8253"/>
                </a:lnTo>
                <a:lnTo>
                  <a:pt x="9765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09" y="8995"/>
                </a:lnTo>
                <a:lnTo>
                  <a:pt x="8797" y="9687"/>
                </a:lnTo>
                <a:lnTo>
                  <a:pt x="9037" y="9423"/>
                </a:lnTo>
                <a:lnTo>
                  <a:pt x="8411" y="10195"/>
                </a:lnTo>
                <a:lnTo>
                  <a:pt x="8609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3" y="11182"/>
                </a:lnTo>
                <a:lnTo>
                  <a:pt x="7444" y="12217"/>
                </a:lnTo>
                <a:lnTo>
                  <a:pt x="7523" y="11984"/>
                </a:lnTo>
                <a:lnTo>
                  <a:pt x="7174" y="13112"/>
                </a:lnTo>
                <a:lnTo>
                  <a:pt x="7230" y="12915"/>
                </a:lnTo>
                <a:lnTo>
                  <a:pt x="6934" y="14147"/>
                </a:lnTo>
                <a:lnTo>
                  <a:pt x="6972" y="13981"/>
                </a:lnTo>
                <a:lnTo>
                  <a:pt x="6732" y="15317"/>
                </a:lnTo>
                <a:lnTo>
                  <a:pt x="6758" y="15121"/>
                </a:lnTo>
                <a:lnTo>
                  <a:pt x="6414" y="18123"/>
                </a:lnTo>
                <a:lnTo>
                  <a:pt x="6432" y="17946"/>
                </a:lnTo>
                <a:lnTo>
                  <a:pt x="6230" y="21419"/>
                </a:lnTo>
                <a:lnTo>
                  <a:pt x="6237" y="21315"/>
                </a:lnTo>
                <a:lnTo>
                  <a:pt x="6146" y="25292"/>
                </a:lnTo>
                <a:lnTo>
                  <a:pt x="6146" y="25237"/>
                </a:lnTo>
                <a:lnTo>
                  <a:pt x="6125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88">
            <a:extLst xmlns:a="http://schemas.openxmlformats.org/drawingml/2006/main">
              <a:ext uri="{FF2B5EF4-FFF2-40B4-BE49-F238E27FC236}">
                <a16:creationId xmlns:a16="http://schemas.microsoft.com/office/drawing/2014/main" id="{48A44F74-FC07-497D-9BA9-3ABF4E93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808" y="3013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1" y="288"/>
                </a:lnTo>
                <a:cubicBezTo>
                  <a:pt x="316367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29" y="363016"/>
                  <a:pt x="290840" y="363016"/>
                </a:cubicBezTo>
                <a:lnTo>
                  <a:pt x="30726" y="361656"/>
                </a:lnTo>
                <a:cubicBezTo>
                  <a:pt x="1237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89">
            <a:extLst xmlns:a="http://schemas.openxmlformats.org/drawingml/2006/main">
              <a:ext uri="{FF2B5EF4-FFF2-40B4-BE49-F238E27FC236}">
                <a16:creationId xmlns:a16="http://schemas.microsoft.com/office/drawing/2014/main" id="{6FB12821-98F9-41E5-8D3D-AC84D479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744" y="3010358"/>
            <a:ext cx="326867" cy="369143"/>
          </a:xfrm>
          <a:custGeom xmlns:a="http://schemas.openxmlformats.org/drawingml/2006/main">
            <a:pathLst>
              <a:path w="326867" h="369143">
                <a:moveTo>
                  <a:pt x="17" y="25181"/>
                </a:moveTo>
                <a:lnTo>
                  <a:pt x="110" y="21119"/>
                </a:lnTo>
                <a:lnTo>
                  <a:pt x="319" y="17511"/>
                </a:lnTo>
                <a:lnTo>
                  <a:pt x="686" y="14324"/>
                </a:lnTo>
                <a:lnTo>
                  <a:pt x="962" y="12811"/>
                </a:lnTo>
                <a:lnTo>
                  <a:pt x="1292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31" y="7585"/>
                </a:lnTo>
                <a:lnTo>
                  <a:pt x="3553" y="6458"/>
                </a:lnTo>
                <a:lnTo>
                  <a:pt x="4399" y="5416"/>
                </a:lnTo>
                <a:lnTo>
                  <a:pt x="5354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0" y="2352"/>
                </a:lnTo>
                <a:lnTo>
                  <a:pt x="10121" y="1850"/>
                </a:lnTo>
                <a:lnTo>
                  <a:pt x="11505" y="1434"/>
                </a:lnTo>
                <a:lnTo>
                  <a:pt x="13014" y="1085"/>
                </a:lnTo>
                <a:lnTo>
                  <a:pt x="16182" y="588"/>
                </a:lnTo>
                <a:lnTo>
                  <a:pt x="19808" y="276"/>
                </a:lnTo>
                <a:lnTo>
                  <a:pt x="23914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6" y="288"/>
                </a:lnTo>
                <a:lnTo>
                  <a:pt x="299904" y="325"/>
                </a:lnTo>
                <a:lnTo>
                  <a:pt x="304131" y="429"/>
                </a:lnTo>
                <a:lnTo>
                  <a:pt x="307917" y="650"/>
                </a:lnTo>
                <a:lnTo>
                  <a:pt x="311275" y="1029"/>
                </a:lnTo>
                <a:lnTo>
                  <a:pt x="312861" y="1305"/>
                </a:lnTo>
                <a:lnTo>
                  <a:pt x="314352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82" y="3143"/>
                </a:lnTo>
                <a:lnTo>
                  <a:pt x="319577" y="3848"/>
                </a:lnTo>
                <a:lnTo>
                  <a:pt x="320686" y="4663"/>
                </a:lnTo>
                <a:lnTo>
                  <a:pt x="321702" y="5594"/>
                </a:lnTo>
                <a:lnTo>
                  <a:pt x="322609" y="6635"/>
                </a:lnTo>
                <a:lnTo>
                  <a:pt x="323407" y="7775"/>
                </a:lnTo>
                <a:lnTo>
                  <a:pt x="324093" y="9006"/>
                </a:lnTo>
                <a:lnTo>
                  <a:pt x="324674" y="10318"/>
                </a:lnTo>
                <a:lnTo>
                  <a:pt x="325165" y="11715"/>
                </a:lnTo>
                <a:lnTo>
                  <a:pt x="325570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8" y="24073"/>
                </a:lnTo>
                <a:lnTo>
                  <a:pt x="326788" y="28643"/>
                </a:lnTo>
                <a:lnTo>
                  <a:pt x="326867" y="340132"/>
                </a:lnTo>
                <a:lnTo>
                  <a:pt x="326795" y="348667"/>
                </a:lnTo>
                <a:lnTo>
                  <a:pt x="326630" y="352246"/>
                </a:lnTo>
                <a:lnTo>
                  <a:pt x="326316" y="355370"/>
                </a:lnTo>
                <a:lnTo>
                  <a:pt x="326077" y="356853"/>
                </a:lnTo>
                <a:lnTo>
                  <a:pt x="325784" y="358231"/>
                </a:lnTo>
                <a:lnTo>
                  <a:pt x="325405" y="359543"/>
                </a:lnTo>
                <a:lnTo>
                  <a:pt x="324937" y="360793"/>
                </a:lnTo>
                <a:lnTo>
                  <a:pt x="324360" y="361975"/>
                </a:lnTo>
                <a:lnTo>
                  <a:pt x="323670" y="363084"/>
                </a:lnTo>
                <a:lnTo>
                  <a:pt x="322854" y="364101"/>
                </a:lnTo>
                <a:lnTo>
                  <a:pt x="321923" y="365014"/>
                </a:lnTo>
                <a:lnTo>
                  <a:pt x="320889" y="365816"/>
                </a:lnTo>
                <a:lnTo>
                  <a:pt x="319754" y="366497"/>
                </a:lnTo>
                <a:lnTo>
                  <a:pt x="318547" y="367066"/>
                </a:lnTo>
                <a:lnTo>
                  <a:pt x="317268" y="367532"/>
                </a:lnTo>
                <a:lnTo>
                  <a:pt x="315912" y="367918"/>
                </a:lnTo>
                <a:lnTo>
                  <a:pt x="314442" y="368231"/>
                </a:lnTo>
                <a:lnTo>
                  <a:pt x="311343" y="368671"/>
                </a:lnTo>
                <a:lnTo>
                  <a:pt x="307782" y="368935"/>
                </a:lnTo>
                <a:lnTo>
                  <a:pt x="303715" y="369076"/>
                </a:lnTo>
                <a:lnTo>
                  <a:pt x="293904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8" y="367765"/>
                </a:lnTo>
                <a:lnTo>
                  <a:pt x="23918" y="367685"/>
                </a:lnTo>
                <a:lnTo>
                  <a:pt x="19821" y="367513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0" y="365455"/>
                </a:lnTo>
                <a:lnTo>
                  <a:pt x="7610" y="364855"/>
                </a:lnTo>
                <a:lnTo>
                  <a:pt x="6457" y="364150"/>
                </a:lnTo>
                <a:lnTo>
                  <a:pt x="5397" y="363329"/>
                </a:lnTo>
                <a:lnTo>
                  <a:pt x="4442" y="362398"/>
                </a:lnTo>
                <a:lnTo>
                  <a:pt x="3603" y="361363"/>
                </a:lnTo>
                <a:lnTo>
                  <a:pt x="2880" y="360241"/>
                </a:lnTo>
                <a:lnTo>
                  <a:pt x="2273" y="359040"/>
                </a:lnTo>
                <a:lnTo>
                  <a:pt x="1764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2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3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7" y="25181"/>
                </a:lnTo>
                <a:moveTo>
                  <a:pt x="6126" y="29758"/>
                </a:moveTo>
                <a:lnTo>
                  <a:pt x="6126" y="29740"/>
                </a:lnTo>
                <a:lnTo>
                  <a:pt x="6205" y="338110"/>
                </a:lnTo>
                <a:lnTo>
                  <a:pt x="6205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6"/>
                </a:lnTo>
                <a:lnTo>
                  <a:pt x="6310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1" y="352724"/>
                </a:lnTo>
                <a:lnTo>
                  <a:pt x="6801" y="352533"/>
                </a:lnTo>
                <a:lnTo>
                  <a:pt x="7039" y="353863"/>
                </a:lnTo>
                <a:lnTo>
                  <a:pt x="7009" y="353697"/>
                </a:lnTo>
                <a:lnTo>
                  <a:pt x="7296" y="354923"/>
                </a:lnTo>
                <a:lnTo>
                  <a:pt x="7243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798" y="356399"/>
                </a:lnTo>
                <a:lnTo>
                  <a:pt x="8270" y="357331"/>
                </a:lnTo>
                <a:lnTo>
                  <a:pt x="8117" y="357061"/>
                </a:lnTo>
                <a:lnTo>
                  <a:pt x="8663" y="357907"/>
                </a:lnTo>
                <a:lnTo>
                  <a:pt x="8461" y="357631"/>
                </a:lnTo>
                <a:lnTo>
                  <a:pt x="9087" y="358397"/>
                </a:lnTo>
                <a:lnTo>
                  <a:pt x="8847" y="358134"/>
                </a:lnTo>
                <a:lnTo>
                  <a:pt x="9545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78" y="359555"/>
                </a:lnTo>
                <a:lnTo>
                  <a:pt x="10414" y="359408"/>
                </a:lnTo>
                <a:lnTo>
                  <a:pt x="11396" y="359879"/>
                </a:lnTo>
                <a:lnTo>
                  <a:pt x="11150" y="359775"/>
                </a:lnTo>
                <a:lnTo>
                  <a:pt x="12228" y="360186"/>
                </a:lnTo>
                <a:lnTo>
                  <a:pt x="12014" y="360113"/>
                </a:lnTo>
                <a:lnTo>
                  <a:pt x="13197" y="360468"/>
                </a:lnTo>
                <a:lnTo>
                  <a:pt x="13014" y="360419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3" y="361136"/>
                </a:lnTo>
                <a:lnTo>
                  <a:pt x="16823" y="361111"/>
                </a:lnTo>
                <a:lnTo>
                  <a:pt x="20274" y="361405"/>
                </a:lnTo>
                <a:lnTo>
                  <a:pt x="20144" y="361393"/>
                </a:lnTo>
                <a:lnTo>
                  <a:pt x="24133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599" y="361638"/>
                </a:lnTo>
                <a:lnTo>
                  <a:pt x="33801" y="361657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4" y="362949"/>
                </a:lnTo>
                <a:lnTo>
                  <a:pt x="303548" y="362955"/>
                </a:lnTo>
                <a:lnTo>
                  <a:pt x="307506" y="362814"/>
                </a:lnTo>
                <a:lnTo>
                  <a:pt x="307385" y="362821"/>
                </a:lnTo>
                <a:lnTo>
                  <a:pt x="310785" y="362569"/>
                </a:lnTo>
                <a:lnTo>
                  <a:pt x="310589" y="362588"/>
                </a:lnTo>
                <a:lnTo>
                  <a:pt x="313475" y="362183"/>
                </a:lnTo>
                <a:lnTo>
                  <a:pt x="313261" y="362220"/>
                </a:lnTo>
                <a:lnTo>
                  <a:pt x="314521" y="361950"/>
                </a:lnTo>
                <a:lnTo>
                  <a:pt x="314338" y="361993"/>
                </a:lnTo>
                <a:lnTo>
                  <a:pt x="315489" y="361668"/>
                </a:lnTo>
                <a:lnTo>
                  <a:pt x="315270" y="361742"/>
                </a:lnTo>
                <a:lnTo>
                  <a:pt x="316317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79" y="360658"/>
                </a:lnTo>
                <a:lnTo>
                  <a:pt x="317291" y="360854"/>
                </a:lnTo>
                <a:lnTo>
                  <a:pt x="318045" y="360272"/>
                </a:lnTo>
                <a:lnTo>
                  <a:pt x="317770" y="360510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5" y="359689"/>
                </a:lnTo>
                <a:lnTo>
                  <a:pt x="319082" y="358869"/>
                </a:lnTo>
                <a:lnTo>
                  <a:pt x="318921" y="359157"/>
                </a:lnTo>
                <a:lnTo>
                  <a:pt x="319363" y="358244"/>
                </a:lnTo>
                <a:lnTo>
                  <a:pt x="319251" y="358507"/>
                </a:lnTo>
                <a:lnTo>
                  <a:pt x="319626" y="357509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7" y="356834"/>
                </a:lnTo>
                <a:lnTo>
                  <a:pt x="320072" y="355634"/>
                </a:lnTo>
                <a:lnTo>
                  <a:pt x="320042" y="355799"/>
                </a:lnTo>
                <a:lnTo>
                  <a:pt x="320256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8"/>
                </a:lnTo>
                <a:lnTo>
                  <a:pt x="320742" y="340090"/>
                </a:lnTo>
                <a:lnTo>
                  <a:pt x="320742" y="340120"/>
                </a:lnTo>
                <a:lnTo>
                  <a:pt x="320661" y="28668"/>
                </a:lnTo>
                <a:lnTo>
                  <a:pt x="320661" y="28704"/>
                </a:lnTo>
                <a:lnTo>
                  <a:pt x="320607" y="24201"/>
                </a:lnTo>
                <a:lnTo>
                  <a:pt x="320607" y="24305"/>
                </a:lnTo>
                <a:lnTo>
                  <a:pt x="320423" y="20372"/>
                </a:lnTo>
                <a:lnTo>
                  <a:pt x="320435" y="20537"/>
                </a:lnTo>
                <a:lnTo>
                  <a:pt x="320084" y="17137"/>
                </a:lnTo>
                <a:lnTo>
                  <a:pt x="320105" y="17309"/>
                </a:lnTo>
                <a:lnTo>
                  <a:pt x="319865" y="15795"/>
                </a:lnTo>
                <a:lnTo>
                  <a:pt x="319889" y="15942"/>
                </a:lnTo>
                <a:lnTo>
                  <a:pt x="319596" y="14545"/>
                </a:lnTo>
                <a:lnTo>
                  <a:pt x="319637" y="14717"/>
                </a:lnTo>
                <a:lnTo>
                  <a:pt x="319282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6" y="12689"/>
                </a:lnTo>
                <a:lnTo>
                  <a:pt x="318547" y="11616"/>
                </a:lnTo>
                <a:lnTo>
                  <a:pt x="318677" y="11868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6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5" y="9049"/>
                </a:lnTo>
                <a:lnTo>
                  <a:pt x="315398" y="8498"/>
                </a:lnTo>
                <a:lnTo>
                  <a:pt x="315656" y="8633"/>
                </a:lnTo>
                <a:lnTo>
                  <a:pt x="314626" y="8155"/>
                </a:lnTo>
                <a:lnTo>
                  <a:pt x="314866" y="8253"/>
                </a:lnTo>
                <a:lnTo>
                  <a:pt x="313745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0" y="7598"/>
                </a:lnTo>
                <a:lnTo>
                  <a:pt x="311594" y="7297"/>
                </a:lnTo>
                <a:lnTo>
                  <a:pt x="311740" y="7328"/>
                </a:lnTo>
                <a:lnTo>
                  <a:pt x="310319" y="7083"/>
                </a:lnTo>
                <a:lnTo>
                  <a:pt x="310496" y="7107"/>
                </a:lnTo>
                <a:lnTo>
                  <a:pt x="307310" y="6752"/>
                </a:lnTo>
                <a:lnTo>
                  <a:pt x="307475" y="6764"/>
                </a:lnTo>
                <a:lnTo>
                  <a:pt x="303831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3" y="6452"/>
                </a:lnTo>
                <a:lnTo>
                  <a:pt x="289928" y="6415"/>
                </a:lnTo>
                <a:lnTo>
                  <a:pt x="289935" y="6415"/>
                </a:lnTo>
                <a:lnTo>
                  <a:pt x="33790" y="6127"/>
                </a:lnTo>
                <a:lnTo>
                  <a:pt x="33801" y="6127"/>
                </a:lnTo>
                <a:lnTo>
                  <a:pt x="28599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9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6" y="6660"/>
                </a:lnTo>
                <a:lnTo>
                  <a:pt x="14074" y="7120"/>
                </a:lnTo>
                <a:lnTo>
                  <a:pt x="14293" y="7077"/>
                </a:lnTo>
                <a:lnTo>
                  <a:pt x="12996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5" y="7616"/>
                </a:lnTo>
                <a:lnTo>
                  <a:pt x="11126" y="8026"/>
                </a:lnTo>
                <a:lnTo>
                  <a:pt x="11366" y="7922"/>
                </a:lnTo>
                <a:lnTo>
                  <a:pt x="10384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5" y="8608"/>
                </a:lnTo>
                <a:lnTo>
                  <a:pt x="9245" y="9227"/>
                </a:lnTo>
                <a:lnTo>
                  <a:pt x="9509" y="8995"/>
                </a:lnTo>
                <a:lnTo>
                  <a:pt x="8798" y="9687"/>
                </a:lnTo>
                <a:lnTo>
                  <a:pt x="9037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4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5" y="13112"/>
                </a:lnTo>
                <a:lnTo>
                  <a:pt x="7229" y="12915"/>
                </a:lnTo>
                <a:lnTo>
                  <a:pt x="6936" y="14147"/>
                </a:lnTo>
                <a:lnTo>
                  <a:pt x="6973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6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90">
            <a:extLst xmlns:a="http://schemas.openxmlformats.org/drawingml/2006/main">
              <a:ext uri="{FF2B5EF4-FFF2-40B4-BE49-F238E27FC236}">
                <a16:creationId xmlns:a16="http://schemas.microsoft.com/office/drawing/2014/main" id="{AC71C55F-2B67-49D2-9E7E-CB9E04E3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712" y="4305577"/>
            <a:ext cx="320742" cy="363016"/>
          </a:xfrm>
          <a:custGeom xmlns:a="http://schemas.openxmlformats.org/drawingml/2006/main">
            <a:pathLst>
              <a:path w="320742" h="363016">
                <a:moveTo>
                  <a:pt x="0" y="26676"/>
                </a:moveTo>
                <a:cubicBezTo>
                  <a:pt x="0" y="1078"/>
                  <a:pt x="1238" y="0"/>
                  <a:pt x="30727" y="0"/>
                </a:cubicBezTo>
                <a:lnTo>
                  <a:pt x="286872" y="288"/>
                </a:lnTo>
                <a:cubicBezTo>
                  <a:pt x="316361" y="288"/>
                  <a:pt x="320656" y="0"/>
                  <a:pt x="320656" y="25604"/>
                </a:cubicBezTo>
                <a:lnTo>
                  <a:pt x="320742" y="337057"/>
                </a:lnTo>
                <a:cubicBezTo>
                  <a:pt x="320742" y="362655"/>
                  <a:pt x="320330" y="363016"/>
                  <a:pt x="290843" y="363016"/>
                </a:cubicBezTo>
                <a:lnTo>
                  <a:pt x="30727" y="361657"/>
                </a:lnTo>
                <a:cubicBezTo>
                  <a:pt x="1238" y="361657"/>
                  <a:pt x="80" y="360652"/>
                  <a:pt x="80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ath-191">
            <a:extLst xmlns:a="http://schemas.openxmlformats.org/drawingml/2006/main">
              <a:ext uri="{FF2B5EF4-FFF2-40B4-BE49-F238E27FC236}">
                <a16:creationId xmlns:a16="http://schemas.microsoft.com/office/drawing/2014/main" id="{92FD19F3-E578-4B85-8FB2-754D1543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49" y="430251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2"/>
                </a:moveTo>
                <a:lnTo>
                  <a:pt x="112" y="21125"/>
                </a:lnTo>
                <a:lnTo>
                  <a:pt x="319" y="17510"/>
                </a:lnTo>
                <a:lnTo>
                  <a:pt x="687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10" y="10060"/>
                </a:lnTo>
                <a:lnTo>
                  <a:pt x="2218" y="8786"/>
                </a:lnTo>
                <a:lnTo>
                  <a:pt x="2825" y="7585"/>
                </a:lnTo>
                <a:lnTo>
                  <a:pt x="3554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3" y="3663"/>
                </a:lnTo>
                <a:lnTo>
                  <a:pt x="7574" y="2953"/>
                </a:lnTo>
                <a:lnTo>
                  <a:pt x="8811" y="2353"/>
                </a:lnTo>
                <a:lnTo>
                  <a:pt x="10123" y="1850"/>
                </a:lnTo>
                <a:lnTo>
                  <a:pt x="11506" y="1434"/>
                </a:lnTo>
                <a:lnTo>
                  <a:pt x="13014" y="1084"/>
                </a:lnTo>
                <a:lnTo>
                  <a:pt x="16182" y="588"/>
                </a:lnTo>
                <a:lnTo>
                  <a:pt x="19808" y="276"/>
                </a:lnTo>
                <a:lnTo>
                  <a:pt x="23915" y="98"/>
                </a:lnTo>
                <a:lnTo>
                  <a:pt x="28558" y="18"/>
                </a:lnTo>
                <a:lnTo>
                  <a:pt x="33791" y="0"/>
                </a:lnTo>
                <a:lnTo>
                  <a:pt x="289949" y="288"/>
                </a:lnTo>
                <a:lnTo>
                  <a:pt x="299898" y="324"/>
                </a:lnTo>
                <a:lnTo>
                  <a:pt x="304133" y="428"/>
                </a:lnTo>
                <a:lnTo>
                  <a:pt x="307918" y="649"/>
                </a:lnTo>
                <a:lnTo>
                  <a:pt x="311276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76" y="3143"/>
                </a:lnTo>
                <a:lnTo>
                  <a:pt x="319578" y="3847"/>
                </a:lnTo>
                <a:lnTo>
                  <a:pt x="320687" y="4662"/>
                </a:lnTo>
                <a:lnTo>
                  <a:pt x="321704" y="5593"/>
                </a:lnTo>
                <a:lnTo>
                  <a:pt x="322611" y="6635"/>
                </a:lnTo>
                <a:lnTo>
                  <a:pt x="323407" y="7775"/>
                </a:lnTo>
                <a:lnTo>
                  <a:pt x="324094" y="9006"/>
                </a:lnTo>
                <a:lnTo>
                  <a:pt x="324676" y="10317"/>
                </a:lnTo>
                <a:lnTo>
                  <a:pt x="325166" y="11714"/>
                </a:lnTo>
                <a:lnTo>
                  <a:pt x="325571" y="13185"/>
                </a:lnTo>
                <a:lnTo>
                  <a:pt x="325901" y="14747"/>
                </a:lnTo>
                <a:lnTo>
                  <a:pt x="326171" y="16420"/>
                </a:lnTo>
                <a:lnTo>
                  <a:pt x="326538" y="19998"/>
                </a:lnTo>
                <a:lnTo>
                  <a:pt x="326728" y="24072"/>
                </a:lnTo>
                <a:lnTo>
                  <a:pt x="326782" y="28643"/>
                </a:lnTo>
                <a:lnTo>
                  <a:pt x="326868" y="340133"/>
                </a:lnTo>
                <a:lnTo>
                  <a:pt x="326795" y="348667"/>
                </a:lnTo>
                <a:lnTo>
                  <a:pt x="326629" y="352245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5" y="358231"/>
                </a:lnTo>
                <a:lnTo>
                  <a:pt x="325405" y="359543"/>
                </a:lnTo>
                <a:lnTo>
                  <a:pt x="324938" y="360793"/>
                </a:lnTo>
                <a:lnTo>
                  <a:pt x="324363" y="361975"/>
                </a:lnTo>
                <a:lnTo>
                  <a:pt x="323671" y="363084"/>
                </a:lnTo>
                <a:lnTo>
                  <a:pt x="322856" y="364100"/>
                </a:lnTo>
                <a:lnTo>
                  <a:pt x="321925" y="365014"/>
                </a:lnTo>
                <a:lnTo>
                  <a:pt x="320889" y="365817"/>
                </a:lnTo>
                <a:lnTo>
                  <a:pt x="319755" y="366497"/>
                </a:lnTo>
                <a:lnTo>
                  <a:pt x="318548" y="367067"/>
                </a:lnTo>
                <a:lnTo>
                  <a:pt x="317269" y="367532"/>
                </a:lnTo>
                <a:lnTo>
                  <a:pt x="315913" y="367918"/>
                </a:lnTo>
                <a:lnTo>
                  <a:pt x="314444" y="368230"/>
                </a:lnTo>
                <a:lnTo>
                  <a:pt x="311344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6" y="369143"/>
                </a:lnTo>
                <a:lnTo>
                  <a:pt x="33778" y="367783"/>
                </a:lnTo>
                <a:lnTo>
                  <a:pt x="33784" y="367783"/>
                </a:lnTo>
                <a:lnTo>
                  <a:pt x="28558" y="367764"/>
                </a:lnTo>
                <a:lnTo>
                  <a:pt x="23919" y="367685"/>
                </a:lnTo>
                <a:lnTo>
                  <a:pt x="19815" y="367514"/>
                </a:lnTo>
                <a:lnTo>
                  <a:pt x="16194" y="367201"/>
                </a:lnTo>
                <a:lnTo>
                  <a:pt x="13039" y="366711"/>
                </a:lnTo>
                <a:lnTo>
                  <a:pt x="11538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11" y="364854"/>
                </a:lnTo>
                <a:lnTo>
                  <a:pt x="6459" y="364150"/>
                </a:lnTo>
                <a:lnTo>
                  <a:pt x="5400" y="363328"/>
                </a:lnTo>
                <a:lnTo>
                  <a:pt x="4443" y="362398"/>
                </a:lnTo>
                <a:lnTo>
                  <a:pt x="3603" y="361362"/>
                </a:lnTo>
                <a:lnTo>
                  <a:pt x="2881" y="360241"/>
                </a:lnTo>
                <a:lnTo>
                  <a:pt x="2267" y="359040"/>
                </a:lnTo>
                <a:lnTo>
                  <a:pt x="1765" y="357766"/>
                </a:lnTo>
                <a:lnTo>
                  <a:pt x="1356" y="356430"/>
                </a:lnTo>
                <a:lnTo>
                  <a:pt x="1023" y="355021"/>
                </a:lnTo>
                <a:lnTo>
                  <a:pt x="755" y="353514"/>
                </a:lnTo>
                <a:lnTo>
                  <a:pt x="393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9" y="25182"/>
                </a:lnTo>
                <a:moveTo>
                  <a:pt x="6128" y="29758"/>
                </a:moveTo>
                <a:lnTo>
                  <a:pt x="6128" y="29739"/>
                </a:lnTo>
                <a:lnTo>
                  <a:pt x="6207" y="338111"/>
                </a:lnTo>
                <a:lnTo>
                  <a:pt x="6207" y="338099"/>
                </a:lnTo>
                <a:lnTo>
                  <a:pt x="6232" y="342614"/>
                </a:lnTo>
                <a:lnTo>
                  <a:pt x="6232" y="342565"/>
                </a:lnTo>
                <a:lnTo>
                  <a:pt x="6317" y="346535"/>
                </a:lnTo>
                <a:lnTo>
                  <a:pt x="6311" y="346438"/>
                </a:lnTo>
                <a:lnTo>
                  <a:pt x="6507" y="349905"/>
                </a:lnTo>
                <a:lnTo>
                  <a:pt x="6489" y="349727"/>
                </a:lnTo>
                <a:lnTo>
                  <a:pt x="6832" y="352723"/>
                </a:lnTo>
                <a:lnTo>
                  <a:pt x="6802" y="352534"/>
                </a:lnTo>
                <a:lnTo>
                  <a:pt x="7040" y="353863"/>
                </a:lnTo>
                <a:lnTo>
                  <a:pt x="7010" y="353698"/>
                </a:lnTo>
                <a:lnTo>
                  <a:pt x="7297" y="354923"/>
                </a:lnTo>
                <a:lnTo>
                  <a:pt x="7243" y="354727"/>
                </a:lnTo>
                <a:lnTo>
                  <a:pt x="7586" y="355854"/>
                </a:lnTo>
                <a:lnTo>
                  <a:pt x="7507" y="355628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7"/>
                </a:lnTo>
                <a:lnTo>
                  <a:pt x="8119" y="357061"/>
                </a:lnTo>
                <a:lnTo>
                  <a:pt x="8665" y="357907"/>
                </a:lnTo>
                <a:lnTo>
                  <a:pt x="8462" y="357631"/>
                </a:lnTo>
                <a:lnTo>
                  <a:pt x="9087" y="358396"/>
                </a:lnTo>
                <a:lnTo>
                  <a:pt x="8848" y="358139"/>
                </a:lnTo>
                <a:lnTo>
                  <a:pt x="9546" y="358819"/>
                </a:lnTo>
                <a:lnTo>
                  <a:pt x="9283" y="358593"/>
                </a:lnTo>
                <a:lnTo>
                  <a:pt x="10074" y="359200"/>
                </a:lnTo>
                <a:lnTo>
                  <a:pt x="9797" y="359016"/>
                </a:lnTo>
                <a:lnTo>
                  <a:pt x="10680" y="359555"/>
                </a:lnTo>
                <a:lnTo>
                  <a:pt x="10417" y="359408"/>
                </a:lnTo>
                <a:lnTo>
                  <a:pt x="11390" y="359879"/>
                </a:lnTo>
                <a:lnTo>
                  <a:pt x="11152" y="359775"/>
                </a:lnTo>
                <a:lnTo>
                  <a:pt x="12229" y="360186"/>
                </a:lnTo>
                <a:lnTo>
                  <a:pt x="12016" y="360112"/>
                </a:lnTo>
                <a:lnTo>
                  <a:pt x="13198" y="360468"/>
                </a:lnTo>
                <a:lnTo>
                  <a:pt x="13014" y="360418"/>
                </a:lnTo>
                <a:lnTo>
                  <a:pt x="14307" y="360719"/>
                </a:lnTo>
                <a:lnTo>
                  <a:pt x="14086" y="360676"/>
                </a:lnTo>
                <a:lnTo>
                  <a:pt x="17034" y="361136"/>
                </a:lnTo>
                <a:lnTo>
                  <a:pt x="16825" y="361111"/>
                </a:lnTo>
                <a:lnTo>
                  <a:pt x="20276" y="361405"/>
                </a:lnTo>
                <a:lnTo>
                  <a:pt x="20141" y="361392"/>
                </a:lnTo>
                <a:lnTo>
                  <a:pt x="24135" y="361565"/>
                </a:lnTo>
                <a:lnTo>
                  <a:pt x="24061" y="361558"/>
                </a:lnTo>
                <a:lnTo>
                  <a:pt x="28638" y="361638"/>
                </a:lnTo>
                <a:lnTo>
                  <a:pt x="28601" y="361638"/>
                </a:lnTo>
                <a:lnTo>
                  <a:pt x="33803" y="361656"/>
                </a:lnTo>
                <a:lnTo>
                  <a:pt x="293919" y="363017"/>
                </a:lnTo>
                <a:lnTo>
                  <a:pt x="293882" y="363017"/>
                </a:lnTo>
                <a:lnTo>
                  <a:pt x="303636" y="362949"/>
                </a:lnTo>
                <a:lnTo>
                  <a:pt x="303550" y="362955"/>
                </a:lnTo>
                <a:lnTo>
                  <a:pt x="307508" y="362814"/>
                </a:lnTo>
                <a:lnTo>
                  <a:pt x="307386" y="362820"/>
                </a:lnTo>
                <a:lnTo>
                  <a:pt x="310786" y="362569"/>
                </a:lnTo>
                <a:lnTo>
                  <a:pt x="310589" y="362588"/>
                </a:lnTo>
                <a:lnTo>
                  <a:pt x="313476" y="362183"/>
                </a:lnTo>
                <a:lnTo>
                  <a:pt x="313261" y="362220"/>
                </a:lnTo>
                <a:lnTo>
                  <a:pt x="314523" y="361951"/>
                </a:lnTo>
                <a:lnTo>
                  <a:pt x="314339" y="361994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1" y="361460"/>
                </a:lnTo>
                <a:lnTo>
                  <a:pt x="317004" y="361019"/>
                </a:lnTo>
                <a:lnTo>
                  <a:pt x="316730" y="361166"/>
                </a:lnTo>
                <a:lnTo>
                  <a:pt x="317574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70" y="360511"/>
                </a:lnTo>
                <a:lnTo>
                  <a:pt x="318439" y="359855"/>
                </a:lnTo>
                <a:lnTo>
                  <a:pt x="318188" y="360131"/>
                </a:lnTo>
                <a:lnTo>
                  <a:pt x="318776" y="359396"/>
                </a:lnTo>
                <a:lnTo>
                  <a:pt x="318567" y="359689"/>
                </a:lnTo>
                <a:lnTo>
                  <a:pt x="319082" y="358868"/>
                </a:lnTo>
                <a:lnTo>
                  <a:pt x="318922" y="359157"/>
                </a:lnTo>
                <a:lnTo>
                  <a:pt x="319363" y="358250"/>
                </a:lnTo>
                <a:lnTo>
                  <a:pt x="319253" y="358507"/>
                </a:lnTo>
                <a:lnTo>
                  <a:pt x="319627" y="357508"/>
                </a:lnTo>
                <a:lnTo>
                  <a:pt x="319547" y="357741"/>
                </a:lnTo>
                <a:lnTo>
                  <a:pt x="319867" y="356638"/>
                </a:lnTo>
                <a:lnTo>
                  <a:pt x="319818" y="356835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4" y="354672"/>
                </a:lnTo>
                <a:lnTo>
                  <a:pt x="320522" y="351719"/>
                </a:lnTo>
                <a:lnTo>
                  <a:pt x="320515" y="351884"/>
                </a:lnTo>
                <a:lnTo>
                  <a:pt x="320669" y="348447"/>
                </a:lnTo>
                <a:lnTo>
                  <a:pt x="320669" y="348557"/>
                </a:lnTo>
                <a:lnTo>
                  <a:pt x="320742" y="340090"/>
                </a:lnTo>
                <a:lnTo>
                  <a:pt x="320742" y="340121"/>
                </a:lnTo>
                <a:lnTo>
                  <a:pt x="320656" y="28667"/>
                </a:lnTo>
                <a:lnTo>
                  <a:pt x="320656" y="28705"/>
                </a:lnTo>
                <a:lnTo>
                  <a:pt x="320601" y="24201"/>
                </a:lnTo>
                <a:lnTo>
                  <a:pt x="320606" y="24305"/>
                </a:lnTo>
                <a:lnTo>
                  <a:pt x="320423" y="20371"/>
                </a:lnTo>
                <a:lnTo>
                  <a:pt x="320436" y="20537"/>
                </a:lnTo>
                <a:lnTo>
                  <a:pt x="320086" y="17137"/>
                </a:lnTo>
                <a:lnTo>
                  <a:pt x="320105" y="17308"/>
                </a:lnTo>
                <a:lnTo>
                  <a:pt x="319860" y="15795"/>
                </a:lnTo>
                <a:lnTo>
                  <a:pt x="319890" y="15942"/>
                </a:lnTo>
                <a:lnTo>
                  <a:pt x="319597" y="14545"/>
                </a:lnTo>
                <a:lnTo>
                  <a:pt x="319639" y="14717"/>
                </a:lnTo>
                <a:lnTo>
                  <a:pt x="319284" y="13436"/>
                </a:lnTo>
                <a:lnTo>
                  <a:pt x="319346" y="13638"/>
                </a:lnTo>
                <a:lnTo>
                  <a:pt x="318934" y="12462"/>
                </a:lnTo>
                <a:lnTo>
                  <a:pt x="319027" y="12688"/>
                </a:lnTo>
                <a:lnTo>
                  <a:pt x="318548" y="11616"/>
                </a:lnTo>
                <a:lnTo>
                  <a:pt x="318677" y="11867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5" y="10281"/>
                </a:lnTo>
                <a:lnTo>
                  <a:pt x="317888" y="10538"/>
                </a:lnTo>
                <a:lnTo>
                  <a:pt x="317202" y="9748"/>
                </a:lnTo>
                <a:lnTo>
                  <a:pt x="317434" y="9993"/>
                </a:lnTo>
                <a:lnTo>
                  <a:pt x="316668" y="9288"/>
                </a:lnTo>
                <a:lnTo>
                  <a:pt x="316925" y="9502"/>
                </a:lnTo>
                <a:lnTo>
                  <a:pt x="316074" y="8878"/>
                </a:lnTo>
                <a:lnTo>
                  <a:pt x="316337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6" y="8252"/>
                </a:lnTo>
                <a:lnTo>
                  <a:pt x="313745" y="7836"/>
                </a:lnTo>
                <a:lnTo>
                  <a:pt x="313953" y="7904"/>
                </a:lnTo>
                <a:lnTo>
                  <a:pt x="312734" y="7554"/>
                </a:lnTo>
                <a:lnTo>
                  <a:pt x="312911" y="7597"/>
                </a:lnTo>
                <a:lnTo>
                  <a:pt x="311595" y="7304"/>
                </a:lnTo>
                <a:lnTo>
                  <a:pt x="311741" y="7327"/>
                </a:lnTo>
                <a:lnTo>
                  <a:pt x="310321" y="7083"/>
                </a:lnTo>
                <a:lnTo>
                  <a:pt x="310497" y="7107"/>
                </a:lnTo>
                <a:lnTo>
                  <a:pt x="307311" y="6751"/>
                </a:lnTo>
                <a:lnTo>
                  <a:pt x="307477" y="6764"/>
                </a:lnTo>
                <a:lnTo>
                  <a:pt x="303826" y="6549"/>
                </a:lnTo>
                <a:lnTo>
                  <a:pt x="303930" y="6556"/>
                </a:lnTo>
                <a:lnTo>
                  <a:pt x="299782" y="6451"/>
                </a:lnTo>
                <a:lnTo>
                  <a:pt x="299843" y="6451"/>
                </a:lnTo>
                <a:lnTo>
                  <a:pt x="289930" y="6415"/>
                </a:lnTo>
                <a:lnTo>
                  <a:pt x="289936" y="6415"/>
                </a:lnTo>
                <a:lnTo>
                  <a:pt x="33791" y="6127"/>
                </a:lnTo>
                <a:lnTo>
                  <a:pt x="33803" y="6127"/>
                </a:lnTo>
                <a:lnTo>
                  <a:pt x="28594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5" y="6219"/>
                </a:lnTo>
                <a:lnTo>
                  <a:pt x="20141" y="6390"/>
                </a:lnTo>
                <a:lnTo>
                  <a:pt x="20269" y="6384"/>
                </a:lnTo>
                <a:lnTo>
                  <a:pt x="16813" y="6684"/>
                </a:lnTo>
                <a:lnTo>
                  <a:pt x="17027" y="6659"/>
                </a:lnTo>
                <a:lnTo>
                  <a:pt x="14074" y="7119"/>
                </a:lnTo>
                <a:lnTo>
                  <a:pt x="14294" y="7076"/>
                </a:lnTo>
                <a:lnTo>
                  <a:pt x="12997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6" y="7615"/>
                </a:lnTo>
                <a:lnTo>
                  <a:pt x="11127" y="8026"/>
                </a:lnTo>
                <a:lnTo>
                  <a:pt x="11367" y="7922"/>
                </a:lnTo>
                <a:lnTo>
                  <a:pt x="10385" y="8400"/>
                </a:lnTo>
                <a:lnTo>
                  <a:pt x="10649" y="8252"/>
                </a:lnTo>
                <a:lnTo>
                  <a:pt x="9767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09" y="8994"/>
                </a:lnTo>
                <a:lnTo>
                  <a:pt x="8799" y="9686"/>
                </a:lnTo>
                <a:lnTo>
                  <a:pt x="9039" y="9423"/>
                </a:lnTo>
                <a:lnTo>
                  <a:pt x="8413" y="10195"/>
                </a:lnTo>
                <a:lnTo>
                  <a:pt x="8609" y="9919"/>
                </a:lnTo>
                <a:lnTo>
                  <a:pt x="8063" y="10771"/>
                </a:lnTo>
                <a:lnTo>
                  <a:pt x="8217" y="10495"/>
                </a:lnTo>
                <a:lnTo>
                  <a:pt x="7745" y="11439"/>
                </a:lnTo>
                <a:lnTo>
                  <a:pt x="7855" y="11181"/>
                </a:lnTo>
                <a:lnTo>
                  <a:pt x="7445" y="12217"/>
                </a:lnTo>
                <a:lnTo>
                  <a:pt x="7525" y="11984"/>
                </a:lnTo>
                <a:lnTo>
                  <a:pt x="7175" y="13117"/>
                </a:lnTo>
                <a:lnTo>
                  <a:pt x="7230" y="12915"/>
                </a:lnTo>
                <a:lnTo>
                  <a:pt x="6937" y="14146"/>
                </a:lnTo>
                <a:lnTo>
                  <a:pt x="6974" y="13981"/>
                </a:lnTo>
                <a:lnTo>
                  <a:pt x="6734" y="15317"/>
                </a:lnTo>
                <a:lnTo>
                  <a:pt x="6758" y="15121"/>
                </a:lnTo>
                <a:lnTo>
                  <a:pt x="6416" y="18123"/>
                </a:lnTo>
                <a:lnTo>
                  <a:pt x="6434" y="17946"/>
                </a:lnTo>
                <a:lnTo>
                  <a:pt x="6232" y="21419"/>
                </a:lnTo>
                <a:lnTo>
                  <a:pt x="6238" y="21316"/>
                </a:lnTo>
                <a:lnTo>
                  <a:pt x="6146" y="25291"/>
                </a:lnTo>
                <a:lnTo>
                  <a:pt x="6146" y="25236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192">
            <a:extLst xmlns:a="http://schemas.openxmlformats.org/drawingml/2006/main">
              <a:ext uri="{FF2B5EF4-FFF2-40B4-BE49-F238E27FC236}">
                <a16:creationId xmlns:a16="http://schemas.microsoft.com/office/drawing/2014/main" id="{7D0D0300-6A0D-45D3-B204-A035E737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07" y="4305577"/>
            <a:ext cx="320742" cy="363016"/>
          </a:xfrm>
          <a:custGeom xmlns:a="http://schemas.openxmlformats.org/drawingml/2006/main">
            <a:pathLst>
              <a:path w="320742" h="363016">
                <a:moveTo>
                  <a:pt x="0" y="26676"/>
                </a:moveTo>
                <a:cubicBezTo>
                  <a:pt x="0" y="1078"/>
                  <a:pt x="1238" y="0"/>
                  <a:pt x="30726" y="0"/>
                </a:cubicBezTo>
                <a:lnTo>
                  <a:pt x="286872" y="288"/>
                </a:lnTo>
                <a:cubicBezTo>
                  <a:pt x="316361" y="288"/>
                  <a:pt x="320656" y="0"/>
                  <a:pt x="320656" y="25604"/>
                </a:cubicBezTo>
                <a:lnTo>
                  <a:pt x="320742" y="337057"/>
                </a:lnTo>
                <a:cubicBezTo>
                  <a:pt x="320742" y="362655"/>
                  <a:pt x="320330" y="363016"/>
                  <a:pt x="290843" y="363016"/>
                </a:cubicBezTo>
                <a:lnTo>
                  <a:pt x="30726" y="361657"/>
                </a:lnTo>
                <a:cubicBezTo>
                  <a:pt x="1238" y="361657"/>
                  <a:pt x="80" y="360652"/>
                  <a:pt x="80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ath-193">
            <a:extLst xmlns:a="http://schemas.openxmlformats.org/drawingml/2006/main">
              <a:ext uri="{FF2B5EF4-FFF2-40B4-BE49-F238E27FC236}">
                <a16:creationId xmlns:a16="http://schemas.microsoft.com/office/drawing/2014/main" id="{12C77E56-14EC-4E2C-BF6A-737F9F49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943" y="430251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2"/>
                </a:moveTo>
                <a:lnTo>
                  <a:pt x="112" y="21125"/>
                </a:lnTo>
                <a:lnTo>
                  <a:pt x="319" y="17510"/>
                </a:lnTo>
                <a:lnTo>
                  <a:pt x="686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25" y="7585"/>
                </a:lnTo>
                <a:lnTo>
                  <a:pt x="3554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2" y="3663"/>
                </a:lnTo>
                <a:lnTo>
                  <a:pt x="7574" y="2953"/>
                </a:lnTo>
                <a:lnTo>
                  <a:pt x="8811" y="2353"/>
                </a:lnTo>
                <a:lnTo>
                  <a:pt x="10123" y="1850"/>
                </a:lnTo>
                <a:lnTo>
                  <a:pt x="11506" y="1434"/>
                </a:lnTo>
                <a:lnTo>
                  <a:pt x="13013" y="1084"/>
                </a:lnTo>
                <a:lnTo>
                  <a:pt x="16180" y="588"/>
                </a:lnTo>
                <a:lnTo>
                  <a:pt x="19808" y="276"/>
                </a:lnTo>
                <a:lnTo>
                  <a:pt x="23914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9" y="288"/>
                </a:lnTo>
                <a:lnTo>
                  <a:pt x="299898" y="324"/>
                </a:lnTo>
                <a:lnTo>
                  <a:pt x="304131" y="428"/>
                </a:lnTo>
                <a:lnTo>
                  <a:pt x="307918" y="649"/>
                </a:lnTo>
                <a:lnTo>
                  <a:pt x="311276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76" y="3143"/>
                </a:lnTo>
                <a:lnTo>
                  <a:pt x="319578" y="3847"/>
                </a:lnTo>
                <a:lnTo>
                  <a:pt x="320687" y="4662"/>
                </a:lnTo>
                <a:lnTo>
                  <a:pt x="321704" y="5593"/>
                </a:lnTo>
                <a:lnTo>
                  <a:pt x="322611" y="6635"/>
                </a:lnTo>
                <a:lnTo>
                  <a:pt x="323407" y="7775"/>
                </a:lnTo>
                <a:lnTo>
                  <a:pt x="324094" y="9006"/>
                </a:lnTo>
                <a:lnTo>
                  <a:pt x="324676" y="10317"/>
                </a:lnTo>
                <a:lnTo>
                  <a:pt x="325165" y="11714"/>
                </a:lnTo>
                <a:lnTo>
                  <a:pt x="325570" y="13185"/>
                </a:lnTo>
                <a:lnTo>
                  <a:pt x="325901" y="14747"/>
                </a:lnTo>
                <a:lnTo>
                  <a:pt x="326171" y="16420"/>
                </a:lnTo>
                <a:lnTo>
                  <a:pt x="326538" y="19998"/>
                </a:lnTo>
                <a:lnTo>
                  <a:pt x="326728" y="24072"/>
                </a:lnTo>
                <a:lnTo>
                  <a:pt x="326782" y="28643"/>
                </a:lnTo>
                <a:lnTo>
                  <a:pt x="326868" y="340133"/>
                </a:lnTo>
                <a:lnTo>
                  <a:pt x="326794" y="348667"/>
                </a:lnTo>
                <a:lnTo>
                  <a:pt x="326629" y="352245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5" y="358231"/>
                </a:lnTo>
                <a:lnTo>
                  <a:pt x="325405" y="359543"/>
                </a:lnTo>
                <a:lnTo>
                  <a:pt x="324938" y="360793"/>
                </a:lnTo>
                <a:lnTo>
                  <a:pt x="324363" y="361975"/>
                </a:lnTo>
                <a:lnTo>
                  <a:pt x="323670" y="363084"/>
                </a:lnTo>
                <a:lnTo>
                  <a:pt x="322855" y="364100"/>
                </a:lnTo>
                <a:lnTo>
                  <a:pt x="321925" y="365014"/>
                </a:lnTo>
                <a:lnTo>
                  <a:pt x="320889" y="365817"/>
                </a:lnTo>
                <a:lnTo>
                  <a:pt x="319755" y="366497"/>
                </a:lnTo>
                <a:lnTo>
                  <a:pt x="318548" y="367067"/>
                </a:lnTo>
                <a:lnTo>
                  <a:pt x="317268" y="367532"/>
                </a:lnTo>
                <a:lnTo>
                  <a:pt x="315913" y="367918"/>
                </a:lnTo>
                <a:lnTo>
                  <a:pt x="314444" y="368230"/>
                </a:lnTo>
                <a:lnTo>
                  <a:pt x="311344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6" y="369143"/>
                </a:lnTo>
                <a:lnTo>
                  <a:pt x="33778" y="367783"/>
                </a:lnTo>
                <a:lnTo>
                  <a:pt x="33784" y="367783"/>
                </a:lnTo>
                <a:lnTo>
                  <a:pt x="28558" y="367764"/>
                </a:lnTo>
                <a:lnTo>
                  <a:pt x="23919" y="367685"/>
                </a:lnTo>
                <a:lnTo>
                  <a:pt x="19815" y="367514"/>
                </a:lnTo>
                <a:lnTo>
                  <a:pt x="16194" y="367201"/>
                </a:lnTo>
                <a:lnTo>
                  <a:pt x="13039" y="366711"/>
                </a:lnTo>
                <a:lnTo>
                  <a:pt x="11538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10" y="364854"/>
                </a:lnTo>
                <a:lnTo>
                  <a:pt x="6458" y="364150"/>
                </a:lnTo>
                <a:lnTo>
                  <a:pt x="5399" y="363328"/>
                </a:lnTo>
                <a:lnTo>
                  <a:pt x="4443" y="362398"/>
                </a:lnTo>
                <a:lnTo>
                  <a:pt x="3602" y="361362"/>
                </a:lnTo>
                <a:lnTo>
                  <a:pt x="2881" y="360241"/>
                </a:lnTo>
                <a:lnTo>
                  <a:pt x="2267" y="359040"/>
                </a:lnTo>
                <a:lnTo>
                  <a:pt x="1765" y="357766"/>
                </a:lnTo>
                <a:lnTo>
                  <a:pt x="1355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3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9" y="25182"/>
                </a:lnTo>
                <a:moveTo>
                  <a:pt x="6128" y="29758"/>
                </a:moveTo>
                <a:lnTo>
                  <a:pt x="6128" y="29739"/>
                </a:lnTo>
                <a:lnTo>
                  <a:pt x="6207" y="338111"/>
                </a:lnTo>
                <a:lnTo>
                  <a:pt x="6207" y="338099"/>
                </a:lnTo>
                <a:lnTo>
                  <a:pt x="6232" y="342614"/>
                </a:lnTo>
                <a:lnTo>
                  <a:pt x="6232" y="342565"/>
                </a:lnTo>
                <a:lnTo>
                  <a:pt x="6317" y="346535"/>
                </a:lnTo>
                <a:lnTo>
                  <a:pt x="6311" y="346438"/>
                </a:lnTo>
                <a:lnTo>
                  <a:pt x="6507" y="349905"/>
                </a:lnTo>
                <a:lnTo>
                  <a:pt x="6489" y="349727"/>
                </a:lnTo>
                <a:lnTo>
                  <a:pt x="6832" y="352723"/>
                </a:lnTo>
                <a:lnTo>
                  <a:pt x="6802" y="352534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1" y="354727"/>
                </a:lnTo>
                <a:lnTo>
                  <a:pt x="7586" y="355854"/>
                </a:lnTo>
                <a:lnTo>
                  <a:pt x="7507" y="355628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7"/>
                </a:lnTo>
                <a:lnTo>
                  <a:pt x="8118" y="357061"/>
                </a:lnTo>
                <a:lnTo>
                  <a:pt x="8665" y="357907"/>
                </a:lnTo>
                <a:lnTo>
                  <a:pt x="8462" y="357631"/>
                </a:lnTo>
                <a:lnTo>
                  <a:pt x="9087" y="358396"/>
                </a:lnTo>
                <a:lnTo>
                  <a:pt x="8848" y="358139"/>
                </a:lnTo>
                <a:lnTo>
                  <a:pt x="9546" y="358819"/>
                </a:lnTo>
                <a:lnTo>
                  <a:pt x="9283" y="358593"/>
                </a:lnTo>
                <a:lnTo>
                  <a:pt x="10074" y="359200"/>
                </a:lnTo>
                <a:lnTo>
                  <a:pt x="9797" y="359016"/>
                </a:lnTo>
                <a:lnTo>
                  <a:pt x="10680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2" y="359775"/>
                </a:lnTo>
                <a:lnTo>
                  <a:pt x="12229" y="360186"/>
                </a:lnTo>
                <a:lnTo>
                  <a:pt x="12016" y="360112"/>
                </a:lnTo>
                <a:lnTo>
                  <a:pt x="13198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4" y="361136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41" y="361392"/>
                </a:lnTo>
                <a:lnTo>
                  <a:pt x="24135" y="361565"/>
                </a:lnTo>
                <a:lnTo>
                  <a:pt x="24060" y="361558"/>
                </a:lnTo>
                <a:lnTo>
                  <a:pt x="28638" y="361638"/>
                </a:lnTo>
                <a:lnTo>
                  <a:pt x="28601" y="361638"/>
                </a:lnTo>
                <a:lnTo>
                  <a:pt x="33803" y="361656"/>
                </a:lnTo>
                <a:lnTo>
                  <a:pt x="293918" y="363017"/>
                </a:lnTo>
                <a:lnTo>
                  <a:pt x="293882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8" y="362814"/>
                </a:lnTo>
                <a:lnTo>
                  <a:pt x="307386" y="362820"/>
                </a:lnTo>
                <a:lnTo>
                  <a:pt x="310786" y="362569"/>
                </a:lnTo>
                <a:lnTo>
                  <a:pt x="310589" y="362588"/>
                </a:lnTo>
                <a:lnTo>
                  <a:pt x="313475" y="362183"/>
                </a:lnTo>
                <a:lnTo>
                  <a:pt x="313260" y="362220"/>
                </a:lnTo>
                <a:lnTo>
                  <a:pt x="314523" y="361951"/>
                </a:lnTo>
                <a:lnTo>
                  <a:pt x="314339" y="361994"/>
                </a:lnTo>
                <a:lnTo>
                  <a:pt x="315490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1" y="361460"/>
                </a:lnTo>
                <a:lnTo>
                  <a:pt x="317004" y="361019"/>
                </a:lnTo>
                <a:lnTo>
                  <a:pt x="316730" y="361166"/>
                </a:lnTo>
                <a:lnTo>
                  <a:pt x="317574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69" y="360511"/>
                </a:lnTo>
                <a:lnTo>
                  <a:pt x="318438" y="359855"/>
                </a:lnTo>
                <a:lnTo>
                  <a:pt x="318188" y="360131"/>
                </a:lnTo>
                <a:lnTo>
                  <a:pt x="318775" y="359396"/>
                </a:lnTo>
                <a:lnTo>
                  <a:pt x="318567" y="359689"/>
                </a:lnTo>
                <a:lnTo>
                  <a:pt x="319082" y="358868"/>
                </a:lnTo>
                <a:lnTo>
                  <a:pt x="318922" y="359157"/>
                </a:lnTo>
                <a:lnTo>
                  <a:pt x="319363" y="358250"/>
                </a:lnTo>
                <a:lnTo>
                  <a:pt x="319253" y="358507"/>
                </a:lnTo>
                <a:lnTo>
                  <a:pt x="319627" y="357508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7" y="356835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4" y="354672"/>
                </a:lnTo>
                <a:lnTo>
                  <a:pt x="320521" y="351719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2" y="340090"/>
                </a:lnTo>
                <a:lnTo>
                  <a:pt x="320742" y="340121"/>
                </a:lnTo>
                <a:lnTo>
                  <a:pt x="320656" y="28667"/>
                </a:lnTo>
                <a:lnTo>
                  <a:pt x="320656" y="28705"/>
                </a:lnTo>
                <a:lnTo>
                  <a:pt x="320601" y="24201"/>
                </a:lnTo>
                <a:lnTo>
                  <a:pt x="320606" y="24305"/>
                </a:lnTo>
                <a:lnTo>
                  <a:pt x="320423" y="20371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5" y="17308"/>
                </a:lnTo>
                <a:lnTo>
                  <a:pt x="319860" y="15795"/>
                </a:lnTo>
                <a:lnTo>
                  <a:pt x="319890" y="15942"/>
                </a:lnTo>
                <a:lnTo>
                  <a:pt x="319597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6" y="13638"/>
                </a:lnTo>
                <a:lnTo>
                  <a:pt x="318934" y="12462"/>
                </a:lnTo>
                <a:lnTo>
                  <a:pt x="319027" y="12688"/>
                </a:lnTo>
                <a:lnTo>
                  <a:pt x="318548" y="11616"/>
                </a:lnTo>
                <a:lnTo>
                  <a:pt x="318677" y="11867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5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7" y="9288"/>
                </a:lnTo>
                <a:lnTo>
                  <a:pt x="316925" y="9502"/>
                </a:lnTo>
                <a:lnTo>
                  <a:pt x="316073" y="8878"/>
                </a:lnTo>
                <a:lnTo>
                  <a:pt x="316337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6" y="8252"/>
                </a:lnTo>
                <a:lnTo>
                  <a:pt x="313745" y="7836"/>
                </a:lnTo>
                <a:lnTo>
                  <a:pt x="313953" y="7904"/>
                </a:lnTo>
                <a:lnTo>
                  <a:pt x="312734" y="7554"/>
                </a:lnTo>
                <a:lnTo>
                  <a:pt x="312911" y="7597"/>
                </a:lnTo>
                <a:lnTo>
                  <a:pt x="311595" y="7304"/>
                </a:lnTo>
                <a:lnTo>
                  <a:pt x="311741" y="7327"/>
                </a:lnTo>
                <a:lnTo>
                  <a:pt x="310321" y="7083"/>
                </a:lnTo>
                <a:lnTo>
                  <a:pt x="310497" y="7107"/>
                </a:lnTo>
                <a:lnTo>
                  <a:pt x="307311" y="6751"/>
                </a:lnTo>
                <a:lnTo>
                  <a:pt x="307477" y="6764"/>
                </a:lnTo>
                <a:lnTo>
                  <a:pt x="303826" y="6549"/>
                </a:lnTo>
                <a:lnTo>
                  <a:pt x="303930" y="6556"/>
                </a:lnTo>
                <a:lnTo>
                  <a:pt x="299782" y="6451"/>
                </a:lnTo>
                <a:lnTo>
                  <a:pt x="299843" y="6451"/>
                </a:lnTo>
                <a:lnTo>
                  <a:pt x="289929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3" y="6127"/>
                </a:lnTo>
                <a:lnTo>
                  <a:pt x="28594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5" y="6219"/>
                </a:lnTo>
                <a:lnTo>
                  <a:pt x="20141" y="6390"/>
                </a:lnTo>
                <a:lnTo>
                  <a:pt x="20269" y="6384"/>
                </a:lnTo>
                <a:lnTo>
                  <a:pt x="16813" y="6684"/>
                </a:lnTo>
                <a:lnTo>
                  <a:pt x="17027" y="6659"/>
                </a:lnTo>
                <a:lnTo>
                  <a:pt x="14074" y="7119"/>
                </a:lnTo>
                <a:lnTo>
                  <a:pt x="14294" y="7076"/>
                </a:lnTo>
                <a:lnTo>
                  <a:pt x="12996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5" y="7615"/>
                </a:lnTo>
                <a:lnTo>
                  <a:pt x="11127" y="8026"/>
                </a:lnTo>
                <a:lnTo>
                  <a:pt x="11367" y="7922"/>
                </a:lnTo>
                <a:lnTo>
                  <a:pt x="10385" y="8400"/>
                </a:lnTo>
                <a:lnTo>
                  <a:pt x="10648" y="8252"/>
                </a:lnTo>
                <a:lnTo>
                  <a:pt x="9767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8" y="9423"/>
                </a:lnTo>
                <a:lnTo>
                  <a:pt x="8413" y="10195"/>
                </a:lnTo>
                <a:lnTo>
                  <a:pt x="8609" y="9919"/>
                </a:lnTo>
                <a:lnTo>
                  <a:pt x="8063" y="10771"/>
                </a:lnTo>
                <a:lnTo>
                  <a:pt x="8217" y="10495"/>
                </a:lnTo>
                <a:lnTo>
                  <a:pt x="7745" y="11439"/>
                </a:lnTo>
                <a:lnTo>
                  <a:pt x="7855" y="11181"/>
                </a:lnTo>
                <a:lnTo>
                  <a:pt x="7445" y="12217"/>
                </a:lnTo>
                <a:lnTo>
                  <a:pt x="7524" y="11984"/>
                </a:lnTo>
                <a:lnTo>
                  <a:pt x="7175" y="13117"/>
                </a:lnTo>
                <a:lnTo>
                  <a:pt x="7230" y="12915"/>
                </a:lnTo>
                <a:lnTo>
                  <a:pt x="6937" y="14146"/>
                </a:lnTo>
                <a:lnTo>
                  <a:pt x="6973" y="13981"/>
                </a:lnTo>
                <a:lnTo>
                  <a:pt x="6733" y="15317"/>
                </a:lnTo>
                <a:lnTo>
                  <a:pt x="6758" y="15121"/>
                </a:lnTo>
                <a:lnTo>
                  <a:pt x="6415" y="18123"/>
                </a:lnTo>
                <a:lnTo>
                  <a:pt x="6434" y="17946"/>
                </a:lnTo>
                <a:lnTo>
                  <a:pt x="6232" y="21419"/>
                </a:lnTo>
                <a:lnTo>
                  <a:pt x="6238" y="21316"/>
                </a:lnTo>
                <a:lnTo>
                  <a:pt x="6146" y="25291"/>
                </a:lnTo>
                <a:lnTo>
                  <a:pt x="6146" y="25236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94">
            <a:extLst xmlns:a="http://schemas.openxmlformats.org/drawingml/2006/main">
              <a:ext uri="{FF2B5EF4-FFF2-40B4-BE49-F238E27FC236}">
                <a16:creationId xmlns:a16="http://schemas.microsoft.com/office/drawing/2014/main" id="{DD09179A-AEF5-4156-AB18-192F7F63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134" y="3013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3" y="288"/>
                </a:lnTo>
                <a:cubicBezTo>
                  <a:pt x="316360" y="288"/>
                  <a:pt x="320655" y="0"/>
                  <a:pt x="320655" y="25604"/>
                </a:cubicBezTo>
                <a:lnTo>
                  <a:pt x="320741" y="337057"/>
                </a:lnTo>
                <a:cubicBezTo>
                  <a:pt x="320741" y="362655"/>
                  <a:pt x="320325" y="363016"/>
                  <a:pt x="290843" y="363016"/>
                </a:cubicBezTo>
                <a:lnTo>
                  <a:pt x="30726" y="361656"/>
                </a:lnTo>
                <a:cubicBezTo>
                  <a:pt x="1237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9C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95">
            <a:extLst xmlns:a="http://schemas.openxmlformats.org/drawingml/2006/main">
              <a:ext uri="{FF2B5EF4-FFF2-40B4-BE49-F238E27FC236}">
                <a16:creationId xmlns:a16="http://schemas.microsoft.com/office/drawing/2014/main" id="{1D78C458-A9E1-45D9-BC03-DEA2B833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071" y="3010358"/>
            <a:ext cx="326866" cy="369143"/>
          </a:xfrm>
          <a:custGeom xmlns:a="http://schemas.openxmlformats.org/drawingml/2006/main">
            <a:pathLst>
              <a:path w="326866" h="369143">
                <a:moveTo>
                  <a:pt x="16" y="25181"/>
                </a:moveTo>
                <a:lnTo>
                  <a:pt x="109" y="21119"/>
                </a:lnTo>
                <a:lnTo>
                  <a:pt x="319" y="17511"/>
                </a:lnTo>
                <a:lnTo>
                  <a:pt x="686" y="14324"/>
                </a:lnTo>
                <a:lnTo>
                  <a:pt x="956" y="12811"/>
                </a:lnTo>
                <a:lnTo>
                  <a:pt x="1291" y="11402"/>
                </a:lnTo>
                <a:lnTo>
                  <a:pt x="1709" y="10060"/>
                </a:lnTo>
                <a:lnTo>
                  <a:pt x="2216" y="8786"/>
                </a:lnTo>
                <a:lnTo>
                  <a:pt x="2823" y="7585"/>
                </a:lnTo>
                <a:lnTo>
                  <a:pt x="3553" y="6458"/>
                </a:lnTo>
                <a:lnTo>
                  <a:pt x="4397" y="5416"/>
                </a:lnTo>
                <a:lnTo>
                  <a:pt x="5353" y="4485"/>
                </a:lnTo>
                <a:lnTo>
                  <a:pt x="6421" y="3664"/>
                </a:lnTo>
                <a:lnTo>
                  <a:pt x="7572" y="2953"/>
                </a:lnTo>
                <a:lnTo>
                  <a:pt x="8809" y="2352"/>
                </a:lnTo>
                <a:lnTo>
                  <a:pt x="10120" y="1850"/>
                </a:lnTo>
                <a:lnTo>
                  <a:pt x="11504" y="1434"/>
                </a:lnTo>
                <a:lnTo>
                  <a:pt x="13013" y="1085"/>
                </a:lnTo>
                <a:lnTo>
                  <a:pt x="16180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6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896" y="325"/>
                </a:lnTo>
                <a:lnTo>
                  <a:pt x="304130" y="429"/>
                </a:lnTo>
                <a:lnTo>
                  <a:pt x="307916" y="650"/>
                </a:lnTo>
                <a:lnTo>
                  <a:pt x="311274" y="1029"/>
                </a:lnTo>
                <a:lnTo>
                  <a:pt x="312860" y="1305"/>
                </a:lnTo>
                <a:lnTo>
                  <a:pt x="314351" y="1642"/>
                </a:lnTo>
                <a:lnTo>
                  <a:pt x="315764" y="2052"/>
                </a:lnTo>
                <a:lnTo>
                  <a:pt x="317106" y="2549"/>
                </a:lnTo>
                <a:lnTo>
                  <a:pt x="318376" y="3143"/>
                </a:lnTo>
                <a:lnTo>
                  <a:pt x="319576" y="3848"/>
                </a:lnTo>
                <a:lnTo>
                  <a:pt x="320685" y="4663"/>
                </a:lnTo>
                <a:lnTo>
                  <a:pt x="321701" y="5594"/>
                </a:lnTo>
                <a:lnTo>
                  <a:pt x="322608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3" y="10318"/>
                </a:lnTo>
                <a:lnTo>
                  <a:pt x="325164" y="11715"/>
                </a:lnTo>
                <a:lnTo>
                  <a:pt x="325568" y="13185"/>
                </a:lnTo>
                <a:lnTo>
                  <a:pt x="325899" y="14741"/>
                </a:lnTo>
                <a:lnTo>
                  <a:pt x="326168" y="16420"/>
                </a:lnTo>
                <a:lnTo>
                  <a:pt x="326536" y="19998"/>
                </a:lnTo>
                <a:lnTo>
                  <a:pt x="326727" y="24073"/>
                </a:lnTo>
                <a:lnTo>
                  <a:pt x="326780" y="28643"/>
                </a:lnTo>
                <a:lnTo>
                  <a:pt x="326866" y="340132"/>
                </a:lnTo>
                <a:lnTo>
                  <a:pt x="326794" y="348667"/>
                </a:lnTo>
                <a:lnTo>
                  <a:pt x="326629" y="352246"/>
                </a:lnTo>
                <a:lnTo>
                  <a:pt x="326315" y="355370"/>
                </a:lnTo>
                <a:lnTo>
                  <a:pt x="326075" y="356853"/>
                </a:lnTo>
                <a:lnTo>
                  <a:pt x="325782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69" y="363084"/>
                </a:lnTo>
                <a:lnTo>
                  <a:pt x="322855" y="364101"/>
                </a:lnTo>
                <a:lnTo>
                  <a:pt x="321922" y="365014"/>
                </a:lnTo>
                <a:lnTo>
                  <a:pt x="320887" y="365816"/>
                </a:lnTo>
                <a:lnTo>
                  <a:pt x="319755" y="366497"/>
                </a:lnTo>
                <a:lnTo>
                  <a:pt x="318546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1" y="368231"/>
                </a:lnTo>
                <a:lnTo>
                  <a:pt x="311341" y="368671"/>
                </a:lnTo>
                <a:lnTo>
                  <a:pt x="307777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0" y="367783"/>
                </a:lnTo>
                <a:lnTo>
                  <a:pt x="33777" y="367783"/>
                </a:lnTo>
                <a:lnTo>
                  <a:pt x="28556" y="367765"/>
                </a:lnTo>
                <a:lnTo>
                  <a:pt x="23917" y="367685"/>
                </a:lnTo>
                <a:lnTo>
                  <a:pt x="19813" y="367513"/>
                </a:lnTo>
                <a:lnTo>
                  <a:pt x="16192" y="367201"/>
                </a:lnTo>
                <a:lnTo>
                  <a:pt x="13032" y="366711"/>
                </a:lnTo>
                <a:lnTo>
                  <a:pt x="11537" y="366368"/>
                </a:lnTo>
                <a:lnTo>
                  <a:pt x="10151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7" y="363329"/>
                </a:lnTo>
                <a:lnTo>
                  <a:pt x="4442" y="362398"/>
                </a:lnTo>
                <a:lnTo>
                  <a:pt x="3602" y="361363"/>
                </a:lnTo>
                <a:lnTo>
                  <a:pt x="2879" y="360241"/>
                </a:lnTo>
                <a:lnTo>
                  <a:pt x="2267" y="359040"/>
                </a:lnTo>
                <a:lnTo>
                  <a:pt x="1763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1" y="350334"/>
                </a:lnTo>
                <a:lnTo>
                  <a:pt x="188" y="346725"/>
                </a:lnTo>
                <a:lnTo>
                  <a:pt x="102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6" y="25181"/>
                </a:lnTo>
                <a:moveTo>
                  <a:pt x="6125" y="29758"/>
                </a:moveTo>
                <a:lnTo>
                  <a:pt x="6125" y="29740"/>
                </a:lnTo>
                <a:lnTo>
                  <a:pt x="6204" y="338110"/>
                </a:lnTo>
                <a:lnTo>
                  <a:pt x="6204" y="338099"/>
                </a:lnTo>
                <a:lnTo>
                  <a:pt x="6230" y="342614"/>
                </a:lnTo>
                <a:lnTo>
                  <a:pt x="6230" y="342565"/>
                </a:lnTo>
                <a:lnTo>
                  <a:pt x="6316" y="346536"/>
                </a:lnTo>
                <a:lnTo>
                  <a:pt x="6311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0" y="352724"/>
                </a:lnTo>
                <a:lnTo>
                  <a:pt x="6800" y="352533"/>
                </a:lnTo>
                <a:lnTo>
                  <a:pt x="7039" y="353863"/>
                </a:lnTo>
                <a:lnTo>
                  <a:pt x="7002" y="353697"/>
                </a:lnTo>
                <a:lnTo>
                  <a:pt x="7295" y="354923"/>
                </a:lnTo>
                <a:lnTo>
                  <a:pt x="7241" y="354727"/>
                </a:lnTo>
                <a:lnTo>
                  <a:pt x="7583" y="355854"/>
                </a:lnTo>
                <a:lnTo>
                  <a:pt x="7504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69" y="357331"/>
                </a:lnTo>
                <a:lnTo>
                  <a:pt x="8118" y="357061"/>
                </a:lnTo>
                <a:lnTo>
                  <a:pt x="8662" y="357907"/>
                </a:lnTo>
                <a:lnTo>
                  <a:pt x="8460" y="357631"/>
                </a:lnTo>
                <a:lnTo>
                  <a:pt x="9085" y="358397"/>
                </a:lnTo>
                <a:lnTo>
                  <a:pt x="8846" y="358134"/>
                </a:lnTo>
                <a:lnTo>
                  <a:pt x="9546" y="358820"/>
                </a:lnTo>
                <a:lnTo>
                  <a:pt x="9281" y="358593"/>
                </a:lnTo>
                <a:lnTo>
                  <a:pt x="10071" y="359199"/>
                </a:lnTo>
                <a:lnTo>
                  <a:pt x="9797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0" y="359775"/>
                </a:lnTo>
                <a:lnTo>
                  <a:pt x="12227" y="360186"/>
                </a:lnTo>
                <a:lnTo>
                  <a:pt x="12009" y="360113"/>
                </a:lnTo>
                <a:lnTo>
                  <a:pt x="13197" y="360468"/>
                </a:lnTo>
                <a:lnTo>
                  <a:pt x="13013" y="360419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2" y="361136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38" y="361393"/>
                </a:lnTo>
                <a:lnTo>
                  <a:pt x="24133" y="361564"/>
                </a:lnTo>
                <a:lnTo>
                  <a:pt x="24059" y="361558"/>
                </a:lnTo>
                <a:lnTo>
                  <a:pt x="28635" y="361638"/>
                </a:lnTo>
                <a:lnTo>
                  <a:pt x="28598" y="361638"/>
                </a:lnTo>
                <a:lnTo>
                  <a:pt x="33800" y="361657"/>
                </a:lnTo>
                <a:lnTo>
                  <a:pt x="293917" y="363017"/>
                </a:lnTo>
                <a:lnTo>
                  <a:pt x="293880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1"/>
                </a:lnTo>
                <a:lnTo>
                  <a:pt x="310783" y="362569"/>
                </a:lnTo>
                <a:lnTo>
                  <a:pt x="310588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0" y="361950"/>
                </a:lnTo>
                <a:lnTo>
                  <a:pt x="314337" y="361993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6" y="361356"/>
                </a:lnTo>
                <a:lnTo>
                  <a:pt x="316060" y="361460"/>
                </a:lnTo>
                <a:lnTo>
                  <a:pt x="317004" y="361019"/>
                </a:lnTo>
                <a:lnTo>
                  <a:pt x="316727" y="361166"/>
                </a:lnTo>
                <a:lnTo>
                  <a:pt x="317574" y="360658"/>
                </a:lnTo>
                <a:lnTo>
                  <a:pt x="317290" y="360854"/>
                </a:lnTo>
                <a:lnTo>
                  <a:pt x="318046" y="360272"/>
                </a:lnTo>
                <a:lnTo>
                  <a:pt x="317769" y="360510"/>
                </a:lnTo>
                <a:lnTo>
                  <a:pt x="318436" y="359855"/>
                </a:lnTo>
                <a:lnTo>
                  <a:pt x="318185" y="360131"/>
                </a:lnTo>
                <a:lnTo>
                  <a:pt x="318774" y="359396"/>
                </a:lnTo>
                <a:lnTo>
                  <a:pt x="318564" y="359689"/>
                </a:lnTo>
                <a:lnTo>
                  <a:pt x="319081" y="358869"/>
                </a:lnTo>
                <a:lnTo>
                  <a:pt x="318920" y="359157"/>
                </a:lnTo>
                <a:lnTo>
                  <a:pt x="319362" y="358244"/>
                </a:lnTo>
                <a:lnTo>
                  <a:pt x="319250" y="358507"/>
                </a:lnTo>
                <a:lnTo>
                  <a:pt x="319625" y="357509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5" y="356834"/>
                </a:lnTo>
                <a:lnTo>
                  <a:pt x="320073" y="355634"/>
                </a:lnTo>
                <a:lnTo>
                  <a:pt x="320041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0" y="351718"/>
                </a:lnTo>
                <a:lnTo>
                  <a:pt x="320513" y="351884"/>
                </a:lnTo>
                <a:lnTo>
                  <a:pt x="320666" y="348447"/>
                </a:lnTo>
                <a:lnTo>
                  <a:pt x="320666" y="348558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55" y="28668"/>
                </a:lnTo>
                <a:lnTo>
                  <a:pt x="320655" y="28704"/>
                </a:lnTo>
                <a:lnTo>
                  <a:pt x="320599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27" y="20537"/>
                </a:lnTo>
                <a:lnTo>
                  <a:pt x="320085" y="17137"/>
                </a:lnTo>
                <a:lnTo>
                  <a:pt x="320104" y="17309"/>
                </a:lnTo>
                <a:lnTo>
                  <a:pt x="319857" y="15795"/>
                </a:lnTo>
                <a:lnTo>
                  <a:pt x="319887" y="15942"/>
                </a:lnTo>
                <a:lnTo>
                  <a:pt x="319594" y="14545"/>
                </a:lnTo>
                <a:lnTo>
                  <a:pt x="319632" y="14717"/>
                </a:lnTo>
                <a:lnTo>
                  <a:pt x="319283" y="13436"/>
                </a:lnTo>
                <a:lnTo>
                  <a:pt x="319343" y="13638"/>
                </a:lnTo>
                <a:lnTo>
                  <a:pt x="318932" y="12462"/>
                </a:lnTo>
                <a:lnTo>
                  <a:pt x="319025" y="12689"/>
                </a:lnTo>
                <a:lnTo>
                  <a:pt x="318546" y="11616"/>
                </a:lnTo>
                <a:lnTo>
                  <a:pt x="318676" y="11868"/>
                </a:lnTo>
                <a:lnTo>
                  <a:pt x="318129" y="10900"/>
                </a:lnTo>
                <a:lnTo>
                  <a:pt x="318295" y="11157"/>
                </a:lnTo>
                <a:lnTo>
                  <a:pt x="317683" y="10281"/>
                </a:lnTo>
                <a:lnTo>
                  <a:pt x="317885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3" y="9503"/>
                </a:lnTo>
                <a:lnTo>
                  <a:pt x="316071" y="8878"/>
                </a:lnTo>
                <a:lnTo>
                  <a:pt x="316334" y="9049"/>
                </a:lnTo>
                <a:lnTo>
                  <a:pt x="315397" y="8498"/>
                </a:lnTo>
                <a:lnTo>
                  <a:pt x="315655" y="8633"/>
                </a:lnTo>
                <a:lnTo>
                  <a:pt x="314625" y="8155"/>
                </a:lnTo>
                <a:lnTo>
                  <a:pt x="314865" y="8253"/>
                </a:lnTo>
                <a:lnTo>
                  <a:pt x="313744" y="7836"/>
                </a:lnTo>
                <a:lnTo>
                  <a:pt x="313951" y="7904"/>
                </a:lnTo>
                <a:lnTo>
                  <a:pt x="312732" y="7554"/>
                </a:lnTo>
                <a:lnTo>
                  <a:pt x="312911" y="7598"/>
                </a:lnTo>
                <a:lnTo>
                  <a:pt x="311593" y="7297"/>
                </a:lnTo>
                <a:lnTo>
                  <a:pt x="311739" y="7328"/>
                </a:lnTo>
                <a:lnTo>
                  <a:pt x="310318" y="7083"/>
                </a:lnTo>
                <a:lnTo>
                  <a:pt x="310495" y="7107"/>
                </a:lnTo>
                <a:lnTo>
                  <a:pt x="307309" y="6752"/>
                </a:lnTo>
                <a:lnTo>
                  <a:pt x="307474" y="6764"/>
                </a:lnTo>
                <a:lnTo>
                  <a:pt x="303823" y="6550"/>
                </a:lnTo>
                <a:lnTo>
                  <a:pt x="303928" y="6556"/>
                </a:lnTo>
                <a:lnTo>
                  <a:pt x="299775" y="6452"/>
                </a:lnTo>
                <a:lnTo>
                  <a:pt x="299842" y="6452"/>
                </a:lnTo>
                <a:lnTo>
                  <a:pt x="289922" y="6415"/>
                </a:lnTo>
                <a:lnTo>
                  <a:pt x="289936" y="6415"/>
                </a:lnTo>
                <a:lnTo>
                  <a:pt x="33789" y="6127"/>
                </a:lnTo>
                <a:lnTo>
                  <a:pt x="33800" y="6127"/>
                </a:lnTo>
                <a:lnTo>
                  <a:pt x="28594" y="6145"/>
                </a:lnTo>
                <a:lnTo>
                  <a:pt x="28635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66" y="6384"/>
                </a:lnTo>
                <a:lnTo>
                  <a:pt x="16811" y="6684"/>
                </a:lnTo>
                <a:lnTo>
                  <a:pt x="17020" y="6660"/>
                </a:lnTo>
                <a:lnTo>
                  <a:pt x="14074" y="7120"/>
                </a:lnTo>
                <a:lnTo>
                  <a:pt x="14292" y="7077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0" y="8026"/>
                </a:lnTo>
                <a:lnTo>
                  <a:pt x="11364" y="7922"/>
                </a:lnTo>
                <a:lnTo>
                  <a:pt x="10383" y="8400"/>
                </a:lnTo>
                <a:lnTo>
                  <a:pt x="10648" y="8253"/>
                </a:lnTo>
                <a:lnTo>
                  <a:pt x="9765" y="8798"/>
                </a:lnTo>
                <a:lnTo>
                  <a:pt x="10034" y="8608"/>
                </a:lnTo>
                <a:lnTo>
                  <a:pt x="9246" y="9227"/>
                </a:lnTo>
                <a:lnTo>
                  <a:pt x="9509" y="8995"/>
                </a:lnTo>
                <a:lnTo>
                  <a:pt x="8797" y="9687"/>
                </a:lnTo>
                <a:lnTo>
                  <a:pt x="9037" y="9423"/>
                </a:lnTo>
                <a:lnTo>
                  <a:pt x="8411" y="10195"/>
                </a:lnTo>
                <a:lnTo>
                  <a:pt x="8609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37" y="11439"/>
                </a:lnTo>
                <a:lnTo>
                  <a:pt x="7853" y="11182"/>
                </a:lnTo>
                <a:lnTo>
                  <a:pt x="7444" y="12217"/>
                </a:lnTo>
                <a:lnTo>
                  <a:pt x="7523" y="11984"/>
                </a:lnTo>
                <a:lnTo>
                  <a:pt x="7174" y="13112"/>
                </a:lnTo>
                <a:lnTo>
                  <a:pt x="7227" y="12915"/>
                </a:lnTo>
                <a:lnTo>
                  <a:pt x="6934" y="14147"/>
                </a:lnTo>
                <a:lnTo>
                  <a:pt x="6972" y="13981"/>
                </a:lnTo>
                <a:lnTo>
                  <a:pt x="6732" y="15317"/>
                </a:lnTo>
                <a:lnTo>
                  <a:pt x="6758" y="15121"/>
                </a:lnTo>
                <a:lnTo>
                  <a:pt x="6414" y="18123"/>
                </a:lnTo>
                <a:lnTo>
                  <a:pt x="6425" y="17946"/>
                </a:lnTo>
                <a:lnTo>
                  <a:pt x="6230" y="21419"/>
                </a:lnTo>
                <a:lnTo>
                  <a:pt x="6237" y="21315"/>
                </a:lnTo>
                <a:lnTo>
                  <a:pt x="6144" y="25292"/>
                </a:lnTo>
                <a:lnTo>
                  <a:pt x="6144" y="25237"/>
                </a:lnTo>
                <a:lnTo>
                  <a:pt x="6125" y="29758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196">
            <a:extLst xmlns:a="http://schemas.openxmlformats.org/drawingml/2006/main">
              <a:ext uri="{FF2B5EF4-FFF2-40B4-BE49-F238E27FC236}">
                <a16:creationId xmlns:a16="http://schemas.microsoft.com/office/drawing/2014/main" id="{BCDDE1BE-3735-456D-8EF1-AA127AF2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590" y="430557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3" y="288"/>
                </a:lnTo>
                <a:cubicBezTo>
                  <a:pt x="316360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2" y="363016"/>
                  <a:pt x="290843" y="363016"/>
                </a:cubicBezTo>
                <a:lnTo>
                  <a:pt x="30726" y="361657"/>
                </a:lnTo>
                <a:cubicBezTo>
                  <a:pt x="1237" y="361657"/>
                  <a:pt x="81" y="360652"/>
                  <a:pt x="81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9C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97">
            <a:extLst xmlns:a="http://schemas.openxmlformats.org/drawingml/2006/main">
              <a:ext uri="{FF2B5EF4-FFF2-40B4-BE49-F238E27FC236}">
                <a16:creationId xmlns:a16="http://schemas.microsoft.com/office/drawing/2014/main" id="{AD5543BD-DE78-40C5-99F4-258DF28B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528" y="430251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2"/>
                </a:moveTo>
                <a:lnTo>
                  <a:pt x="109" y="21125"/>
                </a:lnTo>
                <a:lnTo>
                  <a:pt x="319" y="17510"/>
                </a:lnTo>
                <a:lnTo>
                  <a:pt x="686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0" y="7585"/>
                </a:lnTo>
                <a:lnTo>
                  <a:pt x="3553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1" y="3663"/>
                </a:lnTo>
                <a:lnTo>
                  <a:pt x="7572" y="2953"/>
                </a:lnTo>
                <a:lnTo>
                  <a:pt x="8809" y="2353"/>
                </a:lnTo>
                <a:lnTo>
                  <a:pt x="10120" y="1850"/>
                </a:lnTo>
                <a:lnTo>
                  <a:pt x="11506" y="1434"/>
                </a:lnTo>
                <a:lnTo>
                  <a:pt x="13013" y="1084"/>
                </a:lnTo>
                <a:lnTo>
                  <a:pt x="16180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6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898" y="324"/>
                </a:lnTo>
                <a:lnTo>
                  <a:pt x="304130" y="428"/>
                </a:lnTo>
                <a:lnTo>
                  <a:pt x="307918" y="649"/>
                </a:lnTo>
                <a:lnTo>
                  <a:pt x="311274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4" y="2052"/>
                </a:lnTo>
                <a:lnTo>
                  <a:pt x="317109" y="2549"/>
                </a:lnTo>
                <a:lnTo>
                  <a:pt x="318376" y="3143"/>
                </a:lnTo>
                <a:lnTo>
                  <a:pt x="319576" y="3847"/>
                </a:lnTo>
                <a:lnTo>
                  <a:pt x="320685" y="4662"/>
                </a:lnTo>
                <a:lnTo>
                  <a:pt x="321704" y="5593"/>
                </a:lnTo>
                <a:lnTo>
                  <a:pt x="322611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6" y="10317"/>
                </a:lnTo>
                <a:lnTo>
                  <a:pt x="325164" y="11714"/>
                </a:lnTo>
                <a:lnTo>
                  <a:pt x="325568" y="13185"/>
                </a:lnTo>
                <a:lnTo>
                  <a:pt x="325899" y="14747"/>
                </a:lnTo>
                <a:lnTo>
                  <a:pt x="326168" y="16420"/>
                </a:lnTo>
                <a:lnTo>
                  <a:pt x="326536" y="19998"/>
                </a:lnTo>
                <a:lnTo>
                  <a:pt x="326727" y="24072"/>
                </a:lnTo>
                <a:lnTo>
                  <a:pt x="326787" y="28643"/>
                </a:lnTo>
                <a:lnTo>
                  <a:pt x="326868" y="340133"/>
                </a:lnTo>
                <a:lnTo>
                  <a:pt x="326794" y="348667"/>
                </a:lnTo>
                <a:lnTo>
                  <a:pt x="326629" y="352245"/>
                </a:lnTo>
                <a:lnTo>
                  <a:pt x="326315" y="355370"/>
                </a:lnTo>
                <a:lnTo>
                  <a:pt x="326078" y="356853"/>
                </a:lnTo>
                <a:lnTo>
                  <a:pt x="325782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69" y="363084"/>
                </a:lnTo>
                <a:lnTo>
                  <a:pt x="322855" y="364100"/>
                </a:lnTo>
                <a:lnTo>
                  <a:pt x="321922" y="365014"/>
                </a:lnTo>
                <a:lnTo>
                  <a:pt x="320887" y="365817"/>
                </a:lnTo>
                <a:lnTo>
                  <a:pt x="319755" y="366497"/>
                </a:lnTo>
                <a:lnTo>
                  <a:pt x="318548" y="367067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1" y="368230"/>
                </a:lnTo>
                <a:lnTo>
                  <a:pt x="311341" y="368671"/>
                </a:lnTo>
                <a:lnTo>
                  <a:pt x="307777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4" y="367783"/>
                </a:lnTo>
                <a:lnTo>
                  <a:pt x="28556" y="367764"/>
                </a:lnTo>
                <a:lnTo>
                  <a:pt x="23919" y="367685"/>
                </a:lnTo>
                <a:lnTo>
                  <a:pt x="19813" y="367514"/>
                </a:lnTo>
                <a:lnTo>
                  <a:pt x="16192" y="367201"/>
                </a:lnTo>
                <a:lnTo>
                  <a:pt x="13039" y="366711"/>
                </a:lnTo>
                <a:lnTo>
                  <a:pt x="11537" y="366368"/>
                </a:lnTo>
                <a:lnTo>
                  <a:pt x="10151" y="365951"/>
                </a:lnTo>
                <a:lnTo>
                  <a:pt x="8841" y="365455"/>
                </a:lnTo>
                <a:lnTo>
                  <a:pt x="7609" y="364854"/>
                </a:lnTo>
                <a:lnTo>
                  <a:pt x="6458" y="364150"/>
                </a:lnTo>
                <a:lnTo>
                  <a:pt x="5397" y="363328"/>
                </a:lnTo>
                <a:lnTo>
                  <a:pt x="4442" y="362398"/>
                </a:lnTo>
                <a:lnTo>
                  <a:pt x="3602" y="361362"/>
                </a:lnTo>
                <a:lnTo>
                  <a:pt x="2879" y="360241"/>
                </a:lnTo>
                <a:lnTo>
                  <a:pt x="2267" y="359040"/>
                </a:lnTo>
                <a:lnTo>
                  <a:pt x="1763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1" y="350334"/>
                </a:lnTo>
                <a:lnTo>
                  <a:pt x="188" y="346725"/>
                </a:lnTo>
                <a:lnTo>
                  <a:pt x="102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2"/>
                </a:lnTo>
                <a:moveTo>
                  <a:pt x="6125" y="29758"/>
                </a:moveTo>
                <a:lnTo>
                  <a:pt x="6125" y="29739"/>
                </a:lnTo>
                <a:lnTo>
                  <a:pt x="6207" y="338111"/>
                </a:lnTo>
                <a:lnTo>
                  <a:pt x="6207" y="338099"/>
                </a:lnTo>
                <a:lnTo>
                  <a:pt x="6230" y="342614"/>
                </a:lnTo>
                <a:lnTo>
                  <a:pt x="6230" y="342565"/>
                </a:lnTo>
                <a:lnTo>
                  <a:pt x="6316" y="346535"/>
                </a:lnTo>
                <a:lnTo>
                  <a:pt x="6311" y="346438"/>
                </a:lnTo>
                <a:lnTo>
                  <a:pt x="6507" y="349905"/>
                </a:lnTo>
                <a:lnTo>
                  <a:pt x="6488" y="349727"/>
                </a:lnTo>
                <a:lnTo>
                  <a:pt x="6830" y="352723"/>
                </a:lnTo>
                <a:lnTo>
                  <a:pt x="6800" y="352534"/>
                </a:lnTo>
                <a:lnTo>
                  <a:pt x="7039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1" y="354727"/>
                </a:lnTo>
                <a:lnTo>
                  <a:pt x="7590" y="355854"/>
                </a:lnTo>
                <a:lnTo>
                  <a:pt x="7504" y="355628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7"/>
                </a:lnTo>
                <a:lnTo>
                  <a:pt x="8118" y="357061"/>
                </a:lnTo>
                <a:lnTo>
                  <a:pt x="8662" y="357907"/>
                </a:lnTo>
                <a:lnTo>
                  <a:pt x="8460" y="357631"/>
                </a:lnTo>
                <a:lnTo>
                  <a:pt x="9085" y="358396"/>
                </a:lnTo>
                <a:lnTo>
                  <a:pt x="8846" y="358139"/>
                </a:lnTo>
                <a:lnTo>
                  <a:pt x="9546" y="358819"/>
                </a:lnTo>
                <a:lnTo>
                  <a:pt x="9281" y="358593"/>
                </a:lnTo>
                <a:lnTo>
                  <a:pt x="10071" y="359200"/>
                </a:lnTo>
                <a:lnTo>
                  <a:pt x="9797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6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2" y="361136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38" y="361392"/>
                </a:lnTo>
                <a:lnTo>
                  <a:pt x="24133" y="361565"/>
                </a:lnTo>
                <a:lnTo>
                  <a:pt x="24059" y="361558"/>
                </a:lnTo>
                <a:lnTo>
                  <a:pt x="28638" y="361638"/>
                </a:lnTo>
                <a:lnTo>
                  <a:pt x="28598" y="361638"/>
                </a:lnTo>
                <a:lnTo>
                  <a:pt x="33800" y="361656"/>
                </a:lnTo>
                <a:lnTo>
                  <a:pt x="293917" y="363017"/>
                </a:lnTo>
                <a:lnTo>
                  <a:pt x="293880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0"/>
                </a:lnTo>
                <a:lnTo>
                  <a:pt x="310783" y="362569"/>
                </a:lnTo>
                <a:lnTo>
                  <a:pt x="310588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3" y="361951"/>
                </a:lnTo>
                <a:lnTo>
                  <a:pt x="314339" y="361994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8" y="361356"/>
                </a:lnTo>
                <a:lnTo>
                  <a:pt x="316067" y="361460"/>
                </a:lnTo>
                <a:lnTo>
                  <a:pt x="317004" y="361019"/>
                </a:lnTo>
                <a:lnTo>
                  <a:pt x="316727" y="361166"/>
                </a:lnTo>
                <a:lnTo>
                  <a:pt x="317574" y="360658"/>
                </a:lnTo>
                <a:lnTo>
                  <a:pt x="317290" y="360854"/>
                </a:lnTo>
                <a:lnTo>
                  <a:pt x="318046" y="360272"/>
                </a:lnTo>
                <a:lnTo>
                  <a:pt x="317769" y="360511"/>
                </a:lnTo>
                <a:lnTo>
                  <a:pt x="318436" y="359855"/>
                </a:lnTo>
                <a:lnTo>
                  <a:pt x="318185" y="360131"/>
                </a:lnTo>
                <a:lnTo>
                  <a:pt x="318774" y="359396"/>
                </a:lnTo>
                <a:lnTo>
                  <a:pt x="318567" y="359689"/>
                </a:lnTo>
                <a:lnTo>
                  <a:pt x="319081" y="358868"/>
                </a:lnTo>
                <a:lnTo>
                  <a:pt x="318920" y="359157"/>
                </a:lnTo>
                <a:lnTo>
                  <a:pt x="319362" y="358250"/>
                </a:lnTo>
                <a:lnTo>
                  <a:pt x="319253" y="358507"/>
                </a:lnTo>
                <a:lnTo>
                  <a:pt x="319625" y="357508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5" y="356835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0" y="351719"/>
                </a:lnTo>
                <a:lnTo>
                  <a:pt x="320513" y="351884"/>
                </a:lnTo>
                <a:lnTo>
                  <a:pt x="320666" y="348447"/>
                </a:lnTo>
                <a:lnTo>
                  <a:pt x="320666" y="348557"/>
                </a:lnTo>
                <a:lnTo>
                  <a:pt x="320741" y="340090"/>
                </a:lnTo>
                <a:lnTo>
                  <a:pt x="320741" y="340121"/>
                </a:lnTo>
                <a:lnTo>
                  <a:pt x="320662" y="28667"/>
                </a:lnTo>
                <a:lnTo>
                  <a:pt x="320662" y="28705"/>
                </a:lnTo>
                <a:lnTo>
                  <a:pt x="320599" y="24201"/>
                </a:lnTo>
                <a:lnTo>
                  <a:pt x="320606" y="24305"/>
                </a:lnTo>
                <a:lnTo>
                  <a:pt x="320422" y="20371"/>
                </a:lnTo>
                <a:lnTo>
                  <a:pt x="320434" y="20537"/>
                </a:lnTo>
                <a:lnTo>
                  <a:pt x="320085" y="17137"/>
                </a:lnTo>
                <a:lnTo>
                  <a:pt x="320104" y="17308"/>
                </a:lnTo>
                <a:lnTo>
                  <a:pt x="319864" y="15795"/>
                </a:lnTo>
                <a:lnTo>
                  <a:pt x="319890" y="15942"/>
                </a:lnTo>
                <a:lnTo>
                  <a:pt x="319594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3" y="13638"/>
                </a:lnTo>
                <a:lnTo>
                  <a:pt x="318934" y="12462"/>
                </a:lnTo>
                <a:lnTo>
                  <a:pt x="319025" y="12688"/>
                </a:lnTo>
                <a:lnTo>
                  <a:pt x="318548" y="11616"/>
                </a:lnTo>
                <a:lnTo>
                  <a:pt x="318676" y="11867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3" y="10281"/>
                </a:lnTo>
                <a:lnTo>
                  <a:pt x="317885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5" y="9502"/>
                </a:lnTo>
                <a:lnTo>
                  <a:pt x="316071" y="8878"/>
                </a:lnTo>
                <a:lnTo>
                  <a:pt x="316334" y="9049"/>
                </a:lnTo>
                <a:lnTo>
                  <a:pt x="315397" y="8498"/>
                </a:lnTo>
                <a:lnTo>
                  <a:pt x="315655" y="8633"/>
                </a:lnTo>
                <a:lnTo>
                  <a:pt x="314627" y="8155"/>
                </a:lnTo>
                <a:lnTo>
                  <a:pt x="314865" y="8252"/>
                </a:lnTo>
                <a:lnTo>
                  <a:pt x="313744" y="7836"/>
                </a:lnTo>
                <a:lnTo>
                  <a:pt x="313953" y="7904"/>
                </a:lnTo>
                <a:lnTo>
                  <a:pt x="312732" y="7554"/>
                </a:lnTo>
                <a:lnTo>
                  <a:pt x="312911" y="7597"/>
                </a:lnTo>
                <a:lnTo>
                  <a:pt x="311593" y="7304"/>
                </a:lnTo>
                <a:lnTo>
                  <a:pt x="311739" y="7327"/>
                </a:lnTo>
                <a:lnTo>
                  <a:pt x="310318" y="7083"/>
                </a:lnTo>
                <a:lnTo>
                  <a:pt x="310497" y="7107"/>
                </a:lnTo>
                <a:lnTo>
                  <a:pt x="307311" y="6751"/>
                </a:lnTo>
                <a:lnTo>
                  <a:pt x="307477" y="6764"/>
                </a:lnTo>
                <a:lnTo>
                  <a:pt x="303823" y="6549"/>
                </a:lnTo>
                <a:lnTo>
                  <a:pt x="303928" y="6556"/>
                </a:lnTo>
                <a:lnTo>
                  <a:pt x="299782" y="6451"/>
                </a:lnTo>
                <a:lnTo>
                  <a:pt x="299842" y="6451"/>
                </a:lnTo>
                <a:lnTo>
                  <a:pt x="289929" y="6415"/>
                </a:lnTo>
                <a:lnTo>
                  <a:pt x="289936" y="6415"/>
                </a:lnTo>
                <a:lnTo>
                  <a:pt x="33789" y="6127"/>
                </a:lnTo>
                <a:lnTo>
                  <a:pt x="33800" y="6127"/>
                </a:lnTo>
                <a:lnTo>
                  <a:pt x="28594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66" y="6384"/>
                </a:lnTo>
                <a:lnTo>
                  <a:pt x="16811" y="6684"/>
                </a:lnTo>
                <a:lnTo>
                  <a:pt x="17027" y="6659"/>
                </a:lnTo>
                <a:lnTo>
                  <a:pt x="14074" y="7119"/>
                </a:lnTo>
                <a:lnTo>
                  <a:pt x="14294" y="7076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5"/>
                </a:lnTo>
                <a:lnTo>
                  <a:pt x="11125" y="8026"/>
                </a:lnTo>
                <a:lnTo>
                  <a:pt x="11364" y="7922"/>
                </a:lnTo>
                <a:lnTo>
                  <a:pt x="10385" y="8400"/>
                </a:lnTo>
                <a:lnTo>
                  <a:pt x="10648" y="8252"/>
                </a:lnTo>
                <a:lnTo>
                  <a:pt x="9765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09" y="8994"/>
                </a:lnTo>
                <a:lnTo>
                  <a:pt x="8797" y="9686"/>
                </a:lnTo>
                <a:lnTo>
                  <a:pt x="9037" y="9423"/>
                </a:lnTo>
                <a:lnTo>
                  <a:pt x="8411" y="10195"/>
                </a:lnTo>
                <a:lnTo>
                  <a:pt x="8609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3" y="11181"/>
                </a:lnTo>
                <a:lnTo>
                  <a:pt x="7444" y="12217"/>
                </a:lnTo>
                <a:lnTo>
                  <a:pt x="7523" y="11984"/>
                </a:lnTo>
                <a:lnTo>
                  <a:pt x="7174" y="13117"/>
                </a:lnTo>
                <a:lnTo>
                  <a:pt x="7230" y="12915"/>
                </a:lnTo>
                <a:lnTo>
                  <a:pt x="6934" y="14146"/>
                </a:lnTo>
                <a:lnTo>
                  <a:pt x="6972" y="13981"/>
                </a:lnTo>
                <a:lnTo>
                  <a:pt x="6732" y="15317"/>
                </a:lnTo>
                <a:lnTo>
                  <a:pt x="6758" y="15121"/>
                </a:lnTo>
                <a:lnTo>
                  <a:pt x="6414" y="18123"/>
                </a:lnTo>
                <a:lnTo>
                  <a:pt x="6432" y="17946"/>
                </a:lnTo>
                <a:lnTo>
                  <a:pt x="6230" y="21419"/>
                </a:lnTo>
                <a:lnTo>
                  <a:pt x="6237" y="21316"/>
                </a:lnTo>
                <a:lnTo>
                  <a:pt x="6144" y="25291"/>
                </a:lnTo>
                <a:lnTo>
                  <a:pt x="6144" y="25236"/>
                </a:lnTo>
                <a:lnTo>
                  <a:pt x="6125" y="29758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98">
            <a:extLst xmlns:a="http://schemas.openxmlformats.org/drawingml/2006/main">
              <a:ext uri="{FF2B5EF4-FFF2-40B4-BE49-F238E27FC236}">
                <a16:creationId xmlns:a16="http://schemas.microsoft.com/office/drawing/2014/main" id="{A21FB9BA-095A-4A08-A052-CECEEB5E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048" y="430557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1" y="288"/>
                </a:lnTo>
                <a:cubicBezTo>
                  <a:pt x="316367" y="288"/>
                  <a:pt x="320659" y="0"/>
                  <a:pt x="320659" y="25604"/>
                </a:cubicBezTo>
                <a:lnTo>
                  <a:pt x="320741" y="337057"/>
                </a:lnTo>
                <a:cubicBezTo>
                  <a:pt x="320741" y="362655"/>
                  <a:pt x="320329" y="363016"/>
                  <a:pt x="290840" y="363016"/>
                </a:cubicBezTo>
                <a:lnTo>
                  <a:pt x="30726" y="361657"/>
                </a:lnTo>
                <a:cubicBezTo>
                  <a:pt x="1237" y="361657"/>
                  <a:pt x="79" y="360652"/>
                  <a:pt x="79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9C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99">
            <a:extLst xmlns:a="http://schemas.openxmlformats.org/drawingml/2006/main">
              <a:ext uri="{FF2B5EF4-FFF2-40B4-BE49-F238E27FC236}">
                <a16:creationId xmlns:a16="http://schemas.microsoft.com/office/drawing/2014/main" id="{7FB3A9E1-B8AC-4D99-983C-DD60A4BF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983" y="430251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2"/>
                </a:moveTo>
                <a:lnTo>
                  <a:pt x="112" y="21125"/>
                </a:lnTo>
                <a:lnTo>
                  <a:pt x="319" y="17510"/>
                </a:lnTo>
                <a:lnTo>
                  <a:pt x="686" y="14325"/>
                </a:lnTo>
                <a:lnTo>
                  <a:pt x="963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0" y="7585"/>
                </a:lnTo>
                <a:lnTo>
                  <a:pt x="3553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3" y="3663"/>
                </a:lnTo>
                <a:lnTo>
                  <a:pt x="7574" y="2953"/>
                </a:lnTo>
                <a:lnTo>
                  <a:pt x="8811" y="2353"/>
                </a:lnTo>
                <a:lnTo>
                  <a:pt x="10123" y="1850"/>
                </a:lnTo>
                <a:lnTo>
                  <a:pt x="11506" y="1434"/>
                </a:lnTo>
                <a:lnTo>
                  <a:pt x="13013" y="1084"/>
                </a:lnTo>
                <a:lnTo>
                  <a:pt x="16183" y="588"/>
                </a:lnTo>
                <a:lnTo>
                  <a:pt x="19808" y="276"/>
                </a:lnTo>
                <a:lnTo>
                  <a:pt x="23915" y="98"/>
                </a:lnTo>
                <a:lnTo>
                  <a:pt x="28559" y="18"/>
                </a:lnTo>
                <a:lnTo>
                  <a:pt x="33791" y="0"/>
                </a:lnTo>
                <a:lnTo>
                  <a:pt x="289947" y="288"/>
                </a:lnTo>
                <a:lnTo>
                  <a:pt x="299905" y="324"/>
                </a:lnTo>
                <a:lnTo>
                  <a:pt x="304133" y="428"/>
                </a:lnTo>
                <a:lnTo>
                  <a:pt x="307918" y="649"/>
                </a:lnTo>
                <a:lnTo>
                  <a:pt x="311276" y="1029"/>
                </a:lnTo>
                <a:lnTo>
                  <a:pt x="312869" y="1305"/>
                </a:lnTo>
                <a:lnTo>
                  <a:pt x="314353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83" y="3143"/>
                </a:lnTo>
                <a:lnTo>
                  <a:pt x="319578" y="3847"/>
                </a:lnTo>
                <a:lnTo>
                  <a:pt x="320687" y="4662"/>
                </a:lnTo>
                <a:lnTo>
                  <a:pt x="321704" y="5593"/>
                </a:lnTo>
                <a:lnTo>
                  <a:pt x="322611" y="6635"/>
                </a:lnTo>
                <a:lnTo>
                  <a:pt x="323406" y="7775"/>
                </a:lnTo>
                <a:lnTo>
                  <a:pt x="324094" y="9006"/>
                </a:lnTo>
                <a:lnTo>
                  <a:pt x="324676" y="10317"/>
                </a:lnTo>
                <a:lnTo>
                  <a:pt x="325166" y="11714"/>
                </a:lnTo>
                <a:lnTo>
                  <a:pt x="325571" y="13185"/>
                </a:lnTo>
                <a:lnTo>
                  <a:pt x="325901" y="14747"/>
                </a:lnTo>
                <a:lnTo>
                  <a:pt x="326171" y="16420"/>
                </a:lnTo>
                <a:lnTo>
                  <a:pt x="326538" y="19998"/>
                </a:lnTo>
                <a:lnTo>
                  <a:pt x="326727" y="24072"/>
                </a:lnTo>
                <a:lnTo>
                  <a:pt x="326789" y="28643"/>
                </a:lnTo>
                <a:lnTo>
                  <a:pt x="326868" y="340133"/>
                </a:lnTo>
                <a:lnTo>
                  <a:pt x="326794" y="348667"/>
                </a:lnTo>
                <a:lnTo>
                  <a:pt x="326629" y="352245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5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71" y="363084"/>
                </a:lnTo>
                <a:lnTo>
                  <a:pt x="322855" y="364100"/>
                </a:lnTo>
                <a:lnTo>
                  <a:pt x="321925" y="365014"/>
                </a:lnTo>
                <a:lnTo>
                  <a:pt x="320887" y="365817"/>
                </a:lnTo>
                <a:lnTo>
                  <a:pt x="319762" y="366497"/>
                </a:lnTo>
                <a:lnTo>
                  <a:pt x="318548" y="367067"/>
                </a:lnTo>
                <a:lnTo>
                  <a:pt x="317269" y="367532"/>
                </a:lnTo>
                <a:lnTo>
                  <a:pt x="315913" y="367918"/>
                </a:lnTo>
                <a:lnTo>
                  <a:pt x="314444" y="368230"/>
                </a:lnTo>
                <a:lnTo>
                  <a:pt x="311344" y="368671"/>
                </a:lnTo>
                <a:lnTo>
                  <a:pt x="307784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4" y="367783"/>
                </a:lnTo>
                <a:lnTo>
                  <a:pt x="28559" y="367764"/>
                </a:lnTo>
                <a:lnTo>
                  <a:pt x="23919" y="367685"/>
                </a:lnTo>
                <a:lnTo>
                  <a:pt x="19822" y="367514"/>
                </a:lnTo>
                <a:lnTo>
                  <a:pt x="16194" y="367201"/>
                </a:lnTo>
                <a:lnTo>
                  <a:pt x="13039" y="366711"/>
                </a:lnTo>
                <a:lnTo>
                  <a:pt x="11537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11" y="364854"/>
                </a:lnTo>
                <a:lnTo>
                  <a:pt x="6458" y="364150"/>
                </a:lnTo>
                <a:lnTo>
                  <a:pt x="5400" y="363328"/>
                </a:lnTo>
                <a:lnTo>
                  <a:pt x="4444" y="362398"/>
                </a:lnTo>
                <a:lnTo>
                  <a:pt x="3602" y="361362"/>
                </a:lnTo>
                <a:lnTo>
                  <a:pt x="2881" y="360241"/>
                </a:lnTo>
                <a:lnTo>
                  <a:pt x="2274" y="359040"/>
                </a:lnTo>
                <a:lnTo>
                  <a:pt x="1772" y="357766"/>
                </a:lnTo>
                <a:lnTo>
                  <a:pt x="1356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3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2"/>
                </a:lnTo>
                <a:moveTo>
                  <a:pt x="6128" y="29758"/>
                </a:moveTo>
                <a:lnTo>
                  <a:pt x="6128" y="29739"/>
                </a:lnTo>
                <a:lnTo>
                  <a:pt x="6207" y="338111"/>
                </a:lnTo>
                <a:lnTo>
                  <a:pt x="6207" y="338099"/>
                </a:lnTo>
                <a:lnTo>
                  <a:pt x="6232" y="342614"/>
                </a:lnTo>
                <a:lnTo>
                  <a:pt x="6232" y="342565"/>
                </a:lnTo>
                <a:lnTo>
                  <a:pt x="6318" y="346535"/>
                </a:lnTo>
                <a:lnTo>
                  <a:pt x="6311" y="346438"/>
                </a:lnTo>
                <a:lnTo>
                  <a:pt x="6507" y="349905"/>
                </a:lnTo>
                <a:lnTo>
                  <a:pt x="6488" y="349727"/>
                </a:lnTo>
                <a:lnTo>
                  <a:pt x="6832" y="352723"/>
                </a:lnTo>
                <a:lnTo>
                  <a:pt x="6802" y="352534"/>
                </a:lnTo>
                <a:lnTo>
                  <a:pt x="7039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4" y="354727"/>
                </a:lnTo>
                <a:lnTo>
                  <a:pt x="7593" y="355854"/>
                </a:lnTo>
                <a:lnTo>
                  <a:pt x="7511" y="355628"/>
                </a:lnTo>
                <a:lnTo>
                  <a:pt x="7916" y="356651"/>
                </a:lnTo>
                <a:lnTo>
                  <a:pt x="7800" y="356399"/>
                </a:lnTo>
                <a:lnTo>
                  <a:pt x="8279" y="357337"/>
                </a:lnTo>
                <a:lnTo>
                  <a:pt x="8118" y="357061"/>
                </a:lnTo>
                <a:lnTo>
                  <a:pt x="8665" y="357907"/>
                </a:lnTo>
                <a:lnTo>
                  <a:pt x="8462" y="357631"/>
                </a:lnTo>
                <a:lnTo>
                  <a:pt x="9085" y="358396"/>
                </a:lnTo>
                <a:lnTo>
                  <a:pt x="8848" y="358139"/>
                </a:lnTo>
                <a:lnTo>
                  <a:pt x="9553" y="358819"/>
                </a:lnTo>
                <a:lnTo>
                  <a:pt x="9283" y="358593"/>
                </a:lnTo>
                <a:lnTo>
                  <a:pt x="10074" y="359200"/>
                </a:lnTo>
                <a:lnTo>
                  <a:pt x="9804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7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6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4" y="361136"/>
                </a:lnTo>
                <a:lnTo>
                  <a:pt x="16825" y="361111"/>
                </a:lnTo>
                <a:lnTo>
                  <a:pt x="20276" y="361405"/>
                </a:lnTo>
                <a:lnTo>
                  <a:pt x="20145" y="361392"/>
                </a:lnTo>
                <a:lnTo>
                  <a:pt x="24140" y="361565"/>
                </a:lnTo>
                <a:lnTo>
                  <a:pt x="24061" y="361558"/>
                </a:lnTo>
                <a:lnTo>
                  <a:pt x="28638" y="361638"/>
                </a:lnTo>
                <a:lnTo>
                  <a:pt x="28601" y="361638"/>
                </a:lnTo>
                <a:lnTo>
                  <a:pt x="33810" y="361656"/>
                </a:lnTo>
                <a:lnTo>
                  <a:pt x="293919" y="363017"/>
                </a:lnTo>
                <a:lnTo>
                  <a:pt x="293882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6" y="362820"/>
                </a:lnTo>
                <a:lnTo>
                  <a:pt x="310786" y="362569"/>
                </a:lnTo>
                <a:lnTo>
                  <a:pt x="310590" y="362588"/>
                </a:lnTo>
                <a:lnTo>
                  <a:pt x="313476" y="362183"/>
                </a:lnTo>
                <a:lnTo>
                  <a:pt x="313260" y="362220"/>
                </a:lnTo>
                <a:lnTo>
                  <a:pt x="314523" y="361951"/>
                </a:lnTo>
                <a:lnTo>
                  <a:pt x="314339" y="361994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8" y="361356"/>
                </a:lnTo>
                <a:lnTo>
                  <a:pt x="316067" y="361460"/>
                </a:lnTo>
                <a:lnTo>
                  <a:pt x="317011" y="361019"/>
                </a:lnTo>
                <a:lnTo>
                  <a:pt x="316730" y="361166"/>
                </a:lnTo>
                <a:lnTo>
                  <a:pt x="317581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71" y="360511"/>
                </a:lnTo>
                <a:lnTo>
                  <a:pt x="318439" y="359855"/>
                </a:lnTo>
                <a:lnTo>
                  <a:pt x="318188" y="360131"/>
                </a:lnTo>
                <a:lnTo>
                  <a:pt x="318776" y="359396"/>
                </a:lnTo>
                <a:lnTo>
                  <a:pt x="318567" y="359689"/>
                </a:lnTo>
                <a:lnTo>
                  <a:pt x="319081" y="358868"/>
                </a:lnTo>
                <a:lnTo>
                  <a:pt x="318922" y="359157"/>
                </a:lnTo>
                <a:lnTo>
                  <a:pt x="319364" y="358250"/>
                </a:lnTo>
                <a:lnTo>
                  <a:pt x="319253" y="358507"/>
                </a:lnTo>
                <a:lnTo>
                  <a:pt x="319627" y="357508"/>
                </a:lnTo>
                <a:lnTo>
                  <a:pt x="319548" y="357741"/>
                </a:lnTo>
                <a:lnTo>
                  <a:pt x="319867" y="356638"/>
                </a:lnTo>
                <a:lnTo>
                  <a:pt x="319818" y="356835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4" y="354672"/>
                </a:lnTo>
                <a:lnTo>
                  <a:pt x="320527" y="351719"/>
                </a:lnTo>
                <a:lnTo>
                  <a:pt x="320515" y="351884"/>
                </a:lnTo>
                <a:lnTo>
                  <a:pt x="320669" y="348447"/>
                </a:lnTo>
                <a:lnTo>
                  <a:pt x="320669" y="348557"/>
                </a:lnTo>
                <a:lnTo>
                  <a:pt x="320741" y="340090"/>
                </a:lnTo>
                <a:lnTo>
                  <a:pt x="320741" y="340121"/>
                </a:lnTo>
                <a:lnTo>
                  <a:pt x="320662" y="28667"/>
                </a:lnTo>
                <a:lnTo>
                  <a:pt x="320662" y="28705"/>
                </a:lnTo>
                <a:lnTo>
                  <a:pt x="320608" y="24201"/>
                </a:lnTo>
                <a:lnTo>
                  <a:pt x="320608" y="24305"/>
                </a:lnTo>
                <a:lnTo>
                  <a:pt x="320422" y="20371"/>
                </a:lnTo>
                <a:lnTo>
                  <a:pt x="320436" y="20537"/>
                </a:lnTo>
                <a:lnTo>
                  <a:pt x="320085" y="17137"/>
                </a:lnTo>
                <a:lnTo>
                  <a:pt x="320111" y="17308"/>
                </a:lnTo>
                <a:lnTo>
                  <a:pt x="319867" y="15795"/>
                </a:lnTo>
                <a:lnTo>
                  <a:pt x="319890" y="15942"/>
                </a:lnTo>
                <a:lnTo>
                  <a:pt x="319597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6" y="13638"/>
                </a:lnTo>
                <a:lnTo>
                  <a:pt x="318934" y="12462"/>
                </a:lnTo>
                <a:lnTo>
                  <a:pt x="319027" y="12688"/>
                </a:lnTo>
                <a:lnTo>
                  <a:pt x="318548" y="11616"/>
                </a:lnTo>
                <a:lnTo>
                  <a:pt x="318676" y="11867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5" y="10281"/>
                </a:lnTo>
                <a:lnTo>
                  <a:pt x="317888" y="10538"/>
                </a:lnTo>
                <a:lnTo>
                  <a:pt x="317202" y="9748"/>
                </a:lnTo>
                <a:lnTo>
                  <a:pt x="317434" y="9993"/>
                </a:lnTo>
                <a:lnTo>
                  <a:pt x="316667" y="9288"/>
                </a:lnTo>
                <a:lnTo>
                  <a:pt x="316925" y="9502"/>
                </a:lnTo>
                <a:lnTo>
                  <a:pt x="316074" y="8878"/>
                </a:lnTo>
                <a:lnTo>
                  <a:pt x="316337" y="9049"/>
                </a:lnTo>
                <a:lnTo>
                  <a:pt x="315399" y="8498"/>
                </a:lnTo>
                <a:lnTo>
                  <a:pt x="315655" y="8633"/>
                </a:lnTo>
                <a:lnTo>
                  <a:pt x="314627" y="8155"/>
                </a:lnTo>
                <a:lnTo>
                  <a:pt x="314867" y="8252"/>
                </a:lnTo>
                <a:lnTo>
                  <a:pt x="313746" y="7836"/>
                </a:lnTo>
                <a:lnTo>
                  <a:pt x="313953" y="7904"/>
                </a:lnTo>
                <a:lnTo>
                  <a:pt x="312734" y="7554"/>
                </a:lnTo>
                <a:lnTo>
                  <a:pt x="312911" y="7597"/>
                </a:lnTo>
                <a:lnTo>
                  <a:pt x="311595" y="7304"/>
                </a:lnTo>
                <a:lnTo>
                  <a:pt x="311748" y="7327"/>
                </a:lnTo>
                <a:lnTo>
                  <a:pt x="310321" y="7083"/>
                </a:lnTo>
                <a:lnTo>
                  <a:pt x="310497" y="7107"/>
                </a:lnTo>
                <a:lnTo>
                  <a:pt x="307311" y="6751"/>
                </a:lnTo>
                <a:lnTo>
                  <a:pt x="307477" y="6764"/>
                </a:lnTo>
                <a:lnTo>
                  <a:pt x="303833" y="6549"/>
                </a:lnTo>
                <a:lnTo>
                  <a:pt x="303930" y="6556"/>
                </a:lnTo>
                <a:lnTo>
                  <a:pt x="299782" y="6451"/>
                </a:lnTo>
                <a:lnTo>
                  <a:pt x="299842" y="6451"/>
                </a:lnTo>
                <a:lnTo>
                  <a:pt x="289929" y="6415"/>
                </a:lnTo>
                <a:lnTo>
                  <a:pt x="289936" y="6415"/>
                </a:lnTo>
                <a:lnTo>
                  <a:pt x="33791" y="6127"/>
                </a:lnTo>
                <a:lnTo>
                  <a:pt x="33803" y="6127"/>
                </a:lnTo>
                <a:lnTo>
                  <a:pt x="28601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41" y="6390"/>
                </a:lnTo>
                <a:lnTo>
                  <a:pt x="20276" y="6384"/>
                </a:lnTo>
                <a:lnTo>
                  <a:pt x="16813" y="6684"/>
                </a:lnTo>
                <a:lnTo>
                  <a:pt x="17027" y="6659"/>
                </a:lnTo>
                <a:lnTo>
                  <a:pt x="14074" y="7119"/>
                </a:lnTo>
                <a:lnTo>
                  <a:pt x="14294" y="7076"/>
                </a:lnTo>
                <a:lnTo>
                  <a:pt x="12997" y="7383"/>
                </a:lnTo>
                <a:lnTo>
                  <a:pt x="13181" y="7334"/>
                </a:lnTo>
                <a:lnTo>
                  <a:pt x="11990" y="7689"/>
                </a:lnTo>
                <a:lnTo>
                  <a:pt x="12206" y="7615"/>
                </a:lnTo>
                <a:lnTo>
                  <a:pt x="11127" y="8026"/>
                </a:lnTo>
                <a:lnTo>
                  <a:pt x="11367" y="7922"/>
                </a:lnTo>
                <a:lnTo>
                  <a:pt x="10385" y="8400"/>
                </a:lnTo>
                <a:lnTo>
                  <a:pt x="10648" y="8252"/>
                </a:lnTo>
                <a:lnTo>
                  <a:pt x="9767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09" y="8994"/>
                </a:lnTo>
                <a:lnTo>
                  <a:pt x="8799" y="9686"/>
                </a:lnTo>
                <a:lnTo>
                  <a:pt x="9039" y="9423"/>
                </a:lnTo>
                <a:lnTo>
                  <a:pt x="8413" y="10195"/>
                </a:lnTo>
                <a:lnTo>
                  <a:pt x="8616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5" y="11181"/>
                </a:lnTo>
                <a:lnTo>
                  <a:pt x="7444" y="12217"/>
                </a:lnTo>
                <a:lnTo>
                  <a:pt x="7525" y="11984"/>
                </a:lnTo>
                <a:lnTo>
                  <a:pt x="7174" y="13117"/>
                </a:lnTo>
                <a:lnTo>
                  <a:pt x="7230" y="12915"/>
                </a:lnTo>
                <a:lnTo>
                  <a:pt x="6937" y="14146"/>
                </a:lnTo>
                <a:lnTo>
                  <a:pt x="6974" y="13981"/>
                </a:lnTo>
                <a:lnTo>
                  <a:pt x="6734" y="15317"/>
                </a:lnTo>
                <a:lnTo>
                  <a:pt x="6765" y="15121"/>
                </a:lnTo>
                <a:lnTo>
                  <a:pt x="6416" y="18123"/>
                </a:lnTo>
                <a:lnTo>
                  <a:pt x="6434" y="17946"/>
                </a:lnTo>
                <a:lnTo>
                  <a:pt x="6232" y="21419"/>
                </a:lnTo>
                <a:lnTo>
                  <a:pt x="6237" y="21316"/>
                </a:lnTo>
                <a:lnTo>
                  <a:pt x="6146" y="25291"/>
                </a:lnTo>
                <a:lnTo>
                  <a:pt x="6146" y="25236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200">
            <a:extLst xmlns:a="http://schemas.openxmlformats.org/drawingml/2006/main">
              <a:ext uri="{FF2B5EF4-FFF2-40B4-BE49-F238E27FC236}">
                <a16:creationId xmlns:a16="http://schemas.microsoft.com/office/drawing/2014/main" id="{2D8FBFB4-F95A-4D3D-A208-20A7E11B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85" y="4467939"/>
            <a:ext cx="1585019" cy="1488521"/>
          </a:xfrm>
          <a:custGeom xmlns:a="http://schemas.openxmlformats.org/drawingml/2006/main">
            <a:pathLst>
              <a:path w="1585019" h="1488521">
                <a:moveTo>
                  <a:pt x="0" y="109389"/>
                </a:moveTo>
                <a:cubicBezTo>
                  <a:pt x="0" y="4411"/>
                  <a:pt x="6121" y="0"/>
                  <a:pt x="151848" y="0"/>
                </a:cubicBezTo>
                <a:lnTo>
                  <a:pt x="1417657" y="1176"/>
                </a:lnTo>
                <a:cubicBezTo>
                  <a:pt x="1563385" y="1176"/>
                  <a:pt x="1584608" y="0"/>
                  <a:pt x="1584608" y="104977"/>
                </a:cubicBezTo>
                <a:lnTo>
                  <a:pt x="1585019" y="1382073"/>
                </a:lnTo>
                <a:cubicBezTo>
                  <a:pt x="1585019" y="1487050"/>
                  <a:pt x="1582979" y="1488521"/>
                  <a:pt x="1437251" y="1488521"/>
                </a:cubicBezTo>
                <a:lnTo>
                  <a:pt x="151848" y="1482933"/>
                </a:lnTo>
                <a:cubicBezTo>
                  <a:pt x="6121" y="1482933"/>
                  <a:pt x="410" y="1478816"/>
                  <a:pt x="410" y="1373838"/>
                </a:cubicBezTo>
                <a:lnTo>
                  <a:pt x="0" y="109389"/>
                </a:lnTo>
              </a:path>
            </a:pathLst>
          </a:cu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201">
            <a:extLst xmlns:a="http://schemas.openxmlformats.org/drawingml/2006/main">
              <a:ext uri="{FF2B5EF4-FFF2-40B4-BE49-F238E27FC236}">
                <a16:creationId xmlns:a16="http://schemas.microsoft.com/office/drawing/2014/main" id="{D5F4B7DA-CF75-45FB-B8F8-1A054C38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22" y="4464875"/>
            <a:ext cx="1591146" cy="1494648"/>
          </a:xfrm>
          <a:custGeom xmlns:a="http://schemas.openxmlformats.org/drawingml/2006/main">
            <a:pathLst>
              <a:path w="1591146" h="1494648">
                <a:moveTo>
                  <a:pt x="24" y="102882"/>
                </a:moveTo>
                <a:lnTo>
                  <a:pt x="104" y="93882"/>
                </a:lnTo>
                <a:lnTo>
                  <a:pt x="269" y="85415"/>
                </a:lnTo>
                <a:lnTo>
                  <a:pt x="551" y="77474"/>
                </a:lnTo>
                <a:lnTo>
                  <a:pt x="962" y="70030"/>
                </a:lnTo>
                <a:lnTo>
                  <a:pt x="1538" y="63070"/>
                </a:lnTo>
                <a:lnTo>
                  <a:pt x="2304" y="56587"/>
                </a:lnTo>
                <a:lnTo>
                  <a:pt x="2769" y="53487"/>
                </a:lnTo>
                <a:lnTo>
                  <a:pt x="3284" y="50504"/>
                </a:lnTo>
                <a:lnTo>
                  <a:pt x="3866" y="47630"/>
                </a:lnTo>
                <a:lnTo>
                  <a:pt x="4515" y="44861"/>
                </a:lnTo>
                <a:lnTo>
                  <a:pt x="5232" y="42183"/>
                </a:lnTo>
                <a:lnTo>
                  <a:pt x="6016" y="39610"/>
                </a:lnTo>
                <a:lnTo>
                  <a:pt x="6886" y="37129"/>
                </a:lnTo>
                <a:lnTo>
                  <a:pt x="7836" y="34746"/>
                </a:lnTo>
                <a:lnTo>
                  <a:pt x="8865" y="32448"/>
                </a:lnTo>
                <a:lnTo>
                  <a:pt x="9993" y="30248"/>
                </a:lnTo>
                <a:lnTo>
                  <a:pt x="11212" y="28134"/>
                </a:lnTo>
                <a:lnTo>
                  <a:pt x="12523" y="26112"/>
                </a:lnTo>
                <a:lnTo>
                  <a:pt x="13933" y="24189"/>
                </a:lnTo>
                <a:lnTo>
                  <a:pt x="15446" y="22351"/>
                </a:lnTo>
                <a:lnTo>
                  <a:pt x="17063" y="20599"/>
                </a:lnTo>
                <a:lnTo>
                  <a:pt x="18785" y="18944"/>
                </a:lnTo>
                <a:lnTo>
                  <a:pt x="20617" y="17381"/>
                </a:lnTo>
                <a:lnTo>
                  <a:pt x="22547" y="15905"/>
                </a:lnTo>
                <a:lnTo>
                  <a:pt x="24587" y="14514"/>
                </a:lnTo>
                <a:lnTo>
                  <a:pt x="26738" y="13215"/>
                </a:lnTo>
                <a:lnTo>
                  <a:pt x="28999" y="11997"/>
                </a:lnTo>
                <a:lnTo>
                  <a:pt x="31363" y="10856"/>
                </a:lnTo>
                <a:lnTo>
                  <a:pt x="33851" y="9797"/>
                </a:lnTo>
                <a:lnTo>
                  <a:pt x="36443" y="8811"/>
                </a:lnTo>
                <a:lnTo>
                  <a:pt x="39163" y="7891"/>
                </a:lnTo>
                <a:lnTo>
                  <a:pt x="41993" y="7046"/>
                </a:lnTo>
                <a:lnTo>
                  <a:pt x="44953" y="6261"/>
                </a:lnTo>
                <a:lnTo>
                  <a:pt x="48041" y="5539"/>
                </a:lnTo>
                <a:lnTo>
                  <a:pt x="51257" y="4876"/>
                </a:lnTo>
                <a:lnTo>
                  <a:pt x="54609" y="4271"/>
                </a:lnTo>
                <a:lnTo>
                  <a:pt x="58095" y="3713"/>
                </a:lnTo>
                <a:lnTo>
                  <a:pt x="61734" y="3210"/>
                </a:lnTo>
                <a:lnTo>
                  <a:pt x="69405" y="2346"/>
                </a:lnTo>
                <a:lnTo>
                  <a:pt x="77701" y="1648"/>
                </a:lnTo>
                <a:lnTo>
                  <a:pt x="86628" y="1103"/>
                </a:lnTo>
                <a:lnTo>
                  <a:pt x="96210" y="692"/>
                </a:lnTo>
                <a:lnTo>
                  <a:pt x="106479" y="398"/>
                </a:lnTo>
                <a:lnTo>
                  <a:pt x="117452" y="196"/>
                </a:lnTo>
                <a:lnTo>
                  <a:pt x="129173" y="73"/>
                </a:lnTo>
                <a:lnTo>
                  <a:pt x="154911" y="0"/>
                </a:lnTo>
                <a:lnTo>
                  <a:pt x="1420727" y="1177"/>
                </a:lnTo>
                <a:lnTo>
                  <a:pt x="1420721" y="1177"/>
                </a:lnTo>
                <a:lnTo>
                  <a:pt x="1446626" y="1188"/>
                </a:lnTo>
                <a:lnTo>
                  <a:pt x="1469767" y="1330"/>
                </a:lnTo>
                <a:lnTo>
                  <a:pt x="1480372" y="1501"/>
                </a:lnTo>
                <a:lnTo>
                  <a:pt x="1490346" y="1758"/>
                </a:lnTo>
                <a:lnTo>
                  <a:pt x="1499715" y="2132"/>
                </a:lnTo>
                <a:lnTo>
                  <a:pt x="1508494" y="2641"/>
                </a:lnTo>
                <a:lnTo>
                  <a:pt x="1516717" y="3296"/>
                </a:lnTo>
                <a:lnTo>
                  <a:pt x="1524387" y="4130"/>
                </a:lnTo>
                <a:lnTo>
                  <a:pt x="1528045" y="4619"/>
                </a:lnTo>
                <a:lnTo>
                  <a:pt x="1531562" y="5159"/>
                </a:lnTo>
                <a:lnTo>
                  <a:pt x="1534950" y="5753"/>
                </a:lnTo>
                <a:lnTo>
                  <a:pt x="1538222" y="6409"/>
                </a:lnTo>
                <a:lnTo>
                  <a:pt x="1541377" y="7119"/>
                </a:lnTo>
                <a:lnTo>
                  <a:pt x="1544410" y="7898"/>
                </a:lnTo>
                <a:lnTo>
                  <a:pt x="1547332" y="8743"/>
                </a:lnTo>
                <a:lnTo>
                  <a:pt x="1550145" y="9656"/>
                </a:lnTo>
                <a:lnTo>
                  <a:pt x="1552847" y="10642"/>
                </a:lnTo>
                <a:lnTo>
                  <a:pt x="1555439" y="11709"/>
                </a:lnTo>
                <a:lnTo>
                  <a:pt x="1557932" y="12854"/>
                </a:lnTo>
                <a:lnTo>
                  <a:pt x="1560315" y="14086"/>
                </a:lnTo>
                <a:lnTo>
                  <a:pt x="1562595" y="15403"/>
                </a:lnTo>
                <a:lnTo>
                  <a:pt x="1564770" y="16806"/>
                </a:lnTo>
                <a:lnTo>
                  <a:pt x="1566847" y="18301"/>
                </a:lnTo>
                <a:lnTo>
                  <a:pt x="1568826" y="19894"/>
                </a:lnTo>
                <a:lnTo>
                  <a:pt x="1570701" y="21579"/>
                </a:lnTo>
                <a:lnTo>
                  <a:pt x="1572471" y="23361"/>
                </a:lnTo>
                <a:lnTo>
                  <a:pt x="1574143" y="25243"/>
                </a:lnTo>
                <a:lnTo>
                  <a:pt x="1575725" y="27222"/>
                </a:lnTo>
                <a:lnTo>
                  <a:pt x="1577201" y="29299"/>
                </a:lnTo>
                <a:lnTo>
                  <a:pt x="1578579" y="31480"/>
                </a:lnTo>
                <a:lnTo>
                  <a:pt x="1579872" y="33753"/>
                </a:lnTo>
                <a:lnTo>
                  <a:pt x="1581073" y="36130"/>
                </a:lnTo>
                <a:lnTo>
                  <a:pt x="1582182" y="38612"/>
                </a:lnTo>
                <a:lnTo>
                  <a:pt x="1583212" y="41197"/>
                </a:lnTo>
                <a:lnTo>
                  <a:pt x="1584155" y="43881"/>
                </a:lnTo>
                <a:lnTo>
                  <a:pt x="1585025" y="46674"/>
                </a:lnTo>
                <a:lnTo>
                  <a:pt x="1585815" y="49578"/>
                </a:lnTo>
                <a:lnTo>
                  <a:pt x="1586538" y="52599"/>
                </a:lnTo>
                <a:lnTo>
                  <a:pt x="1587188" y="55723"/>
                </a:lnTo>
                <a:lnTo>
                  <a:pt x="1587776" y="58971"/>
                </a:lnTo>
                <a:lnTo>
                  <a:pt x="1588303" y="62335"/>
                </a:lnTo>
                <a:lnTo>
                  <a:pt x="1588769" y="65827"/>
                </a:lnTo>
                <a:lnTo>
                  <a:pt x="1589173" y="69436"/>
                </a:lnTo>
                <a:lnTo>
                  <a:pt x="1589529" y="73191"/>
                </a:lnTo>
                <a:lnTo>
                  <a:pt x="1590086" y="81052"/>
                </a:lnTo>
                <a:lnTo>
                  <a:pt x="1590460" y="89470"/>
                </a:lnTo>
                <a:lnTo>
                  <a:pt x="1590674" y="98465"/>
                </a:lnTo>
                <a:lnTo>
                  <a:pt x="1590735" y="108028"/>
                </a:lnTo>
                <a:lnTo>
                  <a:pt x="1591146" y="1385142"/>
                </a:lnTo>
                <a:lnTo>
                  <a:pt x="1591084" y="1403657"/>
                </a:lnTo>
                <a:lnTo>
                  <a:pt x="1590974" y="1412075"/>
                </a:lnTo>
                <a:lnTo>
                  <a:pt x="1590772" y="1419955"/>
                </a:lnTo>
                <a:lnTo>
                  <a:pt x="1590454" y="1427320"/>
                </a:lnTo>
                <a:lnTo>
                  <a:pt x="1589988" y="1434194"/>
                </a:lnTo>
                <a:lnTo>
                  <a:pt x="1589351" y="1440584"/>
                </a:lnTo>
                <a:lnTo>
                  <a:pt x="1588958" y="1443635"/>
                </a:lnTo>
                <a:lnTo>
                  <a:pt x="1588511" y="1446558"/>
                </a:lnTo>
                <a:lnTo>
                  <a:pt x="1588003" y="1449377"/>
                </a:lnTo>
                <a:lnTo>
                  <a:pt x="1587433" y="1452090"/>
                </a:lnTo>
                <a:lnTo>
                  <a:pt x="1586802" y="1454707"/>
                </a:lnTo>
                <a:lnTo>
                  <a:pt x="1586097" y="1457225"/>
                </a:lnTo>
                <a:lnTo>
                  <a:pt x="1585313" y="1459645"/>
                </a:lnTo>
                <a:lnTo>
                  <a:pt x="1584455" y="1461974"/>
                </a:lnTo>
                <a:lnTo>
                  <a:pt x="1583511" y="1464209"/>
                </a:lnTo>
                <a:lnTo>
                  <a:pt x="1582476" y="1466354"/>
                </a:lnTo>
                <a:lnTo>
                  <a:pt x="1581349" y="1468406"/>
                </a:lnTo>
                <a:lnTo>
                  <a:pt x="1580130" y="1470367"/>
                </a:lnTo>
                <a:lnTo>
                  <a:pt x="1578806" y="1472236"/>
                </a:lnTo>
                <a:lnTo>
                  <a:pt x="1577385" y="1474012"/>
                </a:lnTo>
                <a:lnTo>
                  <a:pt x="1575853" y="1475703"/>
                </a:lnTo>
                <a:lnTo>
                  <a:pt x="1574223" y="1477296"/>
                </a:lnTo>
                <a:lnTo>
                  <a:pt x="1572483" y="1478798"/>
                </a:lnTo>
                <a:lnTo>
                  <a:pt x="1570639" y="1480213"/>
                </a:lnTo>
                <a:lnTo>
                  <a:pt x="1568684" y="1481536"/>
                </a:lnTo>
                <a:lnTo>
                  <a:pt x="1566626" y="1482773"/>
                </a:lnTo>
                <a:lnTo>
                  <a:pt x="1564457" y="1483926"/>
                </a:lnTo>
                <a:lnTo>
                  <a:pt x="1562178" y="1484998"/>
                </a:lnTo>
                <a:lnTo>
                  <a:pt x="1559782" y="1485991"/>
                </a:lnTo>
                <a:lnTo>
                  <a:pt x="1557276" y="1486909"/>
                </a:lnTo>
                <a:lnTo>
                  <a:pt x="1554648" y="1487762"/>
                </a:lnTo>
                <a:lnTo>
                  <a:pt x="1551903" y="1488545"/>
                </a:lnTo>
                <a:lnTo>
                  <a:pt x="1549030" y="1489263"/>
                </a:lnTo>
                <a:lnTo>
                  <a:pt x="1546028" y="1489918"/>
                </a:lnTo>
                <a:lnTo>
                  <a:pt x="1542903" y="1490518"/>
                </a:lnTo>
                <a:lnTo>
                  <a:pt x="1539637" y="1491064"/>
                </a:lnTo>
                <a:lnTo>
                  <a:pt x="1536231" y="1491560"/>
                </a:lnTo>
                <a:lnTo>
                  <a:pt x="1532671" y="1492007"/>
                </a:lnTo>
                <a:lnTo>
                  <a:pt x="1525148" y="1492767"/>
                </a:lnTo>
                <a:lnTo>
                  <a:pt x="1516992" y="1493361"/>
                </a:lnTo>
                <a:lnTo>
                  <a:pt x="1508200" y="1493815"/>
                </a:lnTo>
                <a:lnTo>
                  <a:pt x="1498728" y="1494151"/>
                </a:lnTo>
                <a:lnTo>
                  <a:pt x="1488557" y="1494379"/>
                </a:lnTo>
                <a:lnTo>
                  <a:pt x="1477658" y="1494525"/>
                </a:lnTo>
                <a:lnTo>
                  <a:pt x="1466005" y="1494605"/>
                </a:lnTo>
                <a:lnTo>
                  <a:pt x="1440314" y="1494648"/>
                </a:lnTo>
                <a:lnTo>
                  <a:pt x="154899" y="1489060"/>
                </a:lnTo>
                <a:lnTo>
                  <a:pt x="154905" y="1489060"/>
                </a:lnTo>
                <a:lnTo>
                  <a:pt x="129179" y="1488986"/>
                </a:lnTo>
                <a:lnTo>
                  <a:pt x="117464" y="1488870"/>
                </a:lnTo>
                <a:lnTo>
                  <a:pt x="106497" y="1488680"/>
                </a:lnTo>
                <a:lnTo>
                  <a:pt x="96235" y="1488386"/>
                </a:lnTo>
                <a:lnTo>
                  <a:pt x="86664" y="1487982"/>
                </a:lnTo>
                <a:lnTo>
                  <a:pt x="77756" y="1487449"/>
                </a:lnTo>
                <a:lnTo>
                  <a:pt x="69473" y="1486762"/>
                </a:lnTo>
                <a:lnTo>
                  <a:pt x="61814" y="1485910"/>
                </a:lnTo>
                <a:lnTo>
                  <a:pt x="58181" y="1485408"/>
                </a:lnTo>
                <a:lnTo>
                  <a:pt x="54707" y="1484857"/>
                </a:lnTo>
                <a:lnTo>
                  <a:pt x="51361" y="1484256"/>
                </a:lnTo>
                <a:lnTo>
                  <a:pt x="48157" y="1483601"/>
                </a:lnTo>
                <a:lnTo>
                  <a:pt x="45082" y="1482884"/>
                </a:lnTo>
                <a:lnTo>
                  <a:pt x="42128" y="1482106"/>
                </a:lnTo>
                <a:lnTo>
                  <a:pt x="39304" y="1481267"/>
                </a:lnTo>
                <a:lnTo>
                  <a:pt x="36596" y="1480360"/>
                </a:lnTo>
                <a:lnTo>
                  <a:pt x="34010" y="1479379"/>
                </a:lnTo>
                <a:lnTo>
                  <a:pt x="31535" y="1478326"/>
                </a:lnTo>
                <a:lnTo>
                  <a:pt x="29176" y="1477192"/>
                </a:lnTo>
                <a:lnTo>
                  <a:pt x="26927" y="1475980"/>
                </a:lnTo>
                <a:lnTo>
                  <a:pt x="24783" y="1474687"/>
                </a:lnTo>
                <a:lnTo>
                  <a:pt x="22755" y="1473302"/>
                </a:lnTo>
                <a:lnTo>
                  <a:pt x="20825" y="1471831"/>
                </a:lnTo>
                <a:lnTo>
                  <a:pt x="19012" y="1470275"/>
                </a:lnTo>
                <a:lnTo>
                  <a:pt x="17296" y="1468627"/>
                </a:lnTo>
                <a:lnTo>
                  <a:pt x="15691" y="1466887"/>
                </a:lnTo>
                <a:lnTo>
                  <a:pt x="14184" y="1465055"/>
                </a:lnTo>
                <a:lnTo>
                  <a:pt x="12781" y="1463131"/>
                </a:lnTo>
                <a:lnTo>
                  <a:pt x="11475" y="1461115"/>
                </a:lnTo>
                <a:lnTo>
                  <a:pt x="10269" y="1459007"/>
                </a:lnTo>
                <a:lnTo>
                  <a:pt x="9154" y="1456815"/>
                </a:lnTo>
                <a:lnTo>
                  <a:pt x="8130" y="1454523"/>
                </a:lnTo>
                <a:lnTo>
                  <a:pt x="7187" y="1452146"/>
                </a:lnTo>
                <a:lnTo>
                  <a:pt x="6329" y="1449671"/>
                </a:lnTo>
                <a:lnTo>
                  <a:pt x="5551" y="1447097"/>
                </a:lnTo>
                <a:lnTo>
                  <a:pt x="4840" y="1444432"/>
                </a:lnTo>
                <a:lnTo>
                  <a:pt x="4203" y="1441663"/>
                </a:lnTo>
                <a:lnTo>
                  <a:pt x="3627" y="1438795"/>
                </a:lnTo>
                <a:lnTo>
                  <a:pt x="3118" y="1435824"/>
                </a:lnTo>
                <a:lnTo>
                  <a:pt x="2659" y="1432730"/>
                </a:lnTo>
                <a:lnTo>
                  <a:pt x="1912" y="1426254"/>
                </a:lnTo>
                <a:lnTo>
                  <a:pt x="1348" y="1419299"/>
                </a:lnTo>
                <a:lnTo>
                  <a:pt x="944" y="1411867"/>
                </a:lnTo>
                <a:lnTo>
                  <a:pt x="668" y="1403927"/>
                </a:lnTo>
                <a:lnTo>
                  <a:pt x="508" y="1395472"/>
                </a:lnTo>
                <a:lnTo>
                  <a:pt x="429" y="1386465"/>
                </a:lnTo>
                <a:lnTo>
                  <a:pt x="410" y="1376908"/>
                </a:lnTo>
                <a:lnTo>
                  <a:pt x="0" y="112452"/>
                </a:lnTo>
                <a:lnTo>
                  <a:pt x="24" y="102882"/>
                </a:lnTo>
                <a:moveTo>
                  <a:pt x="6127" y="112458"/>
                </a:moveTo>
                <a:lnTo>
                  <a:pt x="6127" y="112452"/>
                </a:lnTo>
                <a:lnTo>
                  <a:pt x="6537" y="1376902"/>
                </a:lnTo>
                <a:lnTo>
                  <a:pt x="6537" y="1376896"/>
                </a:lnTo>
                <a:lnTo>
                  <a:pt x="6556" y="1386447"/>
                </a:lnTo>
                <a:lnTo>
                  <a:pt x="6556" y="1386423"/>
                </a:lnTo>
                <a:lnTo>
                  <a:pt x="6635" y="1395399"/>
                </a:lnTo>
                <a:lnTo>
                  <a:pt x="6635" y="1395368"/>
                </a:lnTo>
                <a:lnTo>
                  <a:pt x="6795" y="1403786"/>
                </a:lnTo>
                <a:lnTo>
                  <a:pt x="6795" y="1403743"/>
                </a:lnTo>
                <a:lnTo>
                  <a:pt x="7064" y="1411623"/>
                </a:lnTo>
                <a:lnTo>
                  <a:pt x="7058" y="1411562"/>
                </a:lnTo>
                <a:lnTo>
                  <a:pt x="7462" y="1418926"/>
                </a:lnTo>
                <a:lnTo>
                  <a:pt x="7457" y="1418846"/>
                </a:lnTo>
                <a:lnTo>
                  <a:pt x="8014" y="1425702"/>
                </a:lnTo>
                <a:lnTo>
                  <a:pt x="8002" y="1425598"/>
                </a:lnTo>
                <a:lnTo>
                  <a:pt x="8743" y="1431977"/>
                </a:lnTo>
                <a:lnTo>
                  <a:pt x="8731" y="1431878"/>
                </a:lnTo>
                <a:lnTo>
                  <a:pt x="9172" y="1434893"/>
                </a:lnTo>
                <a:lnTo>
                  <a:pt x="9160" y="1434819"/>
                </a:lnTo>
                <a:lnTo>
                  <a:pt x="9662" y="1437717"/>
                </a:lnTo>
                <a:lnTo>
                  <a:pt x="9644" y="1437637"/>
                </a:lnTo>
                <a:lnTo>
                  <a:pt x="10201" y="1440419"/>
                </a:lnTo>
                <a:lnTo>
                  <a:pt x="10183" y="1440333"/>
                </a:lnTo>
                <a:lnTo>
                  <a:pt x="10802" y="1443004"/>
                </a:lnTo>
                <a:lnTo>
                  <a:pt x="10777" y="1442906"/>
                </a:lnTo>
                <a:lnTo>
                  <a:pt x="11457" y="1445473"/>
                </a:lnTo>
                <a:lnTo>
                  <a:pt x="11427" y="1445369"/>
                </a:lnTo>
                <a:lnTo>
                  <a:pt x="12174" y="1447833"/>
                </a:lnTo>
                <a:lnTo>
                  <a:pt x="12137" y="1447716"/>
                </a:lnTo>
                <a:lnTo>
                  <a:pt x="12958" y="1450075"/>
                </a:lnTo>
                <a:lnTo>
                  <a:pt x="12909" y="1449952"/>
                </a:lnTo>
                <a:lnTo>
                  <a:pt x="13804" y="1452213"/>
                </a:lnTo>
                <a:lnTo>
                  <a:pt x="13749" y="1452085"/>
                </a:lnTo>
                <a:lnTo>
                  <a:pt x="14717" y="1454241"/>
                </a:lnTo>
                <a:lnTo>
                  <a:pt x="14649" y="1454107"/>
                </a:lnTo>
                <a:lnTo>
                  <a:pt x="15697" y="1456165"/>
                </a:lnTo>
                <a:lnTo>
                  <a:pt x="15623" y="1456030"/>
                </a:lnTo>
                <a:lnTo>
                  <a:pt x="16751" y="1457997"/>
                </a:lnTo>
                <a:lnTo>
                  <a:pt x="16665" y="1457856"/>
                </a:lnTo>
                <a:lnTo>
                  <a:pt x="17878" y="1459725"/>
                </a:lnTo>
                <a:lnTo>
                  <a:pt x="17780" y="1459584"/>
                </a:lnTo>
                <a:lnTo>
                  <a:pt x="19079" y="1461372"/>
                </a:lnTo>
                <a:lnTo>
                  <a:pt x="18975" y="1461232"/>
                </a:lnTo>
                <a:lnTo>
                  <a:pt x="20366" y="1462929"/>
                </a:lnTo>
                <a:lnTo>
                  <a:pt x="20249" y="1462794"/>
                </a:lnTo>
                <a:lnTo>
                  <a:pt x="21738" y="1464400"/>
                </a:lnTo>
                <a:lnTo>
                  <a:pt x="21609" y="1464277"/>
                </a:lnTo>
                <a:lnTo>
                  <a:pt x="23196" y="1465802"/>
                </a:lnTo>
                <a:lnTo>
                  <a:pt x="23061" y="1465680"/>
                </a:lnTo>
                <a:lnTo>
                  <a:pt x="24753" y="1467126"/>
                </a:lnTo>
                <a:lnTo>
                  <a:pt x="24618" y="1467016"/>
                </a:lnTo>
                <a:lnTo>
                  <a:pt x="26401" y="1468381"/>
                </a:lnTo>
                <a:lnTo>
                  <a:pt x="26266" y="1468284"/>
                </a:lnTo>
                <a:lnTo>
                  <a:pt x="28165" y="1469571"/>
                </a:lnTo>
                <a:lnTo>
                  <a:pt x="28024" y="1469485"/>
                </a:lnTo>
                <a:lnTo>
                  <a:pt x="30034" y="1470698"/>
                </a:lnTo>
                <a:lnTo>
                  <a:pt x="29899" y="1470624"/>
                </a:lnTo>
                <a:lnTo>
                  <a:pt x="32019" y="1471764"/>
                </a:lnTo>
                <a:lnTo>
                  <a:pt x="31890" y="1471696"/>
                </a:lnTo>
                <a:lnTo>
                  <a:pt x="34121" y="1472768"/>
                </a:lnTo>
                <a:lnTo>
                  <a:pt x="33998" y="1472714"/>
                </a:lnTo>
                <a:lnTo>
                  <a:pt x="36351" y="1473718"/>
                </a:lnTo>
                <a:lnTo>
                  <a:pt x="36234" y="1473669"/>
                </a:lnTo>
                <a:lnTo>
                  <a:pt x="38710" y="1474607"/>
                </a:lnTo>
                <a:lnTo>
                  <a:pt x="38599" y="1474570"/>
                </a:lnTo>
                <a:lnTo>
                  <a:pt x="41203" y="1475440"/>
                </a:lnTo>
                <a:lnTo>
                  <a:pt x="41099" y="1475409"/>
                </a:lnTo>
                <a:lnTo>
                  <a:pt x="43832" y="1476224"/>
                </a:lnTo>
                <a:lnTo>
                  <a:pt x="43733" y="1476194"/>
                </a:lnTo>
                <a:lnTo>
                  <a:pt x="46595" y="1476947"/>
                </a:lnTo>
                <a:lnTo>
                  <a:pt x="46509" y="1476928"/>
                </a:lnTo>
                <a:lnTo>
                  <a:pt x="49505" y="1477627"/>
                </a:lnTo>
                <a:lnTo>
                  <a:pt x="49425" y="1477609"/>
                </a:lnTo>
                <a:lnTo>
                  <a:pt x="52556" y="1478246"/>
                </a:lnTo>
                <a:lnTo>
                  <a:pt x="52483" y="1478234"/>
                </a:lnTo>
                <a:lnTo>
                  <a:pt x="55754" y="1478823"/>
                </a:lnTo>
                <a:lnTo>
                  <a:pt x="55693" y="1478810"/>
                </a:lnTo>
                <a:lnTo>
                  <a:pt x="59106" y="1479349"/>
                </a:lnTo>
                <a:lnTo>
                  <a:pt x="59051" y="1479342"/>
                </a:lnTo>
                <a:lnTo>
                  <a:pt x="62610" y="1479833"/>
                </a:lnTo>
                <a:lnTo>
                  <a:pt x="62531" y="1479821"/>
                </a:lnTo>
                <a:lnTo>
                  <a:pt x="70110" y="1480666"/>
                </a:lnTo>
                <a:lnTo>
                  <a:pt x="70024" y="1480660"/>
                </a:lnTo>
                <a:lnTo>
                  <a:pt x="78228" y="1481340"/>
                </a:lnTo>
                <a:lnTo>
                  <a:pt x="78154" y="1481334"/>
                </a:lnTo>
                <a:lnTo>
                  <a:pt x="87007" y="1481867"/>
                </a:lnTo>
                <a:lnTo>
                  <a:pt x="86952" y="1481867"/>
                </a:lnTo>
                <a:lnTo>
                  <a:pt x="96473" y="1482265"/>
                </a:lnTo>
                <a:lnTo>
                  <a:pt x="96431" y="1482265"/>
                </a:lnTo>
                <a:lnTo>
                  <a:pt x="106650" y="1482554"/>
                </a:lnTo>
                <a:lnTo>
                  <a:pt x="106620" y="1482554"/>
                </a:lnTo>
                <a:lnTo>
                  <a:pt x="117562" y="1482743"/>
                </a:lnTo>
                <a:lnTo>
                  <a:pt x="117538" y="1482743"/>
                </a:lnTo>
                <a:lnTo>
                  <a:pt x="129228" y="1482859"/>
                </a:lnTo>
                <a:lnTo>
                  <a:pt x="129203" y="1482859"/>
                </a:lnTo>
                <a:lnTo>
                  <a:pt x="154924" y="1482933"/>
                </a:lnTo>
                <a:lnTo>
                  <a:pt x="1440327" y="1488521"/>
                </a:lnTo>
                <a:lnTo>
                  <a:pt x="1440309" y="1488521"/>
                </a:lnTo>
                <a:lnTo>
                  <a:pt x="1465986" y="1488478"/>
                </a:lnTo>
                <a:lnTo>
                  <a:pt x="1465968" y="1488478"/>
                </a:lnTo>
                <a:lnTo>
                  <a:pt x="1477609" y="1488399"/>
                </a:lnTo>
                <a:lnTo>
                  <a:pt x="1477590" y="1488399"/>
                </a:lnTo>
                <a:lnTo>
                  <a:pt x="1488466" y="1488251"/>
                </a:lnTo>
                <a:lnTo>
                  <a:pt x="1488435" y="1488251"/>
                </a:lnTo>
                <a:lnTo>
                  <a:pt x="1498575" y="1488024"/>
                </a:lnTo>
                <a:lnTo>
                  <a:pt x="1498532" y="1488024"/>
                </a:lnTo>
                <a:lnTo>
                  <a:pt x="1507961" y="1487694"/>
                </a:lnTo>
                <a:lnTo>
                  <a:pt x="1507906" y="1487700"/>
                </a:lnTo>
                <a:lnTo>
                  <a:pt x="1516643" y="1487246"/>
                </a:lnTo>
                <a:lnTo>
                  <a:pt x="1516582" y="1487252"/>
                </a:lnTo>
                <a:lnTo>
                  <a:pt x="1524657" y="1486658"/>
                </a:lnTo>
                <a:lnTo>
                  <a:pt x="1524577" y="1486664"/>
                </a:lnTo>
                <a:lnTo>
                  <a:pt x="1532022" y="1485917"/>
                </a:lnTo>
                <a:lnTo>
                  <a:pt x="1531942" y="1485923"/>
                </a:lnTo>
                <a:lnTo>
                  <a:pt x="1535434" y="1485488"/>
                </a:lnTo>
                <a:lnTo>
                  <a:pt x="1535379" y="1485494"/>
                </a:lnTo>
                <a:lnTo>
                  <a:pt x="1538718" y="1485011"/>
                </a:lnTo>
                <a:lnTo>
                  <a:pt x="1538657" y="1485016"/>
                </a:lnTo>
                <a:lnTo>
                  <a:pt x="1541855" y="1484484"/>
                </a:lnTo>
                <a:lnTo>
                  <a:pt x="1541781" y="1484495"/>
                </a:lnTo>
                <a:lnTo>
                  <a:pt x="1544839" y="1483907"/>
                </a:lnTo>
                <a:lnTo>
                  <a:pt x="1544759" y="1483926"/>
                </a:lnTo>
                <a:lnTo>
                  <a:pt x="1547676" y="1483289"/>
                </a:lnTo>
                <a:lnTo>
                  <a:pt x="1547583" y="1483307"/>
                </a:lnTo>
                <a:lnTo>
                  <a:pt x="1550365" y="1482608"/>
                </a:lnTo>
                <a:lnTo>
                  <a:pt x="1550273" y="1482639"/>
                </a:lnTo>
                <a:lnTo>
                  <a:pt x="1552920" y="1481886"/>
                </a:lnTo>
                <a:lnTo>
                  <a:pt x="1552816" y="1481917"/>
                </a:lnTo>
                <a:lnTo>
                  <a:pt x="1555334" y="1481101"/>
                </a:lnTo>
                <a:lnTo>
                  <a:pt x="1555218" y="1481138"/>
                </a:lnTo>
                <a:lnTo>
                  <a:pt x="1557613" y="1480262"/>
                </a:lnTo>
                <a:lnTo>
                  <a:pt x="1557491" y="1480311"/>
                </a:lnTo>
                <a:lnTo>
                  <a:pt x="1559758" y="1479367"/>
                </a:lnTo>
                <a:lnTo>
                  <a:pt x="1559635" y="1479422"/>
                </a:lnTo>
                <a:lnTo>
                  <a:pt x="1561780" y="1478412"/>
                </a:lnTo>
                <a:lnTo>
                  <a:pt x="1561645" y="1478479"/>
                </a:lnTo>
                <a:lnTo>
                  <a:pt x="1563679" y="1477401"/>
                </a:lnTo>
                <a:lnTo>
                  <a:pt x="1563538" y="1477481"/>
                </a:lnTo>
                <a:lnTo>
                  <a:pt x="1565462" y="1476328"/>
                </a:lnTo>
                <a:lnTo>
                  <a:pt x="1565315" y="1476420"/>
                </a:lnTo>
                <a:lnTo>
                  <a:pt x="1567129" y="1475189"/>
                </a:lnTo>
                <a:lnTo>
                  <a:pt x="1566982" y="1475293"/>
                </a:lnTo>
                <a:lnTo>
                  <a:pt x="1568684" y="1473988"/>
                </a:lnTo>
                <a:lnTo>
                  <a:pt x="1568544" y="1474104"/>
                </a:lnTo>
                <a:lnTo>
                  <a:pt x="1570143" y="1472726"/>
                </a:lnTo>
                <a:lnTo>
                  <a:pt x="1570008" y="1472848"/>
                </a:lnTo>
                <a:lnTo>
                  <a:pt x="1571509" y="1471385"/>
                </a:lnTo>
                <a:lnTo>
                  <a:pt x="1571374" y="1471519"/>
                </a:lnTo>
                <a:lnTo>
                  <a:pt x="1572777" y="1469968"/>
                </a:lnTo>
                <a:lnTo>
                  <a:pt x="1572655" y="1470116"/>
                </a:lnTo>
                <a:lnTo>
                  <a:pt x="1573966" y="1468480"/>
                </a:lnTo>
                <a:lnTo>
                  <a:pt x="1573856" y="1468627"/>
                </a:lnTo>
                <a:lnTo>
                  <a:pt x="1575075" y="1466905"/>
                </a:lnTo>
                <a:lnTo>
                  <a:pt x="1574977" y="1467052"/>
                </a:lnTo>
                <a:lnTo>
                  <a:pt x="1576104" y="1465238"/>
                </a:lnTo>
                <a:lnTo>
                  <a:pt x="1576018" y="1465386"/>
                </a:lnTo>
                <a:lnTo>
                  <a:pt x="1577067" y="1463475"/>
                </a:lnTo>
                <a:lnTo>
                  <a:pt x="1576993" y="1463621"/>
                </a:lnTo>
                <a:lnTo>
                  <a:pt x="1577961" y="1461618"/>
                </a:lnTo>
                <a:lnTo>
                  <a:pt x="1577893" y="1461753"/>
                </a:lnTo>
                <a:lnTo>
                  <a:pt x="1578782" y="1459651"/>
                </a:lnTo>
                <a:lnTo>
                  <a:pt x="1578733" y="1459786"/>
                </a:lnTo>
                <a:lnTo>
                  <a:pt x="1579548" y="1457580"/>
                </a:lnTo>
                <a:lnTo>
                  <a:pt x="1579505" y="1457703"/>
                </a:lnTo>
                <a:lnTo>
                  <a:pt x="1580246" y="1455405"/>
                </a:lnTo>
                <a:lnTo>
                  <a:pt x="1580209" y="1455516"/>
                </a:lnTo>
                <a:lnTo>
                  <a:pt x="1580890" y="1453108"/>
                </a:lnTo>
                <a:lnTo>
                  <a:pt x="1580859" y="1453212"/>
                </a:lnTo>
                <a:lnTo>
                  <a:pt x="1581471" y="1450694"/>
                </a:lnTo>
                <a:lnTo>
                  <a:pt x="1581447" y="1450792"/>
                </a:lnTo>
                <a:lnTo>
                  <a:pt x="1581998" y="1448163"/>
                </a:lnTo>
                <a:lnTo>
                  <a:pt x="1581980" y="1448255"/>
                </a:lnTo>
                <a:lnTo>
                  <a:pt x="1582470" y="1445516"/>
                </a:lnTo>
                <a:lnTo>
                  <a:pt x="1582458" y="1445590"/>
                </a:lnTo>
                <a:lnTo>
                  <a:pt x="1582893" y="1442741"/>
                </a:lnTo>
                <a:lnTo>
                  <a:pt x="1582887" y="1442808"/>
                </a:lnTo>
                <a:lnTo>
                  <a:pt x="1583267" y="1439843"/>
                </a:lnTo>
                <a:lnTo>
                  <a:pt x="1583260" y="1439935"/>
                </a:lnTo>
                <a:lnTo>
                  <a:pt x="1583885" y="1433637"/>
                </a:lnTo>
                <a:lnTo>
                  <a:pt x="1583879" y="1433735"/>
                </a:lnTo>
                <a:lnTo>
                  <a:pt x="1584339" y="1426945"/>
                </a:lnTo>
                <a:lnTo>
                  <a:pt x="1584333" y="1427019"/>
                </a:lnTo>
                <a:lnTo>
                  <a:pt x="1584652" y="1419716"/>
                </a:lnTo>
                <a:lnTo>
                  <a:pt x="1584645" y="1419771"/>
                </a:lnTo>
                <a:lnTo>
                  <a:pt x="1584847" y="1411935"/>
                </a:lnTo>
                <a:lnTo>
                  <a:pt x="1584847" y="1411972"/>
                </a:lnTo>
                <a:lnTo>
                  <a:pt x="1584958" y="1403590"/>
                </a:lnTo>
                <a:lnTo>
                  <a:pt x="1584958" y="1403621"/>
                </a:lnTo>
                <a:lnTo>
                  <a:pt x="1585019" y="1385124"/>
                </a:lnTo>
                <a:lnTo>
                  <a:pt x="1585019" y="1385136"/>
                </a:lnTo>
                <a:lnTo>
                  <a:pt x="1584609" y="108041"/>
                </a:lnTo>
                <a:lnTo>
                  <a:pt x="1584609" y="108065"/>
                </a:lnTo>
                <a:lnTo>
                  <a:pt x="1584547" y="98527"/>
                </a:lnTo>
                <a:lnTo>
                  <a:pt x="1584547" y="98581"/>
                </a:lnTo>
                <a:lnTo>
                  <a:pt x="1584339" y="89648"/>
                </a:lnTo>
                <a:lnTo>
                  <a:pt x="1584339" y="89710"/>
                </a:lnTo>
                <a:lnTo>
                  <a:pt x="1583971" y="81365"/>
                </a:lnTo>
                <a:lnTo>
                  <a:pt x="1583971" y="81444"/>
                </a:lnTo>
                <a:lnTo>
                  <a:pt x="1583420" y="73657"/>
                </a:lnTo>
                <a:lnTo>
                  <a:pt x="1583426" y="73730"/>
                </a:lnTo>
                <a:lnTo>
                  <a:pt x="1583077" y="70042"/>
                </a:lnTo>
                <a:lnTo>
                  <a:pt x="1583082" y="70097"/>
                </a:lnTo>
                <a:lnTo>
                  <a:pt x="1582678" y="66544"/>
                </a:lnTo>
                <a:lnTo>
                  <a:pt x="1582691" y="66605"/>
                </a:lnTo>
                <a:lnTo>
                  <a:pt x="1582231" y="63180"/>
                </a:lnTo>
                <a:lnTo>
                  <a:pt x="1582244" y="63247"/>
                </a:lnTo>
                <a:lnTo>
                  <a:pt x="1581729" y="59951"/>
                </a:lnTo>
                <a:lnTo>
                  <a:pt x="1581741" y="60025"/>
                </a:lnTo>
                <a:lnTo>
                  <a:pt x="1581165" y="56857"/>
                </a:lnTo>
                <a:lnTo>
                  <a:pt x="1581184" y="56937"/>
                </a:lnTo>
                <a:lnTo>
                  <a:pt x="1580547" y="53892"/>
                </a:lnTo>
                <a:lnTo>
                  <a:pt x="1580565" y="53978"/>
                </a:lnTo>
                <a:lnTo>
                  <a:pt x="1579866" y="51055"/>
                </a:lnTo>
                <a:lnTo>
                  <a:pt x="1579891" y="51147"/>
                </a:lnTo>
                <a:lnTo>
                  <a:pt x="1579125" y="48341"/>
                </a:lnTo>
                <a:lnTo>
                  <a:pt x="1579155" y="48445"/>
                </a:lnTo>
                <a:lnTo>
                  <a:pt x="1578322" y="45755"/>
                </a:lnTo>
                <a:lnTo>
                  <a:pt x="1578352" y="45860"/>
                </a:lnTo>
                <a:lnTo>
                  <a:pt x="1577452" y="43286"/>
                </a:lnTo>
                <a:lnTo>
                  <a:pt x="1577495" y="43403"/>
                </a:lnTo>
                <a:lnTo>
                  <a:pt x="1576515" y="40940"/>
                </a:lnTo>
                <a:lnTo>
                  <a:pt x="1576564" y="41056"/>
                </a:lnTo>
                <a:lnTo>
                  <a:pt x="1575510" y="38703"/>
                </a:lnTo>
                <a:lnTo>
                  <a:pt x="1575571" y="38826"/>
                </a:lnTo>
                <a:lnTo>
                  <a:pt x="1574432" y="36577"/>
                </a:lnTo>
                <a:lnTo>
                  <a:pt x="1574505" y="36712"/>
                </a:lnTo>
                <a:lnTo>
                  <a:pt x="1573286" y="34562"/>
                </a:lnTo>
                <a:lnTo>
                  <a:pt x="1573366" y="34697"/>
                </a:lnTo>
                <a:lnTo>
                  <a:pt x="1572073" y="32650"/>
                </a:lnTo>
                <a:lnTo>
                  <a:pt x="1572159" y="32785"/>
                </a:lnTo>
                <a:lnTo>
                  <a:pt x="1570774" y="30842"/>
                </a:lnTo>
                <a:lnTo>
                  <a:pt x="1570878" y="30971"/>
                </a:lnTo>
                <a:lnTo>
                  <a:pt x="1569408" y="29127"/>
                </a:lnTo>
                <a:lnTo>
                  <a:pt x="1569512" y="29256"/>
                </a:lnTo>
                <a:lnTo>
                  <a:pt x="1567950" y="27497"/>
                </a:lnTo>
                <a:lnTo>
                  <a:pt x="1568066" y="27620"/>
                </a:lnTo>
                <a:lnTo>
                  <a:pt x="1566411" y="25960"/>
                </a:lnTo>
                <a:lnTo>
                  <a:pt x="1566540" y="26076"/>
                </a:lnTo>
                <a:lnTo>
                  <a:pt x="1564788" y="24501"/>
                </a:lnTo>
                <a:lnTo>
                  <a:pt x="1564917" y="24611"/>
                </a:lnTo>
                <a:lnTo>
                  <a:pt x="1563073" y="23123"/>
                </a:lnTo>
                <a:lnTo>
                  <a:pt x="1563201" y="23227"/>
                </a:lnTo>
                <a:lnTo>
                  <a:pt x="1561253" y="21824"/>
                </a:lnTo>
                <a:lnTo>
                  <a:pt x="1561387" y="21910"/>
                </a:lnTo>
                <a:lnTo>
                  <a:pt x="1559335" y="20592"/>
                </a:lnTo>
                <a:lnTo>
                  <a:pt x="1559470" y="20666"/>
                </a:lnTo>
                <a:lnTo>
                  <a:pt x="1557313" y="19428"/>
                </a:lnTo>
                <a:lnTo>
                  <a:pt x="1557442" y="19496"/>
                </a:lnTo>
                <a:lnTo>
                  <a:pt x="1555181" y="18331"/>
                </a:lnTo>
                <a:lnTo>
                  <a:pt x="1555304" y="18393"/>
                </a:lnTo>
                <a:lnTo>
                  <a:pt x="1552938" y="17302"/>
                </a:lnTo>
                <a:lnTo>
                  <a:pt x="1553055" y="17351"/>
                </a:lnTo>
                <a:lnTo>
                  <a:pt x="1550574" y="16334"/>
                </a:lnTo>
                <a:lnTo>
                  <a:pt x="1550684" y="16377"/>
                </a:lnTo>
                <a:lnTo>
                  <a:pt x="1548092" y="15428"/>
                </a:lnTo>
                <a:lnTo>
                  <a:pt x="1548196" y="15464"/>
                </a:lnTo>
                <a:lnTo>
                  <a:pt x="1545488" y="14582"/>
                </a:lnTo>
                <a:lnTo>
                  <a:pt x="1545586" y="14613"/>
                </a:lnTo>
                <a:lnTo>
                  <a:pt x="1542756" y="13798"/>
                </a:lnTo>
                <a:lnTo>
                  <a:pt x="1542848" y="13822"/>
                </a:lnTo>
                <a:lnTo>
                  <a:pt x="1539901" y="13069"/>
                </a:lnTo>
                <a:lnTo>
                  <a:pt x="1539980" y="13087"/>
                </a:lnTo>
                <a:lnTo>
                  <a:pt x="1536911" y="12389"/>
                </a:lnTo>
                <a:lnTo>
                  <a:pt x="1536984" y="12407"/>
                </a:lnTo>
                <a:lnTo>
                  <a:pt x="1533792" y="11770"/>
                </a:lnTo>
                <a:lnTo>
                  <a:pt x="1533860" y="11782"/>
                </a:lnTo>
                <a:lnTo>
                  <a:pt x="1530533" y="11200"/>
                </a:lnTo>
                <a:lnTo>
                  <a:pt x="1530600" y="11212"/>
                </a:lnTo>
                <a:lnTo>
                  <a:pt x="1527138" y="10679"/>
                </a:lnTo>
                <a:lnTo>
                  <a:pt x="1527200" y="10685"/>
                </a:lnTo>
                <a:lnTo>
                  <a:pt x="1523609" y="10208"/>
                </a:lnTo>
                <a:lnTo>
                  <a:pt x="1523689" y="10213"/>
                </a:lnTo>
                <a:lnTo>
                  <a:pt x="1516104" y="9392"/>
                </a:lnTo>
                <a:lnTo>
                  <a:pt x="1516190" y="9405"/>
                </a:lnTo>
                <a:lnTo>
                  <a:pt x="1508041" y="8749"/>
                </a:lnTo>
                <a:lnTo>
                  <a:pt x="1508109" y="8755"/>
                </a:lnTo>
                <a:lnTo>
                  <a:pt x="1499390" y="8253"/>
                </a:lnTo>
                <a:lnTo>
                  <a:pt x="1499439" y="8253"/>
                </a:lnTo>
                <a:lnTo>
                  <a:pt x="1490120" y="7886"/>
                </a:lnTo>
                <a:lnTo>
                  <a:pt x="1490163" y="7886"/>
                </a:lnTo>
                <a:lnTo>
                  <a:pt x="1480225" y="7628"/>
                </a:lnTo>
                <a:lnTo>
                  <a:pt x="1480256" y="7628"/>
                </a:lnTo>
                <a:lnTo>
                  <a:pt x="1469687" y="7457"/>
                </a:lnTo>
                <a:lnTo>
                  <a:pt x="1469717" y="7457"/>
                </a:lnTo>
                <a:lnTo>
                  <a:pt x="1446595" y="7315"/>
                </a:lnTo>
                <a:lnTo>
                  <a:pt x="1446613" y="7315"/>
                </a:lnTo>
                <a:lnTo>
                  <a:pt x="1420721" y="7303"/>
                </a:lnTo>
                <a:lnTo>
                  <a:pt x="154911" y="6127"/>
                </a:lnTo>
                <a:lnTo>
                  <a:pt x="154918" y="6127"/>
                </a:lnTo>
                <a:lnTo>
                  <a:pt x="129203" y="6200"/>
                </a:lnTo>
                <a:lnTo>
                  <a:pt x="129222" y="6200"/>
                </a:lnTo>
                <a:lnTo>
                  <a:pt x="117531" y="6323"/>
                </a:lnTo>
                <a:lnTo>
                  <a:pt x="117556" y="6323"/>
                </a:lnTo>
                <a:lnTo>
                  <a:pt x="106601" y="6519"/>
                </a:lnTo>
                <a:lnTo>
                  <a:pt x="106638" y="6519"/>
                </a:lnTo>
                <a:lnTo>
                  <a:pt x="96406" y="6814"/>
                </a:lnTo>
                <a:lnTo>
                  <a:pt x="96449" y="6814"/>
                </a:lnTo>
                <a:lnTo>
                  <a:pt x="86916" y="7224"/>
                </a:lnTo>
                <a:lnTo>
                  <a:pt x="86971" y="7217"/>
                </a:lnTo>
                <a:lnTo>
                  <a:pt x="78111" y="7762"/>
                </a:lnTo>
                <a:lnTo>
                  <a:pt x="78179" y="7757"/>
                </a:lnTo>
                <a:lnTo>
                  <a:pt x="69963" y="8443"/>
                </a:lnTo>
                <a:lnTo>
                  <a:pt x="70048" y="8437"/>
                </a:lnTo>
                <a:lnTo>
                  <a:pt x="62457" y="9295"/>
                </a:lnTo>
                <a:lnTo>
                  <a:pt x="62537" y="9282"/>
                </a:lnTo>
                <a:lnTo>
                  <a:pt x="58965" y="9778"/>
                </a:lnTo>
                <a:lnTo>
                  <a:pt x="59026" y="9773"/>
                </a:lnTo>
                <a:lnTo>
                  <a:pt x="55601" y="10317"/>
                </a:lnTo>
                <a:lnTo>
                  <a:pt x="55669" y="10305"/>
                </a:lnTo>
                <a:lnTo>
                  <a:pt x="52385" y="10899"/>
                </a:lnTo>
                <a:lnTo>
                  <a:pt x="52458" y="10888"/>
                </a:lnTo>
                <a:lnTo>
                  <a:pt x="49315" y="11531"/>
                </a:lnTo>
                <a:lnTo>
                  <a:pt x="49395" y="11519"/>
                </a:lnTo>
                <a:lnTo>
                  <a:pt x="46393" y="12217"/>
                </a:lnTo>
                <a:lnTo>
                  <a:pt x="46478" y="12198"/>
                </a:lnTo>
                <a:lnTo>
                  <a:pt x="43611" y="12959"/>
                </a:lnTo>
                <a:lnTo>
                  <a:pt x="43703" y="12928"/>
                </a:lnTo>
                <a:lnTo>
                  <a:pt x="40964" y="13749"/>
                </a:lnTo>
                <a:lnTo>
                  <a:pt x="41068" y="13718"/>
                </a:lnTo>
                <a:lnTo>
                  <a:pt x="38458" y="14594"/>
                </a:lnTo>
                <a:lnTo>
                  <a:pt x="38569" y="14557"/>
                </a:lnTo>
                <a:lnTo>
                  <a:pt x="36081" y="15501"/>
                </a:lnTo>
                <a:lnTo>
                  <a:pt x="36197" y="15458"/>
                </a:lnTo>
                <a:lnTo>
                  <a:pt x="33839" y="16463"/>
                </a:lnTo>
                <a:lnTo>
                  <a:pt x="33961" y="16408"/>
                </a:lnTo>
                <a:lnTo>
                  <a:pt x="31713" y="17486"/>
                </a:lnTo>
                <a:lnTo>
                  <a:pt x="31841" y="17425"/>
                </a:lnTo>
                <a:lnTo>
                  <a:pt x="29715" y="18571"/>
                </a:lnTo>
                <a:lnTo>
                  <a:pt x="29850" y="18497"/>
                </a:lnTo>
                <a:lnTo>
                  <a:pt x="27834" y="19716"/>
                </a:lnTo>
                <a:lnTo>
                  <a:pt x="27969" y="19630"/>
                </a:lnTo>
                <a:lnTo>
                  <a:pt x="26064" y="20923"/>
                </a:lnTo>
                <a:lnTo>
                  <a:pt x="26198" y="20825"/>
                </a:lnTo>
                <a:lnTo>
                  <a:pt x="24403" y="22197"/>
                </a:lnTo>
                <a:lnTo>
                  <a:pt x="24532" y="22087"/>
                </a:lnTo>
                <a:lnTo>
                  <a:pt x="22841" y="23539"/>
                </a:lnTo>
                <a:lnTo>
                  <a:pt x="22970" y="23423"/>
                </a:lnTo>
                <a:lnTo>
                  <a:pt x="21377" y="24955"/>
                </a:lnTo>
                <a:lnTo>
                  <a:pt x="21499" y="24832"/>
                </a:lnTo>
                <a:lnTo>
                  <a:pt x="20004" y="26444"/>
                </a:lnTo>
                <a:lnTo>
                  <a:pt x="20121" y="26315"/>
                </a:lnTo>
                <a:lnTo>
                  <a:pt x="18717" y="28012"/>
                </a:lnTo>
                <a:lnTo>
                  <a:pt x="18828" y="27877"/>
                </a:lnTo>
                <a:lnTo>
                  <a:pt x="17517" y="29666"/>
                </a:lnTo>
                <a:lnTo>
                  <a:pt x="17615" y="29525"/>
                </a:lnTo>
                <a:lnTo>
                  <a:pt x="16389" y="31406"/>
                </a:lnTo>
                <a:lnTo>
                  <a:pt x="16475" y="31266"/>
                </a:lnTo>
                <a:lnTo>
                  <a:pt x="15342" y="33239"/>
                </a:lnTo>
                <a:lnTo>
                  <a:pt x="15415" y="33104"/>
                </a:lnTo>
                <a:lnTo>
                  <a:pt x="14361" y="35168"/>
                </a:lnTo>
                <a:lnTo>
                  <a:pt x="14423" y="35034"/>
                </a:lnTo>
                <a:lnTo>
                  <a:pt x="13449" y="37197"/>
                </a:lnTo>
                <a:lnTo>
                  <a:pt x="13504" y="37068"/>
                </a:lnTo>
                <a:lnTo>
                  <a:pt x="12603" y="39335"/>
                </a:lnTo>
                <a:lnTo>
                  <a:pt x="12646" y="39212"/>
                </a:lnTo>
                <a:lnTo>
                  <a:pt x="11825" y="41577"/>
                </a:lnTo>
                <a:lnTo>
                  <a:pt x="11861" y="41460"/>
                </a:lnTo>
                <a:lnTo>
                  <a:pt x="11102" y="43930"/>
                </a:lnTo>
                <a:lnTo>
                  <a:pt x="11132" y="43825"/>
                </a:lnTo>
                <a:lnTo>
                  <a:pt x="10446" y="46399"/>
                </a:lnTo>
                <a:lnTo>
                  <a:pt x="10471" y="46301"/>
                </a:lnTo>
                <a:lnTo>
                  <a:pt x="9846" y="48978"/>
                </a:lnTo>
                <a:lnTo>
                  <a:pt x="9864" y="48892"/>
                </a:lnTo>
                <a:lnTo>
                  <a:pt x="9301" y="51681"/>
                </a:lnTo>
                <a:lnTo>
                  <a:pt x="9313" y="51600"/>
                </a:lnTo>
                <a:lnTo>
                  <a:pt x="8811" y="54498"/>
                </a:lnTo>
                <a:lnTo>
                  <a:pt x="8823" y="54431"/>
                </a:lnTo>
                <a:lnTo>
                  <a:pt x="8369" y="57445"/>
                </a:lnTo>
                <a:lnTo>
                  <a:pt x="8381" y="57348"/>
                </a:lnTo>
                <a:lnTo>
                  <a:pt x="7634" y="63732"/>
                </a:lnTo>
                <a:lnTo>
                  <a:pt x="7640" y="63628"/>
                </a:lnTo>
                <a:lnTo>
                  <a:pt x="7077" y="70496"/>
                </a:lnTo>
                <a:lnTo>
                  <a:pt x="7083" y="70416"/>
                </a:lnTo>
                <a:lnTo>
                  <a:pt x="6672" y="77781"/>
                </a:lnTo>
                <a:lnTo>
                  <a:pt x="6672" y="77720"/>
                </a:lnTo>
                <a:lnTo>
                  <a:pt x="6396" y="85605"/>
                </a:lnTo>
                <a:lnTo>
                  <a:pt x="6396" y="85562"/>
                </a:lnTo>
                <a:lnTo>
                  <a:pt x="6231" y="93986"/>
                </a:lnTo>
                <a:lnTo>
                  <a:pt x="6231" y="93955"/>
                </a:lnTo>
                <a:lnTo>
                  <a:pt x="6151" y="102931"/>
                </a:lnTo>
                <a:lnTo>
                  <a:pt x="6151" y="102913"/>
                </a:lnTo>
                <a:lnTo>
                  <a:pt x="6127" y="112458"/>
                </a:lnTo>
              </a:path>
            </a:pathLst>
          </a:custGeom>
          <a:solidFill xmlns:a="http://schemas.openxmlformats.org/drawingml/2006/main">
            <a:srgbClr val="2F52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202">
            <a:extLst xmlns:a="http://schemas.openxmlformats.org/drawingml/2006/main">
              <a:ext uri="{FF2B5EF4-FFF2-40B4-BE49-F238E27FC236}">
                <a16:creationId xmlns:a16="http://schemas.microsoft.com/office/drawing/2014/main" id="{E11C84A7-FFE2-4FC0-8E60-F7E822A1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895" y="4476516"/>
            <a:ext cx="1585019" cy="1488521"/>
          </a:xfrm>
          <a:custGeom xmlns:a="http://schemas.openxmlformats.org/drawingml/2006/main">
            <a:pathLst>
              <a:path w="1585019" h="1488521">
                <a:moveTo>
                  <a:pt x="0" y="109389"/>
                </a:moveTo>
                <a:cubicBezTo>
                  <a:pt x="0" y="4411"/>
                  <a:pt x="6121" y="0"/>
                  <a:pt x="151848" y="0"/>
                </a:cubicBezTo>
                <a:lnTo>
                  <a:pt x="1417658" y="1176"/>
                </a:lnTo>
                <a:cubicBezTo>
                  <a:pt x="1563385" y="1176"/>
                  <a:pt x="1584609" y="0"/>
                  <a:pt x="1584609" y="104977"/>
                </a:cubicBezTo>
                <a:lnTo>
                  <a:pt x="1585019" y="1382073"/>
                </a:lnTo>
                <a:cubicBezTo>
                  <a:pt x="1585019" y="1487050"/>
                  <a:pt x="1582978" y="1488521"/>
                  <a:pt x="1437251" y="1488521"/>
                </a:cubicBezTo>
                <a:lnTo>
                  <a:pt x="151848" y="1482933"/>
                </a:lnTo>
                <a:cubicBezTo>
                  <a:pt x="6121" y="1482933"/>
                  <a:pt x="410" y="1478816"/>
                  <a:pt x="410" y="1373838"/>
                </a:cubicBezTo>
                <a:lnTo>
                  <a:pt x="0" y="109389"/>
                </a:lnTo>
              </a:path>
            </a:pathLst>
          </a:cu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203">
            <a:extLst xmlns:a="http://schemas.openxmlformats.org/drawingml/2006/main">
              <a:ext uri="{FF2B5EF4-FFF2-40B4-BE49-F238E27FC236}">
                <a16:creationId xmlns:a16="http://schemas.microsoft.com/office/drawing/2014/main" id="{060C58DE-AF56-4458-B4D0-BF002242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831" y="4473453"/>
            <a:ext cx="1591146" cy="1494648"/>
          </a:xfrm>
          <a:custGeom xmlns:a="http://schemas.openxmlformats.org/drawingml/2006/main">
            <a:pathLst>
              <a:path w="1591146" h="1494648">
                <a:moveTo>
                  <a:pt x="25" y="102883"/>
                </a:moveTo>
                <a:lnTo>
                  <a:pt x="104" y="93882"/>
                </a:lnTo>
                <a:lnTo>
                  <a:pt x="270" y="85415"/>
                </a:lnTo>
                <a:lnTo>
                  <a:pt x="552" y="77474"/>
                </a:lnTo>
                <a:lnTo>
                  <a:pt x="962" y="70031"/>
                </a:lnTo>
                <a:lnTo>
                  <a:pt x="1538" y="63070"/>
                </a:lnTo>
                <a:lnTo>
                  <a:pt x="2304" y="56588"/>
                </a:lnTo>
                <a:lnTo>
                  <a:pt x="2770" y="53487"/>
                </a:lnTo>
                <a:lnTo>
                  <a:pt x="3284" y="50504"/>
                </a:lnTo>
                <a:lnTo>
                  <a:pt x="3867" y="47631"/>
                </a:lnTo>
                <a:lnTo>
                  <a:pt x="4515" y="44861"/>
                </a:lnTo>
                <a:lnTo>
                  <a:pt x="5233" y="42183"/>
                </a:lnTo>
                <a:lnTo>
                  <a:pt x="6017" y="39610"/>
                </a:lnTo>
                <a:lnTo>
                  <a:pt x="6887" y="37129"/>
                </a:lnTo>
                <a:lnTo>
                  <a:pt x="7837" y="34746"/>
                </a:lnTo>
                <a:lnTo>
                  <a:pt x="8866" y="32448"/>
                </a:lnTo>
                <a:lnTo>
                  <a:pt x="9993" y="30248"/>
                </a:lnTo>
                <a:lnTo>
                  <a:pt x="11206" y="28135"/>
                </a:lnTo>
                <a:lnTo>
                  <a:pt x="12524" y="26113"/>
                </a:lnTo>
                <a:lnTo>
                  <a:pt x="13933" y="24183"/>
                </a:lnTo>
                <a:lnTo>
                  <a:pt x="15446" y="22345"/>
                </a:lnTo>
                <a:lnTo>
                  <a:pt x="17063" y="20599"/>
                </a:lnTo>
                <a:lnTo>
                  <a:pt x="18785" y="18944"/>
                </a:lnTo>
                <a:lnTo>
                  <a:pt x="20617" y="17383"/>
                </a:lnTo>
                <a:lnTo>
                  <a:pt x="22547" y="15905"/>
                </a:lnTo>
                <a:lnTo>
                  <a:pt x="24587" y="14515"/>
                </a:lnTo>
                <a:lnTo>
                  <a:pt x="26738" y="13216"/>
                </a:lnTo>
                <a:lnTo>
                  <a:pt x="28999" y="11997"/>
                </a:lnTo>
                <a:lnTo>
                  <a:pt x="31364" y="10857"/>
                </a:lnTo>
                <a:lnTo>
                  <a:pt x="33845" y="9797"/>
                </a:lnTo>
                <a:lnTo>
                  <a:pt x="36443" y="8811"/>
                </a:lnTo>
                <a:lnTo>
                  <a:pt x="39157" y="7891"/>
                </a:lnTo>
                <a:lnTo>
                  <a:pt x="41993" y="7046"/>
                </a:lnTo>
                <a:lnTo>
                  <a:pt x="44953" y="6262"/>
                </a:lnTo>
                <a:lnTo>
                  <a:pt x="48041" y="5539"/>
                </a:lnTo>
                <a:lnTo>
                  <a:pt x="51257" y="4878"/>
                </a:lnTo>
                <a:lnTo>
                  <a:pt x="54609" y="4271"/>
                </a:lnTo>
                <a:lnTo>
                  <a:pt x="58095" y="3713"/>
                </a:lnTo>
                <a:lnTo>
                  <a:pt x="61735" y="3211"/>
                </a:lnTo>
                <a:lnTo>
                  <a:pt x="69406" y="2346"/>
                </a:lnTo>
                <a:lnTo>
                  <a:pt x="77701" y="1649"/>
                </a:lnTo>
                <a:lnTo>
                  <a:pt x="86628" y="1103"/>
                </a:lnTo>
                <a:lnTo>
                  <a:pt x="96210" y="693"/>
                </a:lnTo>
                <a:lnTo>
                  <a:pt x="106479" y="392"/>
                </a:lnTo>
                <a:lnTo>
                  <a:pt x="117452" y="196"/>
                </a:lnTo>
                <a:lnTo>
                  <a:pt x="129173" y="74"/>
                </a:lnTo>
                <a:lnTo>
                  <a:pt x="154912" y="0"/>
                </a:lnTo>
                <a:lnTo>
                  <a:pt x="1420727" y="1177"/>
                </a:lnTo>
                <a:lnTo>
                  <a:pt x="1420721" y="1177"/>
                </a:lnTo>
                <a:lnTo>
                  <a:pt x="1446619" y="1189"/>
                </a:lnTo>
                <a:lnTo>
                  <a:pt x="1469767" y="1330"/>
                </a:lnTo>
                <a:lnTo>
                  <a:pt x="1480372" y="1501"/>
                </a:lnTo>
                <a:lnTo>
                  <a:pt x="1490347" y="1759"/>
                </a:lnTo>
                <a:lnTo>
                  <a:pt x="1499715" y="2132"/>
                </a:lnTo>
                <a:lnTo>
                  <a:pt x="1508495" y="2641"/>
                </a:lnTo>
                <a:lnTo>
                  <a:pt x="1516717" y="3296"/>
                </a:lnTo>
                <a:lnTo>
                  <a:pt x="1524388" y="4130"/>
                </a:lnTo>
                <a:lnTo>
                  <a:pt x="1528046" y="4620"/>
                </a:lnTo>
                <a:lnTo>
                  <a:pt x="1531562" y="5159"/>
                </a:lnTo>
                <a:lnTo>
                  <a:pt x="1534950" y="5753"/>
                </a:lnTo>
                <a:lnTo>
                  <a:pt x="1538222" y="6409"/>
                </a:lnTo>
                <a:lnTo>
                  <a:pt x="1541377" y="7120"/>
                </a:lnTo>
                <a:lnTo>
                  <a:pt x="1544410" y="7898"/>
                </a:lnTo>
                <a:lnTo>
                  <a:pt x="1547333" y="8743"/>
                </a:lnTo>
                <a:lnTo>
                  <a:pt x="1550145" y="9656"/>
                </a:lnTo>
                <a:lnTo>
                  <a:pt x="1552847" y="10642"/>
                </a:lnTo>
                <a:lnTo>
                  <a:pt x="1555439" y="11709"/>
                </a:lnTo>
                <a:lnTo>
                  <a:pt x="1557932" y="12854"/>
                </a:lnTo>
                <a:lnTo>
                  <a:pt x="1560316" y="14086"/>
                </a:lnTo>
                <a:lnTo>
                  <a:pt x="1562595" y="15397"/>
                </a:lnTo>
                <a:lnTo>
                  <a:pt x="1564770" y="16806"/>
                </a:lnTo>
                <a:lnTo>
                  <a:pt x="1566847" y="18301"/>
                </a:lnTo>
                <a:lnTo>
                  <a:pt x="1568826" y="19894"/>
                </a:lnTo>
                <a:lnTo>
                  <a:pt x="1570701" y="21579"/>
                </a:lnTo>
                <a:lnTo>
                  <a:pt x="1572471" y="23363"/>
                </a:lnTo>
                <a:lnTo>
                  <a:pt x="1574144" y="25243"/>
                </a:lnTo>
                <a:lnTo>
                  <a:pt x="1575724" y="27222"/>
                </a:lnTo>
                <a:lnTo>
                  <a:pt x="1577201" y="29299"/>
                </a:lnTo>
                <a:lnTo>
                  <a:pt x="1578580" y="31480"/>
                </a:lnTo>
                <a:lnTo>
                  <a:pt x="1579873" y="33753"/>
                </a:lnTo>
                <a:lnTo>
                  <a:pt x="1581074" y="36130"/>
                </a:lnTo>
                <a:lnTo>
                  <a:pt x="1582182" y="38612"/>
                </a:lnTo>
                <a:lnTo>
                  <a:pt x="1583212" y="41197"/>
                </a:lnTo>
                <a:lnTo>
                  <a:pt x="1584155" y="43881"/>
                </a:lnTo>
                <a:lnTo>
                  <a:pt x="1585019" y="46675"/>
                </a:lnTo>
                <a:lnTo>
                  <a:pt x="1585815" y="49579"/>
                </a:lnTo>
                <a:lnTo>
                  <a:pt x="1586539" y="52599"/>
                </a:lnTo>
                <a:lnTo>
                  <a:pt x="1587188" y="55725"/>
                </a:lnTo>
                <a:lnTo>
                  <a:pt x="1587776" y="58971"/>
                </a:lnTo>
                <a:lnTo>
                  <a:pt x="1588304" y="62335"/>
                </a:lnTo>
                <a:lnTo>
                  <a:pt x="1588769" y="65827"/>
                </a:lnTo>
                <a:lnTo>
                  <a:pt x="1589173" y="69436"/>
                </a:lnTo>
                <a:lnTo>
                  <a:pt x="1589529" y="73185"/>
                </a:lnTo>
                <a:lnTo>
                  <a:pt x="1590086" y="81052"/>
                </a:lnTo>
                <a:lnTo>
                  <a:pt x="1590460" y="89471"/>
                </a:lnTo>
                <a:lnTo>
                  <a:pt x="1590674" y="98459"/>
                </a:lnTo>
                <a:lnTo>
                  <a:pt x="1590735" y="108029"/>
                </a:lnTo>
                <a:lnTo>
                  <a:pt x="1591146" y="1385142"/>
                </a:lnTo>
                <a:lnTo>
                  <a:pt x="1591085" y="1403657"/>
                </a:lnTo>
                <a:lnTo>
                  <a:pt x="1590974" y="1412077"/>
                </a:lnTo>
                <a:lnTo>
                  <a:pt x="1590772" y="1419955"/>
                </a:lnTo>
                <a:lnTo>
                  <a:pt x="1590454" y="1427320"/>
                </a:lnTo>
                <a:lnTo>
                  <a:pt x="1589988" y="1434194"/>
                </a:lnTo>
                <a:lnTo>
                  <a:pt x="1589351" y="1440585"/>
                </a:lnTo>
                <a:lnTo>
                  <a:pt x="1588959" y="1443636"/>
                </a:lnTo>
                <a:lnTo>
                  <a:pt x="1588512" y="1446558"/>
                </a:lnTo>
                <a:lnTo>
                  <a:pt x="1588002" y="1449377"/>
                </a:lnTo>
                <a:lnTo>
                  <a:pt x="1587433" y="1452090"/>
                </a:lnTo>
                <a:lnTo>
                  <a:pt x="1586803" y="1454707"/>
                </a:lnTo>
                <a:lnTo>
                  <a:pt x="1586098" y="1457225"/>
                </a:lnTo>
                <a:lnTo>
                  <a:pt x="1585313" y="1459645"/>
                </a:lnTo>
                <a:lnTo>
                  <a:pt x="1584456" y="1461974"/>
                </a:lnTo>
                <a:lnTo>
                  <a:pt x="1583512" y="1464209"/>
                </a:lnTo>
                <a:lnTo>
                  <a:pt x="1582477" y="1466354"/>
                </a:lnTo>
                <a:lnTo>
                  <a:pt x="1581349" y="1468407"/>
                </a:lnTo>
                <a:lnTo>
                  <a:pt x="1580130" y="1470367"/>
                </a:lnTo>
                <a:lnTo>
                  <a:pt x="1578807" y="1472236"/>
                </a:lnTo>
                <a:lnTo>
                  <a:pt x="1577385" y="1474012"/>
                </a:lnTo>
                <a:lnTo>
                  <a:pt x="1575853" y="1475704"/>
                </a:lnTo>
                <a:lnTo>
                  <a:pt x="1574223" y="1477297"/>
                </a:lnTo>
                <a:lnTo>
                  <a:pt x="1572484" y="1478798"/>
                </a:lnTo>
                <a:lnTo>
                  <a:pt x="1570640" y="1480213"/>
                </a:lnTo>
                <a:lnTo>
                  <a:pt x="1568685" y="1481536"/>
                </a:lnTo>
                <a:lnTo>
                  <a:pt x="1566626" y="1482774"/>
                </a:lnTo>
                <a:lnTo>
                  <a:pt x="1564457" y="1483926"/>
                </a:lnTo>
                <a:lnTo>
                  <a:pt x="1562178" y="1484998"/>
                </a:lnTo>
                <a:lnTo>
                  <a:pt x="1559782" y="1485991"/>
                </a:lnTo>
                <a:lnTo>
                  <a:pt x="1557276" y="1486909"/>
                </a:lnTo>
                <a:lnTo>
                  <a:pt x="1554649" y="1487762"/>
                </a:lnTo>
                <a:lnTo>
                  <a:pt x="1551904" y="1488546"/>
                </a:lnTo>
                <a:lnTo>
                  <a:pt x="1549030" y="1489263"/>
                </a:lnTo>
                <a:lnTo>
                  <a:pt x="1546028" y="1489918"/>
                </a:lnTo>
                <a:lnTo>
                  <a:pt x="1542897" y="1490518"/>
                </a:lnTo>
                <a:lnTo>
                  <a:pt x="1539638" y="1491064"/>
                </a:lnTo>
                <a:lnTo>
                  <a:pt x="1536231" y="1491560"/>
                </a:lnTo>
                <a:lnTo>
                  <a:pt x="1532671" y="1492008"/>
                </a:lnTo>
                <a:lnTo>
                  <a:pt x="1525148" y="1492767"/>
                </a:lnTo>
                <a:lnTo>
                  <a:pt x="1516993" y="1493361"/>
                </a:lnTo>
                <a:lnTo>
                  <a:pt x="1508200" y="1493815"/>
                </a:lnTo>
                <a:lnTo>
                  <a:pt x="1498729" y="1494152"/>
                </a:lnTo>
                <a:lnTo>
                  <a:pt x="1488557" y="1494379"/>
                </a:lnTo>
                <a:lnTo>
                  <a:pt x="1477658" y="1494526"/>
                </a:lnTo>
                <a:lnTo>
                  <a:pt x="1466005" y="1494605"/>
                </a:lnTo>
                <a:lnTo>
                  <a:pt x="1440309" y="1494648"/>
                </a:lnTo>
                <a:lnTo>
                  <a:pt x="154899" y="1489060"/>
                </a:lnTo>
                <a:lnTo>
                  <a:pt x="154906" y="1489060"/>
                </a:lnTo>
                <a:lnTo>
                  <a:pt x="129179" y="1488986"/>
                </a:lnTo>
                <a:lnTo>
                  <a:pt x="117464" y="1488870"/>
                </a:lnTo>
                <a:lnTo>
                  <a:pt x="106498" y="1488680"/>
                </a:lnTo>
                <a:lnTo>
                  <a:pt x="96235" y="1488386"/>
                </a:lnTo>
                <a:lnTo>
                  <a:pt x="86665" y="1487982"/>
                </a:lnTo>
                <a:lnTo>
                  <a:pt x="77756" y="1487449"/>
                </a:lnTo>
                <a:lnTo>
                  <a:pt x="69473" y="1486763"/>
                </a:lnTo>
                <a:lnTo>
                  <a:pt x="61814" y="1485911"/>
                </a:lnTo>
                <a:lnTo>
                  <a:pt x="58181" y="1485408"/>
                </a:lnTo>
                <a:lnTo>
                  <a:pt x="54707" y="1484857"/>
                </a:lnTo>
                <a:lnTo>
                  <a:pt x="51362" y="1484257"/>
                </a:lnTo>
                <a:lnTo>
                  <a:pt x="48158" y="1483601"/>
                </a:lnTo>
                <a:lnTo>
                  <a:pt x="45082" y="1482884"/>
                </a:lnTo>
                <a:lnTo>
                  <a:pt x="42128" y="1482106"/>
                </a:lnTo>
                <a:lnTo>
                  <a:pt x="39304" y="1481267"/>
                </a:lnTo>
                <a:lnTo>
                  <a:pt x="36596" y="1480360"/>
                </a:lnTo>
                <a:lnTo>
                  <a:pt x="34011" y="1479379"/>
                </a:lnTo>
                <a:lnTo>
                  <a:pt x="31535" y="1478326"/>
                </a:lnTo>
                <a:lnTo>
                  <a:pt x="29177" y="1477192"/>
                </a:lnTo>
                <a:lnTo>
                  <a:pt x="26928" y="1475980"/>
                </a:lnTo>
                <a:lnTo>
                  <a:pt x="24783" y="1474687"/>
                </a:lnTo>
                <a:lnTo>
                  <a:pt x="22756" y="1473302"/>
                </a:lnTo>
                <a:lnTo>
                  <a:pt x="20825" y="1471831"/>
                </a:lnTo>
                <a:lnTo>
                  <a:pt x="19012" y="1470275"/>
                </a:lnTo>
                <a:lnTo>
                  <a:pt x="17296" y="1468627"/>
                </a:lnTo>
                <a:lnTo>
                  <a:pt x="15691" y="1466887"/>
                </a:lnTo>
                <a:lnTo>
                  <a:pt x="14184" y="1465055"/>
                </a:lnTo>
                <a:lnTo>
                  <a:pt x="12781" y="1463132"/>
                </a:lnTo>
                <a:lnTo>
                  <a:pt x="11476" y="1461115"/>
                </a:lnTo>
                <a:lnTo>
                  <a:pt x="10269" y="1459007"/>
                </a:lnTo>
                <a:lnTo>
                  <a:pt x="9154" y="1456815"/>
                </a:lnTo>
                <a:lnTo>
                  <a:pt x="8131" y="1454523"/>
                </a:lnTo>
                <a:lnTo>
                  <a:pt x="7187" y="1452146"/>
                </a:lnTo>
                <a:lnTo>
                  <a:pt x="6329" y="1449671"/>
                </a:lnTo>
                <a:lnTo>
                  <a:pt x="5551" y="1447098"/>
                </a:lnTo>
                <a:lnTo>
                  <a:pt x="4840" y="1444432"/>
                </a:lnTo>
                <a:lnTo>
                  <a:pt x="4203" y="1441663"/>
                </a:lnTo>
                <a:lnTo>
                  <a:pt x="3627" y="1438796"/>
                </a:lnTo>
                <a:lnTo>
                  <a:pt x="3119" y="1435824"/>
                </a:lnTo>
                <a:lnTo>
                  <a:pt x="2660" y="1432730"/>
                </a:lnTo>
                <a:lnTo>
                  <a:pt x="1912" y="1426254"/>
                </a:lnTo>
                <a:lnTo>
                  <a:pt x="1348" y="1419300"/>
                </a:lnTo>
                <a:lnTo>
                  <a:pt x="944" y="1411868"/>
                </a:lnTo>
                <a:lnTo>
                  <a:pt x="668" y="1403927"/>
                </a:lnTo>
                <a:lnTo>
                  <a:pt x="509" y="1395472"/>
                </a:lnTo>
                <a:lnTo>
                  <a:pt x="429" y="1386466"/>
                </a:lnTo>
                <a:lnTo>
                  <a:pt x="411" y="1376908"/>
                </a:lnTo>
                <a:lnTo>
                  <a:pt x="0" y="112452"/>
                </a:lnTo>
                <a:lnTo>
                  <a:pt x="25" y="102883"/>
                </a:lnTo>
                <a:moveTo>
                  <a:pt x="6127" y="112459"/>
                </a:moveTo>
                <a:lnTo>
                  <a:pt x="6127" y="112452"/>
                </a:lnTo>
                <a:lnTo>
                  <a:pt x="6537" y="1376902"/>
                </a:lnTo>
                <a:lnTo>
                  <a:pt x="6537" y="1376896"/>
                </a:lnTo>
                <a:lnTo>
                  <a:pt x="6556" y="1386441"/>
                </a:lnTo>
                <a:lnTo>
                  <a:pt x="6556" y="1386423"/>
                </a:lnTo>
                <a:lnTo>
                  <a:pt x="6636" y="1395399"/>
                </a:lnTo>
                <a:lnTo>
                  <a:pt x="6636" y="1395368"/>
                </a:lnTo>
                <a:lnTo>
                  <a:pt x="6795" y="1403786"/>
                </a:lnTo>
                <a:lnTo>
                  <a:pt x="6795" y="1403743"/>
                </a:lnTo>
                <a:lnTo>
                  <a:pt x="7065" y="1411623"/>
                </a:lnTo>
                <a:lnTo>
                  <a:pt x="7058" y="1411562"/>
                </a:lnTo>
                <a:lnTo>
                  <a:pt x="7463" y="1418926"/>
                </a:lnTo>
                <a:lnTo>
                  <a:pt x="7457" y="1418846"/>
                </a:lnTo>
                <a:lnTo>
                  <a:pt x="8014" y="1425703"/>
                </a:lnTo>
                <a:lnTo>
                  <a:pt x="8002" y="1425598"/>
                </a:lnTo>
                <a:lnTo>
                  <a:pt x="8743" y="1431977"/>
                </a:lnTo>
                <a:lnTo>
                  <a:pt x="8731" y="1431878"/>
                </a:lnTo>
                <a:lnTo>
                  <a:pt x="9172" y="1434893"/>
                </a:lnTo>
                <a:lnTo>
                  <a:pt x="9160" y="1434819"/>
                </a:lnTo>
                <a:lnTo>
                  <a:pt x="9662" y="1437717"/>
                </a:lnTo>
                <a:lnTo>
                  <a:pt x="9644" y="1437638"/>
                </a:lnTo>
                <a:lnTo>
                  <a:pt x="10201" y="1440419"/>
                </a:lnTo>
                <a:lnTo>
                  <a:pt x="10183" y="1440333"/>
                </a:lnTo>
                <a:lnTo>
                  <a:pt x="10802" y="1443004"/>
                </a:lnTo>
                <a:lnTo>
                  <a:pt x="10777" y="1442906"/>
                </a:lnTo>
                <a:lnTo>
                  <a:pt x="11457" y="1445473"/>
                </a:lnTo>
                <a:lnTo>
                  <a:pt x="11427" y="1445370"/>
                </a:lnTo>
                <a:lnTo>
                  <a:pt x="12174" y="1447833"/>
                </a:lnTo>
                <a:lnTo>
                  <a:pt x="12138" y="1447716"/>
                </a:lnTo>
                <a:lnTo>
                  <a:pt x="12959" y="1450075"/>
                </a:lnTo>
                <a:lnTo>
                  <a:pt x="12910" y="1449952"/>
                </a:lnTo>
                <a:lnTo>
                  <a:pt x="13804" y="1452214"/>
                </a:lnTo>
                <a:lnTo>
                  <a:pt x="13749" y="1452085"/>
                </a:lnTo>
                <a:lnTo>
                  <a:pt x="14717" y="1454241"/>
                </a:lnTo>
                <a:lnTo>
                  <a:pt x="14650" y="1454107"/>
                </a:lnTo>
                <a:lnTo>
                  <a:pt x="15697" y="1456165"/>
                </a:lnTo>
                <a:lnTo>
                  <a:pt x="15624" y="1456030"/>
                </a:lnTo>
                <a:lnTo>
                  <a:pt x="16751" y="1457997"/>
                </a:lnTo>
                <a:lnTo>
                  <a:pt x="16665" y="1457856"/>
                </a:lnTo>
                <a:lnTo>
                  <a:pt x="17879" y="1459725"/>
                </a:lnTo>
                <a:lnTo>
                  <a:pt x="17780" y="1459584"/>
                </a:lnTo>
                <a:lnTo>
                  <a:pt x="19080" y="1461367"/>
                </a:lnTo>
                <a:lnTo>
                  <a:pt x="18975" y="1461232"/>
                </a:lnTo>
                <a:lnTo>
                  <a:pt x="20366" y="1462923"/>
                </a:lnTo>
                <a:lnTo>
                  <a:pt x="20249" y="1462794"/>
                </a:lnTo>
                <a:lnTo>
                  <a:pt x="21738" y="1464400"/>
                </a:lnTo>
                <a:lnTo>
                  <a:pt x="21610" y="1464271"/>
                </a:lnTo>
                <a:lnTo>
                  <a:pt x="23197" y="1465797"/>
                </a:lnTo>
                <a:lnTo>
                  <a:pt x="23062" y="1465680"/>
                </a:lnTo>
                <a:lnTo>
                  <a:pt x="24753" y="1467126"/>
                </a:lnTo>
                <a:lnTo>
                  <a:pt x="24618" y="1467016"/>
                </a:lnTo>
                <a:lnTo>
                  <a:pt x="26401" y="1468382"/>
                </a:lnTo>
                <a:lnTo>
                  <a:pt x="26266" y="1468284"/>
                </a:lnTo>
                <a:lnTo>
                  <a:pt x="28165" y="1469571"/>
                </a:lnTo>
                <a:lnTo>
                  <a:pt x="28024" y="1469485"/>
                </a:lnTo>
                <a:lnTo>
                  <a:pt x="30034" y="1470698"/>
                </a:lnTo>
                <a:lnTo>
                  <a:pt x="29899" y="1470625"/>
                </a:lnTo>
                <a:lnTo>
                  <a:pt x="32020" y="1471764"/>
                </a:lnTo>
                <a:lnTo>
                  <a:pt x="31890" y="1471697"/>
                </a:lnTo>
                <a:lnTo>
                  <a:pt x="34121" y="1472769"/>
                </a:lnTo>
                <a:lnTo>
                  <a:pt x="33999" y="1472714"/>
                </a:lnTo>
                <a:lnTo>
                  <a:pt x="36351" y="1473718"/>
                </a:lnTo>
                <a:lnTo>
                  <a:pt x="36234" y="1473669"/>
                </a:lnTo>
                <a:lnTo>
                  <a:pt x="38710" y="1474607"/>
                </a:lnTo>
                <a:lnTo>
                  <a:pt x="38599" y="1474570"/>
                </a:lnTo>
                <a:lnTo>
                  <a:pt x="41203" y="1475440"/>
                </a:lnTo>
                <a:lnTo>
                  <a:pt x="41099" y="1475409"/>
                </a:lnTo>
                <a:lnTo>
                  <a:pt x="43832" y="1476225"/>
                </a:lnTo>
                <a:lnTo>
                  <a:pt x="43734" y="1476194"/>
                </a:lnTo>
                <a:lnTo>
                  <a:pt x="46595" y="1476948"/>
                </a:lnTo>
                <a:lnTo>
                  <a:pt x="46509" y="1476929"/>
                </a:lnTo>
                <a:lnTo>
                  <a:pt x="49505" y="1477621"/>
                </a:lnTo>
                <a:lnTo>
                  <a:pt x="49425" y="1477609"/>
                </a:lnTo>
                <a:lnTo>
                  <a:pt x="52557" y="1478246"/>
                </a:lnTo>
                <a:lnTo>
                  <a:pt x="52483" y="1478234"/>
                </a:lnTo>
                <a:lnTo>
                  <a:pt x="55755" y="1478823"/>
                </a:lnTo>
                <a:lnTo>
                  <a:pt x="55694" y="1478810"/>
                </a:lnTo>
                <a:lnTo>
                  <a:pt x="59106" y="1479349"/>
                </a:lnTo>
                <a:lnTo>
                  <a:pt x="59050" y="1479343"/>
                </a:lnTo>
                <a:lnTo>
                  <a:pt x="62611" y="1479833"/>
                </a:lnTo>
                <a:lnTo>
                  <a:pt x="62531" y="1479821"/>
                </a:lnTo>
                <a:lnTo>
                  <a:pt x="70110" y="1480667"/>
                </a:lnTo>
                <a:lnTo>
                  <a:pt x="70024" y="1480661"/>
                </a:lnTo>
                <a:lnTo>
                  <a:pt x="78228" y="1481340"/>
                </a:lnTo>
                <a:lnTo>
                  <a:pt x="78155" y="1481334"/>
                </a:lnTo>
                <a:lnTo>
                  <a:pt x="87008" y="1481867"/>
                </a:lnTo>
                <a:lnTo>
                  <a:pt x="86953" y="1481867"/>
                </a:lnTo>
                <a:lnTo>
                  <a:pt x="96474" y="1482265"/>
                </a:lnTo>
                <a:lnTo>
                  <a:pt x="96431" y="1482265"/>
                </a:lnTo>
                <a:lnTo>
                  <a:pt x="106650" y="1482554"/>
                </a:lnTo>
                <a:lnTo>
                  <a:pt x="106620" y="1482554"/>
                </a:lnTo>
                <a:lnTo>
                  <a:pt x="117563" y="1482743"/>
                </a:lnTo>
                <a:lnTo>
                  <a:pt x="117538" y="1482743"/>
                </a:lnTo>
                <a:lnTo>
                  <a:pt x="129228" y="1482859"/>
                </a:lnTo>
                <a:lnTo>
                  <a:pt x="129203" y="1482859"/>
                </a:lnTo>
                <a:lnTo>
                  <a:pt x="154924" y="1482933"/>
                </a:lnTo>
                <a:lnTo>
                  <a:pt x="1440327" y="1488521"/>
                </a:lnTo>
                <a:lnTo>
                  <a:pt x="1440309" y="1488521"/>
                </a:lnTo>
                <a:lnTo>
                  <a:pt x="1465987" y="1488478"/>
                </a:lnTo>
                <a:lnTo>
                  <a:pt x="1465968" y="1488478"/>
                </a:lnTo>
                <a:lnTo>
                  <a:pt x="1477609" y="1488399"/>
                </a:lnTo>
                <a:lnTo>
                  <a:pt x="1477591" y="1488399"/>
                </a:lnTo>
                <a:lnTo>
                  <a:pt x="1488466" y="1488251"/>
                </a:lnTo>
                <a:lnTo>
                  <a:pt x="1488435" y="1488251"/>
                </a:lnTo>
                <a:lnTo>
                  <a:pt x="1498575" y="1488025"/>
                </a:lnTo>
                <a:lnTo>
                  <a:pt x="1498532" y="1488025"/>
                </a:lnTo>
                <a:lnTo>
                  <a:pt x="1507955" y="1487694"/>
                </a:lnTo>
                <a:lnTo>
                  <a:pt x="1507906" y="1487700"/>
                </a:lnTo>
                <a:lnTo>
                  <a:pt x="1516643" y="1487246"/>
                </a:lnTo>
                <a:lnTo>
                  <a:pt x="1516582" y="1487253"/>
                </a:lnTo>
                <a:lnTo>
                  <a:pt x="1524658" y="1486658"/>
                </a:lnTo>
                <a:lnTo>
                  <a:pt x="1524577" y="1486665"/>
                </a:lnTo>
                <a:lnTo>
                  <a:pt x="1532022" y="1485917"/>
                </a:lnTo>
                <a:lnTo>
                  <a:pt x="1531942" y="1485923"/>
                </a:lnTo>
                <a:lnTo>
                  <a:pt x="1535435" y="1485488"/>
                </a:lnTo>
                <a:lnTo>
                  <a:pt x="1535379" y="1485494"/>
                </a:lnTo>
                <a:lnTo>
                  <a:pt x="1538718" y="1485011"/>
                </a:lnTo>
                <a:lnTo>
                  <a:pt x="1538657" y="1485016"/>
                </a:lnTo>
                <a:lnTo>
                  <a:pt x="1541855" y="1484484"/>
                </a:lnTo>
                <a:lnTo>
                  <a:pt x="1541782" y="1484495"/>
                </a:lnTo>
                <a:lnTo>
                  <a:pt x="1544839" y="1483907"/>
                </a:lnTo>
                <a:lnTo>
                  <a:pt x="1544760" y="1483926"/>
                </a:lnTo>
                <a:lnTo>
                  <a:pt x="1547676" y="1483289"/>
                </a:lnTo>
                <a:lnTo>
                  <a:pt x="1547584" y="1483307"/>
                </a:lnTo>
                <a:lnTo>
                  <a:pt x="1550365" y="1482609"/>
                </a:lnTo>
                <a:lnTo>
                  <a:pt x="1550268" y="1482640"/>
                </a:lnTo>
                <a:lnTo>
                  <a:pt x="1552920" y="1481885"/>
                </a:lnTo>
                <a:lnTo>
                  <a:pt x="1552816" y="1481917"/>
                </a:lnTo>
                <a:lnTo>
                  <a:pt x="1555335" y="1481101"/>
                </a:lnTo>
                <a:lnTo>
                  <a:pt x="1555218" y="1481138"/>
                </a:lnTo>
                <a:lnTo>
                  <a:pt x="1557614" y="1480262"/>
                </a:lnTo>
                <a:lnTo>
                  <a:pt x="1557492" y="1480311"/>
                </a:lnTo>
                <a:lnTo>
                  <a:pt x="1559758" y="1479368"/>
                </a:lnTo>
                <a:lnTo>
                  <a:pt x="1559636" y="1479422"/>
                </a:lnTo>
                <a:lnTo>
                  <a:pt x="1561780" y="1478412"/>
                </a:lnTo>
                <a:lnTo>
                  <a:pt x="1561645" y="1478480"/>
                </a:lnTo>
                <a:lnTo>
                  <a:pt x="1563680" y="1477401"/>
                </a:lnTo>
                <a:lnTo>
                  <a:pt x="1563539" y="1477481"/>
                </a:lnTo>
                <a:lnTo>
                  <a:pt x="1565462" y="1476328"/>
                </a:lnTo>
                <a:lnTo>
                  <a:pt x="1565316" y="1476420"/>
                </a:lnTo>
                <a:lnTo>
                  <a:pt x="1567129" y="1475189"/>
                </a:lnTo>
                <a:lnTo>
                  <a:pt x="1566982" y="1475293"/>
                </a:lnTo>
                <a:lnTo>
                  <a:pt x="1568685" y="1473988"/>
                </a:lnTo>
                <a:lnTo>
                  <a:pt x="1568544" y="1474105"/>
                </a:lnTo>
                <a:lnTo>
                  <a:pt x="1570143" y="1472726"/>
                </a:lnTo>
                <a:lnTo>
                  <a:pt x="1570008" y="1472848"/>
                </a:lnTo>
                <a:lnTo>
                  <a:pt x="1571509" y="1471385"/>
                </a:lnTo>
                <a:lnTo>
                  <a:pt x="1571374" y="1471519"/>
                </a:lnTo>
                <a:lnTo>
                  <a:pt x="1572778" y="1469968"/>
                </a:lnTo>
                <a:lnTo>
                  <a:pt x="1572655" y="1470116"/>
                </a:lnTo>
                <a:lnTo>
                  <a:pt x="1573966" y="1468480"/>
                </a:lnTo>
                <a:lnTo>
                  <a:pt x="1573856" y="1468627"/>
                </a:lnTo>
                <a:lnTo>
                  <a:pt x="1575075" y="1466905"/>
                </a:lnTo>
                <a:lnTo>
                  <a:pt x="1574978" y="1467052"/>
                </a:lnTo>
                <a:lnTo>
                  <a:pt x="1576104" y="1465239"/>
                </a:lnTo>
                <a:lnTo>
                  <a:pt x="1576019" y="1465380"/>
                </a:lnTo>
                <a:lnTo>
                  <a:pt x="1577067" y="1463475"/>
                </a:lnTo>
                <a:lnTo>
                  <a:pt x="1576993" y="1463622"/>
                </a:lnTo>
                <a:lnTo>
                  <a:pt x="1577961" y="1461618"/>
                </a:lnTo>
                <a:lnTo>
                  <a:pt x="1577894" y="1461753"/>
                </a:lnTo>
                <a:lnTo>
                  <a:pt x="1578782" y="1459652"/>
                </a:lnTo>
                <a:lnTo>
                  <a:pt x="1578733" y="1459786"/>
                </a:lnTo>
                <a:lnTo>
                  <a:pt x="1579548" y="1457581"/>
                </a:lnTo>
                <a:lnTo>
                  <a:pt x="1579505" y="1457703"/>
                </a:lnTo>
                <a:lnTo>
                  <a:pt x="1580246" y="1455400"/>
                </a:lnTo>
                <a:lnTo>
                  <a:pt x="1580210" y="1455516"/>
                </a:lnTo>
                <a:lnTo>
                  <a:pt x="1580890" y="1453108"/>
                </a:lnTo>
                <a:lnTo>
                  <a:pt x="1580859" y="1453212"/>
                </a:lnTo>
                <a:lnTo>
                  <a:pt x="1581471" y="1450694"/>
                </a:lnTo>
                <a:lnTo>
                  <a:pt x="1581447" y="1450792"/>
                </a:lnTo>
                <a:lnTo>
                  <a:pt x="1581999" y="1448164"/>
                </a:lnTo>
                <a:lnTo>
                  <a:pt x="1581981" y="1448249"/>
                </a:lnTo>
                <a:lnTo>
                  <a:pt x="1582470" y="1445516"/>
                </a:lnTo>
                <a:lnTo>
                  <a:pt x="1582458" y="1445590"/>
                </a:lnTo>
                <a:lnTo>
                  <a:pt x="1582893" y="1442741"/>
                </a:lnTo>
                <a:lnTo>
                  <a:pt x="1582887" y="1442808"/>
                </a:lnTo>
                <a:lnTo>
                  <a:pt x="1583267" y="1439843"/>
                </a:lnTo>
                <a:lnTo>
                  <a:pt x="1583261" y="1439935"/>
                </a:lnTo>
                <a:lnTo>
                  <a:pt x="1583885" y="1433637"/>
                </a:lnTo>
                <a:lnTo>
                  <a:pt x="1583879" y="1433735"/>
                </a:lnTo>
                <a:lnTo>
                  <a:pt x="1584339" y="1426946"/>
                </a:lnTo>
                <a:lnTo>
                  <a:pt x="1584333" y="1427020"/>
                </a:lnTo>
                <a:lnTo>
                  <a:pt x="1584652" y="1419717"/>
                </a:lnTo>
                <a:lnTo>
                  <a:pt x="1584646" y="1419771"/>
                </a:lnTo>
                <a:lnTo>
                  <a:pt x="1584847" y="1411935"/>
                </a:lnTo>
                <a:lnTo>
                  <a:pt x="1584847" y="1411972"/>
                </a:lnTo>
                <a:lnTo>
                  <a:pt x="1584958" y="1403590"/>
                </a:lnTo>
                <a:lnTo>
                  <a:pt x="1584958" y="1403621"/>
                </a:lnTo>
                <a:lnTo>
                  <a:pt x="1585019" y="1385124"/>
                </a:lnTo>
                <a:lnTo>
                  <a:pt x="1585019" y="1385136"/>
                </a:lnTo>
                <a:lnTo>
                  <a:pt x="1584609" y="108041"/>
                </a:lnTo>
                <a:lnTo>
                  <a:pt x="1584609" y="108065"/>
                </a:lnTo>
                <a:lnTo>
                  <a:pt x="1584547" y="98527"/>
                </a:lnTo>
                <a:lnTo>
                  <a:pt x="1584547" y="98581"/>
                </a:lnTo>
                <a:lnTo>
                  <a:pt x="1584339" y="89648"/>
                </a:lnTo>
                <a:lnTo>
                  <a:pt x="1584339" y="89710"/>
                </a:lnTo>
                <a:lnTo>
                  <a:pt x="1583971" y="81365"/>
                </a:lnTo>
                <a:lnTo>
                  <a:pt x="1583971" y="81445"/>
                </a:lnTo>
                <a:lnTo>
                  <a:pt x="1583420" y="73657"/>
                </a:lnTo>
                <a:lnTo>
                  <a:pt x="1583426" y="73730"/>
                </a:lnTo>
                <a:lnTo>
                  <a:pt x="1583077" y="70042"/>
                </a:lnTo>
                <a:lnTo>
                  <a:pt x="1583083" y="70098"/>
                </a:lnTo>
                <a:lnTo>
                  <a:pt x="1582678" y="66544"/>
                </a:lnTo>
                <a:lnTo>
                  <a:pt x="1582691" y="66605"/>
                </a:lnTo>
                <a:lnTo>
                  <a:pt x="1582231" y="63180"/>
                </a:lnTo>
                <a:lnTo>
                  <a:pt x="1582244" y="63247"/>
                </a:lnTo>
                <a:lnTo>
                  <a:pt x="1581729" y="59952"/>
                </a:lnTo>
                <a:lnTo>
                  <a:pt x="1581741" y="60025"/>
                </a:lnTo>
                <a:lnTo>
                  <a:pt x="1581165" y="56858"/>
                </a:lnTo>
                <a:lnTo>
                  <a:pt x="1581184" y="56937"/>
                </a:lnTo>
                <a:lnTo>
                  <a:pt x="1580547" y="53892"/>
                </a:lnTo>
                <a:lnTo>
                  <a:pt x="1580565" y="53978"/>
                </a:lnTo>
                <a:lnTo>
                  <a:pt x="1579866" y="51055"/>
                </a:lnTo>
                <a:lnTo>
                  <a:pt x="1579891" y="51147"/>
                </a:lnTo>
                <a:lnTo>
                  <a:pt x="1579125" y="48341"/>
                </a:lnTo>
                <a:lnTo>
                  <a:pt x="1579156" y="48446"/>
                </a:lnTo>
                <a:lnTo>
                  <a:pt x="1578322" y="45755"/>
                </a:lnTo>
                <a:lnTo>
                  <a:pt x="1578353" y="45860"/>
                </a:lnTo>
                <a:lnTo>
                  <a:pt x="1577453" y="43286"/>
                </a:lnTo>
                <a:lnTo>
                  <a:pt x="1577495" y="43403"/>
                </a:lnTo>
                <a:lnTo>
                  <a:pt x="1576515" y="40934"/>
                </a:lnTo>
                <a:lnTo>
                  <a:pt x="1576564" y="41057"/>
                </a:lnTo>
                <a:lnTo>
                  <a:pt x="1575510" y="38703"/>
                </a:lnTo>
                <a:lnTo>
                  <a:pt x="1575572" y="38826"/>
                </a:lnTo>
                <a:lnTo>
                  <a:pt x="1574432" y="36578"/>
                </a:lnTo>
                <a:lnTo>
                  <a:pt x="1574506" y="36706"/>
                </a:lnTo>
                <a:lnTo>
                  <a:pt x="1573286" y="34562"/>
                </a:lnTo>
                <a:lnTo>
                  <a:pt x="1573372" y="34697"/>
                </a:lnTo>
                <a:lnTo>
                  <a:pt x="1572073" y="32650"/>
                </a:lnTo>
                <a:lnTo>
                  <a:pt x="1572159" y="32785"/>
                </a:lnTo>
                <a:lnTo>
                  <a:pt x="1570774" y="30842"/>
                </a:lnTo>
                <a:lnTo>
                  <a:pt x="1570879" y="30971"/>
                </a:lnTo>
                <a:lnTo>
                  <a:pt x="1569408" y="29127"/>
                </a:lnTo>
                <a:lnTo>
                  <a:pt x="1569512" y="29256"/>
                </a:lnTo>
                <a:lnTo>
                  <a:pt x="1567950" y="27498"/>
                </a:lnTo>
                <a:lnTo>
                  <a:pt x="1568066" y="27620"/>
                </a:lnTo>
                <a:lnTo>
                  <a:pt x="1566418" y="25960"/>
                </a:lnTo>
                <a:lnTo>
                  <a:pt x="1566541" y="26076"/>
                </a:lnTo>
                <a:lnTo>
                  <a:pt x="1564788" y="24502"/>
                </a:lnTo>
                <a:lnTo>
                  <a:pt x="1564917" y="24612"/>
                </a:lnTo>
                <a:lnTo>
                  <a:pt x="1563073" y="23123"/>
                </a:lnTo>
                <a:lnTo>
                  <a:pt x="1563202" y="23227"/>
                </a:lnTo>
                <a:lnTo>
                  <a:pt x="1561253" y="21824"/>
                </a:lnTo>
                <a:lnTo>
                  <a:pt x="1561388" y="21910"/>
                </a:lnTo>
                <a:lnTo>
                  <a:pt x="1559336" y="20593"/>
                </a:lnTo>
                <a:lnTo>
                  <a:pt x="1559464" y="20666"/>
                </a:lnTo>
                <a:lnTo>
                  <a:pt x="1557314" y="19428"/>
                </a:lnTo>
                <a:lnTo>
                  <a:pt x="1557442" y="19496"/>
                </a:lnTo>
                <a:lnTo>
                  <a:pt x="1555181" y="18331"/>
                </a:lnTo>
                <a:lnTo>
                  <a:pt x="1555304" y="18393"/>
                </a:lnTo>
                <a:lnTo>
                  <a:pt x="1552938" y="17302"/>
                </a:lnTo>
                <a:lnTo>
                  <a:pt x="1553056" y="17351"/>
                </a:lnTo>
                <a:lnTo>
                  <a:pt x="1550574" y="16334"/>
                </a:lnTo>
                <a:lnTo>
                  <a:pt x="1550684" y="16377"/>
                </a:lnTo>
                <a:lnTo>
                  <a:pt x="1548093" y="15428"/>
                </a:lnTo>
                <a:lnTo>
                  <a:pt x="1548197" y="15464"/>
                </a:lnTo>
                <a:lnTo>
                  <a:pt x="1545489" y="14582"/>
                </a:lnTo>
                <a:lnTo>
                  <a:pt x="1545586" y="14613"/>
                </a:lnTo>
                <a:lnTo>
                  <a:pt x="1542756" y="13798"/>
                </a:lnTo>
                <a:lnTo>
                  <a:pt x="1542848" y="13822"/>
                </a:lnTo>
                <a:lnTo>
                  <a:pt x="1539901" y="13069"/>
                </a:lnTo>
                <a:lnTo>
                  <a:pt x="1539980" y="13088"/>
                </a:lnTo>
                <a:lnTo>
                  <a:pt x="1536911" y="12389"/>
                </a:lnTo>
                <a:lnTo>
                  <a:pt x="1536985" y="12407"/>
                </a:lnTo>
                <a:lnTo>
                  <a:pt x="1533786" y="11770"/>
                </a:lnTo>
                <a:lnTo>
                  <a:pt x="1533860" y="11782"/>
                </a:lnTo>
                <a:lnTo>
                  <a:pt x="1530533" y="11200"/>
                </a:lnTo>
                <a:lnTo>
                  <a:pt x="1530600" y="11212"/>
                </a:lnTo>
                <a:lnTo>
                  <a:pt x="1527139" y="10680"/>
                </a:lnTo>
                <a:lnTo>
                  <a:pt x="1527200" y="10685"/>
                </a:lnTo>
                <a:lnTo>
                  <a:pt x="1523610" y="10208"/>
                </a:lnTo>
                <a:lnTo>
                  <a:pt x="1523689" y="10214"/>
                </a:lnTo>
                <a:lnTo>
                  <a:pt x="1516105" y="9392"/>
                </a:lnTo>
                <a:lnTo>
                  <a:pt x="1516190" y="9405"/>
                </a:lnTo>
                <a:lnTo>
                  <a:pt x="1508041" y="8749"/>
                </a:lnTo>
                <a:lnTo>
                  <a:pt x="1508109" y="8755"/>
                </a:lnTo>
                <a:lnTo>
                  <a:pt x="1499390" y="8253"/>
                </a:lnTo>
                <a:lnTo>
                  <a:pt x="1499439" y="8253"/>
                </a:lnTo>
                <a:lnTo>
                  <a:pt x="1490120" y="7886"/>
                </a:lnTo>
                <a:lnTo>
                  <a:pt x="1490163" y="7886"/>
                </a:lnTo>
                <a:lnTo>
                  <a:pt x="1480225" y="7628"/>
                </a:lnTo>
                <a:lnTo>
                  <a:pt x="1480256" y="7628"/>
                </a:lnTo>
                <a:lnTo>
                  <a:pt x="1469688" y="7457"/>
                </a:lnTo>
                <a:lnTo>
                  <a:pt x="1469718" y="7457"/>
                </a:lnTo>
                <a:lnTo>
                  <a:pt x="1446595" y="7316"/>
                </a:lnTo>
                <a:lnTo>
                  <a:pt x="1446613" y="7316"/>
                </a:lnTo>
                <a:lnTo>
                  <a:pt x="1420721" y="7303"/>
                </a:lnTo>
                <a:lnTo>
                  <a:pt x="154912" y="6127"/>
                </a:lnTo>
                <a:lnTo>
                  <a:pt x="154918" y="6127"/>
                </a:lnTo>
                <a:lnTo>
                  <a:pt x="129203" y="6201"/>
                </a:lnTo>
                <a:lnTo>
                  <a:pt x="129222" y="6201"/>
                </a:lnTo>
                <a:lnTo>
                  <a:pt x="117532" y="6323"/>
                </a:lnTo>
                <a:lnTo>
                  <a:pt x="117556" y="6323"/>
                </a:lnTo>
                <a:lnTo>
                  <a:pt x="106602" y="6519"/>
                </a:lnTo>
                <a:lnTo>
                  <a:pt x="106638" y="6519"/>
                </a:lnTo>
                <a:lnTo>
                  <a:pt x="96406" y="6814"/>
                </a:lnTo>
                <a:lnTo>
                  <a:pt x="96449" y="6814"/>
                </a:lnTo>
                <a:lnTo>
                  <a:pt x="86916" y="7224"/>
                </a:lnTo>
                <a:lnTo>
                  <a:pt x="86971" y="7218"/>
                </a:lnTo>
                <a:lnTo>
                  <a:pt x="78112" y="7763"/>
                </a:lnTo>
                <a:lnTo>
                  <a:pt x="78179" y="7757"/>
                </a:lnTo>
                <a:lnTo>
                  <a:pt x="69963" y="8444"/>
                </a:lnTo>
                <a:lnTo>
                  <a:pt x="70049" y="8437"/>
                </a:lnTo>
                <a:lnTo>
                  <a:pt x="62457" y="9295"/>
                </a:lnTo>
                <a:lnTo>
                  <a:pt x="62537" y="9282"/>
                </a:lnTo>
                <a:lnTo>
                  <a:pt x="58966" y="9778"/>
                </a:lnTo>
                <a:lnTo>
                  <a:pt x="59026" y="9773"/>
                </a:lnTo>
                <a:lnTo>
                  <a:pt x="55602" y="10318"/>
                </a:lnTo>
                <a:lnTo>
                  <a:pt x="55669" y="10305"/>
                </a:lnTo>
                <a:lnTo>
                  <a:pt x="52385" y="10900"/>
                </a:lnTo>
                <a:lnTo>
                  <a:pt x="52458" y="10888"/>
                </a:lnTo>
                <a:lnTo>
                  <a:pt x="49315" y="11531"/>
                </a:lnTo>
                <a:lnTo>
                  <a:pt x="49395" y="11519"/>
                </a:lnTo>
                <a:lnTo>
                  <a:pt x="46393" y="12217"/>
                </a:lnTo>
                <a:lnTo>
                  <a:pt x="46479" y="12199"/>
                </a:lnTo>
                <a:lnTo>
                  <a:pt x="43611" y="12959"/>
                </a:lnTo>
                <a:lnTo>
                  <a:pt x="43703" y="12928"/>
                </a:lnTo>
                <a:lnTo>
                  <a:pt x="40964" y="13749"/>
                </a:lnTo>
                <a:lnTo>
                  <a:pt x="41068" y="13718"/>
                </a:lnTo>
                <a:lnTo>
                  <a:pt x="38459" y="14594"/>
                </a:lnTo>
                <a:lnTo>
                  <a:pt x="38569" y="14558"/>
                </a:lnTo>
                <a:lnTo>
                  <a:pt x="36082" y="15501"/>
                </a:lnTo>
                <a:lnTo>
                  <a:pt x="36198" y="15453"/>
                </a:lnTo>
                <a:lnTo>
                  <a:pt x="33839" y="16463"/>
                </a:lnTo>
                <a:lnTo>
                  <a:pt x="33961" y="16408"/>
                </a:lnTo>
                <a:lnTo>
                  <a:pt x="31713" y="17486"/>
                </a:lnTo>
                <a:lnTo>
                  <a:pt x="31842" y="17425"/>
                </a:lnTo>
                <a:lnTo>
                  <a:pt x="29716" y="18571"/>
                </a:lnTo>
                <a:lnTo>
                  <a:pt x="29851" y="18498"/>
                </a:lnTo>
                <a:lnTo>
                  <a:pt x="27834" y="19716"/>
                </a:lnTo>
                <a:lnTo>
                  <a:pt x="27969" y="19631"/>
                </a:lnTo>
                <a:lnTo>
                  <a:pt x="26064" y="20923"/>
                </a:lnTo>
                <a:lnTo>
                  <a:pt x="26199" y="20825"/>
                </a:lnTo>
                <a:lnTo>
                  <a:pt x="24404" y="22198"/>
                </a:lnTo>
                <a:lnTo>
                  <a:pt x="24532" y="22088"/>
                </a:lnTo>
                <a:lnTo>
                  <a:pt x="22841" y="23540"/>
                </a:lnTo>
                <a:lnTo>
                  <a:pt x="22970" y="23423"/>
                </a:lnTo>
                <a:lnTo>
                  <a:pt x="21377" y="24955"/>
                </a:lnTo>
                <a:lnTo>
                  <a:pt x="21499" y="24826"/>
                </a:lnTo>
                <a:lnTo>
                  <a:pt x="20005" y="26444"/>
                </a:lnTo>
                <a:lnTo>
                  <a:pt x="20121" y="26309"/>
                </a:lnTo>
                <a:lnTo>
                  <a:pt x="18718" y="28012"/>
                </a:lnTo>
                <a:lnTo>
                  <a:pt x="18828" y="27877"/>
                </a:lnTo>
                <a:lnTo>
                  <a:pt x="17517" y="29667"/>
                </a:lnTo>
                <a:lnTo>
                  <a:pt x="17615" y="29526"/>
                </a:lnTo>
                <a:lnTo>
                  <a:pt x="16390" y="31406"/>
                </a:lnTo>
                <a:lnTo>
                  <a:pt x="16475" y="31266"/>
                </a:lnTo>
                <a:lnTo>
                  <a:pt x="15342" y="33239"/>
                </a:lnTo>
                <a:lnTo>
                  <a:pt x="15415" y="33104"/>
                </a:lnTo>
                <a:lnTo>
                  <a:pt x="14362" y="35169"/>
                </a:lnTo>
                <a:lnTo>
                  <a:pt x="14423" y="35034"/>
                </a:lnTo>
                <a:lnTo>
                  <a:pt x="13449" y="37197"/>
                </a:lnTo>
                <a:lnTo>
                  <a:pt x="13504" y="37068"/>
                </a:lnTo>
                <a:lnTo>
                  <a:pt x="12603" y="39335"/>
                </a:lnTo>
                <a:lnTo>
                  <a:pt x="12646" y="39212"/>
                </a:lnTo>
                <a:lnTo>
                  <a:pt x="11825" y="41577"/>
                </a:lnTo>
                <a:lnTo>
                  <a:pt x="11861" y="41461"/>
                </a:lnTo>
                <a:lnTo>
                  <a:pt x="11102" y="43930"/>
                </a:lnTo>
                <a:lnTo>
                  <a:pt x="11132" y="43825"/>
                </a:lnTo>
                <a:lnTo>
                  <a:pt x="10446" y="46393"/>
                </a:lnTo>
                <a:lnTo>
                  <a:pt x="10471" y="46301"/>
                </a:lnTo>
                <a:lnTo>
                  <a:pt x="9846" y="48978"/>
                </a:lnTo>
                <a:lnTo>
                  <a:pt x="9865" y="48892"/>
                </a:lnTo>
                <a:lnTo>
                  <a:pt x="9301" y="51681"/>
                </a:lnTo>
                <a:lnTo>
                  <a:pt x="9313" y="51600"/>
                </a:lnTo>
                <a:lnTo>
                  <a:pt x="8811" y="54499"/>
                </a:lnTo>
                <a:lnTo>
                  <a:pt x="8823" y="54432"/>
                </a:lnTo>
                <a:lnTo>
                  <a:pt x="8369" y="57446"/>
                </a:lnTo>
                <a:lnTo>
                  <a:pt x="8381" y="57348"/>
                </a:lnTo>
                <a:lnTo>
                  <a:pt x="7634" y="63732"/>
                </a:lnTo>
                <a:lnTo>
                  <a:pt x="7640" y="63628"/>
                </a:lnTo>
                <a:lnTo>
                  <a:pt x="7077" y="70496"/>
                </a:lnTo>
                <a:lnTo>
                  <a:pt x="7083" y="70417"/>
                </a:lnTo>
                <a:lnTo>
                  <a:pt x="6672" y="77781"/>
                </a:lnTo>
                <a:lnTo>
                  <a:pt x="6672" y="77720"/>
                </a:lnTo>
                <a:lnTo>
                  <a:pt x="6397" y="85605"/>
                </a:lnTo>
                <a:lnTo>
                  <a:pt x="6397" y="85562"/>
                </a:lnTo>
                <a:lnTo>
                  <a:pt x="6231" y="93986"/>
                </a:lnTo>
                <a:lnTo>
                  <a:pt x="6231" y="93956"/>
                </a:lnTo>
                <a:lnTo>
                  <a:pt x="6151" y="102932"/>
                </a:lnTo>
                <a:lnTo>
                  <a:pt x="6151" y="102907"/>
                </a:lnTo>
                <a:lnTo>
                  <a:pt x="6127" y="112459"/>
                </a:lnTo>
              </a:path>
            </a:pathLst>
          </a:custGeom>
          <a:solidFill xmlns:a="http://schemas.openxmlformats.org/drawingml/2006/main">
            <a:srgbClr val="2F52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204">
            <a:extLst xmlns:a="http://schemas.openxmlformats.org/drawingml/2006/main">
              <a:ext uri="{FF2B5EF4-FFF2-40B4-BE49-F238E27FC236}">
                <a16:creationId xmlns:a16="http://schemas.microsoft.com/office/drawing/2014/main" id="{BDCC85B4-CD25-4BEC-93B8-CCFC0576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421" y="5171486"/>
            <a:ext cx="161749" cy="161749"/>
          </a:xfrm>
          <a:custGeom xmlns:a="http://schemas.openxmlformats.org/drawingml/2006/main">
            <a:pathLst>
              <a:path w="161749" h="161749">
                <a:moveTo>
                  <a:pt x="0" y="54407"/>
                </a:moveTo>
                <a:lnTo>
                  <a:pt x="55142" y="54407"/>
                </a:lnTo>
                <a:lnTo>
                  <a:pt x="55142" y="0"/>
                </a:lnTo>
                <a:lnTo>
                  <a:pt x="107342" y="0"/>
                </a:lnTo>
                <a:lnTo>
                  <a:pt x="107342" y="54407"/>
                </a:lnTo>
                <a:lnTo>
                  <a:pt x="161749" y="54407"/>
                </a:lnTo>
                <a:lnTo>
                  <a:pt x="161749" y="106607"/>
                </a:lnTo>
                <a:lnTo>
                  <a:pt x="107342" y="106607"/>
                </a:lnTo>
                <a:lnTo>
                  <a:pt x="107342" y="161749"/>
                </a:lnTo>
                <a:lnTo>
                  <a:pt x="55142" y="161749"/>
                </a:lnTo>
                <a:lnTo>
                  <a:pt x="55142" y="106607"/>
                </a:lnTo>
                <a:lnTo>
                  <a:pt x="0" y="106607"/>
                </a:lnTo>
                <a:lnTo>
                  <a:pt x="0" y="544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TRK State-Memory">
            <a:extLst xmlns:a="http://schemas.openxmlformats.org/drawingml/2006/main">
              <a:ext uri="{FF2B5EF4-FFF2-40B4-BE49-F238E27FC236}">
                <a16:creationId xmlns:a16="http://schemas.microsoft.com/office/drawing/2014/main" id="{6385E2D0-2B12-409A-B863-34C6ED1B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9138" y="4117074"/>
            <a:ext cx="1771122" cy="275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[TRK]State-Memory</a:t>
            </a:r>
          </a:p>
        </p:txBody>
      </p:sp>
      <p:sp>
        <p:nvSpPr>
          <p:cNvPr id="201" name="text-206 View">
            <a:extLst xmlns:a="http://schemas.openxmlformats.org/drawingml/2006/main">
              <a:ext uri="{FF2B5EF4-FFF2-40B4-BE49-F238E27FC236}">
                <a16:creationId xmlns:a16="http://schemas.microsoft.com/office/drawing/2014/main" id="{472128E3-185F-41DF-B285-2B0163C6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5333" y="7143405"/>
            <a:ext cx="386982" cy="23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View</a:t>
            </a:r>
          </a:p>
        </p:txBody>
      </p:sp>
      <p:sp>
        <p:nvSpPr>
          <p:cNvPr id="202" name="text-208 1">
            <a:extLst xmlns:a="http://schemas.openxmlformats.org/drawingml/2006/main">
              <a:ext uri="{FF2B5EF4-FFF2-40B4-BE49-F238E27FC236}">
                <a16:creationId xmlns:a16="http://schemas.microsoft.com/office/drawing/2014/main" id="{57266A0E-378E-4BDE-9D92-65214DAA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463" y="7139686"/>
            <a:ext cx="116479" cy="239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03" name="text-210 View">
            <a:extLst xmlns:a="http://schemas.openxmlformats.org/drawingml/2006/main">
              <a:ext uri="{FF2B5EF4-FFF2-40B4-BE49-F238E27FC236}">
                <a16:creationId xmlns:a16="http://schemas.microsoft.com/office/drawing/2014/main" id="{7C712EAC-F40D-47EB-9331-4979E5B1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3311" y="7144269"/>
            <a:ext cx="384988" cy="2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View</a:t>
            </a:r>
          </a:p>
        </p:txBody>
      </p:sp>
      <p:sp>
        <p:nvSpPr>
          <p:cNvPr id="204" name="text-210 2">
            <a:extLst xmlns:a="http://schemas.openxmlformats.org/drawingml/2006/main">
              <a:ext uri="{FF2B5EF4-FFF2-40B4-BE49-F238E27FC236}">
                <a16:creationId xmlns:a16="http://schemas.microsoft.com/office/drawing/2014/main" id="{F1F30FDE-579F-4086-84FE-E9CA5ACD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0223" y="7139686"/>
            <a:ext cx="116479" cy="239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5" name="text-213 Vi">
            <a:extLst xmlns:a="http://schemas.openxmlformats.org/drawingml/2006/main">
              <a:ext uri="{FF2B5EF4-FFF2-40B4-BE49-F238E27FC236}">
                <a16:creationId xmlns:a16="http://schemas.microsoft.com/office/drawing/2014/main" id="{3605748C-49B2-4F7E-BF1B-7C0F1D50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3719" y="7138778"/>
            <a:ext cx="196845" cy="241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</a:t>
            </a:r>
          </a:p>
        </p:txBody>
      </p:sp>
      <p:sp>
        <p:nvSpPr>
          <p:cNvPr id="206" name="text-214 e">
            <a:extLst xmlns:a="http://schemas.openxmlformats.org/drawingml/2006/main">
              <a:ext uri="{FF2B5EF4-FFF2-40B4-BE49-F238E27FC236}">
                <a16:creationId xmlns:a16="http://schemas.microsoft.com/office/drawing/2014/main" id="{386B4811-E647-4760-8ACD-6235E470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4242" y="7139868"/>
            <a:ext cx="106830" cy="23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207" name="text-215 w">
            <a:extLst xmlns:a="http://schemas.openxmlformats.org/drawingml/2006/main">
              <a:ext uri="{FF2B5EF4-FFF2-40B4-BE49-F238E27FC236}">
                <a16:creationId xmlns:a16="http://schemas.microsoft.com/office/drawing/2014/main" id="{1AD570C3-F306-44D2-A967-506B0B95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5007" y="7139816"/>
            <a:ext cx="154501" cy="239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208" name="text-217 3">
            <a:extLst xmlns:a="http://schemas.openxmlformats.org/drawingml/2006/main">
              <a:ext uri="{FF2B5EF4-FFF2-40B4-BE49-F238E27FC236}">
                <a16:creationId xmlns:a16="http://schemas.microsoft.com/office/drawing/2014/main" id="{85FA915A-86DC-49D8-B06B-F585A376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364" y="7139686"/>
            <a:ext cx="116479" cy="239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09" name="path-218">
            <a:extLst xmlns:a="http://schemas.openxmlformats.org/drawingml/2006/main">
              <a:ext uri="{FF2B5EF4-FFF2-40B4-BE49-F238E27FC236}">
                <a16:creationId xmlns:a16="http://schemas.microsoft.com/office/drawing/2014/main" id="{34C8EF70-D5FC-49CB-9BD0-9398E05B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22" y="4103942"/>
            <a:ext cx="260269" cy="267621"/>
          </a:xfrm>
          <a:custGeom xmlns:a="http://schemas.openxmlformats.org/drawingml/2006/main">
            <a:pathLst>
              <a:path w="260269" h="267621">
                <a:moveTo>
                  <a:pt x="0" y="102196"/>
                </a:moveTo>
                <a:lnTo>
                  <a:pt x="99255" y="102196"/>
                </a:lnTo>
                <a:lnTo>
                  <a:pt x="130134" y="0"/>
                </a:lnTo>
                <a:lnTo>
                  <a:pt x="160279" y="102196"/>
                </a:lnTo>
                <a:lnTo>
                  <a:pt x="260269" y="102196"/>
                </a:lnTo>
                <a:lnTo>
                  <a:pt x="179395" y="165425"/>
                </a:lnTo>
                <a:lnTo>
                  <a:pt x="210274" y="267621"/>
                </a:lnTo>
                <a:lnTo>
                  <a:pt x="130134" y="204392"/>
                </a:lnTo>
                <a:lnTo>
                  <a:pt x="49260" y="267621"/>
                </a:lnTo>
                <a:lnTo>
                  <a:pt x="80139" y="165425"/>
                </a:lnTo>
                <a:lnTo>
                  <a:pt x="0" y="102196"/>
                </a:lnTo>
              </a:path>
            </a:pathLst>
          </a:custGeom>
          <a:solidFill xmlns:a="http://schemas.openxmlformats.org/drawingml/2006/main">
            <a:srgbClr val="4E8F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219">
            <a:extLst xmlns:a="http://schemas.openxmlformats.org/drawingml/2006/main">
              <a:ext uri="{FF2B5EF4-FFF2-40B4-BE49-F238E27FC236}">
                <a16:creationId xmlns:a16="http://schemas.microsoft.com/office/drawing/2014/main" id="{16D1D2FC-ECFA-4EA5-898F-DBC86BCC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950" y="4103942"/>
            <a:ext cx="267621" cy="267621"/>
          </a:xfrm>
          <a:custGeom xmlns:a="http://schemas.openxmlformats.org/drawingml/2006/main">
            <a:pathLst>
              <a:path w="267621" h="267621">
                <a:moveTo>
                  <a:pt x="0" y="102196"/>
                </a:moveTo>
                <a:lnTo>
                  <a:pt x="97785" y="96314"/>
                </a:lnTo>
                <a:lnTo>
                  <a:pt x="133811" y="0"/>
                </a:lnTo>
                <a:lnTo>
                  <a:pt x="169837" y="96314"/>
                </a:lnTo>
                <a:lnTo>
                  <a:pt x="267621" y="102196"/>
                </a:lnTo>
                <a:lnTo>
                  <a:pt x="191894" y="167631"/>
                </a:lnTo>
                <a:lnTo>
                  <a:pt x="216891" y="267621"/>
                </a:lnTo>
                <a:lnTo>
                  <a:pt x="133811" y="212479"/>
                </a:lnTo>
                <a:lnTo>
                  <a:pt x="50731" y="267621"/>
                </a:lnTo>
                <a:lnTo>
                  <a:pt x="75728" y="167631"/>
                </a:lnTo>
                <a:lnTo>
                  <a:pt x="0" y="10219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20">
            <a:extLst xmlns:a="http://schemas.openxmlformats.org/drawingml/2006/main">
              <a:ext uri="{FF2B5EF4-FFF2-40B4-BE49-F238E27FC236}">
                <a16:creationId xmlns:a16="http://schemas.microsoft.com/office/drawing/2014/main" id="{E34B4D03-BEBD-429F-84A0-237762D1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509" y="3021080"/>
            <a:ext cx="734917" cy="363017"/>
          </a:xfrm>
          <a:custGeom xmlns:a="http://schemas.openxmlformats.org/drawingml/2006/main">
            <a:pathLst>
              <a:path w="734917" h="363017">
                <a:moveTo>
                  <a:pt x="0" y="26676"/>
                </a:moveTo>
                <a:cubicBezTo>
                  <a:pt x="0" y="1078"/>
                  <a:pt x="2837" y="0"/>
                  <a:pt x="70404" y="0"/>
                </a:cubicBezTo>
                <a:lnTo>
                  <a:pt x="657320" y="288"/>
                </a:lnTo>
                <a:cubicBezTo>
                  <a:pt x="724888" y="288"/>
                  <a:pt x="734727" y="0"/>
                  <a:pt x="734727" y="25604"/>
                </a:cubicBezTo>
                <a:lnTo>
                  <a:pt x="734917" y="337057"/>
                </a:lnTo>
                <a:cubicBezTo>
                  <a:pt x="734917" y="362655"/>
                  <a:pt x="733973" y="363017"/>
                  <a:pt x="666401" y="363017"/>
                </a:cubicBezTo>
                <a:lnTo>
                  <a:pt x="70404" y="361656"/>
                </a:lnTo>
                <a:cubicBezTo>
                  <a:pt x="2837" y="361656"/>
                  <a:pt x="190" y="360652"/>
                  <a:pt x="19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A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221">
            <a:extLst xmlns:a="http://schemas.openxmlformats.org/drawingml/2006/main">
              <a:ext uri="{FF2B5EF4-FFF2-40B4-BE49-F238E27FC236}">
                <a16:creationId xmlns:a16="http://schemas.microsoft.com/office/drawing/2014/main" id="{55F76083-BFB1-4FF5-938B-9208C057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445" y="3018017"/>
            <a:ext cx="741044" cy="369143"/>
          </a:xfrm>
          <a:custGeom xmlns:a="http://schemas.openxmlformats.org/drawingml/2006/main">
            <a:pathLst>
              <a:path w="741044" h="369143">
                <a:moveTo>
                  <a:pt x="49" y="25126"/>
                </a:moveTo>
                <a:lnTo>
                  <a:pt x="264" y="21003"/>
                </a:lnTo>
                <a:lnTo>
                  <a:pt x="472" y="19048"/>
                </a:lnTo>
                <a:lnTo>
                  <a:pt x="760" y="17198"/>
                </a:lnTo>
                <a:lnTo>
                  <a:pt x="1158" y="15428"/>
                </a:lnTo>
                <a:lnTo>
                  <a:pt x="1679" y="13736"/>
                </a:lnTo>
                <a:lnTo>
                  <a:pt x="2347" y="12119"/>
                </a:lnTo>
                <a:lnTo>
                  <a:pt x="3180" y="10587"/>
                </a:lnTo>
                <a:lnTo>
                  <a:pt x="4192" y="9154"/>
                </a:lnTo>
                <a:lnTo>
                  <a:pt x="5386" y="7848"/>
                </a:lnTo>
                <a:lnTo>
                  <a:pt x="6758" y="6672"/>
                </a:lnTo>
                <a:lnTo>
                  <a:pt x="8290" y="5630"/>
                </a:lnTo>
                <a:lnTo>
                  <a:pt x="9981" y="4724"/>
                </a:lnTo>
                <a:lnTo>
                  <a:pt x="11838" y="3940"/>
                </a:lnTo>
                <a:lnTo>
                  <a:pt x="13860" y="3253"/>
                </a:lnTo>
                <a:lnTo>
                  <a:pt x="16059" y="2665"/>
                </a:lnTo>
                <a:lnTo>
                  <a:pt x="18449" y="2157"/>
                </a:lnTo>
                <a:lnTo>
                  <a:pt x="21046" y="1722"/>
                </a:lnTo>
                <a:lnTo>
                  <a:pt x="23871" y="1354"/>
                </a:lnTo>
                <a:lnTo>
                  <a:pt x="26928" y="1042"/>
                </a:lnTo>
                <a:lnTo>
                  <a:pt x="30231" y="784"/>
                </a:lnTo>
                <a:lnTo>
                  <a:pt x="33815" y="570"/>
                </a:lnTo>
                <a:lnTo>
                  <a:pt x="41797" y="270"/>
                </a:lnTo>
                <a:lnTo>
                  <a:pt x="51006" y="98"/>
                </a:lnTo>
                <a:lnTo>
                  <a:pt x="61532" y="19"/>
                </a:lnTo>
                <a:lnTo>
                  <a:pt x="73468" y="0"/>
                </a:lnTo>
                <a:lnTo>
                  <a:pt x="660384" y="288"/>
                </a:lnTo>
                <a:lnTo>
                  <a:pt x="683127" y="325"/>
                </a:lnTo>
                <a:lnTo>
                  <a:pt x="692673" y="429"/>
                </a:lnTo>
                <a:lnTo>
                  <a:pt x="701097" y="644"/>
                </a:lnTo>
                <a:lnTo>
                  <a:pt x="708468" y="1005"/>
                </a:lnTo>
                <a:lnTo>
                  <a:pt x="711807" y="1262"/>
                </a:lnTo>
                <a:lnTo>
                  <a:pt x="714907" y="1562"/>
                </a:lnTo>
                <a:lnTo>
                  <a:pt x="717793" y="1930"/>
                </a:lnTo>
                <a:lnTo>
                  <a:pt x="720476" y="2365"/>
                </a:lnTo>
                <a:lnTo>
                  <a:pt x="722964" y="2874"/>
                </a:lnTo>
                <a:lnTo>
                  <a:pt x="725274" y="3462"/>
                </a:lnTo>
                <a:lnTo>
                  <a:pt x="727412" y="4148"/>
                </a:lnTo>
                <a:lnTo>
                  <a:pt x="729385" y="4938"/>
                </a:lnTo>
                <a:lnTo>
                  <a:pt x="731211" y="5851"/>
                </a:lnTo>
                <a:lnTo>
                  <a:pt x="732877" y="6893"/>
                </a:lnTo>
                <a:lnTo>
                  <a:pt x="734384" y="8069"/>
                </a:lnTo>
                <a:lnTo>
                  <a:pt x="735726" y="9392"/>
                </a:lnTo>
                <a:lnTo>
                  <a:pt x="736890" y="10845"/>
                </a:lnTo>
                <a:lnTo>
                  <a:pt x="737883" y="12419"/>
                </a:lnTo>
                <a:lnTo>
                  <a:pt x="738697" y="14104"/>
                </a:lnTo>
                <a:lnTo>
                  <a:pt x="739360" y="15881"/>
                </a:lnTo>
                <a:lnTo>
                  <a:pt x="739874" y="17756"/>
                </a:lnTo>
                <a:lnTo>
                  <a:pt x="740260" y="19723"/>
                </a:lnTo>
                <a:lnTo>
                  <a:pt x="740536" y="21793"/>
                </a:lnTo>
                <a:lnTo>
                  <a:pt x="740719" y="23962"/>
                </a:lnTo>
                <a:lnTo>
                  <a:pt x="740823" y="26254"/>
                </a:lnTo>
                <a:lnTo>
                  <a:pt x="740854" y="28643"/>
                </a:lnTo>
                <a:lnTo>
                  <a:pt x="741044" y="340127"/>
                </a:lnTo>
                <a:lnTo>
                  <a:pt x="741013" y="344698"/>
                </a:lnTo>
                <a:lnTo>
                  <a:pt x="740866" y="348765"/>
                </a:lnTo>
                <a:lnTo>
                  <a:pt x="740707" y="350689"/>
                </a:lnTo>
                <a:lnTo>
                  <a:pt x="740475" y="352503"/>
                </a:lnTo>
                <a:lnTo>
                  <a:pt x="740144" y="354237"/>
                </a:lnTo>
                <a:lnTo>
                  <a:pt x="739703" y="355903"/>
                </a:lnTo>
                <a:lnTo>
                  <a:pt x="739114" y="357496"/>
                </a:lnTo>
                <a:lnTo>
                  <a:pt x="738361" y="359009"/>
                </a:lnTo>
                <a:lnTo>
                  <a:pt x="737429" y="360431"/>
                </a:lnTo>
                <a:lnTo>
                  <a:pt x="736314" y="361730"/>
                </a:lnTo>
                <a:lnTo>
                  <a:pt x="735015" y="362894"/>
                </a:lnTo>
                <a:lnTo>
                  <a:pt x="733557" y="363917"/>
                </a:lnTo>
                <a:lnTo>
                  <a:pt x="731934" y="364806"/>
                </a:lnTo>
                <a:lnTo>
                  <a:pt x="730151" y="365565"/>
                </a:lnTo>
                <a:lnTo>
                  <a:pt x="728208" y="366215"/>
                </a:lnTo>
                <a:lnTo>
                  <a:pt x="726089" y="366772"/>
                </a:lnTo>
                <a:lnTo>
                  <a:pt x="723785" y="367250"/>
                </a:lnTo>
                <a:lnTo>
                  <a:pt x="721267" y="367648"/>
                </a:lnTo>
                <a:lnTo>
                  <a:pt x="718528" y="367986"/>
                </a:lnTo>
                <a:lnTo>
                  <a:pt x="715538" y="368267"/>
                </a:lnTo>
                <a:lnTo>
                  <a:pt x="708823" y="368684"/>
                </a:lnTo>
                <a:lnTo>
                  <a:pt x="700950" y="368941"/>
                </a:lnTo>
                <a:lnTo>
                  <a:pt x="691839" y="369076"/>
                </a:lnTo>
                <a:lnTo>
                  <a:pt x="669470" y="369143"/>
                </a:lnTo>
                <a:lnTo>
                  <a:pt x="73462" y="367783"/>
                </a:lnTo>
                <a:lnTo>
                  <a:pt x="73468" y="367783"/>
                </a:lnTo>
                <a:lnTo>
                  <a:pt x="61532" y="367765"/>
                </a:lnTo>
                <a:lnTo>
                  <a:pt x="51013" y="367685"/>
                </a:lnTo>
                <a:lnTo>
                  <a:pt x="41816" y="367520"/>
                </a:lnTo>
                <a:lnTo>
                  <a:pt x="33846" y="367219"/>
                </a:lnTo>
                <a:lnTo>
                  <a:pt x="30274" y="367011"/>
                </a:lnTo>
                <a:lnTo>
                  <a:pt x="26971" y="366754"/>
                </a:lnTo>
                <a:lnTo>
                  <a:pt x="23926" y="366447"/>
                </a:lnTo>
                <a:lnTo>
                  <a:pt x="21114" y="366080"/>
                </a:lnTo>
                <a:lnTo>
                  <a:pt x="18522" y="365651"/>
                </a:lnTo>
                <a:lnTo>
                  <a:pt x="16139" y="365143"/>
                </a:lnTo>
                <a:lnTo>
                  <a:pt x="13945" y="364560"/>
                </a:lnTo>
                <a:lnTo>
                  <a:pt x="11935" y="363881"/>
                </a:lnTo>
                <a:lnTo>
                  <a:pt x="10085" y="363096"/>
                </a:lnTo>
                <a:lnTo>
                  <a:pt x="8401" y="362190"/>
                </a:lnTo>
                <a:lnTo>
                  <a:pt x="6875" y="361154"/>
                </a:lnTo>
                <a:lnTo>
                  <a:pt x="5515" y="359977"/>
                </a:lnTo>
                <a:lnTo>
                  <a:pt x="4326" y="358672"/>
                </a:lnTo>
                <a:lnTo>
                  <a:pt x="3321" y="357245"/>
                </a:lnTo>
                <a:lnTo>
                  <a:pt x="2494" y="355713"/>
                </a:lnTo>
                <a:lnTo>
                  <a:pt x="1832" y="354096"/>
                </a:lnTo>
                <a:lnTo>
                  <a:pt x="1317" y="352405"/>
                </a:lnTo>
                <a:lnTo>
                  <a:pt x="932" y="350640"/>
                </a:lnTo>
                <a:lnTo>
                  <a:pt x="644" y="348790"/>
                </a:lnTo>
                <a:lnTo>
                  <a:pt x="442" y="346842"/>
                </a:lnTo>
                <a:lnTo>
                  <a:pt x="240" y="342724"/>
                </a:lnTo>
                <a:lnTo>
                  <a:pt x="191" y="338129"/>
                </a:lnTo>
                <a:lnTo>
                  <a:pt x="0" y="29728"/>
                </a:lnTo>
                <a:lnTo>
                  <a:pt x="49" y="25126"/>
                </a:lnTo>
                <a:moveTo>
                  <a:pt x="6128" y="29777"/>
                </a:moveTo>
                <a:lnTo>
                  <a:pt x="6128" y="29740"/>
                </a:lnTo>
                <a:lnTo>
                  <a:pt x="6317" y="338111"/>
                </a:lnTo>
                <a:lnTo>
                  <a:pt x="6317" y="338081"/>
                </a:lnTo>
                <a:lnTo>
                  <a:pt x="6360" y="342596"/>
                </a:lnTo>
                <a:lnTo>
                  <a:pt x="6360" y="342473"/>
                </a:lnTo>
                <a:lnTo>
                  <a:pt x="6556" y="346450"/>
                </a:lnTo>
                <a:lnTo>
                  <a:pt x="6544" y="346290"/>
                </a:lnTo>
                <a:lnTo>
                  <a:pt x="6733" y="348086"/>
                </a:lnTo>
                <a:lnTo>
                  <a:pt x="6709" y="347932"/>
                </a:lnTo>
                <a:lnTo>
                  <a:pt x="6973" y="349605"/>
                </a:lnTo>
                <a:lnTo>
                  <a:pt x="6936" y="349415"/>
                </a:lnTo>
                <a:lnTo>
                  <a:pt x="7279" y="350972"/>
                </a:lnTo>
                <a:lnTo>
                  <a:pt x="7218" y="350738"/>
                </a:lnTo>
                <a:lnTo>
                  <a:pt x="7653" y="352179"/>
                </a:lnTo>
                <a:lnTo>
                  <a:pt x="7561" y="351909"/>
                </a:lnTo>
                <a:lnTo>
                  <a:pt x="8100" y="353244"/>
                </a:lnTo>
                <a:lnTo>
                  <a:pt x="7959" y="352944"/>
                </a:lnTo>
                <a:lnTo>
                  <a:pt x="8627" y="354169"/>
                </a:lnTo>
                <a:lnTo>
                  <a:pt x="8437" y="353863"/>
                </a:lnTo>
                <a:lnTo>
                  <a:pt x="9227" y="354990"/>
                </a:lnTo>
                <a:lnTo>
                  <a:pt x="8989" y="354696"/>
                </a:lnTo>
                <a:lnTo>
                  <a:pt x="9926" y="355720"/>
                </a:lnTo>
                <a:lnTo>
                  <a:pt x="9656" y="355462"/>
                </a:lnTo>
                <a:lnTo>
                  <a:pt x="10741" y="356400"/>
                </a:lnTo>
                <a:lnTo>
                  <a:pt x="10459" y="356185"/>
                </a:lnTo>
                <a:lnTo>
                  <a:pt x="11709" y="357031"/>
                </a:lnTo>
                <a:lnTo>
                  <a:pt x="11439" y="356865"/>
                </a:lnTo>
                <a:lnTo>
                  <a:pt x="12861" y="357631"/>
                </a:lnTo>
                <a:lnTo>
                  <a:pt x="12610" y="357508"/>
                </a:lnTo>
                <a:lnTo>
                  <a:pt x="14221" y="358194"/>
                </a:lnTo>
                <a:lnTo>
                  <a:pt x="14000" y="358115"/>
                </a:lnTo>
                <a:lnTo>
                  <a:pt x="15814" y="358722"/>
                </a:lnTo>
                <a:lnTo>
                  <a:pt x="15624" y="358666"/>
                </a:lnTo>
                <a:lnTo>
                  <a:pt x="17640" y="359206"/>
                </a:lnTo>
                <a:lnTo>
                  <a:pt x="17486" y="359169"/>
                </a:lnTo>
                <a:lnTo>
                  <a:pt x="19723" y="359641"/>
                </a:lnTo>
                <a:lnTo>
                  <a:pt x="19594" y="359616"/>
                </a:lnTo>
                <a:lnTo>
                  <a:pt x="22063" y="360027"/>
                </a:lnTo>
                <a:lnTo>
                  <a:pt x="21953" y="360014"/>
                </a:lnTo>
                <a:lnTo>
                  <a:pt x="24673" y="360363"/>
                </a:lnTo>
                <a:lnTo>
                  <a:pt x="24581" y="360358"/>
                </a:lnTo>
                <a:lnTo>
                  <a:pt x="27553" y="360658"/>
                </a:lnTo>
                <a:lnTo>
                  <a:pt x="27480" y="360651"/>
                </a:lnTo>
                <a:lnTo>
                  <a:pt x="30714" y="360902"/>
                </a:lnTo>
                <a:lnTo>
                  <a:pt x="30659" y="360897"/>
                </a:lnTo>
                <a:lnTo>
                  <a:pt x="34176" y="361105"/>
                </a:lnTo>
                <a:lnTo>
                  <a:pt x="34108" y="361099"/>
                </a:lnTo>
                <a:lnTo>
                  <a:pt x="42013" y="361393"/>
                </a:lnTo>
                <a:lnTo>
                  <a:pt x="41957" y="361393"/>
                </a:lnTo>
                <a:lnTo>
                  <a:pt x="51111" y="361558"/>
                </a:lnTo>
                <a:lnTo>
                  <a:pt x="51074" y="361558"/>
                </a:lnTo>
                <a:lnTo>
                  <a:pt x="61569" y="361638"/>
                </a:lnTo>
                <a:lnTo>
                  <a:pt x="61551" y="361638"/>
                </a:lnTo>
                <a:lnTo>
                  <a:pt x="73473" y="361656"/>
                </a:lnTo>
                <a:lnTo>
                  <a:pt x="669477" y="363016"/>
                </a:lnTo>
                <a:lnTo>
                  <a:pt x="669458" y="363016"/>
                </a:lnTo>
                <a:lnTo>
                  <a:pt x="691803" y="362949"/>
                </a:lnTo>
                <a:lnTo>
                  <a:pt x="691766" y="362949"/>
                </a:lnTo>
                <a:lnTo>
                  <a:pt x="700833" y="362814"/>
                </a:lnTo>
                <a:lnTo>
                  <a:pt x="700779" y="362814"/>
                </a:lnTo>
                <a:lnTo>
                  <a:pt x="708578" y="362563"/>
                </a:lnTo>
                <a:lnTo>
                  <a:pt x="708486" y="362569"/>
                </a:lnTo>
                <a:lnTo>
                  <a:pt x="715109" y="362159"/>
                </a:lnTo>
                <a:lnTo>
                  <a:pt x="715012" y="362165"/>
                </a:lnTo>
                <a:lnTo>
                  <a:pt x="717909" y="361890"/>
                </a:lnTo>
                <a:lnTo>
                  <a:pt x="717824" y="361902"/>
                </a:lnTo>
                <a:lnTo>
                  <a:pt x="720464" y="361577"/>
                </a:lnTo>
                <a:lnTo>
                  <a:pt x="720354" y="361589"/>
                </a:lnTo>
                <a:lnTo>
                  <a:pt x="722749" y="361209"/>
                </a:lnTo>
                <a:lnTo>
                  <a:pt x="722615" y="361234"/>
                </a:lnTo>
                <a:lnTo>
                  <a:pt x="724778" y="360786"/>
                </a:lnTo>
                <a:lnTo>
                  <a:pt x="724612" y="360829"/>
                </a:lnTo>
                <a:lnTo>
                  <a:pt x="726554" y="360315"/>
                </a:lnTo>
                <a:lnTo>
                  <a:pt x="726358" y="360376"/>
                </a:lnTo>
                <a:lnTo>
                  <a:pt x="728086" y="359794"/>
                </a:lnTo>
                <a:lnTo>
                  <a:pt x="727859" y="359886"/>
                </a:lnTo>
                <a:lnTo>
                  <a:pt x="729385" y="359230"/>
                </a:lnTo>
                <a:lnTo>
                  <a:pt x="729121" y="359359"/>
                </a:lnTo>
                <a:lnTo>
                  <a:pt x="730469" y="358623"/>
                </a:lnTo>
                <a:lnTo>
                  <a:pt x="730181" y="358801"/>
                </a:lnTo>
                <a:lnTo>
                  <a:pt x="731352" y="357980"/>
                </a:lnTo>
                <a:lnTo>
                  <a:pt x="731057" y="358213"/>
                </a:lnTo>
                <a:lnTo>
                  <a:pt x="732069" y="357306"/>
                </a:lnTo>
                <a:lnTo>
                  <a:pt x="731793" y="357588"/>
                </a:lnTo>
                <a:lnTo>
                  <a:pt x="732651" y="356590"/>
                </a:lnTo>
                <a:lnTo>
                  <a:pt x="732418" y="356902"/>
                </a:lnTo>
                <a:lnTo>
                  <a:pt x="733141" y="355805"/>
                </a:lnTo>
                <a:lnTo>
                  <a:pt x="732956" y="356124"/>
                </a:lnTo>
                <a:lnTo>
                  <a:pt x="733551" y="354923"/>
                </a:lnTo>
                <a:lnTo>
                  <a:pt x="733423" y="355223"/>
                </a:lnTo>
                <a:lnTo>
                  <a:pt x="733900" y="353918"/>
                </a:lnTo>
                <a:lnTo>
                  <a:pt x="733820" y="354182"/>
                </a:lnTo>
                <a:lnTo>
                  <a:pt x="734201" y="352766"/>
                </a:lnTo>
                <a:lnTo>
                  <a:pt x="734145" y="352987"/>
                </a:lnTo>
                <a:lnTo>
                  <a:pt x="734439" y="351455"/>
                </a:lnTo>
                <a:lnTo>
                  <a:pt x="734409" y="351633"/>
                </a:lnTo>
                <a:lnTo>
                  <a:pt x="734623" y="349979"/>
                </a:lnTo>
                <a:lnTo>
                  <a:pt x="734605" y="350114"/>
                </a:lnTo>
                <a:lnTo>
                  <a:pt x="734752" y="348330"/>
                </a:lnTo>
                <a:lnTo>
                  <a:pt x="734746" y="348471"/>
                </a:lnTo>
                <a:lnTo>
                  <a:pt x="734893" y="344520"/>
                </a:lnTo>
                <a:lnTo>
                  <a:pt x="734893" y="344612"/>
                </a:lnTo>
                <a:lnTo>
                  <a:pt x="734917" y="340102"/>
                </a:lnTo>
                <a:lnTo>
                  <a:pt x="734917" y="340121"/>
                </a:lnTo>
                <a:lnTo>
                  <a:pt x="734727" y="28668"/>
                </a:lnTo>
                <a:lnTo>
                  <a:pt x="734727" y="28704"/>
                </a:lnTo>
                <a:lnTo>
                  <a:pt x="734696" y="26382"/>
                </a:lnTo>
                <a:lnTo>
                  <a:pt x="734703" y="26474"/>
                </a:lnTo>
                <a:lnTo>
                  <a:pt x="734605" y="24299"/>
                </a:lnTo>
                <a:lnTo>
                  <a:pt x="734611" y="24422"/>
                </a:lnTo>
                <a:lnTo>
                  <a:pt x="734439" y="22381"/>
                </a:lnTo>
                <a:lnTo>
                  <a:pt x="734457" y="22535"/>
                </a:lnTo>
                <a:lnTo>
                  <a:pt x="734201" y="20635"/>
                </a:lnTo>
                <a:lnTo>
                  <a:pt x="734231" y="20819"/>
                </a:lnTo>
                <a:lnTo>
                  <a:pt x="733882" y="19055"/>
                </a:lnTo>
                <a:lnTo>
                  <a:pt x="733931" y="19275"/>
                </a:lnTo>
                <a:lnTo>
                  <a:pt x="733484" y="17633"/>
                </a:lnTo>
                <a:lnTo>
                  <a:pt x="733563" y="17884"/>
                </a:lnTo>
                <a:lnTo>
                  <a:pt x="733006" y="16371"/>
                </a:lnTo>
                <a:lnTo>
                  <a:pt x="733122" y="16647"/>
                </a:lnTo>
                <a:lnTo>
                  <a:pt x="732442" y="15250"/>
                </a:lnTo>
                <a:lnTo>
                  <a:pt x="732601" y="15538"/>
                </a:lnTo>
                <a:lnTo>
                  <a:pt x="731799" y="14257"/>
                </a:lnTo>
                <a:lnTo>
                  <a:pt x="732001" y="14545"/>
                </a:lnTo>
                <a:lnTo>
                  <a:pt x="731057" y="13369"/>
                </a:lnTo>
                <a:lnTo>
                  <a:pt x="731296" y="13632"/>
                </a:lnTo>
                <a:lnTo>
                  <a:pt x="730206" y="12560"/>
                </a:lnTo>
                <a:lnTo>
                  <a:pt x="730469" y="12793"/>
                </a:lnTo>
                <a:lnTo>
                  <a:pt x="729225" y="11819"/>
                </a:lnTo>
                <a:lnTo>
                  <a:pt x="729489" y="12003"/>
                </a:lnTo>
                <a:lnTo>
                  <a:pt x="728086" y="11126"/>
                </a:lnTo>
                <a:lnTo>
                  <a:pt x="728338" y="11267"/>
                </a:lnTo>
                <a:lnTo>
                  <a:pt x="726763" y="10477"/>
                </a:lnTo>
                <a:lnTo>
                  <a:pt x="726989" y="10581"/>
                </a:lnTo>
                <a:lnTo>
                  <a:pt x="725231" y="9876"/>
                </a:lnTo>
                <a:lnTo>
                  <a:pt x="725439" y="9950"/>
                </a:lnTo>
                <a:lnTo>
                  <a:pt x="723491" y="9325"/>
                </a:lnTo>
                <a:lnTo>
                  <a:pt x="723662" y="9374"/>
                </a:lnTo>
                <a:lnTo>
                  <a:pt x="721518" y="8823"/>
                </a:lnTo>
                <a:lnTo>
                  <a:pt x="721665" y="8859"/>
                </a:lnTo>
                <a:lnTo>
                  <a:pt x="719312" y="8381"/>
                </a:lnTo>
                <a:lnTo>
                  <a:pt x="719441" y="8400"/>
                </a:lnTo>
                <a:lnTo>
                  <a:pt x="716874" y="7990"/>
                </a:lnTo>
                <a:lnTo>
                  <a:pt x="716972" y="8002"/>
                </a:lnTo>
                <a:lnTo>
                  <a:pt x="714184" y="7647"/>
                </a:lnTo>
                <a:lnTo>
                  <a:pt x="714270" y="7659"/>
                </a:lnTo>
                <a:lnTo>
                  <a:pt x="711243" y="7358"/>
                </a:lnTo>
                <a:lnTo>
                  <a:pt x="711311" y="7365"/>
                </a:lnTo>
                <a:lnTo>
                  <a:pt x="708045" y="7119"/>
                </a:lnTo>
                <a:lnTo>
                  <a:pt x="708125" y="7126"/>
                </a:lnTo>
                <a:lnTo>
                  <a:pt x="700833" y="6764"/>
                </a:lnTo>
                <a:lnTo>
                  <a:pt x="700907" y="6770"/>
                </a:lnTo>
                <a:lnTo>
                  <a:pt x="692538" y="6556"/>
                </a:lnTo>
                <a:lnTo>
                  <a:pt x="692581" y="6556"/>
                </a:lnTo>
                <a:lnTo>
                  <a:pt x="683072" y="6452"/>
                </a:lnTo>
                <a:lnTo>
                  <a:pt x="683102" y="6452"/>
                </a:lnTo>
                <a:lnTo>
                  <a:pt x="660378" y="6415"/>
                </a:lnTo>
                <a:lnTo>
                  <a:pt x="73468" y="6127"/>
                </a:lnTo>
                <a:lnTo>
                  <a:pt x="73473" y="6127"/>
                </a:lnTo>
                <a:lnTo>
                  <a:pt x="61551" y="6146"/>
                </a:lnTo>
                <a:lnTo>
                  <a:pt x="61569" y="6146"/>
                </a:lnTo>
                <a:lnTo>
                  <a:pt x="51068" y="6225"/>
                </a:lnTo>
                <a:lnTo>
                  <a:pt x="51104" y="6225"/>
                </a:lnTo>
                <a:lnTo>
                  <a:pt x="41939" y="6396"/>
                </a:lnTo>
                <a:lnTo>
                  <a:pt x="42000" y="6390"/>
                </a:lnTo>
                <a:lnTo>
                  <a:pt x="34078" y="6691"/>
                </a:lnTo>
                <a:lnTo>
                  <a:pt x="34146" y="6691"/>
                </a:lnTo>
                <a:lnTo>
                  <a:pt x="30623" y="6899"/>
                </a:lnTo>
                <a:lnTo>
                  <a:pt x="30684" y="6893"/>
                </a:lnTo>
                <a:lnTo>
                  <a:pt x="27437" y="7150"/>
                </a:lnTo>
                <a:lnTo>
                  <a:pt x="27510" y="7144"/>
                </a:lnTo>
                <a:lnTo>
                  <a:pt x="24532" y="7444"/>
                </a:lnTo>
                <a:lnTo>
                  <a:pt x="24618" y="7432"/>
                </a:lnTo>
                <a:lnTo>
                  <a:pt x="21898" y="7793"/>
                </a:lnTo>
                <a:lnTo>
                  <a:pt x="22008" y="7775"/>
                </a:lnTo>
                <a:lnTo>
                  <a:pt x="19527" y="8192"/>
                </a:lnTo>
                <a:lnTo>
                  <a:pt x="19655" y="8167"/>
                </a:lnTo>
                <a:lnTo>
                  <a:pt x="17407" y="8639"/>
                </a:lnTo>
                <a:lnTo>
                  <a:pt x="17566" y="8602"/>
                </a:lnTo>
                <a:lnTo>
                  <a:pt x="15538" y="9147"/>
                </a:lnTo>
                <a:lnTo>
                  <a:pt x="15728" y="9092"/>
                </a:lnTo>
                <a:lnTo>
                  <a:pt x="13908" y="9705"/>
                </a:lnTo>
                <a:lnTo>
                  <a:pt x="14129" y="9619"/>
                </a:lnTo>
                <a:lnTo>
                  <a:pt x="12505" y="10312"/>
                </a:lnTo>
                <a:lnTo>
                  <a:pt x="12756" y="10189"/>
                </a:lnTo>
                <a:lnTo>
                  <a:pt x="11323" y="10961"/>
                </a:lnTo>
                <a:lnTo>
                  <a:pt x="11592" y="10796"/>
                </a:lnTo>
                <a:lnTo>
                  <a:pt x="10337" y="11647"/>
                </a:lnTo>
                <a:lnTo>
                  <a:pt x="10612" y="11433"/>
                </a:lnTo>
                <a:lnTo>
                  <a:pt x="9522" y="12370"/>
                </a:lnTo>
                <a:lnTo>
                  <a:pt x="9791" y="12113"/>
                </a:lnTo>
                <a:lnTo>
                  <a:pt x="8848" y="13148"/>
                </a:lnTo>
                <a:lnTo>
                  <a:pt x="9080" y="12854"/>
                </a:lnTo>
                <a:lnTo>
                  <a:pt x="8284" y="13982"/>
                </a:lnTo>
                <a:lnTo>
                  <a:pt x="8474" y="13675"/>
                </a:lnTo>
                <a:lnTo>
                  <a:pt x="7807" y="14907"/>
                </a:lnTo>
                <a:lnTo>
                  <a:pt x="7947" y="14606"/>
                </a:lnTo>
                <a:lnTo>
                  <a:pt x="7395" y="15942"/>
                </a:lnTo>
                <a:lnTo>
                  <a:pt x="7494" y="15673"/>
                </a:lnTo>
                <a:lnTo>
                  <a:pt x="7046" y="17118"/>
                </a:lnTo>
                <a:lnTo>
                  <a:pt x="7108" y="16886"/>
                </a:lnTo>
                <a:lnTo>
                  <a:pt x="6758" y="18442"/>
                </a:lnTo>
                <a:lnTo>
                  <a:pt x="6795" y="18246"/>
                </a:lnTo>
                <a:lnTo>
                  <a:pt x="6532" y="19925"/>
                </a:lnTo>
                <a:lnTo>
                  <a:pt x="6556" y="19771"/>
                </a:lnTo>
                <a:lnTo>
                  <a:pt x="6366" y="21567"/>
                </a:lnTo>
                <a:lnTo>
                  <a:pt x="6379" y="21401"/>
                </a:lnTo>
                <a:lnTo>
                  <a:pt x="6171" y="25378"/>
                </a:lnTo>
                <a:lnTo>
                  <a:pt x="6176" y="25255"/>
                </a:lnTo>
                <a:lnTo>
                  <a:pt x="6128" y="29777"/>
                </a:lnTo>
              </a:path>
            </a:pathLst>
          </a:custGeom>
          <a:solidFill xmlns:a="http://schemas.openxmlformats.org/drawingml/2006/main">
            <a:srgbClr val="7030A0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text-222 [">
            <a:extLst xmlns:a="http://schemas.openxmlformats.org/drawingml/2006/main">
              <a:ext uri="{FF2B5EF4-FFF2-40B4-BE49-F238E27FC236}">
                <a16:creationId xmlns:a16="http://schemas.microsoft.com/office/drawing/2014/main" id="{A2135931-EE55-49CA-ADF3-3684AC0E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928" y="3074490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214" name="text-223 TRK">
            <a:extLst xmlns:a="http://schemas.openxmlformats.org/drawingml/2006/main">
              <a:ext uri="{FF2B5EF4-FFF2-40B4-BE49-F238E27FC236}">
                <a16:creationId xmlns:a16="http://schemas.microsoft.com/office/drawing/2014/main" id="{2CA8F5EA-AFB8-400E-8A80-6E4D38BB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9360" y="3074399"/>
            <a:ext cx="402412" cy="24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TRK</a:t>
            </a:r>
          </a:p>
        </p:txBody>
      </p:sp>
      <p:sp>
        <p:nvSpPr>
          <p:cNvPr id="215" name="text-224 ]">
            <a:extLst xmlns:a="http://schemas.openxmlformats.org/drawingml/2006/main">
              <a:ext uri="{FF2B5EF4-FFF2-40B4-BE49-F238E27FC236}">
                <a16:creationId xmlns:a16="http://schemas.microsoft.com/office/drawing/2014/main" id="{EB7021FE-4A9E-431E-ADD6-0DD02EEA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1260" y="3074490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216" name="path-225">
            <a:extLst xmlns:a="http://schemas.openxmlformats.org/drawingml/2006/main">
              <a:ext uri="{FF2B5EF4-FFF2-40B4-BE49-F238E27FC236}">
                <a16:creationId xmlns:a16="http://schemas.microsoft.com/office/drawing/2014/main" id="{82CA9954-A94E-4FDE-A019-F9478876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671" y="3087863"/>
            <a:ext cx="183071" cy="199245"/>
          </a:xfrm>
          <a:custGeom xmlns:a="http://schemas.openxmlformats.org/drawingml/2006/main">
            <a:pathLst>
              <a:path w="183071" h="199245">
                <a:moveTo>
                  <a:pt x="0" y="75728"/>
                </a:moveTo>
                <a:lnTo>
                  <a:pt x="66906" y="71317"/>
                </a:lnTo>
                <a:lnTo>
                  <a:pt x="91903" y="0"/>
                </a:lnTo>
                <a:lnTo>
                  <a:pt x="116166" y="71317"/>
                </a:lnTo>
                <a:lnTo>
                  <a:pt x="183071" y="75728"/>
                </a:lnTo>
                <a:lnTo>
                  <a:pt x="131605" y="124988"/>
                </a:lnTo>
                <a:lnTo>
                  <a:pt x="148515" y="199245"/>
                </a:lnTo>
                <a:lnTo>
                  <a:pt x="91903" y="158073"/>
                </a:lnTo>
                <a:lnTo>
                  <a:pt x="34555" y="199245"/>
                </a:lnTo>
                <a:lnTo>
                  <a:pt x="51466" y="124988"/>
                </a:lnTo>
                <a:lnTo>
                  <a:pt x="0" y="7572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26">
            <a:extLst xmlns:a="http://schemas.openxmlformats.org/drawingml/2006/main">
              <a:ext uri="{FF2B5EF4-FFF2-40B4-BE49-F238E27FC236}">
                <a16:creationId xmlns:a16="http://schemas.microsoft.com/office/drawing/2014/main" id="{30938587-41EA-46CD-A1A2-8289A703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047" y="3021080"/>
            <a:ext cx="734917" cy="363017"/>
          </a:xfrm>
          <a:custGeom xmlns:a="http://schemas.openxmlformats.org/drawingml/2006/main">
            <a:pathLst>
              <a:path w="734917" h="363017">
                <a:moveTo>
                  <a:pt x="0" y="26676"/>
                </a:moveTo>
                <a:cubicBezTo>
                  <a:pt x="0" y="1078"/>
                  <a:pt x="2836" y="0"/>
                  <a:pt x="70404" y="0"/>
                </a:cubicBezTo>
                <a:lnTo>
                  <a:pt x="657319" y="288"/>
                </a:lnTo>
                <a:cubicBezTo>
                  <a:pt x="724887" y="288"/>
                  <a:pt x="734726" y="0"/>
                  <a:pt x="734726" y="25604"/>
                </a:cubicBezTo>
                <a:lnTo>
                  <a:pt x="734917" y="337057"/>
                </a:lnTo>
                <a:cubicBezTo>
                  <a:pt x="734917" y="362655"/>
                  <a:pt x="733967" y="363017"/>
                  <a:pt x="666400" y="363017"/>
                </a:cubicBezTo>
                <a:lnTo>
                  <a:pt x="70404" y="361656"/>
                </a:lnTo>
                <a:cubicBezTo>
                  <a:pt x="2836" y="361656"/>
                  <a:pt x="190" y="360652"/>
                  <a:pt x="19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A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27">
            <a:extLst xmlns:a="http://schemas.openxmlformats.org/drawingml/2006/main">
              <a:ext uri="{FF2B5EF4-FFF2-40B4-BE49-F238E27FC236}">
                <a16:creationId xmlns:a16="http://schemas.microsoft.com/office/drawing/2014/main" id="{54573EFB-8B0E-4026-8E85-9A5F72E9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983" y="3018017"/>
            <a:ext cx="741043" cy="369143"/>
          </a:xfrm>
          <a:custGeom xmlns:a="http://schemas.openxmlformats.org/drawingml/2006/main">
            <a:pathLst>
              <a:path w="741043" h="369143">
                <a:moveTo>
                  <a:pt x="49" y="25126"/>
                </a:moveTo>
                <a:lnTo>
                  <a:pt x="264" y="21003"/>
                </a:lnTo>
                <a:lnTo>
                  <a:pt x="472" y="19048"/>
                </a:lnTo>
                <a:lnTo>
                  <a:pt x="760" y="17198"/>
                </a:lnTo>
                <a:lnTo>
                  <a:pt x="1158" y="15428"/>
                </a:lnTo>
                <a:lnTo>
                  <a:pt x="1679" y="13736"/>
                </a:lnTo>
                <a:lnTo>
                  <a:pt x="2346" y="12119"/>
                </a:lnTo>
                <a:lnTo>
                  <a:pt x="3180" y="10587"/>
                </a:lnTo>
                <a:lnTo>
                  <a:pt x="4191" y="9154"/>
                </a:lnTo>
                <a:lnTo>
                  <a:pt x="5386" y="7848"/>
                </a:lnTo>
                <a:lnTo>
                  <a:pt x="6758" y="6672"/>
                </a:lnTo>
                <a:lnTo>
                  <a:pt x="8290" y="5630"/>
                </a:lnTo>
                <a:lnTo>
                  <a:pt x="9981" y="4724"/>
                </a:lnTo>
                <a:lnTo>
                  <a:pt x="11837" y="3940"/>
                </a:lnTo>
                <a:lnTo>
                  <a:pt x="13859" y="3253"/>
                </a:lnTo>
                <a:lnTo>
                  <a:pt x="16058" y="2665"/>
                </a:lnTo>
                <a:lnTo>
                  <a:pt x="18448" y="2157"/>
                </a:lnTo>
                <a:lnTo>
                  <a:pt x="21046" y="1722"/>
                </a:lnTo>
                <a:lnTo>
                  <a:pt x="23870" y="1354"/>
                </a:lnTo>
                <a:lnTo>
                  <a:pt x="26928" y="1042"/>
                </a:lnTo>
                <a:lnTo>
                  <a:pt x="30230" y="784"/>
                </a:lnTo>
                <a:lnTo>
                  <a:pt x="33814" y="570"/>
                </a:lnTo>
                <a:lnTo>
                  <a:pt x="41797" y="270"/>
                </a:lnTo>
                <a:lnTo>
                  <a:pt x="51006" y="98"/>
                </a:lnTo>
                <a:lnTo>
                  <a:pt x="61532" y="19"/>
                </a:lnTo>
                <a:lnTo>
                  <a:pt x="73468" y="0"/>
                </a:lnTo>
                <a:lnTo>
                  <a:pt x="660383" y="288"/>
                </a:lnTo>
                <a:lnTo>
                  <a:pt x="683127" y="325"/>
                </a:lnTo>
                <a:lnTo>
                  <a:pt x="692672" y="429"/>
                </a:lnTo>
                <a:lnTo>
                  <a:pt x="701097" y="644"/>
                </a:lnTo>
                <a:lnTo>
                  <a:pt x="708467" y="1005"/>
                </a:lnTo>
                <a:lnTo>
                  <a:pt x="711807" y="1262"/>
                </a:lnTo>
                <a:lnTo>
                  <a:pt x="714908" y="1562"/>
                </a:lnTo>
                <a:lnTo>
                  <a:pt x="717793" y="1930"/>
                </a:lnTo>
                <a:lnTo>
                  <a:pt x="720477" y="2365"/>
                </a:lnTo>
                <a:lnTo>
                  <a:pt x="722963" y="2874"/>
                </a:lnTo>
                <a:lnTo>
                  <a:pt x="725273" y="3462"/>
                </a:lnTo>
                <a:lnTo>
                  <a:pt x="727411" y="4148"/>
                </a:lnTo>
                <a:lnTo>
                  <a:pt x="729385" y="4938"/>
                </a:lnTo>
                <a:lnTo>
                  <a:pt x="731210" y="5851"/>
                </a:lnTo>
                <a:lnTo>
                  <a:pt x="732876" y="6893"/>
                </a:lnTo>
                <a:lnTo>
                  <a:pt x="734383" y="8069"/>
                </a:lnTo>
                <a:lnTo>
                  <a:pt x="735720" y="9392"/>
                </a:lnTo>
                <a:lnTo>
                  <a:pt x="736890" y="10845"/>
                </a:lnTo>
                <a:lnTo>
                  <a:pt x="737883" y="12419"/>
                </a:lnTo>
                <a:lnTo>
                  <a:pt x="738697" y="14104"/>
                </a:lnTo>
                <a:lnTo>
                  <a:pt x="739360" y="15881"/>
                </a:lnTo>
                <a:lnTo>
                  <a:pt x="739873" y="17756"/>
                </a:lnTo>
                <a:lnTo>
                  <a:pt x="740259" y="19723"/>
                </a:lnTo>
                <a:lnTo>
                  <a:pt x="740536" y="21793"/>
                </a:lnTo>
                <a:lnTo>
                  <a:pt x="740719" y="23962"/>
                </a:lnTo>
                <a:lnTo>
                  <a:pt x="740823" y="26254"/>
                </a:lnTo>
                <a:lnTo>
                  <a:pt x="740855" y="28643"/>
                </a:lnTo>
                <a:lnTo>
                  <a:pt x="741043" y="340127"/>
                </a:lnTo>
                <a:lnTo>
                  <a:pt x="741013" y="344698"/>
                </a:lnTo>
                <a:lnTo>
                  <a:pt x="740866" y="348765"/>
                </a:lnTo>
                <a:lnTo>
                  <a:pt x="740707" y="350689"/>
                </a:lnTo>
                <a:lnTo>
                  <a:pt x="740473" y="352503"/>
                </a:lnTo>
                <a:lnTo>
                  <a:pt x="740143" y="354237"/>
                </a:lnTo>
                <a:lnTo>
                  <a:pt x="739701" y="355903"/>
                </a:lnTo>
                <a:lnTo>
                  <a:pt x="739114" y="357496"/>
                </a:lnTo>
                <a:lnTo>
                  <a:pt x="738361" y="359009"/>
                </a:lnTo>
                <a:lnTo>
                  <a:pt x="737429" y="360431"/>
                </a:lnTo>
                <a:lnTo>
                  <a:pt x="736313" y="361730"/>
                </a:lnTo>
                <a:lnTo>
                  <a:pt x="735016" y="362894"/>
                </a:lnTo>
                <a:lnTo>
                  <a:pt x="733551" y="363917"/>
                </a:lnTo>
                <a:lnTo>
                  <a:pt x="731933" y="364806"/>
                </a:lnTo>
                <a:lnTo>
                  <a:pt x="730151" y="365565"/>
                </a:lnTo>
                <a:lnTo>
                  <a:pt x="728208" y="366215"/>
                </a:lnTo>
                <a:lnTo>
                  <a:pt x="726088" y="366772"/>
                </a:lnTo>
                <a:lnTo>
                  <a:pt x="723784" y="367250"/>
                </a:lnTo>
                <a:lnTo>
                  <a:pt x="721266" y="367648"/>
                </a:lnTo>
                <a:lnTo>
                  <a:pt x="718528" y="367986"/>
                </a:lnTo>
                <a:lnTo>
                  <a:pt x="715538" y="368267"/>
                </a:lnTo>
                <a:lnTo>
                  <a:pt x="708822" y="368684"/>
                </a:lnTo>
                <a:lnTo>
                  <a:pt x="700950" y="368941"/>
                </a:lnTo>
                <a:lnTo>
                  <a:pt x="691839" y="369076"/>
                </a:lnTo>
                <a:lnTo>
                  <a:pt x="669471" y="369143"/>
                </a:lnTo>
                <a:lnTo>
                  <a:pt x="73461" y="367783"/>
                </a:lnTo>
                <a:lnTo>
                  <a:pt x="73468" y="367783"/>
                </a:lnTo>
                <a:lnTo>
                  <a:pt x="61532" y="367765"/>
                </a:lnTo>
                <a:lnTo>
                  <a:pt x="51012" y="367685"/>
                </a:lnTo>
                <a:lnTo>
                  <a:pt x="41816" y="367520"/>
                </a:lnTo>
                <a:lnTo>
                  <a:pt x="33845" y="367219"/>
                </a:lnTo>
                <a:lnTo>
                  <a:pt x="30273" y="367011"/>
                </a:lnTo>
                <a:lnTo>
                  <a:pt x="26970" y="366754"/>
                </a:lnTo>
                <a:lnTo>
                  <a:pt x="23919" y="366447"/>
                </a:lnTo>
                <a:lnTo>
                  <a:pt x="21113" y="366080"/>
                </a:lnTo>
                <a:lnTo>
                  <a:pt x="18522" y="365651"/>
                </a:lnTo>
                <a:lnTo>
                  <a:pt x="16138" y="365143"/>
                </a:lnTo>
                <a:lnTo>
                  <a:pt x="13945" y="364560"/>
                </a:lnTo>
                <a:lnTo>
                  <a:pt x="11935" y="363881"/>
                </a:lnTo>
                <a:lnTo>
                  <a:pt x="10085" y="363096"/>
                </a:lnTo>
                <a:lnTo>
                  <a:pt x="8400" y="362190"/>
                </a:lnTo>
                <a:lnTo>
                  <a:pt x="6875" y="361154"/>
                </a:lnTo>
                <a:lnTo>
                  <a:pt x="5508" y="359977"/>
                </a:lnTo>
                <a:lnTo>
                  <a:pt x="4325" y="358672"/>
                </a:lnTo>
                <a:lnTo>
                  <a:pt x="3321" y="357245"/>
                </a:lnTo>
                <a:lnTo>
                  <a:pt x="2493" y="355713"/>
                </a:lnTo>
                <a:lnTo>
                  <a:pt x="1832" y="354096"/>
                </a:lnTo>
                <a:lnTo>
                  <a:pt x="1317" y="352405"/>
                </a:lnTo>
                <a:lnTo>
                  <a:pt x="931" y="350640"/>
                </a:lnTo>
                <a:lnTo>
                  <a:pt x="644" y="348790"/>
                </a:lnTo>
                <a:lnTo>
                  <a:pt x="441" y="346842"/>
                </a:lnTo>
                <a:lnTo>
                  <a:pt x="239" y="342724"/>
                </a:lnTo>
                <a:lnTo>
                  <a:pt x="190" y="338129"/>
                </a:lnTo>
                <a:lnTo>
                  <a:pt x="0" y="29728"/>
                </a:lnTo>
                <a:lnTo>
                  <a:pt x="49" y="25126"/>
                </a:lnTo>
                <a:moveTo>
                  <a:pt x="6127" y="29777"/>
                </a:moveTo>
                <a:lnTo>
                  <a:pt x="6127" y="29740"/>
                </a:lnTo>
                <a:lnTo>
                  <a:pt x="6317" y="338111"/>
                </a:lnTo>
                <a:lnTo>
                  <a:pt x="6317" y="338081"/>
                </a:lnTo>
                <a:lnTo>
                  <a:pt x="6360" y="342596"/>
                </a:lnTo>
                <a:lnTo>
                  <a:pt x="6360" y="342473"/>
                </a:lnTo>
                <a:lnTo>
                  <a:pt x="6556" y="346450"/>
                </a:lnTo>
                <a:lnTo>
                  <a:pt x="6544" y="346290"/>
                </a:lnTo>
                <a:lnTo>
                  <a:pt x="6733" y="348086"/>
                </a:lnTo>
                <a:lnTo>
                  <a:pt x="6709" y="347932"/>
                </a:lnTo>
                <a:lnTo>
                  <a:pt x="6972" y="349605"/>
                </a:lnTo>
                <a:lnTo>
                  <a:pt x="6936" y="349415"/>
                </a:lnTo>
                <a:lnTo>
                  <a:pt x="7279" y="350972"/>
                </a:lnTo>
                <a:lnTo>
                  <a:pt x="7218" y="350738"/>
                </a:lnTo>
                <a:lnTo>
                  <a:pt x="7652" y="352179"/>
                </a:lnTo>
                <a:lnTo>
                  <a:pt x="7561" y="351909"/>
                </a:lnTo>
                <a:lnTo>
                  <a:pt x="8100" y="353244"/>
                </a:lnTo>
                <a:lnTo>
                  <a:pt x="7959" y="352944"/>
                </a:lnTo>
                <a:lnTo>
                  <a:pt x="8627" y="354169"/>
                </a:lnTo>
                <a:lnTo>
                  <a:pt x="8437" y="353863"/>
                </a:lnTo>
                <a:lnTo>
                  <a:pt x="9227" y="354990"/>
                </a:lnTo>
                <a:lnTo>
                  <a:pt x="8988" y="354696"/>
                </a:lnTo>
                <a:lnTo>
                  <a:pt x="9926" y="355720"/>
                </a:lnTo>
                <a:lnTo>
                  <a:pt x="9656" y="355462"/>
                </a:lnTo>
                <a:lnTo>
                  <a:pt x="10741" y="356400"/>
                </a:lnTo>
                <a:lnTo>
                  <a:pt x="10459" y="356185"/>
                </a:lnTo>
                <a:lnTo>
                  <a:pt x="11709" y="357031"/>
                </a:lnTo>
                <a:lnTo>
                  <a:pt x="11439" y="356865"/>
                </a:lnTo>
                <a:lnTo>
                  <a:pt x="12860" y="357631"/>
                </a:lnTo>
                <a:lnTo>
                  <a:pt x="12609" y="357508"/>
                </a:lnTo>
                <a:lnTo>
                  <a:pt x="14221" y="358194"/>
                </a:lnTo>
                <a:lnTo>
                  <a:pt x="14000" y="358115"/>
                </a:lnTo>
                <a:lnTo>
                  <a:pt x="15814" y="358722"/>
                </a:lnTo>
                <a:lnTo>
                  <a:pt x="15623" y="358666"/>
                </a:lnTo>
                <a:lnTo>
                  <a:pt x="17640" y="359206"/>
                </a:lnTo>
                <a:lnTo>
                  <a:pt x="17486" y="359169"/>
                </a:lnTo>
                <a:lnTo>
                  <a:pt x="19723" y="359641"/>
                </a:lnTo>
                <a:lnTo>
                  <a:pt x="19594" y="359616"/>
                </a:lnTo>
                <a:lnTo>
                  <a:pt x="22063" y="360027"/>
                </a:lnTo>
                <a:lnTo>
                  <a:pt x="21953" y="360014"/>
                </a:lnTo>
                <a:lnTo>
                  <a:pt x="24667" y="360363"/>
                </a:lnTo>
                <a:lnTo>
                  <a:pt x="24581" y="360358"/>
                </a:lnTo>
                <a:lnTo>
                  <a:pt x="27552" y="360658"/>
                </a:lnTo>
                <a:lnTo>
                  <a:pt x="27479" y="360651"/>
                </a:lnTo>
                <a:lnTo>
                  <a:pt x="30714" y="360902"/>
                </a:lnTo>
                <a:lnTo>
                  <a:pt x="30659" y="360897"/>
                </a:lnTo>
                <a:lnTo>
                  <a:pt x="34176" y="361105"/>
                </a:lnTo>
                <a:lnTo>
                  <a:pt x="34108" y="361099"/>
                </a:lnTo>
                <a:lnTo>
                  <a:pt x="42012" y="361393"/>
                </a:lnTo>
                <a:lnTo>
                  <a:pt x="41957" y="361393"/>
                </a:lnTo>
                <a:lnTo>
                  <a:pt x="51110" y="361558"/>
                </a:lnTo>
                <a:lnTo>
                  <a:pt x="51074" y="361558"/>
                </a:lnTo>
                <a:lnTo>
                  <a:pt x="61569" y="361638"/>
                </a:lnTo>
                <a:lnTo>
                  <a:pt x="61551" y="361638"/>
                </a:lnTo>
                <a:lnTo>
                  <a:pt x="73473" y="361656"/>
                </a:lnTo>
                <a:lnTo>
                  <a:pt x="669471" y="363016"/>
                </a:lnTo>
                <a:lnTo>
                  <a:pt x="669457" y="363016"/>
                </a:lnTo>
                <a:lnTo>
                  <a:pt x="691802" y="362949"/>
                </a:lnTo>
                <a:lnTo>
                  <a:pt x="691765" y="362949"/>
                </a:lnTo>
                <a:lnTo>
                  <a:pt x="700834" y="362814"/>
                </a:lnTo>
                <a:lnTo>
                  <a:pt x="700778" y="362814"/>
                </a:lnTo>
                <a:lnTo>
                  <a:pt x="708578" y="362563"/>
                </a:lnTo>
                <a:lnTo>
                  <a:pt x="708486" y="362569"/>
                </a:lnTo>
                <a:lnTo>
                  <a:pt x="715109" y="362159"/>
                </a:lnTo>
                <a:lnTo>
                  <a:pt x="715011" y="362165"/>
                </a:lnTo>
                <a:lnTo>
                  <a:pt x="717910" y="361890"/>
                </a:lnTo>
                <a:lnTo>
                  <a:pt x="717824" y="361902"/>
                </a:lnTo>
                <a:lnTo>
                  <a:pt x="720463" y="361577"/>
                </a:lnTo>
                <a:lnTo>
                  <a:pt x="720354" y="361589"/>
                </a:lnTo>
                <a:lnTo>
                  <a:pt x="722749" y="361209"/>
                </a:lnTo>
                <a:lnTo>
                  <a:pt x="722614" y="361234"/>
                </a:lnTo>
                <a:lnTo>
                  <a:pt x="724777" y="360786"/>
                </a:lnTo>
                <a:lnTo>
                  <a:pt x="724612" y="360829"/>
                </a:lnTo>
                <a:lnTo>
                  <a:pt x="726553" y="360315"/>
                </a:lnTo>
                <a:lnTo>
                  <a:pt x="726358" y="360376"/>
                </a:lnTo>
                <a:lnTo>
                  <a:pt x="728086" y="359794"/>
                </a:lnTo>
                <a:lnTo>
                  <a:pt x="727853" y="359886"/>
                </a:lnTo>
                <a:lnTo>
                  <a:pt x="729385" y="359230"/>
                </a:lnTo>
                <a:lnTo>
                  <a:pt x="729121" y="359359"/>
                </a:lnTo>
                <a:lnTo>
                  <a:pt x="730469" y="358623"/>
                </a:lnTo>
                <a:lnTo>
                  <a:pt x="730181" y="358801"/>
                </a:lnTo>
                <a:lnTo>
                  <a:pt x="731351" y="357980"/>
                </a:lnTo>
                <a:lnTo>
                  <a:pt x="731058" y="358213"/>
                </a:lnTo>
                <a:lnTo>
                  <a:pt x="732068" y="357306"/>
                </a:lnTo>
                <a:lnTo>
                  <a:pt x="731793" y="357588"/>
                </a:lnTo>
                <a:lnTo>
                  <a:pt x="732651" y="356590"/>
                </a:lnTo>
                <a:lnTo>
                  <a:pt x="732418" y="356902"/>
                </a:lnTo>
                <a:lnTo>
                  <a:pt x="733140" y="355805"/>
                </a:lnTo>
                <a:lnTo>
                  <a:pt x="732956" y="356124"/>
                </a:lnTo>
                <a:lnTo>
                  <a:pt x="733551" y="354923"/>
                </a:lnTo>
                <a:lnTo>
                  <a:pt x="733423" y="355223"/>
                </a:lnTo>
                <a:lnTo>
                  <a:pt x="733899" y="353918"/>
                </a:lnTo>
                <a:lnTo>
                  <a:pt x="733820" y="354182"/>
                </a:lnTo>
                <a:lnTo>
                  <a:pt x="734199" y="352766"/>
                </a:lnTo>
                <a:lnTo>
                  <a:pt x="734145" y="352987"/>
                </a:lnTo>
                <a:lnTo>
                  <a:pt x="734439" y="351455"/>
                </a:lnTo>
                <a:lnTo>
                  <a:pt x="734409" y="351633"/>
                </a:lnTo>
                <a:lnTo>
                  <a:pt x="734623" y="349979"/>
                </a:lnTo>
                <a:lnTo>
                  <a:pt x="734604" y="350114"/>
                </a:lnTo>
                <a:lnTo>
                  <a:pt x="734752" y="348330"/>
                </a:lnTo>
                <a:lnTo>
                  <a:pt x="734746" y="348471"/>
                </a:lnTo>
                <a:lnTo>
                  <a:pt x="734892" y="344520"/>
                </a:lnTo>
                <a:lnTo>
                  <a:pt x="734887" y="344612"/>
                </a:lnTo>
                <a:lnTo>
                  <a:pt x="734918" y="340102"/>
                </a:lnTo>
                <a:lnTo>
                  <a:pt x="734918" y="340121"/>
                </a:lnTo>
                <a:lnTo>
                  <a:pt x="734727" y="28668"/>
                </a:lnTo>
                <a:lnTo>
                  <a:pt x="734727" y="28704"/>
                </a:lnTo>
                <a:lnTo>
                  <a:pt x="734697" y="26382"/>
                </a:lnTo>
                <a:lnTo>
                  <a:pt x="734702" y="26474"/>
                </a:lnTo>
                <a:lnTo>
                  <a:pt x="734604" y="24299"/>
                </a:lnTo>
                <a:lnTo>
                  <a:pt x="734611" y="24422"/>
                </a:lnTo>
                <a:lnTo>
                  <a:pt x="734439" y="22381"/>
                </a:lnTo>
                <a:lnTo>
                  <a:pt x="734457" y="22535"/>
                </a:lnTo>
                <a:lnTo>
                  <a:pt x="734199" y="20635"/>
                </a:lnTo>
                <a:lnTo>
                  <a:pt x="734231" y="20819"/>
                </a:lnTo>
                <a:lnTo>
                  <a:pt x="733881" y="19055"/>
                </a:lnTo>
                <a:lnTo>
                  <a:pt x="733931" y="19275"/>
                </a:lnTo>
                <a:lnTo>
                  <a:pt x="733483" y="17633"/>
                </a:lnTo>
                <a:lnTo>
                  <a:pt x="733562" y="17884"/>
                </a:lnTo>
                <a:lnTo>
                  <a:pt x="733005" y="16371"/>
                </a:lnTo>
                <a:lnTo>
                  <a:pt x="733122" y="16647"/>
                </a:lnTo>
                <a:lnTo>
                  <a:pt x="732441" y="15250"/>
                </a:lnTo>
                <a:lnTo>
                  <a:pt x="732602" y="15538"/>
                </a:lnTo>
                <a:lnTo>
                  <a:pt x="731798" y="14257"/>
                </a:lnTo>
                <a:lnTo>
                  <a:pt x="732001" y="14545"/>
                </a:lnTo>
                <a:lnTo>
                  <a:pt x="731058" y="13369"/>
                </a:lnTo>
                <a:lnTo>
                  <a:pt x="731296" y="13632"/>
                </a:lnTo>
                <a:lnTo>
                  <a:pt x="730205" y="12560"/>
                </a:lnTo>
                <a:lnTo>
                  <a:pt x="730469" y="12793"/>
                </a:lnTo>
                <a:lnTo>
                  <a:pt x="729225" y="11819"/>
                </a:lnTo>
                <a:lnTo>
                  <a:pt x="729488" y="12003"/>
                </a:lnTo>
                <a:lnTo>
                  <a:pt x="728086" y="11126"/>
                </a:lnTo>
                <a:lnTo>
                  <a:pt x="728337" y="11267"/>
                </a:lnTo>
                <a:lnTo>
                  <a:pt x="726756" y="10477"/>
                </a:lnTo>
                <a:lnTo>
                  <a:pt x="726988" y="10581"/>
                </a:lnTo>
                <a:lnTo>
                  <a:pt x="725230" y="9876"/>
                </a:lnTo>
                <a:lnTo>
                  <a:pt x="725432" y="9950"/>
                </a:lnTo>
                <a:lnTo>
                  <a:pt x="723491" y="9325"/>
                </a:lnTo>
                <a:lnTo>
                  <a:pt x="723662" y="9374"/>
                </a:lnTo>
                <a:lnTo>
                  <a:pt x="721518" y="8823"/>
                </a:lnTo>
                <a:lnTo>
                  <a:pt x="721665" y="8859"/>
                </a:lnTo>
                <a:lnTo>
                  <a:pt x="719312" y="8381"/>
                </a:lnTo>
                <a:lnTo>
                  <a:pt x="719440" y="8400"/>
                </a:lnTo>
                <a:lnTo>
                  <a:pt x="716874" y="7990"/>
                </a:lnTo>
                <a:lnTo>
                  <a:pt x="716971" y="8002"/>
                </a:lnTo>
                <a:lnTo>
                  <a:pt x="714184" y="7647"/>
                </a:lnTo>
                <a:lnTo>
                  <a:pt x="714270" y="7659"/>
                </a:lnTo>
                <a:lnTo>
                  <a:pt x="711243" y="7358"/>
                </a:lnTo>
                <a:lnTo>
                  <a:pt x="711310" y="7365"/>
                </a:lnTo>
                <a:lnTo>
                  <a:pt x="708045" y="7119"/>
                </a:lnTo>
                <a:lnTo>
                  <a:pt x="708124" y="7126"/>
                </a:lnTo>
                <a:lnTo>
                  <a:pt x="700834" y="6764"/>
                </a:lnTo>
                <a:lnTo>
                  <a:pt x="700901" y="6770"/>
                </a:lnTo>
                <a:lnTo>
                  <a:pt x="692537" y="6556"/>
                </a:lnTo>
                <a:lnTo>
                  <a:pt x="692581" y="6556"/>
                </a:lnTo>
                <a:lnTo>
                  <a:pt x="683072" y="6452"/>
                </a:lnTo>
                <a:lnTo>
                  <a:pt x="683102" y="6452"/>
                </a:lnTo>
                <a:lnTo>
                  <a:pt x="660378" y="6415"/>
                </a:lnTo>
                <a:lnTo>
                  <a:pt x="73468" y="6127"/>
                </a:lnTo>
                <a:lnTo>
                  <a:pt x="73473" y="6127"/>
                </a:lnTo>
                <a:lnTo>
                  <a:pt x="61551" y="6146"/>
                </a:lnTo>
                <a:lnTo>
                  <a:pt x="61569" y="6146"/>
                </a:lnTo>
                <a:lnTo>
                  <a:pt x="51068" y="6225"/>
                </a:lnTo>
                <a:lnTo>
                  <a:pt x="51104" y="6225"/>
                </a:lnTo>
                <a:lnTo>
                  <a:pt x="41938" y="6396"/>
                </a:lnTo>
                <a:lnTo>
                  <a:pt x="42000" y="6390"/>
                </a:lnTo>
                <a:lnTo>
                  <a:pt x="34078" y="6691"/>
                </a:lnTo>
                <a:lnTo>
                  <a:pt x="34145" y="6691"/>
                </a:lnTo>
                <a:lnTo>
                  <a:pt x="30622" y="6899"/>
                </a:lnTo>
                <a:lnTo>
                  <a:pt x="30684" y="6893"/>
                </a:lnTo>
                <a:lnTo>
                  <a:pt x="27436" y="7150"/>
                </a:lnTo>
                <a:lnTo>
                  <a:pt x="27509" y="7144"/>
                </a:lnTo>
                <a:lnTo>
                  <a:pt x="24532" y="7444"/>
                </a:lnTo>
                <a:lnTo>
                  <a:pt x="24618" y="7432"/>
                </a:lnTo>
                <a:lnTo>
                  <a:pt x="21898" y="7793"/>
                </a:lnTo>
                <a:lnTo>
                  <a:pt x="22007" y="7775"/>
                </a:lnTo>
                <a:lnTo>
                  <a:pt x="19527" y="8192"/>
                </a:lnTo>
                <a:lnTo>
                  <a:pt x="19655" y="8167"/>
                </a:lnTo>
                <a:lnTo>
                  <a:pt x="17406" y="8639"/>
                </a:lnTo>
                <a:lnTo>
                  <a:pt x="17566" y="8602"/>
                </a:lnTo>
                <a:lnTo>
                  <a:pt x="15538" y="9147"/>
                </a:lnTo>
                <a:lnTo>
                  <a:pt x="15728" y="9092"/>
                </a:lnTo>
                <a:lnTo>
                  <a:pt x="13908" y="9705"/>
                </a:lnTo>
                <a:lnTo>
                  <a:pt x="14129" y="9619"/>
                </a:lnTo>
                <a:lnTo>
                  <a:pt x="12505" y="10312"/>
                </a:lnTo>
                <a:lnTo>
                  <a:pt x="12756" y="10189"/>
                </a:lnTo>
                <a:lnTo>
                  <a:pt x="11323" y="10961"/>
                </a:lnTo>
                <a:lnTo>
                  <a:pt x="11592" y="10796"/>
                </a:lnTo>
                <a:lnTo>
                  <a:pt x="10336" y="11647"/>
                </a:lnTo>
                <a:lnTo>
                  <a:pt x="10612" y="11433"/>
                </a:lnTo>
                <a:lnTo>
                  <a:pt x="9522" y="12370"/>
                </a:lnTo>
                <a:lnTo>
                  <a:pt x="9785" y="12113"/>
                </a:lnTo>
                <a:lnTo>
                  <a:pt x="8847" y="13148"/>
                </a:lnTo>
                <a:lnTo>
                  <a:pt x="9080" y="12854"/>
                </a:lnTo>
                <a:lnTo>
                  <a:pt x="8284" y="13982"/>
                </a:lnTo>
                <a:lnTo>
                  <a:pt x="8473" y="13675"/>
                </a:lnTo>
                <a:lnTo>
                  <a:pt x="7805" y="14907"/>
                </a:lnTo>
                <a:lnTo>
                  <a:pt x="7947" y="14606"/>
                </a:lnTo>
                <a:lnTo>
                  <a:pt x="7395" y="15942"/>
                </a:lnTo>
                <a:lnTo>
                  <a:pt x="7493" y="15673"/>
                </a:lnTo>
                <a:lnTo>
                  <a:pt x="7046" y="17118"/>
                </a:lnTo>
                <a:lnTo>
                  <a:pt x="7107" y="16886"/>
                </a:lnTo>
                <a:lnTo>
                  <a:pt x="6758" y="18442"/>
                </a:lnTo>
                <a:lnTo>
                  <a:pt x="6795" y="18246"/>
                </a:lnTo>
                <a:lnTo>
                  <a:pt x="6531" y="19925"/>
                </a:lnTo>
                <a:lnTo>
                  <a:pt x="6556" y="19771"/>
                </a:lnTo>
                <a:lnTo>
                  <a:pt x="6366" y="21567"/>
                </a:lnTo>
                <a:lnTo>
                  <a:pt x="6378" y="21401"/>
                </a:lnTo>
                <a:lnTo>
                  <a:pt x="6170" y="25378"/>
                </a:lnTo>
                <a:lnTo>
                  <a:pt x="6176" y="25255"/>
                </a:lnTo>
                <a:lnTo>
                  <a:pt x="6127" y="29777"/>
                </a:lnTo>
              </a:path>
            </a:pathLst>
          </a:custGeom>
          <a:solidFill xmlns:a="http://schemas.openxmlformats.org/drawingml/2006/main">
            <a:srgbClr val="7030A0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text-228 [">
            <a:extLst xmlns:a="http://schemas.openxmlformats.org/drawingml/2006/main">
              <a:ext uri="{FF2B5EF4-FFF2-40B4-BE49-F238E27FC236}">
                <a16:creationId xmlns:a16="http://schemas.microsoft.com/office/drawing/2014/main" id="{3545DCAB-6B6B-4879-A831-498C7865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3467" y="3074490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220" name="text-229 TRK">
            <a:extLst xmlns:a="http://schemas.openxmlformats.org/drawingml/2006/main">
              <a:ext uri="{FF2B5EF4-FFF2-40B4-BE49-F238E27FC236}">
                <a16:creationId xmlns:a16="http://schemas.microsoft.com/office/drawing/2014/main" id="{9308127A-4B3A-4137-B126-D07807A7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897" y="3074399"/>
            <a:ext cx="402412" cy="24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TRK</a:t>
            </a:r>
          </a:p>
        </p:txBody>
      </p:sp>
      <p:sp>
        <p:nvSpPr>
          <p:cNvPr id="221" name="text-230 ]">
            <a:extLst xmlns:a="http://schemas.openxmlformats.org/drawingml/2006/main">
              <a:ext uri="{FF2B5EF4-FFF2-40B4-BE49-F238E27FC236}">
                <a16:creationId xmlns:a16="http://schemas.microsoft.com/office/drawing/2014/main" id="{12E898A6-EBDB-4518-80F4-603175A4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4798" y="3074490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222" name="path-231">
            <a:extLst xmlns:a="http://schemas.openxmlformats.org/drawingml/2006/main">
              <a:ext uri="{FF2B5EF4-FFF2-40B4-BE49-F238E27FC236}">
                <a16:creationId xmlns:a16="http://schemas.microsoft.com/office/drawing/2014/main" id="{656329A7-3651-481F-936E-BF338CF1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34" y="3087863"/>
            <a:ext cx="183806" cy="199245"/>
          </a:xfrm>
          <a:custGeom xmlns:a="http://schemas.openxmlformats.org/drawingml/2006/main">
            <a:pathLst>
              <a:path w="183806" h="199245">
                <a:moveTo>
                  <a:pt x="0" y="75728"/>
                </a:moveTo>
                <a:lnTo>
                  <a:pt x="67640" y="71317"/>
                </a:lnTo>
                <a:lnTo>
                  <a:pt x="91904" y="0"/>
                </a:lnTo>
                <a:lnTo>
                  <a:pt x="116900" y="71317"/>
                </a:lnTo>
                <a:lnTo>
                  <a:pt x="183806" y="75728"/>
                </a:lnTo>
                <a:lnTo>
                  <a:pt x="132341" y="124988"/>
                </a:lnTo>
                <a:lnTo>
                  <a:pt x="149251" y="199245"/>
                </a:lnTo>
                <a:lnTo>
                  <a:pt x="91904" y="158073"/>
                </a:lnTo>
                <a:lnTo>
                  <a:pt x="35291" y="199245"/>
                </a:lnTo>
                <a:lnTo>
                  <a:pt x="52201" y="124988"/>
                </a:lnTo>
                <a:lnTo>
                  <a:pt x="0" y="7572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32">
            <a:extLst xmlns:a="http://schemas.openxmlformats.org/drawingml/2006/main">
              <a:ext uri="{FF2B5EF4-FFF2-40B4-BE49-F238E27FC236}">
                <a16:creationId xmlns:a16="http://schemas.microsoft.com/office/drawing/2014/main" id="{AE749329-96E2-4440-B3F0-13255407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151" y="3021387"/>
            <a:ext cx="734918" cy="363017"/>
          </a:xfrm>
          <a:custGeom xmlns:a="http://schemas.openxmlformats.org/drawingml/2006/main">
            <a:pathLst>
              <a:path w="734918" h="363017">
                <a:moveTo>
                  <a:pt x="0" y="26677"/>
                </a:moveTo>
                <a:cubicBezTo>
                  <a:pt x="0" y="1078"/>
                  <a:pt x="2837" y="0"/>
                  <a:pt x="70405" y="0"/>
                </a:cubicBezTo>
                <a:lnTo>
                  <a:pt x="657320" y="288"/>
                </a:lnTo>
                <a:cubicBezTo>
                  <a:pt x="724888" y="288"/>
                  <a:pt x="734727" y="0"/>
                  <a:pt x="734727" y="25604"/>
                </a:cubicBezTo>
                <a:lnTo>
                  <a:pt x="734918" y="337057"/>
                </a:lnTo>
                <a:cubicBezTo>
                  <a:pt x="734918" y="362655"/>
                  <a:pt x="733974" y="363017"/>
                  <a:pt x="666401" y="363017"/>
                </a:cubicBezTo>
                <a:lnTo>
                  <a:pt x="70405" y="361656"/>
                </a:lnTo>
                <a:cubicBezTo>
                  <a:pt x="2837" y="361656"/>
                  <a:pt x="191" y="360652"/>
                  <a:pt x="191" y="335047"/>
                </a:cubicBezTo>
                <a:lnTo>
                  <a:pt x="0" y="26677"/>
                </a:lnTo>
              </a:path>
            </a:pathLst>
          </a:custGeom>
          <a:solidFill xmlns:a="http://schemas.openxmlformats.org/drawingml/2006/main">
            <a:srgbClr val="BA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33">
            <a:extLst xmlns:a="http://schemas.openxmlformats.org/drawingml/2006/main">
              <a:ext uri="{FF2B5EF4-FFF2-40B4-BE49-F238E27FC236}">
                <a16:creationId xmlns:a16="http://schemas.microsoft.com/office/drawing/2014/main" id="{A110E29C-E640-4FA3-A0B0-24B17406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088" y="3018323"/>
            <a:ext cx="741043" cy="369143"/>
          </a:xfrm>
          <a:custGeom xmlns:a="http://schemas.openxmlformats.org/drawingml/2006/main">
            <a:pathLst>
              <a:path w="741043" h="369143">
                <a:moveTo>
                  <a:pt x="49" y="25126"/>
                </a:moveTo>
                <a:lnTo>
                  <a:pt x="263" y="21003"/>
                </a:lnTo>
                <a:lnTo>
                  <a:pt x="472" y="19049"/>
                </a:lnTo>
                <a:lnTo>
                  <a:pt x="760" y="17198"/>
                </a:lnTo>
                <a:lnTo>
                  <a:pt x="1158" y="15428"/>
                </a:lnTo>
                <a:lnTo>
                  <a:pt x="1679" y="13736"/>
                </a:lnTo>
                <a:lnTo>
                  <a:pt x="2346" y="12119"/>
                </a:lnTo>
                <a:lnTo>
                  <a:pt x="3180" y="10587"/>
                </a:lnTo>
                <a:lnTo>
                  <a:pt x="4190" y="9154"/>
                </a:lnTo>
                <a:lnTo>
                  <a:pt x="5386" y="7849"/>
                </a:lnTo>
                <a:lnTo>
                  <a:pt x="6758" y="6672"/>
                </a:lnTo>
                <a:lnTo>
                  <a:pt x="8290" y="5631"/>
                </a:lnTo>
                <a:lnTo>
                  <a:pt x="9981" y="4724"/>
                </a:lnTo>
                <a:lnTo>
                  <a:pt x="11836" y="3933"/>
                </a:lnTo>
                <a:lnTo>
                  <a:pt x="13860" y="3253"/>
                </a:lnTo>
                <a:lnTo>
                  <a:pt x="16058" y="2665"/>
                </a:lnTo>
                <a:lnTo>
                  <a:pt x="18448" y="2157"/>
                </a:lnTo>
                <a:lnTo>
                  <a:pt x="21045" y="1722"/>
                </a:lnTo>
                <a:lnTo>
                  <a:pt x="23871" y="1354"/>
                </a:lnTo>
                <a:lnTo>
                  <a:pt x="26927" y="1042"/>
                </a:lnTo>
                <a:lnTo>
                  <a:pt x="30230" y="784"/>
                </a:lnTo>
                <a:lnTo>
                  <a:pt x="33814" y="570"/>
                </a:lnTo>
                <a:lnTo>
                  <a:pt x="41797" y="270"/>
                </a:lnTo>
                <a:lnTo>
                  <a:pt x="51006" y="98"/>
                </a:lnTo>
                <a:lnTo>
                  <a:pt x="61531" y="19"/>
                </a:lnTo>
                <a:lnTo>
                  <a:pt x="73468" y="0"/>
                </a:lnTo>
                <a:lnTo>
                  <a:pt x="660383" y="288"/>
                </a:lnTo>
                <a:lnTo>
                  <a:pt x="683127" y="325"/>
                </a:lnTo>
                <a:lnTo>
                  <a:pt x="692672" y="429"/>
                </a:lnTo>
                <a:lnTo>
                  <a:pt x="701097" y="643"/>
                </a:lnTo>
                <a:lnTo>
                  <a:pt x="708467" y="1005"/>
                </a:lnTo>
                <a:lnTo>
                  <a:pt x="711805" y="1262"/>
                </a:lnTo>
                <a:lnTo>
                  <a:pt x="714908" y="1562"/>
                </a:lnTo>
                <a:lnTo>
                  <a:pt x="717792" y="1930"/>
                </a:lnTo>
                <a:lnTo>
                  <a:pt x="720476" y="2365"/>
                </a:lnTo>
                <a:lnTo>
                  <a:pt x="722963" y="2874"/>
                </a:lnTo>
                <a:lnTo>
                  <a:pt x="725272" y="3462"/>
                </a:lnTo>
                <a:lnTo>
                  <a:pt x="727411" y="4148"/>
                </a:lnTo>
                <a:lnTo>
                  <a:pt x="729383" y="4938"/>
                </a:lnTo>
                <a:lnTo>
                  <a:pt x="731209" y="5851"/>
                </a:lnTo>
                <a:lnTo>
                  <a:pt x="732876" y="6893"/>
                </a:lnTo>
                <a:lnTo>
                  <a:pt x="734383" y="8069"/>
                </a:lnTo>
                <a:lnTo>
                  <a:pt x="735725" y="9392"/>
                </a:lnTo>
                <a:lnTo>
                  <a:pt x="736890" y="10845"/>
                </a:lnTo>
                <a:lnTo>
                  <a:pt x="737876" y="12419"/>
                </a:lnTo>
                <a:lnTo>
                  <a:pt x="738697" y="14104"/>
                </a:lnTo>
                <a:lnTo>
                  <a:pt x="739360" y="15881"/>
                </a:lnTo>
                <a:lnTo>
                  <a:pt x="739873" y="17756"/>
                </a:lnTo>
                <a:lnTo>
                  <a:pt x="740259" y="19722"/>
                </a:lnTo>
                <a:lnTo>
                  <a:pt x="740536" y="21793"/>
                </a:lnTo>
                <a:lnTo>
                  <a:pt x="740719" y="23962"/>
                </a:lnTo>
                <a:lnTo>
                  <a:pt x="740823" y="26254"/>
                </a:lnTo>
                <a:lnTo>
                  <a:pt x="740855" y="28643"/>
                </a:lnTo>
                <a:lnTo>
                  <a:pt x="741043" y="340126"/>
                </a:lnTo>
                <a:lnTo>
                  <a:pt x="741013" y="344697"/>
                </a:lnTo>
                <a:lnTo>
                  <a:pt x="740866" y="348765"/>
                </a:lnTo>
                <a:lnTo>
                  <a:pt x="740706" y="350690"/>
                </a:lnTo>
                <a:lnTo>
                  <a:pt x="740473" y="352503"/>
                </a:lnTo>
                <a:lnTo>
                  <a:pt x="740143" y="354237"/>
                </a:lnTo>
                <a:lnTo>
                  <a:pt x="739701" y="355903"/>
                </a:lnTo>
                <a:lnTo>
                  <a:pt x="739113" y="357496"/>
                </a:lnTo>
                <a:lnTo>
                  <a:pt x="738360" y="359009"/>
                </a:lnTo>
                <a:lnTo>
                  <a:pt x="737429" y="360431"/>
                </a:lnTo>
                <a:lnTo>
                  <a:pt x="736313" y="361730"/>
                </a:lnTo>
                <a:lnTo>
                  <a:pt x="735016" y="362894"/>
                </a:lnTo>
                <a:lnTo>
                  <a:pt x="733556" y="363917"/>
                </a:lnTo>
                <a:lnTo>
                  <a:pt x="731932" y="364806"/>
                </a:lnTo>
                <a:lnTo>
                  <a:pt x="730151" y="365565"/>
                </a:lnTo>
                <a:lnTo>
                  <a:pt x="728208" y="366215"/>
                </a:lnTo>
                <a:lnTo>
                  <a:pt x="726088" y="366772"/>
                </a:lnTo>
                <a:lnTo>
                  <a:pt x="723784" y="367250"/>
                </a:lnTo>
                <a:lnTo>
                  <a:pt x="721266" y="367648"/>
                </a:lnTo>
                <a:lnTo>
                  <a:pt x="718528" y="367986"/>
                </a:lnTo>
                <a:lnTo>
                  <a:pt x="715538" y="368267"/>
                </a:lnTo>
                <a:lnTo>
                  <a:pt x="708822" y="368684"/>
                </a:lnTo>
                <a:lnTo>
                  <a:pt x="700949" y="368941"/>
                </a:lnTo>
                <a:lnTo>
                  <a:pt x="691839" y="369076"/>
                </a:lnTo>
                <a:lnTo>
                  <a:pt x="669471" y="369143"/>
                </a:lnTo>
                <a:lnTo>
                  <a:pt x="73461" y="367783"/>
                </a:lnTo>
                <a:lnTo>
                  <a:pt x="73468" y="367783"/>
                </a:lnTo>
                <a:lnTo>
                  <a:pt x="61531" y="367765"/>
                </a:lnTo>
                <a:lnTo>
                  <a:pt x="51012" y="367685"/>
                </a:lnTo>
                <a:lnTo>
                  <a:pt x="41816" y="367520"/>
                </a:lnTo>
                <a:lnTo>
                  <a:pt x="33844" y="367219"/>
                </a:lnTo>
                <a:lnTo>
                  <a:pt x="30273" y="367011"/>
                </a:lnTo>
                <a:lnTo>
                  <a:pt x="26970" y="366754"/>
                </a:lnTo>
                <a:lnTo>
                  <a:pt x="23919" y="366447"/>
                </a:lnTo>
                <a:lnTo>
                  <a:pt x="21113" y="366080"/>
                </a:lnTo>
                <a:lnTo>
                  <a:pt x="18521" y="365651"/>
                </a:lnTo>
                <a:lnTo>
                  <a:pt x="16139" y="365142"/>
                </a:lnTo>
                <a:lnTo>
                  <a:pt x="13944" y="364560"/>
                </a:lnTo>
                <a:lnTo>
                  <a:pt x="11930" y="363881"/>
                </a:lnTo>
                <a:lnTo>
                  <a:pt x="10084" y="363096"/>
                </a:lnTo>
                <a:lnTo>
                  <a:pt x="8399" y="362190"/>
                </a:lnTo>
                <a:lnTo>
                  <a:pt x="6874" y="361154"/>
                </a:lnTo>
                <a:lnTo>
                  <a:pt x="5508" y="359977"/>
                </a:lnTo>
                <a:lnTo>
                  <a:pt x="4325" y="358673"/>
                </a:lnTo>
                <a:lnTo>
                  <a:pt x="3321" y="357245"/>
                </a:lnTo>
                <a:lnTo>
                  <a:pt x="2493" y="355713"/>
                </a:lnTo>
                <a:lnTo>
                  <a:pt x="1832" y="354096"/>
                </a:lnTo>
                <a:lnTo>
                  <a:pt x="1317" y="352405"/>
                </a:lnTo>
                <a:lnTo>
                  <a:pt x="931" y="350634"/>
                </a:lnTo>
                <a:lnTo>
                  <a:pt x="643" y="348790"/>
                </a:lnTo>
                <a:lnTo>
                  <a:pt x="441" y="346842"/>
                </a:lnTo>
                <a:lnTo>
                  <a:pt x="233" y="342724"/>
                </a:lnTo>
                <a:lnTo>
                  <a:pt x="190" y="338129"/>
                </a:lnTo>
                <a:lnTo>
                  <a:pt x="0" y="29728"/>
                </a:lnTo>
                <a:lnTo>
                  <a:pt x="49" y="25126"/>
                </a:lnTo>
                <a:moveTo>
                  <a:pt x="6126" y="29777"/>
                </a:moveTo>
                <a:lnTo>
                  <a:pt x="6126" y="29740"/>
                </a:lnTo>
                <a:lnTo>
                  <a:pt x="6316" y="338111"/>
                </a:lnTo>
                <a:lnTo>
                  <a:pt x="6316" y="338080"/>
                </a:lnTo>
                <a:lnTo>
                  <a:pt x="6360" y="342596"/>
                </a:lnTo>
                <a:lnTo>
                  <a:pt x="6360" y="342473"/>
                </a:lnTo>
                <a:lnTo>
                  <a:pt x="6555" y="346449"/>
                </a:lnTo>
                <a:lnTo>
                  <a:pt x="6544" y="346290"/>
                </a:lnTo>
                <a:lnTo>
                  <a:pt x="6733" y="348085"/>
                </a:lnTo>
                <a:lnTo>
                  <a:pt x="6709" y="347932"/>
                </a:lnTo>
                <a:lnTo>
                  <a:pt x="6972" y="349605"/>
                </a:lnTo>
                <a:lnTo>
                  <a:pt x="6936" y="349415"/>
                </a:lnTo>
                <a:lnTo>
                  <a:pt x="7279" y="350971"/>
                </a:lnTo>
                <a:lnTo>
                  <a:pt x="7218" y="350738"/>
                </a:lnTo>
                <a:lnTo>
                  <a:pt x="7653" y="352178"/>
                </a:lnTo>
                <a:lnTo>
                  <a:pt x="7554" y="351908"/>
                </a:lnTo>
                <a:lnTo>
                  <a:pt x="8100" y="353244"/>
                </a:lnTo>
                <a:lnTo>
                  <a:pt x="7959" y="352944"/>
                </a:lnTo>
                <a:lnTo>
                  <a:pt x="8626" y="354170"/>
                </a:lnTo>
                <a:lnTo>
                  <a:pt x="8437" y="353863"/>
                </a:lnTo>
                <a:lnTo>
                  <a:pt x="9227" y="354991"/>
                </a:lnTo>
                <a:lnTo>
                  <a:pt x="8988" y="354696"/>
                </a:lnTo>
                <a:lnTo>
                  <a:pt x="9925" y="355720"/>
                </a:lnTo>
                <a:lnTo>
                  <a:pt x="9655" y="355462"/>
                </a:lnTo>
                <a:lnTo>
                  <a:pt x="10741" y="356400"/>
                </a:lnTo>
                <a:lnTo>
                  <a:pt x="10459" y="356185"/>
                </a:lnTo>
                <a:lnTo>
                  <a:pt x="11709" y="357031"/>
                </a:lnTo>
                <a:lnTo>
                  <a:pt x="11439" y="356865"/>
                </a:lnTo>
                <a:lnTo>
                  <a:pt x="12860" y="357631"/>
                </a:lnTo>
                <a:lnTo>
                  <a:pt x="12609" y="357508"/>
                </a:lnTo>
                <a:lnTo>
                  <a:pt x="14220" y="358194"/>
                </a:lnTo>
                <a:lnTo>
                  <a:pt x="13999" y="358115"/>
                </a:lnTo>
                <a:lnTo>
                  <a:pt x="15813" y="358722"/>
                </a:lnTo>
                <a:lnTo>
                  <a:pt x="15623" y="358666"/>
                </a:lnTo>
                <a:lnTo>
                  <a:pt x="17638" y="359205"/>
                </a:lnTo>
                <a:lnTo>
                  <a:pt x="17485" y="359169"/>
                </a:lnTo>
                <a:lnTo>
                  <a:pt x="19722" y="359641"/>
                </a:lnTo>
                <a:lnTo>
                  <a:pt x="19594" y="359616"/>
                </a:lnTo>
                <a:lnTo>
                  <a:pt x="22063" y="360026"/>
                </a:lnTo>
                <a:lnTo>
                  <a:pt x="21952" y="360014"/>
                </a:lnTo>
                <a:lnTo>
                  <a:pt x="24666" y="360363"/>
                </a:lnTo>
                <a:lnTo>
                  <a:pt x="24581" y="360358"/>
                </a:lnTo>
                <a:lnTo>
                  <a:pt x="27552" y="360658"/>
                </a:lnTo>
                <a:lnTo>
                  <a:pt x="27480" y="360652"/>
                </a:lnTo>
                <a:lnTo>
                  <a:pt x="30714" y="360903"/>
                </a:lnTo>
                <a:lnTo>
                  <a:pt x="30659" y="360897"/>
                </a:lnTo>
                <a:lnTo>
                  <a:pt x="34170" y="361105"/>
                </a:lnTo>
                <a:lnTo>
                  <a:pt x="34107" y="361099"/>
                </a:lnTo>
                <a:lnTo>
                  <a:pt x="42011" y="361393"/>
                </a:lnTo>
                <a:lnTo>
                  <a:pt x="41957" y="361393"/>
                </a:lnTo>
                <a:lnTo>
                  <a:pt x="51111" y="361558"/>
                </a:lnTo>
                <a:lnTo>
                  <a:pt x="51074" y="361558"/>
                </a:lnTo>
                <a:lnTo>
                  <a:pt x="61568" y="361638"/>
                </a:lnTo>
                <a:lnTo>
                  <a:pt x="61550" y="361638"/>
                </a:lnTo>
                <a:lnTo>
                  <a:pt x="73472" y="361656"/>
                </a:lnTo>
                <a:lnTo>
                  <a:pt x="669475" y="363017"/>
                </a:lnTo>
                <a:lnTo>
                  <a:pt x="669457" y="363017"/>
                </a:lnTo>
                <a:lnTo>
                  <a:pt x="691802" y="362949"/>
                </a:lnTo>
                <a:lnTo>
                  <a:pt x="691765" y="362949"/>
                </a:lnTo>
                <a:lnTo>
                  <a:pt x="700834" y="362814"/>
                </a:lnTo>
                <a:lnTo>
                  <a:pt x="700778" y="362814"/>
                </a:lnTo>
                <a:lnTo>
                  <a:pt x="708578" y="362563"/>
                </a:lnTo>
                <a:lnTo>
                  <a:pt x="708485" y="362563"/>
                </a:lnTo>
                <a:lnTo>
                  <a:pt x="715109" y="362159"/>
                </a:lnTo>
                <a:lnTo>
                  <a:pt x="715011" y="362165"/>
                </a:lnTo>
                <a:lnTo>
                  <a:pt x="717910" y="361889"/>
                </a:lnTo>
                <a:lnTo>
                  <a:pt x="717824" y="361902"/>
                </a:lnTo>
                <a:lnTo>
                  <a:pt x="720463" y="361577"/>
                </a:lnTo>
                <a:lnTo>
                  <a:pt x="720354" y="361589"/>
                </a:lnTo>
                <a:lnTo>
                  <a:pt x="722749" y="361209"/>
                </a:lnTo>
                <a:lnTo>
                  <a:pt x="722614" y="361234"/>
                </a:lnTo>
                <a:lnTo>
                  <a:pt x="724777" y="360786"/>
                </a:lnTo>
                <a:lnTo>
                  <a:pt x="724612" y="360829"/>
                </a:lnTo>
                <a:lnTo>
                  <a:pt x="726553" y="360315"/>
                </a:lnTo>
                <a:lnTo>
                  <a:pt x="726358" y="360376"/>
                </a:lnTo>
                <a:lnTo>
                  <a:pt x="728086" y="359794"/>
                </a:lnTo>
                <a:lnTo>
                  <a:pt x="727852" y="359886"/>
                </a:lnTo>
                <a:lnTo>
                  <a:pt x="729383" y="359230"/>
                </a:lnTo>
                <a:lnTo>
                  <a:pt x="729121" y="359359"/>
                </a:lnTo>
                <a:lnTo>
                  <a:pt x="730469" y="358623"/>
                </a:lnTo>
                <a:lnTo>
                  <a:pt x="730181" y="358801"/>
                </a:lnTo>
                <a:lnTo>
                  <a:pt x="731351" y="357980"/>
                </a:lnTo>
                <a:lnTo>
                  <a:pt x="731058" y="358213"/>
                </a:lnTo>
                <a:lnTo>
                  <a:pt x="732067" y="357306"/>
                </a:lnTo>
                <a:lnTo>
                  <a:pt x="731793" y="357588"/>
                </a:lnTo>
                <a:lnTo>
                  <a:pt x="732651" y="356589"/>
                </a:lnTo>
                <a:lnTo>
                  <a:pt x="732417" y="356902"/>
                </a:lnTo>
                <a:lnTo>
                  <a:pt x="733140" y="355805"/>
                </a:lnTo>
                <a:lnTo>
                  <a:pt x="732955" y="356124"/>
                </a:lnTo>
                <a:lnTo>
                  <a:pt x="733551" y="354923"/>
                </a:lnTo>
                <a:lnTo>
                  <a:pt x="733423" y="355223"/>
                </a:lnTo>
                <a:lnTo>
                  <a:pt x="733899" y="353918"/>
                </a:lnTo>
                <a:lnTo>
                  <a:pt x="733813" y="354181"/>
                </a:lnTo>
                <a:lnTo>
                  <a:pt x="734199" y="352766"/>
                </a:lnTo>
                <a:lnTo>
                  <a:pt x="734145" y="352987"/>
                </a:lnTo>
                <a:lnTo>
                  <a:pt x="734439" y="351455"/>
                </a:lnTo>
                <a:lnTo>
                  <a:pt x="734409" y="351633"/>
                </a:lnTo>
                <a:lnTo>
                  <a:pt x="734623" y="349979"/>
                </a:lnTo>
                <a:lnTo>
                  <a:pt x="734604" y="350113"/>
                </a:lnTo>
                <a:lnTo>
                  <a:pt x="734751" y="348330"/>
                </a:lnTo>
                <a:lnTo>
                  <a:pt x="734746" y="348471"/>
                </a:lnTo>
                <a:lnTo>
                  <a:pt x="734892" y="344520"/>
                </a:lnTo>
                <a:lnTo>
                  <a:pt x="734892" y="344612"/>
                </a:lnTo>
                <a:lnTo>
                  <a:pt x="734918" y="340102"/>
                </a:lnTo>
                <a:lnTo>
                  <a:pt x="734918" y="340121"/>
                </a:lnTo>
                <a:lnTo>
                  <a:pt x="734727" y="28667"/>
                </a:lnTo>
                <a:lnTo>
                  <a:pt x="734727" y="28704"/>
                </a:lnTo>
                <a:lnTo>
                  <a:pt x="734697" y="26382"/>
                </a:lnTo>
                <a:lnTo>
                  <a:pt x="734702" y="26474"/>
                </a:lnTo>
                <a:lnTo>
                  <a:pt x="734604" y="24299"/>
                </a:lnTo>
                <a:lnTo>
                  <a:pt x="734611" y="24422"/>
                </a:lnTo>
                <a:lnTo>
                  <a:pt x="734439" y="22381"/>
                </a:lnTo>
                <a:lnTo>
                  <a:pt x="734457" y="22535"/>
                </a:lnTo>
                <a:lnTo>
                  <a:pt x="734199" y="20635"/>
                </a:lnTo>
                <a:lnTo>
                  <a:pt x="734231" y="20819"/>
                </a:lnTo>
                <a:lnTo>
                  <a:pt x="733881" y="19055"/>
                </a:lnTo>
                <a:lnTo>
                  <a:pt x="733931" y="19275"/>
                </a:lnTo>
                <a:lnTo>
                  <a:pt x="733483" y="17633"/>
                </a:lnTo>
                <a:lnTo>
                  <a:pt x="733562" y="17884"/>
                </a:lnTo>
                <a:lnTo>
                  <a:pt x="733005" y="16371"/>
                </a:lnTo>
                <a:lnTo>
                  <a:pt x="733122" y="16647"/>
                </a:lnTo>
                <a:lnTo>
                  <a:pt x="732441" y="15250"/>
                </a:lnTo>
                <a:lnTo>
                  <a:pt x="732601" y="15538"/>
                </a:lnTo>
                <a:lnTo>
                  <a:pt x="731798" y="14257"/>
                </a:lnTo>
                <a:lnTo>
                  <a:pt x="732000" y="14545"/>
                </a:lnTo>
                <a:lnTo>
                  <a:pt x="731058" y="13369"/>
                </a:lnTo>
                <a:lnTo>
                  <a:pt x="731295" y="13632"/>
                </a:lnTo>
                <a:lnTo>
                  <a:pt x="730205" y="12560"/>
                </a:lnTo>
                <a:lnTo>
                  <a:pt x="730469" y="12793"/>
                </a:lnTo>
                <a:lnTo>
                  <a:pt x="729225" y="11819"/>
                </a:lnTo>
                <a:lnTo>
                  <a:pt x="729488" y="12002"/>
                </a:lnTo>
                <a:lnTo>
                  <a:pt x="728086" y="11126"/>
                </a:lnTo>
                <a:lnTo>
                  <a:pt x="728337" y="11267"/>
                </a:lnTo>
                <a:lnTo>
                  <a:pt x="726763" y="10477"/>
                </a:lnTo>
                <a:lnTo>
                  <a:pt x="726988" y="10581"/>
                </a:lnTo>
                <a:lnTo>
                  <a:pt x="725230" y="9877"/>
                </a:lnTo>
                <a:lnTo>
                  <a:pt x="725432" y="9950"/>
                </a:lnTo>
                <a:lnTo>
                  <a:pt x="723491" y="9325"/>
                </a:lnTo>
                <a:lnTo>
                  <a:pt x="723662" y="9374"/>
                </a:lnTo>
                <a:lnTo>
                  <a:pt x="721518" y="8823"/>
                </a:lnTo>
                <a:lnTo>
                  <a:pt x="721664" y="8859"/>
                </a:lnTo>
                <a:lnTo>
                  <a:pt x="719312" y="8381"/>
                </a:lnTo>
                <a:lnTo>
                  <a:pt x="719440" y="8400"/>
                </a:lnTo>
                <a:lnTo>
                  <a:pt x="716873" y="7989"/>
                </a:lnTo>
                <a:lnTo>
                  <a:pt x="716970" y="8002"/>
                </a:lnTo>
                <a:lnTo>
                  <a:pt x="714184" y="7646"/>
                </a:lnTo>
                <a:lnTo>
                  <a:pt x="714270" y="7659"/>
                </a:lnTo>
                <a:lnTo>
                  <a:pt x="711243" y="7358"/>
                </a:lnTo>
                <a:lnTo>
                  <a:pt x="711310" y="7365"/>
                </a:lnTo>
                <a:lnTo>
                  <a:pt x="708044" y="7119"/>
                </a:lnTo>
                <a:lnTo>
                  <a:pt x="708124" y="7126"/>
                </a:lnTo>
                <a:lnTo>
                  <a:pt x="700834" y="6764"/>
                </a:lnTo>
                <a:lnTo>
                  <a:pt x="700901" y="6770"/>
                </a:lnTo>
                <a:lnTo>
                  <a:pt x="692537" y="6556"/>
                </a:lnTo>
                <a:lnTo>
                  <a:pt x="692581" y="6556"/>
                </a:lnTo>
                <a:lnTo>
                  <a:pt x="683071" y="6452"/>
                </a:lnTo>
                <a:lnTo>
                  <a:pt x="683102" y="6452"/>
                </a:lnTo>
                <a:lnTo>
                  <a:pt x="660378" y="6415"/>
                </a:lnTo>
                <a:lnTo>
                  <a:pt x="73468" y="6127"/>
                </a:lnTo>
                <a:lnTo>
                  <a:pt x="73472" y="6127"/>
                </a:lnTo>
                <a:lnTo>
                  <a:pt x="61550" y="6145"/>
                </a:lnTo>
                <a:lnTo>
                  <a:pt x="61568" y="6145"/>
                </a:lnTo>
                <a:lnTo>
                  <a:pt x="51067" y="6225"/>
                </a:lnTo>
                <a:lnTo>
                  <a:pt x="51104" y="6225"/>
                </a:lnTo>
                <a:lnTo>
                  <a:pt x="41938" y="6397"/>
                </a:lnTo>
                <a:lnTo>
                  <a:pt x="42000" y="6390"/>
                </a:lnTo>
                <a:lnTo>
                  <a:pt x="34077" y="6690"/>
                </a:lnTo>
                <a:lnTo>
                  <a:pt x="34144" y="6690"/>
                </a:lnTo>
                <a:lnTo>
                  <a:pt x="30621" y="6899"/>
                </a:lnTo>
                <a:lnTo>
                  <a:pt x="30683" y="6893"/>
                </a:lnTo>
                <a:lnTo>
                  <a:pt x="27436" y="7150"/>
                </a:lnTo>
                <a:lnTo>
                  <a:pt x="27510" y="7144"/>
                </a:lnTo>
                <a:lnTo>
                  <a:pt x="24531" y="7444"/>
                </a:lnTo>
                <a:lnTo>
                  <a:pt x="24617" y="7432"/>
                </a:lnTo>
                <a:lnTo>
                  <a:pt x="21898" y="7793"/>
                </a:lnTo>
                <a:lnTo>
                  <a:pt x="22008" y="7775"/>
                </a:lnTo>
                <a:lnTo>
                  <a:pt x="19527" y="8192"/>
                </a:lnTo>
                <a:lnTo>
                  <a:pt x="19655" y="8167"/>
                </a:lnTo>
                <a:lnTo>
                  <a:pt x="17406" y="8639"/>
                </a:lnTo>
                <a:lnTo>
                  <a:pt x="17565" y="8602"/>
                </a:lnTo>
                <a:lnTo>
                  <a:pt x="15537" y="9147"/>
                </a:lnTo>
                <a:lnTo>
                  <a:pt x="15727" y="9092"/>
                </a:lnTo>
                <a:lnTo>
                  <a:pt x="13908" y="9705"/>
                </a:lnTo>
                <a:lnTo>
                  <a:pt x="14128" y="9619"/>
                </a:lnTo>
                <a:lnTo>
                  <a:pt x="12504" y="10312"/>
                </a:lnTo>
                <a:lnTo>
                  <a:pt x="12756" y="10189"/>
                </a:lnTo>
                <a:lnTo>
                  <a:pt x="11323" y="10961"/>
                </a:lnTo>
                <a:lnTo>
                  <a:pt x="11592" y="10796"/>
                </a:lnTo>
                <a:lnTo>
                  <a:pt x="10337" y="11647"/>
                </a:lnTo>
                <a:lnTo>
                  <a:pt x="10611" y="11433"/>
                </a:lnTo>
                <a:lnTo>
                  <a:pt x="9520" y="12370"/>
                </a:lnTo>
                <a:lnTo>
                  <a:pt x="9784" y="12113"/>
                </a:lnTo>
                <a:lnTo>
                  <a:pt x="8847" y="13148"/>
                </a:lnTo>
                <a:lnTo>
                  <a:pt x="9080" y="12854"/>
                </a:lnTo>
                <a:lnTo>
                  <a:pt x="8283" y="13981"/>
                </a:lnTo>
                <a:lnTo>
                  <a:pt x="8474" y="13675"/>
                </a:lnTo>
                <a:lnTo>
                  <a:pt x="7805" y="14907"/>
                </a:lnTo>
                <a:lnTo>
                  <a:pt x="7946" y="14607"/>
                </a:lnTo>
                <a:lnTo>
                  <a:pt x="7395" y="15942"/>
                </a:lnTo>
                <a:lnTo>
                  <a:pt x="7493" y="15672"/>
                </a:lnTo>
                <a:lnTo>
                  <a:pt x="7046" y="17119"/>
                </a:lnTo>
                <a:lnTo>
                  <a:pt x="7107" y="16886"/>
                </a:lnTo>
                <a:lnTo>
                  <a:pt x="6758" y="18442"/>
                </a:lnTo>
                <a:lnTo>
                  <a:pt x="6795" y="18246"/>
                </a:lnTo>
                <a:lnTo>
                  <a:pt x="6531" y="19924"/>
                </a:lnTo>
                <a:lnTo>
                  <a:pt x="6555" y="19771"/>
                </a:lnTo>
                <a:lnTo>
                  <a:pt x="6365" y="21567"/>
                </a:lnTo>
                <a:lnTo>
                  <a:pt x="6379" y="21401"/>
                </a:lnTo>
                <a:lnTo>
                  <a:pt x="6169" y="25378"/>
                </a:lnTo>
                <a:lnTo>
                  <a:pt x="6176" y="25255"/>
                </a:lnTo>
                <a:lnTo>
                  <a:pt x="6126" y="29777"/>
                </a:lnTo>
              </a:path>
            </a:pathLst>
          </a:custGeom>
          <a:solidFill xmlns:a="http://schemas.openxmlformats.org/drawingml/2006/main">
            <a:srgbClr val="7030A0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text-234 [">
            <a:extLst xmlns:a="http://schemas.openxmlformats.org/drawingml/2006/main">
              <a:ext uri="{FF2B5EF4-FFF2-40B4-BE49-F238E27FC236}">
                <a16:creationId xmlns:a16="http://schemas.microsoft.com/office/drawing/2014/main" id="{E80ED5B5-B816-485D-AC9A-B7E30F13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0571" y="3074795"/>
            <a:ext cx="87887" cy="240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226" name="text-235 TRK">
            <a:extLst xmlns:a="http://schemas.openxmlformats.org/drawingml/2006/main">
              <a:ext uri="{FF2B5EF4-FFF2-40B4-BE49-F238E27FC236}">
                <a16:creationId xmlns:a16="http://schemas.microsoft.com/office/drawing/2014/main" id="{D54ED817-914F-40DF-80BC-D3AD87D6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0002" y="3074705"/>
            <a:ext cx="402412" cy="24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TRK</a:t>
            </a:r>
          </a:p>
        </p:txBody>
      </p:sp>
      <p:sp>
        <p:nvSpPr>
          <p:cNvPr id="227" name="text-236 ]">
            <a:extLst xmlns:a="http://schemas.openxmlformats.org/drawingml/2006/main">
              <a:ext uri="{FF2B5EF4-FFF2-40B4-BE49-F238E27FC236}">
                <a16:creationId xmlns:a16="http://schemas.microsoft.com/office/drawing/2014/main" id="{F86000A1-6549-4B3C-80F1-F6E2CC51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1902" y="3074795"/>
            <a:ext cx="87887" cy="240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228" name="path-237">
            <a:extLst xmlns:a="http://schemas.openxmlformats.org/drawingml/2006/main">
              <a:ext uri="{FF2B5EF4-FFF2-40B4-BE49-F238E27FC236}">
                <a16:creationId xmlns:a16="http://schemas.microsoft.com/office/drawing/2014/main" id="{E623C810-FE57-483F-9732-25E532C5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252" y="3087863"/>
            <a:ext cx="183806" cy="199245"/>
          </a:xfrm>
          <a:custGeom xmlns:a="http://schemas.openxmlformats.org/drawingml/2006/main">
            <a:pathLst>
              <a:path w="183806" h="199245">
                <a:moveTo>
                  <a:pt x="0" y="76463"/>
                </a:moveTo>
                <a:lnTo>
                  <a:pt x="66905" y="72052"/>
                </a:lnTo>
                <a:lnTo>
                  <a:pt x="91903" y="0"/>
                </a:lnTo>
                <a:lnTo>
                  <a:pt x="116166" y="72052"/>
                </a:lnTo>
                <a:lnTo>
                  <a:pt x="183806" y="76463"/>
                </a:lnTo>
                <a:lnTo>
                  <a:pt x="131605" y="124988"/>
                </a:lnTo>
                <a:lnTo>
                  <a:pt x="148515" y="199245"/>
                </a:lnTo>
                <a:lnTo>
                  <a:pt x="91903" y="158073"/>
                </a:lnTo>
                <a:lnTo>
                  <a:pt x="34555" y="199245"/>
                </a:lnTo>
                <a:lnTo>
                  <a:pt x="51465" y="124988"/>
                </a:lnTo>
                <a:lnTo>
                  <a:pt x="0" y="7646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238">
            <a:extLst xmlns:a="http://schemas.openxmlformats.org/drawingml/2006/main">
              <a:ext uri="{FF2B5EF4-FFF2-40B4-BE49-F238E27FC236}">
                <a16:creationId xmlns:a16="http://schemas.microsoft.com/office/drawing/2014/main" id="{280368A0-865B-4196-8296-93AFF61D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773" y="4537785"/>
            <a:ext cx="734917" cy="363016"/>
          </a:xfrm>
          <a:custGeom xmlns:a="http://schemas.openxmlformats.org/drawingml/2006/main">
            <a:pathLst>
              <a:path w="734917" h="363016">
                <a:moveTo>
                  <a:pt x="0" y="26676"/>
                </a:moveTo>
                <a:cubicBezTo>
                  <a:pt x="0" y="1078"/>
                  <a:pt x="2836" y="0"/>
                  <a:pt x="70403" y="0"/>
                </a:cubicBezTo>
                <a:lnTo>
                  <a:pt x="657320" y="288"/>
                </a:lnTo>
                <a:cubicBezTo>
                  <a:pt x="724887" y="288"/>
                  <a:pt x="734727" y="0"/>
                  <a:pt x="734727" y="25604"/>
                </a:cubicBezTo>
                <a:lnTo>
                  <a:pt x="734917" y="337057"/>
                </a:lnTo>
                <a:cubicBezTo>
                  <a:pt x="734917" y="362662"/>
                  <a:pt x="733967" y="363016"/>
                  <a:pt x="666400" y="363016"/>
                </a:cubicBezTo>
                <a:lnTo>
                  <a:pt x="70403" y="361656"/>
                </a:lnTo>
                <a:cubicBezTo>
                  <a:pt x="2836" y="361656"/>
                  <a:pt x="190" y="360651"/>
                  <a:pt x="19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A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239">
            <a:extLst xmlns:a="http://schemas.openxmlformats.org/drawingml/2006/main">
              <a:ext uri="{FF2B5EF4-FFF2-40B4-BE49-F238E27FC236}">
                <a16:creationId xmlns:a16="http://schemas.microsoft.com/office/drawing/2014/main" id="{9C14165F-B429-42E9-A893-B9112E05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710" y="4534721"/>
            <a:ext cx="741043" cy="369144"/>
          </a:xfrm>
          <a:custGeom xmlns:a="http://schemas.openxmlformats.org/drawingml/2006/main">
            <a:pathLst>
              <a:path w="741043" h="369144">
                <a:moveTo>
                  <a:pt x="49" y="25126"/>
                </a:moveTo>
                <a:lnTo>
                  <a:pt x="263" y="21003"/>
                </a:lnTo>
                <a:lnTo>
                  <a:pt x="471" y="19049"/>
                </a:lnTo>
                <a:lnTo>
                  <a:pt x="759" y="17198"/>
                </a:lnTo>
                <a:lnTo>
                  <a:pt x="1157" y="15428"/>
                </a:lnTo>
                <a:lnTo>
                  <a:pt x="1678" y="13737"/>
                </a:lnTo>
                <a:lnTo>
                  <a:pt x="2346" y="12119"/>
                </a:lnTo>
                <a:lnTo>
                  <a:pt x="3179" y="10588"/>
                </a:lnTo>
                <a:lnTo>
                  <a:pt x="4190" y="9154"/>
                </a:lnTo>
                <a:lnTo>
                  <a:pt x="5385" y="7849"/>
                </a:lnTo>
                <a:lnTo>
                  <a:pt x="6758" y="6673"/>
                </a:lnTo>
                <a:lnTo>
                  <a:pt x="8289" y="5631"/>
                </a:lnTo>
                <a:lnTo>
                  <a:pt x="9980" y="4724"/>
                </a:lnTo>
                <a:lnTo>
                  <a:pt x="11836" y="3940"/>
                </a:lnTo>
                <a:lnTo>
                  <a:pt x="13858" y="3254"/>
                </a:lnTo>
                <a:lnTo>
                  <a:pt x="16058" y="2666"/>
                </a:lnTo>
                <a:lnTo>
                  <a:pt x="18448" y="2157"/>
                </a:lnTo>
                <a:lnTo>
                  <a:pt x="21045" y="1722"/>
                </a:lnTo>
                <a:lnTo>
                  <a:pt x="23870" y="1355"/>
                </a:lnTo>
                <a:lnTo>
                  <a:pt x="26927" y="1042"/>
                </a:lnTo>
                <a:lnTo>
                  <a:pt x="30230" y="785"/>
                </a:lnTo>
                <a:lnTo>
                  <a:pt x="33814" y="570"/>
                </a:lnTo>
                <a:lnTo>
                  <a:pt x="41797" y="270"/>
                </a:lnTo>
                <a:lnTo>
                  <a:pt x="51006" y="99"/>
                </a:lnTo>
                <a:lnTo>
                  <a:pt x="61532" y="19"/>
                </a:lnTo>
                <a:lnTo>
                  <a:pt x="73466" y="0"/>
                </a:lnTo>
                <a:lnTo>
                  <a:pt x="660383" y="288"/>
                </a:lnTo>
                <a:lnTo>
                  <a:pt x="683126" y="326"/>
                </a:lnTo>
                <a:lnTo>
                  <a:pt x="692672" y="429"/>
                </a:lnTo>
                <a:lnTo>
                  <a:pt x="701096" y="644"/>
                </a:lnTo>
                <a:lnTo>
                  <a:pt x="708467" y="1005"/>
                </a:lnTo>
                <a:lnTo>
                  <a:pt x="711806" y="1263"/>
                </a:lnTo>
                <a:lnTo>
                  <a:pt x="714906" y="1563"/>
                </a:lnTo>
                <a:lnTo>
                  <a:pt x="717792" y="1930"/>
                </a:lnTo>
                <a:lnTo>
                  <a:pt x="720475" y="2366"/>
                </a:lnTo>
                <a:lnTo>
                  <a:pt x="722963" y="2874"/>
                </a:lnTo>
                <a:lnTo>
                  <a:pt x="725273" y="3462"/>
                </a:lnTo>
                <a:lnTo>
                  <a:pt x="727411" y="4149"/>
                </a:lnTo>
                <a:lnTo>
                  <a:pt x="729384" y="4939"/>
                </a:lnTo>
                <a:lnTo>
                  <a:pt x="731209" y="5852"/>
                </a:lnTo>
                <a:lnTo>
                  <a:pt x="732876" y="6893"/>
                </a:lnTo>
                <a:lnTo>
                  <a:pt x="734384" y="8076"/>
                </a:lnTo>
                <a:lnTo>
                  <a:pt x="735725" y="9393"/>
                </a:lnTo>
                <a:lnTo>
                  <a:pt x="736889" y="10845"/>
                </a:lnTo>
                <a:lnTo>
                  <a:pt x="737882" y="12420"/>
                </a:lnTo>
                <a:lnTo>
                  <a:pt x="738697" y="14104"/>
                </a:lnTo>
                <a:lnTo>
                  <a:pt x="739358" y="15882"/>
                </a:lnTo>
                <a:lnTo>
                  <a:pt x="739873" y="17756"/>
                </a:lnTo>
                <a:lnTo>
                  <a:pt x="740259" y="19729"/>
                </a:lnTo>
                <a:lnTo>
                  <a:pt x="740535" y="21794"/>
                </a:lnTo>
                <a:lnTo>
                  <a:pt x="740719" y="23969"/>
                </a:lnTo>
                <a:lnTo>
                  <a:pt x="740823" y="26254"/>
                </a:lnTo>
                <a:lnTo>
                  <a:pt x="740853" y="28644"/>
                </a:lnTo>
                <a:lnTo>
                  <a:pt x="741043" y="340127"/>
                </a:lnTo>
                <a:lnTo>
                  <a:pt x="741012" y="344698"/>
                </a:lnTo>
                <a:lnTo>
                  <a:pt x="740866" y="348766"/>
                </a:lnTo>
                <a:lnTo>
                  <a:pt x="740707" y="350690"/>
                </a:lnTo>
                <a:lnTo>
                  <a:pt x="740473" y="352503"/>
                </a:lnTo>
                <a:lnTo>
                  <a:pt x="740143" y="354243"/>
                </a:lnTo>
                <a:lnTo>
                  <a:pt x="739701" y="355904"/>
                </a:lnTo>
                <a:lnTo>
                  <a:pt x="739113" y="357497"/>
                </a:lnTo>
                <a:lnTo>
                  <a:pt x="738360" y="359016"/>
                </a:lnTo>
                <a:lnTo>
                  <a:pt x="737429" y="360431"/>
                </a:lnTo>
                <a:lnTo>
                  <a:pt x="736313" y="361730"/>
                </a:lnTo>
                <a:lnTo>
                  <a:pt x="735014" y="362895"/>
                </a:lnTo>
                <a:lnTo>
                  <a:pt x="733556" y="363917"/>
                </a:lnTo>
                <a:lnTo>
                  <a:pt x="731933" y="364806"/>
                </a:lnTo>
                <a:lnTo>
                  <a:pt x="730150" y="365566"/>
                </a:lnTo>
                <a:lnTo>
                  <a:pt x="728208" y="366215"/>
                </a:lnTo>
                <a:lnTo>
                  <a:pt x="726088" y="366773"/>
                </a:lnTo>
                <a:lnTo>
                  <a:pt x="723784" y="367251"/>
                </a:lnTo>
                <a:lnTo>
                  <a:pt x="721266" y="367649"/>
                </a:lnTo>
                <a:lnTo>
                  <a:pt x="718527" y="367986"/>
                </a:lnTo>
                <a:lnTo>
                  <a:pt x="715537" y="368274"/>
                </a:lnTo>
                <a:lnTo>
                  <a:pt x="708822" y="368684"/>
                </a:lnTo>
                <a:lnTo>
                  <a:pt x="700949" y="368941"/>
                </a:lnTo>
                <a:lnTo>
                  <a:pt x="691839" y="369076"/>
                </a:lnTo>
                <a:lnTo>
                  <a:pt x="669470" y="369144"/>
                </a:lnTo>
                <a:lnTo>
                  <a:pt x="73461" y="367783"/>
                </a:lnTo>
                <a:lnTo>
                  <a:pt x="73466" y="367783"/>
                </a:lnTo>
                <a:lnTo>
                  <a:pt x="61532" y="367765"/>
                </a:lnTo>
                <a:lnTo>
                  <a:pt x="51012" y="367686"/>
                </a:lnTo>
                <a:lnTo>
                  <a:pt x="41815" y="367521"/>
                </a:lnTo>
                <a:lnTo>
                  <a:pt x="33844" y="367220"/>
                </a:lnTo>
                <a:lnTo>
                  <a:pt x="30273" y="367012"/>
                </a:lnTo>
                <a:lnTo>
                  <a:pt x="26970" y="366754"/>
                </a:lnTo>
                <a:lnTo>
                  <a:pt x="23925" y="366448"/>
                </a:lnTo>
                <a:lnTo>
                  <a:pt x="21113" y="366080"/>
                </a:lnTo>
                <a:lnTo>
                  <a:pt x="18521" y="365652"/>
                </a:lnTo>
                <a:lnTo>
                  <a:pt x="16137" y="365149"/>
                </a:lnTo>
                <a:lnTo>
                  <a:pt x="13944" y="364561"/>
                </a:lnTo>
                <a:lnTo>
                  <a:pt x="11935" y="363881"/>
                </a:lnTo>
                <a:lnTo>
                  <a:pt x="10084" y="363096"/>
                </a:lnTo>
                <a:lnTo>
                  <a:pt x="8399" y="362190"/>
                </a:lnTo>
                <a:lnTo>
                  <a:pt x="6874" y="361155"/>
                </a:lnTo>
                <a:lnTo>
                  <a:pt x="5508" y="359978"/>
                </a:lnTo>
                <a:lnTo>
                  <a:pt x="4325" y="358673"/>
                </a:lnTo>
                <a:lnTo>
                  <a:pt x="3321" y="357246"/>
                </a:lnTo>
                <a:lnTo>
                  <a:pt x="2493" y="355714"/>
                </a:lnTo>
                <a:lnTo>
                  <a:pt x="1831" y="354096"/>
                </a:lnTo>
                <a:lnTo>
                  <a:pt x="1317" y="352405"/>
                </a:lnTo>
                <a:lnTo>
                  <a:pt x="931" y="350641"/>
                </a:lnTo>
                <a:lnTo>
                  <a:pt x="643" y="348790"/>
                </a:lnTo>
                <a:lnTo>
                  <a:pt x="441" y="346842"/>
                </a:lnTo>
                <a:lnTo>
                  <a:pt x="238" y="342725"/>
                </a:lnTo>
                <a:lnTo>
                  <a:pt x="190" y="338130"/>
                </a:lnTo>
                <a:lnTo>
                  <a:pt x="0" y="29728"/>
                </a:lnTo>
                <a:lnTo>
                  <a:pt x="49" y="25126"/>
                </a:lnTo>
                <a:moveTo>
                  <a:pt x="6126" y="29777"/>
                </a:moveTo>
                <a:lnTo>
                  <a:pt x="6126" y="29740"/>
                </a:lnTo>
                <a:lnTo>
                  <a:pt x="6316" y="338111"/>
                </a:lnTo>
                <a:lnTo>
                  <a:pt x="6316" y="338081"/>
                </a:lnTo>
                <a:lnTo>
                  <a:pt x="6359" y="342597"/>
                </a:lnTo>
                <a:lnTo>
                  <a:pt x="6359" y="342473"/>
                </a:lnTo>
                <a:lnTo>
                  <a:pt x="6555" y="346450"/>
                </a:lnTo>
                <a:lnTo>
                  <a:pt x="6543" y="346290"/>
                </a:lnTo>
                <a:lnTo>
                  <a:pt x="6733" y="348086"/>
                </a:lnTo>
                <a:lnTo>
                  <a:pt x="6708" y="347932"/>
                </a:lnTo>
                <a:lnTo>
                  <a:pt x="6972" y="349605"/>
                </a:lnTo>
                <a:lnTo>
                  <a:pt x="6935" y="349415"/>
                </a:lnTo>
                <a:lnTo>
                  <a:pt x="7279" y="350972"/>
                </a:lnTo>
                <a:lnTo>
                  <a:pt x="7217" y="350739"/>
                </a:lnTo>
                <a:lnTo>
                  <a:pt x="7652" y="352179"/>
                </a:lnTo>
                <a:lnTo>
                  <a:pt x="7560" y="351909"/>
                </a:lnTo>
                <a:lnTo>
                  <a:pt x="8100" y="353245"/>
                </a:lnTo>
                <a:lnTo>
                  <a:pt x="7958" y="352945"/>
                </a:lnTo>
                <a:lnTo>
                  <a:pt x="8626" y="354170"/>
                </a:lnTo>
                <a:lnTo>
                  <a:pt x="8436" y="353863"/>
                </a:lnTo>
                <a:lnTo>
                  <a:pt x="9227" y="354991"/>
                </a:lnTo>
                <a:lnTo>
                  <a:pt x="8988" y="354697"/>
                </a:lnTo>
                <a:lnTo>
                  <a:pt x="9925" y="355726"/>
                </a:lnTo>
                <a:lnTo>
                  <a:pt x="9655" y="355463"/>
                </a:lnTo>
                <a:lnTo>
                  <a:pt x="10740" y="356400"/>
                </a:lnTo>
                <a:lnTo>
                  <a:pt x="10458" y="356185"/>
                </a:lnTo>
                <a:lnTo>
                  <a:pt x="11707" y="357031"/>
                </a:lnTo>
                <a:lnTo>
                  <a:pt x="11439" y="356865"/>
                </a:lnTo>
                <a:lnTo>
                  <a:pt x="12860" y="357632"/>
                </a:lnTo>
                <a:lnTo>
                  <a:pt x="12609" y="357509"/>
                </a:lnTo>
                <a:lnTo>
                  <a:pt x="14220" y="358195"/>
                </a:lnTo>
                <a:lnTo>
                  <a:pt x="13999" y="358115"/>
                </a:lnTo>
                <a:lnTo>
                  <a:pt x="15813" y="358722"/>
                </a:lnTo>
                <a:lnTo>
                  <a:pt x="15623" y="358667"/>
                </a:lnTo>
                <a:lnTo>
                  <a:pt x="17638" y="359206"/>
                </a:lnTo>
                <a:lnTo>
                  <a:pt x="17486" y="359169"/>
                </a:lnTo>
                <a:lnTo>
                  <a:pt x="19722" y="359641"/>
                </a:lnTo>
                <a:lnTo>
                  <a:pt x="19593" y="359616"/>
                </a:lnTo>
                <a:lnTo>
                  <a:pt x="22063" y="360027"/>
                </a:lnTo>
                <a:lnTo>
                  <a:pt x="21952" y="360015"/>
                </a:lnTo>
                <a:lnTo>
                  <a:pt x="24672" y="360364"/>
                </a:lnTo>
                <a:lnTo>
                  <a:pt x="24580" y="360358"/>
                </a:lnTo>
                <a:lnTo>
                  <a:pt x="27552" y="360658"/>
                </a:lnTo>
                <a:lnTo>
                  <a:pt x="27479" y="360652"/>
                </a:lnTo>
                <a:lnTo>
                  <a:pt x="30713" y="360904"/>
                </a:lnTo>
                <a:lnTo>
                  <a:pt x="30659" y="360897"/>
                </a:lnTo>
                <a:lnTo>
                  <a:pt x="34175" y="361106"/>
                </a:lnTo>
                <a:lnTo>
                  <a:pt x="34107" y="361099"/>
                </a:lnTo>
                <a:lnTo>
                  <a:pt x="42011" y="361394"/>
                </a:lnTo>
                <a:lnTo>
                  <a:pt x="41956" y="361394"/>
                </a:lnTo>
                <a:lnTo>
                  <a:pt x="51110" y="361565"/>
                </a:lnTo>
                <a:lnTo>
                  <a:pt x="51074" y="361559"/>
                </a:lnTo>
                <a:lnTo>
                  <a:pt x="61568" y="361638"/>
                </a:lnTo>
                <a:lnTo>
                  <a:pt x="61550" y="361638"/>
                </a:lnTo>
                <a:lnTo>
                  <a:pt x="73473" y="361657"/>
                </a:lnTo>
                <a:lnTo>
                  <a:pt x="669475" y="363017"/>
                </a:lnTo>
                <a:lnTo>
                  <a:pt x="669457" y="363017"/>
                </a:lnTo>
                <a:lnTo>
                  <a:pt x="691802" y="362950"/>
                </a:lnTo>
                <a:lnTo>
                  <a:pt x="691765" y="362950"/>
                </a:lnTo>
                <a:lnTo>
                  <a:pt x="700833" y="362815"/>
                </a:lnTo>
                <a:lnTo>
                  <a:pt x="700778" y="362815"/>
                </a:lnTo>
                <a:lnTo>
                  <a:pt x="708577" y="362564"/>
                </a:lnTo>
                <a:lnTo>
                  <a:pt x="708485" y="362570"/>
                </a:lnTo>
                <a:lnTo>
                  <a:pt x="715108" y="362159"/>
                </a:lnTo>
                <a:lnTo>
                  <a:pt x="715010" y="362165"/>
                </a:lnTo>
                <a:lnTo>
                  <a:pt x="717908" y="361895"/>
                </a:lnTo>
                <a:lnTo>
                  <a:pt x="717822" y="361902"/>
                </a:lnTo>
                <a:lnTo>
                  <a:pt x="720464" y="361577"/>
                </a:lnTo>
                <a:lnTo>
                  <a:pt x="720353" y="361590"/>
                </a:lnTo>
                <a:lnTo>
                  <a:pt x="722749" y="361209"/>
                </a:lnTo>
                <a:lnTo>
                  <a:pt x="722613" y="361234"/>
                </a:lnTo>
                <a:lnTo>
                  <a:pt x="724777" y="360793"/>
                </a:lnTo>
                <a:lnTo>
                  <a:pt x="724612" y="360830"/>
                </a:lnTo>
                <a:lnTo>
                  <a:pt x="726553" y="360321"/>
                </a:lnTo>
                <a:lnTo>
                  <a:pt x="726357" y="360376"/>
                </a:lnTo>
                <a:lnTo>
                  <a:pt x="728085" y="359794"/>
                </a:lnTo>
                <a:lnTo>
                  <a:pt x="727858" y="359886"/>
                </a:lnTo>
                <a:lnTo>
                  <a:pt x="729384" y="359230"/>
                </a:lnTo>
                <a:lnTo>
                  <a:pt x="729121" y="359359"/>
                </a:lnTo>
                <a:lnTo>
                  <a:pt x="730469" y="358624"/>
                </a:lnTo>
                <a:lnTo>
                  <a:pt x="730180" y="358801"/>
                </a:lnTo>
                <a:lnTo>
                  <a:pt x="731351" y="357980"/>
                </a:lnTo>
                <a:lnTo>
                  <a:pt x="731057" y="358213"/>
                </a:lnTo>
                <a:lnTo>
                  <a:pt x="732068" y="357307"/>
                </a:lnTo>
                <a:lnTo>
                  <a:pt x="731792" y="357589"/>
                </a:lnTo>
                <a:lnTo>
                  <a:pt x="732649" y="356590"/>
                </a:lnTo>
                <a:lnTo>
                  <a:pt x="732417" y="356903"/>
                </a:lnTo>
                <a:lnTo>
                  <a:pt x="733140" y="355806"/>
                </a:lnTo>
                <a:lnTo>
                  <a:pt x="732956" y="356124"/>
                </a:lnTo>
                <a:lnTo>
                  <a:pt x="733551" y="354924"/>
                </a:lnTo>
                <a:lnTo>
                  <a:pt x="733422" y="355224"/>
                </a:lnTo>
                <a:lnTo>
                  <a:pt x="733899" y="353919"/>
                </a:lnTo>
                <a:lnTo>
                  <a:pt x="733820" y="354182"/>
                </a:lnTo>
                <a:lnTo>
                  <a:pt x="734199" y="352767"/>
                </a:lnTo>
                <a:lnTo>
                  <a:pt x="734145" y="352988"/>
                </a:lnTo>
                <a:lnTo>
                  <a:pt x="734438" y="351455"/>
                </a:lnTo>
                <a:lnTo>
                  <a:pt x="734408" y="351633"/>
                </a:lnTo>
                <a:lnTo>
                  <a:pt x="734623" y="349979"/>
                </a:lnTo>
                <a:lnTo>
                  <a:pt x="734604" y="350114"/>
                </a:lnTo>
                <a:lnTo>
                  <a:pt x="734751" y="348331"/>
                </a:lnTo>
                <a:lnTo>
                  <a:pt x="734745" y="348472"/>
                </a:lnTo>
                <a:lnTo>
                  <a:pt x="734892" y="344520"/>
                </a:lnTo>
                <a:lnTo>
                  <a:pt x="734892" y="344612"/>
                </a:lnTo>
                <a:lnTo>
                  <a:pt x="734916" y="340102"/>
                </a:lnTo>
                <a:lnTo>
                  <a:pt x="734916" y="340121"/>
                </a:lnTo>
                <a:lnTo>
                  <a:pt x="734727" y="28668"/>
                </a:lnTo>
                <a:lnTo>
                  <a:pt x="734727" y="28705"/>
                </a:lnTo>
                <a:lnTo>
                  <a:pt x="734696" y="26383"/>
                </a:lnTo>
                <a:lnTo>
                  <a:pt x="734702" y="26475"/>
                </a:lnTo>
                <a:lnTo>
                  <a:pt x="734604" y="24300"/>
                </a:lnTo>
                <a:lnTo>
                  <a:pt x="734610" y="24422"/>
                </a:lnTo>
                <a:lnTo>
                  <a:pt x="734438" y="22382"/>
                </a:lnTo>
                <a:lnTo>
                  <a:pt x="734457" y="22535"/>
                </a:lnTo>
                <a:lnTo>
                  <a:pt x="734199" y="20636"/>
                </a:lnTo>
                <a:lnTo>
                  <a:pt x="734230" y="20820"/>
                </a:lnTo>
                <a:lnTo>
                  <a:pt x="733881" y="19055"/>
                </a:lnTo>
                <a:lnTo>
                  <a:pt x="733930" y="19276"/>
                </a:lnTo>
                <a:lnTo>
                  <a:pt x="733483" y="17634"/>
                </a:lnTo>
                <a:lnTo>
                  <a:pt x="733563" y="17885"/>
                </a:lnTo>
                <a:lnTo>
                  <a:pt x="733005" y="16371"/>
                </a:lnTo>
                <a:lnTo>
                  <a:pt x="733122" y="16647"/>
                </a:lnTo>
                <a:lnTo>
                  <a:pt x="732441" y="15250"/>
                </a:lnTo>
                <a:lnTo>
                  <a:pt x="732601" y="15538"/>
                </a:lnTo>
                <a:lnTo>
                  <a:pt x="731798" y="14258"/>
                </a:lnTo>
                <a:lnTo>
                  <a:pt x="732000" y="14546"/>
                </a:lnTo>
                <a:lnTo>
                  <a:pt x="731057" y="13369"/>
                </a:lnTo>
                <a:lnTo>
                  <a:pt x="731295" y="13633"/>
                </a:lnTo>
                <a:lnTo>
                  <a:pt x="730205" y="12561"/>
                </a:lnTo>
                <a:lnTo>
                  <a:pt x="730469" y="12793"/>
                </a:lnTo>
                <a:lnTo>
                  <a:pt x="729225" y="11819"/>
                </a:lnTo>
                <a:lnTo>
                  <a:pt x="729488" y="12003"/>
                </a:lnTo>
                <a:lnTo>
                  <a:pt x="728085" y="11127"/>
                </a:lnTo>
                <a:lnTo>
                  <a:pt x="728336" y="11268"/>
                </a:lnTo>
                <a:lnTo>
                  <a:pt x="726756" y="10477"/>
                </a:lnTo>
                <a:lnTo>
                  <a:pt x="726989" y="10582"/>
                </a:lnTo>
                <a:lnTo>
                  <a:pt x="725230" y="9877"/>
                </a:lnTo>
                <a:lnTo>
                  <a:pt x="725432" y="9951"/>
                </a:lnTo>
                <a:lnTo>
                  <a:pt x="723490" y="9326"/>
                </a:lnTo>
                <a:lnTo>
                  <a:pt x="723662" y="9375"/>
                </a:lnTo>
                <a:lnTo>
                  <a:pt x="721517" y="8823"/>
                </a:lnTo>
                <a:lnTo>
                  <a:pt x="721664" y="8860"/>
                </a:lnTo>
                <a:lnTo>
                  <a:pt x="719311" y="8382"/>
                </a:lnTo>
                <a:lnTo>
                  <a:pt x="719440" y="8401"/>
                </a:lnTo>
                <a:lnTo>
                  <a:pt x="716873" y="7990"/>
                </a:lnTo>
                <a:lnTo>
                  <a:pt x="716971" y="8002"/>
                </a:lnTo>
                <a:lnTo>
                  <a:pt x="714183" y="7647"/>
                </a:lnTo>
                <a:lnTo>
                  <a:pt x="714269" y="7659"/>
                </a:lnTo>
                <a:lnTo>
                  <a:pt x="711243" y="7359"/>
                </a:lnTo>
                <a:lnTo>
                  <a:pt x="711309" y="7365"/>
                </a:lnTo>
                <a:lnTo>
                  <a:pt x="708044" y="7120"/>
                </a:lnTo>
                <a:lnTo>
                  <a:pt x="708124" y="7126"/>
                </a:lnTo>
                <a:lnTo>
                  <a:pt x="700833" y="6765"/>
                </a:lnTo>
                <a:lnTo>
                  <a:pt x="700907" y="6771"/>
                </a:lnTo>
                <a:lnTo>
                  <a:pt x="692537" y="6557"/>
                </a:lnTo>
                <a:lnTo>
                  <a:pt x="692580" y="6557"/>
                </a:lnTo>
                <a:lnTo>
                  <a:pt x="683071" y="6452"/>
                </a:lnTo>
                <a:lnTo>
                  <a:pt x="683102" y="6452"/>
                </a:lnTo>
                <a:lnTo>
                  <a:pt x="660377" y="6415"/>
                </a:lnTo>
                <a:lnTo>
                  <a:pt x="73466" y="6128"/>
                </a:lnTo>
                <a:lnTo>
                  <a:pt x="73473" y="6128"/>
                </a:lnTo>
                <a:lnTo>
                  <a:pt x="61550" y="6146"/>
                </a:lnTo>
                <a:lnTo>
                  <a:pt x="61568" y="6146"/>
                </a:lnTo>
                <a:lnTo>
                  <a:pt x="51067" y="6225"/>
                </a:lnTo>
                <a:lnTo>
                  <a:pt x="51104" y="6225"/>
                </a:lnTo>
                <a:lnTo>
                  <a:pt x="41938" y="6397"/>
                </a:lnTo>
                <a:lnTo>
                  <a:pt x="41999" y="6391"/>
                </a:lnTo>
                <a:lnTo>
                  <a:pt x="34077" y="6691"/>
                </a:lnTo>
                <a:lnTo>
                  <a:pt x="34144" y="6691"/>
                </a:lnTo>
                <a:lnTo>
                  <a:pt x="30621" y="6900"/>
                </a:lnTo>
                <a:lnTo>
                  <a:pt x="30683" y="6893"/>
                </a:lnTo>
                <a:lnTo>
                  <a:pt x="27436" y="7151"/>
                </a:lnTo>
                <a:lnTo>
                  <a:pt x="27509" y="7144"/>
                </a:lnTo>
                <a:lnTo>
                  <a:pt x="24531" y="7445"/>
                </a:lnTo>
                <a:lnTo>
                  <a:pt x="24617" y="7439"/>
                </a:lnTo>
                <a:lnTo>
                  <a:pt x="21897" y="7794"/>
                </a:lnTo>
                <a:lnTo>
                  <a:pt x="22007" y="7776"/>
                </a:lnTo>
                <a:lnTo>
                  <a:pt x="19526" y="8193"/>
                </a:lnTo>
                <a:lnTo>
                  <a:pt x="19655" y="8168"/>
                </a:lnTo>
                <a:lnTo>
                  <a:pt x="17406" y="8639"/>
                </a:lnTo>
                <a:lnTo>
                  <a:pt x="17565" y="8603"/>
                </a:lnTo>
                <a:lnTo>
                  <a:pt x="15537" y="9148"/>
                </a:lnTo>
                <a:lnTo>
                  <a:pt x="15727" y="9092"/>
                </a:lnTo>
                <a:lnTo>
                  <a:pt x="13907" y="9705"/>
                </a:lnTo>
                <a:lnTo>
                  <a:pt x="14128" y="9619"/>
                </a:lnTo>
                <a:lnTo>
                  <a:pt x="12504" y="10312"/>
                </a:lnTo>
                <a:lnTo>
                  <a:pt x="12756" y="10189"/>
                </a:lnTo>
                <a:lnTo>
                  <a:pt x="11322" y="10961"/>
                </a:lnTo>
                <a:lnTo>
                  <a:pt x="11591" y="10796"/>
                </a:lnTo>
                <a:lnTo>
                  <a:pt x="10335" y="11648"/>
                </a:lnTo>
                <a:lnTo>
                  <a:pt x="10611" y="11433"/>
                </a:lnTo>
                <a:lnTo>
                  <a:pt x="9520" y="12377"/>
                </a:lnTo>
                <a:lnTo>
                  <a:pt x="9784" y="12113"/>
                </a:lnTo>
                <a:lnTo>
                  <a:pt x="8847" y="13149"/>
                </a:lnTo>
                <a:lnTo>
                  <a:pt x="9080" y="12855"/>
                </a:lnTo>
                <a:lnTo>
                  <a:pt x="8283" y="13982"/>
                </a:lnTo>
                <a:lnTo>
                  <a:pt x="8473" y="13676"/>
                </a:lnTo>
                <a:lnTo>
                  <a:pt x="7805" y="14907"/>
                </a:lnTo>
                <a:lnTo>
                  <a:pt x="7946" y="14607"/>
                </a:lnTo>
                <a:lnTo>
                  <a:pt x="7395" y="15943"/>
                </a:lnTo>
                <a:lnTo>
                  <a:pt x="7493" y="15673"/>
                </a:lnTo>
                <a:lnTo>
                  <a:pt x="7046" y="17119"/>
                </a:lnTo>
                <a:lnTo>
                  <a:pt x="7107" y="16886"/>
                </a:lnTo>
                <a:lnTo>
                  <a:pt x="6758" y="18442"/>
                </a:lnTo>
                <a:lnTo>
                  <a:pt x="6794" y="18247"/>
                </a:lnTo>
                <a:lnTo>
                  <a:pt x="6531" y="19925"/>
                </a:lnTo>
                <a:lnTo>
                  <a:pt x="6555" y="19772"/>
                </a:lnTo>
                <a:lnTo>
                  <a:pt x="6366" y="21567"/>
                </a:lnTo>
                <a:lnTo>
                  <a:pt x="6378" y="21402"/>
                </a:lnTo>
                <a:lnTo>
                  <a:pt x="6169" y="25384"/>
                </a:lnTo>
                <a:lnTo>
                  <a:pt x="6175" y="25255"/>
                </a:lnTo>
                <a:lnTo>
                  <a:pt x="6126" y="29777"/>
                </a:lnTo>
              </a:path>
            </a:pathLst>
          </a:custGeom>
          <a:solidFill xmlns:a="http://schemas.openxmlformats.org/drawingml/2006/main">
            <a:srgbClr val="7030A0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text-240 [">
            <a:extLst xmlns:a="http://schemas.openxmlformats.org/drawingml/2006/main">
              <a:ext uri="{FF2B5EF4-FFF2-40B4-BE49-F238E27FC236}">
                <a16:creationId xmlns:a16="http://schemas.microsoft.com/office/drawing/2014/main" id="{CE6A9269-630A-453C-B65D-9BA6C2CF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7193" y="4591194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232" name="text-241 TRK">
            <a:extLst xmlns:a="http://schemas.openxmlformats.org/drawingml/2006/main">
              <a:ext uri="{FF2B5EF4-FFF2-40B4-BE49-F238E27FC236}">
                <a16:creationId xmlns:a16="http://schemas.microsoft.com/office/drawing/2014/main" id="{F4EABEA7-F016-414A-A0ED-DA786955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6623" y="4591103"/>
            <a:ext cx="402412" cy="24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TRK</a:t>
            </a:r>
          </a:p>
        </p:txBody>
      </p:sp>
      <p:sp>
        <p:nvSpPr>
          <p:cNvPr id="233" name="text-242 ]">
            <a:extLst xmlns:a="http://schemas.openxmlformats.org/drawingml/2006/main">
              <a:ext uri="{FF2B5EF4-FFF2-40B4-BE49-F238E27FC236}">
                <a16:creationId xmlns:a16="http://schemas.microsoft.com/office/drawing/2014/main" id="{545DC6A4-572C-4B6C-B432-7BE4B2C0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8523" y="4591194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234" name="path-243">
            <a:extLst xmlns:a="http://schemas.openxmlformats.org/drawingml/2006/main">
              <a:ext uri="{FF2B5EF4-FFF2-40B4-BE49-F238E27FC236}">
                <a16:creationId xmlns:a16="http://schemas.microsoft.com/office/drawing/2014/main" id="{36EE24C1-2FF2-4ECF-87F7-500142DB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566" y="4604629"/>
            <a:ext cx="183806" cy="199245"/>
          </a:xfrm>
          <a:custGeom xmlns:a="http://schemas.openxmlformats.org/drawingml/2006/main">
            <a:pathLst>
              <a:path w="183806" h="199245">
                <a:moveTo>
                  <a:pt x="0" y="75728"/>
                </a:moveTo>
                <a:lnTo>
                  <a:pt x="67641" y="71317"/>
                </a:lnTo>
                <a:lnTo>
                  <a:pt x="91903" y="0"/>
                </a:lnTo>
                <a:lnTo>
                  <a:pt x="116166" y="71317"/>
                </a:lnTo>
                <a:lnTo>
                  <a:pt x="183806" y="75728"/>
                </a:lnTo>
                <a:lnTo>
                  <a:pt x="131605" y="124988"/>
                </a:lnTo>
                <a:lnTo>
                  <a:pt x="148515" y="199245"/>
                </a:lnTo>
                <a:lnTo>
                  <a:pt x="91903" y="158073"/>
                </a:lnTo>
                <a:lnTo>
                  <a:pt x="35291" y="199245"/>
                </a:lnTo>
                <a:lnTo>
                  <a:pt x="52201" y="124988"/>
                </a:lnTo>
                <a:lnTo>
                  <a:pt x="0" y="7572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244">
            <a:extLst xmlns:a="http://schemas.openxmlformats.org/drawingml/2006/main">
              <a:ext uri="{FF2B5EF4-FFF2-40B4-BE49-F238E27FC236}">
                <a16:creationId xmlns:a16="http://schemas.microsoft.com/office/drawing/2014/main" id="{DE538E81-7581-40F5-B156-DCA20532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773" y="5036511"/>
            <a:ext cx="734917" cy="363016"/>
          </a:xfrm>
          <a:custGeom xmlns:a="http://schemas.openxmlformats.org/drawingml/2006/main">
            <a:pathLst>
              <a:path w="734917" h="363016">
                <a:moveTo>
                  <a:pt x="0" y="26676"/>
                </a:moveTo>
                <a:cubicBezTo>
                  <a:pt x="0" y="1079"/>
                  <a:pt x="2836" y="0"/>
                  <a:pt x="70403" y="0"/>
                </a:cubicBezTo>
                <a:lnTo>
                  <a:pt x="657320" y="288"/>
                </a:lnTo>
                <a:cubicBezTo>
                  <a:pt x="724887" y="288"/>
                  <a:pt x="734727" y="0"/>
                  <a:pt x="734727" y="25604"/>
                </a:cubicBezTo>
                <a:lnTo>
                  <a:pt x="734917" y="337057"/>
                </a:lnTo>
                <a:cubicBezTo>
                  <a:pt x="734917" y="362655"/>
                  <a:pt x="733967" y="363016"/>
                  <a:pt x="666400" y="363016"/>
                </a:cubicBezTo>
                <a:lnTo>
                  <a:pt x="70403" y="361656"/>
                </a:lnTo>
                <a:cubicBezTo>
                  <a:pt x="2836" y="361656"/>
                  <a:pt x="190" y="360652"/>
                  <a:pt x="190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A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45">
            <a:extLst xmlns:a="http://schemas.openxmlformats.org/drawingml/2006/main">
              <a:ext uri="{FF2B5EF4-FFF2-40B4-BE49-F238E27FC236}">
                <a16:creationId xmlns:a16="http://schemas.microsoft.com/office/drawing/2014/main" id="{BFFD776B-2A4F-4E0A-A03E-2EB74A4D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710" y="5033448"/>
            <a:ext cx="741043" cy="369143"/>
          </a:xfrm>
          <a:custGeom xmlns:a="http://schemas.openxmlformats.org/drawingml/2006/main">
            <a:pathLst>
              <a:path w="741043" h="369143">
                <a:moveTo>
                  <a:pt x="49" y="25126"/>
                </a:moveTo>
                <a:lnTo>
                  <a:pt x="263" y="21003"/>
                </a:lnTo>
                <a:lnTo>
                  <a:pt x="471" y="19048"/>
                </a:lnTo>
                <a:lnTo>
                  <a:pt x="759" y="17198"/>
                </a:lnTo>
                <a:lnTo>
                  <a:pt x="1157" y="15428"/>
                </a:lnTo>
                <a:lnTo>
                  <a:pt x="1678" y="13736"/>
                </a:lnTo>
                <a:lnTo>
                  <a:pt x="2346" y="12113"/>
                </a:lnTo>
                <a:lnTo>
                  <a:pt x="3179" y="10581"/>
                </a:lnTo>
                <a:lnTo>
                  <a:pt x="4190" y="9154"/>
                </a:lnTo>
                <a:lnTo>
                  <a:pt x="5385" y="7848"/>
                </a:lnTo>
                <a:lnTo>
                  <a:pt x="6758" y="6672"/>
                </a:lnTo>
                <a:lnTo>
                  <a:pt x="8289" y="5630"/>
                </a:lnTo>
                <a:lnTo>
                  <a:pt x="9980" y="4724"/>
                </a:lnTo>
                <a:lnTo>
                  <a:pt x="11836" y="3933"/>
                </a:lnTo>
                <a:lnTo>
                  <a:pt x="13858" y="3253"/>
                </a:lnTo>
                <a:lnTo>
                  <a:pt x="16058" y="2665"/>
                </a:lnTo>
                <a:lnTo>
                  <a:pt x="18448" y="2156"/>
                </a:lnTo>
                <a:lnTo>
                  <a:pt x="21045" y="1721"/>
                </a:lnTo>
                <a:lnTo>
                  <a:pt x="23870" y="1354"/>
                </a:lnTo>
                <a:lnTo>
                  <a:pt x="26927" y="1041"/>
                </a:lnTo>
                <a:lnTo>
                  <a:pt x="30230" y="784"/>
                </a:lnTo>
                <a:lnTo>
                  <a:pt x="33814" y="570"/>
                </a:lnTo>
                <a:lnTo>
                  <a:pt x="41797" y="269"/>
                </a:lnTo>
                <a:lnTo>
                  <a:pt x="51006" y="98"/>
                </a:lnTo>
                <a:lnTo>
                  <a:pt x="61532" y="18"/>
                </a:lnTo>
                <a:lnTo>
                  <a:pt x="73466" y="0"/>
                </a:lnTo>
                <a:lnTo>
                  <a:pt x="660383" y="288"/>
                </a:lnTo>
                <a:lnTo>
                  <a:pt x="683126" y="324"/>
                </a:lnTo>
                <a:lnTo>
                  <a:pt x="692672" y="428"/>
                </a:lnTo>
                <a:lnTo>
                  <a:pt x="701096" y="643"/>
                </a:lnTo>
                <a:lnTo>
                  <a:pt x="708467" y="1005"/>
                </a:lnTo>
                <a:lnTo>
                  <a:pt x="711806" y="1262"/>
                </a:lnTo>
                <a:lnTo>
                  <a:pt x="714906" y="1562"/>
                </a:lnTo>
                <a:lnTo>
                  <a:pt x="717792" y="1930"/>
                </a:lnTo>
                <a:lnTo>
                  <a:pt x="720475" y="2364"/>
                </a:lnTo>
                <a:lnTo>
                  <a:pt x="722963" y="2874"/>
                </a:lnTo>
                <a:lnTo>
                  <a:pt x="725273" y="3461"/>
                </a:lnTo>
                <a:lnTo>
                  <a:pt x="727411" y="4148"/>
                </a:lnTo>
                <a:lnTo>
                  <a:pt x="729384" y="4939"/>
                </a:lnTo>
                <a:lnTo>
                  <a:pt x="731209" y="5851"/>
                </a:lnTo>
                <a:lnTo>
                  <a:pt x="732876" y="6893"/>
                </a:lnTo>
                <a:lnTo>
                  <a:pt x="734384" y="8069"/>
                </a:lnTo>
                <a:lnTo>
                  <a:pt x="735725" y="9392"/>
                </a:lnTo>
                <a:lnTo>
                  <a:pt x="736889" y="10844"/>
                </a:lnTo>
                <a:lnTo>
                  <a:pt x="737882" y="12419"/>
                </a:lnTo>
                <a:lnTo>
                  <a:pt x="738697" y="14104"/>
                </a:lnTo>
                <a:lnTo>
                  <a:pt x="739358" y="15880"/>
                </a:lnTo>
                <a:lnTo>
                  <a:pt x="739873" y="17755"/>
                </a:lnTo>
                <a:lnTo>
                  <a:pt x="740259" y="19722"/>
                </a:lnTo>
                <a:lnTo>
                  <a:pt x="740535" y="21793"/>
                </a:lnTo>
                <a:lnTo>
                  <a:pt x="740719" y="23962"/>
                </a:lnTo>
                <a:lnTo>
                  <a:pt x="740823" y="26254"/>
                </a:lnTo>
                <a:lnTo>
                  <a:pt x="740853" y="28643"/>
                </a:lnTo>
                <a:lnTo>
                  <a:pt x="741043" y="340126"/>
                </a:lnTo>
                <a:lnTo>
                  <a:pt x="741012" y="344697"/>
                </a:lnTo>
                <a:lnTo>
                  <a:pt x="740866" y="348765"/>
                </a:lnTo>
                <a:lnTo>
                  <a:pt x="740707" y="350689"/>
                </a:lnTo>
                <a:lnTo>
                  <a:pt x="740473" y="352502"/>
                </a:lnTo>
                <a:lnTo>
                  <a:pt x="740143" y="354237"/>
                </a:lnTo>
                <a:lnTo>
                  <a:pt x="739701" y="355903"/>
                </a:lnTo>
                <a:lnTo>
                  <a:pt x="739113" y="357496"/>
                </a:lnTo>
                <a:lnTo>
                  <a:pt x="738360" y="359009"/>
                </a:lnTo>
                <a:lnTo>
                  <a:pt x="737429" y="360431"/>
                </a:lnTo>
                <a:lnTo>
                  <a:pt x="736313" y="361730"/>
                </a:lnTo>
                <a:lnTo>
                  <a:pt x="735014" y="362894"/>
                </a:lnTo>
                <a:lnTo>
                  <a:pt x="733556" y="363917"/>
                </a:lnTo>
                <a:lnTo>
                  <a:pt x="731933" y="364805"/>
                </a:lnTo>
                <a:lnTo>
                  <a:pt x="730150" y="365565"/>
                </a:lnTo>
                <a:lnTo>
                  <a:pt x="728208" y="366214"/>
                </a:lnTo>
                <a:lnTo>
                  <a:pt x="726088" y="366772"/>
                </a:lnTo>
                <a:lnTo>
                  <a:pt x="723784" y="367250"/>
                </a:lnTo>
                <a:lnTo>
                  <a:pt x="721266" y="367648"/>
                </a:lnTo>
                <a:lnTo>
                  <a:pt x="718527" y="367985"/>
                </a:lnTo>
                <a:lnTo>
                  <a:pt x="715537" y="368267"/>
                </a:lnTo>
                <a:lnTo>
                  <a:pt x="708822" y="368684"/>
                </a:lnTo>
                <a:lnTo>
                  <a:pt x="700949" y="368941"/>
                </a:lnTo>
                <a:lnTo>
                  <a:pt x="691839" y="369076"/>
                </a:lnTo>
                <a:lnTo>
                  <a:pt x="669470" y="369143"/>
                </a:lnTo>
                <a:lnTo>
                  <a:pt x="73461" y="367783"/>
                </a:lnTo>
                <a:lnTo>
                  <a:pt x="73466" y="367783"/>
                </a:lnTo>
                <a:lnTo>
                  <a:pt x="61532" y="367765"/>
                </a:lnTo>
                <a:lnTo>
                  <a:pt x="51012" y="367685"/>
                </a:lnTo>
                <a:lnTo>
                  <a:pt x="41815" y="367519"/>
                </a:lnTo>
                <a:lnTo>
                  <a:pt x="33844" y="367219"/>
                </a:lnTo>
                <a:lnTo>
                  <a:pt x="30273" y="367011"/>
                </a:lnTo>
                <a:lnTo>
                  <a:pt x="26970" y="366754"/>
                </a:lnTo>
                <a:lnTo>
                  <a:pt x="23925" y="366447"/>
                </a:lnTo>
                <a:lnTo>
                  <a:pt x="21113" y="366079"/>
                </a:lnTo>
                <a:lnTo>
                  <a:pt x="18521" y="365651"/>
                </a:lnTo>
                <a:lnTo>
                  <a:pt x="16137" y="365142"/>
                </a:lnTo>
                <a:lnTo>
                  <a:pt x="13944" y="364560"/>
                </a:lnTo>
                <a:lnTo>
                  <a:pt x="11935" y="363880"/>
                </a:lnTo>
                <a:lnTo>
                  <a:pt x="10084" y="363096"/>
                </a:lnTo>
                <a:lnTo>
                  <a:pt x="8399" y="362189"/>
                </a:lnTo>
                <a:lnTo>
                  <a:pt x="6874" y="361154"/>
                </a:lnTo>
                <a:lnTo>
                  <a:pt x="5508" y="359977"/>
                </a:lnTo>
                <a:lnTo>
                  <a:pt x="4325" y="358673"/>
                </a:lnTo>
                <a:lnTo>
                  <a:pt x="3321" y="357239"/>
                </a:lnTo>
                <a:lnTo>
                  <a:pt x="2493" y="355713"/>
                </a:lnTo>
                <a:lnTo>
                  <a:pt x="1831" y="354096"/>
                </a:lnTo>
                <a:lnTo>
                  <a:pt x="1317" y="352405"/>
                </a:lnTo>
                <a:lnTo>
                  <a:pt x="931" y="350634"/>
                </a:lnTo>
                <a:lnTo>
                  <a:pt x="643" y="348790"/>
                </a:lnTo>
                <a:lnTo>
                  <a:pt x="441" y="346841"/>
                </a:lnTo>
                <a:lnTo>
                  <a:pt x="238" y="342724"/>
                </a:lnTo>
                <a:lnTo>
                  <a:pt x="190" y="338129"/>
                </a:lnTo>
                <a:lnTo>
                  <a:pt x="0" y="29727"/>
                </a:lnTo>
                <a:lnTo>
                  <a:pt x="49" y="25126"/>
                </a:lnTo>
                <a:moveTo>
                  <a:pt x="6126" y="29770"/>
                </a:moveTo>
                <a:lnTo>
                  <a:pt x="6126" y="29739"/>
                </a:lnTo>
                <a:lnTo>
                  <a:pt x="6316" y="338111"/>
                </a:lnTo>
                <a:lnTo>
                  <a:pt x="6316" y="338080"/>
                </a:lnTo>
                <a:lnTo>
                  <a:pt x="6359" y="342595"/>
                </a:lnTo>
                <a:lnTo>
                  <a:pt x="6359" y="342473"/>
                </a:lnTo>
                <a:lnTo>
                  <a:pt x="6555" y="346449"/>
                </a:lnTo>
                <a:lnTo>
                  <a:pt x="6543" y="346290"/>
                </a:lnTo>
                <a:lnTo>
                  <a:pt x="6733" y="348085"/>
                </a:lnTo>
                <a:lnTo>
                  <a:pt x="6708" y="347932"/>
                </a:lnTo>
                <a:lnTo>
                  <a:pt x="6972" y="349605"/>
                </a:lnTo>
                <a:lnTo>
                  <a:pt x="6935" y="349415"/>
                </a:lnTo>
                <a:lnTo>
                  <a:pt x="7279" y="350971"/>
                </a:lnTo>
                <a:lnTo>
                  <a:pt x="7217" y="350738"/>
                </a:lnTo>
                <a:lnTo>
                  <a:pt x="7652" y="352178"/>
                </a:lnTo>
                <a:lnTo>
                  <a:pt x="7560" y="351908"/>
                </a:lnTo>
                <a:lnTo>
                  <a:pt x="8100" y="353238"/>
                </a:lnTo>
                <a:lnTo>
                  <a:pt x="7958" y="352944"/>
                </a:lnTo>
                <a:lnTo>
                  <a:pt x="8626" y="354170"/>
                </a:lnTo>
                <a:lnTo>
                  <a:pt x="8436" y="353863"/>
                </a:lnTo>
                <a:lnTo>
                  <a:pt x="9227" y="354991"/>
                </a:lnTo>
                <a:lnTo>
                  <a:pt x="8988" y="354696"/>
                </a:lnTo>
                <a:lnTo>
                  <a:pt x="9925" y="355720"/>
                </a:lnTo>
                <a:lnTo>
                  <a:pt x="9655" y="355462"/>
                </a:lnTo>
                <a:lnTo>
                  <a:pt x="10740" y="356399"/>
                </a:lnTo>
                <a:lnTo>
                  <a:pt x="10458" y="356185"/>
                </a:lnTo>
                <a:lnTo>
                  <a:pt x="11707" y="357031"/>
                </a:lnTo>
                <a:lnTo>
                  <a:pt x="11439" y="356865"/>
                </a:lnTo>
                <a:lnTo>
                  <a:pt x="12860" y="357631"/>
                </a:lnTo>
                <a:lnTo>
                  <a:pt x="12609" y="357508"/>
                </a:lnTo>
                <a:lnTo>
                  <a:pt x="14220" y="358195"/>
                </a:lnTo>
                <a:lnTo>
                  <a:pt x="13999" y="358115"/>
                </a:lnTo>
                <a:lnTo>
                  <a:pt x="15813" y="358722"/>
                </a:lnTo>
                <a:lnTo>
                  <a:pt x="15623" y="358666"/>
                </a:lnTo>
                <a:lnTo>
                  <a:pt x="17638" y="359205"/>
                </a:lnTo>
                <a:lnTo>
                  <a:pt x="17486" y="359169"/>
                </a:lnTo>
                <a:lnTo>
                  <a:pt x="19722" y="359640"/>
                </a:lnTo>
                <a:lnTo>
                  <a:pt x="19593" y="359616"/>
                </a:lnTo>
                <a:lnTo>
                  <a:pt x="22063" y="360026"/>
                </a:lnTo>
                <a:lnTo>
                  <a:pt x="21952" y="360015"/>
                </a:lnTo>
                <a:lnTo>
                  <a:pt x="24672" y="360363"/>
                </a:lnTo>
                <a:lnTo>
                  <a:pt x="24580" y="360357"/>
                </a:lnTo>
                <a:lnTo>
                  <a:pt x="27552" y="360658"/>
                </a:lnTo>
                <a:lnTo>
                  <a:pt x="27479" y="360652"/>
                </a:lnTo>
                <a:lnTo>
                  <a:pt x="30713" y="360896"/>
                </a:lnTo>
                <a:lnTo>
                  <a:pt x="30659" y="360896"/>
                </a:lnTo>
                <a:lnTo>
                  <a:pt x="34175" y="361105"/>
                </a:lnTo>
                <a:lnTo>
                  <a:pt x="34107" y="361098"/>
                </a:lnTo>
                <a:lnTo>
                  <a:pt x="42011" y="361392"/>
                </a:lnTo>
                <a:lnTo>
                  <a:pt x="41956" y="361392"/>
                </a:lnTo>
                <a:lnTo>
                  <a:pt x="51110" y="361559"/>
                </a:lnTo>
                <a:lnTo>
                  <a:pt x="51074" y="361559"/>
                </a:lnTo>
                <a:lnTo>
                  <a:pt x="61568" y="361638"/>
                </a:lnTo>
                <a:lnTo>
                  <a:pt x="61550" y="361638"/>
                </a:lnTo>
                <a:lnTo>
                  <a:pt x="73473" y="361656"/>
                </a:lnTo>
                <a:lnTo>
                  <a:pt x="669475" y="363016"/>
                </a:lnTo>
                <a:lnTo>
                  <a:pt x="669457" y="363016"/>
                </a:lnTo>
                <a:lnTo>
                  <a:pt x="691802" y="362949"/>
                </a:lnTo>
                <a:lnTo>
                  <a:pt x="691765" y="362949"/>
                </a:lnTo>
                <a:lnTo>
                  <a:pt x="700833" y="362814"/>
                </a:lnTo>
                <a:lnTo>
                  <a:pt x="700778" y="362814"/>
                </a:lnTo>
                <a:lnTo>
                  <a:pt x="708577" y="362563"/>
                </a:lnTo>
                <a:lnTo>
                  <a:pt x="708485" y="362563"/>
                </a:lnTo>
                <a:lnTo>
                  <a:pt x="715108" y="362159"/>
                </a:lnTo>
                <a:lnTo>
                  <a:pt x="715010" y="362165"/>
                </a:lnTo>
                <a:lnTo>
                  <a:pt x="717908" y="361889"/>
                </a:lnTo>
                <a:lnTo>
                  <a:pt x="717822" y="361901"/>
                </a:lnTo>
                <a:lnTo>
                  <a:pt x="720464" y="361577"/>
                </a:lnTo>
                <a:lnTo>
                  <a:pt x="720353" y="361589"/>
                </a:lnTo>
                <a:lnTo>
                  <a:pt x="722749" y="361209"/>
                </a:lnTo>
                <a:lnTo>
                  <a:pt x="722613" y="361233"/>
                </a:lnTo>
                <a:lnTo>
                  <a:pt x="724777" y="360786"/>
                </a:lnTo>
                <a:lnTo>
                  <a:pt x="724612" y="360829"/>
                </a:lnTo>
                <a:lnTo>
                  <a:pt x="726553" y="360315"/>
                </a:lnTo>
                <a:lnTo>
                  <a:pt x="726357" y="360375"/>
                </a:lnTo>
                <a:lnTo>
                  <a:pt x="728085" y="359794"/>
                </a:lnTo>
                <a:lnTo>
                  <a:pt x="727858" y="359886"/>
                </a:lnTo>
                <a:lnTo>
                  <a:pt x="729384" y="359230"/>
                </a:lnTo>
                <a:lnTo>
                  <a:pt x="729121" y="359359"/>
                </a:lnTo>
                <a:lnTo>
                  <a:pt x="730469" y="358623"/>
                </a:lnTo>
                <a:lnTo>
                  <a:pt x="730180" y="358801"/>
                </a:lnTo>
                <a:lnTo>
                  <a:pt x="731351" y="357980"/>
                </a:lnTo>
                <a:lnTo>
                  <a:pt x="731057" y="358213"/>
                </a:lnTo>
                <a:lnTo>
                  <a:pt x="732068" y="357306"/>
                </a:lnTo>
                <a:lnTo>
                  <a:pt x="731792" y="357588"/>
                </a:lnTo>
                <a:lnTo>
                  <a:pt x="732649" y="356589"/>
                </a:lnTo>
                <a:lnTo>
                  <a:pt x="732417" y="356902"/>
                </a:lnTo>
                <a:lnTo>
                  <a:pt x="733140" y="355805"/>
                </a:lnTo>
                <a:lnTo>
                  <a:pt x="732956" y="356124"/>
                </a:lnTo>
                <a:lnTo>
                  <a:pt x="733551" y="354923"/>
                </a:lnTo>
                <a:lnTo>
                  <a:pt x="733422" y="355223"/>
                </a:lnTo>
                <a:lnTo>
                  <a:pt x="733899" y="353918"/>
                </a:lnTo>
                <a:lnTo>
                  <a:pt x="733820" y="354181"/>
                </a:lnTo>
                <a:lnTo>
                  <a:pt x="734199" y="352766"/>
                </a:lnTo>
                <a:lnTo>
                  <a:pt x="734145" y="352987"/>
                </a:lnTo>
                <a:lnTo>
                  <a:pt x="734438" y="351449"/>
                </a:lnTo>
                <a:lnTo>
                  <a:pt x="734408" y="351633"/>
                </a:lnTo>
                <a:lnTo>
                  <a:pt x="734623" y="349972"/>
                </a:lnTo>
                <a:lnTo>
                  <a:pt x="734604" y="350113"/>
                </a:lnTo>
                <a:lnTo>
                  <a:pt x="734751" y="348330"/>
                </a:lnTo>
                <a:lnTo>
                  <a:pt x="734745" y="348471"/>
                </a:lnTo>
                <a:lnTo>
                  <a:pt x="734892" y="344519"/>
                </a:lnTo>
                <a:lnTo>
                  <a:pt x="734892" y="344611"/>
                </a:lnTo>
                <a:lnTo>
                  <a:pt x="734916" y="340102"/>
                </a:lnTo>
                <a:lnTo>
                  <a:pt x="734916" y="340121"/>
                </a:lnTo>
                <a:lnTo>
                  <a:pt x="734727" y="28667"/>
                </a:lnTo>
                <a:lnTo>
                  <a:pt x="734727" y="28704"/>
                </a:lnTo>
                <a:lnTo>
                  <a:pt x="734696" y="26383"/>
                </a:lnTo>
                <a:lnTo>
                  <a:pt x="734702" y="26474"/>
                </a:lnTo>
                <a:lnTo>
                  <a:pt x="734604" y="24299"/>
                </a:lnTo>
                <a:lnTo>
                  <a:pt x="734610" y="24422"/>
                </a:lnTo>
                <a:lnTo>
                  <a:pt x="734438" y="22382"/>
                </a:lnTo>
                <a:lnTo>
                  <a:pt x="734457" y="22534"/>
                </a:lnTo>
                <a:lnTo>
                  <a:pt x="734199" y="20635"/>
                </a:lnTo>
                <a:lnTo>
                  <a:pt x="734230" y="20819"/>
                </a:lnTo>
                <a:lnTo>
                  <a:pt x="733881" y="19054"/>
                </a:lnTo>
                <a:lnTo>
                  <a:pt x="733930" y="19269"/>
                </a:lnTo>
                <a:lnTo>
                  <a:pt x="733483" y="17633"/>
                </a:lnTo>
                <a:lnTo>
                  <a:pt x="733563" y="17884"/>
                </a:lnTo>
                <a:lnTo>
                  <a:pt x="733005" y="16371"/>
                </a:lnTo>
                <a:lnTo>
                  <a:pt x="733122" y="16646"/>
                </a:lnTo>
                <a:lnTo>
                  <a:pt x="732441" y="15250"/>
                </a:lnTo>
                <a:lnTo>
                  <a:pt x="732601" y="15538"/>
                </a:lnTo>
                <a:lnTo>
                  <a:pt x="731798" y="14257"/>
                </a:lnTo>
                <a:lnTo>
                  <a:pt x="732000" y="14545"/>
                </a:lnTo>
                <a:lnTo>
                  <a:pt x="731057" y="13368"/>
                </a:lnTo>
                <a:lnTo>
                  <a:pt x="731295" y="13632"/>
                </a:lnTo>
                <a:lnTo>
                  <a:pt x="730205" y="12560"/>
                </a:lnTo>
                <a:lnTo>
                  <a:pt x="730469" y="12786"/>
                </a:lnTo>
                <a:lnTo>
                  <a:pt x="729225" y="11818"/>
                </a:lnTo>
                <a:lnTo>
                  <a:pt x="729488" y="12002"/>
                </a:lnTo>
                <a:lnTo>
                  <a:pt x="728085" y="11126"/>
                </a:lnTo>
                <a:lnTo>
                  <a:pt x="728336" y="11267"/>
                </a:lnTo>
                <a:lnTo>
                  <a:pt x="726756" y="10477"/>
                </a:lnTo>
                <a:lnTo>
                  <a:pt x="726989" y="10581"/>
                </a:lnTo>
                <a:lnTo>
                  <a:pt x="725230" y="9877"/>
                </a:lnTo>
                <a:lnTo>
                  <a:pt x="725432" y="9950"/>
                </a:lnTo>
                <a:lnTo>
                  <a:pt x="723490" y="9324"/>
                </a:lnTo>
                <a:lnTo>
                  <a:pt x="723662" y="9374"/>
                </a:lnTo>
                <a:lnTo>
                  <a:pt x="721517" y="8822"/>
                </a:lnTo>
                <a:lnTo>
                  <a:pt x="721664" y="8859"/>
                </a:lnTo>
                <a:lnTo>
                  <a:pt x="719311" y="8381"/>
                </a:lnTo>
                <a:lnTo>
                  <a:pt x="719440" y="8399"/>
                </a:lnTo>
                <a:lnTo>
                  <a:pt x="716873" y="7990"/>
                </a:lnTo>
                <a:lnTo>
                  <a:pt x="716971" y="8002"/>
                </a:lnTo>
                <a:lnTo>
                  <a:pt x="714183" y="7646"/>
                </a:lnTo>
                <a:lnTo>
                  <a:pt x="714269" y="7658"/>
                </a:lnTo>
                <a:lnTo>
                  <a:pt x="711243" y="7358"/>
                </a:lnTo>
                <a:lnTo>
                  <a:pt x="711309" y="7364"/>
                </a:lnTo>
                <a:lnTo>
                  <a:pt x="708044" y="7119"/>
                </a:lnTo>
                <a:lnTo>
                  <a:pt x="708124" y="7126"/>
                </a:lnTo>
                <a:lnTo>
                  <a:pt x="700833" y="6764"/>
                </a:lnTo>
                <a:lnTo>
                  <a:pt x="700907" y="6770"/>
                </a:lnTo>
                <a:lnTo>
                  <a:pt x="692537" y="6556"/>
                </a:lnTo>
                <a:lnTo>
                  <a:pt x="692580" y="6556"/>
                </a:lnTo>
                <a:lnTo>
                  <a:pt x="683071" y="6451"/>
                </a:lnTo>
                <a:lnTo>
                  <a:pt x="683102" y="6451"/>
                </a:lnTo>
                <a:lnTo>
                  <a:pt x="660377" y="6415"/>
                </a:lnTo>
                <a:lnTo>
                  <a:pt x="73466" y="6127"/>
                </a:lnTo>
                <a:lnTo>
                  <a:pt x="73473" y="6127"/>
                </a:lnTo>
                <a:lnTo>
                  <a:pt x="61550" y="6145"/>
                </a:lnTo>
                <a:lnTo>
                  <a:pt x="61568" y="6145"/>
                </a:lnTo>
                <a:lnTo>
                  <a:pt x="51067" y="6225"/>
                </a:lnTo>
                <a:lnTo>
                  <a:pt x="51104" y="6225"/>
                </a:lnTo>
                <a:lnTo>
                  <a:pt x="41938" y="6397"/>
                </a:lnTo>
                <a:lnTo>
                  <a:pt x="41999" y="6390"/>
                </a:lnTo>
                <a:lnTo>
                  <a:pt x="34077" y="6690"/>
                </a:lnTo>
                <a:lnTo>
                  <a:pt x="34144" y="6690"/>
                </a:lnTo>
                <a:lnTo>
                  <a:pt x="30621" y="6898"/>
                </a:lnTo>
                <a:lnTo>
                  <a:pt x="30683" y="6893"/>
                </a:lnTo>
                <a:lnTo>
                  <a:pt x="27436" y="7150"/>
                </a:lnTo>
                <a:lnTo>
                  <a:pt x="27509" y="7144"/>
                </a:lnTo>
                <a:lnTo>
                  <a:pt x="24531" y="7444"/>
                </a:lnTo>
                <a:lnTo>
                  <a:pt x="24617" y="7432"/>
                </a:lnTo>
                <a:lnTo>
                  <a:pt x="21897" y="7793"/>
                </a:lnTo>
                <a:lnTo>
                  <a:pt x="22007" y="7775"/>
                </a:lnTo>
                <a:lnTo>
                  <a:pt x="19526" y="8191"/>
                </a:lnTo>
                <a:lnTo>
                  <a:pt x="19655" y="8167"/>
                </a:lnTo>
                <a:lnTo>
                  <a:pt x="17406" y="8638"/>
                </a:lnTo>
                <a:lnTo>
                  <a:pt x="17565" y="8602"/>
                </a:lnTo>
                <a:lnTo>
                  <a:pt x="15537" y="9147"/>
                </a:lnTo>
                <a:lnTo>
                  <a:pt x="15727" y="9092"/>
                </a:lnTo>
                <a:lnTo>
                  <a:pt x="13907" y="9705"/>
                </a:lnTo>
                <a:lnTo>
                  <a:pt x="14128" y="9619"/>
                </a:lnTo>
                <a:lnTo>
                  <a:pt x="12504" y="10312"/>
                </a:lnTo>
                <a:lnTo>
                  <a:pt x="12756" y="10189"/>
                </a:lnTo>
                <a:lnTo>
                  <a:pt x="11322" y="10961"/>
                </a:lnTo>
                <a:lnTo>
                  <a:pt x="11591" y="10795"/>
                </a:lnTo>
                <a:lnTo>
                  <a:pt x="10335" y="11647"/>
                </a:lnTo>
                <a:lnTo>
                  <a:pt x="10611" y="11432"/>
                </a:lnTo>
                <a:lnTo>
                  <a:pt x="9520" y="12370"/>
                </a:lnTo>
                <a:lnTo>
                  <a:pt x="9784" y="12113"/>
                </a:lnTo>
                <a:lnTo>
                  <a:pt x="8847" y="13148"/>
                </a:lnTo>
                <a:lnTo>
                  <a:pt x="9080" y="12854"/>
                </a:lnTo>
                <a:lnTo>
                  <a:pt x="8283" y="13981"/>
                </a:lnTo>
                <a:lnTo>
                  <a:pt x="8473" y="13675"/>
                </a:lnTo>
                <a:lnTo>
                  <a:pt x="7805" y="14901"/>
                </a:lnTo>
                <a:lnTo>
                  <a:pt x="7946" y="14606"/>
                </a:lnTo>
                <a:lnTo>
                  <a:pt x="7395" y="15941"/>
                </a:lnTo>
                <a:lnTo>
                  <a:pt x="7493" y="15672"/>
                </a:lnTo>
                <a:lnTo>
                  <a:pt x="7046" y="17118"/>
                </a:lnTo>
                <a:lnTo>
                  <a:pt x="7107" y="16886"/>
                </a:lnTo>
                <a:lnTo>
                  <a:pt x="6758" y="18442"/>
                </a:lnTo>
                <a:lnTo>
                  <a:pt x="6794" y="18246"/>
                </a:lnTo>
                <a:lnTo>
                  <a:pt x="6531" y="19924"/>
                </a:lnTo>
                <a:lnTo>
                  <a:pt x="6555" y="19771"/>
                </a:lnTo>
                <a:lnTo>
                  <a:pt x="6366" y="21567"/>
                </a:lnTo>
                <a:lnTo>
                  <a:pt x="6378" y="21400"/>
                </a:lnTo>
                <a:lnTo>
                  <a:pt x="6169" y="25378"/>
                </a:lnTo>
                <a:lnTo>
                  <a:pt x="6175" y="25255"/>
                </a:lnTo>
                <a:lnTo>
                  <a:pt x="6126" y="29770"/>
                </a:lnTo>
              </a:path>
            </a:pathLst>
          </a:custGeom>
          <a:solidFill xmlns:a="http://schemas.openxmlformats.org/drawingml/2006/main">
            <a:srgbClr val="7030A0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text-246 [">
            <a:extLst xmlns:a="http://schemas.openxmlformats.org/drawingml/2006/main">
              <a:ext uri="{FF2B5EF4-FFF2-40B4-BE49-F238E27FC236}">
                <a16:creationId xmlns:a16="http://schemas.microsoft.com/office/drawing/2014/main" id="{3624F8E5-D574-4C30-A975-9B1F2D47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7193" y="5089921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238" name="text-247 TRK">
            <a:extLst xmlns:a="http://schemas.openxmlformats.org/drawingml/2006/main">
              <a:ext uri="{FF2B5EF4-FFF2-40B4-BE49-F238E27FC236}">
                <a16:creationId xmlns:a16="http://schemas.microsoft.com/office/drawing/2014/main" id="{79AFE8E6-4731-4E25-B16A-DFE5AD0F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6623" y="5089830"/>
            <a:ext cx="402412" cy="24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TRK</a:t>
            </a:r>
          </a:p>
        </p:txBody>
      </p:sp>
      <p:sp>
        <p:nvSpPr>
          <p:cNvPr id="239" name="text-248 ]">
            <a:extLst xmlns:a="http://schemas.openxmlformats.org/drawingml/2006/main">
              <a:ext uri="{FF2B5EF4-FFF2-40B4-BE49-F238E27FC236}">
                <a16:creationId xmlns:a16="http://schemas.microsoft.com/office/drawing/2014/main" id="{C6E2DEF1-9FEA-4D7B-9F39-1B5B7C4E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8523" y="5089921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240" name="path-249">
            <a:extLst xmlns:a="http://schemas.openxmlformats.org/drawingml/2006/main">
              <a:ext uri="{FF2B5EF4-FFF2-40B4-BE49-F238E27FC236}">
                <a16:creationId xmlns:a16="http://schemas.microsoft.com/office/drawing/2014/main" id="{A878AB27-1A9F-48E2-BEED-ED1D0F91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566" y="5103111"/>
            <a:ext cx="183806" cy="199245"/>
          </a:xfrm>
          <a:custGeom xmlns:a="http://schemas.openxmlformats.org/drawingml/2006/main">
            <a:pathLst>
              <a:path w="183806" h="199245">
                <a:moveTo>
                  <a:pt x="0" y="76463"/>
                </a:moveTo>
                <a:lnTo>
                  <a:pt x="67641" y="71317"/>
                </a:lnTo>
                <a:lnTo>
                  <a:pt x="91903" y="0"/>
                </a:lnTo>
                <a:lnTo>
                  <a:pt x="116166" y="71317"/>
                </a:lnTo>
                <a:lnTo>
                  <a:pt x="183806" y="76463"/>
                </a:lnTo>
                <a:lnTo>
                  <a:pt x="131605" y="124988"/>
                </a:lnTo>
                <a:lnTo>
                  <a:pt x="148515" y="199245"/>
                </a:lnTo>
                <a:lnTo>
                  <a:pt x="91903" y="158073"/>
                </a:lnTo>
                <a:lnTo>
                  <a:pt x="35291" y="199245"/>
                </a:lnTo>
                <a:lnTo>
                  <a:pt x="52201" y="124988"/>
                </a:lnTo>
                <a:lnTo>
                  <a:pt x="0" y="7646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50">
            <a:extLst xmlns:a="http://schemas.openxmlformats.org/drawingml/2006/main">
              <a:ext uri="{FF2B5EF4-FFF2-40B4-BE49-F238E27FC236}">
                <a16:creationId xmlns:a16="http://schemas.microsoft.com/office/drawing/2014/main" id="{AC934EF5-AC1A-4CF4-A1BF-76F4C179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431" y="5550861"/>
            <a:ext cx="734917" cy="363016"/>
          </a:xfrm>
          <a:custGeom xmlns:a="http://schemas.openxmlformats.org/drawingml/2006/main">
            <a:pathLst>
              <a:path w="734917" h="363016">
                <a:moveTo>
                  <a:pt x="0" y="26676"/>
                </a:moveTo>
                <a:cubicBezTo>
                  <a:pt x="0" y="1078"/>
                  <a:pt x="2837" y="0"/>
                  <a:pt x="70404" y="0"/>
                </a:cubicBezTo>
                <a:lnTo>
                  <a:pt x="657320" y="288"/>
                </a:lnTo>
                <a:cubicBezTo>
                  <a:pt x="724888" y="288"/>
                  <a:pt x="734727" y="0"/>
                  <a:pt x="734727" y="25604"/>
                </a:cubicBezTo>
                <a:lnTo>
                  <a:pt x="734917" y="337057"/>
                </a:lnTo>
                <a:cubicBezTo>
                  <a:pt x="734917" y="362655"/>
                  <a:pt x="733967" y="363016"/>
                  <a:pt x="666401" y="363016"/>
                </a:cubicBezTo>
                <a:lnTo>
                  <a:pt x="70404" y="361657"/>
                </a:lnTo>
                <a:cubicBezTo>
                  <a:pt x="2837" y="361657"/>
                  <a:pt x="190" y="360652"/>
                  <a:pt x="190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A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51">
            <a:extLst xmlns:a="http://schemas.openxmlformats.org/drawingml/2006/main">
              <a:ext uri="{FF2B5EF4-FFF2-40B4-BE49-F238E27FC236}">
                <a16:creationId xmlns:a16="http://schemas.microsoft.com/office/drawing/2014/main" id="{F4427410-09F0-40D6-AA85-800A6B8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368" y="5547798"/>
            <a:ext cx="741044" cy="369143"/>
          </a:xfrm>
          <a:custGeom xmlns:a="http://schemas.openxmlformats.org/drawingml/2006/main">
            <a:pathLst>
              <a:path w="741044" h="369143">
                <a:moveTo>
                  <a:pt x="49" y="25126"/>
                </a:moveTo>
                <a:lnTo>
                  <a:pt x="263" y="21003"/>
                </a:lnTo>
                <a:lnTo>
                  <a:pt x="471" y="19048"/>
                </a:lnTo>
                <a:lnTo>
                  <a:pt x="760" y="17198"/>
                </a:lnTo>
                <a:lnTo>
                  <a:pt x="1157" y="15428"/>
                </a:lnTo>
                <a:lnTo>
                  <a:pt x="1678" y="13736"/>
                </a:lnTo>
                <a:lnTo>
                  <a:pt x="2347" y="12118"/>
                </a:lnTo>
                <a:lnTo>
                  <a:pt x="3179" y="10587"/>
                </a:lnTo>
                <a:lnTo>
                  <a:pt x="4190" y="9154"/>
                </a:lnTo>
                <a:lnTo>
                  <a:pt x="5385" y="7848"/>
                </a:lnTo>
                <a:lnTo>
                  <a:pt x="6758" y="6672"/>
                </a:lnTo>
                <a:lnTo>
                  <a:pt x="8290" y="5630"/>
                </a:lnTo>
                <a:lnTo>
                  <a:pt x="9980" y="4724"/>
                </a:lnTo>
                <a:lnTo>
                  <a:pt x="11837" y="3940"/>
                </a:lnTo>
                <a:lnTo>
                  <a:pt x="13859" y="3253"/>
                </a:lnTo>
                <a:lnTo>
                  <a:pt x="16058" y="2665"/>
                </a:lnTo>
                <a:lnTo>
                  <a:pt x="18448" y="2156"/>
                </a:lnTo>
                <a:lnTo>
                  <a:pt x="21046" y="1721"/>
                </a:lnTo>
                <a:lnTo>
                  <a:pt x="23870" y="1354"/>
                </a:lnTo>
                <a:lnTo>
                  <a:pt x="26927" y="1041"/>
                </a:lnTo>
                <a:lnTo>
                  <a:pt x="30230" y="784"/>
                </a:lnTo>
                <a:lnTo>
                  <a:pt x="33814" y="570"/>
                </a:lnTo>
                <a:lnTo>
                  <a:pt x="41797" y="269"/>
                </a:lnTo>
                <a:lnTo>
                  <a:pt x="51006" y="98"/>
                </a:lnTo>
                <a:lnTo>
                  <a:pt x="61532" y="18"/>
                </a:lnTo>
                <a:lnTo>
                  <a:pt x="73467" y="0"/>
                </a:lnTo>
                <a:lnTo>
                  <a:pt x="660384" y="288"/>
                </a:lnTo>
                <a:lnTo>
                  <a:pt x="683126" y="324"/>
                </a:lnTo>
                <a:lnTo>
                  <a:pt x="692672" y="428"/>
                </a:lnTo>
                <a:lnTo>
                  <a:pt x="701097" y="643"/>
                </a:lnTo>
                <a:lnTo>
                  <a:pt x="708467" y="1005"/>
                </a:lnTo>
                <a:lnTo>
                  <a:pt x="711807" y="1262"/>
                </a:lnTo>
                <a:lnTo>
                  <a:pt x="714906" y="1562"/>
                </a:lnTo>
                <a:lnTo>
                  <a:pt x="717792" y="1930"/>
                </a:lnTo>
                <a:lnTo>
                  <a:pt x="720476" y="2364"/>
                </a:lnTo>
                <a:lnTo>
                  <a:pt x="722963" y="2874"/>
                </a:lnTo>
                <a:lnTo>
                  <a:pt x="725273" y="3462"/>
                </a:lnTo>
                <a:lnTo>
                  <a:pt x="727411" y="4148"/>
                </a:lnTo>
                <a:lnTo>
                  <a:pt x="729385" y="4938"/>
                </a:lnTo>
                <a:lnTo>
                  <a:pt x="731210" y="5851"/>
                </a:lnTo>
                <a:lnTo>
                  <a:pt x="732877" y="6893"/>
                </a:lnTo>
                <a:lnTo>
                  <a:pt x="734384" y="8075"/>
                </a:lnTo>
                <a:lnTo>
                  <a:pt x="735725" y="9392"/>
                </a:lnTo>
                <a:lnTo>
                  <a:pt x="736890" y="10844"/>
                </a:lnTo>
                <a:lnTo>
                  <a:pt x="737882" y="12419"/>
                </a:lnTo>
                <a:lnTo>
                  <a:pt x="738697" y="14104"/>
                </a:lnTo>
                <a:lnTo>
                  <a:pt x="739359" y="15881"/>
                </a:lnTo>
                <a:lnTo>
                  <a:pt x="739873" y="17755"/>
                </a:lnTo>
                <a:lnTo>
                  <a:pt x="740259" y="19723"/>
                </a:lnTo>
                <a:lnTo>
                  <a:pt x="740536" y="21793"/>
                </a:lnTo>
                <a:lnTo>
                  <a:pt x="740719" y="23968"/>
                </a:lnTo>
                <a:lnTo>
                  <a:pt x="740823" y="26254"/>
                </a:lnTo>
                <a:lnTo>
                  <a:pt x="740854" y="28643"/>
                </a:lnTo>
                <a:lnTo>
                  <a:pt x="741044" y="340126"/>
                </a:lnTo>
                <a:lnTo>
                  <a:pt x="741013" y="344697"/>
                </a:lnTo>
                <a:lnTo>
                  <a:pt x="740866" y="348765"/>
                </a:lnTo>
                <a:lnTo>
                  <a:pt x="740707" y="350689"/>
                </a:lnTo>
                <a:lnTo>
                  <a:pt x="740474" y="352502"/>
                </a:lnTo>
                <a:lnTo>
                  <a:pt x="740143" y="354243"/>
                </a:lnTo>
                <a:lnTo>
                  <a:pt x="739702" y="355903"/>
                </a:lnTo>
                <a:lnTo>
                  <a:pt x="739114" y="357496"/>
                </a:lnTo>
                <a:lnTo>
                  <a:pt x="738360" y="359016"/>
                </a:lnTo>
                <a:lnTo>
                  <a:pt x="737429" y="360431"/>
                </a:lnTo>
                <a:lnTo>
                  <a:pt x="736314" y="361730"/>
                </a:lnTo>
                <a:lnTo>
                  <a:pt x="735015" y="362894"/>
                </a:lnTo>
                <a:lnTo>
                  <a:pt x="733556" y="363917"/>
                </a:lnTo>
                <a:lnTo>
                  <a:pt x="731933" y="364805"/>
                </a:lnTo>
                <a:lnTo>
                  <a:pt x="730150" y="365565"/>
                </a:lnTo>
                <a:lnTo>
                  <a:pt x="728208" y="366214"/>
                </a:lnTo>
                <a:lnTo>
                  <a:pt x="726088" y="366772"/>
                </a:lnTo>
                <a:lnTo>
                  <a:pt x="723784" y="367250"/>
                </a:lnTo>
                <a:lnTo>
                  <a:pt x="721266" y="367648"/>
                </a:lnTo>
                <a:lnTo>
                  <a:pt x="718528" y="367985"/>
                </a:lnTo>
                <a:lnTo>
                  <a:pt x="715538" y="368267"/>
                </a:lnTo>
                <a:lnTo>
                  <a:pt x="708822" y="368684"/>
                </a:lnTo>
                <a:lnTo>
                  <a:pt x="700950" y="368941"/>
                </a:lnTo>
                <a:lnTo>
                  <a:pt x="691839" y="369076"/>
                </a:lnTo>
                <a:lnTo>
                  <a:pt x="669470" y="369143"/>
                </a:lnTo>
                <a:lnTo>
                  <a:pt x="73461" y="367783"/>
                </a:lnTo>
                <a:lnTo>
                  <a:pt x="73467" y="367783"/>
                </a:lnTo>
                <a:lnTo>
                  <a:pt x="61532" y="367764"/>
                </a:lnTo>
                <a:lnTo>
                  <a:pt x="51013" y="367685"/>
                </a:lnTo>
                <a:lnTo>
                  <a:pt x="41815" y="367519"/>
                </a:lnTo>
                <a:lnTo>
                  <a:pt x="33845" y="367219"/>
                </a:lnTo>
                <a:lnTo>
                  <a:pt x="30273" y="367011"/>
                </a:lnTo>
                <a:lnTo>
                  <a:pt x="26970" y="366754"/>
                </a:lnTo>
                <a:lnTo>
                  <a:pt x="23925" y="366447"/>
                </a:lnTo>
                <a:lnTo>
                  <a:pt x="21113" y="366079"/>
                </a:lnTo>
                <a:lnTo>
                  <a:pt x="18522" y="365651"/>
                </a:lnTo>
                <a:lnTo>
                  <a:pt x="16138" y="365142"/>
                </a:lnTo>
                <a:lnTo>
                  <a:pt x="13945" y="364560"/>
                </a:lnTo>
                <a:lnTo>
                  <a:pt x="11935" y="363880"/>
                </a:lnTo>
                <a:lnTo>
                  <a:pt x="10085" y="363096"/>
                </a:lnTo>
                <a:lnTo>
                  <a:pt x="8400" y="362189"/>
                </a:lnTo>
                <a:lnTo>
                  <a:pt x="6874" y="361154"/>
                </a:lnTo>
                <a:lnTo>
                  <a:pt x="5508" y="359977"/>
                </a:lnTo>
                <a:lnTo>
                  <a:pt x="4326" y="358673"/>
                </a:lnTo>
                <a:lnTo>
                  <a:pt x="3321" y="357245"/>
                </a:lnTo>
                <a:lnTo>
                  <a:pt x="2493" y="355713"/>
                </a:lnTo>
                <a:lnTo>
                  <a:pt x="1832" y="354096"/>
                </a:lnTo>
                <a:lnTo>
                  <a:pt x="1317" y="352405"/>
                </a:lnTo>
                <a:lnTo>
                  <a:pt x="931" y="350640"/>
                </a:lnTo>
                <a:lnTo>
                  <a:pt x="644" y="348790"/>
                </a:lnTo>
                <a:lnTo>
                  <a:pt x="441" y="346841"/>
                </a:lnTo>
                <a:lnTo>
                  <a:pt x="239" y="342724"/>
                </a:lnTo>
                <a:lnTo>
                  <a:pt x="190" y="338129"/>
                </a:lnTo>
                <a:lnTo>
                  <a:pt x="0" y="29727"/>
                </a:lnTo>
                <a:lnTo>
                  <a:pt x="49" y="25126"/>
                </a:lnTo>
                <a:moveTo>
                  <a:pt x="6127" y="29777"/>
                </a:moveTo>
                <a:lnTo>
                  <a:pt x="6127" y="29739"/>
                </a:lnTo>
                <a:lnTo>
                  <a:pt x="6316" y="338111"/>
                </a:lnTo>
                <a:lnTo>
                  <a:pt x="6316" y="338080"/>
                </a:lnTo>
                <a:lnTo>
                  <a:pt x="6359" y="342596"/>
                </a:lnTo>
                <a:lnTo>
                  <a:pt x="6359" y="342473"/>
                </a:lnTo>
                <a:lnTo>
                  <a:pt x="6555" y="346449"/>
                </a:lnTo>
                <a:lnTo>
                  <a:pt x="6543" y="346290"/>
                </a:lnTo>
                <a:lnTo>
                  <a:pt x="6733" y="348085"/>
                </a:lnTo>
                <a:lnTo>
                  <a:pt x="6709" y="347932"/>
                </a:lnTo>
                <a:lnTo>
                  <a:pt x="6972" y="349605"/>
                </a:lnTo>
                <a:lnTo>
                  <a:pt x="6935" y="349414"/>
                </a:lnTo>
                <a:lnTo>
                  <a:pt x="7279" y="350971"/>
                </a:lnTo>
                <a:lnTo>
                  <a:pt x="7218" y="350738"/>
                </a:lnTo>
                <a:lnTo>
                  <a:pt x="7652" y="352178"/>
                </a:lnTo>
                <a:lnTo>
                  <a:pt x="7561" y="351908"/>
                </a:lnTo>
                <a:lnTo>
                  <a:pt x="8100" y="353244"/>
                </a:lnTo>
                <a:lnTo>
                  <a:pt x="7958" y="352944"/>
                </a:lnTo>
                <a:lnTo>
                  <a:pt x="8627" y="354169"/>
                </a:lnTo>
                <a:lnTo>
                  <a:pt x="8436" y="353863"/>
                </a:lnTo>
                <a:lnTo>
                  <a:pt x="9227" y="354991"/>
                </a:lnTo>
                <a:lnTo>
                  <a:pt x="8988" y="354696"/>
                </a:lnTo>
                <a:lnTo>
                  <a:pt x="9926" y="355725"/>
                </a:lnTo>
                <a:lnTo>
                  <a:pt x="9656" y="355461"/>
                </a:lnTo>
                <a:lnTo>
                  <a:pt x="10741" y="356399"/>
                </a:lnTo>
                <a:lnTo>
                  <a:pt x="10458" y="356185"/>
                </a:lnTo>
                <a:lnTo>
                  <a:pt x="11708" y="357031"/>
                </a:lnTo>
                <a:lnTo>
                  <a:pt x="11439" y="356865"/>
                </a:lnTo>
                <a:lnTo>
                  <a:pt x="12860" y="357631"/>
                </a:lnTo>
                <a:lnTo>
                  <a:pt x="12609" y="357508"/>
                </a:lnTo>
                <a:lnTo>
                  <a:pt x="14221" y="358195"/>
                </a:lnTo>
                <a:lnTo>
                  <a:pt x="14000" y="358115"/>
                </a:lnTo>
                <a:lnTo>
                  <a:pt x="15814" y="358722"/>
                </a:lnTo>
                <a:lnTo>
                  <a:pt x="15623" y="358666"/>
                </a:lnTo>
                <a:lnTo>
                  <a:pt x="17639" y="359205"/>
                </a:lnTo>
                <a:lnTo>
                  <a:pt x="17486" y="359169"/>
                </a:lnTo>
                <a:lnTo>
                  <a:pt x="19723" y="359640"/>
                </a:lnTo>
                <a:lnTo>
                  <a:pt x="19594" y="359616"/>
                </a:lnTo>
                <a:lnTo>
                  <a:pt x="22063" y="360026"/>
                </a:lnTo>
                <a:lnTo>
                  <a:pt x="21952" y="360015"/>
                </a:lnTo>
                <a:lnTo>
                  <a:pt x="24672" y="360363"/>
                </a:lnTo>
                <a:lnTo>
                  <a:pt x="24580" y="360357"/>
                </a:lnTo>
                <a:lnTo>
                  <a:pt x="27552" y="360658"/>
                </a:lnTo>
                <a:lnTo>
                  <a:pt x="27479" y="360652"/>
                </a:lnTo>
                <a:lnTo>
                  <a:pt x="30714" y="360902"/>
                </a:lnTo>
                <a:lnTo>
                  <a:pt x="30659" y="360897"/>
                </a:lnTo>
                <a:lnTo>
                  <a:pt x="34175" y="361105"/>
                </a:lnTo>
                <a:lnTo>
                  <a:pt x="34108" y="361099"/>
                </a:lnTo>
                <a:lnTo>
                  <a:pt x="42012" y="361392"/>
                </a:lnTo>
                <a:lnTo>
                  <a:pt x="41956" y="361392"/>
                </a:lnTo>
                <a:lnTo>
                  <a:pt x="51110" y="361565"/>
                </a:lnTo>
                <a:lnTo>
                  <a:pt x="51074" y="361558"/>
                </a:lnTo>
                <a:lnTo>
                  <a:pt x="61569" y="361638"/>
                </a:lnTo>
                <a:lnTo>
                  <a:pt x="61550" y="361638"/>
                </a:lnTo>
                <a:lnTo>
                  <a:pt x="73473" y="361656"/>
                </a:lnTo>
                <a:lnTo>
                  <a:pt x="669476" y="363017"/>
                </a:lnTo>
                <a:lnTo>
                  <a:pt x="669457" y="363017"/>
                </a:lnTo>
                <a:lnTo>
                  <a:pt x="691802" y="362949"/>
                </a:lnTo>
                <a:lnTo>
                  <a:pt x="691765" y="362949"/>
                </a:lnTo>
                <a:lnTo>
                  <a:pt x="700833" y="362814"/>
                </a:lnTo>
                <a:lnTo>
                  <a:pt x="700778" y="362814"/>
                </a:lnTo>
                <a:lnTo>
                  <a:pt x="708578" y="362563"/>
                </a:lnTo>
                <a:lnTo>
                  <a:pt x="708486" y="362569"/>
                </a:lnTo>
                <a:lnTo>
                  <a:pt x="715109" y="362159"/>
                </a:lnTo>
                <a:lnTo>
                  <a:pt x="715011" y="362165"/>
                </a:lnTo>
                <a:lnTo>
                  <a:pt x="717909" y="361889"/>
                </a:lnTo>
                <a:lnTo>
                  <a:pt x="717823" y="361901"/>
                </a:lnTo>
                <a:lnTo>
                  <a:pt x="720464" y="361577"/>
                </a:lnTo>
                <a:lnTo>
                  <a:pt x="720353" y="361589"/>
                </a:lnTo>
                <a:lnTo>
                  <a:pt x="722749" y="361209"/>
                </a:lnTo>
                <a:lnTo>
                  <a:pt x="722614" y="361233"/>
                </a:lnTo>
                <a:lnTo>
                  <a:pt x="724777" y="360786"/>
                </a:lnTo>
                <a:lnTo>
                  <a:pt x="724612" y="360829"/>
                </a:lnTo>
                <a:lnTo>
                  <a:pt x="726553" y="360320"/>
                </a:lnTo>
                <a:lnTo>
                  <a:pt x="726357" y="360376"/>
                </a:lnTo>
                <a:lnTo>
                  <a:pt x="728085" y="359794"/>
                </a:lnTo>
                <a:lnTo>
                  <a:pt x="727858" y="359886"/>
                </a:lnTo>
                <a:lnTo>
                  <a:pt x="729385" y="359230"/>
                </a:lnTo>
                <a:lnTo>
                  <a:pt x="729121" y="359359"/>
                </a:lnTo>
                <a:lnTo>
                  <a:pt x="730469" y="358623"/>
                </a:lnTo>
                <a:lnTo>
                  <a:pt x="730181" y="358801"/>
                </a:lnTo>
                <a:lnTo>
                  <a:pt x="731351" y="357980"/>
                </a:lnTo>
                <a:lnTo>
                  <a:pt x="731057" y="358213"/>
                </a:lnTo>
                <a:lnTo>
                  <a:pt x="732068" y="357306"/>
                </a:lnTo>
                <a:lnTo>
                  <a:pt x="731793" y="357588"/>
                </a:lnTo>
                <a:lnTo>
                  <a:pt x="732650" y="356589"/>
                </a:lnTo>
                <a:lnTo>
                  <a:pt x="732417" y="356902"/>
                </a:lnTo>
                <a:lnTo>
                  <a:pt x="733140" y="355805"/>
                </a:lnTo>
                <a:lnTo>
                  <a:pt x="732956" y="356124"/>
                </a:lnTo>
                <a:lnTo>
                  <a:pt x="733551" y="354923"/>
                </a:lnTo>
                <a:lnTo>
                  <a:pt x="733422" y="355223"/>
                </a:lnTo>
                <a:lnTo>
                  <a:pt x="733900" y="353919"/>
                </a:lnTo>
                <a:lnTo>
                  <a:pt x="733820" y="354181"/>
                </a:lnTo>
                <a:lnTo>
                  <a:pt x="734200" y="352766"/>
                </a:lnTo>
                <a:lnTo>
                  <a:pt x="734145" y="352987"/>
                </a:lnTo>
                <a:lnTo>
                  <a:pt x="734439" y="351455"/>
                </a:lnTo>
                <a:lnTo>
                  <a:pt x="734409" y="351633"/>
                </a:lnTo>
                <a:lnTo>
                  <a:pt x="734623" y="349978"/>
                </a:lnTo>
                <a:lnTo>
                  <a:pt x="734605" y="350113"/>
                </a:lnTo>
                <a:lnTo>
                  <a:pt x="734752" y="348330"/>
                </a:lnTo>
                <a:lnTo>
                  <a:pt x="734745" y="348471"/>
                </a:lnTo>
                <a:lnTo>
                  <a:pt x="734892" y="344519"/>
                </a:lnTo>
                <a:lnTo>
                  <a:pt x="734892" y="344611"/>
                </a:lnTo>
                <a:lnTo>
                  <a:pt x="734917" y="340102"/>
                </a:lnTo>
                <a:lnTo>
                  <a:pt x="734917" y="340121"/>
                </a:lnTo>
                <a:lnTo>
                  <a:pt x="734727" y="28667"/>
                </a:lnTo>
                <a:lnTo>
                  <a:pt x="734727" y="28705"/>
                </a:lnTo>
                <a:lnTo>
                  <a:pt x="734696" y="26382"/>
                </a:lnTo>
                <a:lnTo>
                  <a:pt x="734702" y="26474"/>
                </a:lnTo>
                <a:lnTo>
                  <a:pt x="734605" y="24299"/>
                </a:lnTo>
                <a:lnTo>
                  <a:pt x="734610" y="24421"/>
                </a:lnTo>
                <a:lnTo>
                  <a:pt x="734439" y="22382"/>
                </a:lnTo>
                <a:lnTo>
                  <a:pt x="734457" y="22534"/>
                </a:lnTo>
                <a:lnTo>
                  <a:pt x="734200" y="20635"/>
                </a:lnTo>
                <a:lnTo>
                  <a:pt x="734230" y="20819"/>
                </a:lnTo>
                <a:lnTo>
                  <a:pt x="733881" y="19054"/>
                </a:lnTo>
                <a:lnTo>
                  <a:pt x="733931" y="19275"/>
                </a:lnTo>
                <a:lnTo>
                  <a:pt x="733483" y="17633"/>
                </a:lnTo>
                <a:lnTo>
                  <a:pt x="733563" y="17884"/>
                </a:lnTo>
                <a:lnTo>
                  <a:pt x="733005" y="16371"/>
                </a:lnTo>
                <a:lnTo>
                  <a:pt x="733122" y="16646"/>
                </a:lnTo>
                <a:lnTo>
                  <a:pt x="732441" y="15250"/>
                </a:lnTo>
                <a:lnTo>
                  <a:pt x="732601" y="15538"/>
                </a:lnTo>
                <a:lnTo>
                  <a:pt x="731798" y="14257"/>
                </a:lnTo>
                <a:lnTo>
                  <a:pt x="732001" y="14545"/>
                </a:lnTo>
                <a:lnTo>
                  <a:pt x="731057" y="13368"/>
                </a:lnTo>
                <a:lnTo>
                  <a:pt x="731295" y="13632"/>
                </a:lnTo>
                <a:lnTo>
                  <a:pt x="730205" y="12560"/>
                </a:lnTo>
                <a:lnTo>
                  <a:pt x="730469" y="12793"/>
                </a:lnTo>
                <a:lnTo>
                  <a:pt x="729225" y="11818"/>
                </a:lnTo>
                <a:lnTo>
                  <a:pt x="729489" y="12002"/>
                </a:lnTo>
                <a:lnTo>
                  <a:pt x="728085" y="11126"/>
                </a:lnTo>
                <a:lnTo>
                  <a:pt x="728336" y="11267"/>
                </a:lnTo>
                <a:lnTo>
                  <a:pt x="726756" y="10477"/>
                </a:lnTo>
                <a:lnTo>
                  <a:pt x="726989" y="10581"/>
                </a:lnTo>
                <a:lnTo>
                  <a:pt x="725230" y="9877"/>
                </a:lnTo>
                <a:lnTo>
                  <a:pt x="725432" y="9950"/>
                </a:lnTo>
                <a:lnTo>
                  <a:pt x="723490" y="9324"/>
                </a:lnTo>
                <a:lnTo>
                  <a:pt x="723662" y="9374"/>
                </a:lnTo>
                <a:lnTo>
                  <a:pt x="721518" y="8823"/>
                </a:lnTo>
                <a:lnTo>
                  <a:pt x="721665" y="8859"/>
                </a:lnTo>
                <a:lnTo>
                  <a:pt x="719311" y="8381"/>
                </a:lnTo>
                <a:lnTo>
                  <a:pt x="719440" y="8400"/>
                </a:lnTo>
                <a:lnTo>
                  <a:pt x="716873" y="7990"/>
                </a:lnTo>
                <a:lnTo>
                  <a:pt x="716971" y="8001"/>
                </a:lnTo>
                <a:lnTo>
                  <a:pt x="714184" y="7646"/>
                </a:lnTo>
                <a:lnTo>
                  <a:pt x="714269" y="7658"/>
                </a:lnTo>
                <a:lnTo>
                  <a:pt x="711243" y="7358"/>
                </a:lnTo>
                <a:lnTo>
                  <a:pt x="711310" y="7364"/>
                </a:lnTo>
                <a:lnTo>
                  <a:pt x="708045" y="7119"/>
                </a:lnTo>
                <a:lnTo>
                  <a:pt x="708124" y="7125"/>
                </a:lnTo>
                <a:lnTo>
                  <a:pt x="700833" y="6764"/>
                </a:lnTo>
                <a:lnTo>
                  <a:pt x="700907" y="6770"/>
                </a:lnTo>
                <a:lnTo>
                  <a:pt x="692537" y="6556"/>
                </a:lnTo>
                <a:lnTo>
                  <a:pt x="692580" y="6556"/>
                </a:lnTo>
                <a:lnTo>
                  <a:pt x="683071" y="6451"/>
                </a:lnTo>
                <a:lnTo>
                  <a:pt x="683102" y="6451"/>
                </a:lnTo>
                <a:lnTo>
                  <a:pt x="660378" y="6415"/>
                </a:lnTo>
                <a:lnTo>
                  <a:pt x="73467" y="6127"/>
                </a:lnTo>
                <a:lnTo>
                  <a:pt x="73473" y="6127"/>
                </a:lnTo>
                <a:lnTo>
                  <a:pt x="61550" y="6145"/>
                </a:lnTo>
                <a:lnTo>
                  <a:pt x="61569" y="6145"/>
                </a:lnTo>
                <a:lnTo>
                  <a:pt x="51067" y="6225"/>
                </a:lnTo>
                <a:lnTo>
                  <a:pt x="51104" y="6225"/>
                </a:lnTo>
                <a:lnTo>
                  <a:pt x="41938" y="6397"/>
                </a:lnTo>
                <a:lnTo>
                  <a:pt x="41999" y="6390"/>
                </a:lnTo>
                <a:lnTo>
                  <a:pt x="34078" y="6690"/>
                </a:lnTo>
                <a:lnTo>
                  <a:pt x="34145" y="6690"/>
                </a:lnTo>
                <a:lnTo>
                  <a:pt x="30622" y="6899"/>
                </a:lnTo>
                <a:lnTo>
                  <a:pt x="30684" y="6893"/>
                </a:lnTo>
                <a:lnTo>
                  <a:pt x="27436" y="7150"/>
                </a:lnTo>
                <a:lnTo>
                  <a:pt x="27509" y="7144"/>
                </a:lnTo>
                <a:lnTo>
                  <a:pt x="24532" y="7444"/>
                </a:lnTo>
                <a:lnTo>
                  <a:pt x="24618" y="7438"/>
                </a:lnTo>
                <a:lnTo>
                  <a:pt x="21897" y="7793"/>
                </a:lnTo>
                <a:lnTo>
                  <a:pt x="22007" y="7775"/>
                </a:lnTo>
                <a:lnTo>
                  <a:pt x="19526" y="8191"/>
                </a:lnTo>
                <a:lnTo>
                  <a:pt x="19655" y="8167"/>
                </a:lnTo>
                <a:lnTo>
                  <a:pt x="17406" y="8638"/>
                </a:lnTo>
                <a:lnTo>
                  <a:pt x="17566" y="8602"/>
                </a:lnTo>
                <a:lnTo>
                  <a:pt x="15537" y="9147"/>
                </a:lnTo>
                <a:lnTo>
                  <a:pt x="15728" y="9092"/>
                </a:lnTo>
                <a:lnTo>
                  <a:pt x="13908" y="9705"/>
                </a:lnTo>
                <a:lnTo>
                  <a:pt x="14129" y="9619"/>
                </a:lnTo>
                <a:lnTo>
                  <a:pt x="12504" y="10312"/>
                </a:lnTo>
                <a:lnTo>
                  <a:pt x="12756" y="10188"/>
                </a:lnTo>
                <a:lnTo>
                  <a:pt x="11322" y="10961"/>
                </a:lnTo>
                <a:lnTo>
                  <a:pt x="11592" y="10795"/>
                </a:lnTo>
                <a:lnTo>
                  <a:pt x="10336" y="11647"/>
                </a:lnTo>
                <a:lnTo>
                  <a:pt x="10612" y="11432"/>
                </a:lnTo>
                <a:lnTo>
                  <a:pt x="9521" y="12370"/>
                </a:lnTo>
                <a:lnTo>
                  <a:pt x="9785" y="12113"/>
                </a:lnTo>
                <a:lnTo>
                  <a:pt x="8847" y="13148"/>
                </a:lnTo>
                <a:lnTo>
                  <a:pt x="9080" y="12854"/>
                </a:lnTo>
                <a:lnTo>
                  <a:pt x="8284" y="13981"/>
                </a:lnTo>
                <a:lnTo>
                  <a:pt x="8473" y="13675"/>
                </a:lnTo>
                <a:lnTo>
                  <a:pt x="7806" y="14907"/>
                </a:lnTo>
                <a:lnTo>
                  <a:pt x="7947" y="14606"/>
                </a:lnTo>
                <a:lnTo>
                  <a:pt x="7395" y="15942"/>
                </a:lnTo>
                <a:lnTo>
                  <a:pt x="7493" y="15672"/>
                </a:lnTo>
                <a:lnTo>
                  <a:pt x="7046" y="17118"/>
                </a:lnTo>
                <a:lnTo>
                  <a:pt x="7107" y="16886"/>
                </a:lnTo>
                <a:lnTo>
                  <a:pt x="6758" y="18442"/>
                </a:lnTo>
                <a:lnTo>
                  <a:pt x="6794" y="18245"/>
                </a:lnTo>
                <a:lnTo>
                  <a:pt x="6531" y="19925"/>
                </a:lnTo>
                <a:lnTo>
                  <a:pt x="6555" y="19771"/>
                </a:lnTo>
                <a:lnTo>
                  <a:pt x="6366" y="21566"/>
                </a:lnTo>
                <a:lnTo>
                  <a:pt x="6378" y="21401"/>
                </a:lnTo>
                <a:lnTo>
                  <a:pt x="6169" y="25384"/>
                </a:lnTo>
                <a:lnTo>
                  <a:pt x="6176" y="25255"/>
                </a:lnTo>
                <a:lnTo>
                  <a:pt x="6127" y="29777"/>
                </a:lnTo>
              </a:path>
            </a:pathLst>
          </a:custGeom>
          <a:solidFill xmlns:a="http://schemas.openxmlformats.org/drawingml/2006/main">
            <a:srgbClr val="7030A0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text-252 [">
            <a:extLst xmlns:a="http://schemas.openxmlformats.org/drawingml/2006/main">
              <a:ext uri="{FF2B5EF4-FFF2-40B4-BE49-F238E27FC236}">
                <a16:creationId xmlns:a16="http://schemas.microsoft.com/office/drawing/2014/main" id="{0305F1BF-BB0E-49D9-91B2-9822891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4851" y="5604271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244" name="text-253 TRK">
            <a:extLst xmlns:a="http://schemas.openxmlformats.org/drawingml/2006/main">
              <a:ext uri="{FF2B5EF4-FFF2-40B4-BE49-F238E27FC236}">
                <a16:creationId xmlns:a16="http://schemas.microsoft.com/office/drawing/2014/main" id="{1B0A3989-0ECA-483A-BC27-9C4D4037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4282" y="5604180"/>
            <a:ext cx="402412" cy="24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TRK</a:t>
            </a:r>
          </a:p>
        </p:txBody>
      </p:sp>
      <p:sp>
        <p:nvSpPr>
          <p:cNvPr id="245" name="text-254 ]">
            <a:extLst xmlns:a="http://schemas.openxmlformats.org/drawingml/2006/main">
              <a:ext uri="{FF2B5EF4-FFF2-40B4-BE49-F238E27FC236}">
                <a16:creationId xmlns:a16="http://schemas.microsoft.com/office/drawing/2014/main" id="{AC7BA403-9336-4809-BC00-7C60931D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6182" y="5604271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246" name="path-255">
            <a:extLst xmlns:a="http://schemas.openxmlformats.org/drawingml/2006/main">
              <a:ext uri="{FF2B5EF4-FFF2-40B4-BE49-F238E27FC236}">
                <a16:creationId xmlns:a16="http://schemas.microsoft.com/office/drawing/2014/main" id="{4D0D160C-DEEA-47AA-9C41-A106D6D6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919" y="5617766"/>
            <a:ext cx="183806" cy="199246"/>
          </a:xfrm>
          <a:custGeom xmlns:a="http://schemas.openxmlformats.org/drawingml/2006/main">
            <a:pathLst>
              <a:path w="183806" h="199246">
                <a:moveTo>
                  <a:pt x="0" y="75728"/>
                </a:moveTo>
                <a:lnTo>
                  <a:pt x="67641" y="71317"/>
                </a:lnTo>
                <a:lnTo>
                  <a:pt x="91903" y="0"/>
                </a:lnTo>
                <a:lnTo>
                  <a:pt x="116900" y="71317"/>
                </a:lnTo>
                <a:lnTo>
                  <a:pt x="183806" y="75728"/>
                </a:lnTo>
                <a:lnTo>
                  <a:pt x="132340" y="124988"/>
                </a:lnTo>
                <a:lnTo>
                  <a:pt x="149250" y="199246"/>
                </a:lnTo>
                <a:lnTo>
                  <a:pt x="91903" y="157338"/>
                </a:lnTo>
                <a:lnTo>
                  <a:pt x="35291" y="199246"/>
                </a:lnTo>
                <a:lnTo>
                  <a:pt x="52201" y="124988"/>
                </a:lnTo>
                <a:lnTo>
                  <a:pt x="0" y="7572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text-256 ...">
            <a:extLst xmlns:a="http://schemas.openxmlformats.org/drawingml/2006/main">
              <a:ext uri="{FF2B5EF4-FFF2-40B4-BE49-F238E27FC236}">
                <a16:creationId xmlns:a16="http://schemas.microsoft.com/office/drawing/2014/main" id="{3816F6CD-039B-4768-A72C-84084D6D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4224" y="2949459"/>
            <a:ext cx="227832" cy="343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248" name="path-257">
            <a:extLst xmlns:a="http://schemas.openxmlformats.org/drawingml/2006/main">
              <a:ext uri="{FF2B5EF4-FFF2-40B4-BE49-F238E27FC236}">
                <a16:creationId xmlns:a16="http://schemas.microsoft.com/office/drawing/2014/main" id="{D1C7638A-2DA8-4398-BEEA-0C5A28C4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5936" y="5439046"/>
            <a:ext cx="137850" cy="607865"/>
          </a:xfrm>
          <a:custGeom xmlns:a="http://schemas.openxmlformats.org/drawingml/2006/main">
            <a:pathLst>
              <a:path w="137850" h="607865">
                <a:moveTo>
                  <a:pt x="109305" y="477846"/>
                </a:moveTo>
                <a:lnTo>
                  <a:pt x="55694" y="569749"/>
                </a:lnTo>
                <a:lnTo>
                  <a:pt x="82155" y="569749"/>
                </a:lnTo>
                <a:lnTo>
                  <a:pt x="28545" y="477846"/>
                </a:lnTo>
                <a:lnTo>
                  <a:pt x="27375" y="476112"/>
                </a:lnTo>
                <a:lnTo>
                  <a:pt x="25973" y="474562"/>
                </a:lnTo>
                <a:lnTo>
                  <a:pt x="24380" y="473214"/>
                </a:lnTo>
                <a:lnTo>
                  <a:pt x="22608" y="472093"/>
                </a:lnTo>
                <a:lnTo>
                  <a:pt x="20708" y="471224"/>
                </a:lnTo>
                <a:lnTo>
                  <a:pt x="18706" y="470622"/>
                </a:lnTo>
                <a:lnTo>
                  <a:pt x="16641" y="470304"/>
                </a:lnTo>
                <a:lnTo>
                  <a:pt x="14553" y="470268"/>
                </a:lnTo>
                <a:lnTo>
                  <a:pt x="12474" y="470512"/>
                </a:lnTo>
                <a:lnTo>
                  <a:pt x="10453" y="471039"/>
                </a:lnTo>
                <a:lnTo>
                  <a:pt x="8516" y="471836"/>
                </a:lnTo>
                <a:lnTo>
                  <a:pt x="6716" y="472890"/>
                </a:lnTo>
                <a:lnTo>
                  <a:pt x="5067" y="474176"/>
                </a:lnTo>
                <a:lnTo>
                  <a:pt x="3616" y="475677"/>
                </a:lnTo>
                <a:lnTo>
                  <a:pt x="2377" y="477369"/>
                </a:lnTo>
                <a:lnTo>
                  <a:pt x="1379" y="479207"/>
                </a:lnTo>
                <a:lnTo>
                  <a:pt x="644" y="481161"/>
                </a:lnTo>
                <a:lnTo>
                  <a:pt x="184" y="483201"/>
                </a:lnTo>
                <a:lnTo>
                  <a:pt x="0" y="485284"/>
                </a:lnTo>
                <a:lnTo>
                  <a:pt x="105" y="487367"/>
                </a:lnTo>
                <a:lnTo>
                  <a:pt x="498" y="489426"/>
                </a:lnTo>
                <a:lnTo>
                  <a:pt x="1158" y="491405"/>
                </a:lnTo>
                <a:lnTo>
                  <a:pt x="2084" y="493280"/>
                </a:lnTo>
                <a:lnTo>
                  <a:pt x="68928" y="607865"/>
                </a:lnTo>
                <a:lnTo>
                  <a:pt x="135766" y="493280"/>
                </a:lnTo>
                <a:lnTo>
                  <a:pt x="136696" y="491405"/>
                </a:lnTo>
                <a:lnTo>
                  <a:pt x="137359" y="489426"/>
                </a:lnTo>
                <a:lnTo>
                  <a:pt x="137745" y="487367"/>
                </a:lnTo>
                <a:lnTo>
                  <a:pt x="137850" y="485284"/>
                </a:lnTo>
                <a:lnTo>
                  <a:pt x="137671" y="483201"/>
                </a:lnTo>
                <a:lnTo>
                  <a:pt x="137206" y="481161"/>
                </a:lnTo>
                <a:lnTo>
                  <a:pt x="136471" y="479207"/>
                </a:lnTo>
                <a:lnTo>
                  <a:pt x="135478" y="477369"/>
                </a:lnTo>
                <a:lnTo>
                  <a:pt x="134241" y="475677"/>
                </a:lnTo>
                <a:lnTo>
                  <a:pt x="132783" y="474176"/>
                </a:lnTo>
                <a:lnTo>
                  <a:pt x="131141" y="472890"/>
                </a:lnTo>
                <a:lnTo>
                  <a:pt x="129332" y="471836"/>
                </a:lnTo>
                <a:lnTo>
                  <a:pt x="127402" y="471039"/>
                </a:lnTo>
                <a:lnTo>
                  <a:pt x="125381" y="470512"/>
                </a:lnTo>
                <a:lnTo>
                  <a:pt x="123304" y="470268"/>
                </a:lnTo>
                <a:lnTo>
                  <a:pt x="121209" y="470304"/>
                </a:lnTo>
                <a:lnTo>
                  <a:pt x="119151" y="470622"/>
                </a:lnTo>
                <a:lnTo>
                  <a:pt x="117146" y="471224"/>
                </a:lnTo>
                <a:lnTo>
                  <a:pt x="115242" y="472093"/>
                </a:lnTo>
                <a:lnTo>
                  <a:pt x="113477" y="473214"/>
                </a:lnTo>
                <a:lnTo>
                  <a:pt x="111877" y="474562"/>
                </a:lnTo>
                <a:lnTo>
                  <a:pt x="110479" y="476112"/>
                </a:lnTo>
                <a:lnTo>
                  <a:pt x="109305" y="477846"/>
                </a:lnTo>
                <a:moveTo>
                  <a:pt x="53611" y="0"/>
                </a:moveTo>
                <a:lnTo>
                  <a:pt x="53611" y="577463"/>
                </a:lnTo>
                <a:lnTo>
                  <a:pt x="84246" y="577463"/>
                </a:lnTo>
                <a:lnTo>
                  <a:pt x="84246" y="0"/>
                </a:lnTo>
                <a:lnTo>
                  <a:pt x="5361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58">
            <a:extLst xmlns:a="http://schemas.openxmlformats.org/drawingml/2006/main">
              <a:ext uri="{FF2B5EF4-FFF2-40B4-BE49-F238E27FC236}">
                <a16:creationId xmlns:a16="http://schemas.microsoft.com/office/drawing/2014/main" id="{5DD6AF61-302D-47FB-A343-040A5E94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505" y="1643456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09" y="130018"/>
                </a:lnTo>
                <a:lnTo>
                  <a:pt x="110479" y="131752"/>
                </a:lnTo>
                <a:lnTo>
                  <a:pt x="111876" y="133302"/>
                </a:lnTo>
                <a:lnTo>
                  <a:pt x="113475" y="134650"/>
                </a:lnTo>
                <a:lnTo>
                  <a:pt x="115240" y="135771"/>
                </a:lnTo>
                <a:lnTo>
                  <a:pt x="117145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9"/>
                </a:lnTo>
                <a:lnTo>
                  <a:pt x="131140" y="134975"/>
                </a:lnTo>
                <a:lnTo>
                  <a:pt x="132787" y="133688"/>
                </a:lnTo>
                <a:lnTo>
                  <a:pt x="134239" y="132187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11" y="126704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50" y="120497"/>
                </a:lnTo>
                <a:lnTo>
                  <a:pt x="137358" y="118438"/>
                </a:lnTo>
                <a:lnTo>
                  <a:pt x="136696" y="116459"/>
                </a:lnTo>
                <a:lnTo>
                  <a:pt x="135765" y="114585"/>
                </a:lnTo>
                <a:lnTo>
                  <a:pt x="68927" y="0"/>
                </a:lnTo>
                <a:lnTo>
                  <a:pt x="2089" y="114585"/>
                </a:lnTo>
                <a:lnTo>
                  <a:pt x="1158" y="116459"/>
                </a:lnTo>
                <a:lnTo>
                  <a:pt x="496" y="118438"/>
                </a:lnTo>
                <a:lnTo>
                  <a:pt x="104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4"/>
                </a:lnTo>
                <a:lnTo>
                  <a:pt x="1385" y="128658"/>
                </a:lnTo>
                <a:lnTo>
                  <a:pt x="2377" y="130496"/>
                </a:lnTo>
                <a:lnTo>
                  <a:pt x="3615" y="132187"/>
                </a:lnTo>
                <a:lnTo>
                  <a:pt x="5067" y="133688"/>
                </a:lnTo>
                <a:lnTo>
                  <a:pt x="6715" y="134975"/>
                </a:lnTo>
                <a:lnTo>
                  <a:pt x="8523" y="136029"/>
                </a:lnTo>
                <a:lnTo>
                  <a:pt x="10452" y="136825"/>
                </a:lnTo>
                <a:lnTo>
                  <a:pt x="12474" y="137352"/>
                </a:lnTo>
                <a:lnTo>
                  <a:pt x="14551" y="137597"/>
                </a:lnTo>
                <a:lnTo>
                  <a:pt x="16640" y="137560"/>
                </a:lnTo>
                <a:lnTo>
                  <a:pt x="18705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4" y="131752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401"/>
                </a:lnTo>
                <a:lnTo>
                  <a:pt x="53610" y="30401"/>
                </a:lnTo>
                <a:lnTo>
                  <a:pt x="53610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59">
            <a:extLst xmlns:a="http://schemas.openxmlformats.org/drawingml/2006/main">
              <a:ext uri="{FF2B5EF4-FFF2-40B4-BE49-F238E27FC236}">
                <a16:creationId xmlns:a16="http://schemas.microsoft.com/office/drawing/2014/main" id="{BF0C5C3B-127F-4930-9F5A-58D17375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505" y="2219687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09" y="130018"/>
                </a:lnTo>
                <a:lnTo>
                  <a:pt x="110479" y="131752"/>
                </a:lnTo>
                <a:lnTo>
                  <a:pt x="111876" y="133302"/>
                </a:lnTo>
                <a:lnTo>
                  <a:pt x="113475" y="134650"/>
                </a:lnTo>
                <a:lnTo>
                  <a:pt x="115240" y="135771"/>
                </a:lnTo>
                <a:lnTo>
                  <a:pt x="117145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40" y="134975"/>
                </a:lnTo>
                <a:lnTo>
                  <a:pt x="132787" y="133688"/>
                </a:lnTo>
                <a:lnTo>
                  <a:pt x="134239" y="132187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11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50" y="120497"/>
                </a:lnTo>
                <a:lnTo>
                  <a:pt x="137358" y="118438"/>
                </a:lnTo>
                <a:lnTo>
                  <a:pt x="136696" y="116459"/>
                </a:lnTo>
                <a:lnTo>
                  <a:pt x="135765" y="114584"/>
                </a:lnTo>
                <a:lnTo>
                  <a:pt x="68927" y="0"/>
                </a:lnTo>
                <a:lnTo>
                  <a:pt x="2089" y="114584"/>
                </a:lnTo>
                <a:lnTo>
                  <a:pt x="1158" y="116459"/>
                </a:lnTo>
                <a:lnTo>
                  <a:pt x="496" y="118438"/>
                </a:lnTo>
                <a:lnTo>
                  <a:pt x="104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5" y="128658"/>
                </a:lnTo>
                <a:lnTo>
                  <a:pt x="2377" y="130496"/>
                </a:lnTo>
                <a:lnTo>
                  <a:pt x="3615" y="132187"/>
                </a:lnTo>
                <a:lnTo>
                  <a:pt x="5067" y="133688"/>
                </a:lnTo>
                <a:lnTo>
                  <a:pt x="6715" y="134975"/>
                </a:lnTo>
                <a:lnTo>
                  <a:pt x="8523" y="136028"/>
                </a:lnTo>
                <a:lnTo>
                  <a:pt x="10452" y="136825"/>
                </a:lnTo>
                <a:lnTo>
                  <a:pt x="12474" y="137352"/>
                </a:lnTo>
                <a:lnTo>
                  <a:pt x="14551" y="137597"/>
                </a:lnTo>
                <a:lnTo>
                  <a:pt x="16640" y="137560"/>
                </a:lnTo>
                <a:lnTo>
                  <a:pt x="18705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4" y="131752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401"/>
                </a:lnTo>
                <a:lnTo>
                  <a:pt x="53610" y="30401"/>
                </a:lnTo>
                <a:lnTo>
                  <a:pt x="53610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60">
            <a:extLst xmlns:a="http://schemas.openxmlformats.org/drawingml/2006/main">
              <a:ext uri="{FF2B5EF4-FFF2-40B4-BE49-F238E27FC236}">
                <a16:creationId xmlns:a16="http://schemas.microsoft.com/office/drawing/2014/main" id="{192A139C-552B-446F-95B0-E2144D6D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041" y="2232860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700" y="38115"/>
                </a:lnTo>
                <a:lnTo>
                  <a:pt x="109310" y="130018"/>
                </a:lnTo>
                <a:lnTo>
                  <a:pt x="110480" y="131752"/>
                </a:lnTo>
                <a:lnTo>
                  <a:pt x="111877" y="133302"/>
                </a:lnTo>
                <a:lnTo>
                  <a:pt x="113476" y="134650"/>
                </a:lnTo>
                <a:lnTo>
                  <a:pt x="115241" y="135771"/>
                </a:lnTo>
                <a:lnTo>
                  <a:pt x="117146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4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9"/>
                </a:lnTo>
                <a:lnTo>
                  <a:pt x="131140" y="134975"/>
                </a:lnTo>
                <a:lnTo>
                  <a:pt x="132787" y="133688"/>
                </a:lnTo>
                <a:lnTo>
                  <a:pt x="134239" y="132187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11" y="126704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4" y="120497"/>
                </a:lnTo>
                <a:lnTo>
                  <a:pt x="137358" y="118439"/>
                </a:lnTo>
                <a:lnTo>
                  <a:pt x="136696" y="116459"/>
                </a:lnTo>
                <a:lnTo>
                  <a:pt x="135766" y="114585"/>
                </a:lnTo>
                <a:lnTo>
                  <a:pt x="68927" y="0"/>
                </a:lnTo>
                <a:lnTo>
                  <a:pt x="2089" y="114585"/>
                </a:lnTo>
                <a:lnTo>
                  <a:pt x="1158" y="116459"/>
                </a:lnTo>
                <a:lnTo>
                  <a:pt x="496" y="118439"/>
                </a:lnTo>
                <a:lnTo>
                  <a:pt x="105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4"/>
                </a:lnTo>
                <a:lnTo>
                  <a:pt x="1385" y="128658"/>
                </a:lnTo>
                <a:lnTo>
                  <a:pt x="2378" y="130496"/>
                </a:lnTo>
                <a:lnTo>
                  <a:pt x="3615" y="132187"/>
                </a:lnTo>
                <a:lnTo>
                  <a:pt x="5067" y="133688"/>
                </a:lnTo>
                <a:lnTo>
                  <a:pt x="6715" y="134975"/>
                </a:lnTo>
                <a:lnTo>
                  <a:pt x="8523" y="136029"/>
                </a:lnTo>
                <a:lnTo>
                  <a:pt x="10453" y="136825"/>
                </a:lnTo>
                <a:lnTo>
                  <a:pt x="12474" y="137352"/>
                </a:lnTo>
                <a:lnTo>
                  <a:pt x="14551" y="137597"/>
                </a:lnTo>
                <a:lnTo>
                  <a:pt x="16641" y="137560"/>
                </a:lnTo>
                <a:lnTo>
                  <a:pt x="18705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5" y="225775"/>
                </a:moveTo>
                <a:lnTo>
                  <a:pt x="84245" y="30402"/>
                </a:lnTo>
                <a:lnTo>
                  <a:pt x="53610" y="30402"/>
                </a:lnTo>
                <a:lnTo>
                  <a:pt x="53610" y="225775"/>
                </a:lnTo>
                <a:lnTo>
                  <a:pt x="84245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61">
            <a:extLst xmlns:a="http://schemas.openxmlformats.org/drawingml/2006/main">
              <a:ext uri="{FF2B5EF4-FFF2-40B4-BE49-F238E27FC236}">
                <a16:creationId xmlns:a16="http://schemas.microsoft.com/office/drawing/2014/main" id="{253C1CAF-C045-4985-9725-4D13039D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306" y="2219687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10" y="130018"/>
                </a:lnTo>
                <a:lnTo>
                  <a:pt x="110479" y="131752"/>
                </a:lnTo>
                <a:lnTo>
                  <a:pt x="111884" y="133302"/>
                </a:lnTo>
                <a:lnTo>
                  <a:pt x="113477" y="134650"/>
                </a:lnTo>
                <a:lnTo>
                  <a:pt x="115241" y="135771"/>
                </a:lnTo>
                <a:lnTo>
                  <a:pt x="117146" y="136641"/>
                </a:lnTo>
                <a:lnTo>
                  <a:pt x="119150" y="137242"/>
                </a:lnTo>
                <a:lnTo>
                  <a:pt x="121214" y="137560"/>
                </a:lnTo>
                <a:lnTo>
                  <a:pt x="123304" y="137597"/>
                </a:lnTo>
                <a:lnTo>
                  <a:pt x="125381" y="137352"/>
                </a:lnTo>
                <a:lnTo>
                  <a:pt x="127402" y="136825"/>
                </a:lnTo>
                <a:lnTo>
                  <a:pt x="129333" y="136028"/>
                </a:lnTo>
                <a:lnTo>
                  <a:pt x="131140" y="134975"/>
                </a:lnTo>
                <a:lnTo>
                  <a:pt x="132787" y="133688"/>
                </a:lnTo>
                <a:lnTo>
                  <a:pt x="134241" y="132187"/>
                </a:lnTo>
                <a:lnTo>
                  <a:pt x="135478" y="130496"/>
                </a:lnTo>
                <a:lnTo>
                  <a:pt x="136471" y="128658"/>
                </a:lnTo>
                <a:lnTo>
                  <a:pt x="137213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51" y="120497"/>
                </a:lnTo>
                <a:lnTo>
                  <a:pt x="137359" y="118438"/>
                </a:lnTo>
                <a:lnTo>
                  <a:pt x="136697" y="116459"/>
                </a:lnTo>
                <a:lnTo>
                  <a:pt x="135766" y="114584"/>
                </a:lnTo>
                <a:lnTo>
                  <a:pt x="68928" y="0"/>
                </a:lnTo>
                <a:lnTo>
                  <a:pt x="2089" y="114584"/>
                </a:lnTo>
                <a:lnTo>
                  <a:pt x="1158" y="116459"/>
                </a:lnTo>
                <a:lnTo>
                  <a:pt x="496" y="118438"/>
                </a:lnTo>
                <a:lnTo>
                  <a:pt x="105" y="120497"/>
                </a:lnTo>
                <a:lnTo>
                  <a:pt x="0" y="122580"/>
                </a:lnTo>
                <a:lnTo>
                  <a:pt x="185" y="124663"/>
                </a:lnTo>
                <a:lnTo>
                  <a:pt x="644" y="126703"/>
                </a:lnTo>
                <a:lnTo>
                  <a:pt x="1385" y="128658"/>
                </a:lnTo>
                <a:lnTo>
                  <a:pt x="2378" y="130496"/>
                </a:lnTo>
                <a:lnTo>
                  <a:pt x="3616" y="132187"/>
                </a:lnTo>
                <a:lnTo>
                  <a:pt x="5067" y="133688"/>
                </a:lnTo>
                <a:lnTo>
                  <a:pt x="6716" y="134975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5" y="137352"/>
                </a:lnTo>
                <a:lnTo>
                  <a:pt x="14553" y="137597"/>
                </a:lnTo>
                <a:lnTo>
                  <a:pt x="16641" y="137560"/>
                </a:lnTo>
                <a:lnTo>
                  <a:pt x="18706" y="137242"/>
                </a:lnTo>
                <a:lnTo>
                  <a:pt x="20709" y="136641"/>
                </a:lnTo>
                <a:lnTo>
                  <a:pt x="22615" y="135771"/>
                </a:lnTo>
                <a:lnTo>
                  <a:pt x="24380" y="134650"/>
                </a:lnTo>
                <a:lnTo>
                  <a:pt x="25979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5" y="225775"/>
                </a:moveTo>
                <a:lnTo>
                  <a:pt x="84245" y="30401"/>
                </a:lnTo>
                <a:lnTo>
                  <a:pt x="53611" y="30401"/>
                </a:lnTo>
                <a:lnTo>
                  <a:pt x="53611" y="225775"/>
                </a:lnTo>
                <a:lnTo>
                  <a:pt x="84245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62">
            <a:extLst xmlns:a="http://schemas.openxmlformats.org/drawingml/2006/main">
              <a:ext uri="{FF2B5EF4-FFF2-40B4-BE49-F238E27FC236}">
                <a16:creationId xmlns:a16="http://schemas.microsoft.com/office/drawing/2014/main" id="{DD804862-51EE-4688-AB3C-5A00C312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221" y="3341515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700" y="38115"/>
                </a:lnTo>
                <a:lnTo>
                  <a:pt x="109310" y="130018"/>
                </a:lnTo>
                <a:lnTo>
                  <a:pt x="110480" y="131752"/>
                </a:lnTo>
                <a:lnTo>
                  <a:pt x="111877" y="133302"/>
                </a:lnTo>
                <a:lnTo>
                  <a:pt x="113476" y="134650"/>
                </a:lnTo>
                <a:lnTo>
                  <a:pt x="115241" y="135771"/>
                </a:lnTo>
                <a:lnTo>
                  <a:pt x="117146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4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40" y="134975"/>
                </a:lnTo>
                <a:lnTo>
                  <a:pt x="132788" y="133688"/>
                </a:lnTo>
                <a:lnTo>
                  <a:pt x="134239" y="132181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11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4" y="120497"/>
                </a:lnTo>
                <a:lnTo>
                  <a:pt x="137358" y="118439"/>
                </a:lnTo>
                <a:lnTo>
                  <a:pt x="136696" y="116460"/>
                </a:lnTo>
                <a:lnTo>
                  <a:pt x="135765" y="114584"/>
                </a:lnTo>
                <a:lnTo>
                  <a:pt x="68927" y="0"/>
                </a:lnTo>
                <a:lnTo>
                  <a:pt x="2089" y="114584"/>
                </a:lnTo>
                <a:lnTo>
                  <a:pt x="1158" y="116460"/>
                </a:lnTo>
                <a:lnTo>
                  <a:pt x="496" y="118439"/>
                </a:lnTo>
                <a:lnTo>
                  <a:pt x="105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5" y="128658"/>
                </a:lnTo>
                <a:lnTo>
                  <a:pt x="2378" y="130496"/>
                </a:lnTo>
                <a:lnTo>
                  <a:pt x="3615" y="132181"/>
                </a:lnTo>
                <a:lnTo>
                  <a:pt x="5067" y="133688"/>
                </a:lnTo>
                <a:lnTo>
                  <a:pt x="6715" y="134975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5" y="137352"/>
                </a:lnTo>
                <a:lnTo>
                  <a:pt x="14551" y="137597"/>
                </a:lnTo>
                <a:lnTo>
                  <a:pt x="16641" y="137560"/>
                </a:lnTo>
                <a:lnTo>
                  <a:pt x="18706" y="137242"/>
                </a:lnTo>
                <a:lnTo>
                  <a:pt x="20709" y="136641"/>
                </a:lnTo>
                <a:lnTo>
                  <a:pt x="22615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5" y="225775"/>
                </a:moveTo>
                <a:lnTo>
                  <a:pt x="84245" y="30402"/>
                </a:lnTo>
                <a:lnTo>
                  <a:pt x="53610" y="30402"/>
                </a:lnTo>
                <a:lnTo>
                  <a:pt x="53610" y="225775"/>
                </a:lnTo>
                <a:lnTo>
                  <a:pt x="84245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63">
            <a:extLst xmlns:a="http://schemas.openxmlformats.org/drawingml/2006/main">
              <a:ext uri="{FF2B5EF4-FFF2-40B4-BE49-F238E27FC236}">
                <a16:creationId xmlns:a16="http://schemas.microsoft.com/office/drawing/2014/main" id="{0A34AA1A-AE5F-4CDE-87A4-7DD541F5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041" y="3840242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700" y="38115"/>
                </a:lnTo>
                <a:lnTo>
                  <a:pt x="109310" y="130018"/>
                </a:lnTo>
                <a:lnTo>
                  <a:pt x="110480" y="131752"/>
                </a:lnTo>
                <a:lnTo>
                  <a:pt x="111877" y="133302"/>
                </a:lnTo>
                <a:lnTo>
                  <a:pt x="113476" y="134650"/>
                </a:lnTo>
                <a:lnTo>
                  <a:pt x="115241" y="135771"/>
                </a:lnTo>
                <a:lnTo>
                  <a:pt x="117146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4" y="137597"/>
                </a:lnTo>
                <a:lnTo>
                  <a:pt x="125380" y="137351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40" y="134975"/>
                </a:lnTo>
                <a:lnTo>
                  <a:pt x="132787" y="133688"/>
                </a:lnTo>
                <a:lnTo>
                  <a:pt x="134239" y="132181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11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4" y="120497"/>
                </a:lnTo>
                <a:lnTo>
                  <a:pt x="137358" y="118439"/>
                </a:lnTo>
                <a:lnTo>
                  <a:pt x="136696" y="116459"/>
                </a:lnTo>
                <a:lnTo>
                  <a:pt x="135766" y="114584"/>
                </a:lnTo>
                <a:lnTo>
                  <a:pt x="68927" y="0"/>
                </a:lnTo>
                <a:lnTo>
                  <a:pt x="2089" y="114584"/>
                </a:lnTo>
                <a:lnTo>
                  <a:pt x="1158" y="116459"/>
                </a:lnTo>
                <a:lnTo>
                  <a:pt x="496" y="118439"/>
                </a:lnTo>
                <a:lnTo>
                  <a:pt x="105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5" y="128658"/>
                </a:lnTo>
                <a:lnTo>
                  <a:pt x="2378" y="130496"/>
                </a:lnTo>
                <a:lnTo>
                  <a:pt x="3615" y="132181"/>
                </a:lnTo>
                <a:lnTo>
                  <a:pt x="5067" y="133688"/>
                </a:lnTo>
                <a:lnTo>
                  <a:pt x="6715" y="134975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4" y="137351"/>
                </a:lnTo>
                <a:lnTo>
                  <a:pt x="14551" y="137597"/>
                </a:lnTo>
                <a:lnTo>
                  <a:pt x="16641" y="137560"/>
                </a:lnTo>
                <a:lnTo>
                  <a:pt x="18705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5" y="225775"/>
                </a:moveTo>
                <a:lnTo>
                  <a:pt x="84245" y="30401"/>
                </a:lnTo>
                <a:lnTo>
                  <a:pt x="53610" y="30401"/>
                </a:lnTo>
                <a:lnTo>
                  <a:pt x="53610" y="225775"/>
                </a:lnTo>
                <a:lnTo>
                  <a:pt x="84245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64">
            <a:extLst xmlns:a="http://schemas.openxmlformats.org/drawingml/2006/main">
              <a:ext uri="{FF2B5EF4-FFF2-40B4-BE49-F238E27FC236}">
                <a16:creationId xmlns:a16="http://schemas.microsoft.com/office/drawing/2014/main" id="{B7282CB0-42AC-460B-B343-D4B31D0D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221" y="6090025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6"/>
                </a:lnTo>
                <a:lnTo>
                  <a:pt x="55700" y="38116"/>
                </a:lnTo>
                <a:lnTo>
                  <a:pt x="109310" y="130018"/>
                </a:lnTo>
                <a:lnTo>
                  <a:pt x="110480" y="131752"/>
                </a:lnTo>
                <a:lnTo>
                  <a:pt x="111877" y="133302"/>
                </a:lnTo>
                <a:lnTo>
                  <a:pt x="113476" y="134651"/>
                </a:lnTo>
                <a:lnTo>
                  <a:pt x="115241" y="135771"/>
                </a:lnTo>
                <a:lnTo>
                  <a:pt x="117146" y="136642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4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9"/>
                </a:lnTo>
                <a:lnTo>
                  <a:pt x="131140" y="134975"/>
                </a:lnTo>
                <a:lnTo>
                  <a:pt x="132788" y="133688"/>
                </a:lnTo>
                <a:lnTo>
                  <a:pt x="134239" y="132181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11" y="126704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4" y="120491"/>
                </a:lnTo>
                <a:lnTo>
                  <a:pt x="137358" y="118439"/>
                </a:lnTo>
                <a:lnTo>
                  <a:pt x="136696" y="116460"/>
                </a:lnTo>
                <a:lnTo>
                  <a:pt x="135765" y="114585"/>
                </a:lnTo>
                <a:lnTo>
                  <a:pt x="68927" y="0"/>
                </a:lnTo>
                <a:lnTo>
                  <a:pt x="2089" y="114585"/>
                </a:lnTo>
                <a:lnTo>
                  <a:pt x="1158" y="116460"/>
                </a:lnTo>
                <a:lnTo>
                  <a:pt x="496" y="118439"/>
                </a:lnTo>
                <a:lnTo>
                  <a:pt x="105" y="120491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4"/>
                </a:lnTo>
                <a:lnTo>
                  <a:pt x="1385" y="128658"/>
                </a:lnTo>
                <a:lnTo>
                  <a:pt x="2378" y="130496"/>
                </a:lnTo>
                <a:lnTo>
                  <a:pt x="3615" y="132181"/>
                </a:lnTo>
                <a:lnTo>
                  <a:pt x="5067" y="133688"/>
                </a:lnTo>
                <a:lnTo>
                  <a:pt x="6715" y="134975"/>
                </a:lnTo>
                <a:lnTo>
                  <a:pt x="8523" y="136029"/>
                </a:lnTo>
                <a:lnTo>
                  <a:pt x="10453" y="136825"/>
                </a:lnTo>
                <a:lnTo>
                  <a:pt x="12475" y="137352"/>
                </a:lnTo>
                <a:lnTo>
                  <a:pt x="14551" y="137597"/>
                </a:lnTo>
                <a:lnTo>
                  <a:pt x="16641" y="137560"/>
                </a:lnTo>
                <a:lnTo>
                  <a:pt x="18706" y="137242"/>
                </a:lnTo>
                <a:lnTo>
                  <a:pt x="20709" y="136642"/>
                </a:lnTo>
                <a:lnTo>
                  <a:pt x="22615" y="135771"/>
                </a:lnTo>
                <a:lnTo>
                  <a:pt x="24379" y="134651"/>
                </a:lnTo>
                <a:lnTo>
                  <a:pt x="25972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5" y="225775"/>
                </a:moveTo>
                <a:lnTo>
                  <a:pt x="84245" y="30402"/>
                </a:lnTo>
                <a:lnTo>
                  <a:pt x="53610" y="30402"/>
                </a:lnTo>
                <a:lnTo>
                  <a:pt x="53610" y="225775"/>
                </a:lnTo>
                <a:lnTo>
                  <a:pt x="84245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65">
            <a:extLst xmlns:a="http://schemas.openxmlformats.org/drawingml/2006/main">
              <a:ext uri="{FF2B5EF4-FFF2-40B4-BE49-F238E27FC236}">
                <a16:creationId xmlns:a16="http://schemas.microsoft.com/office/drawing/2014/main" id="{78F5EB1B-8607-464D-988F-D9AD88F1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400" y="6665644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700" y="38115"/>
                </a:lnTo>
                <a:lnTo>
                  <a:pt x="109310" y="130018"/>
                </a:lnTo>
                <a:lnTo>
                  <a:pt x="110480" y="131752"/>
                </a:lnTo>
                <a:lnTo>
                  <a:pt x="111877" y="133302"/>
                </a:lnTo>
                <a:lnTo>
                  <a:pt x="113476" y="134650"/>
                </a:lnTo>
                <a:lnTo>
                  <a:pt x="115241" y="135771"/>
                </a:lnTo>
                <a:lnTo>
                  <a:pt x="117146" y="136641"/>
                </a:lnTo>
                <a:lnTo>
                  <a:pt x="119150" y="137242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1" y="137351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40" y="134974"/>
                </a:lnTo>
                <a:lnTo>
                  <a:pt x="132788" y="133688"/>
                </a:lnTo>
                <a:lnTo>
                  <a:pt x="134239" y="132181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11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50" y="120490"/>
                </a:lnTo>
                <a:lnTo>
                  <a:pt x="137358" y="118438"/>
                </a:lnTo>
                <a:lnTo>
                  <a:pt x="136696" y="116459"/>
                </a:lnTo>
                <a:lnTo>
                  <a:pt x="135766" y="114584"/>
                </a:lnTo>
                <a:lnTo>
                  <a:pt x="68927" y="0"/>
                </a:lnTo>
                <a:lnTo>
                  <a:pt x="2089" y="114584"/>
                </a:lnTo>
                <a:lnTo>
                  <a:pt x="1158" y="116459"/>
                </a:lnTo>
                <a:lnTo>
                  <a:pt x="496" y="118438"/>
                </a:lnTo>
                <a:lnTo>
                  <a:pt x="105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5" y="128658"/>
                </a:lnTo>
                <a:lnTo>
                  <a:pt x="2378" y="130496"/>
                </a:lnTo>
                <a:lnTo>
                  <a:pt x="3615" y="132181"/>
                </a:lnTo>
                <a:lnTo>
                  <a:pt x="5067" y="133688"/>
                </a:lnTo>
                <a:lnTo>
                  <a:pt x="6715" y="134974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5" y="137351"/>
                </a:lnTo>
                <a:lnTo>
                  <a:pt x="14551" y="137597"/>
                </a:lnTo>
                <a:lnTo>
                  <a:pt x="16641" y="137560"/>
                </a:lnTo>
                <a:lnTo>
                  <a:pt x="18706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5" y="225775"/>
                </a:moveTo>
                <a:lnTo>
                  <a:pt x="84245" y="30401"/>
                </a:lnTo>
                <a:lnTo>
                  <a:pt x="53610" y="30401"/>
                </a:lnTo>
                <a:lnTo>
                  <a:pt x="53610" y="225775"/>
                </a:lnTo>
                <a:lnTo>
                  <a:pt x="84245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66">
            <a:extLst xmlns:a="http://schemas.openxmlformats.org/drawingml/2006/main">
              <a:ext uri="{FF2B5EF4-FFF2-40B4-BE49-F238E27FC236}">
                <a16:creationId xmlns:a16="http://schemas.microsoft.com/office/drawing/2014/main" id="{41672F1E-0E55-41B8-B4BB-700467F2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7549" y="4996436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4" y="38115"/>
                </a:lnTo>
                <a:lnTo>
                  <a:pt x="55699" y="38115"/>
                </a:lnTo>
                <a:lnTo>
                  <a:pt x="109308" y="130018"/>
                </a:lnTo>
                <a:lnTo>
                  <a:pt x="110479" y="131745"/>
                </a:lnTo>
                <a:lnTo>
                  <a:pt x="111882" y="133302"/>
                </a:lnTo>
                <a:lnTo>
                  <a:pt x="113474" y="134650"/>
                </a:lnTo>
                <a:lnTo>
                  <a:pt x="115239" y="135771"/>
                </a:lnTo>
                <a:lnTo>
                  <a:pt x="117145" y="136635"/>
                </a:lnTo>
                <a:lnTo>
                  <a:pt x="119149" y="137235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4"/>
                </a:lnTo>
                <a:lnTo>
                  <a:pt x="132787" y="133682"/>
                </a:lnTo>
                <a:lnTo>
                  <a:pt x="134238" y="132181"/>
                </a:lnTo>
                <a:lnTo>
                  <a:pt x="135477" y="130496"/>
                </a:lnTo>
                <a:lnTo>
                  <a:pt x="136468" y="128658"/>
                </a:lnTo>
                <a:lnTo>
                  <a:pt x="137210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50" y="120490"/>
                </a:lnTo>
                <a:lnTo>
                  <a:pt x="137357" y="118438"/>
                </a:lnTo>
                <a:lnTo>
                  <a:pt x="136696" y="116453"/>
                </a:lnTo>
                <a:lnTo>
                  <a:pt x="135764" y="114584"/>
                </a:lnTo>
                <a:lnTo>
                  <a:pt x="68926" y="0"/>
                </a:lnTo>
                <a:lnTo>
                  <a:pt x="2088" y="114584"/>
                </a:lnTo>
                <a:lnTo>
                  <a:pt x="1158" y="116453"/>
                </a:lnTo>
                <a:lnTo>
                  <a:pt x="495" y="118438"/>
                </a:lnTo>
                <a:lnTo>
                  <a:pt x="109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9" y="126703"/>
                </a:lnTo>
                <a:lnTo>
                  <a:pt x="1384" y="128658"/>
                </a:lnTo>
                <a:lnTo>
                  <a:pt x="2377" y="130496"/>
                </a:lnTo>
                <a:lnTo>
                  <a:pt x="3614" y="132181"/>
                </a:lnTo>
                <a:lnTo>
                  <a:pt x="5066" y="133682"/>
                </a:lnTo>
                <a:lnTo>
                  <a:pt x="6714" y="134974"/>
                </a:lnTo>
                <a:lnTo>
                  <a:pt x="8523" y="136028"/>
                </a:lnTo>
                <a:lnTo>
                  <a:pt x="10452" y="136825"/>
                </a:lnTo>
                <a:lnTo>
                  <a:pt x="12474" y="137352"/>
                </a:lnTo>
                <a:lnTo>
                  <a:pt x="14550" y="137597"/>
                </a:lnTo>
                <a:lnTo>
                  <a:pt x="16640" y="137560"/>
                </a:lnTo>
                <a:lnTo>
                  <a:pt x="18705" y="137235"/>
                </a:lnTo>
                <a:lnTo>
                  <a:pt x="20708" y="136635"/>
                </a:lnTo>
                <a:lnTo>
                  <a:pt x="22613" y="135771"/>
                </a:lnTo>
                <a:lnTo>
                  <a:pt x="24379" y="134650"/>
                </a:lnTo>
                <a:lnTo>
                  <a:pt x="25977" y="133302"/>
                </a:lnTo>
                <a:lnTo>
                  <a:pt x="27374" y="131745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395"/>
                </a:lnTo>
                <a:lnTo>
                  <a:pt x="53610" y="30395"/>
                </a:lnTo>
                <a:lnTo>
                  <a:pt x="53610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67">
            <a:extLst xmlns:a="http://schemas.openxmlformats.org/drawingml/2006/main">
              <a:ext uri="{FF2B5EF4-FFF2-40B4-BE49-F238E27FC236}">
                <a16:creationId xmlns:a16="http://schemas.microsoft.com/office/drawing/2014/main" id="{7775270A-2F3B-4030-8C2F-F118D2E9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611" y="4996436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10" y="130018"/>
                </a:lnTo>
                <a:lnTo>
                  <a:pt x="110479" y="131745"/>
                </a:lnTo>
                <a:lnTo>
                  <a:pt x="111877" y="133302"/>
                </a:lnTo>
                <a:lnTo>
                  <a:pt x="113476" y="134650"/>
                </a:lnTo>
                <a:lnTo>
                  <a:pt x="115239" y="135771"/>
                </a:lnTo>
                <a:lnTo>
                  <a:pt x="117146" y="136635"/>
                </a:lnTo>
                <a:lnTo>
                  <a:pt x="119149" y="137235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1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4"/>
                </a:lnTo>
                <a:lnTo>
                  <a:pt x="132787" y="133682"/>
                </a:lnTo>
                <a:lnTo>
                  <a:pt x="134238" y="132181"/>
                </a:lnTo>
                <a:lnTo>
                  <a:pt x="135477" y="130496"/>
                </a:lnTo>
                <a:lnTo>
                  <a:pt x="136468" y="128658"/>
                </a:lnTo>
                <a:lnTo>
                  <a:pt x="137204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4" y="120490"/>
                </a:lnTo>
                <a:lnTo>
                  <a:pt x="137358" y="118438"/>
                </a:lnTo>
                <a:lnTo>
                  <a:pt x="136696" y="116453"/>
                </a:lnTo>
                <a:lnTo>
                  <a:pt x="135765" y="114584"/>
                </a:lnTo>
                <a:lnTo>
                  <a:pt x="68927" y="0"/>
                </a:lnTo>
                <a:lnTo>
                  <a:pt x="2088" y="114584"/>
                </a:lnTo>
                <a:lnTo>
                  <a:pt x="1158" y="116453"/>
                </a:lnTo>
                <a:lnTo>
                  <a:pt x="495" y="118438"/>
                </a:lnTo>
                <a:lnTo>
                  <a:pt x="105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3" y="126703"/>
                </a:lnTo>
                <a:lnTo>
                  <a:pt x="1384" y="128658"/>
                </a:lnTo>
                <a:lnTo>
                  <a:pt x="2377" y="130496"/>
                </a:lnTo>
                <a:lnTo>
                  <a:pt x="3615" y="132181"/>
                </a:lnTo>
                <a:lnTo>
                  <a:pt x="5067" y="133682"/>
                </a:lnTo>
                <a:lnTo>
                  <a:pt x="6715" y="134974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4" y="137352"/>
                </a:lnTo>
                <a:lnTo>
                  <a:pt x="14551" y="137597"/>
                </a:lnTo>
                <a:lnTo>
                  <a:pt x="16641" y="137560"/>
                </a:lnTo>
                <a:lnTo>
                  <a:pt x="18706" y="137235"/>
                </a:lnTo>
                <a:lnTo>
                  <a:pt x="20708" y="136635"/>
                </a:lnTo>
                <a:lnTo>
                  <a:pt x="22608" y="135771"/>
                </a:lnTo>
                <a:lnTo>
                  <a:pt x="24379" y="134650"/>
                </a:lnTo>
                <a:lnTo>
                  <a:pt x="25971" y="133302"/>
                </a:lnTo>
                <a:lnTo>
                  <a:pt x="27375" y="131745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395"/>
                </a:lnTo>
                <a:lnTo>
                  <a:pt x="53611" y="30395"/>
                </a:lnTo>
                <a:lnTo>
                  <a:pt x="53611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ath-268">
            <a:extLst xmlns:a="http://schemas.openxmlformats.org/drawingml/2006/main">
              <a:ext uri="{FF2B5EF4-FFF2-40B4-BE49-F238E27FC236}">
                <a16:creationId xmlns:a16="http://schemas.microsoft.com/office/drawing/2014/main" id="{876A5853-01A4-43DB-8212-D6F3D857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405" y="4996436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10" y="130018"/>
                </a:lnTo>
                <a:lnTo>
                  <a:pt x="110479" y="131745"/>
                </a:lnTo>
                <a:lnTo>
                  <a:pt x="111877" y="133302"/>
                </a:lnTo>
                <a:lnTo>
                  <a:pt x="113474" y="134650"/>
                </a:lnTo>
                <a:lnTo>
                  <a:pt x="115239" y="135771"/>
                </a:lnTo>
                <a:lnTo>
                  <a:pt x="117144" y="136635"/>
                </a:lnTo>
                <a:lnTo>
                  <a:pt x="119149" y="137235"/>
                </a:lnTo>
                <a:lnTo>
                  <a:pt x="121214" y="137560"/>
                </a:lnTo>
                <a:lnTo>
                  <a:pt x="123302" y="137597"/>
                </a:lnTo>
                <a:lnTo>
                  <a:pt x="125378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4"/>
                </a:lnTo>
                <a:lnTo>
                  <a:pt x="132787" y="133682"/>
                </a:lnTo>
                <a:lnTo>
                  <a:pt x="134238" y="132181"/>
                </a:lnTo>
                <a:lnTo>
                  <a:pt x="135478" y="130496"/>
                </a:lnTo>
                <a:lnTo>
                  <a:pt x="136468" y="128658"/>
                </a:lnTo>
                <a:lnTo>
                  <a:pt x="137203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3" y="120490"/>
                </a:lnTo>
                <a:lnTo>
                  <a:pt x="137357" y="118438"/>
                </a:lnTo>
                <a:lnTo>
                  <a:pt x="136696" y="116453"/>
                </a:lnTo>
                <a:lnTo>
                  <a:pt x="135764" y="114584"/>
                </a:lnTo>
                <a:lnTo>
                  <a:pt x="68926" y="0"/>
                </a:lnTo>
                <a:lnTo>
                  <a:pt x="2088" y="114584"/>
                </a:lnTo>
                <a:lnTo>
                  <a:pt x="1158" y="116453"/>
                </a:lnTo>
                <a:lnTo>
                  <a:pt x="495" y="118438"/>
                </a:lnTo>
                <a:lnTo>
                  <a:pt x="105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4" y="128658"/>
                </a:lnTo>
                <a:lnTo>
                  <a:pt x="2377" y="130496"/>
                </a:lnTo>
                <a:lnTo>
                  <a:pt x="3614" y="132181"/>
                </a:lnTo>
                <a:lnTo>
                  <a:pt x="5067" y="133682"/>
                </a:lnTo>
                <a:lnTo>
                  <a:pt x="6714" y="134974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4" y="137352"/>
                </a:lnTo>
                <a:lnTo>
                  <a:pt x="14550" y="137597"/>
                </a:lnTo>
                <a:lnTo>
                  <a:pt x="16641" y="137560"/>
                </a:lnTo>
                <a:lnTo>
                  <a:pt x="18706" y="137235"/>
                </a:lnTo>
                <a:lnTo>
                  <a:pt x="20708" y="136635"/>
                </a:lnTo>
                <a:lnTo>
                  <a:pt x="22613" y="135771"/>
                </a:lnTo>
                <a:lnTo>
                  <a:pt x="24378" y="134650"/>
                </a:lnTo>
                <a:lnTo>
                  <a:pt x="25971" y="133302"/>
                </a:lnTo>
                <a:lnTo>
                  <a:pt x="27375" y="131745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395"/>
                </a:lnTo>
                <a:lnTo>
                  <a:pt x="53608" y="30395"/>
                </a:lnTo>
                <a:lnTo>
                  <a:pt x="53608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69">
            <a:extLst xmlns:a="http://schemas.openxmlformats.org/drawingml/2006/main">
              <a:ext uri="{FF2B5EF4-FFF2-40B4-BE49-F238E27FC236}">
                <a16:creationId xmlns:a16="http://schemas.microsoft.com/office/drawing/2014/main" id="{A8AAB1F9-9792-4477-A365-A65F1A35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611" y="5538301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10" y="130018"/>
                </a:lnTo>
                <a:lnTo>
                  <a:pt x="110479" y="131745"/>
                </a:lnTo>
                <a:lnTo>
                  <a:pt x="111877" y="133302"/>
                </a:lnTo>
                <a:lnTo>
                  <a:pt x="113476" y="134650"/>
                </a:lnTo>
                <a:lnTo>
                  <a:pt x="115239" y="135771"/>
                </a:lnTo>
                <a:lnTo>
                  <a:pt x="117146" y="136635"/>
                </a:lnTo>
                <a:lnTo>
                  <a:pt x="119149" y="137235"/>
                </a:lnTo>
                <a:lnTo>
                  <a:pt x="121214" y="137560"/>
                </a:lnTo>
                <a:lnTo>
                  <a:pt x="123303" y="137596"/>
                </a:lnTo>
                <a:lnTo>
                  <a:pt x="125381" y="137351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4"/>
                </a:lnTo>
                <a:lnTo>
                  <a:pt x="132787" y="133681"/>
                </a:lnTo>
                <a:lnTo>
                  <a:pt x="134238" y="132180"/>
                </a:lnTo>
                <a:lnTo>
                  <a:pt x="135477" y="130496"/>
                </a:lnTo>
                <a:lnTo>
                  <a:pt x="136468" y="128657"/>
                </a:lnTo>
                <a:lnTo>
                  <a:pt x="137204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4" y="120490"/>
                </a:lnTo>
                <a:lnTo>
                  <a:pt x="137358" y="118438"/>
                </a:lnTo>
                <a:lnTo>
                  <a:pt x="136696" y="116453"/>
                </a:lnTo>
                <a:lnTo>
                  <a:pt x="135765" y="114584"/>
                </a:lnTo>
                <a:lnTo>
                  <a:pt x="68927" y="0"/>
                </a:lnTo>
                <a:lnTo>
                  <a:pt x="2088" y="114584"/>
                </a:lnTo>
                <a:lnTo>
                  <a:pt x="1158" y="116453"/>
                </a:lnTo>
                <a:lnTo>
                  <a:pt x="495" y="118438"/>
                </a:lnTo>
                <a:lnTo>
                  <a:pt x="105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3" y="126703"/>
                </a:lnTo>
                <a:lnTo>
                  <a:pt x="1384" y="128657"/>
                </a:lnTo>
                <a:lnTo>
                  <a:pt x="2377" y="130496"/>
                </a:lnTo>
                <a:lnTo>
                  <a:pt x="3615" y="132180"/>
                </a:lnTo>
                <a:lnTo>
                  <a:pt x="5067" y="133681"/>
                </a:lnTo>
                <a:lnTo>
                  <a:pt x="6715" y="134974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4" y="137351"/>
                </a:lnTo>
                <a:lnTo>
                  <a:pt x="14551" y="137596"/>
                </a:lnTo>
                <a:lnTo>
                  <a:pt x="16641" y="137560"/>
                </a:lnTo>
                <a:lnTo>
                  <a:pt x="18706" y="137235"/>
                </a:lnTo>
                <a:lnTo>
                  <a:pt x="20708" y="136635"/>
                </a:lnTo>
                <a:lnTo>
                  <a:pt x="22608" y="135771"/>
                </a:lnTo>
                <a:lnTo>
                  <a:pt x="24379" y="134650"/>
                </a:lnTo>
                <a:lnTo>
                  <a:pt x="25971" y="133302"/>
                </a:lnTo>
                <a:lnTo>
                  <a:pt x="27375" y="131745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395"/>
                </a:lnTo>
                <a:lnTo>
                  <a:pt x="53611" y="30395"/>
                </a:lnTo>
                <a:lnTo>
                  <a:pt x="53611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70">
            <a:extLst xmlns:a="http://schemas.openxmlformats.org/drawingml/2006/main">
              <a:ext uri="{FF2B5EF4-FFF2-40B4-BE49-F238E27FC236}">
                <a16:creationId xmlns:a16="http://schemas.microsoft.com/office/drawing/2014/main" id="{64C9CAD3-9B48-4C5C-A7DC-D2F17C44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7549" y="5538301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4" y="38115"/>
                </a:lnTo>
                <a:lnTo>
                  <a:pt x="55699" y="38115"/>
                </a:lnTo>
                <a:lnTo>
                  <a:pt x="109308" y="130018"/>
                </a:lnTo>
                <a:lnTo>
                  <a:pt x="110479" y="131745"/>
                </a:lnTo>
                <a:lnTo>
                  <a:pt x="111882" y="133302"/>
                </a:lnTo>
                <a:lnTo>
                  <a:pt x="113474" y="134650"/>
                </a:lnTo>
                <a:lnTo>
                  <a:pt x="115239" y="135771"/>
                </a:lnTo>
                <a:lnTo>
                  <a:pt x="117145" y="136635"/>
                </a:lnTo>
                <a:lnTo>
                  <a:pt x="119149" y="137235"/>
                </a:lnTo>
                <a:lnTo>
                  <a:pt x="121214" y="137560"/>
                </a:lnTo>
                <a:lnTo>
                  <a:pt x="123303" y="137596"/>
                </a:lnTo>
                <a:lnTo>
                  <a:pt x="125380" y="137351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4"/>
                </a:lnTo>
                <a:lnTo>
                  <a:pt x="132787" y="133681"/>
                </a:lnTo>
                <a:lnTo>
                  <a:pt x="134238" y="132180"/>
                </a:lnTo>
                <a:lnTo>
                  <a:pt x="135477" y="130496"/>
                </a:lnTo>
                <a:lnTo>
                  <a:pt x="136468" y="128657"/>
                </a:lnTo>
                <a:lnTo>
                  <a:pt x="137210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50" y="120490"/>
                </a:lnTo>
                <a:lnTo>
                  <a:pt x="137357" y="118438"/>
                </a:lnTo>
                <a:lnTo>
                  <a:pt x="136696" y="116453"/>
                </a:lnTo>
                <a:lnTo>
                  <a:pt x="135764" y="114584"/>
                </a:lnTo>
                <a:lnTo>
                  <a:pt x="68926" y="0"/>
                </a:lnTo>
                <a:lnTo>
                  <a:pt x="2088" y="114584"/>
                </a:lnTo>
                <a:lnTo>
                  <a:pt x="1158" y="116453"/>
                </a:lnTo>
                <a:lnTo>
                  <a:pt x="495" y="118438"/>
                </a:lnTo>
                <a:lnTo>
                  <a:pt x="109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9" y="126703"/>
                </a:lnTo>
                <a:lnTo>
                  <a:pt x="1384" y="128657"/>
                </a:lnTo>
                <a:lnTo>
                  <a:pt x="2377" y="130496"/>
                </a:lnTo>
                <a:lnTo>
                  <a:pt x="3614" y="132180"/>
                </a:lnTo>
                <a:lnTo>
                  <a:pt x="5066" y="133681"/>
                </a:lnTo>
                <a:lnTo>
                  <a:pt x="6714" y="134974"/>
                </a:lnTo>
                <a:lnTo>
                  <a:pt x="8523" y="136028"/>
                </a:lnTo>
                <a:lnTo>
                  <a:pt x="10452" y="136825"/>
                </a:lnTo>
                <a:lnTo>
                  <a:pt x="12474" y="137351"/>
                </a:lnTo>
                <a:lnTo>
                  <a:pt x="14550" y="137596"/>
                </a:lnTo>
                <a:lnTo>
                  <a:pt x="16640" y="137560"/>
                </a:lnTo>
                <a:lnTo>
                  <a:pt x="18705" y="137235"/>
                </a:lnTo>
                <a:lnTo>
                  <a:pt x="20708" y="136635"/>
                </a:lnTo>
                <a:lnTo>
                  <a:pt x="22613" y="135771"/>
                </a:lnTo>
                <a:lnTo>
                  <a:pt x="24379" y="134650"/>
                </a:lnTo>
                <a:lnTo>
                  <a:pt x="25977" y="133302"/>
                </a:lnTo>
                <a:lnTo>
                  <a:pt x="27374" y="131745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395"/>
                </a:lnTo>
                <a:lnTo>
                  <a:pt x="53610" y="30395"/>
                </a:lnTo>
                <a:lnTo>
                  <a:pt x="53610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71">
            <a:extLst xmlns:a="http://schemas.openxmlformats.org/drawingml/2006/main">
              <a:ext uri="{FF2B5EF4-FFF2-40B4-BE49-F238E27FC236}">
                <a16:creationId xmlns:a16="http://schemas.microsoft.com/office/drawing/2014/main" id="{E90956B1-2F82-4C91-BD39-EAA95B11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405" y="5538301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10" y="130018"/>
                </a:lnTo>
                <a:lnTo>
                  <a:pt x="110479" y="131745"/>
                </a:lnTo>
                <a:lnTo>
                  <a:pt x="111877" y="133302"/>
                </a:lnTo>
                <a:lnTo>
                  <a:pt x="113474" y="134650"/>
                </a:lnTo>
                <a:lnTo>
                  <a:pt x="115239" y="135771"/>
                </a:lnTo>
                <a:lnTo>
                  <a:pt x="117144" y="136635"/>
                </a:lnTo>
                <a:lnTo>
                  <a:pt x="119149" y="137235"/>
                </a:lnTo>
                <a:lnTo>
                  <a:pt x="121214" y="137560"/>
                </a:lnTo>
                <a:lnTo>
                  <a:pt x="123302" y="137596"/>
                </a:lnTo>
                <a:lnTo>
                  <a:pt x="125378" y="137351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4"/>
                </a:lnTo>
                <a:lnTo>
                  <a:pt x="132787" y="133681"/>
                </a:lnTo>
                <a:lnTo>
                  <a:pt x="134238" y="132180"/>
                </a:lnTo>
                <a:lnTo>
                  <a:pt x="135478" y="130496"/>
                </a:lnTo>
                <a:lnTo>
                  <a:pt x="136468" y="128657"/>
                </a:lnTo>
                <a:lnTo>
                  <a:pt x="137203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3" y="120490"/>
                </a:lnTo>
                <a:lnTo>
                  <a:pt x="137357" y="118438"/>
                </a:lnTo>
                <a:lnTo>
                  <a:pt x="136696" y="116453"/>
                </a:lnTo>
                <a:lnTo>
                  <a:pt x="135764" y="114584"/>
                </a:lnTo>
                <a:lnTo>
                  <a:pt x="68926" y="0"/>
                </a:lnTo>
                <a:lnTo>
                  <a:pt x="2088" y="114584"/>
                </a:lnTo>
                <a:lnTo>
                  <a:pt x="1158" y="116453"/>
                </a:lnTo>
                <a:lnTo>
                  <a:pt x="495" y="118438"/>
                </a:lnTo>
                <a:lnTo>
                  <a:pt x="105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4" y="128657"/>
                </a:lnTo>
                <a:lnTo>
                  <a:pt x="2377" y="130496"/>
                </a:lnTo>
                <a:lnTo>
                  <a:pt x="3614" y="132180"/>
                </a:lnTo>
                <a:lnTo>
                  <a:pt x="5067" y="133681"/>
                </a:lnTo>
                <a:lnTo>
                  <a:pt x="6714" y="134974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4" y="137351"/>
                </a:lnTo>
                <a:lnTo>
                  <a:pt x="14550" y="137596"/>
                </a:lnTo>
                <a:lnTo>
                  <a:pt x="16641" y="137560"/>
                </a:lnTo>
                <a:lnTo>
                  <a:pt x="18706" y="137235"/>
                </a:lnTo>
                <a:lnTo>
                  <a:pt x="20708" y="136635"/>
                </a:lnTo>
                <a:lnTo>
                  <a:pt x="22613" y="135771"/>
                </a:lnTo>
                <a:lnTo>
                  <a:pt x="24378" y="134650"/>
                </a:lnTo>
                <a:lnTo>
                  <a:pt x="25971" y="133302"/>
                </a:lnTo>
                <a:lnTo>
                  <a:pt x="27375" y="131745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395"/>
                </a:lnTo>
                <a:lnTo>
                  <a:pt x="53608" y="30395"/>
                </a:lnTo>
                <a:lnTo>
                  <a:pt x="53608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72">
            <a:extLst xmlns:a="http://schemas.openxmlformats.org/drawingml/2006/main">
              <a:ext uri="{FF2B5EF4-FFF2-40B4-BE49-F238E27FC236}">
                <a16:creationId xmlns:a16="http://schemas.microsoft.com/office/drawing/2014/main" id="{D424F057-C462-4B29-90E6-F03B7322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318" y="6044074"/>
            <a:ext cx="137854" cy="329980"/>
          </a:xfrm>
          <a:custGeom xmlns:a="http://schemas.openxmlformats.org/drawingml/2006/main">
            <a:pathLst>
              <a:path w="137854" h="329980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10" y="130018"/>
                </a:lnTo>
                <a:lnTo>
                  <a:pt x="110479" y="131752"/>
                </a:lnTo>
                <a:lnTo>
                  <a:pt x="111877" y="133302"/>
                </a:lnTo>
                <a:lnTo>
                  <a:pt x="113477" y="134650"/>
                </a:lnTo>
                <a:lnTo>
                  <a:pt x="115241" y="135771"/>
                </a:lnTo>
                <a:lnTo>
                  <a:pt x="117146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4" y="137603"/>
                </a:lnTo>
                <a:lnTo>
                  <a:pt x="125381" y="137352"/>
                </a:lnTo>
                <a:lnTo>
                  <a:pt x="127402" y="136825"/>
                </a:lnTo>
                <a:lnTo>
                  <a:pt x="129333" y="136028"/>
                </a:lnTo>
                <a:lnTo>
                  <a:pt x="131140" y="134975"/>
                </a:lnTo>
                <a:lnTo>
                  <a:pt x="132787" y="133688"/>
                </a:lnTo>
                <a:lnTo>
                  <a:pt x="134239" y="132187"/>
                </a:lnTo>
                <a:lnTo>
                  <a:pt x="135478" y="130496"/>
                </a:lnTo>
                <a:lnTo>
                  <a:pt x="136471" y="128658"/>
                </a:lnTo>
                <a:lnTo>
                  <a:pt x="137206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5" y="120497"/>
                </a:lnTo>
                <a:lnTo>
                  <a:pt x="137359" y="118438"/>
                </a:lnTo>
                <a:lnTo>
                  <a:pt x="136696" y="116459"/>
                </a:lnTo>
                <a:lnTo>
                  <a:pt x="135766" y="114584"/>
                </a:lnTo>
                <a:lnTo>
                  <a:pt x="68928" y="0"/>
                </a:lnTo>
                <a:lnTo>
                  <a:pt x="2089" y="114584"/>
                </a:lnTo>
                <a:lnTo>
                  <a:pt x="1158" y="116459"/>
                </a:lnTo>
                <a:lnTo>
                  <a:pt x="496" y="118438"/>
                </a:lnTo>
                <a:lnTo>
                  <a:pt x="105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5" y="128658"/>
                </a:lnTo>
                <a:lnTo>
                  <a:pt x="2378" y="130496"/>
                </a:lnTo>
                <a:lnTo>
                  <a:pt x="3616" y="132187"/>
                </a:lnTo>
                <a:lnTo>
                  <a:pt x="5067" y="133688"/>
                </a:lnTo>
                <a:lnTo>
                  <a:pt x="6716" y="134975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5" y="137352"/>
                </a:lnTo>
                <a:lnTo>
                  <a:pt x="14553" y="137603"/>
                </a:lnTo>
                <a:lnTo>
                  <a:pt x="16641" y="137560"/>
                </a:lnTo>
                <a:lnTo>
                  <a:pt x="18706" y="137242"/>
                </a:lnTo>
                <a:lnTo>
                  <a:pt x="20709" y="136641"/>
                </a:lnTo>
                <a:lnTo>
                  <a:pt x="22608" y="135771"/>
                </a:lnTo>
                <a:lnTo>
                  <a:pt x="24380" y="134650"/>
                </a:lnTo>
                <a:lnTo>
                  <a:pt x="25972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5" y="329980"/>
                </a:moveTo>
                <a:lnTo>
                  <a:pt x="84245" y="30402"/>
                </a:lnTo>
                <a:lnTo>
                  <a:pt x="53611" y="30402"/>
                </a:lnTo>
                <a:lnTo>
                  <a:pt x="53611" y="329980"/>
                </a:lnTo>
                <a:lnTo>
                  <a:pt x="84245" y="3299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ath-273">
            <a:extLst xmlns:a="http://schemas.openxmlformats.org/drawingml/2006/main">
              <a:ext uri="{FF2B5EF4-FFF2-40B4-BE49-F238E27FC236}">
                <a16:creationId xmlns:a16="http://schemas.microsoft.com/office/drawing/2014/main" id="{40C24019-70ED-4337-8C69-0EF77B78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7549" y="3411055"/>
            <a:ext cx="137854" cy="590495"/>
          </a:xfrm>
          <a:custGeom xmlns:a="http://schemas.openxmlformats.org/drawingml/2006/main">
            <a:pathLst>
              <a:path w="137854" h="590495">
                <a:moveTo>
                  <a:pt x="28545" y="130018"/>
                </a:moveTo>
                <a:lnTo>
                  <a:pt x="82154" y="38115"/>
                </a:lnTo>
                <a:lnTo>
                  <a:pt x="55699" y="38115"/>
                </a:lnTo>
                <a:lnTo>
                  <a:pt x="109308" y="130018"/>
                </a:lnTo>
                <a:lnTo>
                  <a:pt x="110479" y="131752"/>
                </a:lnTo>
                <a:lnTo>
                  <a:pt x="111882" y="133302"/>
                </a:lnTo>
                <a:lnTo>
                  <a:pt x="113474" y="134650"/>
                </a:lnTo>
                <a:lnTo>
                  <a:pt x="115239" y="135771"/>
                </a:lnTo>
                <a:lnTo>
                  <a:pt x="117145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5"/>
                </a:lnTo>
                <a:lnTo>
                  <a:pt x="132787" y="133688"/>
                </a:lnTo>
                <a:lnTo>
                  <a:pt x="134238" y="132187"/>
                </a:lnTo>
                <a:lnTo>
                  <a:pt x="135477" y="130496"/>
                </a:lnTo>
                <a:lnTo>
                  <a:pt x="136468" y="128658"/>
                </a:lnTo>
                <a:lnTo>
                  <a:pt x="137210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50" y="120497"/>
                </a:lnTo>
                <a:lnTo>
                  <a:pt x="137357" y="118439"/>
                </a:lnTo>
                <a:lnTo>
                  <a:pt x="136696" y="116459"/>
                </a:lnTo>
                <a:lnTo>
                  <a:pt x="135764" y="114584"/>
                </a:lnTo>
                <a:lnTo>
                  <a:pt x="68926" y="0"/>
                </a:lnTo>
                <a:lnTo>
                  <a:pt x="2088" y="114584"/>
                </a:lnTo>
                <a:lnTo>
                  <a:pt x="1158" y="116459"/>
                </a:lnTo>
                <a:lnTo>
                  <a:pt x="495" y="118439"/>
                </a:lnTo>
                <a:lnTo>
                  <a:pt x="109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9" y="126703"/>
                </a:lnTo>
                <a:lnTo>
                  <a:pt x="1384" y="128658"/>
                </a:lnTo>
                <a:lnTo>
                  <a:pt x="2377" y="130496"/>
                </a:lnTo>
                <a:lnTo>
                  <a:pt x="3614" y="132187"/>
                </a:lnTo>
                <a:lnTo>
                  <a:pt x="5066" y="133688"/>
                </a:lnTo>
                <a:lnTo>
                  <a:pt x="6714" y="134975"/>
                </a:lnTo>
                <a:lnTo>
                  <a:pt x="8523" y="136028"/>
                </a:lnTo>
                <a:lnTo>
                  <a:pt x="10452" y="136825"/>
                </a:lnTo>
                <a:lnTo>
                  <a:pt x="12474" y="137352"/>
                </a:lnTo>
                <a:lnTo>
                  <a:pt x="14550" y="137597"/>
                </a:lnTo>
                <a:lnTo>
                  <a:pt x="16640" y="137560"/>
                </a:lnTo>
                <a:lnTo>
                  <a:pt x="18705" y="137242"/>
                </a:lnTo>
                <a:lnTo>
                  <a:pt x="20708" y="136641"/>
                </a:lnTo>
                <a:lnTo>
                  <a:pt x="22613" y="135771"/>
                </a:lnTo>
                <a:lnTo>
                  <a:pt x="24379" y="134650"/>
                </a:lnTo>
                <a:lnTo>
                  <a:pt x="25977" y="133302"/>
                </a:lnTo>
                <a:lnTo>
                  <a:pt x="27374" y="131752"/>
                </a:lnTo>
                <a:lnTo>
                  <a:pt x="28545" y="130018"/>
                </a:lnTo>
                <a:moveTo>
                  <a:pt x="84244" y="590495"/>
                </a:moveTo>
                <a:lnTo>
                  <a:pt x="84244" y="30401"/>
                </a:lnTo>
                <a:lnTo>
                  <a:pt x="53610" y="30401"/>
                </a:lnTo>
                <a:lnTo>
                  <a:pt x="53610" y="590495"/>
                </a:lnTo>
                <a:lnTo>
                  <a:pt x="84244" y="59049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ath-274">
            <a:extLst xmlns:a="http://schemas.openxmlformats.org/drawingml/2006/main">
              <a:ext uri="{FF2B5EF4-FFF2-40B4-BE49-F238E27FC236}">
                <a16:creationId xmlns:a16="http://schemas.microsoft.com/office/drawing/2014/main" id="{53836F80-23A1-4DA6-B7FF-5010172D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792" y="3411055"/>
            <a:ext cx="137854" cy="590495"/>
          </a:xfrm>
          <a:custGeom xmlns:a="http://schemas.openxmlformats.org/drawingml/2006/main">
            <a:pathLst>
              <a:path w="137854" h="590495">
                <a:moveTo>
                  <a:pt x="28545" y="130018"/>
                </a:moveTo>
                <a:lnTo>
                  <a:pt x="82155" y="38115"/>
                </a:lnTo>
                <a:lnTo>
                  <a:pt x="55700" y="38115"/>
                </a:lnTo>
                <a:lnTo>
                  <a:pt x="109309" y="130018"/>
                </a:lnTo>
                <a:lnTo>
                  <a:pt x="110479" y="131752"/>
                </a:lnTo>
                <a:lnTo>
                  <a:pt x="111876" y="133302"/>
                </a:lnTo>
                <a:lnTo>
                  <a:pt x="113476" y="134650"/>
                </a:lnTo>
                <a:lnTo>
                  <a:pt x="115240" y="135771"/>
                </a:lnTo>
                <a:lnTo>
                  <a:pt x="117146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5"/>
                </a:lnTo>
                <a:lnTo>
                  <a:pt x="132787" y="133688"/>
                </a:lnTo>
                <a:lnTo>
                  <a:pt x="134239" y="132187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05" y="126703"/>
                </a:lnTo>
                <a:lnTo>
                  <a:pt x="137670" y="124663"/>
                </a:lnTo>
                <a:lnTo>
                  <a:pt x="137854" y="122580"/>
                </a:lnTo>
                <a:lnTo>
                  <a:pt x="137750" y="120497"/>
                </a:lnTo>
                <a:lnTo>
                  <a:pt x="137358" y="118439"/>
                </a:lnTo>
                <a:lnTo>
                  <a:pt x="136696" y="116459"/>
                </a:lnTo>
                <a:lnTo>
                  <a:pt x="135765" y="114584"/>
                </a:lnTo>
                <a:lnTo>
                  <a:pt x="68927" y="0"/>
                </a:lnTo>
                <a:lnTo>
                  <a:pt x="2089" y="114584"/>
                </a:lnTo>
                <a:lnTo>
                  <a:pt x="1157" y="116459"/>
                </a:lnTo>
                <a:lnTo>
                  <a:pt x="496" y="118439"/>
                </a:lnTo>
                <a:lnTo>
                  <a:pt x="104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3" y="126703"/>
                </a:lnTo>
                <a:lnTo>
                  <a:pt x="1384" y="128658"/>
                </a:lnTo>
                <a:lnTo>
                  <a:pt x="2377" y="130496"/>
                </a:lnTo>
                <a:lnTo>
                  <a:pt x="3614" y="132187"/>
                </a:lnTo>
                <a:lnTo>
                  <a:pt x="5067" y="133688"/>
                </a:lnTo>
                <a:lnTo>
                  <a:pt x="6715" y="134975"/>
                </a:lnTo>
                <a:lnTo>
                  <a:pt x="8522" y="136028"/>
                </a:lnTo>
                <a:lnTo>
                  <a:pt x="10452" y="136825"/>
                </a:lnTo>
                <a:lnTo>
                  <a:pt x="12474" y="137352"/>
                </a:lnTo>
                <a:lnTo>
                  <a:pt x="14551" y="137597"/>
                </a:lnTo>
                <a:lnTo>
                  <a:pt x="16640" y="137560"/>
                </a:lnTo>
                <a:lnTo>
                  <a:pt x="18705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4" y="131752"/>
                </a:lnTo>
                <a:lnTo>
                  <a:pt x="28545" y="130018"/>
                </a:lnTo>
                <a:moveTo>
                  <a:pt x="84244" y="590495"/>
                </a:moveTo>
                <a:lnTo>
                  <a:pt x="84244" y="30401"/>
                </a:lnTo>
                <a:lnTo>
                  <a:pt x="53610" y="30401"/>
                </a:lnTo>
                <a:lnTo>
                  <a:pt x="53610" y="590495"/>
                </a:lnTo>
                <a:lnTo>
                  <a:pt x="84244" y="59049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C677A3C-9A14-4C0A-BCFE-4112D98B88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1d76c5e6f4476"/>
          <a:stretch xmlns:a="http://schemas.openxmlformats.org/drawingml/2006/main"/>
        </p:blipFill>
        <p:spPr>
          <a:xfrm xmlns:a="http://schemas.openxmlformats.org/drawingml/2006/main">
            <a:off x="228600" y="4352925"/>
            <a:ext cx="1733550" cy="1733550"/>
          </a:xfrm>
          <a:prstGeom xmlns:a="http://schemas.openxmlformats.org/drawingml/2006/main" prst="rect">
            <a:avLst/>
          </a:prstGeom>
        </p:spPr>
      </p:pic>
      <p:pic>
        <p:nvPic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146FBA7-D3E8-439B-AB59-2ACBF16A31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2541d1227469b"/>
          <a:stretch xmlns:a="http://schemas.openxmlformats.org/drawingml/2006/main"/>
        </p:blipFill>
        <p:spPr>
          <a:xfrm xmlns:a="http://schemas.openxmlformats.org/drawingml/2006/main">
            <a:off x="2333625" y="4495800"/>
            <a:ext cx="1590675" cy="1590675"/>
          </a:xfrm>
          <a:prstGeom xmlns:a="http://schemas.openxmlformats.org/drawingml/2006/main" prst="rect">
            <a:avLst/>
          </a:prstGeom>
        </p:spPr>
      </p:pic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33E9A73-253F-4D42-92C0-89B9F85D68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429062a5647da"/>
          <a:stretch xmlns:a="http://schemas.openxmlformats.org/drawingml/2006/main"/>
        </p:blipFill>
        <p:spPr>
          <a:xfrm xmlns:a="http://schemas.openxmlformats.org/drawingml/2006/main">
            <a:off x="104775" y="7038975"/>
            <a:ext cx="3933825" cy="1247775"/>
          </a:xfrm>
          <a:prstGeom xmlns:a="http://schemas.openxmlformats.org/drawingml/2006/main" prst="rect">
            <a:avLst/>
          </a:prstGeom>
        </p:spPr>
      </p:pic>
      <p:pic>
        <p:nvPic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C4486F8-3AFF-4E81-9DCD-137BE732FE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ef5896d9543d0"/>
          <a:stretch xmlns:a="http://schemas.openxmlformats.org/drawingml/2006/main"/>
        </p:blipFill>
        <p:spPr>
          <a:xfrm xmlns:a="http://schemas.openxmlformats.org/drawingml/2006/main">
            <a:off x="266700" y="7353300"/>
            <a:ext cx="1162050" cy="647700"/>
          </a:xfrm>
          <a:prstGeom xmlns:a="http://schemas.openxmlformats.org/drawingml/2006/main" prst="rect">
            <a:avLst/>
          </a:prstGeom>
        </p:spPr>
      </p:pic>
      <p:pic>
        <p:nvPic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55B8E1B-2F55-4707-93BE-3A8E3206D5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568576ab04d57"/>
          <a:stretch xmlns:a="http://schemas.openxmlformats.org/drawingml/2006/main"/>
        </p:blipFill>
        <p:spPr>
          <a:xfrm xmlns:a="http://schemas.openxmlformats.org/drawingml/2006/main">
            <a:off x="2686050" y="7353300"/>
            <a:ext cx="1181100" cy="647700"/>
          </a:xfrm>
          <a:prstGeom xmlns:a="http://schemas.openxmlformats.org/drawingml/2006/main" prst="rect">
            <a:avLst/>
          </a:prstGeom>
        </p:spPr>
      </p:pic>
      <p:pic>
        <p:nvPic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C5AD3D07-39C2-49D4-87C0-86F31E6C14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5230d3a294f54"/>
          <a:stretch xmlns:a="http://schemas.openxmlformats.org/drawingml/2006/main"/>
        </p:blipFill>
        <p:spPr>
          <a:xfrm xmlns:a="http://schemas.openxmlformats.org/drawingml/2006/main">
            <a:off x="1466850" y="7353300"/>
            <a:ext cx="1181100" cy="647700"/>
          </a:xfrm>
          <a:prstGeom xmlns:a="http://schemas.openxmlformats.org/drawingml/2006/main" prst="rect">
            <a:avLst/>
          </a:prstGeom>
        </p:spPr>
      </p:pic>
      <p:pic>
        <p:nvPic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81BF596-ACD6-4F90-A525-9779244723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b5c578b874846"/>
          <a:stretch xmlns:a="http://schemas.openxmlformats.org/drawingml/2006/main"/>
        </p:blipFill>
        <p:spPr>
          <a:xfrm xmlns:a="http://schemas.openxmlformats.org/drawingml/2006/main">
            <a:off x="4248150" y="7381875"/>
            <a:ext cx="828675" cy="828675"/>
          </a:xfrm>
          <a:prstGeom xmlns:a="http://schemas.openxmlformats.org/drawingml/2006/main" prst="rect">
            <a:avLst/>
          </a:prstGeom>
        </p:spPr>
      </p:pic>
      <p:pic>
        <p:nvPic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76308F7C-ABC8-4C73-924B-9C6A5A6F31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e020968c44b35"/>
          <a:stretch xmlns:a="http://schemas.openxmlformats.org/drawingml/2006/main"/>
        </p:blipFill>
        <p:spPr>
          <a:xfrm xmlns:a="http://schemas.openxmlformats.org/drawingml/2006/main">
            <a:off x="5276850" y="7381875"/>
            <a:ext cx="819150" cy="828675"/>
          </a:xfrm>
          <a:prstGeom xmlns:a="http://schemas.openxmlformats.org/drawingml/2006/main" prst="rect">
            <a:avLst/>
          </a:prstGeom>
        </p:spPr>
      </p:pic>
      <p:pic>
        <p:nvPic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604045E-2301-4AE5-97A3-397A146446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95aaa76c84621"/>
          <a:stretch xmlns:a="http://schemas.openxmlformats.org/drawingml/2006/main"/>
        </p:blipFill>
        <p:spPr>
          <a:xfrm xmlns:a="http://schemas.openxmlformats.org/drawingml/2006/main">
            <a:off x="6296025" y="7381875"/>
            <a:ext cx="828675" cy="828675"/>
          </a:xfrm>
          <a:prstGeom xmlns:a="http://schemas.openxmlformats.org/drawingml/2006/main" prst="rect">
            <a:avLst/>
          </a:prstGeom>
        </p:spPr>
      </p:pic>
      <p:pic>
        <p:nvPic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6F274665-2042-419B-A821-00AC75FA30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41156957542c6"/>
          <a:stretch xmlns:a="http://schemas.openxmlformats.org/drawingml/2006/main"/>
        </p:blipFill>
        <p:spPr>
          <a:xfrm xmlns:a="http://schemas.openxmlformats.org/drawingml/2006/main">
            <a:off x="5657850" y="5524500"/>
            <a:ext cx="361950" cy="371475"/>
          </a:xfrm>
          <a:prstGeom xmlns:a="http://schemas.openxmlformats.org/drawingml/2006/main" prst="rect">
            <a:avLst/>
          </a:prstGeom>
        </p:spPr>
      </p:pic>
      <p:pic>
        <p:nvPic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D1A62FA5-6FC1-4FCA-A8B2-B7F0322757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db99a1443447f"/>
          <a:stretch xmlns:a="http://schemas.openxmlformats.org/drawingml/2006/main"/>
        </p:blipFill>
        <p:spPr>
          <a:xfrm xmlns:a="http://schemas.openxmlformats.org/drawingml/2006/main">
            <a:off x="5657850" y="4533900"/>
            <a:ext cx="361950" cy="371475"/>
          </a:xfrm>
          <a:prstGeom xmlns:a="http://schemas.openxmlformats.org/drawingml/2006/main" prst="rect">
            <a:avLst/>
          </a:prstGeom>
        </p:spPr>
      </p:pic>
      <p:sp>
        <p:nvSpPr>
          <p:cNvPr id="277" name="path-286">
            <a:extLst xmlns:a="http://schemas.openxmlformats.org/drawingml/2006/main">
              <a:ext uri="{FF2B5EF4-FFF2-40B4-BE49-F238E27FC236}">
                <a16:creationId xmlns:a16="http://schemas.microsoft.com/office/drawing/2014/main" id="{A12A36B8-EA48-4ECA-A482-C5A01630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96" y="4652639"/>
            <a:ext cx="357294" cy="130930"/>
          </a:xfrm>
          <a:custGeom xmlns:a="http://schemas.openxmlformats.org/drawingml/2006/main">
            <a:pathLst>
              <a:path w="357294" h="130930">
                <a:moveTo>
                  <a:pt x="233512" y="27148"/>
                </a:moveTo>
                <a:lnTo>
                  <a:pt x="321170" y="77480"/>
                </a:lnTo>
                <a:lnTo>
                  <a:pt x="320998" y="52341"/>
                </a:lnTo>
                <a:lnTo>
                  <a:pt x="234040" y="103868"/>
                </a:lnTo>
                <a:lnTo>
                  <a:pt x="232336" y="105051"/>
                </a:lnTo>
                <a:lnTo>
                  <a:pt x="230817" y="106466"/>
                </a:lnTo>
                <a:lnTo>
                  <a:pt x="229512" y="108084"/>
                </a:lnTo>
                <a:lnTo>
                  <a:pt x="228452" y="109867"/>
                </a:lnTo>
                <a:lnTo>
                  <a:pt x="227655" y="111784"/>
                </a:lnTo>
                <a:lnTo>
                  <a:pt x="227141" y="113794"/>
                </a:lnTo>
                <a:lnTo>
                  <a:pt x="226920" y="115859"/>
                </a:lnTo>
                <a:lnTo>
                  <a:pt x="226987" y="117936"/>
                </a:lnTo>
                <a:lnTo>
                  <a:pt x="227355" y="119976"/>
                </a:lnTo>
                <a:lnTo>
                  <a:pt x="228011" y="121948"/>
                </a:lnTo>
                <a:lnTo>
                  <a:pt x="228942" y="123805"/>
                </a:lnTo>
                <a:lnTo>
                  <a:pt x="230125" y="125514"/>
                </a:lnTo>
                <a:lnTo>
                  <a:pt x="231540" y="127034"/>
                </a:lnTo>
                <a:lnTo>
                  <a:pt x="233151" y="128333"/>
                </a:lnTo>
                <a:lnTo>
                  <a:pt x="234940" y="129399"/>
                </a:lnTo>
                <a:lnTo>
                  <a:pt x="236858" y="130189"/>
                </a:lnTo>
                <a:lnTo>
                  <a:pt x="238868" y="130704"/>
                </a:lnTo>
                <a:lnTo>
                  <a:pt x="240932" y="130930"/>
                </a:lnTo>
                <a:lnTo>
                  <a:pt x="243003" y="130857"/>
                </a:lnTo>
                <a:lnTo>
                  <a:pt x="245050" y="130490"/>
                </a:lnTo>
                <a:lnTo>
                  <a:pt x="247023" y="129834"/>
                </a:lnTo>
                <a:lnTo>
                  <a:pt x="248879" y="128908"/>
                </a:lnTo>
                <a:lnTo>
                  <a:pt x="357294" y="64662"/>
                </a:lnTo>
                <a:lnTo>
                  <a:pt x="248009" y="1912"/>
                </a:lnTo>
                <a:lnTo>
                  <a:pt x="246134" y="1010"/>
                </a:lnTo>
                <a:lnTo>
                  <a:pt x="244155" y="380"/>
                </a:lnTo>
                <a:lnTo>
                  <a:pt x="242109" y="43"/>
                </a:lnTo>
                <a:lnTo>
                  <a:pt x="240032" y="0"/>
                </a:lnTo>
                <a:lnTo>
                  <a:pt x="237973" y="251"/>
                </a:lnTo>
                <a:lnTo>
                  <a:pt x="235969" y="789"/>
                </a:lnTo>
                <a:lnTo>
                  <a:pt x="234064" y="1612"/>
                </a:lnTo>
                <a:lnTo>
                  <a:pt x="232293" y="2695"/>
                </a:lnTo>
                <a:lnTo>
                  <a:pt x="230695" y="4025"/>
                </a:lnTo>
                <a:lnTo>
                  <a:pt x="229303" y="5563"/>
                </a:lnTo>
                <a:lnTo>
                  <a:pt x="228140" y="7284"/>
                </a:lnTo>
                <a:lnTo>
                  <a:pt x="227239" y="9154"/>
                </a:lnTo>
                <a:lnTo>
                  <a:pt x="226614" y="11132"/>
                </a:lnTo>
                <a:lnTo>
                  <a:pt x="226270" y="13185"/>
                </a:lnTo>
                <a:lnTo>
                  <a:pt x="226228" y="15255"/>
                </a:lnTo>
                <a:lnTo>
                  <a:pt x="226479" y="17320"/>
                </a:lnTo>
                <a:lnTo>
                  <a:pt x="227018" y="19324"/>
                </a:lnTo>
                <a:lnTo>
                  <a:pt x="227845" y="21229"/>
                </a:lnTo>
                <a:lnTo>
                  <a:pt x="228930" y="23000"/>
                </a:lnTo>
                <a:lnTo>
                  <a:pt x="230253" y="24599"/>
                </a:lnTo>
                <a:lnTo>
                  <a:pt x="231791" y="25990"/>
                </a:lnTo>
                <a:lnTo>
                  <a:pt x="233512" y="27148"/>
                </a:lnTo>
                <a:moveTo>
                  <a:pt x="196" y="81665"/>
                </a:moveTo>
                <a:lnTo>
                  <a:pt x="87503" y="81064"/>
                </a:lnTo>
                <a:lnTo>
                  <a:pt x="87301" y="51962"/>
                </a:lnTo>
                <a:lnTo>
                  <a:pt x="0" y="52562"/>
                </a:lnTo>
                <a:lnTo>
                  <a:pt x="196" y="81665"/>
                </a:lnTo>
                <a:moveTo>
                  <a:pt x="116606" y="80868"/>
                </a:moveTo>
                <a:lnTo>
                  <a:pt x="203914" y="80268"/>
                </a:lnTo>
                <a:lnTo>
                  <a:pt x="203711" y="51165"/>
                </a:lnTo>
                <a:lnTo>
                  <a:pt x="116404" y="51765"/>
                </a:lnTo>
                <a:lnTo>
                  <a:pt x="116606" y="80868"/>
                </a:lnTo>
                <a:moveTo>
                  <a:pt x="233010" y="80065"/>
                </a:moveTo>
                <a:lnTo>
                  <a:pt x="320318" y="79465"/>
                </a:lnTo>
                <a:lnTo>
                  <a:pt x="320116" y="50369"/>
                </a:lnTo>
                <a:lnTo>
                  <a:pt x="232814" y="50963"/>
                </a:lnTo>
                <a:lnTo>
                  <a:pt x="233010" y="80065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text-287 Player">
            <a:extLst xmlns:a="http://schemas.openxmlformats.org/drawingml/2006/main">
              <a:ext uri="{FF2B5EF4-FFF2-40B4-BE49-F238E27FC236}">
                <a16:creationId xmlns:a16="http://schemas.microsoft.com/office/drawing/2014/main" id="{C2CAB7F8-4FDF-4B83-B707-5C10B482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6916" y="4591519"/>
            <a:ext cx="553743" cy="26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279" name="text-287 #6">
            <a:extLst xmlns:a="http://schemas.openxmlformats.org/drawingml/2006/main">
              <a:ext uri="{FF2B5EF4-FFF2-40B4-BE49-F238E27FC236}">
                <a16:creationId xmlns:a16="http://schemas.microsoft.com/office/drawing/2014/main" id="{356BEAA9-ADC0-48CF-A0B0-BB4E89A3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5992" y="4587511"/>
            <a:ext cx="225757" cy="26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280" name="path-288">
            <a:extLst xmlns:a="http://schemas.openxmlformats.org/drawingml/2006/main">
              <a:ext uri="{FF2B5EF4-FFF2-40B4-BE49-F238E27FC236}">
                <a16:creationId xmlns:a16="http://schemas.microsoft.com/office/drawing/2014/main" id="{805E0251-F1D8-4366-8F31-AA7ADE73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250" y="5647948"/>
            <a:ext cx="357294" cy="130931"/>
          </a:xfrm>
          <a:custGeom xmlns:a="http://schemas.openxmlformats.org/drawingml/2006/main">
            <a:pathLst>
              <a:path w="357294" h="130931">
                <a:moveTo>
                  <a:pt x="233513" y="27148"/>
                </a:moveTo>
                <a:lnTo>
                  <a:pt x="321170" y="77480"/>
                </a:lnTo>
                <a:lnTo>
                  <a:pt x="320998" y="52342"/>
                </a:lnTo>
                <a:lnTo>
                  <a:pt x="234040" y="103869"/>
                </a:lnTo>
                <a:lnTo>
                  <a:pt x="232336" y="105051"/>
                </a:lnTo>
                <a:lnTo>
                  <a:pt x="230817" y="106466"/>
                </a:lnTo>
                <a:lnTo>
                  <a:pt x="229512" y="108084"/>
                </a:lnTo>
                <a:lnTo>
                  <a:pt x="228452" y="109867"/>
                </a:lnTo>
                <a:lnTo>
                  <a:pt x="227656" y="111784"/>
                </a:lnTo>
                <a:lnTo>
                  <a:pt x="227141" y="113794"/>
                </a:lnTo>
                <a:lnTo>
                  <a:pt x="226914" y="115859"/>
                </a:lnTo>
                <a:lnTo>
                  <a:pt x="226988" y="117935"/>
                </a:lnTo>
                <a:lnTo>
                  <a:pt x="227355" y="119976"/>
                </a:lnTo>
                <a:lnTo>
                  <a:pt x="228011" y="121949"/>
                </a:lnTo>
                <a:lnTo>
                  <a:pt x="228942" y="123805"/>
                </a:lnTo>
                <a:lnTo>
                  <a:pt x="230125" y="125514"/>
                </a:lnTo>
                <a:lnTo>
                  <a:pt x="231540" y="127035"/>
                </a:lnTo>
                <a:lnTo>
                  <a:pt x="233151" y="128333"/>
                </a:lnTo>
                <a:lnTo>
                  <a:pt x="234940" y="129399"/>
                </a:lnTo>
                <a:lnTo>
                  <a:pt x="236858" y="130189"/>
                </a:lnTo>
                <a:lnTo>
                  <a:pt x="238868" y="130704"/>
                </a:lnTo>
                <a:lnTo>
                  <a:pt x="240933" y="130931"/>
                </a:lnTo>
                <a:lnTo>
                  <a:pt x="243003" y="130857"/>
                </a:lnTo>
                <a:lnTo>
                  <a:pt x="245050" y="130490"/>
                </a:lnTo>
                <a:lnTo>
                  <a:pt x="247023" y="129835"/>
                </a:lnTo>
                <a:lnTo>
                  <a:pt x="248879" y="128909"/>
                </a:lnTo>
                <a:lnTo>
                  <a:pt x="357294" y="64663"/>
                </a:lnTo>
                <a:lnTo>
                  <a:pt x="248003" y="1911"/>
                </a:lnTo>
                <a:lnTo>
                  <a:pt x="246134" y="1011"/>
                </a:lnTo>
                <a:lnTo>
                  <a:pt x="244155" y="380"/>
                </a:lnTo>
                <a:lnTo>
                  <a:pt x="242109" y="42"/>
                </a:lnTo>
                <a:lnTo>
                  <a:pt x="240032" y="0"/>
                </a:lnTo>
                <a:lnTo>
                  <a:pt x="237973" y="251"/>
                </a:lnTo>
                <a:lnTo>
                  <a:pt x="235970" y="790"/>
                </a:lnTo>
                <a:lnTo>
                  <a:pt x="234064" y="1611"/>
                </a:lnTo>
                <a:lnTo>
                  <a:pt x="232293" y="2696"/>
                </a:lnTo>
                <a:lnTo>
                  <a:pt x="230695" y="4025"/>
                </a:lnTo>
                <a:lnTo>
                  <a:pt x="229304" y="5563"/>
                </a:lnTo>
                <a:lnTo>
                  <a:pt x="228140" y="7284"/>
                </a:lnTo>
                <a:lnTo>
                  <a:pt x="227239" y="9154"/>
                </a:lnTo>
                <a:lnTo>
                  <a:pt x="226608" y="11132"/>
                </a:lnTo>
                <a:lnTo>
                  <a:pt x="226271" y="13185"/>
                </a:lnTo>
                <a:lnTo>
                  <a:pt x="226228" y="15255"/>
                </a:lnTo>
                <a:lnTo>
                  <a:pt x="226479" y="17320"/>
                </a:lnTo>
                <a:lnTo>
                  <a:pt x="227019" y="19324"/>
                </a:lnTo>
                <a:lnTo>
                  <a:pt x="227840" y="21230"/>
                </a:lnTo>
                <a:lnTo>
                  <a:pt x="228930" y="23000"/>
                </a:lnTo>
                <a:lnTo>
                  <a:pt x="230253" y="24599"/>
                </a:lnTo>
                <a:lnTo>
                  <a:pt x="231792" y="25990"/>
                </a:lnTo>
                <a:lnTo>
                  <a:pt x="233513" y="27148"/>
                </a:lnTo>
                <a:moveTo>
                  <a:pt x="196" y="81665"/>
                </a:moveTo>
                <a:lnTo>
                  <a:pt x="87504" y="81064"/>
                </a:lnTo>
                <a:lnTo>
                  <a:pt x="87302" y="51961"/>
                </a:lnTo>
                <a:lnTo>
                  <a:pt x="0" y="52562"/>
                </a:lnTo>
                <a:lnTo>
                  <a:pt x="196" y="81665"/>
                </a:lnTo>
                <a:moveTo>
                  <a:pt x="116606" y="80868"/>
                </a:moveTo>
                <a:lnTo>
                  <a:pt x="203908" y="80268"/>
                </a:lnTo>
                <a:lnTo>
                  <a:pt x="203712" y="51165"/>
                </a:lnTo>
                <a:lnTo>
                  <a:pt x="116404" y="51766"/>
                </a:lnTo>
                <a:lnTo>
                  <a:pt x="116606" y="80868"/>
                </a:lnTo>
                <a:moveTo>
                  <a:pt x="233011" y="80065"/>
                </a:moveTo>
                <a:lnTo>
                  <a:pt x="320318" y="79465"/>
                </a:lnTo>
                <a:lnTo>
                  <a:pt x="320116" y="50369"/>
                </a:lnTo>
                <a:lnTo>
                  <a:pt x="232814" y="50963"/>
                </a:lnTo>
                <a:lnTo>
                  <a:pt x="233011" y="80065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89">
            <a:extLst xmlns:a="http://schemas.openxmlformats.org/drawingml/2006/main">
              <a:ext uri="{FF2B5EF4-FFF2-40B4-BE49-F238E27FC236}">
                <a16:creationId xmlns:a16="http://schemas.microsoft.com/office/drawing/2014/main" id="{82214F9F-A887-4B27-92ED-175EE6E2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117" y="5155041"/>
            <a:ext cx="357294" cy="130932"/>
          </a:xfrm>
          <a:custGeom xmlns:a="http://schemas.openxmlformats.org/drawingml/2006/main">
            <a:pathLst>
              <a:path w="357294" h="130932">
                <a:moveTo>
                  <a:pt x="233512" y="27148"/>
                </a:moveTo>
                <a:lnTo>
                  <a:pt x="321170" y="77481"/>
                </a:lnTo>
                <a:lnTo>
                  <a:pt x="320998" y="52342"/>
                </a:lnTo>
                <a:lnTo>
                  <a:pt x="234040" y="103869"/>
                </a:lnTo>
                <a:lnTo>
                  <a:pt x="232336" y="105052"/>
                </a:lnTo>
                <a:lnTo>
                  <a:pt x="230817" y="106467"/>
                </a:lnTo>
                <a:lnTo>
                  <a:pt x="229512" y="108084"/>
                </a:lnTo>
                <a:lnTo>
                  <a:pt x="228452" y="109868"/>
                </a:lnTo>
                <a:lnTo>
                  <a:pt x="227655" y="111785"/>
                </a:lnTo>
                <a:lnTo>
                  <a:pt x="227141" y="113794"/>
                </a:lnTo>
                <a:lnTo>
                  <a:pt x="226914" y="115859"/>
                </a:lnTo>
                <a:lnTo>
                  <a:pt x="226987" y="117936"/>
                </a:lnTo>
                <a:lnTo>
                  <a:pt x="227355" y="119976"/>
                </a:lnTo>
                <a:lnTo>
                  <a:pt x="228011" y="121950"/>
                </a:lnTo>
                <a:lnTo>
                  <a:pt x="228942" y="123806"/>
                </a:lnTo>
                <a:lnTo>
                  <a:pt x="230125" y="125515"/>
                </a:lnTo>
                <a:lnTo>
                  <a:pt x="231540" y="127035"/>
                </a:lnTo>
                <a:lnTo>
                  <a:pt x="233151" y="128333"/>
                </a:lnTo>
                <a:lnTo>
                  <a:pt x="234940" y="129400"/>
                </a:lnTo>
                <a:lnTo>
                  <a:pt x="236858" y="130190"/>
                </a:lnTo>
                <a:lnTo>
                  <a:pt x="238868" y="130705"/>
                </a:lnTo>
                <a:lnTo>
                  <a:pt x="240932" y="130932"/>
                </a:lnTo>
                <a:lnTo>
                  <a:pt x="243003" y="130858"/>
                </a:lnTo>
                <a:lnTo>
                  <a:pt x="245050" y="130490"/>
                </a:lnTo>
                <a:lnTo>
                  <a:pt x="247023" y="129835"/>
                </a:lnTo>
                <a:lnTo>
                  <a:pt x="248879" y="128910"/>
                </a:lnTo>
                <a:lnTo>
                  <a:pt x="357294" y="64663"/>
                </a:lnTo>
                <a:lnTo>
                  <a:pt x="248003" y="1912"/>
                </a:lnTo>
                <a:lnTo>
                  <a:pt x="246134" y="1012"/>
                </a:lnTo>
                <a:lnTo>
                  <a:pt x="244155" y="380"/>
                </a:lnTo>
                <a:lnTo>
                  <a:pt x="242109" y="43"/>
                </a:lnTo>
                <a:lnTo>
                  <a:pt x="240032" y="0"/>
                </a:lnTo>
                <a:lnTo>
                  <a:pt x="237973" y="252"/>
                </a:lnTo>
                <a:lnTo>
                  <a:pt x="235969" y="791"/>
                </a:lnTo>
                <a:lnTo>
                  <a:pt x="234064" y="1612"/>
                </a:lnTo>
                <a:lnTo>
                  <a:pt x="232293" y="2696"/>
                </a:lnTo>
                <a:lnTo>
                  <a:pt x="230694" y="4025"/>
                </a:lnTo>
                <a:lnTo>
                  <a:pt x="229298" y="5564"/>
                </a:lnTo>
                <a:lnTo>
                  <a:pt x="228140" y="7285"/>
                </a:lnTo>
                <a:lnTo>
                  <a:pt x="227239" y="9154"/>
                </a:lnTo>
                <a:lnTo>
                  <a:pt x="226608" y="11133"/>
                </a:lnTo>
                <a:lnTo>
                  <a:pt x="226270" y="13185"/>
                </a:lnTo>
                <a:lnTo>
                  <a:pt x="226227" y="15256"/>
                </a:lnTo>
                <a:lnTo>
                  <a:pt x="226479" y="17321"/>
                </a:lnTo>
                <a:lnTo>
                  <a:pt x="227018" y="19324"/>
                </a:lnTo>
                <a:lnTo>
                  <a:pt x="227839" y="21230"/>
                </a:lnTo>
                <a:lnTo>
                  <a:pt x="228930" y="23000"/>
                </a:lnTo>
                <a:lnTo>
                  <a:pt x="230253" y="24600"/>
                </a:lnTo>
                <a:lnTo>
                  <a:pt x="231791" y="25990"/>
                </a:lnTo>
                <a:lnTo>
                  <a:pt x="233512" y="27148"/>
                </a:lnTo>
                <a:moveTo>
                  <a:pt x="196" y="81665"/>
                </a:moveTo>
                <a:lnTo>
                  <a:pt x="87503" y="81065"/>
                </a:lnTo>
                <a:lnTo>
                  <a:pt x="87301" y="51963"/>
                </a:lnTo>
                <a:lnTo>
                  <a:pt x="0" y="52563"/>
                </a:lnTo>
                <a:lnTo>
                  <a:pt x="196" y="81665"/>
                </a:lnTo>
                <a:moveTo>
                  <a:pt x="116606" y="80868"/>
                </a:moveTo>
                <a:lnTo>
                  <a:pt x="203908" y="80268"/>
                </a:lnTo>
                <a:lnTo>
                  <a:pt x="203711" y="51166"/>
                </a:lnTo>
                <a:lnTo>
                  <a:pt x="116404" y="51766"/>
                </a:lnTo>
                <a:lnTo>
                  <a:pt x="116606" y="80868"/>
                </a:lnTo>
                <a:moveTo>
                  <a:pt x="233011" y="80066"/>
                </a:moveTo>
                <a:lnTo>
                  <a:pt x="320318" y="79465"/>
                </a:lnTo>
                <a:lnTo>
                  <a:pt x="320116" y="50369"/>
                </a:lnTo>
                <a:lnTo>
                  <a:pt x="232814" y="50964"/>
                </a:lnTo>
                <a:lnTo>
                  <a:pt x="233011" y="80066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71ED2C4F-A45D-4193-8D80-1378586811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a178774614d86"/>
          <a:stretch xmlns:a="http://schemas.openxmlformats.org/drawingml/2006/main"/>
        </p:blipFill>
        <p:spPr>
          <a:xfrm xmlns:a="http://schemas.openxmlformats.org/drawingml/2006/main">
            <a:off x="5638800" y="5029200"/>
            <a:ext cx="409575" cy="419100"/>
          </a:xfrm>
          <a:prstGeom xmlns:a="http://schemas.openxmlformats.org/drawingml/2006/main" prst="rect">
            <a:avLst/>
          </a:prstGeom>
        </p:spPr>
      </p:pic>
      <p:sp>
        <p:nvSpPr>
          <p:cNvPr id="283" name="text-291 Ball">
            <a:extLst xmlns:a="http://schemas.openxmlformats.org/drawingml/2006/main">
              <a:ext uri="{FF2B5EF4-FFF2-40B4-BE49-F238E27FC236}">
                <a16:creationId xmlns:a16="http://schemas.microsoft.com/office/drawing/2014/main" id="{F2675030-1AE2-414A-92C1-DEC9D421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1710" y="5121761"/>
            <a:ext cx="357005" cy="262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Ball</a:t>
            </a:r>
          </a:p>
        </p:txBody>
      </p:sp>
      <p:sp>
        <p:nvSpPr>
          <p:cNvPr id="284" name="text-292 Player">
            <a:extLst xmlns:a="http://schemas.openxmlformats.org/drawingml/2006/main">
              <a:ext uri="{FF2B5EF4-FFF2-40B4-BE49-F238E27FC236}">
                <a16:creationId xmlns:a16="http://schemas.microsoft.com/office/drawing/2014/main" id="{8633C39C-6FE4-451F-9921-C210EA11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39" y="5601531"/>
            <a:ext cx="553744" cy="262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285" name="text-292 #4">
            <a:extLst xmlns:a="http://schemas.openxmlformats.org/drawingml/2006/main">
              <a:ext uri="{FF2B5EF4-FFF2-40B4-BE49-F238E27FC236}">
                <a16:creationId xmlns:a16="http://schemas.microsoft.com/office/drawing/2014/main" id="{47FD7CEA-810E-45BA-B8E7-39E655CF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7415" y="5597526"/>
            <a:ext cx="225755" cy="267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#4</a:t>
            </a:r>
          </a:p>
        </p:txBody>
      </p:sp>
      <p:sp>
        <p:nvSpPr>
          <p:cNvPr id="286" name="path-293">
            <a:extLst xmlns:a="http://schemas.openxmlformats.org/drawingml/2006/main">
              <a:ext uri="{FF2B5EF4-FFF2-40B4-BE49-F238E27FC236}">
                <a16:creationId xmlns:a16="http://schemas.microsoft.com/office/drawing/2014/main" id="{24ED865F-DB1D-4361-AB12-6D5D4BED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724" y="6339389"/>
            <a:ext cx="2054642" cy="297765"/>
          </a:xfrm>
          <a:custGeom xmlns:a="http://schemas.openxmlformats.org/drawingml/2006/main">
            <a:pathLst>
              <a:path w="2054642" h="297765">
                <a:moveTo>
                  <a:pt x="0" y="21879"/>
                </a:moveTo>
                <a:cubicBezTo>
                  <a:pt x="0" y="882"/>
                  <a:pt x="7934" y="0"/>
                  <a:pt x="196837" y="0"/>
                </a:cubicBezTo>
                <a:lnTo>
                  <a:pt x="1837697" y="233"/>
                </a:lnTo>
                <a:cubicBezTo>
                  <a:pt x="2026600" y="233"/>
                  <a:pt x="2054115" y="0"/>
                  <a:pt x="2054115" y="21002"/>
                </a:cubicBezTo>
                <a:lnTo>
                  <a:pt x="2054642" y="276468"/>
                </a:lnTo>
                <a:cubicBezTo>
                  <a:pt x="2054642" y="297471"/>
                  <a:pt x="2051996" y="297765"/>
                  <a:pt x="1863092" y="297765"/>
                </a:cubicBezTo>
                <a:lnTo>
                  <a:pt x="196837" y="296650"/>
                </a:lnTo>
                <a:cubicBezTo>
                  <a:pt x="7934" y="296650"/>
                  <a:pt x="527" y="295823"/>
                  <a:pt x="527" y="274826"/>
                </a:cubicBezTo>
                <a:lnTo>
                  <a:pt x="0" y="2187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94">
            <a:extLst xmlns:a="http://schemas.openxmlformats.org/drawingml/2006/main">
              <a:ext uri="{FF2B5EF4-FFF2-40B4-BE49-F238E27FC236}">
                <a16:creationId xmlns:a16="http://schemas.microsoft.com/office/drawing/2014/main" id="{C7942613-9C87-4A58-95C0-23EA5E25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768" y="6329432"/>
            <a:ext cx="2074556" cy="317678"/>
          </a:xfrm>
          <a:custGeom xmlns:a="http://schemas.openxmlformats.org/drawingml/2006/main">
            <a:pathLst>
              <a:path w="2074556" h="317678">
                <a:moveTo>
                  <a:pt x="31" y="29556"/>
                </a:moveTo>
                <a:lnTo>
                  <a:pt x="172" y="27203"/>
                </a:lnTo>
                <a:lnTo>
                  <a:pt x="496" y="24703"/>
                </a:lnTo>
                <a:lnTo>
                  <a:pt x="1091" y="22069"/>
                </a:lnTo>
                <a:lnTo>
                  <a:pt x="2077" y="19330"/>
                </a:lnTo>
                <a:lnTo>
                  <a:pt x="3535" y="16616"/>
                </a:lnTo>
                <a:lnTo>
                  <a:pt x="5465" y="14085"/>
                </a:lnTo>
                <a:lnTo>
                  <a:pt x="7800" y="11861"/>
                </a:lnTo>
                <a:lnTo>
                  <a:pt x="10428" y="9993"/>
                </a:lnTo>
                <a:lnTo>
                  <a:pt x="13289" y="8449"/>
                </a:lnTo>
                <a:lnTo>
                  <a:pt x="16365" y="7180"/>
                </a:lnTo>
                <a:lnTo>
                  <a:pt x="19686" y="6108"/>
                </a:lnTo>
                <a:lnTo>
                  <a:pt x="23301" y="5201"/>
                </a:lnTo>
                <a:lnTo>
                  <a:pt x="27259" y="4411"/>
                </a:lnTo>
                <a:lnTo>
                  <a:pt x="31621" y="3725"/>
                </a:lnTo>
                <a:lnTo>
                  <a:pt x="36430" y="3124"/>
                </a:lnTo>
                <a:lnTo>
                  <a:pt x="41736" y="2604"/>
                </a:lnTo>
                <a:lnTo>
                  <a:pt x="47588" y="2144"/>
                </a:lnTo>
                <a:lnTo>
                  <a:pt x="54015" y="1740"/>
                </a:lnTo>
                <a:lnTo>
                  <a:pt x="61067" y="1396"/>
                </a:lnTo>
                <a:lnTo>
                  <a:pt x="68774" y="1096"/>
                </a:lnTo>
                <a:lnTo>
                  <a:pt x="77186" y="845"/>
                </a:lnTo>
                <a:lnTo>
                  <a:pt x="96192" y="466"/>
                </a:lnTo>
                <a:lnTo>
                  <a:pt x="118401" y="220"/>
                </a:lnTo>
                <a:lnTo>
                  <a:pt x="144067" y="80"/>
                </a:lnTo>
                <a:lnTo>
                  <a:pt x="206788" y="0"/>
                </a:lnTo>
                <a:lnTo>
                  <a:pt x="1847654" y="233"/>
                </a:lnTo>
                <a:lnTo>
                  <a:pt x="1911208" y="263"/>
                </a:lnTo>
                <a:lnTo>
                  <a:pt x="1937822" y="349"/>
                </a:lnTo>
                <a:lnTo>
                  <a:pt x="1961270" y="527"/>
                </a:lnTo>
                <a:lnTo>
                  <a:pt x="1981734" y="821"/>
                </a:lnTo>
                <a:lnTo>
                  <a:pt x="1990942" y="1029"/>
                </a:lnTo>
                <a:lnTo>
                  <a:pt x="1999470" y="1274"/>
                </a:lnTo>
                <a:lnTo>
                  <a:pt x="2007368" y="1569"/>
                </a:lnTo>
                <a:lnTo>
                  <a:pt x="2014660" y="1912"/>
                </a:lnTo>
                <a:lnTo>
                  <a:pt x="2021373" y="2316"/>
                </a:lnTo>
                <a:lnTo>
                  <a:pt x="2027538" y="2775"/>
                </a:lnTo>
                <a:lnTo>
                  <a:pt x="2033193" y="3309"/>
                </a:lnTo>
                <a:lnTo>
                  <a:pt x="2038364" y="3915"/>
                </a:lnTo>
                <a:lnTo>
                  <a:pt x="2043094" y="4614"/>
                </a:lnTo>
                <a:lnTo>
                  <a:pt x="2047413" y="5404"/>
                </a:lnTo>
                <a:lnTo>
                  <a:pt x="2051378" y="6311"/>
                </a:lnTo>
                <a:lnTo>
                  <a:pt x="2055018" y="7364"/>
                </a:lnTo>
                <a:lnTo>
                  <a:pt x="2058380" y="8595"/>
                </a:lnTo>
                <a:lnTo>
                  <a:pt x="2061510" y="10054"/>
                </a:lnTo>
                <a:lnTo>
                  <a:pt x="2064409" y="11800"/>
                </a:lnTo>
                <a:lnTo>
                  <a:pt x="2067049" y="13901"/>
                </a:lnTo>
                <a:lnTo>
                  <a:pt x="2069360" y="16365"/>
                </a:lnTo>
                <a:lnTo>
                  <a:pt x="2071228" y="19147"/>
                </a:lnTo>
                <a:lnTo>
                  <a:pt x="2072596" y="22118"/>
                </a:lnTo>
                <a:lnTo>
                  <a:pt x="2073465" y="25132"/>
                </a:lnTo>
                <a:lnTo>
                  <a:pt x="2073906" y="28079"/>
                </a:lnTo>
                <a:lnTo>
                  <a:pt x="2074022" y="30726"/>
                </a:lnTo>
                <a:lnTo>
                  <a:pt x="2074556" y="286516"/>
                </a:lnTo>
                <a:lnTo>
                  <a:pt x="2074470" y="290658"/>
                </a:lnTo>
                <a:lnTo>
                  <a:pt x="2074261" y="293054"/>
                </a:lnTo>
                <a:lnTo>
                  <a:pt x="2073844" y="295547"/>
                </a:lnTo>
                <a:lnTo>
                  <a:pt x="2073103" y="298194"/>
                </a:lnTo>
                <a:lnTo>
                  <a:pt x="2071908" y="300914"/>
                </a:lnTo>
                <a:lnTo>
                  <a:pt x="2070212" y="303549"/>
                </a:lnTo>
                <a:lnTo>
                  <a:pt x="2068054" y="305914"/>
                </a:lnTo>
                <a:lnTo>
                  <a:pt x="2065550" y="307906"/>
                </a:lnTo>
                <a:lnTo>
                  <a:pt x="2062799" y="309529"/>
                </a:lnTo>
                <a:lnTo>
                  <a:pt x="2059850" y="310846"/>
                </a:lnTo>
                <a:lnTo>
                  <a:pt x="2056683" y="311930"/>
                </a:lnTo>
                <a:lnTo>
                  <a:pt x="2053253" y="312837"/>
                </a:lnTo>
                <a:lnTo>
                  <a:pt x="2049490" y="313604"/>
                </a:lnTo>
                <a:lnTo>
                  <a:pt x="2045355" y="314271"/>
                </a:lnTo>
                <a:lnTo>
                  <a:pt x="2040772" y="314847"/>
                </a:lnTo>
                <a:lnTo>
                  <a:pt x="2035698" y="315344"/>
                </a:lnTo>
                <a:lnTo>
                  <a:pt x="2030094" y="315778"/>
                </a:lnTo>
                <a:lnTo>
                  <a:pt x="2023899" y="316152"/>
                </a:lnTo>
                <a:lnTo>
                  <a:pt x="2017085" y="316470"/>
                </a:lnTo>
                <a:lnTo>
                  <a:pt x="2009604" y="316740"/>
                </a:lnTo>
                <a:lnTo>
                  <a:pt x="2001413" y="316967"/>
                </a:lnTo>
                <a:lnTo>
                  <a:pt x="1982812" y="317304"/>
                </a:lnTo>
                <a:lnTo>
                  <a:pt x="1960944" y="317512"/>
                </a:lnTo>
                <a:lnTo>
                  <a:pt x="1935543" y="317622"/>
                </a:lnTo>
                <a:lnTo>
                  <a:pt x="1873048" y="317678"/>
                </a:lnTo>
                <a:lnTo>
                  <a:pt x="206788" y="316563"/>
                </a:lnTo>
                <a:lnTo>
                  <a:pt x="144092" y="316483"/>
                </a:lnTo>
                <a:lnTo>
                  <a:pt x="118451" y="316342"/>
                </a:lnTo>
                <a:lnTo>
                  <a:pt x="96278" y="316103"/>
                </a:lnTo>
                <a:lnTo>
                  <a:pt x="77315" y="315723"/>
                </a:lnTo>
                <a:lnTo>
                  <a:pt x="68921" y="315478"/>
                </a:lnTo>
                <a:lnTo>
                  <a:pt x="61238" y="315184"/>
                </a:lnTo>
                <a:lnTo>
                  <a:pt x="54211" y="314841"/>
                </a:lnTo>
                <a:lnTo>
                  <a:pt x="47802" y="314442"/>
                </a:lnTo>
                <a:lnTo>
                  <a:pt x="41981" y="313983"/>
                </a:lnTo>
                <a:lnTo>
                  <a:pt x="36694" y="313462"/>
                </a:lnTo>
                <a:lnTo>
                  <a:pt x="31909" y="312862"/>
                </a:lnTo>
                <a:lnTo>
                  <a:pt x="27572" y="312182"/>
                </a:lnTo>
                <a:lnTo>
                  <a:pt x="23632" y="311397"/>
                </a:lnTo>
                <a:lnTo>
                  <a:pt x="20035" y="310485"/>
                </a:lnTo>
                <a:lnTo>
                  <a:pt x="16727" y="309418"/>
                </a:lnTo>
                <a:lnTo>
                  <a:pt x="13663" y="308138"/>
                </a:lnTo>
                <a:lnTo>
                  <a:pt x="10820" y="306594"/>
                </a:lnTo>
                <a:lnTo>
                  <a:pt x="8198" y="304713"/>
                </a:lnTo>
                <a:lnTo>
                  <a:pt x="5882" y="302477"/>
                </a:lnTo>
                <a:lnTo>
                  <a:pt x="3977" y="299934"/>
                </a:lnTo>
                <a:lnTo>
                  <a:pt x="2543" y="297214"/>
                </a:lnTo>
                <a:lnTo>
                  <a:pt x="1581" y="294487"/>
                </a:lnTo>
                <a:lnTo>
                  <a:pt x="999" y="291865"/>
                </a:lnTo>
                <a:lnTo>
                  <a:pt x="692" y="289384"/>
                </a:lnTo>
                <a:lnTo>
                  <a:pt x="558" y="287044"/>
                </a:lnTo>
                <a:lnTo>
                  <a:pt x="527" y="284862"/>
                </a:lnTo>
                <a:lnTo>
                  <a:pt x="0" y="31774"/>
                </a:lnTo>
                <a:lnTo>
                  <a:pt x="31" y="29556"/>
                </a:lnTo>
                <a:moveTo>
                  <a:pt x="19913" y="31988"/>
                </a:moveTo>
                <a:lnTo>
                  <a:pt x="19913" y="31817"/>
                </a:lnTo>
                <a:lnTo>
                  <a:pt x="20439" y="284758"/>
                </a:lnTo>
                <a:lnTo>
                  <a:pt x="20439" y="284641"/>
                </a:lnTo>
                <a:lnTo>
                  <a:pt x="20470" y="286547"/>
                </a:lnTo>
                <a:lnTo>
                  <a:pt x="20452" y="286124"/>
                </a:lnTo>
                <a:lnTo>
                  <a:pt x="20556" y="287920"/>
                </a:lnTo>
                <a:lnTo>
                  <a:pt x="20494" y="287257"/>
                </a:lnTo>
                <a:lnTo>
                  <a:pt x="20703" y="288943"/>
                </a:lnTo>
                <a:lnTo>
                  <a:pt x="20544" y="288023"/>
                </a:lnTo>
                <a:lnTo>
                  <a:pt x="20893" y="289598"/>
                </a:lnTo>
                <a:lnTo>
                  <a:pt x="20562" y="288434"/>
                </a:lnTo>
                <a:lnTo>
                  <a:pt x="21082" y="289911"/>
                </a:lnTo>
                <a:lnTo>
                  <a:pt x="20500" y="288581"/>
                </a:lnTo>
                <a:lnTo>
                  <a:pt x="21224" y="289953"/>
                </a:lnTo>
                <a:lnTo>
                  <a:pt x="20378" y="288618"/>
                </a:lnTo>
                <a:lnTo>
                  <a:pt x="21334" y="289892"/>
                </a:lnTo>
                <a:lnTo>
                  <a:pt x="20286" y="288710"/>
                </a:lnTo>
                <a:lnTo>
                  <a:pt x="21511" y="289886"/>
                </a:lnTo>
                <a:lnTo>
                  <a:pt x="20396" y="288961"/>
                </a:lnTo>
                <a:lnTo>
                  <a:pt x="21922" y="290051"/>
                </a:lnTo>
                <a:lnTo>
                  <a:pt x="20868" y="289390"/>
                </a:lnTo>
                <a:lnTo>
                  <a:pt x="22718" y="290394"/>
                </a:lnTo>
                <a:lnTo>
                  <a:pt x="21800" y="289960"/>
                </a:lnTo>
                <a:lnTo>
                  <a:pt x="24011" y="290879"/>
                </a:lnTo>
                <a:lnTo>
                  <a:pt x="23245" y="290597"/>
                </a:lnTo>
                <a:lnTo>
                  <a:pt x="25855" y="291443"/>
                </a:lnTo>
                <a:lnTo>
                  <a:pt x="25231" y="291265"/>
                </a:lnTo>
                <a:lnTo>
                  <a:pt x="28269" y="292030"/>
                </a:lnTo>
                <a:lnTo>
                  <a:pt x="27773" y="291921"/>
                </a:lnTo>
                <a:lnTo>
                  <a:pt x="31266" y="292612"/>
                </a:lnTo>
                <a:lnTo>
                  <a:pt x="30867" y="292546"/>
                </a:lnTo>
                <a:lnTo>
                  <a:pt x="34850" y="293170"/>
                </a:lnTo>
                <a:lnTo>
                  <a:pt x="34532" y="293127"/>
                </a:lnTo>
                <a:lnTo>
                  <a:pt x="39035" y="293684"/>
                </a:lnTo>
                <a:lnTo>
                  <a:pt x="38783" y="293661"/>
                </a:lnTo>
                <a:lnTo>
                  <a:pt x="43838" y="294156"/>
                </a:lnTo>
                <a:lnTo>
                  <a:pt x="43636" y="294144"/>
                </a:lnTo>
                <a:lnTo>
                  <a:pt x="49278" y="294586"/>
                </a:lnTo>
                <a:lnTo>
                  <a:pt x="49119" y="294573"/>
                </a:lnTo>
                <a:lnTo>
                  <a:pt x="55375" y="294959"/>
                </a:lnTo>
                <a:lnTo>
                  <a:pt x="55246" y="294953"/>
                </a:lnTo>
                <a:lnTo>
                  <a:pt x="62151" y="295290"/>
                </a:lnTo>
                <a:lnTo>
                  <a:pt x="62047" y="295284"/>
                </a:lnTo>
                <a:lnTo>
                  <a:pt x="69638" y="295578"/>
                </a:lnTo>
                <a:lnTo>
                  <a:pt x="69553" y="295572"/>
                </a:lnTo>
                <a:lnTo>
                  <a:pt x="77855" y="295817"/>
                </a:lnTo>
                <a:lnTo>
                  <a:pt x="77756" y="295817"/>
                </a:lnTo>
                <a:lnTo>
                  <a:pt x="96627" y="296191"/>
                </a:lnTo>
                <a:lnTo>
                  <a:pt x="96535" y="296191"/>
                </a:lnTo>
                <a:lnTo>
                  <a:pt x="118640" y="296436"/>
                </a:lnTo>
                <a:lnTo>
                  <a:pt x="118586" y="296436"/>
                </a:lnTo>
                <a:lnTo>
                  <a:pt x="144177" y="296570"/>
                </a:lnTo>
                <a:lnTo>
                  <a:pt x="144134" y="296570"/>
                </a:lnTo>
                <a:lnTo>
                  <a:pt x="206806" y="296650"/>
                </a:lnTo>
                <a:lnTo>
                  <a:pt x="206800" y="296650"/>
                </a:lnTo>
                <a:lnTo>
                  <a:pt x="1873055" y="297765"/>
                </a:lnTo>
                <a:lnTo>
                  <a:pt x="1873043" y="297765"/>
                </a:lnTo>
                <a:lnTo>
                  <a:pt x="1935506" y="297710"/>
                </a:lnTo>
                <a:lnTo>
                  <a:pt x="1935476" y="297710"/>
                </a:lnTo>
                <a:lnTo>
                  <a:pt x="1960828" y="297600"/>
                </a:lnTo>
                <a:lnTo>
                  <a:pt x="1960779" y="297600"/>
                </a:lnTo>
                <a:lnTo>
                  <a:pt x="1982579" y="297392"/>
                </a:lnTo>
                <a:lnTo>
                  <a:pt x="1982493" y="297392"/>
                </a:lnTo>
                <a:lnTo>
                  <a:pt x="2001002" y="297061"/>
                </a:lnTo>
                <a:lnTo>
                  <a:pt x="2000905" y="297061"/>
                </a:lnTo>
                <a:lnTo>
                  <a:pt x="2009010" y="296834"/>
                </a:lnTo>
                <a:lnTo>
                  <a:pt x="2008930" y="296840"/>
                </a:lnTo>
                <a:lnTo>
                  <a:pt x="2016313" y="296570"/>
                </a:lnTo>
                <a:lnTo>
                  <a:pt x="2016203" y="296577"/>
                </a:lnTo>
                <a:lnTo>
                  <a:pt x="2022900" y="296264"/>
                </a:lnTo>
                <a:lnTo>
                  <a:pt x="2022771" y="296270"/>
                </a:lnTo>
                <a:lnTo>
                  <a:pt x="2028812" y="295903"/>
                </a:lnTo>
                <a:lnTo>
                  <a:pt x="2028640" y="295915"/>
                </a:lnTo>
                <a:lnTo>
                  <a:pt x="2034063" y="295498"/>
                </a:lnTo>
                <a:lnTo>
                  <a:pt x="2033855" y="295517"/>
                </a:lnTo>
                <a:lnTo>
                  <a:pt x="2038688" y="295039"/>
                </a:lnTo>
                <a:lnTo>
                  <a:pt x="2038426" y="295069"/>
                </a:lnTo>
                <a:lnTo>
                  <a:pt x="2042702" y="294530"/>
                </a:lnTo>
                <a:lnTo>
                  <a:pt x="2042371" y="294579"/>
                </a:lnTo>
                <a:lnTo>
                  <a:pt x="2046126" y="293979"/>
                </a:lnTo>
                <a:lnTo>
                  <a:pt x="2045704" y="294059"/>
                </a:lnTo>
                <a:lnTo>
                  <a:pt x="2048976" y="293384"/>
                </a:lnTo>
                <a:lnTo>
                  <a:pt x="2048437" y="293513"/>
                </a:lnTo>
                <a:lnTo>
                  <a:pt x="2051261" y="292766"/>
                </a:lnTo>
                <a:lnTo>
                  <a:pt x="2050581" y="292974"/>
                </a:lnTo>
                <a:lnTo>
                  <a:pt x="2052983" y="292153"/>
                </a:lnTo>
                <a:lnTo>
                  <a:pt x="2052143" y="292484"/>
                </a:lnTo>
                <a:lnTo>
                  <a:pt x="2054160" y="291583"/>
                </a:lnTo>
                <a:lnTo>
                  <a:pt x="2053154" y="292104"/>
                </a:lnTo>
                <a:lnTo>
                  <a:pt x="2054821" y="291118"/>
                </a:lnTo>
                <a:lnTo>
                  <a:pt x="2053687" y="291896"/>
                </a:lnTo>
                <a:lnTo>
                  <a:pt x="2055035" y="290824"/>
                </a:lnTo>
                <a:lnTo>
                  <a:pt x="2053883" y="291902"/>
                </a:lnTo>
                <a:lnTo>
                  <a:pt x="2054943" y="290738"/>
                </a:lnTo>
                <a:lnTo>
                  <a:pt x="2053932" y="292055"/>
                </a:lnTo>
                <a:lnTo>
                  <a:pt x="2054741" y="290793"/>
                </a:lnTo>
                <a:lnTo>
                  <a:pt x="2053994" y="292196"/>
                </a:lnTo>
                <a:lnTo>
                  <a:pt x="2054587" y="290836"/>
                </a:lnTo>
                <a:lnTo>
                  <a:pt x="2054122" y="292134"/>
                </a:lnTo>
                <a:lnTo>
                  <a:pt x="2054533" y="290670"/>
                </a:lnTo>
                <a:lnTo>
                  <a:pt x="2054294" y="291730"/>
                </a:lnTo>
                <a:lnTo>
                  <a:pt x="2054557" y="290168"/>
                </a:lnTo>
                <a:lnTo>
                  <a:pt x="2054459" y="290946"/>
                </a:lnTo>
                <a:lnTo>
                  <a:pt x="2054606" y="289267"/>
                </a:lnTo>
                <a:lnTo>
                  <a:pt x="2054570" y="289922"/>
                </a:lnTo>
                <a:lnTo>
                  <a:pt x="2054643" y="286223"/>
                </a:lnTo>
                <a:lnTo>
                  <a:pt x="2054643" y="286449"/>
                </a:lnTo>
                <a:lnTo>
                  <a:pt x="2054115" y="30977"/>
                </a:lnTo>
                <a:lnTo>
                  <a:pt x="2054122" y="31400"/>
                </a:lnTo>
                <a:lnTo>
                  <a:pt x="2054036" y="29488"/>
                </a:lnTo>
                <a:lnTo>
                  <a:pt x="2054141" y="30536"/>
                </a:lnTo>
                <a:lnTo>
                  <a:pt x="2053871" y="28753"/>
                </a:lnTo>
                <a:lnTo>
                  <a:pt x="2054146" y="30016"/>
                </a:lnTo>
                <a:lnTo>
                  <a:pt x="2053669" y="28342"/>
                </a:lnTo>
                <a:lnTo>
                  <a:pt x="2054190" y="29746"/>
                </a:lnTo>
                <a:lnTo>
                  <a:pt x="2053472" y="28190"/>
                </a:lnTo>
                <a:lnTo>
                  <a:pt x="2054257" y="29592"/>
                </a:lnTo>
                <a:lnTo>
                  <a:pt x="2053283" y="28140"/>
                </a:lnTo>
                <a:lnTo>
                  <a:pt x="2054276" y="29391"/>
                </a:lnTo>
                <a:lnTo>
                  <a:pt x="2053020" y="28049"/>
                </a:lnTo>
                <a:lnTo>
                  <a:pt x="2054098" y="29041"/>
                </a:lnTo>
                <a:lnTo>
                  <a:pt x="2052529" y="27798"/>
                </a:lnTo>
                <a:lnTo>
                  <a:pt x="2053577" y="28520"/>
                </a:lnTo>
                <a:lnTo>
                  <a:pt x="2051678" y="27374"/>
                </a:lnTo>
                <a:lnTo>
                  <a:pt x="2052608" y="27871"/>
                </a:lnTo>
                <a:lnTo>
                  <a:pt x="2050355" y="26823"/>
                </a:lnTo>
                <a:lnTo>
                  <a:pt x="2051143" y="27148"/>
                </a:lnTo>
                <a:lnTo>
                  <a:pt x="2048504" y="26186"/>
                </a:lnTo>
                <a:lnTo>
                  <a:pt x="2049160" y="26400"/>
                </a:lnTo>
                <a:lnTo>
                  <a:pt x="2046115" y="25518"/>
                </a:lnTo>
                <a:lnTo>
                  <a:pt x="2046647" y="25659"/>
                </a:lnTo>
                <a:lnTo>
                  <a:pt x="2043174" y="24862"/>
                </a:lnTo>
                <a:lnTo>
                  <a:pt x="2043609" y="24948"/>
                </a:lnTo>
                <a:lnTo>
                  <a:pt x="2039674" y="24232"/>
                </a:lnTo>
                <a:lnTo>
                  <a:pt x="2040024" y="24287"/>
                </a:lnTo>
                <a:lnTo>
                  <a:pt x="2035613" y="23637"/>
                </a:lnTo>
                <a:lnTo>
                  <a:pt x="2035894" y="23674"/>
                </a:lnTo>
                <a:lnTo>
                  <a:pt x="2030981" y="23098"/>
                </a:lnTo>
                <a:lnTo>
                  <a:pt x="2031214" y="23122"/>
                </a:lnTo>
                <a:lnTo>
                  <a:pt x="2025767" y="22608"/>
                </a:lnTo>
                <a:lnTo>
                  <a:pt x="2025951" y="22627"/>
                </a:lnTo>
                <a:lnTo>
                  <a:pt x="2019952" y="22173"/>
                </a:lnTo>
                <a:lnTo>
                  <a:pt x="2020106" y="22185"/>
                </a:lnTo>
                <a:lnTo>
                  <a:pt x="2013532" y="21793"/>
                </a:lnTo>
                <a:lnTo>
                  <a:pt x="2013655" y="21799"/>
                </a:lnTo>
                <a:lnTo>
                  <a:pt x="2006474" y="21456"/>
                </a:lnTo>
                <a:lnTo>
                  <a:pt x="2006579" y="21462"/>
                </a:lnTo>
                <a:lnTo>
                  <a:pt x="1998772" y="21174"/>
                </a:lnTo>
                <a:lnTo>
                  <a:pt x="1998851" y="21174"/>
                </a:lnTo>
                <a:lnTo>
                  <a:pt x="1990397" y="20929"/>
                </a:lnTo>
                <a:lnTo>
                  <a:pt x="1990463" y="20935"/>
                </a:lnTo>
                <a:lnTo>
                  <a:pt x="1981329" y="20733"/>
                </a:lnTo>
                <a:lnTo>
                  <a:pt x="1981408" y="20733"/>
                </a:lnTo>
                <a:lnTo>
                  <a:pt x="1961019" y="20439"/>
                </a:lnTo>
                <a:lnTo>
                  <a:pt x="1961086" y="20439"/>
                </a:lnTo>
                <a:lnTo>
                  <a:pt x="1937693" y="20261"/>
                </a:lnTo>
                <a:lnTo>
                  <a:pt x="1937736" y="20261"/>
                </a:lnTo>
                <a:lnTo>
                  <a:pt x="1911152" y="20176"/>
                </a:lnTo>
                <a:lnTo>
                  <a:pt x="1911182" y="20176"/>
                </a:lnTo>
                <a:lnTo>
                  <a:pt x="1847647" y="20145"/>
                </a:lnTo>
                <a:lnTo>
                  <a:pt x="1847654" y="20145"/>
                </a:lnTo>
                <a:lnTo>
                  <a:pt x="206794" y="19912"/>
                </a:lnTo>
                <a:lnTo>
                  <a:pt x="206806" y="19912"/>
                </a:lnTo>
                <a:lnTo>
                  <a:pt x="144116" y="19992"/>
                </a:lnTo>
                <a:lnTo>
                  <a:pt x="144159" y="19992"/>
                </a:lnTo>
                <a:lnTo>
                  <a:pt x="118537" y="20132"/>
                </a:lnTo>
                <a:lnTo>
                  <a:pt x="118592" y="20132"/>
                </a:lnTo>
                <a:lnTo>
                  <a:pt x="96456" y="20378"/>
                </a:lnTo>
                <a:lnTo>
                  <a:pt x="96548" y="20378"/>
                </a:lnTo>
                <a:lnTo>
                  <a:pt x="77634" y="20758"/>
                </a:lnTo>
                <a:lnTo>
                  <a:pt x="77731" y="20752"/>
                </a:lnTo>
                <a:lnTo>
                  <a:pt x="69411" y="21003"/>
                </a:lnTo>
                <a:lnTo>
                  <a:pt x="69497" y="20997"/>
                </a:lnTo>
                <a:lnTo>
                  <a:pt x="61881" y="21291"/>
                </a:lnTo>
                <a:lnTo>
                  <a:pt x="61986" y="21285"/>
                </a:lnTo>
                <a:lnTo>
                  <a:pt x="55056" y="21628"/>
                </a:lnTo>
                <a:lnTo>
                  <a:pt x="55185" y="21621"/>
                </a:lnTo>
                <a:lnTo>
                  <a:pt x="48905" y="22007"/>
                </a:lnTo>
                <a:lnTo>
                  <a:pt x="49064" y="22002"/>
                </a:lnTo>
                <a:lnTo>
                  <a:pt x="43396" y="22442"/>
                </a:lnTo>
                <a:lnTo>
                  <a:pt x="43599" y="22424"/>
                </a:lnTo>
                <a:lnTo>
                  <a:pt x="38520" y="22933"/>
                </a:lnTo>
                <a:lnTo>
                  <a:pt x="38771" y="22902"/>
                </a:lnTo>
                <a:lnTo>
                  <a:pt x="34243" y="23465"/>
                </a:lnTo>
                <a:lnTo>
                  <a:pt x="34555" y="23423"/>
                </a:lnTo>
                <a:lnTo>
                  <a:pt x="30549" y="24054"/>
                </a:lnTo>
                <a:lnTo>
                  <a:pt x="30941" y="23981"/>
                </a:lnTo>
                <a:lnTo>
                  <a:pt x="27424" y="24679"/>
                </a:lnTo>
                <a:lnTo>
                  <a:pt x="27920" y="24568"/>
                </a:lnTo>
                <a:lnTo>
                  <a:pt x="24863" y="25340"/>
                </a:lnTo>
                <a:lnTo>
                  <a:pt x="25475" y="25163"/>
                </a:lnTo>
                <a:lnTo>
                  <a:pt x="22847" y="26008"/>
                </a:lnTo>
                <a:lnTo>
                  <a:pt x="23607" y="25733"/>
                </a:lnTo>
                <a:lnTo>
                  <a:pt x="21371" y="26658"/>
                </a:lnTo>
                <a:lnTo>
                  <a:pt x="22278" y="26223"/>
                </a:lnTo>
                <a:lnTo>
                  <a:pt x="20409" y="27234"/>
                </a:lnTo>
                <a:lnTo>
                  <a:pt x="21450" y="26584"/>
                </a:lnTo>
                <a:lnTo>
                  <a:pt x="19913" y="27675"/>
                </a:lnTo>
                <a:lnTo>
                  <a:pt x="21021" y="26762"/>
                </a:lnTo>
                <a:lnTo>
                  <a:pt x="19778" y="27951"/>
                </a:lnTo>
                <a:lnTo>
                  <a:pt x="20825" y="26775"/>
                </a:lnTo>
                <a:lnTo>
                  <a:pt x="19851" y="28055"/>
                </a:lnTo>
                <a:lnTo>
                  <a:pt x="20709" y="26725"/>
                </a:lnTo>
                <a:lnTo>
                  <a:pt x="19973" y="28098"/>
                </a:lnTo>
                <a:lnTo>
                  <a:pt x="20562" y="26768"/>
                </a:lnTo>
                <a:lnTo>
                  <a:pt x="20035" y="28245"/>
                </a:lnTo>
                <a:lnTo>
                  <a:pt x="20378" y="27075"/>
                </a:lnTo>
                <a:lnTo>
                  <a:pt x="20016" y="28649"/>
                </a:lnTo>
                <a:lnTo>
                  <a:pt x="20182" y="27718"/>
                </a:lnTo>
                <a:lnTo>
                  <a:pt x="19967" y="29402"/>
                </a:lnTo>
                <a:lnTo>
                  <a:pt x="20029" y="28723"/>
                </a:lnTo>
                <a:lnTo>
                  <a:pt x="19924" y="30517"/>
                </a:lnTo>
                <a:lnTo>
                  <a:pt x="19937" y="30077"/>
                </a:lnTo>
                <a:lnTo>
                  <a:pt x="19913" y="31988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4D Coordinate Encoder">
            <a:extLst xmlns:a="http://schemas.openxmlformats.org/drawingml/2006/main">
              <a:ext uri="{FF2B5EF4-FFF2-40B4-BE49-F238E27FC236}">
                <a16:creationId xmlns:a16="http://schemas.microsoft.com/office/drawing/2014/main" id="{065E38C1-2A9D-4FA4-A6B0-1DA18D33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5879" y="6374010"/>
            <a:ext cx="2029984" cy="279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 Coordinate Encoder</a:t>
            </a:r>
          </a:p>
        </p:txBody>
      </p:sp>
      <p:sp>
        <p:nvSpPr>
          <p:cNvPr id="289" name="path-296">
            <a:extLst xmlns:a="http://schemas.openxmlformats.org/drawingml/2006/main">
              <a:ext uri="{FF2B5EF4-FFF2-40B4-BE49-F238E27FC236}">
                <a16:creationId xmlns:a16="http://schemas.microsoft.com/office/drawing/2014/main" id="{5E142EFA-312A-4263-998E-531D4476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352" y="6665644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700" y="38115"/>
                </a:lnTo>
                <a:lnTo>
                  <a:pt x="109310" y="130018"/>
                </a:lnTo>
                <a:lnTo>
                  <a:pt x="110480" y="131752"/>
                </a:lnTo>
                <a:lnTo>
                  <a:pt x="111877" y="133302"/>
                </a:lnTo>
                <a:lnTo>
                  <a:pt x="113476" y="134650"/>
                </a:lnTo>
                <a:lnTo>
                  <a:pt x="115240" y="135771"/>
                </a:lnTo>
                <a:lnTo>
                  <a:pt x="117146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4" y="137597"/>
                </a:lnTo>
                <a:lnTo>
                  <a:pt x="125380" y="137351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40" y="134974"/>
                </a:lnTo>
                <a:lnTo>
                  <a:pt x="132787" y="133688"/>
                </a:lnTo>
                <a:lnTo>
                  <a:pt x="134239" y="132181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05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4" y="120490"/>
                </a:lnTo>
                <a:lnTo>
                  <a:pt x="137358" y="118438"/>
                </a:lnTo>
                <a:lnTo>
                  <a:pt x="136696" y="116459"/>
                </a:lnTo>
                <a:lnTo>
                  <a:pt x="135766" y="114584"/>
                </a:lnTo>
                <a:lnTo>
                  <a:pt x="68927" y="0"/>
                </a:lnTo>
                <a:lnTo>
                  <a:pt x="2089" y="114584"/>
                </a:lnTo>
                <a:lnTo>
                  <a:pt x="1158" y="116459"/>
                </a:lnTo>
                <a:lnTo>
                  <a:pt x="496" y="118438"/>
                </a:lnTo>
                <a:lnTo>
                  <a:pt x="104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5" y="128658"/>
                </a:lnTo>
                <a:lnTo>
                  <a:pt x="2377" y="130496"/>
                </a:lnTo>
                <a:lnTo>
                  <a:pt x="3615" y="132181"/>
                </a:lnTo>
                <a:lnTo>
                  <a:pt x="5067" y="133688"/>
                </a:lnTo>
                <a:lnTo>
                  <a:pt x="6715" y="134974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5" y="137351"/>
                </a:lnTo>
                <a:lnTo>
                  <a:pt x="14551" y="137597"/>
                </a:lnTo>
                <a:lnTo>
                  <a:pt x="16641" y="137560"/>
                </a:lnTo>
                <a:lnTo>
                  <a:pt x="18705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401"/>
                </a:lnTo>
                <a:lnTo>
                  <a:pt x="53610" y="30401"/>
                </a:lnTo>
                <a:lnTo>
                  <a:pt x="53610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97">
            <a:extLst xmlns:a="http://schemas.openxmlformats.org/drawingml/2006/main">
              <a:ext uri="{FF2B5EF4-FFF2-40B4-BE49-F238E27FC236}">
                <a16:creationId xmlns:a16="http://schemas.microsoft.com/office/drawing/2014/main" id="{8F5B6EBB-DCA3-467D-9464-7FFE171E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792" y="6113613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700" y="38115"/>
                </a:lnTo>
                <a:lnTo>
                  <a:pt x="109309" y="130018"/>
                </a:lnTo>
                <a:lnTo>
                  <a:pt x="110479" y="131752"/>
                </a:lnTo>
                <a:lnTo>
                  <a:pt x="111876" y="133302"/>
                </a:lnTo>
                <a:lnTo>
                  <a:pt x="113476" y="134650"/>
                </a:lnTo>
                <a:lnTo>
                  <a:pt x="115240" y="135771"/>
                </a:lnTo>
                <a:lnTo>
                  <a:pt x="117146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5"/>
                </a:lnTo>
                <a:lnTo>
                  <a:pt x="132787" y="133688"/>
                </a:lnTo>
                <a:lnTo>
                  <a:pt x="134239" y="132187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05" y="126703"/>
                </a:lnTo>
                <a:lnTo>
                  <a:pt x="137670" y="124663"/>
                </a:lnTo>
                <a:lnTo>
                  <a:pt x="137854" y="122580"/>
                </a:lnTo>
                <a:lnTo>
                  <a:pt x="137750" y="120491"/>
                </a:lnTo>
                <a:lnTo>
                  <a:pt x="137358" y="118438"/>
                </a:lnTo>
                <a:lnTo>
                  <a:pt x="136696" y="116459"/>
                </a:lnTo>
                <a:lnTo>
                  <a:pt x="135765" y="114585"/>
                </a:lnTo>
                <a:lnTo>
                  <a:pt x="68927" y="0"/>
                </a:lnTo>
                <a:lnTo>
                  <a:pt x="2089" y="114585"/>
                </a:lnTo>
                <a:lnTo>
                  <a:pt x="1157" y="116459"/>
                </a:lnTo>
                <a:lnTo>
                  <a:pt x="496" y="118438"/>
                </a:lnTo>
                <a:lnTo>
                  <a:pt x="104" y="120491"/>
                </a:lnTo>
                <a:lnTo>
                  <a:pt x="0" y="122580"/>
                </a:lnTo>
                <a:lnTo>
                  <a:pt x="184" y="124663"/>
                </a:lnTo>
                <a:lnTo>
                  <a:pt x="643" y="126703"/>
                </a:lnTo>
                <a:lnTo>
                  <a:pt x="1384" y="128658"/>
                </a:lnTo>
                <a:lnTo>
                  <a:pt x="2377" y="130496"/>
                </a:lnTo>
                <a:lnTo>
                  <a:pt x="3614" y="132187"/>
                </a:lnTo>
                <a:lnTo>
                  <a:pt x="5067" y="133688"/>
                </a:lnTo>
                <a:lnTo>
                  <a:pt x="6715" y="134975"/>
                </a:lnTo>
                <a:lnTo>
                  <a:pt x="8522" y="136028"/>
                </a:lnTo>
                <a:lnTo>
                  <a:pt x="10452" y="136825"/>
                </a:lnTo>
                <a:lnTo>
                  <a:pt x="12474" y="137352"/>
                </a:lnTo>
                <a:lnTo>
                  <a:pt x="14551" y="137597"/>
                </a:lnTo>
                <a:lnTo>
                  <a:pt x="16640" y="137560"/>
                </a:lnTo>
                <a:lnTo>
                  <a:pt x="18705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4" y="131752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402"/>
                </a:lnTo>
                <a:lnTo>
                  <a:pt x="53610" y="30402"/>
                </a:lnTo>
                <a:lnTo>
                  <a:pt x="53610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688B55F9-B1E4-445F-941C-EFBF50873C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cc53f64b043bc"/>
          <a:stretch xmlns:a="http://schemas.openxmlformats.org/drawingml/2006/main"/>
        </p:blipFill>
        <p:spPr>
          <a:xfrm xmlns:a="http://schemas.openxmlformats.org/drawingml/2006/main">
            <a:off x="7353300" y="6915150"/>
            <a:ext cx="581025" cy="581025"/>
          </a:xfrm>
          <a:prstGeom xmlns:a="http://schemas.openxmlformats.org/drawingml/2006/main" prst="rect">
            <a:avLst/>
          </a:prstGeom>
        </p:spPr>
      </p:pic>
      <p:pic>
        <p:nvPic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D8CAA173-4F9F-4412-B6ED-7E3BE630E5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08796deaf4092"/>
          <a:stretch xmlns:a="http://schemas.openxmlformats.org/drawingml/2006/main"/>
        </p:blipFill>
        <p:spPr>
          <a:xfrm xmlns:a="http://schemas.openxmlformats.org/drawingml/2006/main">
            <a:off x="7343775" y="7610475"/>
            <a:ext cx="581025" cy="571500"/>
          </a:xfrm>
          <a:prstGeom xmlns:a="http://schemas.openxmlformats.org/drawingml/2006/main" prst="rect">
            <a:avLst/>
          </a:prstGeom>
        </p:spPr>
      </p:pic>
      <p:sp>
        <p:nvSpPr>
          <p:cNvPr id="293" name="Word Encoder">
            <a:extLst xmlns:a="http://schemas.openxmlformats.org/drawingml/2006/main">
              <a:ext uri="{FF2B5EF4-FFF2-40B4-BE49-F238E27FC236}">
                <a16:creationId xmlns:a16="http://schemas.microsoft.com/office/drawing/2014/main" id="{282A0BE9-8503-4383-86D5-07B857F1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4520" y="5259611"/>
            <a:ext cx="881364" cy="195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Word Encoder</a:t>
            </a:r>
          </a:p>
        </p:txBody>
      </p:sp>
      <p:sp>
        <p:nvSpPr>
          <p:cNvPr id="294" name="Position Encoder">
            <a:extLst xmlns:a="http://schemas.openxmlformats.org/drawingml/2006/main">
              <a:ext uri="{FF2B5EF4-FFF2-40B4-BE49-F238E27FC236}">
                <a16:creationId xmlns:a16="http://schemas.microsoft.com/office/drawing/2014/main" id="{4656A316-F987-4720-B292-E7A6AF97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939" y="5260119"/>
            <a:ext cx="1000531" cy="191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Position Encoder</a:t>
            </a:r>
          </a:p>
        </p:txBody>
      </p:sp>
      <p:sp>
        <p:nvSpPr>
          <p:cNvPr id="295" name="Time Encoder">
            <a:extLst xmlns:a="http://schemas.openxmlformats.org/drawingml/2006/main">
              <a:ext uri="{FF2B5EF4-FFF2-40B4-BE49-F238E27FC236}">
                <a16:creationId xmlns:a16="http://schemas.microsoft.com/office/drawing/2014/main" id="{9B12734B-1CBD-4FEE-8C0F-EED42A35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469" y="5266743"/>
            <a:ext cx="865433" cy="199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Time Encoder</a:t>
            </a:r>
          </a:p>
        </p:txBody>
      </p:sp>
      <p:sp>
        <p:nvSpPr>
          <p:cNvPr id="296" name="path-303">
            <a:extLst xmlns:a="http://schemas.openxmlformats.org/drawingml/2006/main">
              <a:ext uri="{FF2B5EF4-FFF2-40B4-BE49-F238E27FC236}">
                <a16:creationId xmlns:a16="http://schemas.microsoft.com/office/drawing/2014/main" id="{AB27AAFA-FCED-453F-A73B-6E2750D3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106" y="5755345"/>
            <a:ext cx="2696738" cy="301441"/>
          </a:xfrm>
          <a:custGeom xmlns:a="http://schemas.openxmlformats.org/drawingml/2006/main">
            <a:pathLst>
              <a:path w="2696738" h="301441">
                <a:moveTo>
                  <a:pt x="2686783" y="0"/>
                </a:moveTo>
                <a:lnTo>
                  <a:pt x="2688510" y="153"/>
                </a:lnTo>
                <a:lnTo>
                  <a:pt x="2690189" y="600"/>
                </a:lnTo>
                <a:lnTo>
                  <a:pt x="2691757" y="1336"/>
                </a:lnTo>
                <a:lnTo>
                  <a:pt x="2693177" y="2328"/>
                </a:lnTo>
                <a:lnTo>
                  <a:pt x="2694410" y="3554"/>
                </a:lnTo>
                <a:lnTo>
                  <a:pt x="2695403" y="4975"/>
                </a:lnTo>
                <a:lnTo>
                  <a:pt x="2696138" y="6550"/>
                </a:lnTo>
                <a:lnTo>
                  <a:pt x="2696584" y="8229"/>
                </a:lnTo>
                <a:lnTo>
                  <a:pt x="2696738" y="9956"/>
                </a:lnTo>
                <a:lnTo>
                  <a:pt x="2696738" y="291486"/>
                </a:lnTo>
                <a:lnTo>
                  <a:pt x="2696584" y="293213"/>
                </a:lnTo>
                <a:lnTo>
                  <a:pt x="2696138" y="294892"/>
                </a:lnTo>
                <a:lnTo>
                  <a:pt x="2695403" y="296460"/>
                </a:lnTo>
                <a:lnTo>
                  <a:pt x="2694410" y="297882"/>
                </a:lnTo>
                <a:lnTo>
                  <a:pt x="2693177" y="299114"/>
                </a:lnTo>
                <a:lnTo>
                  <a:pt x="2691757" y="300106"/>
                </a:lnTo>
                <a:lnTo>
                  <a:pt x="2690189" y="300841"/>
                </a:lnTo>
                <a:lnTo>
                  <a:pt x="2688510" y="301289"/>
                </a:lnTo>
                <a:lnTo>
                  <a:pt x="2686783" y="301441"/>
                </a:lnTo>
                <a:lnTo>
                  <a:pt x="9956" y="301441"/>
                </a:lnTo>
                <a:lnTo>
                  <a:pt x="8229" y="301289"/>
                </a:lnTo>
                <a:lnTo>
                  <a:pt x="6550" y="300841"/>
                </a:lnTo>
                <a:lnTo>
                  <a:pt x="4975" y="300106"/>
                </a:lnTo>
                <a:lnTo>
                  <a:pt x="3554" y="299114"/>
                </a:lnTo>
                <a:lnTo>
                  <a:pt x="2328" y="297882"/>
                </a:lnTo>
                <a:lnTo>
                  <a:pt x="1336" y="296460"/>
                </a:lnTo>
                <a:lnTo>
                  <a:pt x="601" y="294892"/>
                </a:lnTo>
                <a:lnTo>
                  <a:pt x="153" y="293213"/>
                </a:lnTo>
                <a:lnTo>
                  <a:pt x="0" y="291486"/>
                </a:lnTo>
                <a:lnTo>
                  <a:pt x="0" y="9956"/>
                </a:lnTo>
                <a:lnTo>
                  <a:pt x="153" y="8229"/>
                </a:lnTo>
                <a:lnTo>
                  <a:pt x="601" y="6550"/>
                </a:lnTo>
                <a:lnTo>
                  <a:pt x="1336" y="4975"/>
                </a:lnTo>
                <a:lnTo>
                  <a:pt x="2328" y="3554"/>
                </a:lnTo>
                <a:lnTo>
                  <a:pt x="3554" y="2328"/>
                </a:lnTo>
                <a:lnTo>
                  <a:pt x="4975" y="1336"/>
                </a:lnTo>
                <a:lnTo>
                  <a:pt x="6550" y="600"/>
                </a:lnTo>
                <a:lnTo>
                  <a:pt x="8229" y="153"/>
                </a:lnTo>
                <a:lnTo>
                  <a:pt x="9956" y="0"/>
                </a:lnTo>
                <a:lnTo>
                  <a:pt x="2686783" y="0"/>
                </a:lnTo>
                <a:moveTo>
                  <a:pt x="9956" y="19913"/>
                </a:moveTo>
                <a:lnTo>
                  <a:pt x="19913" y="9956"/>
                </a:lnTo>
                <a:lnTo>
                  <a:pt x="19913" y="291486"/>
                </a:lnTo>
                <a:lnTo>
                  <a:pt x="9956" y="281529"/>
                </a:lnTo>
                <a:lnTo>
                  <a:pt x="2686783" y="281529"/>
                </a:lnTo>
                <a:lnTo>
                  <a:pt x="2676825" y="291486"/>
                </a:lnTo>
                <a:lnTo>
                  <a:pt x="2676825" y="9956"/>
                </a:lnTo>
                <a:lnTo>
                  <a:pt x="2686783" y="19913"/>
                </a:lnTo>
                <a:lnTo>
                  <a:pt x="9956" y="19913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Text Tokenizer">
            <a:extLst xmlns:a="http://schemas.openxmlformats.org/drawingml/2006/main">
              <a:ext uri="{FF2B5EF4-FFF2-40B4-BE49-F238E27FC236}">
                <a16:creationId xmlns:a16="http://schemas.microsoft.com/office/drawing/2014/main" id="{2DC95DDC-8E4D-45D0-B754-4025792E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6349" y="5776111"/>
            <a:ext cx="1206228" cy="267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Text Tokenizer</a:t>
            </a:r>
          </a:p>
        </p:txBody>
      </p:sp>
      <p:sp>
        <p:nvSpPr>
          <p:cNvPr id="298" name="path-305">
            <a:extLst xmlns:a="http://schemas.openxmlformats.org/drawingml/2006/main">
              <a:ext uri="{FF2B5EF4-FFF2-40B4-BE49-F238E27FC236}">
                <a16:creationId xmlns:a16="http://schemas.microsoft.com/office/drawing/2014/main" id="{3D924942-DBBA-48AC-9A49-46EAD3F2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014" y="2475177"/>
            <a:ext cx="1077102" cy="235271"/>
          </a:xfrm>
          <a:custGeom xmlns:a="http://schemas.openxmlformats.org/drawingml/2006/main">
            <a:pathLst>
              <a:path w="1077102" h="235271">
                <a:moveTo>
                  <a:pt x="0" y="17290"/>
                </a:moveTo>
                <a:cubicBezTo>
                  <a:pt x="0" y="699"/>
                  <a:pt x="4160" y="0"/>
                  <a:pt x="103188" y="0"/>
                </a:cubicBezTo>
                <a:lnTo>
                  <a:pt x="963375" y="184"/>
                </a:lnTo>
                <a:cubicBezTo>
                  <a:pt x="1062397" y="184"/>
                  <a:pt x="1076827" y="0"/>
                  <a:pt x="1076827" y="16592"/>
                </a:cubicBezTo>
                <a:lnTo>
                  <a:pt x="1077102" y="218447"/>
                </a:lnTo>
                <a:cubicBezTo>
                  <a:pt x="1077102" y="235039"/>
                  <a:pt x="1075717" y="235271"/>
                  <a:pt x="976689" y="235271"/>
                </a:cubicBezTo>
                <a:lnTo>
                  <a:pt x="103188" y="234389"/>
                </a:lnTo>
                <a:cubicBezTo>
                  <a:pt x="4160" y="234389"/>
                  <a:pt x="276" y="233740"/>
                  <a:pt x="276" y="217142"/>
                </a:cubicBezTo>
                <a:lnTo>
                  <a:pt x="0" y="1729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306">
            <a:extLst xmlns:a="http://schemas.openxmlformats.org/drawingml/2006/main">
              <a:ext uri="{FF2B5EF4-FFF2-40B4-BE49-F238E27FC236}">
                <a16:creationId xmlns:a16="http://schemas.microsoft.com/office/drawing/2014/main" id="{C039A0D3-4218-4D56-B10E-3256C61E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887" y="2469050"/>
            <a:ext cx="1089356" cy="247525"/>
          </a:xfrm>
          <a:custGeom xmlns:a="http://schemas.openxmlformats.org/drawingml/2006/main">
            <a:pathLst>
              <a:path w="1089356" h="247525">
                <a:moveTo>
                  <a:pt x="80" y="20151"/>
                </a:moveTo>
                <a:lnTo>
                  <a:pt x="220" y="18442"/>
                </a:lnTo>
                <a:lnTo>
                  <a:pt x="478" y="16739"/>
                </a:lnTo>
                <a:lnTo>
                  <a:pt x="894" y="14999"/>
                </a:lnTo>
                <a:lnTo>
                  <a:pt x="1520" y="13240"/>
                </a:lnTo>
                <a:lnTo>
                  <a:pt x="2402" y="11506"/>
                </a:lnTo>
                <a:lnTo>
                  <a:pt x="3547" y="9852"/>
                </a:lnTo>
                <a:lnTo>
                  <a:pt x="4944" y="8357"/>
                </a:lnTo>
                <a:lnTo>
                  <a:pt x="6550" y="7058"/>
                </a:lnTo>
                <a:lnTo>
                  <a:pt x="8320" y="5949"/>
                </a:lnTo>
                <a:lnTo>
                  <a:pt x="10238" y="5024"/>
                </a:lnTo>
                <a:lnTo>
                  <a:pt x="12296" y="4240"/>
                </a:lnTo>
                <a:lnTo>
                  <a:pt x="14527" y="3572"/>
                </a:lnTo>
                <a:lnTo>
                  <a:pt x="16941" y="3002"/>
                </a:lnTo>
                <a:lnTo>
                  <a:pt x="19569" y="2506"/>
                </a:lnTo>
                <a:lnTo>
                  <a:pt x="22437" y="2077"/>
                </a:lnTo>
                <a:lnTo>
                  <a:pt x="25573" y="1709"/>
                </a:lnTo>
                <a:lnTo>
                  <a:pt x="29005" y="1385"/>
                </a:lnTo>
                <a:lnTo>
                  <a:pt x="32767" y="1109"/>
                </a:lnTo>
                <a:lnTo>
                  <a:pt x="41252" y="674"/>
                </a:lnTo>
                <a:lnTo>
                  <a:pt x="51270" y="367"/>
                </a:lnTo>
                <a:lnTo>
                  <a:pt x="62941" y="172"/>
                </a:lnTo>
                <a:lnTo>
                  <a:pt x="76420" y="61"/>
                </a:lnTo>
                <a:lnTo>
                  <a:pt x="109309" y="0"/>
                </a:lnTo>
                <a:lnTo>
                  <a:pt x="969502" y="184"/>
                </a:lnTo>
                <a:lnTo>
                  <a:pt x="1002820" y="208"/>
                </a:lnTo>
                <a:lnTo>
                  <a:pt x="1016790" y="276"/>
                </a:lnTo>
                <a:lnTo>
                  <a:pt x="1029103" y="417"/>
                </a:lnTo>
                <a:lnTo>
                  <a:pt x="1039875" y="649"/>
                </a:lnTo>
                <a:lnTo>
                  <a:pt x="1049225" y="1011"/>
                </a:lnTo>
                <a:lnTo>
                  <a:pt x="1057239" y="1519"/>
                </a:lnTo>
                <a:lnTo>
                  <a:pt x="1060835" y="1844"/>
                </a:lnTo>
                <a:lnTo>
                  <a:pt x="1064139" y="2218"/>
                </a:lnTo>
                <a:lnTo>
                  <a:pt x="1067183" y="2647"/>
                </a:lnTo>
                <a:lnTo>
                  <a:pt x="1069989" y="3143"/>
                </a:lnTo>
                <a:lnTo>
                  <a:pt x="1072580" y="3719"/>
                </a:lnTo>
                <a:lnTo>
                  <a:pt x="1074982" y="4381"/>
                </a:lnTo>
                <a:lnTo>
                  <a:pt x="1077212" y="5153"/>
                </a:lnTo>
                <a:lnTo>
                  <a:pt x="1079289" y="6059"/>
                </a:lnTo>
                <a:lnTo>
                  <a:pt x="1081219" y="7119"/>
                </a:lnTo>
                <a:lnTo>
                  <a:pt x="1082991" y="8363"/>
                </a:lnTo>
                <a:lnTo>
                  <a:pt x="1084577" y="9809"/>
                </a:lnTo>
                <a:lnTo>
                  <a:pt x="1085944" y="11445"/>
                </a:lnTo>
                <a:lnTo>
                  <a:pt x="1087052" y="13228"/>
                </a:lnTo>
                <a:lnTo>
                  <a:pt x="1087886" y="15103"/>
                </a:lnTo>
                <a:lnTo>
                  <a:pt x="1088467" y="17008"/>
                </a:lnTo>
                <a:lnTo>
                  <a:pt x="1088835" y="18919"/>
                </a:lnTo>
                <a:lnTo>
                  <a:pt x="1089025" y="20813"/>
                </a:lnTo>
                <a:lnTo>
                  <a:pt x="1089080" y="22627"/>
                </a:lnTo>
                <a:lnTo>
                  <a:pt x="1089356" y="224611"/>
                </a:lnTo>
                <a:lnTo>
                  <a:pt x="1089314" y="227717"/>
                </a:lnTo>
                <a:lnTo>
                  <a:pt x="1089221" y="229334"/>
                </a:lnTo>
                <a:lnTo>
                  <a:pt x="1089044" y="230964"/>
                </a:lnTo>
                <a:lnTo>
                  <a:pt x="1088725" y="232637"/>
                </a:lnTo>
                <a:lnTo>
                  <a:pt x="1088228" y="234358"/>
                </a:lnTo>
                <a:lnTo>
                  <a:pt x="1087487" y="236086"/>
                </a:lnTo>
                <a:lnTo>
                  <a:pt x="1086464" y="237771"/>
                </a:lnTo>
                <a:lnTo>
                  <a:pt x="1085171" y="239321"/>
                </a:lnTo>
                <a:lnTo>
                  <a:pt x="1083651" y="240681"/>
                </a:lnTo>
                <a:lnTo>
                  <a:pt x="1081949" y="241821"/>
                </a:lnTo>
                <a:lnTo>
                  <a:pt x="1080110" y="242771"/>
                </a:lnTo>
                <a:lnTo>
                  <a:pt x="1078131" y="243561"/>
                </a:lnTo>
                <a:lnTo>
                  <a:pt x="1075998" y="244216"/>
                </a:lnTo>
                <a:lnTo>
                  <a:pt x="1073689" y="244774"/>
                </a:lnTo>
                <a:lnTo>
                  <a:pt x="1071178" y="245252"/>
                </a:lnTo>
                <a:lnTo>
                  <a:pt x="1068427" y="245657"/>
                </a:lnTo>
                <a:lnTo>
                  <a:pt x="1065413" y="246012"/>
                </a:lnTo>
                <a:lnTo>
                  <a:pt x="1062110" y="246312"/>
                </a:lnTo>
                <a:lnTo>
                  <a:pt x="1058464" y="246563"/>
                </a:lnTo>
                <a:lnTo>
                  <a:pt x="1050211" y="246961"/>
                </a:lnTo>
                <a:lnTo>
                  <a:pt x="1040409" y="247231"/>
                </a:lnTo>
                <a:lnTo>
                  <a:pt x="1028920" y="247397"/>
                </a:lnTo>
                <a:lnTo>
                  <a:pt x="1015582" y="247482"/>
                </a:lnTo>
                <a:lnTo>
                  <a:pt x="982816" y="247525"/>
                </a:lnTo>
                <a:lnTo>
                  <a:pt x="109309" y="246643"/>
                </a:lnTo>
                <a:lnTo>
                  <a:pt x="76433" y="246581"/>
                </a:lnTo>
                <a:lnTo>
                  <a:pt x="62972" y="246471"/>
                </a:lnTo>
                <a:lnTo>
                  <a:pt x="51319" y="246281"/>
                </a:lnTo>
                <a:lnTo>
                  <a:pt x="41320" y="245981"/>
                </a:lnTo>
                <a:lnTo>
                  <a:pt x="32852" y="245552"/>
                </a:lnTo>
                <a:lnTo>
                  <a:pt x="29102" y="245276"/>
                </a:lnTo>
                <a:lnTo>
                  <a:pt x="25690" y="244952"/>
                </a:lnTo>
                <a:lnTo>
                  <a:pt x="22565" y="244584"/>
                </a:lnTo>
                <a:lnTo>
                  <a:pt x="19704" y="244161"/>
                </a:lnTo>
                <a:lnTo>
                  <a:pt x="17088" y="243665"/>
                </a:lnTo>
                <a:lnTo>
                  <a:pt x="14686" y="243095"/>
                </a:lnTo>
                <a:lnTo>
                  <a:pt x="12468" y="242428"/>
                </a:lnTo>
                <a:lnTo>
                  <a:pt x="10416" y="241649"/>
                </a:lnTo>
                <a:lnTo>
                  <a:pt x="8504" y="240718"/>
                </a:lnTo>
                <a:lnTo>
                  <a:pt x="6746" y="239609"/>
                </a:lnTo>
                <a:lnTo>
                  <a:pt x="5147" y="238298"/>
                </a:lnTo>
                <a:lnTo>
                  <a:pt x="3756" y="236797"/>
                </a:lnTo>
                <a:lnTo>
                  <a:pt x="2623" y="235149"/>
                </a:lnTo>
                <a:lnTo>
                  <a:pt x="1759" y="233409"/>
                </a:lnTo>
                <a:lnTo>
                  <a:pt x="1146" y="231650"/>
                </a:lnTo>
                <a:lnTo>
                  <a:pt x="741" y="229923"/>
                </a:lnTo>
                <a:lnTo>
                  <a:pt x="490" y="228225"/>
                </a:lnTo>
                <a:lnTo>
                  <a:pt x="349" y="226522"/>
                </a:lnTo>
                <a:lnTo>
                  <a:pt x="276" y="223349"/>
                </a:lnTo>
                <a:lnTo>
                  <a:pt x="0" y="23349"/>
                </a:lnTo>
                <a:lnTo>
                  <a:pt x="80" y="20151"/>
                </a:lnTo>
                <a:moveTo>
                  <a:pt x="12253" y="23564"/>
                </a:moveTo>
                <a:lnTo>
                  <a:pt x="12253" y="23410"/>
                </a:lnTo>
                <a:lnTo>
                  <a:pt x="12529" y="223263"/>
                </a:lnTo>
                <a:lnTo>
                  <a:pt x="12529" y="223128"/>
                </a:lnTo>
                <a:lnTo>
                  <a:pt x="12597" y="226057"/>
                </a:lnTo>
                <a:lnTo>
                  <a:pt x="12578" y="225695"/>
                </a:lnTo>
                <a:lnTo>
                  <a:pt x="12689" y="227025"/>
                </a:lnTo>
                <a:lnTo>
                  <a:pt x="12646" y="226645"/>
                </a:lnTo>
                <a:lnTo>
                  <a:pt x="12824" y="227888"/>
                </a:lnTo>
                <a:lnTo>
                  <a:pt x="12732" y="227380"/>
                </a:lnTo>
                <a:lnTo>
                  <a:pt x="13001" y="228544"/>
                </a:lnTo>
                <a:lnTo>
                  <a:pt x="12824" y="227919"/>
                </a:lnTo>
                <a:lnTo>
                  <a:pt x="13197" y="229003"/>
                </a:lnTo>
                <a:lnTo>
                  <a:pt x="12903" y="228293"/>
                </a:lnTo>
                <a:lnTo>
                  <a:pt x="13399" y="229304"/>
                </a:lnTo>
                <a:lnTo>
                  <a:pt x="12964" y="228562"/>
                </a:lnTo>
                <a:lnTo>
                  <a:pt x="13608" y="229500"/>
                </a:lnTo>
                <a:lnTo>
                  <a:pt x="13057" y="228808"/>
                </a:lnTo>
                <a:lnTo>
                  <a:pt x="13853" y="229671"/>
                </a:lnTo>
                <a:lnTo>
                  <a:pt x="13234" y="229090"/>
                </a:lnTo>
                <a:lnTo>
                  <a:pt x="14208" y="229880"/>
                </a:lnTo>
                <a:lnTo>
                  <a:pt x="13583" y="229433"/>
                </a:lnTo>
                <a:lnTo>
                  <a:pt x="14747" y="230168"/>
                </a:lnTo>
                <a:lnTo>
                  <a:pt x="14172" y="229843"/>
                </a:lnTo>
                <a:lnTo>
                  <a:pt x="15537" y="230511"/>
                </a:lnTo>
                <a:lnTo>
                  <a:pt x="15042" y="230296"/>
                </a:lnTo>
                <a:lnTo>
                  <a:pt x="16629" y="230903"/>
                </a:lnTo>
                <a:lnTo>
                  <a:pt x="16205" y="230756"/>
                </a:lnTo>
                <a:lnTo>
                  <a:pt x="18037" y="231307"/>
                </a:lnTo>
                <a:lnTo>
                  <a:pt x="17694" y="231216"/>
                </a:lnTo>
                <a:lnTo>
                  <a:pt x="19777" y="231711"/>
                </a:lnTo>
                <a:lnTo>
                  <a:pt x="19495" y="231650"/>
                </a:lnTo>
                <a:lnTo>
                  <a:pt x="21854" y="232091"/>
                </a:lnTo>
                <a:lnTo>
                  <a:pt x="21628" y="232055"/>
                </a:lnTo>
                <a:lnTo>
                  <a:pt x="24280" y="232453"/>
                </a:lnTo>
                <a:lnTo>
                  <a:pt x="24097" y="232428"/>
                </a:lnTo>
                <a:lnTo>
                  <a:pt x="27050" y="232778"/>
                </a:lnTo>
                <a:lnTo>
                  <a:pt x="26903" y="232759"/>
                </a:lnTo>
                <a:lnTo>
                  <a:pt x="30187" y="233065"/>
                </a:lnTo>
                <a:lnTo>
                  <a:pt x="30064" y="233060"/>
                </a:lnTo>
                <a:lnTo>
                  <a:pt x="33686" y="233323"/>
                </a:lnTo>
                <a:lnTo>
                  <a:pt x="33544" y="233317"/>
                </a:lnTo>
                <a:lnTo>
                  <a:pt x="41877" y="233740"/>
                </a:lnTo>
                <a:lnTo>
                  <a:pt x="41749" y="233733"/>
                </a:lnTo>
                <a:lnTo>
                  <a:pt x="51643" y="234028"/>
                </a:lnTo>
                <a:lnTo>
                  <a:pt x="51558" y="234028"/>
                </a:lnTo>
                <a:lnTo>
                  <a:pt x="63150" y="234218"/>
                </a:lnTo>
                <a:lnTo>
                  <a:pt x="63094" y="234218"/>
                </a:lnTo>
                <a:lnTo>
                  <a:pt x="76512" y="234328"/>
                </a:lnTo>
                <a:lnTo>
                  <a:pt x="76476" y="234328"/>
                </a:lnTo>
                <a:lnTo>
                  <a:pt x="109328" y="234389"/>
                </a:lnTo>
                <a:lnTo>
                  <a:pt x="109322" y="234389"/>
                </a:lnTo>
                <a:lnTo>
                  <a:pt x="982823" y="235271"/>
                </a:lnTo>
                <a:lnTo>
                  <a:pt x="982804" y="235271"/>
                </a:lnTo>
                <a:lnTo>
                  <a:pt x="1015552" y="235228"/>
                </a:lnTo>
                <a:lnTo>
                  <a:pt x="1015521" y="235228"/>
                </a:lnTo>
                <a:lnTo>
                  <a:pt x="1028810" y="235143"/>
                </a:lnTo>
                <a:lnTo>
                  <a:pt x="1028767" y="235143"/>
                </a:lnTo>
                <a:lnTo>
                  <a:pt x="1040193" y="234977"/>
                </a:lnTo>
                <a:lnTo>
                  <a:pt x="1040114" y="234977"/>
                </a:lnTo>
                <a:lnTo>
                  <a:pt x="1049820" y="234714"/>
                </a:lnTo>
                <a:lnTo>
                  <a:pt x="1049691" y="234720"/>
                </a:lnTo>
                <a:lnTo>
                  <a:pt x="1057809" y="234328"/>
                </a:lnTo>
                <a:lnTo>
                  <a:pt x="1057674" y="234340"/>
                </a:lnTo>
                <a:lnTo>
                  <a:pt x="1061185" y="234089"/>
                </a:lnTo>
                <a:lnTo>
                  <a:pt x="1061062" y="234101"/>
                </a:lnTo>
                <a:lnTo>
                  <a:pt x="1064229" y="233813"/>
                </a:lnTo>
                <a:lnTo>
                  <a:pt x="1064076" y="233825"/>
                </a:lnTo>
                <a:lnTo>
                  <a:pt x="1066913" y="233501"/>
                </a:lnTo>
                <a:lnTo>
                  <a:pt x="1066723" y="233525"/>
                </a:lnTo>
                <a:lnTo>
                  <a:pt x="1069259" y="233145"/>
                </a:lnTo>
                <a:lnTo>
                  <a:pt x="1069021" y="233188"/>
                </a:lnTo>
                <a:lnTo>
                  <a:pt x="1071264" y="232765"/>
                </a:lnTo>
                <a:lnTo>
                  <a:pt x="1070964" y="232826"/>
                </a:lnTo>
                <a:lnTo>
                  <a:pt x="1072936" y="232349"/>
                </a:lnTo>
                <a:lnTo>
                  <a:pt x="1072561" y="232453"/>
                </a:lnTo>
                <a:lnTo>
                  <a:pt x="1074277" y="231920"/>
                </a:lnTo>
                <a:lnTo>
                  <a:pt x="1073824" y="232085"/>
                </a:lnTo>
                <a:lnTo>
                  <a:pt x="1075308" y="231497"/>
                </a:lnTo>
                <a:lnTo>
                  <a:pt x="1074761" y="231742"/>
                </a:lnTo>
                <a:lnTo>
                  <a:pt x="1076024" y="231093"/>
                </a:lnTo>
                <a:lnTo>
                  <a:pt x="1075405" y="231454"/>
                </a:lnTo>
                <a:lnTo>
                  <a:pt x="1076466" y="230743"/>
                </a:lnTo>
                <a:lnTo>
                  <a:pt x="1075810" y="231252"/>
                </a:lnTo>
                <a:lnTo>
                  <a:pt x="1076680" y="230474"/>
                </a:lnTo>
                <a:lnTo>
                  <a:pt x="1076054" y="231129"/>
                </a:lnTo>
                <a:lnTo>
                  <a:pt x="1076759" y="230278"/>
                </a:lnTo>
                <a:lnTo>
                  <a:pt x="1076226" y="231025"/>
                </a:lnTo>
                <a:lnTo>
                  <a:pt x="1076784" y="230106"/>
                </a:lnTo>
                <a:lnTo>
                  <a:pt x="1076391" y="230872"/>
                </a:lnTo>
                <a:lnTo>
                  <a:pt x="1076815" y="229873"/>
                </a:lnTo>
                <a:lnTo>
                  <a:pt x="1076563" y="230578"/>
                </a:lnTo>
                <a:lnTo>
                  <a:pt x="1076875" y="229506"/>
                </a:lnTo>
                <a:lnTo>
                  <a:pt x="1076735" y="230088"/>
                </a:lnTo>
                <a:lnTo>
                  <a:pt x="1076955" y="228936"/>
                </a:lnTo>
                <a:lnTo>
                  <a:pt x="1076888" y="229383"/>
                </a:lnTo>
                <a:lnTo>
                  <a:pt x="1077023" y="228146"/>
                </a:lnTo>
                <a:lnTo>
                  <a:pt x="1076998" y="228470"/>
                </a:lnTo>
                <a:lnTo>
                  <a:pt x="1077071" y="227147"/>
                </a:lnTo>
                <a:lnTo>
                  <a:pt x="1077066" y="227411"/>
                </a:lnTo>
                <a:lnTo>
                  <a:pt x="1077103" y="224488"/>
                </a:lnTo>
                <a:lnTo>
                  <a:pt x="1077103" y="224580"/>
                </a:lnTo>
                <a:lnTo>
                  <a:pt x="1076826" y="22731"/>
                </a:lnTo>
                <a:lnTo>
                  <a:pt x="1076826" y="22902"/>
                </a:lnTo>
                <a:lnTo>
                  <a:pt x="1076784" y="21395"/>
                </a:lnTo>
                <a:lnTo>
                  <a:pt x="1076808" y="21824"/>
                </a:lnTo>
                <a:lnTo>
                  <a:pt x="1076667" y="20414"/>
                </a:lnTo>
                <a:lnTo>
                  <a:pt x="1076747" y="20948"/>
                </a:lnTo>
                <a:lnTo>
                  <a:pt x="1076496" y="19630"/>
                </a:lnTo>
                <a:lnTo>
                  <a:pt x="1076655" y="20267"/>
                </a:lnTo>
                <a:lnTo>
                  <a:pt x="1076275" y="19036"/>
                </a:lnTo>
                <a:lnTo>
                  <a:pt x="1076545" y="19747"/>
                </a:lnTo>
                <a:lnTo>
                  <a:pt x="1076030" y="18601"/>
                </a:lnTo>
                <a:lnTo>
                  <a:pt x="1076422" y="19336"/>
                </a:lnTo>
                <a:lnTo>
                  <a:pt x="1075761" y="18276"/>
                </a:lnTo>
                <a:lnTo>
                  <a:pt x="1076268" y="18975"/>
                </a:lnTo>
                <a:lnTo>
                  <a:pt x="1075447" y="17994"/>
                </a:lnTo>
                <a:lnTo>
                  <a:pt x="1076024" y="18595"/>
                </a:lnTo>
                <a:lnTo>
                  <a:pt x="1075025" y="17688"/>
                </a:lnTo>
                <a:lnTo>
                  <a:pt x="1075626" y="18166"/>
                </a:lnTo>
                <a:lnTo>
                  <a:pt x="1074443" y="17333"/>
                </a:lnTo>
                <a:lnTo>
                  <a:pt x="1075012" y="17688"/>
                </a:lnTo>
                <a:lnTo>
                  <a:pt x="1073629" y="16928"/>
                </a:lnTo>
                <a:lnTo>
                  <a:pt x="1074137" y="17179"/>
                </a:lnTo>
                <a:lnTo>
                  <a:pt x="1072544" y="16487"/>
                </a:lnTo>
                <a:lnTo>
                  <a:pt x="1072985" y="16659"/>
                </a:lnTo>
                <a:lnTo>
                  <a:pt x="1071159" y="16028"/>
                </a:lnTo>
                <a:lnTo>
                  <a:pt x="1071533" y="16144"/>
                </a:lnTo>
                <a:lnTo>
                  <a:pt x="1069474" y="15574"/>
                </a:lnTo>
                <a:lnTo>
                  <a:pt x="1069780" y="15648"/>
                </a:lnTo>
                <a:lnTo>
                  <a:pt x="1067471" y="15139"/>
                </a:lnTo>
                <a:lnTo>
                  <a:pt x="1067722" y="15188"/>
                </a:lnTo>
                <a:lnTo>
                  <a:pt x="1065148" y="14729"/>
                </a:lnTo>
                <a:lnTo>
                  <a:pt x="1065357" y="14765"/>
                </a:lnTo>
                <a:lnTo>
                  <a:pt x="1062501" y="14361"/>
                </a:lnTo>
                <a:lnTo>
                  <a:pt x="1062674" y="14379"/>
                </a:lnTo>
                <a:lnTo>
                  <a:pt x="1059525" y="14024"/>
                </a:lnTo>
                <a:lnTo>
                  <a:pt x="1059664" y="14036"/>
                </a:lnTo>
                <a:lnTo>
                  <a:pt x="1056222" y="13730"/>
                </a:lnTo>
                <a:lnTo>
                  <a:pt x="1056381" y="13742"/>
                </a:lnTo>
                <a:lnTo>
                  <a:pt x="1048527" y="13246"/>
                </a:lnTo>
                <a:lnTo>
                  <a:pt x="1048679" y="13252"/>
                </a:lnTo>
                <a:lnTo>
                  <a:pt x="1039459" y="12897"/>
                </a:lnTo>
                <a:lnTo>
                  <a:pt x="1039563" y="12903"/>
                </a:lnTo>
                <a:lnTo>
                  <a:pt x="1028871" y="12670"/>
                </a:lnTo>
                <a:lnTo>
                  <a:pt x="1028934" y="12670"/>
                </a:lnTo>
                <a:lnTo>
                  <a:pt x="1016673" y="12529"/>
                </a:lnTo>
                <a:lnTo>
                  <a:pt x="1016710" y="12529"/>
                </a:lnTo>
                <a:lnTo>
                  <a:pt x="1002777" y="12462"/>
                </a:lnTo>
                <a:lnTo>
                  <a:pt x="1002802" y="12462"/>
                </a:lnTo>
                <a:lnTo>
                  <a:pt x="969495" y="12437"/>
                </a:lnTo>
                <a:lnTo>
                  <a:pt x="109315" y="12253"/>
                </a:lnTo>
                <a:lnTo>
                  <a:pt x="109328" y="12253"/>
                </a:lnTo>
                <a:lnTo>
                  <a:pt x="76463" y="12315"/>
                </a:lnTo>
                <a:lnTo>
                  <a:pt x="76500" y="12315"/>
                </a:lnTo>
                <a:lnTo>
                  <a:pt x="63070" y="12425"/>
                </a:lnTo>
                <a:lnTo>
                  <a:pt x="63125" y="12425"/>
                </a:lnTo>
                <a:lnTo>
                  <a:pt x="51515" y="12621"/>
                </a:lnTo>
                <a:lnTo>
                  <a:pt x="51600" y="12621"/>
                </a:lnTo>
                <a:lnTo>
                  <a:pt x="41687" y="12921"/>
                </a:lnTo>
                <a:lnTo>
                  <a:pt x="41816" y="12915"/>
                </a:lnTo>
                <a:lnTo>
                  <a:pt x="33458" y="13344"/>
                </a:lnTo>
                <a:lnTo>
                  <a:pt x="33600" y="13332"/>
                </a:lnTo>
                <a:lnTo>
                  <a:pt x="29967" y="13601"/>
                </a:lnTo>
                <a:lnTo>
                  <a:pt x="30083" y="13589"/>
                </a:lnTo>
                <a:lnTo>
                  <a:pt x="26793" y="13901"/>
                </a:lnTo>
                <a:lnTo>
                  <a:pt x="26940" y="13883"/>
                </a:lnTo>
                <a:lnTo>
                  <a:pt x="23968" y="14239"/>
                </a:lnTo>
                <a:lnTo>
                  <a:pt x="24152" y="14214"/>
                </a:lnTo>
                <a:lnTo>
                  <a:pt x="21493" y="14606"/>
                </a:lnTo>
                <a:lnTo>
                  <a:pt x="21720" y="14569"/>
                </a:lnTo>
                <a:lnTo>
                  <a:pt x="19342" y="15017"/>
                </a:lnTo>
                <a:lnTo>
                  <a:pt x="19624" y="14955"/>
                </a:lnTo>
                <a:lnTo>
                  <a:pt x="17523" y="15458"/>
                </a:lnTo>
                <a:lnTo>
                  <a:pt x="17872" y="15360"/>
                </a:lnTo>
                <a:lnTo>
                  <a:pt x="16028" y="15918"/>
                </a:lnTo>
                <a:lnTo>
                  <a:pt x="16444" y="15771"/>
                </a:lnTo>
                <a:lnTo>
                  <a:pt x="14839" y="16383"/>
                </a:lnTo>
                <a:lnTo>
                  <a:pt x="15336" y="16169"/>
                </a:lnTo>
                <a:lnTo>
                  <a:pt x="13957" y="16836"/>
                </a:lnTo>
                <a:lnTo>
                  <a:pt x="14527" y="16524"/>
                </a:lnTo>
                <a:lnTo>
                  <a:pt x="13357" y="17253"/>
                </a:lnTo>
                <a:lnTo>
                  <a:pt x="13975" y="16812"/>
                </a:lnTo>
                <a:lnTo>
                  <a:pt x="12995" y="17609"/>
                </a:lnTo>
                <a:lnTo>
                  <a:pt x="13608" y="17033"/>
                </a:lnTo>
                <a:lnTo>
                  <a:pt x="12799" y="17897"/>
                </a:lnTo>
                <a:lnTo>
                  <a:pt x="13357" y="17216"/>
                </a:lnTo>
                <a:lnTo>
                  <a:pt x="12701" y="18148"/>
                </a:lnTo>
                <a:lnTo>
                  <a:pt x="13142" y="17412"/>
                </a:lnTo>
                <a:lnTo>
                  <a:pt x="12634" y="18423"/>
                </a:lnTo>
                <a:lnTo>
                  <a:pt x="12934" y="17713"/>
                </a:lnTo>
                <a:lnTo>
                  <a:pt x="12548" y="18797"/>
                </a:lnTo>
                <a:lnTo>
                  <a:pt x="12738" y="18172"/>
                </a:lnTo>
                <a:lnTo>
                  <a:pt x="12456" y="19336"/>
                </a:lnTo>
                <a:lnTo>
                  <a:pt x="12560" y="18822"/>
                </a:lnTo>
                <a:lnTo>
                  <a:pt x="12370" y="20071"/>
                </a:lnTo>
                <a:lnTo>
                  <a:pt x="12413" y="19679"/>
                </a:lnTo>
                <a:lnTo>
                  <a:pt x="12303" y="21009"/>
                </a:lnTo>
                <a:lnTo>
                  <a:pt x="12321" y="20635"/>
                </a:lnTo>
                <a:lnTo>
                  <a:pt x="12253" y="23564"/>
                </a:lnTo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rojector state memory">
            <a:extLst xmlns:a="http://schemas.openxmlformats.org/drawingml/2006/main">
              <a:ext uri="{FF2B5EF4-FFF2-40B4-BE49-F238E27FC236}">
                <a16:creationId xmlns:a16="http://schemas.microsoft.com/office/drawing/2014/main" id="{752266EF-07D1-4F1B-A4D6-EC2C8B27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1345" y="2469700"/>
            <a:ext cx="743038" cy="25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Projector</a:t>
            </a:r>
          </a:p>
        </p:txBody>
      </p:sp>
      <p:sp>
        <p:nvSpPr>
          <p:cNvPr id="301" name="path-308">
            <a:extLst xmlns:a="http://schemas.openxmlformats.org/drawingml/2006/main">
              <a:ext uri="{FF2B5EF4-FFF2-40B4-BE49-F238E27FC236}">
                <a16:creationId xmlns:a16="http://schemas.microsoft.com/office/drawing/2014/main" id="{5415724E-056C-4319-BD85-35AB8DF1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330" y="2458635"/>
            <a:ext cx="1077102" cy="235271"/>
          </a:xfrm>
          <a:custGeom xmlns:a="http://schemas.openxmlformats.org/drawingml/2006/main">
            <a:pathLst>
              <a:path w="1077102" h="235271">
                <a:moveTo>
                  <a:pt x="0" y="17290"/>
                </a:moveTo>
                <a:cubicBezTo>
                  <a:pt x="0" y="698"/>
                  <a:pt x="4160" y="0"/>
                  <a:pt x="103189" y="0"/>
                </a:cubicBezTo>
                <a:lnTo>
                  <a:pt x="963369" y="184"/>
                </a:lnTo>
                <a:cubicBezTo>
                  <a:pt x="1062398" y="184"/>
                  <a:pt x="1076827" y="0"/>
                  <a:pt x="1076827" y="16591"/>
                </a:cubicBezTo>
                <a:lnTo>
                  <a:pt x="1077102" y="218447"/>
                </a:lnTo>
                <a:cubicBezTo>
                  <a:pt x="1077102" y="235039"/>
                  <a:pt x="1075718" y="235271"/>
                  <a:pt x="976689" y="235271"/>
                </a:cubicBezTo>
                <a:lnTo>
                  <a:pt x="103189" y="234389"/>
                </a:lnTo>
                <a:cubicBezTo>
                  <a:pt x="4160" y="234389"/>
                  <a:pt x="276" y="233740"/>
                  <a:pt x="276" y="217142"/>
                </a:cubicBezTo>
                <a:lnTo>
                  <a:pt x="0" y="1729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309">
            <a:extLst xmlns:a="http://schemas.openxmlformats.org/drawingml/2006/main">
              <a:ext uri="{FF2B5EF4-FFF2-40B4-BE49-F238E27FC236}">
                <a16:creationId xmlns:a16="http://schemas.microsoft.com/office/drawing/2014/main" id="{A85304BB-46CD-4A1C-89DD-B08F51F7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204" y="2452508"/>
            <a:ext cx="1089356" cy="247525"/>
          </a:xfrm>
          <a:custGeom xmlns:a="http://schemas.openxmlformats.org/drawingml/2006/main">
            <a:pathLst>
              <a:path w="1089356" h="247525">
                <a:moveTo>
                  <a:pt x="73" y="20151"/>
                </a:moveTo>
                <a:lnTo>
                  <a:pt x="220" y="18442"/>
                </a:lnTo>
                <a:lnTo>
                  <a:pt x="478" y="16739"/>
                </a:lnTo>
                <a:lnTo>
                  <a:pt x="894" y="14999"/>
                </a:lnTo>
                <a:lnTo>
                  <a:pt x="1519" y="13240"/>
                </a:lnTo>
                <a:lnTo>
                  <a:pt x="2401" y="11506"/>
                </a:lnTo>
                <a:lnTo>
                  <a:pt x="3547" y="9852"/>
                </a:lnTo>
                <a:lnTo>
                  <a:pt x="4944" y="8357"/>
                </a:lnTo>
                <a:lnTo>
                  <a:pt x="6550" y="7058"/>
                </a:lnTo>
                <a:lnTo>
                  <a:pt x="8319" y="5949"/>
                </a:lnTo>
                <a:lnTo>
                  <a:pt x="10238" y="5024"/>
                </a:lnTo>
                <a:lnTo>
                  <a:pt x="12296" y="4240"/>
                </a:lnTo>
                <a:lnTo>
                  <a:pt x="14526" y="3572"/>
                </a:lnTo>
                <a:lnTo>
                  <a:pt x="16940" y="3002"/>
                </a:lnTo>
                <a:lnTo>
                  <a:pt x="19569" y="2506"/>
                </a:lnTo>
                <a:lnTo>
                  <a:pt x="22437" y="2077"/>
                </a:lnTo>
                <a:lnTo>
                  <a:pt x="25573" y="1709"/>
                </a:lnTo>
                <a:lnTo>
                  <a:pt x="29004" y="1385"/>
                </a:lnTo>
                <a:lnTo>
                  <a:pt x="32765" y="1109"/>
                </a:lnTo>
                <a:lnTo>
                  <a:pt x="41252" y="674"/>
                </a:lnTo>
                <a:lnTo>
                  <a:pt x="51269" y="367"/>
                </a:lnTo>
                <a:lnTo>
                  <a:pt x="62942" y="172"/>
                </a:lnTo>
                <a:lnTo>
                  <a:pt x="76420" y="61"/>
                </a:lnTo>
                <a:lnTo>
                  <a:pt x="109308" y="0"/>
                </a:lnTo>
                <a:lnTo>
                  <a:pt x="969501" y="184"/>
                </a:lnTo>
                <a:lnTo>
                  <a:pt x="1002819" y="208"/>
                </a:lnTo>
                <a:lnTo>
                  <a:pt x="1016788" y="276"/>
                </a:lnTo>
                <a:lnTo>
                  <a:pt x="1029103" y="417"/>
                </a:lnTo>
                <a:lnTo>
                  <a:pt x="1039875" y="649"/>
                </a:lnTo>
                <a:lnTo>
                  <a:pt x="1049225" y="1011"/>
                </a:lnTo>
                <a:lnTo>
                  <a:pt x="1057239" y="1519"/>
                </a:lnTo>
                <a:lnTo>
                  <a:pt x="1060834" y="1844"/>
                </a:lnTo>
                <a:lnTo>
                  <a:pt x="1064137" y="2218"/>
                </a:lnTo>
                <a:lnTo>
                  <a:pt x="1067183" y="2647"/>
                </a:lnTo>
                <a:lnTo>
                  <a:pt x="1069988" y="3143"/>
                </a:lnTo>
                <a:lnTo>
                  <a:pt x="1072580" y="3719"/>
                </a:lnTo>
                <a:lnTo>
                  <a:pt x="1074982" y="4381"/>
                </a:lnTo>
                <a:lnTo>
                  <a:pt x="1077212" y="5153"/>
                </a:lnTo>
                <a:lnTo>
                  <a:pt x="1079289" y="6060"/>
                </a:lnTo>
                <a:lnTo>
                  <a:pt x="1081219" y="7119"/>
                </a:lnTo>
                <a:lnTo>
                  <a:pt x="1082990" y="8363"/>
                </a:lnTo>
                <a:lnTo>
                  <a:pt x="1084577" y="9809"/>
                </a:lnTo>
                <a:lnTo>
                  <a:pt x="1085942" y="11445"/>
                </a:lnTo>
                <a:lnTo>
                  <a:pt x="1087051" y="13228"/>
                </a:lnTo>
                <a:lnTo>
                  <a:pt x="1087885" y="15103"/>
                </a:lnTo>
                <a:lnTo>
                  <a:pt x="1088467" y="17008"/>
                </a:lnTo>
                <a:lnTo>
                  <a:pt x="1088835" y="18920"/>
                </a:lnTo>
                <a:lnTo>
                  <a:pt x="1089025" y="20813"/>
                </a:lnTo>
                <a:lnTo>
                  <a:pt x="1089080" y="22627"/>
                </a:lnTo>
                <a:lnTo>
                  <a:pt x="1089356" y="224611"/>
                </a:lnTo>
                <a:lnTo>
                  <a:pt x="1089313" y="227717"/>
                </a:lnTo>
                <a:lnTo>
                  <a:pt x="1089221" y="229334"/>
                </a:lnTo>
                <a:lnTo>
                  <a:pt x="1089037" y="230964"/>
                </a:lnTo>
                <a:lnTo>
                  <a:pt x="1088723" y="232637"/>
                </a:lnTo>
                <a:lnTo>
                  <a:pt x="1088228" y="234358"/>
                </a:lnTo>
                <a:lnTo>
                  <a:pt x="1087487" y="236086"/>
                </a:lnTo>
                <a:lnTo>
                  <a:pt x="1086464" y="237771"/>
                </a:lnTo>
                <a:lnTo>
                  <a:pt x="1085170" y="239321"/>
                </a:lnTo>
                <a:lnTo>
                  <a:pt x="1083651" y="240681"/>
                </a:lnTo>
                <a:lnTo>
                  <a:pt x="1081948" y="241821"/>
                </a:lnTo>
                <a:lnTo>
                  <a:pt x="1080110" y="242771"/>
                </a:lnTo>
                <a:lnTo>
                  <a:pt x="1078124" y="243561"/>
                </a:lnTo>
                <a:lnTo>
                  <a:pt x="1075998" y="244216"/>
                </a:lnTo>
                <a:lnTo>
                  <a:pt x="1073689" y="244774"/>
                </a:lnTo>
                <a:lnTo>
                  <a:pt x="1071178" y="245252"/>
                </a:lnTo>
                <a:lnTo>
                  <a:pt x="1068425" y="245657"/>
                </a:lnTo>
                <a:lnTo>
                  <a:pt x="1065412" y="246012"/>
                </a:lnTo>
                <a:lnTo>
                  <a:pt x="1062103" y="246312"/>
                </a:lnTo>
                <a:lnTo>
                  <a:pt x="1058463" y="246563"/>
                </a:lnTo>
                <a:lnTo>
                  <a:pt x="1050211" y="246961"/>
                </a:lnTo>
                <a:lnTo>
                  <a:pt x="1040407" y="247231"/>
                </a:lnTo>
                <a:lnTo>
                  <a:pt x="1028920" y="247397"/>
                </a:lnTo>
                <a:lnTo>
                  <a:pt x="1015581" y="247482"/>
                </a:lnTo>
                <a:lnTo>
                  <a:pt x="982816" y="247525"/>
                </a:lnTo>
                <a:lnTo>
                  <a:pt x="109308" y="246643"/>
                </a:lnTo>
                <a:lnTo>
                  <a:pt x="76431" y="246581"/>
                </a:lnTo>
                <a:lnTo>
                  <a:pt x="62972" y="246471"/>
                </a:lnTo>
                <a:lnTo>
                  <a:pt x="51319" y="246281"/>
                </a:lnTo>
                <a:lnTo>
                  <a:pt x="41318" y="245981"/>
                </a:lnTo>
                <a:lnTo>
                  <a:pt x="32851" y="245552"/>
                </a:lnTo>
                <a:lnTo>
                  <a:pt x="29102" y="245277"/>
                </a:lnTo>
                <a:lnTo>
                  <a:pt x="25690" y="244952"/>
                </a:lnTo>
                <a:lnTo>
                  <a:pt x="22565" y="244584"/>
                </a:lnTo>
                <a:lnTo>
                  <a:pt x="19703" y="244155"/>
                </a:lnTo>
                <a:lnTo>
                  <a:pt x="17087" y="243665"/>
                </a:lnTo>
                <a:lnTo>
                  <a:pt x="14686" y="243095"/>
                </a:lnTo>
                <a:lnTo>
                  <a:pt x="12468" y="242428"/>
                </a:lnTo>
                <a:lnTo>
                  <a:pt x="10414" y="241643"/>
                </a:lnTo>
                <a:lnTo>
                  <a:pt x="8503" y="240718"/>
                </a:lnTo>
                <a:lnTo>
                  <a:pt x="6745" y="239609"/>
                </a:lnTo>
                <a:lnTo>
                  <a:pt x="5146" y="238298"/>
                </a:lnTo>
                <a:lnTo>
                  <a:pt x="3754" y="236797"/>
                </a:lnTo>
                <a:lnTo>
                  <a:pt x="2622" y="235149"/>
                </a:lnTo>
                <a:lnTo>
                  <a:pt x="1758" y="233409"/>
                </a:lnTo>
                <a:lnTo>
                  <a:pt x="1145" y="231650"/>
                </a:lnTo>
                <a:lnTo>
                  <a:pt x="741" y="229923"/>
                </a:lnTo>
                <a:lnTo>
                  <a:pt x="490" y="228226"/>
                </a:lnTo>
                <a:lnTo>
                  <a:pt x="349" y="226522"/>
                </a:lnTo>
                <a:lnTo>
                  <a:pt x="276" y="223349"/>
                </a:lnTo>
                <a:lnTo>
                  <a:pt x="0" y="23349"/>
                </a:lnTo>
                <a:lnTo>
                  <a:pt x="73" y="20151"/>
                </a:lnTo>
                <a:moveTo>
                  <a:pt x="12254" y="23564"/>
                </a:moveTo>
                <a:lnTo>
                  <a:pt x="12254" y="23411"/>
                </a:lnTo>
                <a:lnTo>
                  <a:pt x="12528" y="223263"/>
                </a:lnTo>
                <a:lnTo>
                  <a:pt x="12528" y="223128"/>
                </a:lnTo>
                <a:lnTo>
                  <a:pt x="12596" y="226057"/>
                </a:lnTo>
                <a:lnTo>
                  <a:pt x="12578" y="225695"/>
                </a:lnTo>
                <a:lnTo>
                  <a:pt x="12689" y="227025"/>
                </a:lnTo>
                <a:lnTo>
                  <a:pt x="12645" y="226645"/>
                </a:lnTo>
                <a:lnTo>
                  <a:pt x="12822" y="227888"/>
                </a:lnTo>
                <a:lnTo>
                  <a:pt x="12731" y="227380"/>
                </a:lnTo>
                <a:lnTo>
                  <a:pt x="13000" y="228544"/>
                </a:lnTo>
                <a:lnTo>
                  <a:pt x="12822" y="227919"/>
                </a:lnTo>
                <a:lnTo>
                  <a:pt x="13196" y="229003"/>
                </a:lnTo>
                <a:lnTo>
                  <a:pt x="12897" y="228293"/>
                </a:lnTo>
                <a:lnTo>
                  <a:pt x="13399" y="229304"/>
                </a:lnTo>
                <a:lnTo>
                  <a:pt x="12963" y="228562"/>
                </a:lnTo>
                <a:lnTo>
                  <a:pt x="13607" y="229500"/>
                </a:lnTo>
                <a:lnTo>
                  <a:pt x="13056" y="228808"/>
                </a:lnTo>
                <a:lnTo>
                  <a:pt x="13853" y="229671"/>
                </a:lnTo>
                <a:lnTo>
                  <a:pt x="13233" y="229090"/>
                </a:lnTo>
                <a:lnTo>
                  <a:pt x="14207" y="229880"/>
                </a:lnTo>
                <a:lnTo>
                  <a:pt x="13582" y="229433"/>
                </a:lnTo>
                <a:lnTo>
                  <a:pt x="14747" y="230162"/>
                </a:lnTo>
                <a:lnTo>
                  <a:pt x="14171" y="229843"/>
                </a:lnTo>
                <a:lnTo>
                  <a:pt x="15537" y="230511"/>
                </a:lnTo>
                <a:lnTo>
                  <a:pt x="15041" y="230296"/>
                </a:lnTo>
                <a:lnTo>
                  <a:pt x="16628" y="230903"/>
                </a:lnTo>
                <a:lnTo>
                  <a:pt x="16205" y="230756"/>
                </a:lnTo>
                <a:lnTo>
                  <a:pt x="18037" y="231307"/>
                </a:lnTo>
                <a:lnTo>
                  <a:pt x="17693" y="231216"/>
                </a:lnTo>
                <a:lnTo>
                  <a:pt x="19777" y="231711"/>
                </a:lnTo>
                <a:lnTo>
                  <a:pt x="19495" y="231650"/>
                </a:lnTo>
                <a:lnTo>
                  <a:pt x="21853" y="232092"/>
                </a:lnTo>
                <a:lnTo>
                  <a:pt x="21628" y="232055"/>
                </a:lnTo>
                <a:lnTo>
                  <a:pt x="24280" y="232453"/>
                </a:lnTo>
                <a:lnTo>
                  <a:pt x="24097" y="232429"/>
                </a:lnTo>
                <a:lnTo>
                  <a:pt x="27050" y="232778"/>
                </a:lnTo>
                <a:lnTo>
                  <a:pt x="26902" y="232759"/>
                </a:lnTo>
                <a:lnTo>
                  <a:pt x="30187" y="233065"/>
                </a:lnTo>
                <a:lnTo>
                  <a:pt x="30064" y="233060"/>
                </a:lnTo>
                <a:lnTo>
                  <a:pt x="33685" y="233323"/>
                </a:lnTo>
                <a:lnTo>
                  <a:pt x="33543" y="233317"/>
                </a:lnTo>
                <a:lnTo>
                  <a:pt x="41877" y="233740"/>
                </a:lnTo>
                <a:lnTo>
                  <a:pt x="41747" y="233733"/>
                </a:lnTo>
                <a:lnTo>
                  <a:pt x="51642" y="234028"/>
                </a:lnTo>
                <a:lnTo>
                  <a:pt x="51556" y="234028"/>
                </a:lnTo>
                <a:lnTo>
                  <a:pt x="63143" y="234218"/>
                </a:lnTo>
                <a:lnTo>
                  <a:pt x="63094" y="234218"/>
                </a:lnTo>
                <a:lnTo>
                  <a:pt x="76512" y="234328"/>
                </a:lnTo>
                <a:lnTo>
                  <a:pt x="76469" y="234328"/>
                </a:lnTo>
                <a:lnTo>
                  <a:pt x="109327" y="234389"/>
                </a:lnTo>
                <a:lnTo>
                  <a:pt x="109320" y="234389"/>
                </a:lnTo>
                <a:lnTo>
                  <a:pt x="982821" y="235271"/>
                </a:lnTo>
                <a:lnTo>
                  <a:pt x="982803" y="235271"/>
                </a:lnTo>
                <a:lnTo>
                  <a:pt x="1015551" y="235229"/>
                </a:lnTo>
                <a:lnTo>
                  <a:pt x="1015521" y="235229"/>
                </a:lnTo>
                <a:lnTo>
                  <a:pt x="1028810" y="235143"/>
                </a:lnTo>
                <a:lnTo>
                  <a:pt x="1028766" y="235143"/>
                </a:lnTo>
                <a:lnTo>
                  <a:pt x="1040193" y="234977"/>
                </a:lnTo>
                <a:lnTo>
                  <a:pt x="1040114" y="234977"/>
                </a:lnTo>
                <a:lnTo>
                  <a:pt x="1049818" y="234714"/>
                </a:lnTo>
                <a:lnTo>
                  <a:pt x="1049691" y="234720"/>
                </a:lnTo>
                <a:lnTo>
                  <a:pt x="1057809" y="234328"/>
                </a:lnTo>
                <a:lnTo>
                  <a:pt x="1057674" y="234340"/>
                </a:lnTo>
                <a:lnTo>
                  <a:pt x="1061183" y="234089"/>
                </a:lnTo>
                <a:lnTo>
                  <a:pt x="1061062" y="234101"/>
                </a:lnTo>
                <a:lnTo>
                  <a:pt x="1064229" y="233813"/>
                </a:lnTo>
                <a:lnTo>
                  <a:pt x="1064076" y="233825"/>
                </a:lnTo>
                <a:lnTo>
                  <a:pt x="1066913" y="233501"/>
                </a:lnTo>
                <a:lnTo>
                  <a:pt x="1066722" y="233525"/>
                </a:lnTo>
                <a:lnTo>
                  <a:pt x="1069259" y="233145"/>
                </a:lnTo>
                <a:lnTo>
                  <a:pt x="1069015" y="233188"/>
                </a:lnTo>
                <a:lnTo>
                  <a:pt x="1071263" y="232765"/>
                </a:lnTo>
                <a:lnTo>
                  <a:pt x="1070963" y="232827"/>
                </a:lnTo>
                <a:lnTo>
                  <a:pt x="1072936" y="232349"/>
                </a:lnTo>
                <a:lnTo>
                  <a:pt x="1072561" y="232453"/>
                </a:lnTo>
                <a:lnTo>
                  <a:pt x="1074277" y="231920"/>
                </a:lnTo>
                <a:lnTo>
                  <a:pt x="1073824" y="232085"/>
                </a:lnTo>
                <a:lnTo>
                  <a:pt x="1075306" y="231497"/>
                </a:lnTo>
                <a:lnTo>
                  <a:pt x="1074761" y="231742"/>
                </a:lnTo>
                <a:lnTo>
                  <a:pt x="1076023" y="231093"/>
                </a:lnTo>
                <a:lnTo>
                  <a:pt x="1075404" y="231454"/>
                </a:lnTo>
                <a:lnTo>
                  <a:pt x="1076463" y="230743"/>
                </a:lnTo>
                <a:lnTo>
                  <a:pt x="1075809" y="231252"/>
                </a:lnTo>
                <a:lnTo>
                  <a:pt x="1076680" y="230474"/>
                </a:lnTo>
                <a:lnTo>
                  <a:pt x="1076054" y="231124"/>
                </a:lnTo>
                <a:lnTo>
                  <a:pt x="1076759" y="230278"/>
                </a:lnTo>
                <a:lnTo>
                  <a:pt x="1076226" y="231025"/>
                </a:lnTo>
                <a:lnTo>
                  <a:pt x="1076782" y="230106"/>
                </a:lnTo>
                <a:lnTo>
                  <a:pt x="1076391" y="230872"/>
                </a:lnTo>
                <a:lnTo>
                  <a:pt x="1076813" y="229874"/>
                </a:lnTo>
                <a:lnTo>
                  <a:pt x="1076562" y="230578"/>
                </a:lnTo>
                <a:lnTo>
                  <a:pt x="1076875" y="229506"/>
                </a:lnTo>
                <a:lnTo>
                  <a:pt x="1076734" y="230088"/>
                </a:lnTo>
                <a:lnTo>
                  <a:pt x="1076954" y="228936"/>
                </a:lnTo>
                <a:lnTo>
                  <a:pt x="1076887" y="229383"/>
                </a:lnTo>
                <a:lnTo>
                  <a:pt x="1077021" y="228146"/>
                </a:lnTo>
                <a:lnTo>
                  <a:pt x="1076998" y="228470"/>
                </a:lnTo>
                <a:lnTo>
                  <a:pt x="1077070" y="227147"/>
                </a:lnTo>
                <a:lnTo>
                  <a:pt x="1077064" y="227411"/>
                </a:lnTo>
                <a:lnTo>
                  <a:pt x="1077101" y="224488"/>
                </a:lnTo>
                <a:lnTo>
                  <a:pt x="1077101" y="224580"/>
                </a:lnTo>
                <a:lnTo>
                  <a:pt x="1076826" y="22731"/>
                </a:lnTo>
                <a:lnTo>
                  <a:pt x="1076826" y="22902"/>
                </a:lnTo>
                <a:lnTo>
                  <a:pt x="1076782" y="21395"/>
                </a:lnTo>
                <a:lnTo>
                  <a:pt x="1076808" y="21824"/>
                </a:lnTo>
                <a:lnTo>
                  <a:pt x="1076667" y="20414"/>
                </a:lnTo>
                <a:lnTo>
                  <a:pt x="1076746" y="20948"/>
                </a:lnTo>
                <a:lnTo>
                  <a:pt x="1076495" y="19630"/>
                </a:lnTo>
                <a:lnTo>
                  <a:pt x="1076654" y="20267"/>
                </a:lnTo>
                <a:lnTo>
                  <a:pt x="1076275" y="19036"/>
                </a:lnTo>
                <a:lnTo>
                  <a:pt x="1076545" y="19747"/>
                </a:lnTo>
                <a:lnTo>
                  <a:pt x="1076030" y="18601"/>
                </a:lnTo>
                <a:lnTo>
                  <a:pt x="1076422" y="19336"/>
                </a:lnTo>
                <a:lnTo>
                  <a:pt x="1075760" y="18276"/>
                </a:lnTo>
                <a:lnTo>
                  <a:pt x="1076268" y="18975"/>
                </a:lnTo>
                <a:lnTo>
                  <a:pt x="1075447" y="17994"/>
                </a:lnTo>
                <a:lnTo>
                  <a:pt x="1076023" y="18595"/>
                </a:lnTo>
                <a:lnTo>
                  <a:pt x="1075024" y="17688"/>
                </a:lnTo>
                <a:lnTo>
                  <a:pt x="1075625" y="18166"/>
                </a:lnTo>
                <a:lnTo>
                  <a:pt x="1074443" y="17333"/>
                </a:lnTo>
                <a:lnTo>
                  <a:pt x="1075012" y="17688"/>
                </a:lnTo>
                <a:lnTo>
                  <a:pt x="1073627" y="16929"/>
                </a:lnTo>
                <a:lnTo>
                  <a:pt x="1074136" y="17180"/>
                </a:lnTo>
                <a:lnTo>
                  <a:pt x="1072543" y="16487"/>
                </a:lnTo>
                <a:lnTo>
                  <a:pt x="1072985" y="16659"/>
                </a:lnTo>
                <a:lnTo>
                  <a:pt x="1071159" y="16028"/>
                </a:lnTo>
                <a:lnTo>
                  <a:pt x="1071532" y="16144"/>
                </a:lnTo>
                <a:lnTo>
                  <a:pt x="1069473" y="15575"/>
                </a:lnTo>
                <a:lnTo>
                  <a:pt x="1069780" y="15648"/>
                </a:lnTo>
                <a:lnTo>
                  <a:pt x="1067470" y="15139"/>
                </a:lnTo>
                <a:lnTo>
                  <a:pt x="1067721" y="15189"/>
                </a:lnTo>
                <a:lnTo>
                  <a:pt x="1065141" y="14729"/>
                </a:lnTo>
                <a:lnTo>
                  <a:pt x="1065350" y="14766"/>
                </a:lnTo>
                <a:lnTo>
                  <a:pt x="1062501" y="14361"/>
                </a:lnTo>
                <a:lnTo>
                  <a:pt x="1062674" y="14380"/>
                </a:lnTo>
                <a:lnTo>
                  <a:pt x="1059523" y="14024"/>
                </a:lnTo>
                <a:lnTo>
                  <a:pt x="1059664" y="14036"/>
                </a:lnTo>
                <a:lnTo>
                  <a:pt x="1056222" y="13730"/>
                </a:lnTo>
                <a:lnTo>
                  <a:pt x="1056381" y="13742"/>
                </a:lnTo>
                <a:lnTo>
                  <a:pt x="1048526" y="13246"/>
                </a:lnTo>
                <a:lnTo>
                  <a:pt x="1048679" y="13252"/>
                </a:lnTo>
                <a:lnTo>
                  <a:pt x="1039459" y="12897"/>
                </a:lnTo>
                <a:lnTo>
                  <a:pt x="1039556" y="12903"/>
                </a:lnTo>
                <a:lnTo>
                  <a:pt x="1028871" y="12670"/>
                </a:lnTo>
                <a:lnTo>
                  <a:pt x="1028933" y="12670"/>
                </a:lnTo>
                <a:lnTo>
                  <a:pt x="1016673" y="12529"/>
                </a:lnTo>
                <a:lnTo>
                  <a:pt x="1016709" y="12529"/>
                </a:lnTo>
                <a:lnTo>
                  <a:pt x="1002777" y="12462"/>
                </a:lnTo>
                <a:lnTo>
                  <a:pt x="1002800" y="12462"/>
                </a:lnTo>
                <a:lnTo>
                  <a:pt x="969495" y="12438"/>
                </a:lnTo>
                <a:lnTo>
                  <a:pt x="109315" y="12254"/>
                </a:lnTo>
                <a:lnTo>
                  <a:pt x="109327" y="12254"/>
                </a:lnTo>
                <a:lnTo>
                  <a:pt x="76463" y="12315"/>
                </a:lnTo>
                <a:lnTo>
                  <a:pt x="76499" y="12315"/>
                </a:lnTo>
                <a:lnTo>
                  <a:pt x="63069" y="12425"/>
                </a:lnTo>
                <a:lnTo>
                  <a:pt x="63125" y="12425"/>
                </a:lnTo>
                <a:lnTo>
                  <a:pt x="51514" y="12621"/>
                </a:lnTo>
                <a:lnTo>
                  <a:pt x="51600" y="12621"/>
                </a:lnTo>
                <a:lnTo>
                  <a:pt x="41687" y="12921"/>
                </a:lnTo>
                <a:lnTo>
                  <a:pt x="41815" y="12915"/>
                </a:lnTo>
                <a:lnTo>
                  <a:pt x="33457" y="13338"/>
                </a:lnTo>
                <a:lnTo>
                  <a:pt x="33599" y="13332"/>
                </a:lnTo>
                <a:lnTo>
                  <a:pt x="29967" y="13601"/>
                </a:lnTo>
                <a:lnTo>
                  <a:pt x="30082" y="13589"/>
                </a:lnTo>
                <a:lnTo>
                  <a:pt x="26793" y="13902"/>
                </a:lnTo>
                <a:lnTo>
                  <a:pt x="26939" y="13883"/>
                </a:lnTo>
                <a:lnTo>
                  <a:pt x="23967" y="14239"/>
                </a:lnTo>
                <a:lnTo>
                  <a:pt x="24151" y="14214"/>
                </a:lnTo>
                <a:lnTo>
                  <a:pt x="21486" y="14606"/>
                </a:lnTo>
                <a:lnTo>
                  <a:pt x="21718" y="14569"/>
                </a:lnTo>
                <a:lnTo>
                  <a:pt x="19342" y="15017"/>
                </a:lnTo>
                <a:lnTo>
                  <a:pt x="19623" y="14955"/>
                </a:lnTo>
                <a:lnTo>
                  <a:pt x="17522" y="15458"/>
                </a:lnTo>
                <a:lnTo>
                  <a:pt x="17865" y="15360"/>
                </a:lnTo>
                <a:lnTo>
                  <a:pt x="16028" y="15918"/>
                </a:lnTo>
                <a:lnTo>
                  <a:pt x="16444" y="15771"/>
                </a:lnTo>
                <a:lnTo>
                  <a:pt x="14840" y="16383"/>
                </a:lnTo>
                <a:lnTo>
                  <a:pt x="15335" y="16169"/>
                </a:lnTo>
                <a:lnTo>
                  <a:pt x="13956" y="16836"/>
                </a:lnTo>
                <a:lnTo>
                  <a:pt x="14526" y="16524"/>
                </a:lnTo>
                <a:lnTo>
                  <a:pt x="13356" y="17253"/>
                </a:lnTo>
                <a:lnTo>
                  <a:pt x="13975" y="16812"/>
                </a:lnTo>
                <a:lnTo>
                  <a:pt x="12989" y="17609"/>
                </a:lnTo>
                <a:lnTo>
                  <a:pt x="13607" y="17033"/>
                </a:lnTo>
                <a:lnTo>
                  <a:pt x="12798" y="17897"/>
                </a:lnTo>
                <a:lnTo>
                  <a:pt x="13349" y="17216"/>
                </a:lnTo>
                <a:lnTo>
                  <a:pt x="12700" y="18148"/>
                </a:lnTo>
                <a:lnTo>
                  <a:pt x="13141" y="17412"/>
                </a:lnTo>
                <a:lnTo>
                  <a:pt x="12633" y="18423"/>
                </a:lnTo>
                <a:lnTo>
                  <a:pt x="12933" y="17713"/>
                </a:lnTo>
                <a:lnTo>
                  <a:pt x="12547" y="18797"/>
                </a:lnTo>
                <a:lnTo>
                  <a:pt x="12738" y="18172"/>
                </a:lnTo>
                <a:lnTo>
                  <a:pt x="12456" y="19336"/>
                </a:lnTo>
                <a:lnTo>
                  <a:pt x="12554" y="18822"/>
                </a:lnTo>
                <a:lnTo>
                  <a:pt x="12370" y="20071"/>
                </a:lnTo>
                <a:lnTo>
                  <a:pt x="12412" y="19680"/>
                </a:lnTo>
                <a:lnTo>
                  <a:pt x="12303" y="21009"/>
                </a:lnTo>
                <a:lnTo>
                  <a:pt x="12321" y="20635"/>
                </a:lnTo>
                <a:lnTo>
                  <a:pt x="12254" y="23564"/>
                </a:lnTo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rojector language">
            <a:extLst xmlns:a="http://schemas.openxmlformats.org/drawingml/2006/main">
              <a:ext uri="{FF2B5EF4-FFF2-40B4-BE49-F238E27FC236}">
                <a16:creationId xmlns:a16="http://schemas.microsoft.com/office/drawing/2014/main" id="{A48611C3-173C-4AB0-A868-98D3737E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7662" y="2453157"/>
            <a:ext cx="743035" cy="257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Projector</a:t>
            </a:r>
          </a:p>
        </p:txBody>
      </p:sp>
      <p:sp>
        <p:nvSpPr>
          <p:cNvPr id="304" name="path-311">
            <a:extLst xmlns:a="http://schemas.openxmlformats.org/drawingml/2006/main">
              <a:ext uri="{FF2B5EF4-FFF2-40B4-BE49-F238E27FC236}">
                <a16:creationId xmlns:a16="http://schemas.microsoft.com/office/drawing/2014/main" id="{085B92B6-58BD-422D-8CF9-C7F2A46B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0816" y="2025159"/>
            <a:ext cx="2720025" cy="539777"/>
          </a:xfrm>
          <a:custGeom xmlns:a="http://schemas.openxmlformats.org/drawingml/2006/main">
            <a:pathLst>
              <a:path w="2720025" h="539777">
                <a:moveTo>
                  <a:pt x="2610796" y="409354"/>
                </a:moveTo>
                <a:lnTo>
                  <a:pt x="2663482" y="501796"/>
                </a:lnTo>
                <a:lnTo>
                  <a:pt x="2637020" y="501526"/>
                </a:lnTo>
                <a:lnTo>
                  <a:pt x="2691554" y="410169"/>
                </a:lnTo>
                <a:lnTo>
                  <a:pt x="2692743" y="408453"/>
                </a:lnTo>
                <a:lnTo>
                  <a:pt x="2694159" y="406916"/>
                </a:lnTo>
                <a:lnTo>
                  <a:pt x="2695770" y="405580"/>
                </a:lnTo>
                <a:lnTo>
                  <a:pt x="2697547" y="404477"/>
                </a:lnTo>
                <a:lnTo>
                  <a:pt x="2699458" y="403631"/>
                </a:lnTo>
                <a:lnTo>
                  <a:pt x="2701468" y="403050"/>
                </a:lnTo>
                <a:lnTo>
                  <a:pt x="2703533" y="402749"/>
                </a:lnTo>
                <a:lnTo>
                  <a:pt x="2705628" y="402731"/>
                </a:lnTo>
                <a:lnTo>
                  <a:pt x="2707700" y="403000"/>
                </a:lnTo>
                <a:lnTo>
                  <a:pt x="2709721" y="403546"/>
                </a:lnTo>
                <a:lnTo>
                  <a:pt x="2711639" y="404367"/>
                </a:lnTo>
                <a:lnTo>
                  <a:pt x="2713434" y="405433"/>
                </a:lnTo>
                <a:lnTo>
                  <a:pt x="2715069" y="406744"/>
                </a:lnTo>
                <a:lnTo>
                  <a:pt x="2716509" y="408257"/>
                </a:lnTo>
                <a:lnTo>
                  <a:pt x="2717727" y="409954"/>
                </a:lnTo>
                <a:lnTo>
                  <a:pt x="2718704" y="411805"/>
                </a:lnTo>
                <a:lnTo>
                  <a:pt x="2719420" y="413765"/>
                </a:lnTo>
                <a:lnTo>
                  <a:pt x="2719867" y="415812"/>
                </a:lnTo>
                <a:lnTo>
                  <a:pt x="2720025" y="417895"/>
                </a:lnTo>
                <a:lnTo>
                  <a:pt x="2719897" y="419984"/>
                </a:lnTo>
                <a:lnTo>
                  <a:pt x="2719487" y="422030"/>
                </a:lnTo>
                <a:lnTo>
                  <a:pt x="2718806" y="424009"/>
                </a:lnTo>
                <a:lnTo>
                  <a:pt x="2717857" y="425872"/>
                </a:lnTo>
                <a:lnTo>
                  <a:pt x="2649868" y="539777"/>
                </a:lnTo>
                <a:lnTo>
                  <a:pt x="2584182" y="424524"/>
                </a:lnTo>
                <a:lnTo>
                  <a:pt x="2583275" y="422643"/>
                </a:lnTo>
                <a:lnTo>
                  <a:pt x="2582633" y="420652"/>
                </a:lnTo>
                <a:lnTo>
                  <a:pt x="2582263" y="418593"/>
                </a:lnTo>
                <a:lnTo>
                  <a:pt x="2582184" y="416504"/>
                </a:lnTo>
                <a:lnTo>
                  <a:pt x="2582387" y="414427"/>
                </a:lnTo>
                <a:lnTo>
                  <a:pt x="2582863" y="412393"/>
                </a:lnTo>
                <a:lnTo>
                  <a:pt x="2583624" y="410444"/>
                </a:lnTo>
                <a:lnTo>
                  <a:pt x="2584635" y="408613"/>
                </a:lnTo>
                <a:lnTo>
                  <a:pt x="2585891" y="406940"/>
                </a:lnTo>
                <a:lnTo>
                  <a:pt x="2587363" y="405451"/>
                </a:lnTo>
                <a:lnTo>
                  <a:pt x="2589016" y="404183"/>
                </a:lnTo>
                <a:lnTo>
                  <a:pt x="2590835" y="403147"/>
                </a:lnTo>
                <a:lnTo>
                  <a:pt x="2592772" y="402369"/>
                </a:lnTo>
                <a:lnTo>
                  <a:pt x="2594800" y="401861"/>
                </a:lnTo>
                <a:lnTo>
                  <a:pt x="2596883" y="401634"/>
                </a:lnTo>
                <a:lnTo>
                  <a:pt x="2598972" y="401696"/>
                </a:lnTo>
                <a:lnTo>
                  <a:pt x="2601030" y="402039"/>
                </a:lnTo>
                <a:lnTo>
                  <a:pt x="2603027" y="402657"/>
                </a:lnTo>
                <a:lnTo>
                  <a:pt x="2604922" y="403546"/>
                </a:lnTo>
                <a:lnTo>
                  <a:pt x="2606678" y="404685"/>
                </a:lnTo>
                <a:lnTo>
                  <a:pt x="2608259" y="406045"/>
                </a:lnTo>
                <a:lnTo>
                  <a:pt x="2609645" y="407614"/>
                </a:lnTo>
                <a:lnTo>
                  <a:pt x="2610796" y="409354"/>
                </a:lnTo>
                <a:moveTo>
                  <a:pt x="0" y="0"/>
                </a:moveTo>
                <a:lnTo>
                  <a:pt x="2665491" y="0"/>
                </a:lnTo>
                <a:lnTo>
                  <a:pt x="2665491" y="509381"/>
                </a:lnTo>
                <a:lnTo>
                  <a:pt x="2634858" y="509381"/>
                </a:lnTo>
                <a:lnTo>
                  <a:pt x="2634858" y="15317"/>
                </a:lnTo>
                <a:lnTo>
                  <a:pt x="2650173" y="30634"/>
                </a:lnTo>
                <a:lnTo>
                  <a:pt x="0" y="3063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366B3057-2BD9-4C91-A53C-1FD5095B8B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1335063d145eb"/>
          <a:stretch xmlns:a="http://schemas.openxmlformats.org/drawingml/2006/main"/>
        </p:blipFill>
        <p:spPr>
          <a:xfrm xmlns:a="http://schemas.openxmlformats.org/drawingml/2006/main">
            <a:off x="10906125" y="6248400"/>
            <a:ext cx="4152900" cy="2009775"/>
          </a:xfrm>
          <a:prstGeom xmlns:a="http://schemas.openxmlformats.org/drawingml/2006/main" prst="rect">
            <a:avLst/>
          </a:prstGeom>
        </p:spPr>
      </p:pic>
      <p:sp>
        <p:nvSpPr>
          <p:cNvPr id="306" name="path-313">
            <a:extLst xmlns:a="http://schemas.openxmlformats.org/drawingml/2006/main">
              <a:ext uri="{FF2B5EF4-FFF2-40B4-BE49-F238E27FC236}">
                <a16:creationId xmlns:a16="http://schemas.microsoft.com/office/drawing/2014/main" id="{4E3B7D0B-60C0-444F-A5DE-C9BCC9E1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768" y="6034577"/>
            <a:ext cx="4259700" cy="2258054"/>
          </a:xfrm>
          <a:custGeom xmlns:a="http://schemas.openxmlformats.org/drawingml/2006/main">
            <a:pathLst>
              <a:path w="4259700" h="2258054">
                <a:moveTo>
                  <a:pt x="1091" y="2073727"/>
                </a:moveTo>
                <a:lnTo>
                  <a:pt x="1046" y="2000205"/>
                </a:lnTo>
                <a:lnTo>
                  <a:pt x="25554" y="2000187"/>
                </a:lnTo>
                <a:lnTo>
                  <a:pt x="25596" y="2073710"/>
                </a:lnTo>
                <a:lnTo>
                  <a:pt x="1091" y="2073727"/>
                </a:lnTo>
                <a:moveTo>
                  <a:pt x="1035" y="1975698"/>
                </a:moveTo>
                <a:lnTo>
                  <a:pt x="991" y="1902176"/>
                </a:lnTo>
                <a:lnTo>
                  <a:pt x="25498" y="1902158"/>
                </a:lnTo>
                <a:lnTo>
                  <a:pt x="25543" y="1975680"/>
                </a:lnTo>
                <a:lnTo>
                  <a:pt x="1035" y="1975698"/>
                </a:lnTo>
                <a:moveTo>
                  <a:pt x="979" y="1877668"/>
                </a:moveTo>
                <a:lnTo>
                  <a:pt x="937" y="1804146"/>
                </a:lnTo>
                <a:lnTo>
                  <a:pt x="25445" y="1804128"/>
                </a:lnTo>
                <a:lnTo>
                  <a:pt x="25487" y="1877651"/>
                </a:lnTo>
                <a:lnTo>
                  <a:pt x="979" y="1877668"/>
                </a:lnTo>
                <a:moveTo>
                  <a:pt x="919" y="1779638"/>
                </a:moveTo>
                <a:lnTo>
                  <a:pt x="881" y="1706116"/>
                </a:lnTo>
                <a:lnTo>
                  <a:pt x="25389" y="1706098"/>
                </a:lnTo>
                <a:lnTo>
                  <a:pt x="25426" y="1779620"/>
                </a:lnTo>
                <a:lnTo>
                  <a:pt x="919" y="1779638"/>
                </a:lnTo>
                <a:moveTo>
                  <a:pt x="863" y="1681608"/>
                </a:moveTo>
                <a:lnTo>
                  <a:pt x="821" y="1608086"/>
                </a:lnTo>
                <a:lnTo>
                  <a:pt x="25329" y="1608068"/>
                </a:lnTo>
                <a:lnTo>
                  <a:pt x="25371" y="1681591"/>
                </a:lnTo>
                <a:lnTo>
                  <a:pt x="863" y="1681608"/>
                </a:lnTo>
                <a:moveTo>
                  <a:pt x="809" y="1583579"/>
                </a:moveTo>
                <a:lnTo>
                  <a:pt x="765" y="1510057"/>
                </a:lnTo>
                <a:lnTo>
                  <a:pt x="25273" y="1510039"/>
                </a:lnTo>
                <a:lnTo>
                  <a:pt x="25317" y="1583561"/>
                </a:lnTo>
                <a:lnTo>
                  <a:pt x="809" y="1583579"/>
                </a:lnTo>
                <a:moveTo>
                  <a:pt x="753" y="1485549"/>
                </a:moveTo>
                <a:lnTo>
                  <a:pt x="709" y="1412027"/>
                </a:lnTo>
                <a:lnTo>
                  <a:pt x="25217" y="1412009"/>
                </a:lnTo>
                <a:lnTo>
                  <a:pt x="25261" y="1485531"/>
                </a:lnTo>
                <a:lnTo>
                  <a:pt x="753" y="1485549"/>
                </a:lnTo>
                <a:moveTo>
                  <a:pt x="698" y="1387519"/>
                </a:moveTo>
                <a:lnTo>
                  <a:pt x="656" y="1313997"/>
                </a:lnTo>
                <a:lnTo>
                  <a:pt x="25164" y="1313979"/>
                </a:lnTo>
                <a:lnTo>
                  <a:pt x="25205" y="1387501"/>
                </a:lnTo>
                <a:lnTo>
                  <a:pt x="698" y="1387519"/>
                </a:lnTo>
                <a:moveTo>
                  <a:pt x="637" y="1289489"/>
                </a:moveTo>
                <a:lnTo>
                  <a:pt x="600" y="1215967"/>
                </a:lnTo>
                <a:lnTo>
                  <a:pt x="25108" y="1215949"/>
                </a:lnTo>
                <a:lnTo>
                  <a:pt x="25145" y="1289471"/>
                </a:lnTo>
                <a:lnTo>
                  <a:pt x="637" y="1289489"/>
                </a:lnTo>
                <a:moveTo>
                  <a:pt x="581" y="1191460"/>
                </a:moveTo>
                <a:lnTo>
                  <a:pt x="540" y="1117938"/>
                </a:lnTo>
                <a:lnTo>
                  <a:pt x="25045" y="1117919"/>
                </a:lnTo>
                <a:lnTo>
                  <a:pt x="25089" y="1191441"/>
                </a:lnTo>
                <a:lnTo>
                  <a:pt x="581" y="1191460"/>
                </a:lnTo>
                <a:moveTo>
                  <a:pt x="526" y="1093430"/>
                </a:moveTo>
                <a:lnTo>
                  <a:pt x="484" y="1019908"/>
                </a:lnTo>
                <a:lnTo>
                  <a:pt x="24991" y="1019889"/>
                </a:lnTo>
                <a:lnTo>
                  <a:pt x="25033" y="1093412"/>
                </a:lnTo>
                <a:lnTo>
                  <a:pt x="526" y="1093430"/>
                </a:lnTo>
                <a:moveTo>
                  <a:pt x="472" y="995400"/>
                </a:moveTo>
                <a:lnTo>
                  <a:pt x="428" y="921878"/>
                </a:lnTo>
                <a:lnTo>
                  <a:pt x="24936" y="921859"/>
                </a:lnTo>
                <a:lnTo>
                  <a:pt x="24978" y="995382"/>
                </a:lnTo>
                <a:lnTo>
                  <a:pt x="472" y="995400"/>
                </a:lnTo>
                <a:moveTo>
                  <a:pt x="416" y="897370"/>
                </a:moveTo>
                <a:lnTo>
                  <a:pt x="372" y="823848"/>
                </a:lnTo>
                <a:lnTo>
                  <a:pt x="24880" y="823830"/>
                </a:lnTo>
                <a:lnTo>
                  <a:pt x="24924" y="897352"/>
                </a:lnTo>
                <a:lnTo>
                  <a:pt x="416" y="897370"/>
                </a:lnTo>
                <a:moveTo>
                  <a:pt x="353" y="799341"/>
                </a:moveTo>
                <a:lnTo>
                  <a:pt x="312" y="725818"/>
                </a:lnTo>
                <a:lnTo>
                  <a:pt x="24819" y="725800"/>
                </a:lnTo>
                <a:lnTo>
                  <a:pt x="24861" y="799322"/>
                </a:lnTo>
                <a:lnTo>
                  <a:pt x="353" y="799341"/>
                </a:lnTo>
                <a:moveTo>
                  <a:pt x="300" y="701311"/>
                </a:moveTo>
                <a:lnTo>
                  <a:pt x="256" y="627788"/>
                </a:lnTo>
                <a:lnTo>
                  <a:pt x="24764" y="627770"/>
                </a:lnTo>
                <a:lnTo>
                  <a:pt x="24808" y="701293"/>
                </a:lnTo>
                <a:lnTo>
                  <a:pt x="300" y="701311"/>
                </a:lnTo>
                <a:moveTo>
                  <a:pt x="244" y="603281"/>
                </a:moveTo>
                <a:lnTo>
                  <a:pt x="202" y="529759"/>
                </a:lnTo>
                <a:lnTo>
                  <a:pt x="24710" y="529740"/>
                </a:lnTo>
                <a:lnTo>
                  <a:pt x="24752" y="603263"/>
                </a:lnTo>
                <a:lnTo>
                  <a:pt x="244" y="603281"/>
                </a:lnTo>
                <a:moveTo>
                  <a:pt x="188" y="505251"/>
                </a:moveTo>
                <a:lnTo>
                  <a:pt x="147" y="431729"/>
                </a:lnTo>
                <a:lnTo>
                  <a:pt x="24654" y="431711"/>
                </a:lnTo>
                <a:lnTo>
                  <a:pt x="24696" y="505233"/>
                </a:lnTo>
                <a:lnTo>
                  <a:pt x="188" y="505251"/>
                </a:lnTo>
                <a:moveTo>
                  <a:pt x="135" y="407222"/>
                </a:moveTo>
                <a:lnTo>
                  <a:pt x="91" y="333699"/>
                </a:lnTo>
                <a:lnTo>
                  <a:pt x="24598" y="333681"/>
                </a:lnTo>
                <a:lnTo>
                  <a:pt x="24640" y="407203"/>
                </a:lnTo>
                <a:lnTo>
                  <a:pt x="135" y="407222"/>
                </a:lnTo>
                <a:moveTo>
                  <a:pt x="74" y="309192"/>
                </a:moveTo>
                <a:lnTo>
                  <a:pt x="35" y="235669"/>
                </a:lnTo>
                <a:lnTo>
                  <a:pt x="24543" y="235651"/>
                </a:lnTo>
                <a:lnTo>
                  <a:pt x="24580" y="309174"/>
                </a:lnTo>
                <a:lnTo>
                  <a:pt x="74" y="309192"/>
                </a:lnTo>
                <a:moveTo>
                  <a:pt x="19" y="211162"/>
                </a:moveTo>
                <a:lnTo>
                  <a:pt x="0" y="176374"/>
                </a:lnTo>
                <a:lnTo>
                  <a:pt x="60" y="161939"/>
                </a:lnTo>
                <a:lnTo>
                  <a:pt x="281" y="148313"/>
                </a:lnTo>
                <a:lnTo>
                  <a:pt x="477" y="141738"/>
                </a:lnTo>
                <a:lnTo>
                  <a:pt x="667" y="137138"/>
                </a:lnTo>
                <a:lnTo>
                  <a:pt x="25150" y="138142"/>
                </a:lnTo>
                <a:lnTo>
                  <a:pt x="24966" y="142670"/>
                </a:lnTo>
                <a:lnTo>
                  <a:pt x="24973" y="142535"/>
                </a:lnTo>
                <a:lnTo>
                  <a:pt x="24782" y="148956"/>
                </a:lnTo>
                <a:lnTo>
                  <a:pt x="24782" y="148791"/>
                </a:lnTo>
                <a:lnTo>
                  <a:pt x="24561" y="162263"/>
                </a:lnTo>
                <a:lnTo>
                  <a:pt x="24568" y="162116"/>
                </a:lnTo>
                <a:lnTo>
                  <a:pt x="24508" y="176447"/>
                </a:lnTo>
                <a:lnTo>
                  <a:pt x="24508" y="176386"/>
                </a:lnTo>
                <a:lnTo>
                  <a:pt x="24526" y="211144"/>
                </a:lnTo>
                <a:lnTo>
                  <a:pt x="19" y="211162"/>
                </a:lnTo>
                <a:moveTo>
                  <a:pt x="2616" y="111870"/>
                </a:moveTo>
                <a:lnTo>
                  <a:pt x="2646" y="111576"/>
                </a:lnTo>
                <a:lnTo>
                  <a:pt x="3388" y="106026"/>
                </a:lnTo>
                <a:lnTo>
                  <a:pt x="4265" y="100621"/>
                </a:lnTo>
                <a:lnTo>
                  <a:pt x="5274" y="95358"/>
                </a:lnTo>
                <a:lnTo>
                  <a:pt x="6439" y="90236"/>
                </a:lnTo>
                <a:lnTo>
                  <a:pt x="7762" y="85249"/>
                </a:lnTo>
                <a:lnTo>
                  <a:pt x="9269" y="80396"/>
                </a:lnTo>
                <a:lnTo>
                  <a:pt x="10971" y="75679"/>
                </a:lnTo>
                <a:lnTo>
                  <a:pt x="12871" y="71096"/>
                </a:lnTo>
                <a:lnTo>
                  <a:pt x="14992" y="66648"/>
                </a:lnTo>
                <a:lnTo>
                  <a:pt x="17345" y="62347"/>
                </a:lnTo>
                <a:lnTo>
                  <a:pt x="19924" y="58193"/>
                </a:lnTo>
                <a:lnTo>
                  <a:pt x="22747" y="54204"/>
                </a:lnTo>
                <a:lnTo>
                  <a:pt x="25824" y="50375"/>
                </a:lnTo>
                <a:lnTo>
                  <a:pt x="29145" y="46717"/>
                </a:lnTo>
                <a:lnTo>
                  <a:pt x="32710" y="43243"/>
                </a:lnTo>
                <a:lnTo>
                  <a:pt x="36528" y="39947"/>
                </a:lnTo>
                <a:lnTo>
                  <a:pt x="37900" y="38893"/>
                </a:lnTo>
                <a:lnTo>
                  <a:pt x="52818" y="58340"/>
                </a:lnTo>
                <a:lnTo>
                  <a:pt x="51722" y="59180"/>
                </a:lnTo>
                <a:lnTo>
                  <a:pt x="52274" y="58725"/>
                </a:lnTo>
                <a:lnTo>
                  <a:pt x="49009" y="61550"/>
                </a:lnTo>
                <a:lnTo>
                  <a:pt x="49553" y="61054"/>
                </a:lnTo>
                <a:lnTo>
                  <a:pt x="46516" y="64014"/>
                </a:lnTo>
                <a:lnTo>
                  <a:pt x="47034" y="63474"/>
                </a:lnTo>
                <a:lnTo>
                  <a:pt x="44216" y="66574"/>
                </a:lnTo>
                <a:lnTo>
                  <a:pt x="44702" y="66011"/>
                </a:lnTo>
                <a:lnTo>
                  <a:pt x="42097" y="69252"/>
                </a:lnTo>
                <a:lnTo>
                  <a:pt x="42544" y="68664"/>
                </a:lnTo>
                <a:lnTo>
                  <a:pt x="40142" y="72058"/>
                </a:lnTo>
                <a:lnTo>
                  <a:pt x="40542" y="71451"/>
                </a:lnTo>
                <a:lnTo>
                  <a:pt x="38335" y="74999"/>
                </a:lnTo>
                <a:lnTo>
                  <a:pt x="38684" y="74392"/>
                </a:lnTo>
                <a:lnTo>
                  <a:pt x="36668" y="78093"/>
                </a:lnTo>
                <a:lnTo>
                  <a:pt x="36970" y="77499"/>
                </a:lnTo>
                <a:lnTo>
                  <a:pt x="35130" y="81358"/>
                </a:lnTo>
                <a:lnTo>
                  <a:pt x="35389" y="80783"/>
                </a:lnTo>
                <a:lnTo>
                  <a:pt x="33717" y="84808"/>
                </a:lnTo>
                <a:lnTo>
                  <a:pt x="33930" y="84256"/>
                </a:lnTo>
                <a:lnTo>
                  <a:pt x="32424" y="88441"/>
                </a:lnTo>
                <a:lnTo>
                  <a:pt x="32596" y="87927"/>
                </a:lnTo>
                <a:lnTo>
                  <a:pt x="31240" y="92283"/>
                </a:lnTo>
                <a:lnTo>
                  <a:pt x="31382" y="91805"/>
                </a:lnTo>
                <a:lnTo>
                  <a:pt x="30175" y="96327"/>
                </a:lnTo>
                <a:lnTo>
                  <a:pt x="30284" y="95885"/>
                </a:lnTo>
                <a:lnTo>
                  <a:pt x="29219" y="100590"/>
                </a:lnTo>
                <a:lnTo>
                  <a:pt x="29298" y="100186"/>
                </a:lnTo>
                <a:lnTo>
                  <a:pt x="28361" y="105063"/>
                </a:lnTo>
                <a:lnTo>
                  <a:pt x="28428" y="104702"/>
                </a:lnTo>
                <a:lnTo>
                  <a:pt x="27615" y="109762"/>
                </a:lnTo>
                <a:lnTo>
                  <a:pt x="27661" y="109438"/>
                </a:lnTo>
                <a:lnTo>
                  <a:pt x="26956" y="114683"/>
                </a:lnTo>
                <a:lnTo>
                  <a:pt x="26994" y="114394"/>
                </a:lnTo>
                <a:lnTo>
                  <a:pt x="26977" y="114548"/>
                </a:lnTo>
                <a:lnTo>
                  <a:pt x="2616" y="111870"/>
                </a:lnTo>
                <a:moveTo>
                  <a:pt x="61678" y="25108"/>
                </a:moveTo>
                <a:lnTo>
                  <a:pt x="64503" y="23894"/>
                </a:lnTo>
                <a:lnTo>
                  <a:pt x="70035" y="21781"/>
                </a:lnTo>
                <a:lnTo>
                  <a:pt x="75826" y="19808"/>
                </a:lnTo>
                <a:lnTo>
                  <a:pt x="81890" y="17970"/>
                </a:lnTo>
                <a:lnTo>
                  <a:pt x="88232" y="16261"/>
                </a:lnTo>
                <a:lnTo>
                  <a:pt x="94862" y="14668"/>
                </a:lnTo>
                <a:lnTo>
                  <a:pt x="101791" y="13191"/>
                </a:lnTo>
                <a:lnTo>
                  <a:pt x="109026" y="11818"/>
                </a:lnTo>
                <a:lnTo>
                  <a:pt x="116581" y="10551"/>
                </a:lnTo>
                <a:lnTo>
                  <a:pt x="124467" y="9380"/>
                </a:lnTo>
                <a:lnTo>
                  <a:pt x="132690" y="8302"/>
                </a:lnTo>
                <a:lnTo>
                  <a:pt x="136524" y="7855"/>
                </a:lnTo>
                <a:lnTo>
                  <a:pt x="139343" y="32203"/>
                </a:lnTo>
                <a:lnTo>
                  <a:pt x="135599" y="32632"/>
                </a:lnTo>
                <a:lnTo>
                  <a:pt x="135789" y="32607"/>
                </a:lnTo>
                <a:lnTo>
                  <a:pt x="127762" y="33667"/>
                </a:lnTo>
                <a:lnTo>
                  <a:pt x="127971" y="33636"/>
                </a:lnTo>
                <a:lnTo>
                  <a:pt x="120300" y="34776"/>
                </a:lnTo>
                <a:lnTo>
                  <a:pt x="120532" y="34739"/>
                </a:lnTo>
                <a:lnTo>
                  <a:pt x="113219" y="35970"/>
                </a:lnTo>
                <a:lnTo>
                  <a:pt x="113470" y="35922"/>
                </a:lnTo>
                <a:lnTo>
                  <a:pt x="106491" y="37245"/>
                </a:lnTo>
                <a:lnTo>
                  <a:pt x="106766" y="37190"/>
                </a:lnTo>
                <a:lnTo>
                  <a:pt x="100131" y="38605"/>
                </a:lnTo>
                <a:lnTo>
                  <a:pt x="100431" y="38538"/>
                </a:lnTo>
                <a:lnTo>
                  <a:pt x="94120" y="40051"/>
                </a:lnTo>
                <a:lnTo>
                  <a:pt x="94450" y="39965"/>
                </a:lnTo>
                <a:lnTo>
                  <a:pt x="88460" y="41583"/>
                </a:lnTo>
                <a:lnTo>
                  <a:pt x="88820" y="41479"/>
                </a:lnTo>
                <a:lnTo>
                  <a:pt x="83134" y="43207"/>
                </a:lnTo>
                <a:lnTo>
                  <a:pt x="83527" y="43078"/>
                </a:lnTo>
                <a:lnTo>
                  <a:pt x="78142" y="44909"/>
                </a:lnTo>
                <a:lnTo>
                  <a:pt x="78570" y="44757"/>
                </a:lnTo>
                <a:lnTo>
                  <a:pt x="73479" y="46699"/>
                </a:lnTo>
                <a:lnTo>
                  <a:pt x="73933" y="46515"/>
                </a:lnTo>
                <a:lnTo>
                  <a:pt x="71328" y="47630"/>
                </a:lnTo>
                <a:lnTo>
                  <a:pt x="61678" y="25108"/>
                </a:lnTo>
                <a:moveTo>
                  <a:pt x="161369" y="5422"/>
                </a:moveTo>
                <a:lnTo>
                  <a:pt x="169150" y="4815"/>
                </a:lnTo>
                <a:lnTo>
                  <a:pt x="179203" y="4129"/>
                </a:lnTo>
                <a:lnTo>
                  <a:pt x="189656" y="3517"/>
                </a:lnTo>
                <a:lnTo>
                  <a:pt x="200513" y="2959"/>
                </a:lnTo>
                <a:lnTo>
                  <a:pt x="211787" y="2469"/>
                </a:lnTo>
                <a:lnTo>
                  <a:pt x="223477" y="2034"/>
                </a:lnTo>
                <a:lnTo>
                  <a:pt x="235358" y="1660"/>
                </a:lnTo>
                <a:lnTo>
                  <a:pt x="236130" y="26155"/>
                </a:lnTo>
                <a:lnTo>
                  <a:pt x="224286" y="26529"/>
                </a:lnTo>
                <a:lnTo>
                  <a:pt x="224354" y="26529"/>
                </a:lnTo>
                <a:lnTo>
                  <a:pt x="212736" y="26958"/>
                </a:lnTo>
                <a:lnTo>
                  <a:pt x="212810" y="26958"/>
                </a:lnTo>
                <a:lnTo>
                  <a:pt x="201623" y="27443"/>
                </a:lnTo>
                <a:lnTo>
                  <a:pt x="201713" y="27443"/>
                </a:lnTo>
                <a:lnTo>
                  <a:pt x="190949" y="27987"/>
                </a:lnTo>
                <a:lnTo>
                  <a:pt x="191046" y="27981"/>
                </a:lnTo>
                <a:lnTo>
                  <a:pt x="180698" y="28594"/>
                </a:lnTo>
                <a:lnTo>
                  <a:pt x="180810" y="28582"/>
                </a:lnTo>
                <a:lnTo>
                  <a:pt x="170871" y="29262"/>
                </a:lnTo>
                <a:lnTo>
                  <a:pt x="170994" y="29249"/>
                </a:lnTo>
                <a:lnTo>
                  <a:pt x="163274" y="29856"/>
                </a:lnTo>
                <a:lnTo>
                  <a:pt x="161369" y="5422"/>
                </a:lnTo>
                <a:moveTo>
                  <a:pt x="259945" y="1066"/>
                </a:moveTo>
                <a:lnTo>
                  <a:pt x="261186" y="1035"/>
                </a:lnTo>
                <a:lnTo>
                  <a:pt x="288606" y="594"/>
                </a:lnTo>
                <a:lnTo>
                  <a:pt x="317922" y="294"/>
                </a:lnTo>
                <a:lnTo>
                  <a:pt x="333687" y="202"/>
                </a:lnTo>
                <a:lnTo>
                  <a:pt x="333828" y="24710"/>
                </a:lnTo>
                <a:lnTo>
                  <a:pt x="318095" y="24801"/>
                </a:lnTo>
                <a:lnTo>
                  <a:pt x="318148" y="24801"/>
                </a:lnTo>
                <a:lnTo>
                  <a:pt x="288887" y="25102"/>
                </a:lnTo>
                <a:lnTo>
                  <a:pt x="288959" y="25096"/>
                </a:lnTo>
                <a:lnTo>
                  <a:pt x="261628" y="25543"/>
                </a:lnTo>
                <a:lnTo>
                  <a:pt x="261726" y="25537"/>
                </a:lnTo>
                <a:lnTo>
                  <a:pt x="260538" y="25567"/>
                </a:lnTo>
                <a:lnTo>
                  <a:pt x="259945" y="1066"/>
                </a:lnTo>
                <a:moveTo>
                  <a:pt x="358232" y="85"/>
                </a:moveTo>
                <a:lnTo>
                  <a:pt x="382549" y="24"/>
                </a:lnTo>
                <a:lnTo>
                  <a:pt x="417993" y="0"/>
                </a:lnTo>
                <a:lnTo>
                  <a:pt x="431797" y="6"/>
                </a:lnTo>
                <a:lnTo>
                  <a:pt x="431783" y="24514"/>
                </a:lnTo>
                <a:lnTo>
                  <a:pt x="417986" y="24507"/>
                </a:lnTo>
                <a:lnTo>
                  <a:pt x="418005" y="24507"/>
                </a:lnTo>
                <a:lnTo>
                  <a:pt x="382579" y="24532"/>
                </a:lnTo>
                <a:lnTo>
                  <a:pt x="382605" y="24532"/>
                </a:lnTo>
                <a:lnTo>
                  <a:pt x="358299" y="24593"/>
                </a:lnTo>
                <a:lnTo>
                  <a:pt x="358232" y="85"/>
                </a:lnTo>
                <a:moveTo>
                  <a:pt x="456305" y="19"/>
                </a:moveTo>
                <a:lnTo>
                  <a:pt x="529826" y="61"/>
                </a:lnTo>
                <a:lnTo>
                  <a:pt x="529814" y="24568"/>
                </a:lnTo>
                <a:lnTo>
                  <a:pt x="456291" y="24526"/>
                </a:lnTo>
                <a:lnTo>
                  <a:pt x="456305" y="19"/>
                </a:lnTo>
                <a:moveTo>
                  <a:pt x="554334" y="73"/>
                </a:moveTo>
                <a:lnTo>
                  <a:pt x="627857" y="110"/>
                </a:lnTo>
                <a:lnTo>
                  <a:pt x="627843" y="24618"/>
                </a:lnTo>
                <a:lnTo>
                  <a:pt x="554322" y="24581"/>
                </a:lnTo>
                <a:lnTo>
                  <a:pt x="554334" y="73"/>
                </a:lnTo>
                <a:moveTo>
                  <a:pt x="652363" y="122"/>
                </a:moveTo>
                <a:lnTo>
                  <a:pt x="725886" y="159"/>
                </a:lnTo>
                <a:lnTo>
                  <a:pt x="725872" y="24667"/>
                </a:lnTo>
                <a:lnTo>
                  <a:pt x="652351" y="24630"/>
                </a:lnTo>
                <a:lnTo>
                  <a:pt x="652363" y="122"/>
                </a:lnTo>
                <a:moveTo>
                  <a:pt x="750394" y="172"/>
                </a:moveTo>
                <a:lnTo>
                  <a:pt x="823915" y="215"/>
                </a:lnTo>
                <a:lnTo>
                  <a:pt x="823903" y="24722"/>
                </a:lnTo>
                <a:lnTo>
                  <a:pt x="750380" y="24679"/>
                </a:lnTo>
                <a:lnTo>
                  <a:pt x="750394" y="172"/>
                </a:lnTo>
                <a:moveTo>
                  <a:pt x="848423" y="227"/>
                </a:moveTo>
                <a:lnTo>
                  <a:pt x="921946" y="263"/>
                </a:lnTo>
                <a:lnTo>
                  <a:pt x="921932" y="24771"/>
                </a:lnTo>
                <a:lnTo>
                  <a:pt x="848411" y="24734"/>
                </a:lnTo>
                <a:lnTo>
                  <a:pt x="848423" y="227"/>
                </a:lnTo>
                <a:moveTo>
                  <a:pt x="946452" y="276"/>
                </a:moveTo>
                <a:lnTo>
                  <a:pt x="1019975" y="312"/>
                </a:lnTo>
                <a:lnTo>
                  <a:pt x="1019963" y="24820"/>
                </a:lnTo>
                <a:lnTo>
                  <a:pt x="946440" y="24783"/>
                </a:lnTo>
                <a:lnTo>
                  <a:pt x="946452" y="276"/>
                </a:lnTo>
                <a:moveTo>
                  <a:pt x="1044483" y="324"/>
                </a:moveTo>
                <a:lnTo>
                  <a:pt x="1118004" y="367"/>
                </a:lnTo>
                <a:lnTo>
                  <a:pt x="1117992" y="24875"/>
                </a:lnTo>
                <a:lnTo>
                  <a:pt x="1044469" y="24832"/>
                </a:lnTo>
                <a:lnTo>
                  <a:pt x="1044483" y="324"/>
                </a:lnTo>
                <a:moveTo>
                  <a:pt x="1142512" y="380"/>
                </a:moveTo>
                <a:lnTo>
                  <a:pt x="1216035" y="417"/>
                </a:lnTo>
                <a:lnTo>
                  <a:pt x="1216021" y="24924"/>
                </a:lnTo>
                <a:lnTo>
                  <a:pt x="1142500" y="24887"/>
                </a:lnTo>
                <a:lnTo>
                  <a:pt x="1142512" y="380"/>
                </a:lnTo>
                <a:moveTo>
                  <a:pt x="1240543" y="428"/>
                </a:moveTo>
                <a:lnTo>
                  <a:pt x="1314064" y="466"/>
                </a:lnTo>
                <a:lnTo>
                  <a:pt x="1314045" y="24973"/>
                </a:lnTo>
                <a:lnTo>
                  <a:pt x="1240529" y="24936"/>
                </a:lnTo>
                <a:lnTo>
                  <a:pt x="1240543" y="428"/>
                </a:lnTo>
                <a:moveTo>
                  <a:pt x="1338572" y="478"/>
                </a:moveTo>
                <a:lnTo>
                  <a:pt x="1412095" y="520"/>
                </a:lnTo>
                <a:lnTo>
                  <a:pt x="1412074" y="25028"/>
                </a:lnTo>
                <a:lnTo>
                  <a:pt x="1338553" y="24986"/>
                </a:lnTo>
                <a:lnTo>
                  <a:pt x="1338572" y="478"/>
                </a:lnTo>
                <a:moveTo>
                  <a:pt x="1436601" y="533"/>
                </a:moveTo>
                <a:lnTo>
                  <a:pt x="1510124" y="570"/>
                </a:lnTo>
                <a:lnTo>
                  <a:pt x="1510105" y="25077"/>
                </a:lnTo>
                <a:lnTo>
                  <a:pt x="1436582" y="25040"/>
                </a:lnTo>
                <a:lnTo>
                  <a:pt x="1436601" y="533"/>
                </a:lnTo>
                <a:moveTo>
                  <a:pt x="1534632" y="582"/>
                </a:moveTo>
                <a:lnTo>
                  <a:pt x="1608153" y="619"/>
                </a:lnTo>
                <a:lnTo>
                  <a:pt x="1608134" y="25126"/>
                </a:lnTo>
                <a:lnTo>
                  <a:pt x="1534613" y="25089"/>
                </a:lnTo>
                <a:lnTo>
                  <a:pt x="1534632" y="582"/>
                </a:lnTo>
                <a:moveTo>
                  <a:pt x="1632661" y="631"/>
                </a:moveTo>
                <a:lnTo>
                  <a:pt x="1706182" y="674"/>
                </a:lnTo>
                <a:lnTo>
                  <a:pt x="1706166" y="25182"/>
                </a:lnTo>
                <a:lnTo>
                  <a:pt x="1632642" y="25139"/>
                </a:lnTo>
                <a:lnTo>
                  <a:pt x="1632661" y="631"/>
                </a:lnTo>
                <a:moveTo>
                  <a:pt x="1730690" y="686"/>
                </a:moveTo>
                <a:lnTo>
                  <a:pt x="1804213" y="723"/>
                </a:lnTo>
                <a:lnTo>
                  <a:pt x="1804195" y="25230"/>
                </a:lnTo>
                <a:lnTo>
                  <a:pt x="1730671" y="25194"/>
                </a:lnTo>
                <a:lnTo>
                  <a:pt x="1730690" y="686"/>
                </a:lnTo>
                <a:moveTo>
                  <a:pt x="1828721" y="735"/>
                </a:moveTo>
                <a:lnTo>
                  <a:pt x="1902242" y="772"/>
                </a:lnTo>
                <a:lnTo>
                  <a:pt x="1902223" y="25279"/>
                </a:lnTo>
                <a:lnTo>
                  <a:pt x="1828702" y="25243"/>
                </a:lnTo>
                <a:lnTo>
                  <a:pt x="1828721" y="735"/>
                </a:lnTo>
                <a:moveTo>
                  <a:pt x="1926750" y="790"/>
                </a:moveTo>
                <a:lnTo>
                  <a:pt x="2000271" y="827"/>
                </a:lnTo>
                <a:lnTo>
                  <a:pt x="2000255" y="25335"/>
                </a:lnTo>
                <a:lnTo>
                  <a:pt x="1926731" y="25298"/>
                </a:lnTo>
                <a:lnTo>
                  <a:pt x="1926750" y="790"/>
                </a:lnTo>
                <a:moveTo>
                  <a:pt x="2024779" y="839"/>
                </a:moveTo>
                <a:lnTo>
                  <a:pt x="2098302" y="876"/>
                </a:lnTo>
                <a:lnTo>
                  <a:pt x="2098284" y="25384"/>
                </a:lnTo>
                <a:lnTo>
                  <a:pt x="2024762" y="25347"/>
                </a:lnTo>
                <a:lnTo>
                  <a:pt x="2024779" y="839"/>
                </a:lnTo>
                <a:moveTo>
                  <a:pt x="2122810" y="888"/>
                </a:moveTo>
                <a:lnTo>
                  <a:pt x="2196331" y="931"/>
                </a:lnTo>
                <a:lnTo>
                  <a:pt x="2196312" y="25439"/>
                </a:lnTo>
                <a:lnTo>
                  <a:pt x="2122791" y="25396"/>
                </a:lnTo>
                <a:lnTo>
                  <a:pt x="2122810" y="888"/>
                </a:lnTo>
                <a:moveTo>
                  <a:pt x="2220839" y="944"/>
                </a:moveTo>
                <a:lnTo>
                  <a:pt x="2294362" y="980"/>
                </a:lnTo>
                <a:lnTo>
                  <a:pt x="2294344" y="25487"/>
                </a:lnTo>
                <a:lnTo>
                  <a:pt x="2220820" y="25451"/>
                </a:lnTo>
                <a:lnTo>
                  <a:pt x="2220839" y="944"/>
                </a:lnTo>
                <a:moveTo>
                  <a:pt x="2318868" y="992"/>
                </a:moveTo>
                <a:lnTo>
                  <a:pt x="2392391" y="1029"/>
                </a:lnTo>
                <a:lnTo>
                  <a:pt x="2392373" y="25537"/>
                </a:lnTo>
                <a:lnTo>
                  <a:pt x="2318851" y="25500"/>
                </a:lnTo>
                <a:lnTo>
                  <a:pt x="2318868" y="992"/>
                </a:lnTo>
                <a:moveTo>
                  <a:pt x="2416899" y="1042"/>
                </a:moveTo>
                <a:lnTo>
                  <a:pt x="2490420" y="1084"/>
                </a:lnTo>
                <a:lnTo>
                  <a:pt x="2490404" y="25592"/>
                </a:lnTo>
                <a:lnTo>
                  <a:pt x="2416880" y="25549"/>
                </a:lnTo>
                <a:lnTo>
                  <a:pt x="2416899" y="1042"/>
                </a:lnTo>
                <a:moveTo>
                  <a:pt x="2514928" y="1096"/>
                </a:moveTo>
                <a:lnTo>
                  <a:pt x="2588451" y="1134"/>
                </a:lnTo>
                <a:lnTo>
                  <a:pt x="2588433" y="25641"/>
                </a:lnTo>
                <a:lnTo>
                  <a:pt x="2514909" y="25604"/>
                </a:lnTo>
                <a:lnTo>
                  <a:pt x="2514928" y="1096"/>
                </a:lnTo>
                <a:moveTo>
                  <a:pt x="2612959" y="1145"/>
                </a:moveTo>
                <a:lnTo>
                  <a:pt x="2686480" y="1182"/>
                </a:lnTo>
                <a:lnTo>
                  <a:pt x="2686462" y="25690"/>
                </a:lnTo>
                <a:lnTo>
                  <a:pt x="2612941" y="25653"/>
                </a:lnTo>
                <a:lnTo>
                  <a:pt x="2612959" y="1145"/>
                </a:lnTo>
                <a:moveTo>
                  <a:pt x="2710988" y="1195"/>
                </a:moveTo>
                <a:lnTo>
                  <a:pt x="2784509" y="1238"/>
                </a:lnTo>
                <a:lnTo>
                  <a:pt x="2784493" y="25745"/>
                </a:lnTo>
                <a:lnTo>
                  <a:pt x="2710969" y="25702"/>
                </a:lnTo>
                <a:lnTo>
                  <a:pt x="2710988" y="1195"/>
                </a:lnTo>
                <a:moveTo>
                  <a:pt x="2809017" y="1250"/>
                </a:moveTo>
                <a:lnTo>
                  <a:pt x="2882540" y="1287"/>
                </a:lnTo>
                <a:lnTo>
                  <a:pt x="2882522" y="25794"/>
                </a:lnTo>
                <a:lnTo>
                  <a:pt x="2809001" y="25757"/>
                </a:lnTo>
                <a:lnTo>
                  <a:pt x="2809017" y="1250"/>
                </a:lnTo>
                <a:moveTo>
                  <a:pt x="2907048" y="1299"/>
                </a:moveTo>
                <a:lnTo>
                  <a:pt x="2980569" y="1335"/>
                </a:lnTo>
                <a:lnTo>
                  <a:pt x="2980551" y="25843"/>
                </a:lnTo>
                <a:lnTo>
                  <a:pt x="2907030" y="25806"/>
                </a:lnTo>
                <a:lnTo>
                  <a:pt x="2907048" y="1299"/>
                </a:lnTo>
                <a:moveTo>
                  <a:pt x="3005077" y="1348"/>
                </a:moveTo>
                <a:lnTo>
                  <a:pt x="3078600" y="1391"/>
                </a:lnTo>
                <a:lnTo>
                  <a:pt x="3078582" y="25898"/>
                </a:lnTo>
                <a:lnTo>
                  <a:pt x="3005058" y="25855"/>
                </a:lnTo>
                <a:lnTo>
                  <a:pt x="3005077" y="1348"/>
                </a:lnTo>
                <a:moveTo>
                  <a:pt x="3103106" y="1403"/>
                </a:moveTo>
                <a:lnTo>
                  <a:pt x="3176629" y="1440"/>
                </a:lnTo>
                <a:lnTo>
                  <a:pt x="3176611" y="25947"/>
                </a:lnTo>
                <a:lnTo>
                  <a:pt x="3103090" y="25911"/>
                </a:lnTo>
                <a:lnTo>
                  <a:pt x="3103106" y="1403"/>
                </a:lnTo>
                <a:moveTo>
                  <a:pt x="3201137" y="1452"/>
                </a:moveTo>
                <a:lnTo>
                  <a:pt x="3274658" y="1489"/>
                </a:lnTo>
                <a:lnTo>
                  <a:pt x="3274642" y="25996"/>
                </a:lnTo>
                <a:lnTo>
                  <a:pt x="3201119" y="25959"/>
                </a:lnTo>
                <a:lnTo>
                  <a:pt x="3201137" y="1452"/>
                </a:lnTo>
                <a:moveTo>
                  <a:pt x="3299166" y="1501"/>
                </a:moveTo>
                <a:lnTo>
                  <a:pt x="3372689" y="1544"/>
                </a:lnTo>
                <a:lnTo>
                  <a:pt x="3372671" y="26051"/>
                </a:lnTo>
                <a:lnTo>
                  <a:pt x="3299147" y="26008"/>
                </a:lnTo>
                <a:lnTo>
                  <a:pt x="3299166" y="1501"/>
                </a:lnTo>
                <a:moveTo>
                  <a:pt x="3397197" y="1556"/>
                </a:moveTo>
                <a:lnTo>
                  <a:pt x="3470718" y="1593"/>
                </a:lnTo>
                <a:lnTo>
                  <a:pt x="3470700" y="26100"/>
                </a:lnTo>
                <a:lnTo>
                  <a:pt x="3397179" y="26064"/>
                </a:lnTo>
                <a:lnTo>
                  <a:pt x="3397197" y="1556"/>
                </a:lnTo>
                <a:moveTo>
                  <a:pt x="3495226" y="1605"/>
                </a:moveTo>
                <a:lnTo>
                  <a:pt x="3568747" y="1642"/>
                </a:lnTo>
                <a:lnTo>
                  <a:pt x="3568731" y="26150"/>
                </a:lnTo>
                <a:lnTo>
                  <a:pt x="3495208" y="26112"/>
                </a:lnTo>
                <a:lnTo>
                  <a:pt x="3495226" y="1605"/>
                </a:lnTo>
                <a:moveTo>
                  <a:pt x="3593255" y="1654"/>
                </a:moveTo>
                <a:lnTo>
                  <a:pt x="3666779" y="1697"/>
                </a:lnTo>
                <a:lnTo>
                  <a:pt x="3666760" y="26204"/>
                </a:lnTo>
                <a:lnTo>
                  <a:pt x="3593239" y="26162"/>
                </a:lnTo>
                <a:lnTo>
                  <a:pt x="3593255" y="1654"/>
                </a:lnTo>
                <a:moveTo>
                  <a:pt x="3691286" y="1709"/>
                </a:moveTo>
                <a:lnTo>
                  <a:pt x="3764807" y="1746"/>
                </a:lnTo>
                <a:lnTo>
                  <a:pt x="3764789" y="26254"/>
                </a:lnTo>
                <a:lnTo>
                  <a:pt x="3691268" y="26217"/>
                </a:lnTo>
                <a:lnTo>
                  <a:pt x="3691286" y="1709"/>
                </a:lnTo>
                <a:moveTo>
                  <a:pt x="3789315" y="1759"/>
                </a:moveTo>
                <a:lnTo>
                  <a:pt x="3800266" y="1764"/>
                </a:lnTo>
                <a:lnTo>
                  <a:pt x="3862832" y="1782"/>
                </a:lnTo>
                <a:lnTo>
                  <a:pt x="3862825" y="26290"/>
                </a:lnTo>
                <a:lnTo>
                  <a:pt x="3800252" y="26272"/>
                </a:lnTo>
                <a:lnTo>
                  <a:pt x="3789297" y="26266"/>
                </a:lnTo>
                <a:lnTo>
                  <a:pt x="3789315" y="1759"/>
                </a:lnTo>
                <a:moveTo>
                  <a:pt x="3887365" y="1820"/>
                </a:moveTo>
                <a:lnTo>
                  <a:pt x="3901273" y="1850"/>
                </a:lnTo>
                <a:lnTo>
                  <a:pt x="3931307" y="1998"/>
                </a:lnTo>
                <a:lnTo>
                  <a:pt x="3959612" y="2249"/>
                </a:lnTo>
                <a:lnTo>
                  <a:pt x="3961040" y="2273"/>
                </a:lnTo>
                <a:lnTo>
                  <a:pt x="3960677" y="26775"/>
                </a:lnTo>
                <a:lnTo>
                  <a:pt x="3959289" y="26756"/>
                </a:lnTo>
                <a:lnTo>
                  <a:pt x="3959361" y="26756"/>
                </a:lnTo>
                <a:lnTo>
                  <a:pt x="3931109" y="26505"/>
                </a:lnTo>
                <a:lnTo>
                  <a:pt x="3931165" y="26505"/>
                </a:lnTo>
                <a:lnTo>
                  <a:pt x="3901169" y="26358"/>
                </a:lnTo>
                <a:lnTo>
                  <a:pt x="3901197" y="26358"/>
                </a:lnTo>
                <a:lnTo>
                  <a:pt x="3887309" y="26327"/>
                </a:lnTo>
                <a:lnTo>
                  <a:pt x="3887365" y="1820"/>
                </a:lnTo>
                <a:moveTo>
                  <a:pt x="3985540" y="2635"/>
                </a:moveTo>
                <a:lnTo>
                  <a:pt x="3986245" y="2641"/>
                </a:lnTo>
                <a:lnTo>
                  <a:pt x="4011237" y="3204"/>
                </a:lnTo>
                <a:lnTo>
                  <a:pt x="4023166" y="3553"/>
                </a:lnTo>
                <a:lnTo>
                  <a:pt x="4034696" y="3958"/>
                </a:lnTo>
                <a:lnTo>
                  <a:pt x="4045853" y="4424"/>
                </a:lnTo>
                <a:lnTo>
                  <a:pt x="4056636" y="4944"/>
                </a:lnTo>
                <a:lnTo>
                  <a:pt x="4059529" y="5110"/>
                </a:lnTo>
                <a:lnTo>
                  <a:pt x="4058150" y="29581"/>
                </a:lnTo>
                <a:lnTo>
                  <a:pt x="4055301" y="29415"/>
                </a:lnTo>
                <a:lnTo>
                  <a:pt x="4055399" y="29421"/>
                </a:lnTo>
                <a:lnTo>
                  <a:pt x="4044709" y="28901"/>
                </a:lnTo>
                <a:lnTo>
                  <a:pt x="4044793" y="28906"/>
                </a:lnTo>
                <a:lnTo>
                  <a:pt x="4033724" y="28447"/>
                </a:lnTo>
                <a:lnTo>
                  <a:pt x="4033803" y="28453"/>
                </a:lnTo>
                <a:lnTo>
                  <a:pt x="4022345" y="28049"/>
                </a:lnTo>
                <a:lnTo>
                  <a:pt x="4022413" y="28049"/>
                </a:lnTo>
                <a:lnTo>
                  <a:pt x="4010562" y="27699"/>
                </a:lnTo>
                <a:lnTo>
                  <a:pt x="4010648" y="27699"/>
                </a:lnTo>
                <a:lnTo>
                  <a:pt x="3985743" y="27148"/>
                </a:lnTo>
                <a:lnTo>
                  <a:pt x="3985833" y="27148"/>
                </a:lnTo>
                <a:lnTo>
                  <a:pt x="3985180" y="27136"/>
                </a:lnTo>
                <a:lnTo>
                  <a:pt x="3985540" y="2635"/>
                </a:lnTo>
                <a:moveTo>
                  <a:pt x="4084213" y="6727"/>
                </a:moveTo>
                <a:lnTo>
                  <a:pt x="4086837" y="6923"/>
                </a:lnTo>
                <a:lnTo>
                  <a:pt x="4096217" y="7732"/>
                </a:lnTo>
                <a:lnTo>
                  <a:pt x="4105261" y="8620"/>
                </a:lnTo>
                <a:lnTo>
                  <a:pt x="4113972" y="9601"/>
                </a:lnTo>
                <a:lnTo>
                  <a:pt x="4122372" y="10667"/>
                </a:lnTo>
                <a:lnTo>
                  <a:pt x="4130460" y="11831"/>
                </a:lnTo>
                <a:lnTo>
                  <a:pt x="4138247" y="13093"/>
                </a:lnTo>
                <a:lnTo>
                  <a:pt x="4145740" y="14460"/>
                </a:lnTo>
                <a:lnTo>
                  <a:pt x="4152944" y="15942"/>
                </a:lnTo>
                <a:lnTo>
                  <a:pt x="4158772" y="17284"/>
                </a:lnTo>
                <a:lnTo>
                  <a:pt x="4153263" y="41167"/>
                </a:lnTo>
                <a:lnTo>
                  <a:pt x="4147584" y="39855"/>
                </a:lnTo>
                <a:lnTo>
                  <a:pt x="4147872" y="39916"/>
                </a:lnTo>
                <a:lnTo>
                  <a:pt x="4140943" y="38495"/>
                </a:lnTo>
                <a:lnTo>
                  <a:pt x="4141205" y="38544"/>
                </a:lnTo>
                <a:lnTo>
                  <a:pt x="4133964" y="37220"/>
                </a:lnTo>
                <a:lnTo>
                  <a:pt x="4134203" y="37263"/>
                </a:lnTo>
                <a:lnTo>
                  <a:pt x="4126648" y="36038"/>
                </a:lnTo>
                <a:lnTo>
                  <a:pt x="4126862" y="36075"/>
                </a:lnTo>
                <a:lnTo>
                  <a:pt x="4118983" y="34941"/>
                </a:lnTo>
                <a:lnTo>
                  <a:pt x="4119186" y="34966"/>
                </a:lnTo>
                <a:lnTo>
                  <a:pt x="4110975" y="33925"/>
                </a:lnTo>
                <a:lnTo>
                  <a:pt x="4111154" y="33943"/>
                </a:lnTo>
                <a:lnTo>
                  <a:pt x="4102612" y="32987"/>
                </a:lnTo>
                <a:lnTo>
                  <a:pt x="4102773" y="33005"/>
                </a:lnTo>
                <a:lnTo>
                  <a:pt x="4093890" y="32129"/>
                </a:lnTo>
                <a:lnTo>
                  <a:pt x="4094036" y="32142"/>
                </a:lnTo>
                <a:lnTo>
                  <a:pt x="4084802" y="31345"/>
                </a:lnTo>
                <a:lnTo>
                  <a:pt x="4084930" y="31357"/>
                </a:lnTo>
                <a:lnTo>
                  <a:pt x="4082376" y="31167"/>
                </a:lnTo>
                <a:lnTo>
                  <a:pt x="4084213" y="6727"/>
                </a:lnTo>
                <a:moveTo>
                  <a:pt x="4183647" y="24758"/>
                </a:moveTo>
                <a:lnTo>
                  <a:pt x="4184933" y="25230"/>
                </a:lnTo>
                <a:lnTo>
                  <a:pt x="4190570" y="27509"/>
                </a:lnTo>
                <a:lnTo>
                  <a:pt x="4195967" y="29954"/>
                </a:lnTo>
                <a:lnTo>
                  <a:pt x="4201132" y="32558"/>
                </a:lnTo>
                <a:lnTo>
                  <a:pt x="4206060" y="35340"/>
                </a:lnTo>
                <a:lnTo>
                  <a:pt x="4210752" y="38299"/>
                </a:lnTo>
                <a:lnTo>
                  <a:pt x="4215212" y="41448"/>
                </a:lnTo>
                <a:lnTo>
                  <a:pt x="4219433" y="44781"/>
                </a:lnTo>
                <a:lnTo>
                  <a:pt x="4223421" y="48310"/>
                </a:lnTo>
                <a:lnTo>
                  <a:pt x="4227165" y="52023"/>
                </a:lnTo>
                <a:lnTo>
                  <a:pt x="4230670" y="55926"/>
                </a:lnTo>
                <a:lnTo>
                  <a:pt x="4233937" y="60018"/>
                </a:lnTo>
                <a:lnTo>
                  <a:pt x="4236955" y="64283"/>
                </a:lnTo>
                <a:lnTo>
                  <a:pt x="4239739" y="68725"/>
                </a:lnTo>
                <a:lnTo>
                  <a:pt x="4242288" y="73339"/>
                </a:lnTo>
                <a:lnTo>
                  <a:pt x="4244450" y="77787"/>
                </a:lnTo>
                <a:lnTo>
                  <a:pt x="4222410" y="88502"/>
                </a:lnTo>
                <a:lnTo>
                  <a:pt x="4220389" y="84343"/>
                </a:lnTo>
                <a:lnTo>
                  <a:pt x="4220684" y="84912"/>
                </a:lnTo>
                <a:lnTo>
                  <a:pt x="4218452" y="80874"/>
                </a:lnTo>
                <a:lnTo>
                  <a:pt x="4218796" y="81457"/>
                </a:lnTo>
                <a:lnTo>
                  <a:pt x="4216371" y="77591"/>
                </a:lnTo>
                <a:lnTo>
                  <a:pt x="4216757" y="78167"/>
                </a:lnTo>
                <a:lnTo>
                  <a:pt x="4214140" y="74466"/>
                </a:lnTo>
                <a:lnTo>
                  <a:pt x="4214561" y="75029"/>
                </a:lnTo>
                <a:lnTo>
                  <a:pt x="4211738" y="71494"/>
                </a:lnTo>
                <a:lnTo>
                  <a:pt x="4212196" y="72040"/>
                </a:lnTo>
                <a:lnTo>
                  <a:pt x="4209171" y="68664"/>
                </a:lnTo>
                <a:lnTo>
                  <a:pt x="4209655" y="69178"/>
                </a:lnTo>
                <a:lnTo>
                  <a:pt x="4206415" y="65955"/>
                </a:lnTo>
                <a:lnTo>
                  <a:pt x="4206922" y="66433"/>
                </a:lnTo>
                <a:lnTo>
                  <a:pt x="4203455" y="63370"/>
                </a:lnTo>
                <a:lnTo>
                  <a:pt x="4203983" y="63805"/>
                </a:lnTo>
                <a:lnTo>
                  <a:pt x="4200281" y="60889"/>
                </a:lnTo>
                <a:lnTo>
                  <a:pt x="4200813" y="61281"/>
                </a:lnTo>
                <a:lnTo>
                  <a:pt x="4196881" y="58512"/>
                </a:lnTo>
                <a:lnTo>
                  <a:pt x="4197409" y="58861"/>
                </a:lnTo>
                <a:lnTo>
                  <a:pt x="4193235" y="56226"/>
                </a:lnTo>
                <a:lnTo>
                  <a:pt x="4193749" y="56533"/>
                </a:lnTo>
                <a:lnTo>
                  <a:pt x="4189326" y="54039"/>
                </a:lnTo>
                <a:lnTo>
                  <a:pt x="4189828" y="54302"/>
                </a:lnTo>
                <a:lnTo>
                  <a:pt x="4185154" y="51943"/>
                </a:lnTo>
                <a:lnTo>
                  <a:pt x="4185631" y="52170"/>
                </a:lnTo>
                <a:lnTo>
                  <a:pt x="4180701" y="49940"/>
                </a:lnTo>
                <a:lnTo>
                  <a:pt x="4181147" y="50136"/>
                </a:lnTo>
                <a:lnTo>
                  <a:pt x="4175950" y="48028"/>
                </a:lnTo>
                <a:lnTo>
                  <a:pt x="4176373" y="48194"/>
                </a:lnTo>
                <a:lnTo>
                  <a:pt x="4175296" y="47802"/>
                </a:lnTo>
                <a:lnTo>
                  <a:pt x="4183647" y="24758"/>
                </a:lnTo>
                <a:moveTo>
                  <a:pt x="4252929" y="103574"/>
                </a:moveTo>
                <a:lnTo>
                  <a:pt x="4253119" y="104365"/>
                </a:lnTo>
                <a:lnTo>
                  <a:pt x="4254271" y="110094"/>
                </a:lnTo>
                <a:lnTo>
                  <a:pt x="4255270" y="115988"/>
                </a:lnTo>
                <a:lnTo>
                  <a:pt x="4256115" y="122059"/>
                </a:lnTo>
                <a:lnTo>
                  <a:pt x="4256826" y="128303"/>
                </a:lnTo>
                <a:lnTo>
                  <a:pt x="4257403" y="134730"/>
                </a:lnTo>
                <a:lnTo>
                  <a:pt x="4257856" y="141340"/>
                </a:lnTo>
                <a:lnTo>
                  <a:pt x="4258191" y="148147"/>
                </a:lnTo>
                <a:lnTo>
                  <a:pt x="4258431" y="155150"/>
                </a:lnTo>
                <a:lnTo>
                  <a:pt x="4258566" y="162356"/>
                </a:lnTo>
                <a:lnTo>
                  <a:pt x="4258610" y="169738"/>
                </a:lnTo>
                <a:lnTo>
                  <a:pt x="4258614" y="179572"/>
                </a:lnTo>
                <a:lnTo>
                  <a:pt x="4234109" y="179584"/>
                </a:lnTo>
                <a:lnTo>
                  <a:pt x="4234102" y="169781"/>
                </a:lnTo>
                <a:lnTo>
                  <a:pt x="4234102" y="169849"/>
                </a:lnTo>
                <a:lnTo>
                  <a:pt x="4234058" y="162582"/>
                </a:lnTo>
                <a:lnTo>
                  <a:pt x="4234058" y="162735"/>
                </a:lnTo>
                <a:lnTo>
                  <a:pt x="4233930" y="155702"/>
                </a:lnTo>
                <a:lnTo>
                  <a:pt x="4233937" y="155879"/>
                </a:lnTo>
                <a:lnTo>
                  <a:pt x="4233702" y="149066"/>
                </a:lnTo>
                <a:lnTo>
                  <a:pt x="4233714" y="149269"/>
                </a:lnTo>
                <a:lnTo>
                  <a:pt x="4233383" y="142682"/>
                </a:lnTo>
                <a:lnTo>
                  <a:pt x="4233395" y="142909"/>
                </a:lnTo>
                <a:lnTo>
                  <a:pt x="4232963" y="136537"/>
                </a:lnTo>
                <a:lnTo>
                  <a:pt x="4232981" y="136794"/>
                </a:lnTo>
                <a:lnTo>
                  <a:pt x="4232428" y="130637"/>
                </a:lnTo>
                <a:lnTo>
                  <a:pt x="4232460" y="130919"/>
                </a:lnTo>
                <a:lnTo>
                  <a:pt x="4231779" y="124976"/>
                </a:lnTo>
                <a:lnTo>
                  <a:pt x="4231823" y="125288"/>
                </a:lnTo>
                <a:lnTo>
                  <a:pt x="4231018" y="119554"/>
                </a:lnTo>
                <a:lnTo>
                  <a:pt x="4231074" y="119896"/>
                </a:lnTo>
                <a:lnTo>
                  <a:pt x="4230137" y="114364"/>
                </a:lnTo>
                <a:lnTo>
                  <a:pt x="4230212" y="114744"/>
                </a:lnTo>
                <a:lnTo>
                  <a:pt x="4229140" y="109407"/>
                </a:lnTo>
                <a:lnTo>
                  <a:pt x="4229223" y="109824"/>
                </a:lnTo>
                <a:lnTo>
                  <a:pt x="4229091" y="109236"/>
                </a:lnTo>
                <a:lnTo>
                  <a:pt x="4252929" y="103574"/>
                </a:lnTo>
                <a:moveTo>
                  <a:pt x="4258628" y="204079"/>
                </a:moveTo>
                <a:lnTo>
                  <a:pt x="4258670" y="277602"/>
                </a:lnTo>
                <a:lnTo>
                  <a:pt x="4234162" y="277614"/>
                </a:lnTo>
                <a:lnTo>
                  <a:pt x="4234121" y="204092"/>
                </a:lnTo>
                <a:lnTo>
                  <a:pt x="4258628" y="204079"/>
                </a:lnTo>
                <a:moveTo>
                  <a:pt x="4258682" y="302109"/>
                </a:moveTo>
                <a:lnTo>
                  <a:pt x="4258724" y="375632"/>
                </a:lnTo>
                <a:lnTo>
                  <a:pt x="4234218" y="375644"/>
                </a:lnTo>
                <a:lnTo>
                  <a:pt x="4234176" y="302122"/>
                </a:lnTo>
                <a:lnTo>
                  <a:pt x="4258682" y="302109"/>
                </a:lnTo>
                <a:moveTo>
                  <a:pt x="4258738" y="400139"/>
                </a:moveTo>
                <a:lnTo>
                  <a:pt x="4258780" y="473661"/>
                </a:lnTo>
                <a:lnTo>
                  <a:pt x="4234272" y="473673"/>
                </a:lnTo>
                <a:lnTo>
                  <a:pt x="4234230" y="400151"/>
                </a:lnTo>
                <a:lnTo>
                  <a:pt x="4258738" y="400139"/>
                </a:lnTo>
                <a:moveTo>
                  <a:pt x="4258791" y="498169"/>
                </a:moveTo>
                <a:lnTo>
                  <a:pt x="4258835" y="571691"/>
                </a:lnTo>
                <a:lnTo>
                  <a:pt x="4234328" y="571703"/>
                </a:lnTo>
                <a:lnTo>
                  <a:pt x="4234283" y="498181"/>
                </a:lnTo>
                <a:lnTo>
                  <a:pt x="4258791" y="498169"/>
                </a:lnTo>
                <a:moveTo>
                  <a:pt x="4258847" y="596198"/>
                </a:moveTo>
                <a:lnTo>
                  <a:pt x="4258891" y="669721"/>
                </a:lnTo>
                <a:lnTo>
                  <a:pt x="4234383" y="669733"/>
                </a:lnTo>
                <a:lnTo>
                  <a:pt x="4234339" y="596211"/>
                </a:lnTo>
                <a:lnTo>
                  <a:pt x="4258847" y="596198"/>
                </a:lnTo>
                <a:moveTo>
                  <a:pt x="4258910" y="694229"/>
                </a:moveTo>
                <a:lnTo>
                  <a:pt x="4258952" y="767751"/>
                </a:lnTo>
                <a:lnTo>
                  <a:pt x="4234444" y="767763"/>
                </a:lnTo>
                <a:lnTo>
                  <a:pt x="4234402" y="694241"/>
                </a:lnTo>
                <a:lnTo>
                  <a:pt x="4258910" y="694229"/>
                </a:lnTo>
                <a:moveTo>
                  <a:pt x="4258963" y="792258"/>
                </a:moveTo>
                <a:lnTo>
                  <a:pt x="4259007" y="865780"/>
                </a:lnTo>
                <a:lnTo>
                  <a:pt x="4234500" y="865793"/>
                </a:lnTo>
                <a:lnTo>
                  <a:pt x="4234455" y="792270"/>
                </a:lnTo>
                <a:lnTo>
                  <a:pt x="4258963" y="792258"/>
                </a:lnTo>
                <a:moveTo>
                  <a:pt x="4259019" y="890288"/>
                </a:moveTo>
                <a:lnTo>
                  <a:pt x="4259063" y="963810"/>
                </a:lnTo>
                <a:lnTo>
                  <a:pt x="4234555" y="963823"/>
                </a:lnTo>
                <a:lnTo>
                  <a:pt x="4234511" y="890300"/>
                </a:lnTo>
                <a:lnTo>
                  <a:pt x="4259019" y="890288"/>
                </a:lnTo>
                <a:moveTo>
                  <a:pt x="4259075" y="988318"/>
                </a:moveTo>
                <a:lnTo>
                  <a:pt x="4259117" y="1061840"/>
                </a:lnTo>
                <a:lnTo>
                  <a:pt x="4234609" y="1061852"/>
                </a:lnTo>
                <a:lnTo>
                  <a:pt x="4234567" y="988330"/>
                </a:lnTo>
                <a:lnTo>
                  <a:pt x="4259075" y="988318"/>
                </a:lnTo>
                <a:moveTo>
                  <a:pt x="4259131" y="1086348"/>
                </a:moveTo>
                <a:lnTo>
                  <a:pt x="4259173" y="1159870"/>
                </a:lnTo>
                <a:lnTo>
                  <a:pt x="4234665" y="1159882"/>
                </a:lnTo>
                <a:lnTo>
                  <a:pt x="4234623" y="1086360"/>
                </a:lnTo>
                <a:lnTo>
                  <a:pt x="4259131" y="1086348"/>
                </a:lnTo>
                <a:moveTo>
                  <a:pt x="4259187" y="1184377"/>
                </a:moveTo>
                <a:lnTo>
                  <a:pt x="4259228" y="1257899"/>
                </a:lnTo>
                <a:lnTo>
                  <a:pt x="4234721" y="1257912"/>
                </a:lnTo>
                <a:lnTo>
                  <a:pt x="4234679" y="1184389"/>
                </a:lnTo>
                <a:lnTo>
                  <a:pt x="4259187" y="1184377"/>
                </a:lnTo>
                <a:moveTo>
                  <a:pt x="4259240" y="1282407"/>
                </a:moveTo>
                <a:lnTo>
                  <a:pt x="4259282" y="1355929"/>
                </a:lnTo>
                <a:lnTo>
                  <a:pt x="4234774" y="1355942"/>
                </a:lnTo>
                <a:lnTo>
                  <a:pt x="4234732" y="1282419"/>
                </a:lnTo>
                <a:lnTo>
                  <a:pt x="4259240" y="1282407"/>
                </a:lnTo>
                <a:moveTo>
                  <a:pt x="4259294" y="1380437"/>
                </a:moveTo>
                <a:lnTo>
                  <a:pt x="4259338" y="1453959"/>
                </a:lnTo>
                <a:lnTo>
                  <a:pt x="4234830" y="1453972"/>
                </a:lnTo>
                <a:lnTo>
                  <a:pt x="4234788" y="1380449"/>
                </a:lnTo>
                <a:lnTo>
                  <a:pt x="4259294" y="1380437"/>
                </a:lnTo>
                <a:moveTo>
                  <a:pt x="4259349" y="1478467"/>
                </a:moveTo>
                <a:lnTo>
                  <a:pt x="4259393" y="1551989"/>
                </a:lnTo>
                <a:lnTo>
                  <a:pt x="4234886" y="1552002"/>
                </a:lnTo>
                <a:lnTo>
                  <a:pt x="4234842" y="1478479"/>
                </a:lnTo>
                <a:lnTo>
                  <a:pt x="4259349" y="1478467"/>
                </a:lnTo>
                <a:moveTo>
                  <a:pt x="4259412" y="1576496"/>
                </a:moveTo>
                <a:lnTo>
                  <a:pt x="4259449" y="1650018"/>
                </a:lnTo>
                <a:lnTo>
                  <a:pt x="4234942" y="1650031"/>
                </a:lnTo>
                <a:lnTo>
                  <a:pt x="4234904" y="1576509"/>
                </a:lnTo>
                <a:lnTo>
                  <a:pt x="4259412" y="1576496"/>
                </a:lnTo>
                <a:moveTo>
                  <a:pt x="4259466" y="1674526"/>
                </a:moveTo>
                <a:lnTo>
                  <a:pt x="4259510" y="1748049"/>
                </a:lnTo>
                <a:lnTo>
                  <a:pt x="4235002" y="1748061"/>
                </a:lnTo>
                <a:lnTo>
                  <a:pt x="4234960" y="1674538"/>
                </a:lnTo>
                <a:lnTo>
                  <a:pt x="4259466" y="1674526"/>
                </a:lnTo>
                <a:moveTo>
                  <a:pt x="4259521" y="1772556"/>
                </a:moveTo>
                <a:lnTo>
                  <a:pt x="4259563" y="1846078"/>
                </a:lnTo>
                <a:lnTo>
                  <a:pt x="4235055" y="1846091"/>
                </a:lnTo>
                <a:lnTo>
                  <a:pt x="4235014" y="1772569"/>
                </a:lnTo>
                <a:lnTo>
                  <a:pt x="4259521" y="1772556"/>
                </a:lnTo>
                <a:moveTo>
                  <a:pt x="4259577" y="1870586"/>
                </a:moveTo>
                <a:lnTo>
                  <a:pt x="4259619" y="1944108"/>
                </a:lnTo>
                <a:lnTo>
                  <a:pt x="4235111" y="1944121"/>
                </a:lnTo>
                <a:lnTo>
                  <a:pt x="4235069" y="1870598"/>
                </a:lnTo>
                <a:lnTo>
                  <a:pt x="4259577" y="1870586"/>
                </a:lnTo>
                <a:moveTo>
                  <a:pt x="4259633" y="1968615"/>
                </a:moveTo>
                <a:lnTo>
                  <a:pt x="4259675" y="2042138"/>
                </a:lnTo>
                <a:lnTo>
                  <a:pt x="4235167" y="2042150"/>
                </a:lnTo>
                <a:lnTo>
                  <a:pt x="4235125" y="1968628"/>
                </a:lnTo>
                <a:lnTo>
                  <a:pt x="4259633" y="1968615"/>
                </a:lnTo>
                <a:moveTo>
                  <a:pt x="4259687" y="2066645"/>
                </a:moveTo>
                <a:lnTo>
                  <a:pt x="4259700" y="2086080"/>
                </a:lnTo>
                <a:lnTo>
                  <a:pt x="4259668" y="2100460"/>
                </a:lnTo>
                <a:lnTo>
                  <a:pt x="4259540" y="2114030"/>
                </a:lnTo>
                <a:lnTo>
                  <a:pt x="4259240" y="2126793"/>
                </a:lnTo>
                <a:lnTo>
                  <a:pt x="4258996" y="2132950"/>
                </a:lnTo>
                <a:lnTo>
                  <a:pt x="4258682" y="2138899"/>
                </a:lnTo>
                <a:lnTo>
                  <a:pt x="4258540" y="2140989"/>
                </a:lnTo>
                <a:lnTo>
                  <a:pt x="4234088" y="2139315"/>
                </a:lnTo>
                <a:lnTo>
                  <a:pt x="4234223" y="2137325"/>
                </a:lnTo>
                <a:lnTo>
                  <a:pt x="4234211" y="2137521"/>
                </a:lnTo>
                <a:lnTo>
                  <a:pt x="4234518" y="2131743"/>
                </a:lnTo>
                <a:lnTo>
                  <a:pt x="4234511" y="2131902"/>
                </a:lnTo>
                <a:lnTo>
                  <a:pt x="4234746" y="2125923"/>
                </a:lnTo>
                <a:lnTo>
                  <a:pt x="4234737" y="2126113"/>
                </a:lnTo>
                <a:lnTo>
                  <a:pt x="4235039" y="2113534"/>
                </a:lnTo>
                <a:lnTo>
                  <a:pt x="4235032" y="2113706"/>
                </a:lnTo>
                <a:lnTo>
                  <a:pt x="4235160" y="2100275"/>
                </a:lnTo>
                <a:lnTo>
                  <a:pt x="4235160" y="2100368"/>
                </a:lnTo>
                <a:lnTo>
                  <a:pt x="4235193" y="2086049"/>
                </a:lnTo>
                <a:lnTo>
                  <a:pt x="4235193" y="2086080"/>
                </a:lnTo>
                <a:lnTo>
                  <a:pt x="4235179" y="2066658"/>
                </a:lnTo>
                <a:lnTo>
                  <a:pt x="4259687" y="2066645"/>
                </a:lnTo>
                <a:moveTo>
                  <a:pt x="4255559" y="2166819"/>
                </a:moveTo>
                <a:lnTo>
                  <a:pt x="4254687" y="2171299"/>
                </a:lnTo>
                <a:lnTo>
                  <a:pt x="4253559" y="2176194"/>
                </a:lnTo>
                <a:lnTo>
                  <a:pt x="4252261" y="2180960"/>
                </a:lnTo>
                <a:lnTo>
                  <a:pt x="4250785" y="2185598"/>
                </a:lnTo>
                <a:lnTo>
                  <a:pt x="4249106" y="2190101"/>
                </a:lnTo>
                <a:lnTo>
                  <a:pt x="4247213" y="2194477"/>
                </a:lnTo>
                <a:lnTo>
                  <a:pt x="4245106" y="2198710"/>
                </a:lnTo>
                <a:lnTo>
                  <a:pt x="4242753" y="2202802"/>
                </a:lnTo>
                <a:lnTo>
                  <a:pt x="4240160" y="2206736"/>
                </a:lnTo>
                <a:lnTo>
                  <a:pt x="4237318" y="2210516"/>
                </a:lnTo>
                <a:lnTo>
                  <a:pt x="4234223" y="2214120"/>
                </a:lnTo>
                <a:lnTo>
                  <a:pt x="4230884" y="2217538"/>
                </a:lnTo>
                <a:lnTo>
                  <a:pt x="4227288" y="2220778"/>
                </a:lnTo>
                <a:lnTo>
                  <a:pt x="4223454" y="2223824"/>
                </a:lnTo>
                <a:lnTo>
                  <a:pt x="4219373" y="2226684"/>
                </a:lnTo>
                <a:lnTo>
                  <a:pt x="4215052" y="2229367"/>
                </a:lnTo>
                <a:lnTo>
                  <a:pt x="4210494" y="2231868"/>
                </a:lnTo>
                <a:lnTo>
                  <a:pt x="4208245" y="2232959"/>
                </a:lnTo>
                <a:lnTo>
                  <a:pt x="4197544" y="2210915"/>
                </a:lnTo>
                <a:lnTo>
                  <a:pt x="4199516" y="2209952"/>
                </a:lnTo>
                <a:lnTo>
                  <a:pt x="4198976" y="2210234"/>
                </a:lnTo>
                <a:lnTo>
                  <a:pt x="4202983" y="2208035"/>
                </a:lnTo>
                <a:lnTo>
                  <a:pt x="4202413" y="2208365"/>
                </a:lnTo>
                <a:lnTo>
                  <a:pt x="4206164" y="2206043"/>
                </a:lnTo>
                <a:lnTo>
                  <a:pt x="4205581" y="2206422"/>
                </a:lnTo>
                <a:lnTo>
                  <a:pt x="4209078" y="2203974"/>
                </a:lnTo>
                <a:lnTo>
                  <a:pt x="4208490" y="2204407"/>
                </a:lnTo>
                <a:lnTo>
                  <a:pt x="4211745" y="2201823"/>
                </a:lnTo>
                <a:lnTo>
                  <a:pt x="4211169" y="2202318"/>
                </a:lnTo>
                <a:lnTo>
                  <a:pt x="4214189" y="2199592"/>
                </a:lnTo>
                <a:lnTo>
                  <a:pt x="4213627" y="2200131"/>
                </a:lnTo>
                <a:lnTo>
                  <a:pt x="4216419" y="2197269"/>
                </a:lnTo>
                <a:lnTo>
                  <a:pt x="4215887" y="2197852"/>
                </a:lnTo>
                <a:lnTo>
                  <a:pt x="4218473" y="2194850"/>
                </a:lnTo>
                <a:lnTo>
                  <a:pt x="4217975" y="2195463"/>
                </a:lnTo>
                <a:lnTo>
                  <a:pt x="4220347" y="2192307"/>
                </a:lnTo>
                <a:lnTo>
                  <a:pt x="4219905" y="2192938"/>
                </a:lnTo>
                <a:lnTo>
                  <a:pt x="4222079" y="2189635"/>
                </a:lnTo>
                <a:lnTo>
                  <a:pt x="4221689" y="2190272"/>
                </a:lnTo>
                <a:lnTo>
                  <a:pt x="4223668" y="2186818"/>
                </a:lnTo>
                <a:lnTo>
                  <a:pt x="4223331" y="2187449"/>
                </a:lnTo>
                <a:lnTo>
                  <a:pt x="4225137" y="2183834"/>
                </a:lnTo>
                <a:lnTo>
                  <a:pt x="4224851" y="2184447"/>
                </a:lnTo>
                <a:lnTo>
                  <a:pt x="4226479" y="2180673"/>
                </a:lnTo>
                <a:lnTo>
                  <a:pt x="4226247" y="2181254"/>
                </a:lnTo>
                <a:lnTo>
                  <a:pt x="4227716" y="2177315"/>
                </a:lnTo>
                <a:lnTo>
                  <a:pt x="4227528" y="2177866"/>
                </a:lnTo>
                <a:lnTo>
                  <a:pt x="4228833" y="2173755"/>
                </a:lnTo>
                <a:lnTo>
                  <a:pt x="4228686" y="2174264"/>
                </a:lnTo>
                <a:lnTo>
                  <a:pt x="4229849" y="2169987"/>
                </a:lnTo>
                <a:lnTo>
                  <a:pt x="4229733" y="2170452"/>
                </a:lnTo>
                <a:lnTo>
                  <a:pt x="4230763" y="2165999"/>
                </a:lnTo>
                <a:lnTo>
                  <a:pt x="4230670" y="2166421"/>
                </a:lnTo>
                <a:lnTo>
                  <a:pt x="4231498" y="2162156"/>
                </a:lnTo>
                <a:lnTo>
                  <a:pt x="4255559" y="2166819"/>
                </a:lnTo>
                <a:moveTo>
                  <a:pt x="4183059" y="2242235"/>
                </a:moveTo>
                <a:lnTo>
                  <a:pt x="4177861" y="2243608"/>
                </a:lnTo>
                <a:lnTo>
                  <a:pt x="4171473" y="2245097"/>
                </a:lnTo>
                <a:lnTo>
                  <a:pt x="4164788" y="2246476"/>
                </a:lnTo>
                <a:lnTo>
                  <a:pt x="4157790" y="2247743"/>
                </a:lnTo>
                <a:lnTo>
                  <a:pt x="4150475" y="2248913"/>
                </a:lnTo>
                <a:lnTo>
                  <a:pt x="4142829" y="2249992"/>
                </a:lnTo>
                <a:lnTo>
                  <a:pt x="4134841" y="2250971"/>
                </a:lnTo>
                <a:lnTo>
                  <a:pt x="4126502" y="2251873"/>
                </a:lnTo>
                <a:lnTo>
                  <a:pt x="4117800" y="2252687"/>
                </a:lnTo>
                <a:lnTo>
                  <a:pt x="4108721" y="2253429"/>
                </a:lnTo>
                <a:lnTo>
                  <a:pt x="4108189" y="2253466"/>
                </a:lnTo>
                <a:lnTo>
                  <a:pt x="4106461" y="2229020"/>
                </a:lnTo>
                <a:lnTo>
                  <a:pt x="4106933" y="2228988"/>
                </a:lnTo>
                <a:lnTo>
                  <a:pt x="4106798" y="2229001"/>
                </a:lnTo>
                <a:lnTo>
                  <a:pt x="4115730" y="2228272"/>
                </a:lnTo>
                <a:lnTo>
                  <a:pt x="4115584" y="2228284"/>
                </a:lnTo>
                <a:lnTo>
                  <a:pt x="4124123" y="2227481"/>
                </a:lnTo>
                <a:lnTo>
                  <a:pt x="4123960" y="2227493"/>
                </a:lnTo>
                <a:lnTo>
                  <a:pt x="4132120" y="2226618"/>
                </a:lnTo>
                <a:lnTo>
                  <a:pt x="4131936" y="2226636"/>
                </a:lnTo>
                <a:lnTo>
                  <a:pt x="4139729" y="2225680"/>
                </a:lnTo>
                <a:lnTo>
                  <a:pt x="4139522" y="2225705"/>
                </a:lnTo>
                <a:lnTo>
                  <a:pt x="4146947" y="2224663"/>
                </a:lnTo>
                <a:lnTo>
                  <a:pt x="4146719" y="2224693"/>
                </a:lnTo>
                <a:lnTo>
                  <a:pt x="4153791" y="2223567"/>
                </a:lnTo>
                <a:lnTo>
                  <a:pt x="4153539" y="2223610"/>
                </a:lnTo>
                <a:lnTo>
                  <a:pt x="4160267" y="2222384"/>
                </a:lnTo>
                <a:lnTo>
                  <a:pt x="4159983" y="2222439"/>
                </a:lnTo>
                <a:lnTo>
                  <a:pt x="4166374" y="2221121"/>
                </a:lnTo>
                <a:lnTo>
                  <a:pt x="4166062" y="2221196"/>
                </a:lnTo>
                <a:lnTo>
                  <a:pt x="4172122" y="2219780"/>
                </a:lnTo>
                <a:lnTo>
                  <a:pt x="4171778" y="2219866"/>
                </a:lnTo>
                <a:lnTo>
                  <a:pt x="4176803" y="2218536"/>
                </a:lnTo>
                <a:lnTo>
                  <a:pt x="4183059" y="2242235"/>
                </a:lnTo>
                <a:moveTo>
                  <a:pt x="4083504" y="2255010"/>
                </a:moveTo>
                <a:lnTo>
                  <a:pt x="4079165" y="2255236"/>
                </a:lnTo>
                <a:lnTo>
                  <a:pt x="4068505" y="2255708"/>
                </a:lnTo>
                <a:lnTo>
                  <a:pt x="4057415" y="2256124"/>
                </a:lnTo>
                <a:lnTo>
                  <a:pt x="4045897" y="2256491"/>
                </a:lnTo>
                <a:lnTo>
                  <a:pt x="4033924" y="2256810"/>
                </a:lnTo>
                <a:lnTo>
                  <a:pt x="4009625" y="2257289"/>
                </a:lnTo>
                <a:lnTo>
                  <a:pt x="4009141" y="2232788"/>
                </a:lnTo>
                <a:lnTo>
                  <a:pt x="4033398" y="2232309"/>
                </a:lnTo>
                <a:lnTo>
                  <a:pt x="4033317" y="2232309"/>
                </a:lnTo>
                <a:lnTo>
                  <a:pt x="4045216" y="2231997"/>
                </a:lnTo>
                <a:lnTo>
                  <a:pt x="4045155" y="2231997"/>
                </a:lnTo>
                <a:lnTo>
                  <a:pt x="4056599" y="2231635"/>
                </a:lnTo>
                <a:lnTo>
                  <a:pt x="4056527" y="2231635"/>
                </a:lnTo>
                <a:lnTo>
                  <a:pt x="4067538" y="2231218"/>
                </a:lnTo>
                <a:lnTo>
                  <a:pt x="4067449" y="2231225"/>
                </a:lnTo>
                <a:lnTo>
                  <a:pt x="4078026" y="2230753"/>
                </a:lnTo>
                <a:lnTo>
                  <a:pt x="4077935" y="2230759"/>
                </a:lnTo>
                <a:lnTo>
                  <a:pt x="4082230" y="2230532"/>
                </a:lnTo>
                <a:lnTo>
                  <a:pt x="4083504" y="2255010"/>
                </a:lnTo>
                <a:moveTo>
                  <a:pt x="3985031" y="2257608"/>
                </a:moveTo>
                <a:lnTo>
                  <a:pt x="3981499" y="2257649"/>
                </a:lnTo>
                <a:lnTo>
                  <a:pt x="3952382" y="2257870"/>
                </a:lnTo>
                <a:lnTo>
                  <a:pt x="3921244" y="2257994"/>
                </a:lnTo>
                <a:lnTo>
                  <a:pt x="3911368" y="2257999"/>
                </a:lnTo>
                <a:lnTo>
                  <a:pt x="3911345" y="2233493"/>
                </a:lnTo>
                <a:lnTo>
                  <a:pt x="3921203" y="2233486"/>
                </a:lnTo>
                <a:lnTo>
                  <a:pt x="3921165" y="2233486"/>
                </a:lnTo>
                <a:lnTo>
                  <a:pt x="3952266" y="2233364"/>
                </a:lnTo>
                <a:lnTo>
                  <a:pt x="3952224" y="2233364"/>
                </a:lnTo>
                <a:lnTo>
                  <a:pt x="3981276" y="2233143"/>
                </a:lnTo>
                <a:lnTo>
                  <a:pt x="3981215" y="2233149"/>
                </a:lnTo>
                <a:lnTo>
                  <a:pt x="3984720" y="2233100"/>
                </a:lnTo>
                <a:lnTo>
                  <a:pt x="3985031" y="2257608"/>
                </a:lnTo>
                <a:moveTo>
                  <a:pt x="3886863" y="2258024"/>
                </a:moveTo>
                <a:lnTo>
                  <a:pt x="3852600" y="2258054"/>
                </a:lnTo>
                <a:lnTo>
                  <a:pt x="3813295" y="2257956"/>
                </a:lnTo>
                <a:lnTo>
                  <a:pt x="3813358" y="2233449"/>
                </a:lnTo>
                <a:lnTo>
                  <a:pt x="3852644" y="2233546"/>
                </a:lnTo>
                <a:lnTo>
                  <a:pt x="3852600" y="2233546"/>
                </a:lnTo>
                <a:lnTo>
                  <a:pt x="3886837" y="2233516"/>
                </a:lnTo>
                <a:lnTo>
                  <a:pt x="3886863" y="2258024"/>
                </a:lnTo>
                <a:moveTo>
                  <a:pt x="3788790" y="2257902"/>
                </a:moveTo>
                <a:lnTo>
                  <a:pt x="3715266" y="2257717"/>
                </a:lnTo>
                <a:lnTo>
                  <a:pt x="3715327" y="2233210"/>
                </a:lnTo>
                <a:lnTo>
                  <a:pt x="3788850" y="2233394"/>
                </a:lnTo>
                <a:lnTo>
                  <a:pt x="3788790" y="2257902"/>
                </a:lnTo>
                <a:moveTo>
                  <a:pt x="3690758" y="2257656"/>
                </a:moveTo>
                <a:lnTo>
                  <a:pt x="3617237" y="2257478"/>
                </a:lnTo>
                <a:lnTo>
                  <a:pt x="3617298" y="2232971"/>
                </a:lnTo>
                <a:lnTo>
                  <a:pt x="3690821" y="2233149"/>
                </a:lnTo>
                <a:lnTo>
                  <a:pt x="3690758" y="2257656"/>
                </a:lnTo>
                <a:moveTo>
                  <a:pt x="3592730" y="2257417"/>
                </a:moveTo>
                <a:lnTo>
                  <a:pt x="3519206" y="2257240"/>
                </a:lnTo>
                <a:lnTo>
                  <a:pt x="3519269" y="2232732"/>
                </a:lnTo>
                <a:lnTo>
                  <a:pt x="3592790" y="2232909"/>
                </a:lnTo>
                <a:lnTo>
                  <a:pt x="3592730" y="2257417"/>
                </a:lnTo>
                <a:moveTo>
                  <a:pt x="3494698" y="2257179"/>
                </a:moveTo>
                <a:lnTo>
                  <a:pt x="3421177" y="2257001"/>
                </a:lnTo>
                <a:lnTo>
                  <a:pt x="3421238" y="2232493"/>
                </a:lnTo>
                <a:lnTo>
                  <a:pt x="3494761" y="2232671"/>
                </a:lnTo>
                <a:lnTo>
                  <a:pt x="3494698" y="2257179"/>
                </a:lnTo>
                <a:moveTo>
                  <a:pt x="3396669" y="2256939"/>
                </a:moveTo>
                <a:lnTo>
                  <a:pt x="3323148" y="2256761"/>
                </a:lnTo>
                <a:lnTo>
                  <a:pt x="3323209" y="2232254"/>
                </a:lnTo>
                <a:lnTo>
                  <a:pt x="3396730" y="2232432"/>
                </a:lnTo>
                <a:lnTo>
                  <a:pt x="3396669" y="2256939"/>
                </a:lnTo>
                <a:moveTo>
                  <a:pt x="3298641" y="2256701"/>
                </a:moveTo>
                <a:lnTo>
                  <a:pt x="3225117" y="2256522"/>
                </a:lnTo>
                <a:lnTo>
                  <a:pt x="3225180" y="2232015"/>
                </a:lnTo>
                <a:lnTo>
                  <a:pt x="3298701" y="2232193"/>
                </a:lnTo>
                <a:lnTo>
                  <a:pt x="3298641" y="2256701"/>
                </a:lnTo>
                <a:moveTo>
                  <a:pt x="3200609" y="2256461"/>
                </a:moveTo>
                <a:lnTo>
                  <a:pt x="3127088" y="2256284"/>
                </a:lnTo>
                <a:lnTo>
                  <a:pt x="3127149" y="2231777"/>
                </a:lnTo>
                <a:lnTo>
                  <a:pt x="3200672" y="2231953"/>
                </a:lnTo>
                <a:lnTo>
                  <a:pt x="3200609" y="2256461"/>
                </a:lnTo>
                <a:moveTo>
                  <a:pt x="3102580" y="2256223"/>
                </a:moveTo>
                <a:lnTo>
                  <a:pt x="3029057" y="2256045"/>
                </a:lnTo>
                <a:lnTo>
                  <a:pt x="3029120" y="2231537"/>
                </a:lnTo>
                <a:lnTo>
                  <a:pt x="3102641" y="2231715"/>
                </a:lnTo>
                <a:lnTo>
                  <a:pt x="3102580" y="2256223"/>
                </a:lnTo>
                <a:moveTo>
                  <a:pt x="3004551" y="2255984"/>
                </a:moveTo>
                <a:lnTo>
                  <a:pt x="2931028" y="2255805"/>
                </a:lnTo>
                <a:lnTo>
                  <a:pt x="2931089" y="2231299"/>
                </a:lnTo>
                <a:lnTo>
                  <a:pt x="3004612" y="2231477"/>
                </a:lnTo>
                <a:lnTo>
                  <a:pt x="3004551" y="2255984"/>
                </a:lnTo>
                <a:moveTo>
                  <a:pt x="2906520" y="2255745"/>
                </a:moveTo>
                <a:lnTo>
                  <a:pt x="2832999" y="2255566"/>
                </a:lnTo>
                <a:lnTo>
                  <a:pt x="2833060" y="2231059"/>
                </a:lnTo>
                <a:lnTo>
                  <a:pt x="2906583" y="2231237"/>
                </a:lnTo>
                <a:lnTo>
                  <a:pt x="2906520" y="2255745"/>
                </a:lnTo>
                <a:moveTo>
                  <a:pt x="2808491" y="2255505"/>
                </a:moveTo>
                <a:lnTo>
                  <a:pt x="2734968" y="2255329"/>
                </a:lnTo>
                <a:lnTo>
                  <a:pt x="2735031" y="2230821"/>
                </a:lnTo>
                <a:lnTo>
                  <a:pt x="2808552" y="2230999"/>
                </a:lnTo>
                <a:lnTo>
                  <a:pt x="2808491" y="2255505"/>
                </a:lnTo>
                <a:moveTo>
                  <a:pt x="2710460" y="2255266"/>
                </a:moveTo>
                <a:lnTo>
                  <a:pt x="2636939" y="2255089"/>
                </a:lnTo>
                <a:lnTo>
                  <a:pt x="2637000" y="2230581"/>
                </a:lnTo>
                <a:lnTo>
                  <a:pt x="2710523" y="2230759"/>
                </a:lnTo>
                <a:lnTo>
                  <a:pt x="2710460" y="2255266"/>
                </a:lnTo>
                <a:moveTo>
                  <a:pt x="2612431" y="2255029"/>
                </a:moveTo>
                <a:lnTo>
                  <a:pt x="2538910" y="2254850"/>
                </a:lnTo>
                <a:lnTo>
                  <a:pt x="2538971" y="2230343"/>
                </a:lnTo>
                <a:lnTo>
                  <a:pt x="2612492" y="2230521"/>
                </a:lnTo>
                <a:lnTo>
                  <a:pt x="2612431" y="2255029"/>
                </a:lnTo>
                <a:moveTo>
                  <a:pt x="2514407" y="2254789"/>
                </a:moveTo>
                <a:lnTo>
                  <a:pt x="2440886" y="2254610"/>
                </a:lnTo>
                <a:lnTo>
                  <a:pt x="2440942" y="2230103"/>
                </a:lnTo>
                <a:lnTo>
                  <a:pt x="2514463" y="2230281"/>
                </a:lnTo>
                <a:lnTo>
                  <a:pt x="2514407" y="2254789"/>
                </a:lnTo>
                <a:moveTo>
                  <a:pt x="2416378" y="2254550"/>
                </a:moveTo>
                <a:lnTo>
                  <a:pt x="2342855" y="2254373"/>
                </a:lnTo>
                <a:lnTo>
                  <a:pt x="2342910" y="2229865"/>
                </a:lnTo>
                <a:lnTo>
                  <a:pt x="2416434" y="2230043"/>
                </a:lnTo>
                <a:lnTo>
                  <a:pt x="2416378" y="2254550"/>
                </a:lnTo>
                <a:moveTo>
                  <a:pt x="2318349" y="2254310"/>
                </a:moveTo>
                <a:lnTo>
                  <a:pt x="2244826" y="2254126"/>
                </a:lnTo>
                <a:lnTo>
                  <a:pt x="2244882" y="2229619"/>
                </a:lnTo>
                <a:lnTo>
                  <a:pt x="2318403" y="2229803"/>
                </a:lnTo>
                <a:lnTo>
                  <a:pt x="2318349" y="2254310"/>
                </a:lnTo>
                <a:moveTo>
                  <a:pt x="2220318" y="2254073"/>
                </a:moveTo>
                <a:lnTo>
                  <a:pt x="2146797" y="2253888"/>
                </a:lnTo>
                <a:lnTo>
                  <a:pt x="2146850" y="2229381"/>
                </a:lnTo>
                <a:lnTo>
                  <a:pt x="2220374" y="2229565"/>
                </a:lnTo>
                <a:lnTo>
                  <a:pt x="2220318" y="2254073"/>
                </a:lnTo>
                <a:moveTo>
                  <a:pt x="2122289" y="2253833"/>
                </a:moveTo>
                <a:lnTo>
                  <a:pt x="2048766" y="2253650"/>
                </a:lnTo>
                <a:lnTo>
                  <a:pt x="2048821" y="2229142"/>
                </a:lnTo>
                <a:lnTo>
                  <a:pt x="2122345" y="2229326"/>
                </a:lnTo>
                <a:lnTo>
                  <a:pt x="2122289" y="2253833"/>
                </a:lnTo>
                <a:moveTo>
                  <a:pt x="2024258" y="2253594"/>
                </a:moveTo>
                <a:lnTo>
                  <a:pt x="1950737" y="2253410"/>
                </a:lnTo>
                <a:lnTo>
                  <a:pt x="1950797" y="2228902"/>
                </a:lnTo>
                <a:lnTo>
                  <a:pt x="2024314" y="2229087"/>
                </a:lnTo>
                <a:lnTo>
                  <a:pt x="2024258" y="2253594"/>
                </a:lnTo>
                <a:moveTo>
                  <a:pt x="1926229" y="2253350"/>
                </a:moveTo>
                <a:lnTo>
                  <a:pt x="1852708" y="2253171"/>
                </a:lnTo>
                <a:lnTo>
                  <a:pt x="1852768" y="2228663"/>
                </a:lnTo>
                <a:lnTo>
                  <a:pt x="1926289" y="2228848"/>
                </a:lnTo>
                <a:lnTo>
                  <a:pt x="1926229" y="2253350"/>
                </a:lnTo>
                <a:moveTo>
                  <a:pt x="1828200" y="2253117"/>
                </a:moveTo>
                <a:lnTo>
                  <a:pt x="1754677" y="2252932"/>
                </a:lnTo>
                <a:lnTo>
                  <a:pt x="1754739" y="2228426"/>
                </a:lnTo>
                <a:lnTo>
                  <a:pt x="1828260" y="2228609"/>
                </a:lnTo>
                <a:lnTo>
                  <a:pt x="1828200" y="2253117"/>
                </a:lnTo>
                <a:moveTo>
                  <a:pt x="1730169" y="2252871"/>
                </a:moveTo>
                <a:lnTo>
                  <a:pt x="1656648" y="2252694"/>
                </a:lnTo>
                <a:lnTo>
                  <a:pt x="1656708" y="2228186"/>
                </a:lnTo>
                <a:lnTo>
                  <a:pt x="1730232" y="2228363"/>
                </a:lnTo>
                <a:lnTo>
                  <a:pt x="1730169" y="2252871"/>
                </a:lnTo>
                <a:moveTo>
                  <a:pt x="1632140" y="2252631"/>
                </a:moveTo>
                <a:lnTo>
                  <a:pt x="1558616" y="2252454"/>
                </a:lnTo>
                <a:lnTo>
                  <a:pt x="1558679" y="2227947"/>
                </a:lnTo>
                <a:lnTo>
                  <a:pt x="1632200" y="2228124"/>
                </a:lnTo>
                <a:lnTo>
                  <a:pt x="1632140" y="2252631"/>
                </a:lnTo>
                <a:moveTo>
                  <a:pt x="1534111" y="2252394"/>
                </a:moveTo>
                <a:lnTo>
                  <a:pt x="1460588" y="2252215"/>
                </a:lnTo>
                <a:lnTo>
                  <a:pt x="1460648" y="2227707"/>
                </a:lnTo>
                <a:lnTo>
                  <a:pt x="1534171" y="2227886"/>
                </a:lnTo>
                <a:lnTo>
                  <a:pt x="1534111" y="2252394"/>
                </a:lnTo>
                <a:moveTo>
                  <a:pt x="1436080" y="2252154"/>
                </a:moveTo>
                <a:lnTo>
                  <a:pt x="1362559" y="2251976"/>
                </a:lnTo>
                <a:lnTo>
                  <a:pt x="1362619" y="2227470"/>
                </a:lnTo>
                <a:lnTo>
                  <a:pt x="1436143" y="2227647"/>
                </a:lnTo>
                <a:lnTo>
                  <a:pt x="1436080" y="2252154"/>
                </a:lnTo>
                <a:moveTo>
                  <a:pt x="1338051" y="2251915"/>
                </a:moveTo>
                <a:lnTo>
                  <a:pt x="1264527" y="2251738"/>
                </a:lnTo>
                <a:lnTo>
                  <a:pt x="1264590" y="2227230"/>
                </a:lnTo>
                <a:lnTo>
                  <a:pt x="1338111" y="2227407"/>
                </a:lnTo>
                <a:lnTo>
                  <a:pt x="1338051" y="2251915"/>
                </a:lnTo>
                <a:moveTo>
                  <a:pt x="1240020" y="2251677"/>
                </a:moveTo>
                <a:lnTo>
                  <a:pt x="1166499" y="2251499"/>
                </a:lnTo>
                <a:lnTo>
                  <a:pt x="1166559" y="2226991"/>
                </a:lnTo>
                <a:lnTo>
                  <a:pt x="1240082" y="2227170"/>
                </a:lnTo>
                <a:lnTo>
                  <a:pt x="1240020" y="2251677"/>
                </a:lnTo>
                <a:moveTo>
                  <a:pt x="1141991" y="2251438"/>
                </a:moveTo>
                <a:lnTo>
                  <a:pt x="1068470" y="2251259"/>
                </a:lnTo>
                <a:lnTo>
                  <a:pt x="1068530" y="2226751"/>
                </a:lnTo>
                <a:lnTo>
                  <a:pt x="1142051" y="2226930"/>
                </a:lnTo>
                <a:lnTo>
                  <a:pt x="1141991" y="2251438"/>
                </a:lnTo>
                <a:moveTo>
                  <a:pt x="1043962" y="2251199"/>
                </a:moveTo>
                <a:lnTo>
                  <a:pt x="970438" y="2251021"/>
                </a:lnTo>
                <a:lnTo>
                  <a:pt x="970501" y="2226514"/>
                </a:lnTo>
                <a:lnTo>
                  <a:pt x="1044022" y="2226691"/>
                </a:lnTo>
                <a:lnTo>
                  <a:pt x="1043962" y="2251199"/>
                </a:lnTo>
                <a:moveTo>
                  <a:pt x="945931" y="2250959"/>
                </a:moveTo>
                <a:lnTo>
                  <a:pt x="872410" y="2250781"/>
                </a:lnTo>
                <a:lnTo>
                  <a:pt x="872470" y="2226275"/>
                </a:lnTo>
                <a:lnTo>
                  <a:pt x="945993" y="2226451"/>
                </a:lnTo>
                <a:lnTo>
                  <a:pt x="945931" y="2250959"/>
                </a:lnTo>
                <a:moveTo>
                  <a:pt x="847902" y="2250721"/>
                </a:moveTo>
                <a:lnTo>
                  <a:pt x="774378" y="2250543"/>
                </a:lnTo>
                <a:lnTo>
                  <a:pt x="774441" y="2226035"/>
                </a:lnTo>
                <a:lnTo>
                  <a:pt x="847962" y="2226214"/>
                </a:lnTo>
                <a:lnTo>
                  <a:pt x="847902" y="2250721"/>
                </a:lnTo>
                <a:moveTo>
                  <a:pt x="749873" y="2250482"/>
                </a:moveTo>
                <a:lnTo>
                  <a:pt x="676349" y="2250305"/>
                </a:lnTo>
                <a:lnTo>
                  <a:pt x="676410" y="2225797"/>
                </a:lnTo>
                <a:lnTo>
                  <a:pt x="749933" y="2225975"/>
                </a:lnTo>
                <a:lnTo>
                  <a:pt x="749873" y="2250482"/>
                </a:lnTo>
                <a:moveTo>
                  <a:pt x="651849" y="2250243"/>
                </a:moveTo>
                <a:lnTo>
                  <a:pt x="578325" y="2250065"/>
                </a:lnTo>
                <a:lnTo>
                  <a:pt x="578381" y="2225558"/>
                </a:lnTo>
                <a:lnTo>
                  <a:pt x="651904" y="2225735"/>
                </a:lnTo>
                <a:lnTo>
                  <a:pt x="651849" y="2250243"/>
                </a:lnTo>
                <a:moveTo>
                  <a:pt x="553817" y="2250003"/>
                </a:moveTo>
                <a:lnTo>
                  <a:pt x="480296" y="2249820"/>
                </a:lnTo>
                <a:lnTo>
                  <a:pt x="480352" y="2225319"/>
                </a:lnTo>
                <a:lnTo>
                  <a:pt x="553873" y="2225496"/>
                </a:lnTo>
                <a:lnTo>
                  <a:pt x="553817" y="2250003"/>
                </a:lnTo>
                <a:moveTo>
                  <a:pt x="455788" y="2249765"/>
                </a:moveTo>
                <a:lnTo>
                  <a:pt x="417961" y="2249673"/>
                </a:lnTo>
                <a:lnTo>
                  <a:pt x="418023" y="2225165"/>
                </a:lnTo>
                <a:lnTo>
                  <a:pt x="455844" y="2225258"/>
                </a:lnTo>
                <a:lnTo>
                  <a:pt x="455788" y="2249765"/>
                </a:lnTo>
                <a:moveTo>
                  <a:pt x="417986" y="2249673"/>
                </a:moveTo>
                <a:lnTo>
                  <a:pt x="382553" y="2249648"/>
                </a:lnTo>
                <a:lnTo>
                  <a:pt x="382260" y="2249648"/>
                </a:lnTo>
                <a:lnTo>
                  <a:pt x="382328" y="2225141"/>
                </a:lnTo>
                <a:lnTo>
                  <a:pt x="382605" y="2225141"/>
                </a:lnTo>
                <a:lnTo>
                  <a:pt x="382584" y="2225141"/>
                </a:lnTo>
                <a:lnTo>
                  <a:pt x="418005" y="2225165"/>
                </a:lnTo>
                <a:lnTo>
                  <a:pt x="417986" y="2249673"/>
                </a:lnTo>
                <a:moveTo>
                  <a:pt x="357753" y="2249587"/>
                </a:moveTo>
                <a:lnTo>
                  <a:pt x="349230" y="2249562"/>
                </a:lnTo>
                <a:lnTo>
                  <a:pt x="317953" y="2249392"/>
                </a:lnTo>
                <a:lnTo>
                  <a:pt x="288654" y="2249096"/>
                </a:lnTo>
                <a:lnTo>
                  <a:pt x="284071" y="2249023"/>
                </a:lnTo>
                <a:lnTo>
                  <a:pt x="284464" y="2224522"/>
                </a:lnTo>
                <a:lnTo>
                  <a:pt x="289003" y="2224590"/>
                </a:lnTo>
                <a:lnTo>
                  <a:pt x="288936" y="2224590"/>
                </a:lnTo>
                <a:lnTo>
                  <a:pt x="318174" y="2224884"/>
                </a:lnTo>
                <a:lnTo>
                  <a:pt x="318118" y="2224884"/>
                </a:lnTo>
                <a:lnTo>
                  <a:pt x="349353" y="2225055"/>
                </a:lnTo>
                <a:lnTo>
                  <a:pt x="349311" y="2225055"/>
                </a:lnTo>
                <a:lnTo>
                  <a:pt x="357820" y="2225079"/>
                </a:lnTo>
                <a:lnTo>
                  <a:pt x="357753" y="2249587"/>
                </a:lnTo>
                <a:moveTo>
                  <a:pt x="259473" y="2248620"/>
                </a:moveTo>
                <a:lnTo>
                  <a:pt x="235725" y="2248055"/>
                </a:lnTo>
                <a:lnTo>
                  <a:pt x="223598" y="2247681"/>
                </a:lnTo>
                <a:lnTo>
                  <a:pt x="211922" y="2247252"/>
                </a:lnTo>
                <a:lnTo>
                  <a:pt x="200674" y="2246769"/>
                </a:lnTo>
                <a:lnTo>
                  <a:pt x="189835" y="2246229"/>
                </a:lnTo>
                <a:lnTo>
                  <a:pt x="185582" y="2245978"/>
                </a:lnTo>
                <a:lnTo>
                  <a:pt x="187003" y="2221514"/>
                </a:lnTo>
                <a:lnTo>
                  <a:pt x="191212" y="2221759"/>
                </a:lnTo>
                <a:lnTo>
                  <a:pt x="191114" y="2221753"/>
                </a:lnTo>
                <a:lnTo>
                  <a:pt x="201855" y="2222292"/>
                </a:lnTo>
                <a:lnTo>
                  <a:pt x="201769" y="2222286"/>
                </a:lnTo>
                <a:lnTo>
                  <a:pt x="212938" y="2222770"/>
                </a:lnTo>
                <a:lnTo>
                  <a:pt x="212859" y="2222763"/>
                </a:lnTo>
                <a:lnTo>
                  <a:pt x="224463" y="2223193"/>
                </a:lnTo>
                <a:lnTo>
                  <a:pt x="224396" y="2223186"/>
                </a:lnTo>
                <a:lnTo>
                  <a:pt x="236441" y="2223560"/>
                </a:lnTo>
                <a:lnTo>
                  <a:pt x="236348" y="2223560"/>
                </a:lnTo>
                <a:lnTo>
                  <a:pt x="260054" y="2224118"/>
                </a:lnTo>
                <a:lnTo>
                  <a:pt x="259473" y="2248620"/>
                </a:lnTo>
                <a:moveTo>
                  <a:pt x="160897" y="2244287"/>
                </a:moveTo>
                <a:lnTo>
                  <a:pt x="159714" y="2244196"/>
                </a:lnTo>
                <a:lnTo>
                  <a:pt x="150444" y="2243374"/>
                </a:lnTo>
                <a:lnTo>
                  <a:pt x="141543" y="2242474"/>
                </a:lnTo>
                <a:lnTo>
                  <a:pt x="132994" y="2241493"/>
                </a:lnTo>
                <a:lnTo>
                  <a:pt x="124797" y="2240421"/>
                </a:lnTo>
                <a:lnTo>
                  <a:pt x="116937" y="2239264"/>
                </a:lnTo>
                <a:lnTo>
                  <a:pt x="109407" y="2238002"/>
                </a:lnTo>
                <a:lnTo>
                  <a:pt x="102196" y="2236641"/>
                </a:lnTo>
                <a:lnTo>
                  <a:pt x="95290" y="2235171"/>
                </a:lnTo>
                <a:lnTo>
                  <a:pt x="88685" y="2233590"/>
                </a:lnTo>
                <a:lnTo>
                  <a:pt x="86062" y="2232886"/>
                </a:lnTo>
                <a:lnTo>
                  <a:pt x="92436" y="2209217"/>
                </a:lnTo>
                <a:lnTo>
                  <a:pt x="94892" y="2209879"/>
                </a:lnTo>
                <a:lnTo>
                  <a:pt x="94555" y="2209799"/>
                </a:lnTo>
                <a:lnTo>
                  <a:pt x="100847" y="2211300"/>
                </a:lnTo>
                <a:lnTo>
                  <a:pt x="100540" y="2211234"/>
                </a:lnTo>
                <a:lnTo>
                  <a:pt x="107152" y="2212642"/>
                </a:lnTo>
                <a:lnTo>
                  <a:pt x="106875" y="2212587"/>
                </a:lnTo>
                <a:lnTo>
                  <a:pt x="113823" y="2213899"/>
                </a:lnTo>
                <a:lnTo>
                  <a:pt x="113572" y="2213850"/>
                </a:lnTo>
                <a:lnTo>
                  <a:pt x="120865" y="2215068"/>
                </a:lnTo>
                <a:lnTo>
                  <a:pt x="120637" y="2215031"/>
                </a:lnTo>
                <a:lnTo>
                  <a:pt x="128278" y="2216166"/>
                </a:lnTo>
                <a:lnTo>
                  <a:pt x="128076" y="2216134"/>
                </a:lnTo>
                <a:lnTo>
                  <a:pt x="136078" y="2217182"/>
                </a:lnTo>
                <a:lnTo>
                  <a:pt x="135887" y="2217158"/>
                </a:lnTo>
                <a:lnTo>
                  <a:pt x="144256" y="2218119"/>
                </a:lnTo>
                <a:lnTo>
                  <a:pt x="144091" y="2218101"/>
                </a:lnTo>
                <a:lnTo>
                  <a:pt x="152835" y="2218983"/>
                </a:lnTo>
                <a:lnTo>
                  <a:pt x="152681" y="2218972"/>
                </a:lnTo>
                <a:lnTo>
                  <a:pt x="161809" y="2219780"/>
                </a:lnTo>
                <a:lnTo>
                  <a:pt x="161676" y="2219768"/>
                </a:lnTo>
                <a:lnTo>
                  <a:pt x="162783" y="2219854"/>
                </a:lnTo>
                <a:lnTo>
                  <a:pt x="160897" y="2244287"/>
                </a:lnTo>
                <a:moveTo>
                  <a:pt x="61261" y="2224375"/>
                </a:moveTo>
                <a:lnTo>
                  <a:pt x="59796" y="2223744"/>
                </a:lnTo>
                <a:lnTo>
                  <a:pt x="54792" y="2221337"/>
                </a:lnTo>
                <a:lnTo>
                  <a:pt x="50032" y="2218763"/>
                </a:lnTo>
                <a:lnTo>
                  <a:pt x="45516" y="2216018"/>
                </a:lnTo>
                <a:lnTo>
                  <a:pt x="41239" y="2213096"/>
                </a:lnTo>
                <a:lnTo>
                  <a:pt x="37207" y="2209990"/>
                </a:lnTo>
                <a:lnTo>
                  <a:pt x="33414" y="2206699"/>
                </a:lnTo>
                <a:lnTo>
                  <a:pt x="29868" y="2203232"/>
                </a:lnTo>
                <a:lnTo>
                  <a:pt x="26573" y="2199580"/>
                </a:lnTo>
                <a:lnTo>
                  <a:pt x="23519" y="2195757"/>
                </a:lnTo>
                <a:lnTo>
                  <a:pt x="20720" y="2191774"/>
                </a:lnTo>
                <a:lnTo>
                  <a:pt x="18159" y="2187626"/>
                </a:lnTo>
                <a:lnTo>
                  <a:pt x="15832" y="2183331"/>
                </a:lnTo>
                <a:lnTo>
                  <a:pt x="13736" y="2178889"/>
                </a:lnTo>
                <a:lnTo>
                  <a:pt x="11855" y="2174313"/>
                </a:lnTo>
                <a:lnTo>
                  <a:pt x="10176" y="2169607"/>
                </a:lnTo>
                <a:lnTo>
                  <a:pt x="8695" y="2164761"/>
                </a:lnTo>
                <a:lnTo>
                  <a:pt x="8130" y="2162628"/>
                </a:lnTo>
                <a:lnTo>
                  <a:pt x="31835" y="2156398"/>
                </a:lnTo>
                <a:lnTo>
                  <a:pt x="32331" y="2158290"/>
                </a:lnTo>
                <a:lnTo>
                  <a:pt x="32196" y="2157807"/>
                </a:lnTo>
                <a:lnTo>
                  <a:pt x="33533" y="2162156"/>
                </a:lnTo>
                <a:lnTo>
                  <a:pt x="33361" y="2161641"/>
                </a:lnTo>
                <a:lnTo>
                  <a:pt x="34842" y="2165820"/>
                </a:lnTo>
                <a:lnTo>
                  <a:pt x="34635" y="2165269"/>
                </a:lnTo>
                <a:lnTo>
                  <a:pt x="36282" y="2169283"/>
                </a:lnTo>
                <a:lnTo>
                  <a:pt x="36030" y="2168706"/>
                </a:lnTo>
                <a:lnTo>
                  <a:pt x="37851" y="2172559"/>
                </a:lnTo>
                <a:lnTo>
                  <a:pt x="37544" y="2171959"/>
                </a:lnTo>
                <a:lnTo>
                  <a:pt x="39549" y="2175654"/>
                </a:lnTo>
                <a:lnTo>
                  <a:pt x="39193" y="2175047"/>
                </a:lnTo>
                <a:lnTo>
                  <a:pt x="41381" y="2178582"/>
                </a:lnTo>
                <a:lnTo>
                  <a:pt x="40977" y="2177976"/>
                </a:lnTo>
                <a:lnTo>
                  <a:pt x="43360" y="2181365"/>
                </a:lnTo>
                <a:lnTo>
                  <a:pt x="42911" y="2180763"/>
                </a:lnTo>
                <a:lnTo>
                  <a:pt x="45493" y="2184005"/>
                </a:lnTo>
                <a:lnTo>
                  <a:pt x="45007" y="2183430"/>
                </a:lnTo>
                <a:lnTo>
                  <a:pt x="47802" y="2186524"/>
                </a:lnTo>
                <a:lnTo>
                  <a:pt x="47281" y="2185978"/>
                </a:lnTo>
                <a:lnTo>
                  <a:pt x="50295" y="2188930"/>
                </a:lnTo>
                <a:lnTo>
                  <a:pt x="49750" y="2188429"/>
                </a:lnTo>
                <a:lnTo>
                  <a:pt x="52990" y="2191242"/>
                </a:lnTo>
                <a:lnTo>
                  <a:pt x="52439" y="2190787"/>
                </a:lnTo>
                <a:lnTo>
                  <a:pt x="55913" y="2193458"/>
                </a:lnTo>
                <a:lnTo>
                  <a:pt x="55355" y="2193053"/>
                </a:lnTo>
                <a:lnTo>
                  <a:pt x="59073" y="2195603"/>
                </a:lnTo>
                <a:lnTo>
                  <a:pt x="58522" y="2195249"/>
                </a:lnTo>
                <a:lnTo>
                  <a:pt x="62499" y="2197662"/>
                </a:lnTo>
                <a:lnTo>
                  <a:pt x="61966" y="2197355"/>
                </a:lnTo>
                <a:lnTo>
                  <a:pt x="66201" y="2199641"/>
                </a:lnTo>
                <a:lnTo>
                  <a:pt x="65687" y="2199383"/>
                </a:lnTo>
                <a:lnTo>
                  <a:pt x="70189" y="2201546"/>
                </a:lnTo>
                <a:lnTo>
                  <a:pt x="69698" y="2201326"/>
                </a:lnTo>
                <a:lnTo>
                  <a:pt x="70919" y="2201846"/>
                </a:lnTo>
                <a:lnTo>
                  <a:pt x="61261" y="2224375"/>
                </a:lnTo>
                <a:moveTo>
                  <a:pt x="3474" y="2136724"/>
                </a:moveTo>
                <a:lnTo>
                  <a:pt x="3051" y="2132785"/>
                </a:lnTo>
                <a:lnTo>
                  <a:pt x="2542" y="2126927"/>
                </a:lnTo>
                <a:lnTo>
                  <a:pt x="2132" y="2120904"/>
                </a:lnTo>
                <a:lnTo>
                  <a:pt x="1800" y="2114717"/>
                </a:lnTo>
                <a:lnTo>
                  <a:pt x="1549" y="2108357"/>
                </a:lnTo>
                <a:lnTo>
                  <a:pt x="1360" y="2101789"/>
                </a:lnTo>
                <a:lnTo>
                  <a:pt x="1144" y="2088169"/>
                </a:lnTo>
                <a:lnTo>
                  <a:pt x="1091" y="2073765"/>
                </a:lnTo>
                <a:lnTo>
                  <a:pt x="25596" y="2073672"/>
                </a:lnTo>
                <a:lnTo>
                  <a:pt x="25652" y="2087997"/>
                </a:lnTo>
                <a:lnTo>
                  <a:pt x="25652" y="2087856"/>
                </a:lnTo>
                <a:lnTo>
                  <a:pt x="25861" y="2101323"/>
                </a:lnTo>
                <a:lnTo>
                  <a:pt x="25861" y="2101164"/>
                </a:lnTo>
                <a:lnTo>
                  <a:pt x="26045" y="2107585"/>
                </a:lnTo>
                <a:lnTo>
                  <a:pt x="26038" y="2107450"/>
                </a:lnTo>
                <a:lnTo>
                  <a:pt x="26284" y="2113663"/>
                </a:lnTo>
                <a:lnTo>
                  <a:pt x="26277" y="2113497"/>
                </a:lnTo>
                <a:lnTo>
                  <a:pt x="26596" y="2119514"/>
                </a:lnTo>
                <a:lnTo>
                  <a:pt x="26584" y="2119324"/>
                </a:lnTo>
                <a:lnTo>
                  <a:pt x="26989" y="2125138"/>
                </a:lnTo>
                <a:lnTo>
                  <a:pt x="26970" y="2124917"/>
                </a:lnTo>
                <a:lnTo>
                  <a:pt x="27454" y="2130536"/>
                </a:lnTo>
                <a:lnTo>
                  <a:pt x="27429" y="2130285"/>
                </a:lnTo>
                <a:lnTo>
                  <a:pt x="27840" y="2134108"/>
                </a:lnTo>
                <a:lnTo>
                  <a:pt x="3474" y="2136724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7023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2026-10-18T11:33:09.3740000Z</dcterms:created>
  <dcterms:modified xsi:type="dcterms:W3CDTF">2026-10-18T11:33:09.3740000Z</dcterms:modified>
</coreProperties>
</file>