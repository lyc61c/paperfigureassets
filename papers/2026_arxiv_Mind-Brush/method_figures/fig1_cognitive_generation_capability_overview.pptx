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d5607e921a4f96" /><Relationship Type="http://schemas.openxmlformats.org/officeDocument/2006/relationships/extended-properties" Target="/docProps/app.xml" Id="Ra71673153bdf4713" /><Relationship Type="http://schemas.openxmlformats.org/officeDocument/2006/relationships/officeDocument" Target="/ppt/presentation.xml" Id="R830ec5a22b3b432d" /></Relationships>
</file>

<file path=ppt/presentation.xml><?xml version="1.0" encoding="utf-8"?>
<p:presentation xmlns:p="http://schemas.openxmlformats.org/presentationml/2006/main">
  <p:sldMasterIdLst>
    <p:sldMasterId xmlns:r="http://schemas.openxmlformats.org/officeDocument/2006/relationships" id="2147483648" r:id="R573086c2a3854ce5"/>
  </p:sldMasterIdLst>
  <p:notesMasterIdLst>
    <p:notesMasterId xmlns:r="http://schemas.openxmlformats.org/officeDocument/2006/relationships" r:id="Rec2dbf0787614043"/>
  </p:notesMasterIdLst>
  <p:sldIdLst>
    <p:sldId xmlns:r="http://schemas.openxmlformats.org/officeDocument/2006/relationships" id="256" r:id="R0c57c1b80d684738"/>
  </p:sldIdLst>
  <p:sldSz cx="19459575" cy="95726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0c3512d4054092" /><Relationship Type="http://schemas.openxmlformats.org/officeDocument/2006/relationships/slideMaster" Target="/ppt/slideMasters/slideMaster1.xml" Id="R573086c2a3854ce5" /><Relationship Type="http://schemas.openxmlformats.org/officeDocument/2006/relationships/notesMaster" Target="/ppt/notesMasters/notesMaster1.xml" Id="Rec2dbf0787614043" /><Relationship Type="http://schemas.openxmlformats.org/officeDocument/2006/relationships/presProps" Target="/ppt/presProps.xml" Id="R45a4db038eea4a63" /><Relationship Type="http://schemas.openxmlformats.org/officeDocument/2006/relationships/tableStyles" Target="/ppt/tableStyles.xml" Id="R6f1014116b68463d" /><Relationship Type="http://schemas.openxmlformats.org/officeDocument/2006/relationships/slide" Target="/ppt/slides/slide1.xml" Id="R0c57c1b80d6847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2208f74a9a41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55a10e7b1b4066" /><Relationship Type="http://schemas.openxmlformats.org/officeDocument/2006/relationships/notesMaster" Target="/ppt/notesMasters/notesMaster1.xml" Id="Rb9d83df2032c49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not author-provided PowerPoint.</a:t>
            </a:r>
          </a:p>
          <a:p xmlns:a="http://schemas.openxmlformats.org/drawingml/2006/main">
            <a:r>
              <a:t>fig1 cognitive generation capability overview</a:t>
            </a:r>
          </a:p>
          <a:p xmlns:a="http://schemas.openxmlformats.org/drawingml/2006/main">
            <a:r>
              <a:t>Source: https://arxiv.org/abs/2602.01756v1</a:t>
            </a:r>
          </a:p>
          <a:p xmlns:a="http://schemas.openxmlformats.org/drawingml/2006/main">
            <a:r>
              <a:t>Approved image: fig1_cognitive_generation_capability_overview.png; SHA-256: 8fbc88250aa1a109cc053d83fe3cb5cb35af1cd369f8d2dd87c25d39dc70d3de.</a:t>
            </a:r>
          </a:p>
          <a:p xmlns:a="http://schemas.openxmlformats.org/drawingml/2006/main">
            <a:r>
              <a:t>Diagram containers, arrows and readable narrative labels are native editable PowerPoint objects. Arrows are editable freeform paths, not endpoint-bound connectors. Photographs, generated scientific example images, retrieved-image strips, maps, logos, heraldic artwork and complex pictograms remain 49 independent raster objects; their internal pixels and embedded example labels are not editable. Some central MindBrush logo lettering belongs to original logo artwork. The annotated scoreboard and geometry examples remain unmodified raster evidence, not native charts or recreated measurements.</a:t>
            </a:r>
          </a:p>
          <a:p xmlns:a="http://schemas.openxmlformats.org/drawingml/2006/main">
            <a:r>
              <a:t>Font approximation: Comic Sans MS. Chinese characters use platform font fallback. Mixed weight, dotted spacing, gradients, shadows, borders and antialiasing have minor visual approximations. This is not pixel-identical rendering or the authors' original source.</a:t>
            </a:r>
          </a:p>
          <a:p xmlns:a="http://schemas.openxmlformats.org/drawingml/2006/main">
            <a:r>
              <a:t>Final-file renderer: Artifact Tool PPTX export/import roundtrip. This is not a PowerPoint application compatibility test.</a:t>
            </a:r>
          </a:p>
          <a:p xmlns:a="http://schemas.openxmlformats.org/drawingml/2006/main">
            <a:r>
              <a:t>Paper: Mind-Brush: Integrating Agentic Cognitive Search and Reasoning into Image Generation.</a:t>
            </a:r>
          </a:p>
          <a:p xmlns:a="http://schemas.openxmlformats.org/drawingml/2006/main">
            <a:r>
              <a:t>Authors: Jun He, Junyan Ye, Zilong Huang, Dongzhi Jiang, Chenjue Zhang, Leqi Zhu, Renrui Zhang, Xiang Zhang, Weijia Li.</a:t>
            </a:r>
          </a:p>
          <a:p xmlns:a="http://schemas.openxmlformats.org/drawingml/2006/main">
            <a:r>
              <a:t>Paper license: CC BY 4.0, https://creativecommons.org/licenses/by/4.0/. Third-party imagery retains its own conditions; see paper Appendix B.3. ReFigure adaptation reconstructs the layout and editable diagram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50aaefe70a40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d10422abc942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fb93aff42447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022ed430ae49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9f37bfffef4e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d2120b0e3641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06BF47-96A1-4E43-9210-CF9EB86F1DE4}"/>
              </a:ext>
            </a:extLst>
          </p:cNvPr>
          <p:cNvSpPr>
            <a:spLocks xmlns:a="http://schemas.openxmlformats.org/drawingml/2006/main" noGrp="1"/>
          </p:cNvSpPr>
          <p:nvPr>
            <p:ph type="title" idx="0"/>
          </p:nvPr>
        </p:nvSpPr>
        <p:spPr>
          <a:xfrm xmlns:a="http://schemas.openxmlformats.org/drawingml/2006/main">
            <a:off x="1945958" y="3616325"/>
            <a:ext cx="15567660" cy="13827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7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6707BE-2FB4-4984-A67D-3989CB10D6DB}"/>
              </a:ext>
            </a:extLst>
          </p:cNvPr>
          <p:cNvSpPr>
            <a:spLocks xmlns:a="http://schemas.openxmlformats.org/drawingml/2006/main" noGrp="1"/>
          </p:cNvSpPr>
          <p:nvPr>
            <p:ph type="subTitle" idx="1"/>
          </p:nvPr>
        </p:nvSpPr>
        <p:spPr>
          <a:xfrm xmlns:a="http://schemas.openxmlformats.org/drawingml/2006/main">
            <a:off x="2918936" y="5264944"/>
            <a:ext cx="13621703" cy="1063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3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5BFF5C-D49B-451C-A1A3-79FABFA38DA0}"/>
              </a:ext>
            </a:extLst>
          </p:cNvPr>
          <p:cNvSpPr>
            <a:spLocks xmlns:a="http://schemas.openxmlformats.org/drawingml/2006/main" noGrp="1"/>
          </p:cNvSpPr>
          <p:nvPr>
            <p:ph type="title" idx="0"/>
          </p:nvPr>
        </p:nvSpPr>
        <p:spPr>
          <a:xfrm xmlns:a="http://schemas.openxmlformats.org/drawingml/2006/main">
            <a:off x="1945958" y="3988594"/>
            <a:ext cx="15567660" cy="15954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862"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0DA1CA-E525-4833-A750-EF88B451A30C}"/>
              </a:ext>
            </a:extLst>
          </p:cNvPr>
          <p:cNvSpPr>
            <a:spLocks xmlns:a="http://schemas.openxmlformats.org/drawingml/2006/main" noGrp="1"/>
          </p:cNvSpPr>
          <p:nvPr>
            <p:ph type="title" idx="0"/>
          </p:nvPr>
        </p:nvSpPr>
        <p:spPr>
          <a:xfrm xmlns:a="http://schemas.openxmlformats.org/drawingml/2006/main">
            <a:off x="1094601" y="744537"/>
            <a:ext cx="17270373" cy="116998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60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8C0B01E-B888-450C-BC6D-836467EF14E9}"/>
              </a:ext>
            </a:extLst>
          </p:cNvPr>
          <p:cNvSpPr>
            <a:spLocks xmlns:a="http://schemas.openxmlformats.org/drawingml/2006/main" noGrp="1"/>
          </p:cNvSpPr>
          <p:nvPr>
            <p:ph type="body" idx="1"/>
          </p:nvPr>
        </p:nvSpPr>
        <p:spPr>
          <a:xfrm xmlns:a="http://schemas.openxmlformats.org/drawingml/2006/main">
            <a:off x="1094601" y="2659062"/>
            <a:ext cx="17270373" cy="5956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41" b="0">
                <a:solidFill>
                  <a:schemeClr val="tx1"/>
                </a:solidFill>
                <a:latin typeface="+mn-lt"/>
                <a:ea typeface="+mn-lt"/>
                <a:cs typeface="+mn-lt"/>
              </a:defRPr>
            </a:defPPr>
            <a:lvl1pPr marL="319088" indent="-319087">
              <a:lnSpc>
                <a:spcPct val="110000"/>
              </a:lnSpc>
              <a:spcBef>
                <a:spcPts val="0"/>
              </a:spcBef>
              <a:spcAft>
                <a:spcPts val="1675"/>
              </a:spcAft>
              <a:buChar char="•"/>
            </a:lvl1pPr>
            <a:lvl2pPr marL="744537" indent="-319087">
              <a:lnSpc>
                <a:spcPct val="110000"/>
              </a:lnSpc>
              <a:spcBef>
                <a:spcPts val="0"/>
              </a:spcBef>
              <a:spcAft>
                <a:spcPts val="1675"/>
              </a:spcAft>
              <a:buChar char="•"/>
            </a:lvl2pPr>
            <a:lvl3pPr marL="1169988" indent="-319087">
              <a:lnSpc>
                <a:spcPct val="110000"/>
              </a:lnSpc>
              <a:spcBef>
                <a:spcPts val="0"/>
              </a:spcBef>
              <a:spcAft>
                <a:spcPts val="1675"/>
              </a:spcAft>
              <a:buChar char="•"/>
            </a:lvl3pPr>
            <a:lvl4pPr marL="1595438" indent="-319087">
              <a:lnSpc>
                <a:spcPct val="110000"/>
              </a:lnSpc>
              <a:spcBef>
                <a:spcPts val="0"/>
              </a:spcBef>
              <a:spcAft>
                <a:spcPts val="1675"/>
              </a:spcAft>
              <a:buChar char="•"/>
            </a:lvl4pPr>
            <a:lvl5pPr marL="2020888" indent="-319087">
              <a:lnSpc>
                <a:spcPct val="110000"/>
              </a:lnSpc>
              <a:spcBef>
                <a:spcPts val="0"/>
              </a:spcBef>
              <a:spcAft>
                <a:spcPts val="1675"/>
              </a:spcAft>
              <a:buChar char="•"/>
            </a:lvl5pPr>
            <a:lvl6pPr marL="2446338" indent="-319087">
              <a:lnSpc>
                <a:spcPct val="110000"/>
              </a:lnSpc>
              <a:spcBef>
                <a:spcPts val="0"/>
              </a:spcBef>
              <a:spcAft>
                <a:spcPts val="1675"/>
              </a:spcAft>
              <a:buChar char="•"/>
            </a:lvl6pPr>
            <a:lvl7pPr marL="2871788" indent="-319087">
              <a:lnSpc>
                <a:spcPct val="110000"/>
              </a:lnSpc>
              <a:spcBef>
                <a:spcPts val="0"/>
              </a:spcBef>
              <a:spcAft>
                <a:spcPts val="1675"/>
              </a:spcAft>
              <a:buChar char="•"/>
            </a:lvl7pPr>
            <a:lvl8pPr marL="3297237" indent="-319087">
              <a:lnSpc>
                <a:spcPct val="110000"/>
              </a:lnSpc>
              <a:spcBef>
                <a:spcPts val="0"/>
              </a:spcBef>
              <a:spcAft>
                <a:spcPts val="1675"/>
              </a:spcAft>
              <a:buChar char="•"/>
            </a:lvl8pPr>
            <a:lvl9pPr marL="3722688" indent="-319087">
              <a:lnSpc>
                <a:spcPct val="110000"/>
              </a:lnSpc>
              <a:spcBef>
                <a:spcPts val="0"/>
              </a:spcBef>
              <a:spcAft>
                <a:spcPts val="167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915D2B-7661-4CAE-A0CD-5FB00D1DF1BB}"/>
              </a:ext>
            </a:extLst>
          </p:cNvPr>
          <p:cNvSpPr>
            <a:spLocks xmlns:a="http://schemas.openxmlformats.org/drawingml/2006/main" noGrp="1"/>
          </p:cNvSpPr>
          <p:nvPr>
            <p:ph type="title" idx="0"/>
          </p:nvPr>
        </p:nvSpPr>
        <p:spPr>
          <a:xfrm xmlns:a="http://schemas.openxmlformats.org/drawingml/2006/main">
            <a:off x="1094601" y="744537"/>
            <a:ext cx="17270373" cy="116998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60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9B26BA-EFC7-45AF-853D-582E61C84F35}"/>
              </a:ext>
            </a:extLst>
          </p:cNvPr>
          <p:cNvSpPr>
            <a:spLocks xmlns:a="http://schemas.openxmlformats.org/drawingml/2006/main" noGrp="1"/>
          </p:cNvSpPr>
          <p:nvPr>
            <p:ph type="body" idx="1"/>
          </p:nvPr>
        </p:nvSpPr>
        <p:spPr>
          <a:xfrm xmlns:a="http://schemas.openxmlformats.org/drawingml/2006/main">
            <a:off x="1094601" y="2659062"/>
            <a:ext cx="8027075" cy="5956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31" b="0">
                <a:solidFill>
                  <a:schemeClr val="tx1"/>
                </a:solidFill>
                <a:latin typeface="+mn-lt"/>
                <a:ea typeface="+mn-lt"/>
                <a:cs typeface="+mn-lt"/>
              </a:defRPr>
            </a:defPPr>
            <a:lvl1pPr marL="319088" indent="-319087">
              <a:lnSpc>
                <a:spcPct val="110000"/>
              </a:lnSpc>
              <a:spcBef>
                <a:spcPts val="0"/>
              </a:spcBef>
              <a:spcAft>
                <a:spcPts val="1675"/>
              </a:spcAft>
              <a:buChar char="•"/>
            </a:lvl1pPr>
            <a:lvl2pPr marL="744537" indent="-319087">
              <a:lnSpc>
                <a:spcPct val="110000"/>
              </a:lnSpc>
              <a:spcBef>
                <a:spcPts val="0"/>
              </a:spcBef>
              <a:spcAft>
                <a:spcPts val="1675"/>
              </a:spcAft>
              <a:buChar char="•"/>
            </a:lvl2pPr>
            <a:lvl3pPr marL="1169988" indent="-319087">
              <a:lnSpc>
                <a:spcPct val="110000"/>
              </a:lnSpc>
              <a:spcBef>
                <a:spcPts val="0"/>
              </a:spcBef>
              <a:spcAft>
                <a:spcPts val="1675"/>
              </a:spcAft>
              <a:buChar char="•"/>
            </a:lvl3pPr>
            <a:lvl4pPr marL="1595438" indent="-319087">
              <a:lnSpc>
                <a:spcPct val="110000"/>
              </a:lnSpc>
              <a:spcBef>
                <a:spcPts val="0"/>
              </a:spcBef>
              <a:spcAft>
                <a:spcPts val="1675"/>
              </a:spcAft>
              <a:buChar char="•"/>
            </a:lvl4pPr>
            <a:lvl5pPr marL="2020888" indent="-319087">
              <a:lnSpc>
                <a:spcPct val="110000"/>
              </a:lnSpc>
              <a:spcBef>
                <a:spcPts val="0"/>
              </a:spcBef>
              <a:spcAft>
                <a:spcPts val="1675"/>
              </a:spcAft>
              <a:buChar char="•"/>
            </a:lvl5pPr>
            <a:lvl6pPr marL="2446338" indent="-319087">
              <a:lnSpc>
                <a:spcPct val="110000"/>
              </a:lnSpc>
              <a:spcBef>
                <a:spcPts val="0"/>
              </a:spcBef>
              <a:spcAft>
                <a:spcPts val="1675"/>
              </a:spcAft>
              <a:buChar char="•"/>
            </a:lvl6pPr>
            <a:lvl7pPr marL="2871788" indent="-319087">
              <a:lnSpc>
                <a:spcPct val="110000"/>
              </a:lnSpc>
              <a:spcBef>
                <a:spcPts val="0"/>
              </a:spcBef>
              <a:spcAft>
                <a:spcPts val="1675"/>
              </a:spcAft>
              <a:buChar char="•"/>
            </a:lvl7pPr>
            <a:lvl8pPr marL="3297237" indent="-319087">
              <a:lnSpc>
                <a:spcPct val="110000"/>
              </a:lnSpc>
              <a:spcBef>
                <a:spcPts val="0"/>
              </a:spcBef>
              <a:spcAft>
                <a:spcPts val="1675"/>
              </a:spcAft>
              <a:buChar char="•"/>
            </a:lvl8pPr>
            <a:lvl9pPr marL="3722688" indent="-319087">
              <a:lnSpc>
                <a:spcPct val="110000"/>
              </a:lnSpc>
              <a:spcBef>
                <a:spcPts val="0"/>
              </a:spcBef>
              <a:spcAft>
                <a:spcPts val="167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5716A9-46A3-445F-9967-8BDB17D3E013}"/>
              </a:ext>
            </a:extLst>
          </p:cNvPr>
          <p:cNvSpPr>
            <a:spLocks xmlns:a="http://schemas.openxmlformats.org/drawingml/2006/main" noGrp="1"/>
          </p:cNvSpPr>
          <p:nvPr>
            <p:ph type="body" idx="2"/>
          </p:nvPr>
        </p:nvSpPr>
        <p:spPr>
          <a:xfrm xmlns:a="http://schemas.openxmlformats.org/drawingml/2006/main">
            <a:off x="10337899" y="2659062"/>
            <a:ext cx="8027075" cy="5956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31" b="0">
                <a:solidFill>
                  <a:schemeClr val="tx1"/>
                </a:solidFill>
                <a:latin typeface="+mn-lt"/>
                <a:ea typeface="+mn-lt"/>
                <a:cs typeface="+mn-lt"/>
              </a:defRPr>
            </a:defPPr>
            <a:lvl1pPr marL="319088" indent="-319087">
              <a:lnSpc>
                <a:spcPct val="110000"/>
              </a:lnSpc>
              <a:spcBef>
                <a:spcPts val="0"/>
              </a:spcBef>
              <a:spcAft>
                <a:spcPts val="1675"/>
              </a:spcAft>
              <a:buChar char="•"/>
            </a:lvl1pPr>
            <a:lvl2pPr marL="744537" indent="-319087">
              <a:lnSpc>
                <a:spcPct val="110000"/>
              </a:lnSpc>
              <a:spcBef>
                <a:spcPts val="0"/>
              </a:spcBef>
              <a:spcAft>
                <a:spcPts val="1675"/>
              </a:spcAft>
              <a:buChar char="•"/>
            </a:lvl2pPr>
            <a:lvl3pPr marL="1169988" indent="-319087">
              <a:lnSpc>
                <a:spcPct val="110000"/>
              </a:lnSpc>
              <a:spcBef>
                <a:spcPts val="0"/>
              </a:spcBef>
              <a:spcAft>
                <a:spcPts val="1675"/>
              </a:spcAft>
              <a:buChar char="•"/>
            </a:lvl3pPr>
            <a:lvl4pPr marL="1595438" indent="-319087">
              <a:lnSpc>
                <a:spcPct val="110000"/>
              </a:lnSpc>
              <a:spcBef>
                <a:spcPts val="0"/>
              </a:spcBef>
              <a:spcAft>
                <a:spcPts val="1675"/>
              </a:spcAft>
              <a:buChar char="•"/>
            </a:lvl4pPr>
            <a:lvl5pPr marL="2020888" indent="-319087">
              <a:lnSpc>
                <a:spcPct val="110000"/>
              </a:lnSpc>
              <a:spcBef>
                <a:spcPts val="0"/>
              </a:spcBef>
              <a:spcAft>
                <a:spcPts val="1675"/>
              </a:spcAft>
              <a:buChar char="•"/>
            </a:lvl5pPr>
            <a:lvl6pPr marL="2446338" indent="-319087">
              <a:lnSpc>
                <a:spcPct val="110000"/>
              </a:lnSpc>
              <a:spcBef>
                <a:spcPts val="0"/>
              </a:spcBef>
              <a:spcAft>
                <a:spcPts val="1675"/>
              </a:spcAft>
              <a:buChar char="•"/>
            </a:lvl6pPr>
            <a:lvl7pPr marL="2871788" indent="-319087">
              <a:lnSpc>
                <a:spcPct val="110000"/>
              </a:lnSpc>
              <a:spcBef>
                <a:spcPts val="0"/>
              </a:spcBef>
              <a:spcAft>
                <a:spcPts val="1675"/>
              </a:spcAft>
              <a:buChar char="•"/>
            </a:lvl7pPr>
            <a:lvl8pPr marL="3297237" indent="-319087">
              <a:lnSpc>
                <a:spcPct val="110000"/>
              </a:lnSpc>
              <a:spcBef>
                <a:spcPts val="0"/>
              </a:spcBef>
              <a:spcAft>
                <a:spcPts val="1675"/>
              </a:spcAft>
              <a:buChar char="•"/>
            </a:lvl8pPr>
            <a:lvl9pPr marL="3722688" indent="-319087">
              <a:lnSpc>
                <a:spcPct val="110000"/>
              </a:lnSpc>
              <a:spcBef>
                <a:spcPts val="0"/>
              </a:spcBef>
              <a:spcAft>
                <a:spcPts val="167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7BE7D0-60C5-4E94-9D96-0CCC4F94803A}"/>
              </a:ext>
            </a:extLst>
          </p:cNvPr>
          <p:cNvSpPr>
            <a:spLocks xmlns:a="http://schemas.openxmlformats.org/drawingml/2006/main" noGrp="1"/>
          </p:cNvSpPr>
          <p:nvPr>
            <p:ph type="title" idx="0"/>
          </p:nvPr>
        </p:nvSpPr>
        <p:spPr>
          <a:xfrm xmlns:a="http://schemas.openxmlformats.org/drawingml/2006/main">
            <a:off x="1094601" y="744537"/>
            <a:ext cx="17270373" cy="116998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60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2CAF51-F9E9-4CE5-A0CC-A73AC32033EA}"/>
              </a:ext>
            </a:extLst>
          </p:cNvPr>
          <p:cNvSpPr>
            <a:spLocks xmlns:a="http://schemas.openxmlformats.org/drawingml/2006/main" noGrp="1"/>
          </p:cNvSpPr>
          <p:nvPr>
            <p:ph type="body" idx="1"/>
          </p:nvPr>
        </p:nvSpPr>
        <p:spPr>
          <a:xfrm xmlns:a="http://schemas.openxmlformats.org/drawingml/2006/main">
            <a:off x="1094601" y="2659062"/>
            <a:ext cx="8027075" cy="5956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41" b="0">
                <a:solidFill>
                  <a:schemeClr val="tx1"/>
                </a:solidFill>
                <a:latin typeface="+mn-lt"/>
                <a:ea typeface="+mn-lt"/>
                <a:cs typeface="+mn-lt"/>
              </a:defRPr>
            </a:defPPr>
            <a:lvl1pPr marL="319088" indent="-319087">
              <a:lnSpc>
                <a:spcPct val="110000"/>
              </a:lnSpc>
              <a:spcBef>
                <a:spcPts val="0"/>
              </a:spcBef>
              <a:spcAft>
                <a:spcPts val="1675"/>
              </a:spcAft>
              <a:buChar char="•"/>
            </a:lvl1pPr>
            <a:lvl2pPr marL="744537" indent="-319087">
              <a:lnSpc>
                <a:spcPct val="110000"/>
              </a:lnSpc>
              <a:spcBef>
                <a:spcPts val="0"/>
              </a:spcBef>
              <a:spcAft>
                <a:spcPts val="1675"/>
              </a:spcAft>
              <a:buChar char="•"/>
            </a:lvl2pPr>
            <a:lvl3pPr marL="1169988" indent="-319087">
              <a:lnSpc>
                <a:spcPct val="110000"/>
              </a:lnSpc>
              <a:spcBef>
                <a:spcPts val="0"/>
              </a:spcBef>
              <a:spcAft>
                <a:spcPts val="1675"/>
              </a:spcAft>
              <a:buChar char="•"/>
            </a:lvl3pPr>
            <a:lvl4pPr marL="1595438" indent="-319087">
              <a:lnSpc>
                <a:spcPct val="110000"/>
              </a:lnSpc>
              <a:spcBef>
                <a:spcPts val="0"/>
              </a:spcBef>
              <a:spcAft>
                <a:spcPts val="1675"/>
              </a:spcAft>
              <a:buChar char="•"/>
            </a:lvl4pPr>
            <a:lvl5pPr marL="2020888" indent="-319087">
              <a:lnSpc>
                <a:spcPct val="110000"/>
              </a:lnSpc>
              <a:spcBef>
                <a:spcPts val="0"/>
              </a:spcBef>
              <a:spcAft>
                <a:spcPts val="1675"/>
              </a:spcAft>
              <a:buChar char="•"/>
            </a:lvl5pPr>
            <a:lvl6pPr marL="2446338" indent="-319087">
              <a:lnSpc>
                <a:spcPct val="110000"/>
              </a:lnSpc>
              <a:spcBef>
                <a:spcPts val="0"/>
              </a:spcBef>
              <a:spcAft>
                <a:spcPts val="1675"/>
              </a:spcAft>
              <a:buChar char="•"/>
            </a:lvl6pPr>
            <a:lvl7pPr marL="2871788" indent="-319087">
              <a:lnSpc>
                <a:spcPct val="110000"/>
              </a:lnSpc>
              <a:spcBef>
                <a:spcPts val="0"/>
              </a:spcBef>
              <a:spcAft>
                <a:spcPts val="1675"/>
              </a:spcAft>
              <a:buChar char="•"/>
            </a:lvl7pPr>
            <a:lvl8pPr marL="3297237" indent="-319087">
              <a:lnSpc>
                <a:spcPct val="110000"/>
              </a:lnSpc>
              <a:spcBef>
                <a:spcPts val="0"/>
              </a:spcBef>
              <a:spcAft>
                <a:spcPts val="1675"/>
              </a:spcAft>
              <a:buChar char="•"/>
            </a:lvl8pPr>
            <a:lvl9pPr marL="3722688" indent="-319087">
              <a:lnSpc>
                <a:spcPct val="110000"/>
              </a:lnSpc>
              <a:spcBef>
                <a:spcPts val="0"/>
              </a:spcBef>
              <a:spcAft>
                <a:spcPts val="167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1c3d725f764f07" /><Relationship Type="http://schemas.openxmlformats.org/officeDocument/2006/relationships/slideLayout" Target="/ppt/slideLayouts/slideLayout1.xml" Id="Recb8d702230a432c" /><Relationship Type="http://schemas.openxmlformats.org/officeDocument/2006/relationships/slideLayout" Target="/ppt/slideLayouts/slideLayout2.xml" Id="R9b217b35495b492a" /><Relationship Type="http://schemas.openxmlformats.org/officeDocument/2006/relationships/slideLayout" Target="/ppt/slideLayouts/slideLayout3.xml" Id="R040ffe73911a4412" /><Relationship Type="http://schemas.openxmlformats.org/officeDocument/2006/relationships/slideLayout" Target="/ppt/slideLayouts/slideLayout4.xml" Id="Rc58cbe5d16764ec6" /><Relationship Type="http://schemas.openxmlformats.org/officeDocument/2006/relationships/slideLayout" Target="/ppt/slideLayouts/slideLayout5.xml" Id="R9df7292746644059" /><Relationship Type="http://schemas.openxmlformats.org/officeDocument/2006/relationships/slideLayout" Target="/ppt/slideLayouts/slideLayout6.xml" Id="R08899cd5571047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b8d702230a432c"/>
    <p:sldLayoutId xmlns:r="http://schemas.openxmlformats.org/officeDocument/2006/relationships" id="2147483650" r:id="R9b217b35495b492a"/>
    <p:sldLayoutId xmlns:r="http://schemas.openxmlformats.org/officeDocument/2006/relationships" id="2147483651" r:id="R040ffe73911a4412"/>
    <p:sldLayoutId xmlns:r="http://schemas.openxmlformats.org/officeDocument/2006/relationships" id="2147483652" r:id="Rc58cbe5d16764ec6"/>
    <p:sldLayoutId xmlns:r="http://schemas.openxmlformats.org/officeDocument/2006/relationships" id="2147483653" r:id="R9df7292746644059"/>
    <p:sldLayoutId xmlns:r="http://schemas.openxmlformats.org/officeDocument/2006/relationships" id="2147483654" r:id="R08899cd5571047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300cbf082849b3" /><Relationship Type="http://schemas.openxmlformats.org/officeDocument/2006/relationships/image" Target="/ppt/media/image.png" Id="Rbfb6e261b08245a4" /><Relationship Type="http://schemas.openxmlformats.org/officeDocument/2006/relationships/image" Target="/ppt/media/image2.png" Id="R9c19d1fd297d4cd7" /><Relationship Type="http://schemas.openxmlformats.org/officeDocument/2006/relationships/image" Target="/ppt/media/image3.png" Id="R73e8d6e6aea64a9c" /><Relationship Type="http://schemas.openxmlformats.org/officeDocument/2006/relationships/image" Target="/ppt/media/image4.png" Id="R693fb30cff664818" /><Relationship Type="http://schemas.openxmlformats.org/officeDocument/2006/relationships/image" Target="/ppt/media/image5.png" Id="Rf8d5c5398a4649eb" /><Relationship Type="http://schemas.openxmlformats.org/officeDocument/2006/relationships/image" Target="/ppt/media/image6.png" Id="R9a132b81ec27471f" /><Relationship Type="http://schemas.openxmlformats.org/officeDocument/2006/relationships/image" Target="/ppt/media/image7.png" Id="R392602590261475f" /><Relationship Type="http://schemas.openxmlformats.org/officeDocument/2006/relationships/image" Target="/ppt/media/image8.png" Id="R92dd500ade4e4242" /><Relationship Type="http://schemas.openxmlformats.org/officeDocument/2006/relationships/image" Target="/ppt/media/image9.png" Id="R27292d9d0cdf4014" /><Relationship Type="http://schemas.openxmlformats.org/officeDocument/2006/relationships/image" Target="/ppt/media/image10.png" Id="R8683f2057886485e" /><Relationship Type="http://schemas.openxmlformats.org/officeDocument/2006/relationships/image" Target="/ppt/media/image11.png" Id="R6bdad53b9c754a9c" /><Relationship Type="http://schemas.openxmlformats.org/officeDocument/2006/relationships/image" Target="/ppt/media/image12.png" Id="Rb01d3dfdea5945ec" /><Relationship Type="http://schemas.openxmlformats.org/officeDocument/2006/relationships/image" Target="/ppt/media/image13.png" Id="R8f2b9326437b46a1" /><Relationship Type="http://schemas.openxmlformats.org/officeDocument/2006/relationships/image" Target="/ppt/media/image14.png" Id="Rf026b9233f004360" /><Relationship Type="http://schemas.openxmlformats.org/officeDocument/2006/relationships/image" Target="/ppt/media/image15.png" Id="R9cc1f96a9b1f4ade" /><Relationship Type="http://schemas.openxmlformats.org/officeDocument/2006/relationships/image" Target="/ppt/media/image16.png" Id="R9eb6677d9197428c" /><Relationship Type="http://schemas.openxmlformats.org/officeDocument/2006/relationships/image" Target="/ppt/media/image17.png" Id="R4b0d214aeb514eb4" /><Relationship Type="http://schemas.openxmlformats.org/officeDocument/2006/relationships/image" Target="/ppt/media/image18.png" Id="R066271af3d724571" /><Relationship Type="http://schemas.openxmlformats.org/officeDocument/2006/relationships/image" Target="/ppt/media/image19.png" Id="Ra4592f437a55461b" /><Relationship Type="http://schemas.openxmlformats.org/officeDocument/2006/relationships/image" Target="/ppt/media/image20.png" Id="Rd6a9eba81f954a9e" /><Relationship Type="http://schemas.openxmlformats.org/officeDocument/2006/relationships/image" Target="/ppt/media/image21.png" Id="Rde5d51695e8c45d3" /><Relationship Type="http://schemas.openxmlformats.org/officeDocument/2006/relationships/image" Target="/ppt/media/image22.png" Id="Rcfe0908d8e0f48d8" /><Relationship Type="http://schemas.openxmlformats.org/officeDocument/2006/relationships/image" Target="/ppt/media/image23.png" Id="Rf1e4eb86ba934909" /><Relationship Type="http://schemas.openxmlformats.org/officeDocument/2006/relationships/image" Target="/ppt/media/image24.png" Id="R88e184688bdd44c2" /><Relationship Type="http://schemas.openxmlformats.org/officeDocument/2006/relationships/image" Target="/ppt/media/image25.png" Id="R3cdc71247ed544e4" /><Relationship Type="http://schemas.openxmlformats.org/officeDocument/2006/relationships/image" Target="/ppt/media/image26.png" Id="R45b1d6162f134506" /><Relationship Type="http://schemas.openxmlformats.org/officeDocument/2006/relationships/image" Target="/ppt/media/image27.png" Id="R079bb3d4f3c245b9" /><Relationship Type="http://schemas.openxmlformats.org/officeDocument/2006/relationships/image" Target="/ppt/media/image28.png" Id="R8c3f8601da8247cd" /><Relationship Type="http://schemas.openxmlformats.org/officeDocument/2006/relationships/image" Target="/ppt/media/image29.png" Id="R8677287a3b014df3" /><Relationship Type="http://schemas.openxmlformats.org/officeDocument/2006/relationships/image" Target="/ppt/media/image30.png" Id="R688e987b4ac1492c" /><Relationship Type="http://schemas.openxmlformats.org/officeDocument/2006/relationships/image" Target="/ppt/media/image31.png" Id="Rfe713357497f4f7e" /><Relationship Type="http://schemas.openxmlformats.org/officeDocument/2006/relationships/image" Target="/ppt/media/image32.png" Id="Rf0d8802b7acd4406" /><Relationship Type="http://schemas.openxmlformats.org/officeDocument/2006/relationships/image" Target="/ppt/media/image33.png" Id="R662ca7d370ba425e" /><Relationship Type="http://schemas.openxmlformats.org/officeDocument/2006/relationships/image" Target="/ppt/media/image34.png" Id="R667c4344cdb44b9a" /><Relationship Type="http://schemas.openxmlformats.org/officeDocument/2006/relationships/image" Target="/ppt/media/image35.png" Id="R5176c0373cfc4e9c" /><Relationship Type="http://schemas.openxmlformats.org/officeDocument/2006/relationships/image" Target="/ppt/media/image36.png" Id="R0ddaaf0f16f64f16" /><Relationship Type="http://schemas.openxmlformats.org/officeDocument/2006/relationships/image" Target="/ppt/media/image37.png" Id="R145cd7873ea94bbf" /><Relationship Type="http://schemas.openxmlformats.org/officeDocument/2006/relationships/image" Target="/ppt/media/image38.png" Id="Ra0e15ff6f00a40f2" /><Relationship Type="http://schemas.openxmlformats.org/officeDocument/2006/relationships/image" Target="/ppt/media/image39.png" Id="R69b9399b5cce4266" /><Relationship Type="http://schemas.openxmlformats.org/officeDocument/2006/relationships/image" Target="/ppt/media/image40.png" Id="Rb3d4e4b1e5844a3c" /><Relationship Type="http://schemas.openxmlformats.org/officeDocument/2006/relationships/image" Target="/ppt/media/image41.png" Id="R0c3d5c9131dc4e80" /><Relationship Type="http://schemas.openxmlformats.org/officeDocument/2006/relationships/image" Target="/ppt/media/image42.png" Id="Rc29294f8a3c14744" /><Relationship Type="http://schemas.openxmlformats.org/officeDocument/2006/relationships/image" Target="/ppt/media/image43.png" Id="Raee6f2c94945440b" /><Relationship Type="http://schemas.openxmlformats.org/officeDocument/2006/relationships/image" Target="/ppt/media/image44.png" Id="Red313afeb27c4cb4" /><Relationship Type="http://schemas.openxmlformats.org/officeDocument/2006/relationships/image" Target="/ppt/media/image45.png" Id="R099d408221e449bc" /><Relationship Type="http://schemas.openxmlformats.org/officeDocument/2006/relationships/image" Target="/ppt/media/image46.png" Id="R465d1e089d7b4107" /><Relationship Type="http://schemas.openxmlformats.org/officeDocument/2006/relationships/image" Target="/ppt/media/image47.png" Id="R4d4912ce056d4221" /><Relationship Type="http://schemas.openxmlformats.org/officeDocument/2006/relationships/image" Target="/ppt/media/image48.png" Id="R7c6e184cb2cc44b8" /><Relationship Type="http://schemas.openxmlformats.org/officeDocument/2006/relationships/image" Target="/ppt/media/image49.png" Id="Reb2cae82c21a4b83" /><Relationship Type="http://schemas.openxmlformats.org/officeDocument/2006/relationships/notesSlide" Target="/ppt/notesSlides/notesSlide1.xml" Id="R4815761bfe844e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3" name="Object card">
            <a:extLst xmlns:a="http://schemas.openxmlformats.org/drawingml/2006/main">
              <a:ext uri="{FF2B5EF4-FFF2-40B4-BE49-F238E27FC236}">
                <a16:creationId xmlns:a16="http://schemas.microsoft.com/office/drawing/2014/main" id="{A14F8BD8-C477-4AF6-8E6F-848F7FD701D3}"/>
              </a:ext>
            </a:extLst>
          </p:cNvPr>
          <p:cNvSpPr>
            <a:spLocks xmlns:a="http://schemas.openxmlformats.org/drawingml/2006/main" noGrp="1"/>
          </p:cNvSpPr>
          <p:nvPr/>
        </p:nvSpPr>
        <p:spPr>
          <a:xfrm xmlns:a="http://schemas.openxmlformats.org/drawingml/2006/main">
            <a:off x="76200" y="76200"/>
            <a:ext cx="4648200" cy="284797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F6FDF5"/>
          </a:solidFill>
          <a:ln xmlns:a="http://schemas.openxmlformats.org/drawingml/2006/main" w="25718">
            <a:solidFill>
              <a:srgbClr val="A6ECAE"/>
            </a:solidFill>
            <a:prstDash val="solid"/>
          </a:ln>
        </p:spPr>
      </p:sp>
      <p:sp>
        <p:nvSpPr>
          <p:cNvPr id="2" name="Object header">
            <a:extLst xmlns:a="http://schemas.openxmlformats.org/drawingml/2006/main">
              <a:ext uri="{FF2B5EF4-FFF2-40B4-BE49-F238E27FC236}">
                <a16:creationId xmlns:a16="http://schemas.microsoft.com/office/drawing/2014/main" id="{6C01C3CF-B659-4CEC-8C8E-34DA565932EE}"/>
              </a:ext>
            </a:extLst>
          </p:cNvPr>
          <p:cNvSpPr>
            <a:spLocks xmlns:a="http://schemas.openxmlformats.org/drawingml/2006/main" noGrp="1"/>
          </p:cNvSpPr>
          <p:nvPr/>
        </p:nvSpPr>
        <p:spPr>
          <a:xfrm xmlns:a="http://schemas.openxmlformats.org/drawingml/2006/main">
            <a:off x="76200" y="76200"/>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A6ECAE"/>
          </a:solidFill>
          <a:ln xmlns:a="http://schemas.openxmlformats.org/drawingml/2006/main" w="9525">
            <a:noFill/>
            <a:prstDash val="solid"/>
          </a:ln>
        </p:spPr>
      </p:sp>
      <p:pic>
        <p:nvPicPr>
          <p:cNvPr id="3" name="">
            <a:extLst xmlns:a="http://schemas.openxmlformats.org/drawingml/2006/main">
              <a:ext uri="{FF2B5EF4-FFF2-40B4-BE49-F238E27FC236}">
                <a16:creationId xmlns:a16="http://schemas.microsoft.com/office/drawing/2014/main" id="{58DBCB9C-9939-4982-9445-A82EC75529A9}"/>
              </a:ext>
            </a:extLst>
          </p:cNvPr>
          <p:cNvPicPr>
            <a:picLocks xmlns:a="http://schemas.openxmlformats.org/drawingml/2006/main" noChangeAspect="1"/>
          </p:cNvPicPr>
          <p:nvPr/>
        </p:nvPicPr>
        <p:blipFill>
          <a:blip xmlns:r="http://schemas.openxmlformats.org/officeDocument/2006/relationships" xmlns:a="http://schemas.openxmlformats.org/drawingml/2006/main" r:embed="Rbfb6e261b08245a4"/>
          <a:stretch xmlns:a="http://schemas.openxmlformats.org/drawingml/2006/main"/>
        </p:blipFill>
        <p:spPr>
          <a:xfrm xmlns:a="http://schemas.openxmlformats.org/drawingml/2006/main">
            <a:off x="1771650" y="142875"/>
            <a:ext cx="333375" cy="323850"/>
          </a:xfrm>
          <a:prstGeom xmlns:a="http://schemas.openxmlformats.org/drawingml/2006/main" prst="rect">
            <a:avLst/>
          </a:prstGeom>
        </p:spPr>
      </p:pic>
      <p:sp>
        <p:nvSpPr>
          <p:cNvPr id="4" name="Object prompt divider">
            <a:extLst xmlns:a="http://schemas.openxmlformats.org/drawingml/2006/main">
              <a:ext uri="{FF2B5EF4-FFF2-40B4-BE49-F238E27FC236}">
                <a16:creationId xmlns:a16="http://schemas.microsoft.com/office/drawing/2014/main" id="{0CAD8633-2D70-48BF-8104-E227F0A00ACD}"/>
              </a:ext>
            </a:extLst>
          </p:cNvPr>
          <p:cNvSpPr>
            <a:spLocks xmlns:a="http://schemas.openxmlformats.org/drawingml/2006/main" noGrp="1"/>
          </p:cNvSpPr>
          <p:nvPr/>
        </p:nvSpPr>
        <p:spPr>
          <a:xfrm xmlns:a="http://schemas.openxmlformats.org/drawingml/2006/main">
            <a:off x="152400" y="104775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51D66E"/>
            </a:solidFill>
            <a:prstDash val="dash"/>
          </a:ln>
        </p:spPr>
      </p:sp>
      <p:sp>
        <p:nvSpPr>
          <p:cNvPr id="5" name="Object user disk">
            <a:extLst xmlns:a="http://schemas.openxmlformats.org/drawingml/2006/main">
              <a:ext uri="{FF2B5EF4-FFF2-40B4-BE49-F238E27FC236}">
                <a16:creationId xmlns:a16="http://schemas.microsoft.com/office/drawing/2014/main" id="{FEBABB33-FF48-4BE0-AA88-F7023FFF30A3}"/>
              </a:ext>
            </a:extLst>
          </p:cNvPr>
          <p:cNvSpPr>
            <a:spLocks xmlns:a="http://schemas.openxmlformats.org/drawingml/2006/main" noGrp="1"/>
          </p:cNvSpPr>
          <p:nvPr/>
        </p:nvSpPr>
        <p:spPr>
          <a:xfrm xmlns:a="http://schemas.openxmlformats.org/drawingml/2006/main">
            <a:off x="209550" y="609600"/>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51D66E"/>
          </a:solidFill>
          <a:ln xmlns:a="http://schemas.openxmlformats.org/drawingml/2006/main" w="9525">
            <a:noFill/>
            <a:prstDash val="solid"/>
          </a:ln>
        </p:spPr>
      </p:sp>
      <p:sp>
        <p:nvSpPr>
          <p:cNvPr id="6" name="Object user head">
            <a:extLst xmlns:a="http://schemas.openxmlformats.org/drawingml/2006/main">
              <a:ext uri="{FF2B5EF4-FFF2-40B4-BE49-F238E27FC236}">
                <a16:creationId xmlns:a16="http://schemas.microsoft.com/office/drawing/2014/main" id="{FA5516A5-187A-47B0-90DB-2D158451D5A1}"/>
              </a:ext>
            </a:extLst>
          </p:cNvPr>
          <p:cNvSpPr>
            <a:spLocks xmlns:a="http://schemas.openxmlformats.org/drawingml/2006/main" noGrp="1"/>
          </p:cNvSpPr>
          <p:nvPr/>
        </p:nvSpPr>
        <p:spPr>
          <a:xfrm xmlns:a="http://schemas.openxmlformats.org/drawingml/2006/main">
            <a:off x="304800" y="647700"/>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7" name="Object user shoulders">
            <a:extLst xmlns:a="http://schemas.openxmlformats.org/drawingml/2006/main">
              <a:ext uri="{FF2B5EF4-FFF2-40B4-BE49-F238E27FC236}">
                <a16:creationId xmlns:a16="http://schemas.microsoft.com/office/drawing/2014/main" id="{CBCAAFFA-F964-4AF7-AD84-2CFCFF5B9C6E}"/>
              </a:ext>
            </a:extLst>
          </p:cNvPr>
          <p:cNvSpPr>
            <a:spLocks xmlns:a="http://schemas.openxmlformats.org/drawingml/2006/main" noGrp="1"/>
          </p:cNvSpPr>
          <p:nvPr/>
        </p:nvSpPr>
        <p:spPr>
          <a:xfrm xmlns:a="http://schemas.openxmlformats.org/drawingml/2006/main">
            <a:off x="266700" y="781050"/>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8" name="Object evidence container">
            <a:extLst xmlns:a="http://schemas.openxmlformats.org/drawingml/2006/main">
              <a:ext uri="{FF2B5EF4-FFF2-40B4-BE49-F238E27FC236}">
                <a16:creationId xmlns:a16="http://schemas.microsoft.com/office/drawing/2014/main" id="{A6385388-5E7A-4081-AC3A-E4E5C7C75664}"/>
              </a:ext>
            </a:extLst>
          </p:cNvPr>
          <p:cNvSpPr>
            <a:spLocks xmlns:a="http://schemas.openxmlformats.org/drawingml/2006/main" noGrp="1"/>
          </p:cNvSpPr>
          <p:nvPr/>
        </p:nvSpPr>
        <p:spPr>
          <a:xfrm xmlns:a="http://schemas.openxmlformats.org/drawingml/2006/main">
            <a:off x="619125" y="1133475"/>
            <a:ext cx="2009775" cy="723900"/>
          </a:xfrm>
          <a:custGeom xmlns:a="http://schemas.openxmlformats.org/drawingml/2006/main">
            <a:pathLst>
              <a:path w="2009775" h="723900">
                <a:moveTo>
                  <a:pt x="19050" y="0"/>
                </a:moveTo>
                <a:lnTo>
                  <a:pt x="1990725" y="0"/>
                </a:lnTo>
                <a:cubicBezTo>
                  <a:pt x="2001246" y="0"/>
                  <a:pt x="2009775" y="8529"/>
                  <a:pt x="2009775" y="19050"/>
                </a:cubicBezTo>
                <a:lnTo>
                  <a:pt x="2009775" y="704850"/>
                </a:lnTo>
                <a:cubicBezTo>
                  <a:pt x="2009775" y="715371"/>
                  <a:pt x="2001246" y="723900"/>
                  <a:pt x="1990725"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51D66E"/>
            </a:solidFill>
            <a:prstDash val="solid"/>
          </a:ln>
        </p:spPr>
      </p:sp>
      <p:sp>
        <p:nvSpPr>
          <p:cNvPr id="9" name="Object tool rail">
            <a:extLst xmlns:a="http://schemas.openxmlformats.org/drawingml/2006/main">
              <a:ext uri="{FF2B5EF4-FFF2-40B4-BE49-F238E27FC236}">
                <a16:creationId xmlns:a16="http://schemas.microsoft.com/office/drawing/2014/main" id="{5E85F73B-8B76-49E7-91A6-0C09C31161A1}"/>
              </a:ext>
            </a:extLst>
          </p:cNvPr>
          <p:cNvSpPr>
            <a:spLocks xmlns:a="http://schemas.openxmlformats.org/drawingml/2006/main" noGrp="1"/>
          </p:cNvSpPr>
          <p:nvPr/>
        </p:nvSpPr>
        <p:spPr>
          <a:xfrm xmlns:a="http://schemas.openxmlformats.org/drawingml/2006/main">
            <a:off x="238125" y="1524000"/>
            <a:ext cx="228600" cy="12668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51D66E"/>
            </a:solidFill>
            <a:prstDash val="solid"/>
          </a:ln>
        </p:spPr>
      </p:sp>
      <p:sp>
        <p:nvSpPr>
          <p:cNvPr id="10" name="Object tool label">
            <a:extLst xmlns:a="http://schemas.openxmlformats.org/drawingml/2006/main">
              <a:ext uri="{FF2B5EF4-FFF2-40B4-BE49-F238E27FC236}">
                <a16:creationId xmlns:a16="http://schemas.microsoft.com/office/drawing/2014/main" id="{6690F123-5489-46C0-B250-C1842C5D9970}"/>
              </a:ext>
            </a:extLst>
          </p:cNvPr>
          <p:cNvSpPr>
            <a:spLocks xmlns:a="http://schemas.openxmlformats.org/drawingml/2006/main" noGrp="1"/>
          </p:cNvSpPr>
          <p:nvPr/>
        </p:nvSpPr>
        <p:spPr>
          <a:xfrm xmlns:a="http://schemas.openxmlformats.org/drawingml/2006/main" rot="5400000">
            <a:off x="0" y="2070912"/>
            <a:ext cx="72390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Searching...</a:t>
            </a:r>
          </a:p>
        </p:txBody>
      </p:sp>
      <p:pic>
        <p:nvPicPr>
          <p:cNvPr id="11" name="">
            <a:extLst xmlns:a="http://schemas.openxmlformats.org/drawingml/2006/main">
              <a:ext uri="{FF2B5EF4-FFF2-40B4-BE49-F238E27FC236}">
                <a16:creationId xmlns:a16="http://schemas.microsoft.com/office/drawing/2014/main" id="{DFC70E93-246B-4645-A267-5485BD4D3ED6}"/>
              </a:ext>
            </a:extLst>
          </p:cNvPr>
          <p:cNvPicPr>
            <a:picLocks xmlns:a="http://schemas.openxmlformats.org/drawingml/2006/main" noChangeAspect="1"/>
          </p:cNvPicPr>
          <p:nvPr/>
        </p:nvPicPr>
        <p:blipFill>
          <a:blip xmlns:r="http://schemas.openxmlformats.org/officeDocument/2006/relationships" xmlns:a="http://schemas.openxmlformats.org/drawingml/2006/main" r:embed="R9c19d1fd297d4cd7"/>
          <a:stretch xmlns:a="http://schemas.openxmlformats.org/drawingml/2006/main"/>
        </p:blipFill>
        <p:spPr>
          <a:xfrm xmlns:a="http://schemas.openxmlformats.org/drawingml/2006/main">
            <a:off x="266700" y="1562100"/>
            <a:ext cx="180975" cy="2000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0E44C39E-51EE-4DBB-92BC-5B009528BCB7}"/>
              </a:ext>
            </a:extLst>
          </p:cNvPr>
          <p:cNvPicPr>
            <a:picLocks xmlns:a="http://schemas.openxmlformats.org/drawingml/2006/main" noChangeAspect="1"/>
          </p:cNvPicPr>
          <p:nvPr/>
        </p:nvPicPr>
        <p:blipFill>
          <a:blip xmlns:r="http://schemas.openxmlformats.org/officeDocument/2006/relationships" xmlns:a="http://schemas.openxmlformats.org/drawingml/2006/main" r:embed="R73e8d6e6aea64a9c"/>
          <a:stretch xmlns:a="http://schemas.openxmlformats.org/drawingml/2006/main"/>
        </p:blipFill>
        <p:spPr>
          <a:xfrm xmlns:a="http://schemas.openxmlformats.org/drawingml/2006/main">
            <a:off x="142875" y="1152525"/>
            <a:ext cx="428625" cy="257175"/>
          </a:xfrm>
          <a:prstGeom xmlns:a="http://schemas.openxmlformats.org/drawingml/2006/main" prst="rect">
            <a:avLst/>
          </a:prstGeom>
        </p:spPr>
      </p:pic>
      <p:sp>
        <p:nvSpPr>
          <p:cNvPr id="13" name="Object text tag">
            <a:extLst xmlns:a="http://schemas.openxmlformats.org/drawingml/2006/main">
              <a:ext uri="{FF2B5EF4-FFF2-40B4-BE49-F238E27FC236}">
                <a16:creationId xmlns:a16="http://schemas.microsoft.com/office/drawing/2014/main" id="{26E89B50-3B92-46B1-98BC-1422B53E92D9}"/>
              </a:ext>
            </a:extLst>
          </p:cNvPr>
          <p:cNvSpPr>
            <a:spLocks xmlns:a="http://schemas.openxmlformats.org/drawingml/2006/main" noGrp="1"/>
          </p:cNvSpPr>
          <p:nvPr/>
        </p:nvSpPr>
        <p:spPr>
          <a:xfrm xmlns:a="http://schemas.openxmlformats.org/drawingml/2006/main">
            <a:off x="619125" y="1866900"/>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51D66E"/>
          </a:solidFill>
          <a:ln xmlns:a="http://schemas.openxmlformats.org/drawingml/2006/main" w="9525">
            <a:noFill/>
            <a:prstDash val="solid"/>
          </a:ln>
        </p:spPr>
      </p:sp>
      <p:sp>
        <p:nvSpPr>
          <p:cNvPr id="14" name="Object text tag label">
            <a:extLst xmlns:a="http://schemas.openxmlformats.org/drawingml/2006/main">
              <a:ext uri="{FF2B5EF4-FFF2-40B4-BE49-F238E27FC236}">
                <a16:creationId xmlns:a16="http://schemas.microsoft.com/office/drawing/2014/main" id="{D2D58219-087D-4B05-AE9C-3C99D930B449}"/>
              </a:ext>
            </a:extLst>
          </p:cNvPr>
          <p:cNvSpPr>
            <a:spLocks xmlns:a="http://schemas.openxmlformats.org/drawingml/2006/main" noGrp="1"/>
          </p:cNvSpPr>
          <p:nvPr/>
        </p:nvSpPr>
        <p:spPr>
          <a:xfrm xmlns:a="http://schemas.openxmlformats.org/drawingml/2006/main" rot="0">
            <a:off x="685800" y="1862453"/>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15" name="Object reference frame">
            <a:extLst xmlns:a="http://schemas.openxmlformats.org/drawingml/2006/main">
              <a:ext uri="{FF2B5EF4-FFF2-40B4-BE49-F238E27FC236}">
                <a16:creationId xmlns:a16="http://schemas.microsoft.com/office/drawing/2014/main" id="{AF4AAE44-2CD6-4F2C-B1AD-363C24AFD926}"/>
              </a:ext>
            </a:extLst>
          </p:cNvPr>
          <p:cNvSpPr>
            <a:spLocks xmlns:a="http://schemas.openxmlformats.org/drawingml/2006/main" noGrp="1"/>
          </p:cNvSpPr>
          <p:nvPr/>
        </p:nvSpPr>
        <p:spPr>
          <a:xfrm xmlns:a="http://schemas.openxmlformats.org/drawingml/2006/main">
            <a:off x="600075" y="2076450"/>
            <a:ext cx="2047875" cy="762000"/>
          </a:xfrm>
          <a:custGeom xmlns:a="http://schemas.openxmlformats.org/drawingml/2006/main">
            <a:pathLst>
              <a:path w="2047875" h="762000">
                <a:moveTo>
                  <a:pt x="19050" y="0"/>
                </a:moveTo>
                <a:lnTo>
                  <a:pt x="2028825" y="0"/>
                </a:lnTo>
                <a:cubicBezTo>
                  <a:pt x="2039346" y="0"/>
                  <a:pt x="2047875" y="8529"/>
                  <a:pt x="2047875" y="19050"/>
                </a:cubicBezTo>
                <a:lnTo>
                  <a:pt x="2047875" y="742950"/>
                </a:lnTo>
                <a:cubicBezTo>
                  <a:pt x="2047875" y="753471"/>
                  <a:pt x="2039346" y="762000"/>
                  <a:pt x="2028825" y="762000"/>
                </a:cubicBezTo>
                <a:lnTo>
                  <a:pt x="19050" y="762000"/>
                </a:lnTo>
                <a:cubicBezTo>
                  <a:pt x="8529" y="762000"/>
                  <a:pt x="0" y="753471"/>
                  <a:pt x="0" y="7429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51D66E"/>
            </a:solidFill>
            <a:prstDash val="solid"/>
          </a:ln>
        </p:spPr>
      </p:sp>
      <p:pic>
        <p:nvPicPr>
          <p:cNvPr id="16" name="">
            <a:extLst xmlns:a="http://schemas.openxmlformats.org/drawingml/2006/main">
              <a:ext uri="{FF2B5EF4-FFF2-40B4-BE49-F238E27FC236}">
                <a16:creationId xmlns:a16="http://schemas.microsoft.com/office/drawing/2014/main" id="{F525DB3B-3340-4F26-88C8-FE4A125FC1CA}"/>
              </a:ext>
            </a:extLst>
          </p:cNvPr>
          <p:cNvPicPr>
            <a:picLocks xmlns:a="http://schemas.openxmlformats.org/drawingml/2006/main" noChangeAspect="1"/>
          </p:cNvPicPr>
          <p:nvPr/>
        </p:nvPicPr>
        <p:blipFill>
          <a:blip xmlns:r="http://schemas.openxmlformats.org/officeDocument/2006/relationships" xmlns:a="http://schemas.openxmlformats.org/drawingml/2006/main" r:embed="R693fb30cff664818"/>
          <a:stretch xmlns:a="http://schemas.openxmlformats.org/drawingml/2006/main"/>
        </p:blipFill>
        <p:spPr>
          <a:xfrm xmlns:a="http://schemas.openxmlformats.org/drawingml/2006/main">
            <a:off x="619125" y="2095500"/>
            <a:ext cx="2009775" cy="723900"/>
          </a:xfrm>
          <a:prstGeom xmlns:a="http://schemas.openxmlformats.org/drawingml/2006/main" prst="rect">
            <a:avLst/>
          </a:prstGeom>
        </p:spPr>
      </p:pic>
      <p:sp>
        <p:nvSpPr>
          <p:cNvPr id="17" name="Object images tag">
            <a:extLst xmlns:a="http://schemas.openxmlformats.org/drawingml/2006/main">
              <a:ext uri="{FF2B5EF4-FFF2-40B4-BE49-F238E27FC236}">
                <a16:creationId xmlns:a16="http://schemas.microsoft.com/office/drawing/2014/main" id="{13B56730-BF36-4C77-9B11-29BAE25E2463}"/>
              </a:ext>
            </a:extLst>
          </p:cNvPr>
          <p:cNvSpPr>
            <a:spLocks xmlns:a="http://schemas.openxmlformats.org/drawingml/2006/main" noGrp="1"/>
          </p:cNvSpPr>
          <p:nvPr/>
        </p:nvSpPr>
        <p:spPr>
          <a:xfrm xmlns:a="http://schemas.openxmlformats.org/drawingml/2006/main">
            <a:off x="1914525" y="1943100"/>
            <a:ext cx="733425" cy="14287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51D66E"/>
          </a:solidFill>
          <a:ln xmlns:a="http://schemas.openxmlformats.org/drawingml/2006/main" w="9525">
            <a:noFill/>
            <a:prstDash val="solid"/>
          </a:ln>
        </p:spPr>
      </p:sp>
      <p:sp>
        <p:nvSpPr>
          <p:cNvPr id="18" name="Object images tag label">
            <a:extLst xmlns:a="http://schemas.openxmlformats.org/drawingml/2006/main">
              <a:ext uri="{FF2B5EF4-FFF2-40B4-BE49-F238E27FC236}">
                <a16:creationId xmlns:a16="http://schemas.microsoft.com/office/drawing/2014/main" id="{EA8E3672-52BA-487B-93F1-1AA9C1E6E862}"/>
              </a:ext>
            </a:extLst>
          </p:cNvPr>
          <p:cNvSpPr>
            <a:spLocks xmlns:a="http://schemas.openxmlformats.org/drawingml/2006/main" noGrp="1"/>
          </p:cNvSpPr>
          <p:nvPr/>
        </p:nvSpPr>
        <p:spPr>
          <a:xfrm xmlns:a="http://schemas.openxmlformats.org/drawingml/2006/main" rot="0">
            <a:off x="1981200" y="1939676"/>
            <a:ext cx="609600" cy="1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3" b="0" i="0">
                <a:solidFill>
                  <a:srgbClr val="FFFFFF"/>
                </a:solidFill>
                <a:latin typeface="Comic Sans MS"/>
                <a:ea typeface="Comic Sans MS"/>
                <a:cs typeface="Comic Sans MS"/>
              </a:defRPr>
            </a:defPPr>
          </a:lstStyle>
          <a:p xmlns:a="http://schemas.openxmlformats.org/drawingml/2006/main">
            <a:pPr algn="l">
              <a:lnSpc>
                <a:spcPct val="100000"/>
              </a:lnSpc>
              <a:buNone/>
              <a:defRPr sz="983" b="0" i="0">
                <a:solidFill>
                  <a:srgbClr val="FFFFFF"/>
                </a:solidFill>
                <a:latin typeface="Comic Sans MS"/>
                <a:ea typeface="Comic Sans MS"/>
                <a:cs typeface="Comic Sans MS"/>
              </a:defRPr>
            </a:pPr>
            <a:r>
              <a:rPr sz="983" b="0" i="0">
                <a:solidFill>
                  <a:srgbClr val="FFFFFF"/>
                </a:solidFill>
                <a:latin typeface="Comic Sans MS"/>
                <a:ea typeface="Comic Sans MS"/>
                <a:cs typeface="Comic Sans MS"/>
              </a:rPr>
              <a:t>▧ images</a:t>
            </a:r>
          </a:p>
        </p:txBody>
      </p:sp>
      <p:sp>
        <p:nvSpPr>
          <p:cNvPr id="19" name="Object evidence to generation">
            <a:extLst xmlns:a="http://schemas.openxmlformats.org/drawingml/2006/main">
              <a:ext uri="{FF2B5EF4-FFF2-40B4-BE49-F238E27FC236}">
                <a16:creationId xmlns:a16="http://schemas.microsoft.com/office/drawing/2014/main" id="{4470223D-4372-450E-B3B1-8B9B37D2079E}"/>
              </a:ext>
            </a:extLst>
          </p:cNvPr>
          <p:cNvSpPr>
            <a:spLocks xmlns:a="http://schemas.openxmlformats.org/drawingml/2006/main" noGrp="1"/>
          </p:cNvSpPr>
          <p:nvPr/>
        </p:nvSpPr>
        <p:spPr>
          <a:xfrm xmlns:a="http://schemas.openxmlformats.org/drawingml/2006/main">
            <a:off x="2647950" y="1766888"/>
            <a:ext cx="409575" cy="400050"/>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A6ECAE"/>
          </a:solidFill>
          <a:ln xmlns:a="http://schemas.openxmlformats.org/drawingml/2006/main" w="9525">
            <a:noFill/>
            <a:prstDash val="solid"/>
          </a:ln>
        </p:spPr>
      </p:sp>
      <p:pic>
        <p:nvPicPr>
          <p:cNvPr id="20" name="">
            <a:extLst xmlns:a="http://schemas.openxmlformats.org/drawingml/2006/main">
              <a:ext uri="{FF2B5EF4-FFF2-40B4-BE49-F238E27FC236}">
                <a16:creationId xmlns:a16="http://schemas.microsoft.com/office/drawing/2014/main" id="{645ABA28-2AAA-4FC8-89E1-D3BD8662C7FA}"/>
              </a:ext>
            </a:extLst>
          </p:cNvPr>
          <p:cNvPicPr>
            <a:picLocks xmlns:a="http://schemas.openxmlformats.org/drawingml/2006/main" noChangeAspect="1"/>
          </p:cNvPicPr>
          <p:nvPr/>
        </p:nvPicPr>
        <p:blipFill>
          <a:blip xmlns:r="http://schemas.openxmlformats.org/officeDocument/2006/relationships" xmlns:a="http://schemas.openxmlformats.org/drawingml/2006/main" r:embed="Rf8d5c5398a4649eb"/>
          <a:stretch xmlns:a="http://schemas.openxmlformats.org/drawingml/2006/main"/>
        </p:blipFill>
        <p:spPr>
          <a:xfrm xmlns:a="http://schemas.openxmlformats.org/drawingml/2006/main">
            <a:off x="3067050" y="1362075"/>
            <a:ext cx="1504950" cy="1209675"/>
          </a:xfrm>
          <a:prstGeom xmlns:a="http://schemas.openxmlformats.org/drawingml/2006/main" prst="rect">
            <a:avLst/>
          </a:prstGeom>
        </p:spPr>
      </p:pic>
      <p:sp>
        <p:nvSpPr>
          <p:cNvPr id="21" name="Object corner horizontal">
            <a:extLst xmlns:a="http://schemas.openxmlformats.org/drawingml/2006/main">
              <a:ext uri="{FF2B5EF4-FFF2-40B4-BE49-F238E27FC236}">
                <a16:creationId xmlns:a16="http://schemas.microsoft.com/office/drawing/2014/main" id="{B8E78D63-EA04-41F0-A947-9AFAC1E63D2F}"/>
              </a:ext>
            </a:extLst>
          </p:cNvPr>
          <p:cNvSpPr>
            <a:spLocks xmlns:a="http://schemas.openxmlformats.org/drawingml/2006/main" noGrp="1"/>
          </p:cNvSpPr>
          <p:nvPr/>
        </p:nvSpPr>
        <p:spPr>
          <a:xfrm xmlns:a="http://schemas.openxmlformats.org/drawingml/2006/main">
            <a:off x="3019425" y="130492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51D66E"/>
            </a:solidFill>
            <a:prstDash val="solid"/>
          </a:ln>
        </p:spPr>
      </p:sp>
      <p:sp>
        <p:nvSpPr>
          <p:cNvPr id="22" name="Object corner vertical">
            <a:extLst xmlns:a="http://schemas.openxmlformats.org/drawingml/2006/main">
              <a:ext uri="{FF2B5EF4-FFF2-40B4-BE49-F238E27FC236}">
                <a16:creationId xmlns:a16="http://schemas.microsoft.com/office/drawing/2014/main" id="{33ED9B24-5954-4605-BA6B-5023BF89FA56}"/>
              </a:ext>
            </a:extLst>
          </p:cNvPr>
          <p:cNvSpPr>
            <a:spLocks xmlns:a="http://schemas.openxmlformats.org/drawingml/2006/main" noGrp="1"/>
          </p:cNvSpPr>
          <p:nvPr/>
        </p:nvSpPr>
        <p:spPr>
          <a:xfrm xmlns:a="http://schemas.openxmlformats.org/drawingml/2006/main">
            <a:off x="3019425" y="1304925"/>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51D66E"/>
            </a:solidFill>
            <a:prstDash val="solid"/>
          </a:ln>
        </p:spPr>
      </p:sp>
      <p:sp>
        <p:nvSpPr>
          <p:cNvPr id="23" name="Object corner horizontal">
            <a:extLst xmlns:a="http://schemas.openxmlformats.org/drawingml/2006/main">
              <a:ext uri="{FF2B5EF4-FFF2-40B4-BE49-F238E27FC236}">
                <a16:creationId xmlns:a16="http://schemas.microsoft.com/office/drawing/2014/main" id="{70CE6759-2514-464F-9440-BE744483AAD8}"/>
              </a:ext>
            </a:extLst>
          </p:cNvPr>
          <p:cNvSpPr>
            <a:spLocks xmlns:a="http://schemas.openxmlformats.org/drawingml/2006/main" noGrp="1"/>
          </p:cNvSpPr>
          <p:nvPr/>
        </p:nvSpPr>
        <p:spPr>
          <a:xfrm xmlns:a="http://schemas.openxmlformats.org/drawingml/2006/main">
            <a:off x="4381500" y="130492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51D66E"/>
            </a:solidFill>
            <a:prstDash val="solid"/>
          </a:ln>
        </p:spPr>
      </p:sp>
      <p:sp>
        <p:nvSpPr>
          <p:cNvPr id="24" name="Object corner vertical">
            <a:extLst xmlns:a="http://schemas.openxmlformats.org/drawingml/2006/main">
              <a:ext uri="{FF2B5EF4-FFF2-40B4-BE49-F238E27FC236}">
                <a16:creationId xmlns:a16="http://schemas.microsoft.com/office/drawing/2014/main" id="{DF7E514A-6504-48BB-BC50-08E5281953A1}"/>
              </a:ext>
            </a:extLst>
          </p:cNvPr>
          <p:cNvSpPr>
            <a:spLocks xmlns:a="http://schemas.openxmlformats.org/drawingml/2006/main" noGrp="1"/>
          </p:cNvSpPr>
          <p:nvPr/>
        </p:nvSpPr>
        <p:spPr>
          <a:xfrm xmlns:a="http://schemas.openxmlformats.org/drawingml/2006/main">
            <a:off x="4619625" y="1304925"/>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51D66E"/>
            </a:solidFill>
            <a:prstDash val="solid"/>
          </a:ln>
        </p:spPr>
      </p:sp>
      <p:sp>
        <p:nvSpPr>
          <p:cNvPr id="25" name="Object corner horizontal">
            <a:extLst xmlns:a="http://schemas.openxmlformats.org/drawingml/2006/main">
              <a:ext uri="{FF2B5EF4-FFF2-40B4-BE49-F238E27FC236}">
                <a16:creationId xmlns:a16="http://schemas.microsoft.com/office/drawing/2014/main" id="{D9A63DE4-645A-49B8-BD7E-D68E8E5FCA71}"/>
              </a:ext>
            </a:extLst>
          </p:cNvPr>
          <p:cNvSpPr>
            <a:spLocks xmlns:a="http://schemas.openxmlformats.org/drawingml/2006/main" noGrp="1"/>
          </p:cNvSpPr>
          <p:nvPr/>
        </p:nvSpPr>
        <p:spPr>
          <a:xfrm xmlns:a="http://schemas.openxmlformats.org/drawingml/2006/main">
            <a:off x="3019425" y="262890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51D66E"/>
            </a:solidFill>
            <a:prstDash val="solid"/>
          </a:ln>
        </p:spPr>
      </p:sp>
      <p:sp>
        <p:nvSpPr>
          <p:cNvPr id="26" name="Object corner vertical">
            <a:extLst xmlns:a="http://schemas.openxmlformats.org/drawingml/2006/main">
              <a:ext uri="{FF2B5EF4-FFF2-40B4-BE49-F238E27FC236}">
                <a16:creationId xmlns:a16="http://schemas.microsoft.com/office/drawing/2014/main" id="{CD4248B6-9A48-4613-9CFA-029357AF27C4}"/>
              </a:ext>
            </a:extLst>
          </p:cNvPr>
          <p:cNvSpPr>
            <a:spLocks xmlns:a="http://schemas.openxmlformats.org/drawingml/2006/main" noGrp="1"/>
          </p:cNvSpPr>
          <p:nvPr/>
        </p:nvSpPr>
        <p:spPr>
          <a:xfrm xmlns:a="http://schemas.openxmlformats.org/drawingml/2006/main">
            <a:off x="3019425" y="2428875"/>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51D66E"/>
            </a:solidFill>
            <a:prstDash val="solid"/>
          </a:ln>
        </p:spPr>
      </p:sp>
      <p:sp>
        <p:nvSpPr>
          <p:cNvPr id="27" name="Object corner horizontal">
            <a:extLst xmlns:a="http://schemas.openxmlformats.org/drawingml/2006/main">
              <a:ext uri="{FF2B5EF4-FFF2-40B4-BE49-F238E27FC236}">
                <a16:creationId xmlns:a16="http://schemas.microsoft.com/office/drawing/2014/main" id="{F00AA299-6578-43D8-AD2C-7C6C80C2775A}"/>
              </a:ext>
            </a:extLst>
          </p:cNvPr>
          <p:cNvSpPr>
            <a:spLocks xmlns:a="http://schemas.openxmlformats.org/drawingml/2006/main" noGrp="1"/>
          </p:cNvSpPr>
          <p:nvPr/>
        </p:nvSpPr>
        <p:spPr>
          <a:xfrm xmlns:a="http://schemas.openxmlformats.org/drawingml/2006/main">
            <a:off x="4381500" y="262890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51D66E"/>
            </a:solidFill>
            <a:prstDash val="solid"/>
          </a:ln>
        </p:spPr>
      </p:sp>
      <p:sp>
        <p:nvSpPr>
          <p:cNvPr id="28" name="Object corner vertical">
            <a:extLst xmlns:a="http://schemas.openxmlformats.org/drawingml/2006/main">
              <a:ext uri="{FF2B5EF4-FFF2-40B4-BE49-F238E27FC236}">
                <a16:creationId xmlns:a16="http://schemas.microsoft.com/office/drawing/2014/main" id="{9B35D39B-DA0F-4022-91F3-DFD26BB57381}"/>
              </a:ext>
            </a:extLst>
          </p:cNvPr>
          <p:cNvSpPr>
            <a:spLocks xmlns:a="http://schemas.openxmlformats.org/drawingml/2006/main" noGrp="1"/>
          </p:cNvSpPr>
          <p:nvPr/>
        </p:nvSpPr>
        <p:spPr>
          <a:xfrm xmlns:a="http://schemas.openxmlformats.org/drawingml/2006/main">
            <a:off x="4619625" y="2428875"/>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51D66E"/>
            </a:solidFill>
            <a:prstDash val="solid"/>
          </a:ln>
        </p:spPr>
      </p:sp>
      <p:sp>
        <p:nvSpPr>
          <p:cNvPr id="29" name="Special Event card">
            <a:extLst xmlns:a="http://schemas.openxmlformats.org/drawingml/2006/main">
              <a:ext uri="{FF2B5EF4-FFF2-40B4-BE49-F238E27FC236}">
                <a16:creationId xmlns:a16="http://schemas.microsoft.com/office/drawing/2014/main" id="{059F710C-9C5E-4EE6-A0DC-2C228C6B1979}"/>
              </a:ext>
            </a:extLst>
          </p:cNvPr>
          <p:cNvSpPr>
            <a:spLocks xmlns:a="http://schemas.openxmlformats.org/drawingml/2006/main" noGrp="1"/>
          </p:cNvSpPr>
          <p:nvPr/>
        </p:nvSpPr>
        <p:spPr>
          <a:xfrm xmlns:a="http://schemas.openxmlformats.org/drawingml/2006/main">
            <a:off x="4972050" y="76200"/>
            <a:ext cx="4648200" cy="284797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FFEFB"/>
          </a:solidFill>
          <a:ln xmlns:a="http://schemas.openxmlformats.org/drawingml/2006/main" w="25718">
            <a:solidFill>
              <a:srgbClr val="98F5E2"/>
            </a:solidFill>
            <a:prstDash val="solid"/>
          </a:ln>
        </p:spPr>
      </p:sp>
      <p:sp>
        <p:nvSpPr>
          <p:cNvPr id="30" name="Special Event header">
            <a:extLst xmlns:a="http://schemas.openxmlformats.org/drawingml/2006/main">
              <a:ext uri="{FF2B5EF4-FFF2-40B4-BE49-F238E27FC236}">
                <a16:creationId xmlns:a16="http://schemas.microsoft.com/office/drawing/2014/main" id="{EC90E06F-92AD-4623-ACA8-9753A5F97117}"/>
              </a:ext>
            </a:extLst>
          </p:cNvPr>
          <p:cNvSpPr>
            <a:spLocks xmlns:a="http://schemas.openxmlformats.org/drawingml/2006/main" noGrp="1"/>
          </p:cNvSpPr>
          <p:nvPr/>
        </p:nvSpPr>
        <p:spPr>
          <a:xfrm xmlns:a="http://schemas.openxmlformats.org/drawingml/2006/main">
            <a:off x="4972050" y="76200"/>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98F5E2"/>
          </a:solidFill>
          <a:ln xmlns:a="http://schemas.openxmlformats.org/drawingml/2006/main" w="9525">
            <a:noFill/>
            <a:prstDash val="solid"/>
          </a:ln>
        </p:spPr>
      </p:sp>
      <p:pic>
        <p:nvPicPr>
          <p:cNvPr id="31" name="">
            <a:extLst xmlns:a="http://schemas.openxmlformats.org/drawingml/2006/main">
              <a:ext uri="{FF2B5EF4-FFF2-40B4-BE49-F238E27FC236}">
                <a16:creationId xmlns:a16="http://schemas.microsoft.com/office/drawing/2014/main" id="{C499270F-4F71-408B-AD2F-618D2EB88334}"/>
              </a:ext>
            </a:extLst>
          </p:cNvPr>
          <p:cNvPicPr>
            <a:picLocks xmlns:a="http://schemas.openxmlformats.org/drawingml/2006/main" noChangeAspect="1"/>
          </p:cNvPicPr>
          <p:nvPr/>
        </p:nvPicPr>
        <p:blipFill>
          <a:blip xmlns:r="http://schemas.openxmlformats.org/officeDocument/2006/relationships" xmlns:a="http://schemas.openxmlformats.org/drawingml/2006/main" r:embed="R9a132b81ec27471f"/>
          <a:stretch xmlns:a="http://schemas.openxmlformats.org/drawingml/2006/main"/>
        </p:blipFill>
        <p:spPr>
          <a:xfrm xmlns:a="http://schemas.openxmlformats.org/drawingml/2006/main">
            <a:off x="6276975" y="142875"/>
            <a:ext cx="342900" cy="333375"/>
          </a:xfrm>
          <a:prstGeom xmlns:a="http://schemas.openxmlformats.org/drawingml/2006/main" prst="rect">
            <a:avLst/>
          </a:prstGeom>
        </p:spPr>
      </p:pic>
      <p:sp>
        <p:nvSpPr>
          <p:cNvPr id="32" name="Special Event prompt divider">
            <a:extLst xmlns:a="http://schemas.openxmlformats.org/drawingml/2006/main">
              <a:ext uri="{FF2B5EF4-FFF2-40B4-BE49-F238E27FC236}">
                <a16:creationId xmlns:a16="http://schemas.microsoft.com/office/drawing/2014/main" id="{41F59198-6722-4433-8F0A-E2771901CBC1}"/>
              </a:ext>
            </a:extLst>
          </p:cNvPr>
          <p:cNvSpPr>
            <a:spLocks xmlns:a="http://schemas.openxmlformats.org/drawingml/2006/main" noGrp="1"/>
          </p:cNvSpPr>
          <p:nvPr/>
        </p:nvSpPr>
        <p:spPr>
          <a:xfrm xmlns:a="http://schemas.openxmlformats.org/drawingml/2006/main">
            <a:off x="5048250" y="104775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26DCC1"/>
            </a:solidFill>
            <a:prstDash val="dash"/>
          </a:ln>
        </p:spPr>
      </p:sp>
      <p:sp>
        <p:nvSpPr>
          <p:cNvPr id="33" name="Special Event user disk">
            <a:extLst xmlns:a="http://schemas.openxmlformats.org/drawingml/2006/main">
              <a:ext uri="{FF2B5EF4-FFF2-40B4-BE49-F238E27FC236}">
                <a16:creationId xmlns:a16="http://schemas.microsoft.com/office/drawing/2014/main" id="{BFC75913-E7C1-42D4-9995-1F8C1AEFEFCC}"/>
              </a:ext>
            </a:extLst>
          </p:cNvPr>
          <p:cNvSpPr>
            <a:spLocks xmlns:a="http://schemas.openxmlformats.org/drawingml/2006/main" noGrp="1"/>
          </p:cNvSpPr>
          <p:nvPr/>
        </p:nvSpPr>
        <p:spPr>
          <a:xfrm xmlns:a="http://schemas.openxmlformats.org/drawingml/2006/main">
            <a:off x="5105400" y="609600"/>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26DCC1"/>
          </a:solidFill>
          <a:ln xmlns:a="http://schemas.openxmlformats.org/drawingml/2006/main" w="9525">
            <a:noFill/>
            <a:prstDash val="solid"/>
          </a:ln>
        </p:spPr>
      </p:sp>
      <p:sp>
        <p:nvSpPr>
          <p:cNvPr id="34" name="Special Event user head">
            <a:extLst xmlns:a="http://schemas.openxmlformats.org/drawingml/2006/main">
              <a:ext uri="{FF2B5EF4-FFF2-40B4-BE49-F238E27FC236}">
                <a16:creationId xmlns:a16="http://schemas.microsoft.com/office/drawing/2014/main" id="{1B784B52-4FF5-4B06-8969-244EAFDA861E}"/>
              </a:ext>
            </a:extLst>
          </p:cNvPr>
          <p:cNvSpPr>
            <a:spLocks xmlns:a="http://schemas.openxmlformats.org/drawingml/2006/main" noGrp="1"/>
          </p:cNvSpPr>
          <p:nvPr/>
        </p:nvSpPr>
        <p:spPr>
          <a:xfrm xmlns:a="http://schemas.openxmlformats.org/drawingml/2006/main">
            <a:off x="5200650" y="647700"/>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35" name="Special Event user shoulders">
            <a:extLst xmlns:a="http://schemas.openxmlformats.org/drawingml/2006/main">
              <a:ext uri="{FF2B5EF4-FFF2-40B4-BE49-F238E27FC236}">
                <a16:creationId xmlns:a16="http://schemas.microsoft.com/office/drawing/2014/main" id="{FF2526F6-E607-4D8A-B6E9-179D01DBBD20}"/>
              </a:ext>
            </a:extLst>
          </p:cNvPr>
          <p:cNvSpPr>
            <a:spLocks xmlns:a="http://schemas.openxmlformats.org/drawingml/2006/main" noGrp="1"/>
          </p:cNvSpPr>
          <p:nvPr/>
        </p:nvSpPr>
        <p:spPr>
          <a:xfrm xmlns:a="http://schemas.openxmlformats.org/drawingml/2006/main">
            <a:off x="5162550" y="781050"/>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36" name="Special Event evidence container">
            <a:extLst xmlns:a="http://schemas.openxmlformats.org/drawingml/2006/main">
              <a:ext uri="{FF2B5EF4-FFF2-40B4-BE49-F238E27FC236}">
                <a16:creationId xmlns:a16="http://schemas.microsoft.com/office/drawing/2014/main" id="{54B3140D-BFD6-4624-9617-00B149D2569C}"/>
              </a:ext>
            </a:extLst>
          </p:cNvPr>
          <p:cNvSpPr>
            <a:spLocks xmlns:a="http://schemas.openxmlformats.org/drawingml/2006/main" noGrp="1"/>
          </p:cNvSpPr>
          <p:nvPr/>
        </p:nvSpPr>
        <p:spPr>
          <a:xfrm xmlns:a="http://schemas.openxmlformats.org/drawingml/2006/main">
            <a:off x="5562600" y="1133475"/>
            <a:ext cx="1990725" cy="723900"/>
          </a:xfrm>
          <a:custGeom xmlns:a="http://schemas.openxmlformats.org/drawingml/2006/main">
            <a:pathLst>
              <a:path w="1990725" h="723900">
                <a:moveTo>
                  <a:pt x="19050" y="0"/>
                </a:moveTo>
                <a:lnTo>
                  <a:pt x="1971675" y="0"/>
                </a:lnTo>
                <a:cubicBezTo>
                  <a:pt x="1982196" y="0"/>
                  <a:pt x="1990725" y="8529"/>
                  <a:pt x="1990725" y="19050"/>
                </a:cubicBezTo>
                <a:lnTo>
                  <a:pt x="1990725" y="704850"/>
                </a:lnTo>
                <a:cubicBezTo>
                  <a:pt x="1990725" y="715371"/>
                  <a:pt x="1982196" y="723900"/>
                  <a:pt x="1971675"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26DCC1"/>
            </a:solidFill>
            <a:prstDash val="solid"/>
          </a:ln>
        </p:spPr>
      </p:sp>
      <p:sp>
        <p:nvSpPr>
          <p:cNvPr id="37" name="Special Event tool rail">
            <a:extLst xmlns:a="http://schemas.openxmlformats.org/drawingml/2006/main">
              <a:ext uri="{FF2B5EF4-FFF2-40B4-BE49-F238E27FC236}">
                <a16:creationId xmlns:a16="http://schemas.microsoft.com/office/drawing/2014/main" id="{31ACBDF4-BC8A-4E5F-A9F1-2A89FC130285}"/>
              </a:ext>
            </a:extLst>
          </p:cNvPr>
          <p:cNvSpPr>
            <a:spLocks xmlns:a="http://schemas.openxmlformats.org/drawingml/2006/main" noGrp="1"/>
          </p:cNvSpPr>
          <p:nvPr/>
        </p:nvSpPr>
        <p:spPr>
          <a:xfrm xmlns:a="http://schemas.openxmlformats.org/drawingml/2006/main">
            <a:off x="5133975" y="1524000"/>
            <a:ext cx="228600" cy="12668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26DCC1"/>
            </a:solidFill>
            <a:prstDash val="solid"/>
          </a:ln>
        </p:spPr>
      </p:sp>
      <p:sp>
        <p:nvSpPr>
          <p:cNvPr id="38" name="Special Event tool label">
            <a:extLst xmlns:a="http://schemas.openxmlformats.org/drawingml/2006/main">
              <a:ext uri="{FF2B5EF4-FFF2-40B4-BE49-F238E27FC236}">
                <a16:creationId xmlns:a16="http://schemas.microsoft.com/office/drawing/2014/main" id="{6C5F6B22-35FC-4BD9-8BC1-57D40F3498AE}"/>
              </a:ext>
            </a:extLst>
          </p:cNvPr>
          <p:cNvSpPr>
            <a:spLocks xmlns:a="http://schemas.openxmlformats.org/drawingml/2006/main" noGrp="1"/>
          </p:cNvSpPr>
          <p:nvPr/>
        </p:nvSpPr>
        <p:spPr>
          <a:xfrm xmlns:a="http://schemas.openxmlformats.org/drawingml/2006/main" rot="5400000">
            <a:off x="4886325" y="2070912"/>
            <a:ext cx="7334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Searching...</a:t>
            </a:r>
          </a:p>
        </p:txBody>
      </p:sp>
      <p:pic>
        <p:nvPicPr>
          <p:cNvPr id="39" name="">
            <a:extLst xmlns:a="http://schemas.openxmlformats.org/drawingml/2006/main">
              <a:ext uri="{FF2B5EF4-FFF2-40B4-BE49-F238E27FC236}">
                <a16:creationId xmlns:a16="http://schemas.microsoft.com/office/drawing/2014/main" id="{2582792D-DF51-4037-B684-B7B9EFDCCB17}"/>
              </a:ext>
            </a:extLst>
          </p:cNvPr>
          <p:cNvPicPr>
            <a:picLocks xmlns:a="http://schemas.openxmlformats.org/drawingml/2006/main" noChangeAspect="1"/>
          </p:cNvPicPr>
          <p:nvPr/>
        </p:nvPicPr>
        <p:blipFill>
          <a:blip xmlns:r="http://schemas.openxmlformats.org/officeDocument/2006/relationships" xmlns:a="http://schemas.openxmlformats.org/drawingml/2006/main" r:embed="R392602590261475f"/>
          <a:stretch xmlns:a="http://schemas.openxmlformats.org/drawingml/2006/main"/>
        </p:blipFill>
        <p:spPr>
          <a:xfrm xmlns:a="http://schemas.openxmlformats.org/drawingml/2006/main">
            <a:off x="5162550" y="1562100"/>
            <a:ext cx="180975" cy="200025"/>
          </a:xfrm>
          <a:prstGeom xmlns:a="http://schemas.openxmlformats.org/drawingml/2006/main" prst="rect">
            <a:avLst/>
          </a:prstGeom>
        </p:spPr>
      </p:pic>
      <p:pic>
        <p:nvPicPr>
          <p:cNvPr id="40" name="">
            <a:extLst xmlns:a="http://schemas.openxmlformats.org/drawingml/2006/main">
              <a:ext uri="{FF2B5EF4-FFF2-40B4-BE49-F238E27FC236}">
                <a16:creationId xmlns:a16="http://schemas.microsoft.com/office/drawing/2014/main" id="{95E59FA6-30A5-4D5B-A2DC-C7948B57CC14}"/>
              </a:ext>
            </a:extLst>
          </p:cNvPr>
          <p:cNvPicPr>
            <a:picLocks xmlns:a="http://schemas.openxmlformats.org/drawingml/2006/main" noChangeAspect="1"/>
          </p:cNvPicPr>
          <p:nvPr/>
        </p:nvPicPr>
        <p:blipFill>
          <a:blip xmlns:r="http://schemas.openxmlformats.org/officeDocument/2006/relationships" xmlns:a="http://schemas.openxmlformats.org/drawingml/2006/main" r:embed="R92dd500ade4e4242"/>
          <a:stretch xmlns:a="http://schemas.openxmlformats.org/drawingml/2006/main"/>
        </p:blipFill>
        <p:spPr>
          <a:xfrm xmlns:a="http://schemas.openxmlformats.org/drawingml/2006/main">
            <a:off x="5038725" y="1152525"/>
            <a:ext cx="428625" cy="257175"/>
          </a:xfrm>
          <a:prstGeom xmlns:a="http://schemas.openxmlformats.org/drawingml/2006/main" prst="rect">
            <a:avLst/>
          </a:prstGeom>
        </p:spPr>
      </p:pic>
      <p:sp>
        <p:nvSpPr>
          <p:cNvPr id="41" name="Special Event text tag">
            <a:extLst xmlns:a="http://schemas.openxmlformats.org/drawingml/2006/main">
              <a:ext uri="{FF2B5EF4-FFF2-40B4-BE49-F238E27FC236}">
                <a16:creationId xmlns:a16="http://schemas.microsoft.com/office/drawing/2014/main" id="{3599BABF-1252-4FBD-B612-015B5F170865}"/>
              </a:ext>
            </a:extLst>
          </p:cNvPr>
          <p:cNvSpPr>
            <a:spLocks xmlns:a="http://schemas.openxmlformats.org/drawingml/2006/main" noGrp="1"/>
          </p:cNvSpPr>
          <p:nvPr/>
        </p:nvSpPr>
        <p:spPr>
          <a:xfrm xmlns:a="http://schemas.openxmlformats.org/drawingml/2006/main">
            <a:off x="5562600" y="1866900"/>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26DCC1"/>
          </a:solidFill>
          <a:ln xmlns:a="http://schemas.openxmlformats.org/drawingml/2006/main" w="9525">
            <a:noFill/>
            <a:prstDash val="solid"/>
          </a:ln>
        </p:spPr>
      </p:sp>
      <p:sp>
        <p:nvSpPr>
          <p:cNvPr id="42" name="Special Event text tag label">
            <a:extLst xmlns:a="http://schemas.openxmlformats.org/drawingml/2006/main">
              <a:ext uri="{FF2B5EF4-FFF2-40B4-BE49-F238E27FC236}">
                <a16:creationId xmlns:a16="http://schemas.microsoft.com/office/drawing/2014/main" id="{B50FDF34-489F-4DCB-BCD6-0FE8D51B86F3}"/>
              </a:ext>
            </a:extLst>
          </p:cNvPr>
          <p:cNvSpPr>
            <a:spLocks xmlns:a="http://schemas.openxmlformats.org/drawingml/2006/main" noGrp="1"/>
          </p:cNvSpPr>
          <p:nvPr/>
        </p:nvSpPr>
        <p:spPr>
          <a:xfrm xmlns:a="http://schemas.openxmlformats.org/drawingml/2006/main" rot="0">
            <a:off x="5629275" y="1862453"/>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43" name="Special Event reference frame">
            <a:extLst xmlns:a="http://schemas.openxmlformats.org/drawingml/2006/main">
              <a:ext uri="{FF2B5EF4-FFF2-40B4-BE49-F238E27FC236}">
                <a16:creationId xmlns:a16="http://schemas.microsoft.com/office/drawing/2014/main" id="{D35BCFBE-A23C-415D-BF6F-538E7E010789}"/>
              </a:ext>
            </a:extLst>
          </p:cNvPr>
          <p:cNvSpPr>
            <a:spLocks xmlns:a="http://schemas.openxmlformats.org/drawingml/2006/main" noGrp="1"/>
          </p:cNvSpPr>
          <p:nvPr/>
        </p:nvSpPr>
        <p:spPr>
          <a:xfrm xmlns:a="http://schemas.openxmlformats.org/drawingml/2006/main">
            <a:off x="5543550" y="2095500"/>
            <a:ext cx="2028825" cy="742950"/>
          </a:xfrm>
          <a:custGeom xmlns:a="http://schemas.openxmlformats.org/drawingml/2006/main">
            <a:pathLst>
              <a:path w="2028825" h="742950">
                <a:moveTo>
                  <a:pt x="19050" y="0"/>
                </a:moveTo>
                <a:lnTo>
                  <a:pt x="2009775" y="0"/>
                </a:lnTo>
                <a:cubicBezTo>
                  <a:pt x="2020296" y="0"/>
                  <a:pt x="2028825" y="8529"/>
                  <a:pt x="2028825" y="19050"/>
                </a:cubicBezTo>
                <a:lnTo>
                  <a:pt x="2028825" y="723900"/>
                </a:lnTo>
                <a:cubicBezTo>
                  <a:pt x="2028825" y="734421"/>
                  <a:pt x="2020296" y="742950"/>
                  <a:pt x="2009775" y="742950"/>
                </a:cubicBezTo>
                <a:lnTo>
                  <a:pt x="19050" y="742950"/>
                </a:lnTo>
                <a:cubicBezTo>
                  <a:pt x="8529" y="742950"/>
                  <a:pt x="0" y="734421"/>
                  <a:pt x="0" y="723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26DCC1"/>
            </a:solidFill>
            <a:prstDash val="solid"/>
          </a:ln>
        </p:spPr>
      </p:sp>
      <p:pic>
        <p:nvPicPr>
          <p:cNvPr id="44" name="">
            <a:extLst xmlns:a="http://schemas.openxmlformats.org/drawingml/2006/main">
              <a:ext uri="{FF2B5EF4-FFF2-40B4-BE49-F238E27FC236}">
                <a16:creationId xmlns:a16="http://schemas.microsoft.com/office/drawing/2014/main" id="{455869A2-2F84-4F07-936A-0491BE81F3FF}"/>
              </a:ext>
            </a:extLst>
          </p:cNvPr>
          <p:cNvPicPr>
            <a:picLocks xmlns:a="http://schemas.openxmlformats.org/drawingml/2006/main" noChangeAspect="1"/>
          </p:cNvPicPr>
          <p:nvPr/>
        </p:nvPicPr>
        <p:blipFill>
          <a:blip xmlns:r="http://schemas.openxmlformats.org/officeDocument/2006/relationships" xmlns:a="http://schemas.openxmlformats.org/drawingml/2006/main" r:embed="R27292d9d0cdf4014"/>
          <a:stretch xmlns:a="http://schemas.openxmlformats.org/drawingml/2006/main"/>
        </p:blipFill>
        <p:spPr>
          <a:xfrm xmlns:a="http://schemas.openxmlformats.org/drawingml/2006/main">
            <a:off x="5562600" y="2114550"/>
            <a:ext cx="1990725" cy="704850"/>
          </a:xfrm>
          <a:prstGeom xmlns:a="http://schemas.openxmlformats.org/drawingml/2006/main" prst="rect">
            <a:avLst/>
          </a:prstGeom>
        </p:spPr>
      </p:pic>
      <p:sp>
        <p:nvSpPr>
          <p:cNvPr id="45" name="Special Event images tag">
            <a:extLst xmlns:a="http://schemas.openxmlformats.org/drawingml/2006/main">
              <a:ext uri="{FF2B5EF4-FFF2-40B4-BE49-F238E27FC236}">
                <a16:creationId xmlns:a16="http://schemas.microsoft.com/office/drawing/2014/main" id="{6EF7EF48-C6B4-4EBB-A0F9-0A961880C875}"/>
              </a:ext>
            </a:extLst>
          </p:cNvPr>
          <p:cNvSpPr>
            <a:spLocks xmlns:a="http://schemas.openxmlformats.org/drawingml/2006/main" noGrp="1"/>
          </p:cNvSpPr>
          <p:nvPr/>
        </p:nvSpPr>
        <p:spPr>
          <a:xfrm xmlns:a="http://schemas.openxmlformats.org/drawingml/2006/main">
            <a:off x="6838950" y="1962150"/>
            <a:ext cx="733425" cy="14287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26DCC1"/>
          </a:solidFill>
          <a:ln xmlns:a="http://schemas.openxmlformats.org/drawingml/2006/main" w="9525">
            <a:noFill/>
            <a:prstDash val="solid"/>
          </a:ln>
        </p:spPr>
      </p:sp>
      <p:sp>
        <p:nvSpPr>
          <p:cNvPr id="46" name="Special Event images tag label">
            <a:extLst xmlns:a="http://schemas.openxmlformats.org/drawingml/2006/main">
              <a:ext uri="{FF2B5EF4-FFF2-40B4-BE49-F238E27FC236}">
                <a16:creationId xmlns:a16="http://schemas.microsoft.com/office/drawing/2014/main" id="{FA73570B-E4AF-4130-9D3F-7A7339261BD0}"/>
              </a:ext>
            </a:extLst>
          </p:cNvPr>
          <p:cNvSpPr>
            <a:spLocks xmlns:a="http://schemas.openxmlformats.org/drawingml/2006/main" noGrp="1"/>
          </p:cNvSpPr>
          <p:nvPr/>
        </p:nvSpPr>
        <p:spPr>
          <a:xfrm xmlns:a="http://schemas.openxmlformats.org/drawingml/2006/main" rot="0">
            <a:off x="6905625" y="1958726"/>
            <a:ext cx="609600" cy="1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3" b="0" i="0">
                <a:solidFill>
                  <a:srgbClr val="FFFFFF"/>
                </a:solidFill>
                <a:latin typeface="Comic Sans MS"/>
                <a:ea typeface="Comic Sans MS"/>
                <a:cs typeface="Comic Sans MS"/>
              </a:defRPr>
            </a:defPPr>
          </a:lstStyle>
          <a:p xmlns:a="http://schemas.openxmlformats.org/drawingml/2006/main">
            <a:pPr algn="l">
              <a:lnSpc>
                <a:spcPct val="100000"/>
              </a:lnSpc>
              <a:buNone/>
              <a:defRPr sz="983" b="0" i="0">
                <a:solidFill>
                  <a:srgbClr val="FFFFFF"/>
                </a:solidFill>
                <a:latin typeface="Comic Sans MS"/>
                <a:ea typeface="Comic Sans MS"/>
                <a:cs typeface="Comic Sans MS"/>
              </a:defRPr>
            </a:pPr>
            <a:r>
              <a:rPr sz="983" b="0" i="0">
                <a:solidFill>
                  <a:srgbClr val="FFFFFF"/>
                </a:solidFill>
                <a:latin typeface="Comic Sans MS"/>
                <a:ea typeface="Comic Sans MS"/>
                <a:cs typeface="Comic Sans MS"/>
              </a:rPr>
              <a:t>▧ images</a:t>
            </a:r>
          </a:p>
        </p:txBody>
      </p:sp>
      <p:sp>
        <p:nvSpPr>
          <p:cNvPr id="47" name="Special Event evidence to generation">
            <a:extLst xmlns:a="http://schemas.openxmlformats.org/drawingml/2006/main">
              <a:ext uri="{FF2B5EF4-FFF2-40B4-BE49-F238E27FC236}">
                <a16:creationId xmlns:a16="http://schemas.microsoft.com/office/drawing/2014/main" id="{3D36671A-15DC-4395-931F-CEDB4DA904B7}"/>
              </a:ext>
            </a:extLst>
          </p:cNvPr>
          <p:cNvSpPr>
            <a:spLocks xmlns:a="http://schemas.openxmlformats.org/drawingml/2006/main" noGrp="1"/>
          </p:cNvSpPr>
          <p:nvPr/>
        </p:nvSpPr>
        <p:spPr>
          <a:xfrm xmlns:a="http://schemas.openxmlformats.org/drawingml/2006/main">
            <a:off x="7572375" y="1824038"/>
            <a:ext cx="409575" cy="400050"/>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98F5E2"/>
          </a:solidFill>
          <a:ln xmlns:a="http://schemas.openxmlformats.org/drawingml/2006/main" w="9525">
            <a:noFill/>
            <a:prstDash val="solid"/>
          </a:ln>
        </p:spPr>
      </p:sp>
      <p:pic>
        <p:nvPicPr>
          <p:cNvPr id="48" name="">
            <a:extLst xmlns:a="http://schemas.openxmlformats.org/drawingml/2006/main">
              <a:ext uri="{FF2B5EF4-FFF2-40B4-BE49-F238E27FC236}">
                <a16:creationId xmlns:a16="http://schemas.microsoft.com/office/drawing/2014/main" id="{80F72D7D-9AA3-4613-AE20-28FBED7FE6CA}"/>
              </a:ext>
            </a:extLst>
          </p:cNvPr>
          <p:cNvPicPr>
            <a:picLocks xmlns:a="http://schemas.openxmlformats.org/drawingml/2006/main" noChangeAspect="1"/>
          </p:cNvPicPr>
          <p:nvPr/>
        </p:nvPicPr>
        <p:blipFill>
          <a:blip xmlns:r="http://schemas.openxmlformats.org/officeDocument/2006/relationships" xmlns:a="http://schemas.openxmlformats.org/drawingml/2006/main" r:embed="R8683f2057886485e"/>
          <a:stretch xmlns:a="http://schemas.openxmlformats.org/drawingml/2006/main"/>
        </p:blipFill>
        <p:spPr>
          <a:xfrm xmlns:a="http://schemas.openxmlformats.org/drawingml/2006/main">
            <a:off x="7991475" y="1371600"/>
            <a:ext cx="1485900" cy="1304925"/>
          </a:xfrm>
          <a:prstGeom xmlns:a="http://schemas.openxmlformats.org/drawingml/2006/main" prst="rect">
            <a:avLst/>
          </a:prstGeom>
        </p:spPr>
      </p:pic>
      <p:sp>
        <p:nvSpPr>
          <p:cNvPr id="49" name="Special Event corner horizontal">
            <a:extLst xmlns:a="http://schemas.openxmlformats.org/drawingml/2006/main">
              <a:ext uri="{FF2B5EF4-FFF2-40B4-BE49-F238E27FC236}">
                <a16:creationId xmlns:a16="http://schemas.microsoft.com/office/drawing/2014/main" id="{22816FCB-F3F0-408B-9AB1-CEFD464BACDD}"/>
              </a:ext>
            </a:extLst>
          </p:cNvPr>
          <p:cNvSpPr>
            <a:spLocks xmlns:a="http://schemas.openxmlformats.org/drawingml/2006/main" noGrp="1"/>
          </p:cNvSpPr>
          <p:nvPr/>
        </p:nvSpPr>
        <p:spPr>
          <a:xfrm xmlns:a="http://schemas.openxmlformats.org/drawingml/2006/main">
            <a:off x="7943850" y="131445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26DCC1"/>
            </a:solidFill>
            <a:prstDash val="solid"/>
          </a:ln>
        </p:spPr>
      </p:sp>
      <p:sp>
        <p:nvSpPr>
          <p:cNvPr id="50" name="Special Event corner vertical">
            <a:extLst xmlns:a="http://schemas.openxmlformats.org/drawingml/2006/main">
              <a:ext uri="{FF2B5EF4-FFF2-40B4-BE49-F238E27FC236}">
                <a16:creationId xmlns:a16="http://schemas.microsoft.com/office/drawing/2014/main" id="{27667403-E767-4B7C-8246-8866DC0407CD}"/>
              </a:ext>
            </a:extLst>
          </p:cNvPr>
          <p:cNvSpPr>
            <a:spLocks xmlns:a="http://schemas.openxmlformats.org/drawingml/2006/main" noGrp="1"/>
          </p:cNvSpPr>
          <p:nvPr/>
        </p:nvSpPr>
        <p:spPr>
          <a:xfrm xmlns:a="http://schemas.openxmlformats.org/drawingml/2006/main">
            <a:off x="7943850" y="13144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26DCC1"/>
            </a:solidFill>
            <a:prstDash val="solid"/>
          </a:ln>
        </p:spPr>
      </p:sp>
      <p:sp>
        <p:nvSpPr>
          <p:cNvPr id="51" name="Special Event corner horizontal">
            <a:extLst xmlns:a="http://schemas.openxmlformats.org/drawingml/2006/main">
              <a:ext uri="{FF2B5EF4-FFF2-40B4-BE49-F238E27FC236}">
                <a16:creationId xmlns:a16="http://schemas.microsoft.com/office/drawing/2014/main" id="{06C3FB20-EDEC-4437-8127-D4DC0DB62CC5}"/>
              </a:ext>
            </a:extLst>
          </p:cNvPr>
          <p:cNvSpPr>
            <a:spLocks xmlns:a="http://schemas.openxmlformats.org/drawingml/2006/main" noGrp="1"/>
          </p:cNvSpPr>
          <p:nvPr/>
        </p:nvSpPr>
        <p:spPr>
          <a:xfrm xmlns:a="http://schemas.openxmlformats.org/drawingml/2006/main">
            <a:off x="9286875" y="131445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26DCC1"/>
            </a:solidFill>
            <a:prstDash val="solid"/>
          </a:ln>
        </p:spPr>
      </p:sp>
      <p:sp>
        <p:nvSpPr>
          <p:cNvPr id="52" name="Special Event corner vertical">
            <a:extLst xmlns:a="http://schemas.openxmlformats.org/drawingml/2006/main">
              <a:ext uri="{FF2B5EF4-FFF2-40B4-BE49-F238E27FC236}">
                <a16:creationId xmlns:a16="http://schemas.microsoft.com/office/drawing/2014/main" id="{14FC7737-1D11-434E-BBFB-48E0C2E102BE}"/>
              </a:ext>
            </a:extLst>
          </p:cNvPr>
          <p:cNvSpPr>
            <a:spLocks xmlns:a="http://schemas.openxmlformats.org/drawingml/2006/main" noGrp="1"/>
          </p:cNvSpPr>
          <p:nvPr/>
        </p:nvSpPr>
        <p:spPr>
          <a:xfrm xmlns:a="http://schemas.openxmlformats.org/drawingml/2006/main">
            <a:off x="9525000" y="13144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26DCC1"/>
            </a:solidFill>
            <a:prstDash val="solid"/>
          </a:ln>
        </p:spPr>
      </p:sp>
      <p:sp>
        <p:nvSpPr>
          <p:cNvPr id="53" name="Special Event corner horizontal">
            <a:extLst xmlns:a="http://schemas.openxmlformats.org/drawingml/2006/main">
              <a:ext uri="{FF2B5EF4-FFF2-40B4-BE49-F238E27FC236}">
                <a16:creationId xmlns:a16="http://schemas.microsoft.com/office/drawing/2014/main" id="{67D175CF-6B4A-4D02-9519-B576423B22F9}"/>
              </a:ext>
            </a:extLst>
          </p:cNvPr>
          <p:cNvSpPr>
            <a:spLocks xmlns:a="http://schemas.openxmlformats.org/drawingml/2006/main" noGrp="1"/>
          </p:cNvSpPr>
          <p:nvPr/>
        </p:nvSpPr>
        <p:spPr>
          <a:xfrm xmlns:a="http://schemas.openxmlformats.org/drawingml/2006/main">
            <a:off x="7943850" y="273367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26DCC1"/>
            </a:solidFill>
            <a:prstDash val="solid"/>
          </a:ln>
        </p:spPr>
      </p:sp>
      <p:sp>
        <p:nvSpPr>
          <p:cNvPr id="54" name="Special Event corner vertical">
            <a:extLst xmlns:a="http://schemas.openxmlformats.org/drawingml/2006/main">
              <a:ext uri="{FF2B5EF4-FFF2-40B4-BE49-F238E27FC236}">
                <a16:creationId xmlns:a16="http://schemas.microsoft.com/office/drawing/2014/main" id="{766D2BFA-52F7-494F-A7A3-3279D84AD0CF}"/>
              </a:ext>
            </a:extLst>
          </p:cNvPr>
          <p:cNvSpPr>
            <a:spLocks xmlns:a="http://schemas.openxmlformats.org/drawingml/2006/main" noGrp="1"/>
          </p:cNvSpPr>
          <p:nvPr/>
        </p:nvSpPr>
        <p:spPr>
          <a:xfrm xmlns:a="http://schemas.openxmlformats.org/drawingml/2006/main">
            <a:off x="7943850" y="25336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26DCC1"/>
            </a:solidFill>
            <a:prstDash val="solid"/>
          </a:ln>
        </p:spPr>
      </p:sp>
      <p:sp>
        <p:nvSpPr>
          <p:cNvPr id="55" name="Special Event corner horizontal">
            <a:extLst xmlns:a="http://schemas.openxmlformats.org/drawingml/2006/main">
              <a:ext uri="{FF2B5EF4-FFF2-40B4-BE49-F238E27FC236}">
                <a16:creationId xmlns:a16="http://schemas.microsoft.com/office/drawing/2014/main" id="{0C047C6E-568F-44CA-9311-7734493B4FCA}"/>
              </a:ext>
            </a:extLst>
          </p:cNvPr>
          <p:cNvSpPr>
            <a:spLocks xmlns:a="http://schemas.openxmlformats.org/drawingml/2006/main" noGrp="1"/>
          </p:cNvSpPr>
          <p:nvPr/>
        </p:nvSpPr>
        <p:spPr>
          <a:xfrm xmlns:a="http://schemas.openxmlformats.org/drawingml/2006/main">
            <a:off x="9286875" y="273367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26DCC1"/>
            </a:solidFill>
            <a:prstDash val="solid"/>
          </a:ln>
        </p:spPr>
      </p:sp>
      <p:sp>
        <p:nvSpPr>
          <p:cNvPr id="56" name="Special Event corner vertical">
            <a:extLst xmlns:a="http://schemas.openxmlformats.org/drawingml/2006/main">
              <a:ext uri="{FF2B5EF4-FFF2-40B4-BE49-F238E27FC236}">
                <a16:creationId xmlns:a16="http://schemas.microsoft.com/office/drawing/2014/main" id="{46DD7E22-BBCF-4194-8EFC-B4A2E2266DA4}"/>
              </a:ext>
            </a:extLst>
          </p:cNvPr>
          <p:cNvSpPr>
            <a:spLocks xmlns:a="http://schemas.openxmlformats.org/drawingml/2006/main" noGrp="1"/>
          </p:cNvSpPr>
          <p:nvPr/>
        </p:nvSpPr>
        <p:spPr>
          <a:xfrm xmlns:a="http://schemas.openxmlformats.org/drawingml/2006/main">
            <a:off x="9525000" y="25336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26DCC1"/>
            </a:solidFill>
            <a:prstDash val="solid"/>
          </a:ln>
        </p:spPr>
      </p:sp>
      <p:sp>
        <p:nvSpPr>
          <p:cNvPr id="57" name="Weather card">
            <a:extLst xmlns:a="http://schemas.openxmlformats.org/drawingml/2006/main">
              <a:ext uri="{FF2B5EF4-FFF2-40B4-BE49-F238E27FC236}">
                <a16:creationId xmlns:a16="http://schemas.microsoft.com/office/drawing/2014/main" id="{95CA1299-FA63-4CE6-A379-0EF19CCEF971}"/>
              </a:ext>
            </a:extLst>
          </p:cNvPr>
          <p:cNvSpPr>
            <a:spLocks xmlns:a="http://schemas.openxmlformats.org/drawingml/2006/main" noGrp="1"/>
          </p:cNvSpPr>
          <p:nvPr/>
        </p:nvSpPr>
        <p:spPr>
          <a:xfrm xmlns:a="http://schemas.openxmlformats.org/drawingml/2006/main">
            <a:off x="9848850" y="76200"/>
            <a:ext cx="4648200" cy="284797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FFDFE"/>
          </a:solidFill>
          <a:ln xmlns:a="http://schemas.openxmlformats.org/drawingml/2006/main" w="25718">
            <a:solidFill>
              <a:srgbClr val="8EECF4"/>
            </a:solidFill>
            <a:prstDash val="solid"/>
          </a:ln>
        </p:spPr>
      </p:sp>
      <p:sp>
        <p:nvSpPr>
          <p:cNvPr id="58" name="Weather header">
            <a:extLst xmlns:a="http://schemas.openxmlformats.org/drawingml/2006/main">
              <a:ext uri="{FF2B5EF4-FFF2-40B4-BE49-F238E27FC236}">
                <a16:creationId xmlns:a16="http://schemas.microsoft.com/office/drawing/2014/main" id="{1F4AA3E8-28CB-460D-9A22-A991879BD9D1}"/>
              </a:ext>
            </a:extLst>
          </p:cNvPr>
          <p:cNvSpPr>
            <a:spLocks xmlns:a="http://schemas.openxmlformats.org/drawingml/2006/main" noGrp="1"/>
          </p:cNvSpPr>
          <p:nvPr/>
        </p:nvSpPr>
        <p:spPr>
          <a:xfrm xmlns:a="http://schemas.openxmlformats.org/drawingml/2006/main">
            <a:off x="9848850" y="76200"/>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8EECF4"/>
          </a:solidFill>
          <a:ln xmlns:a="http://schemas.openxmlformats.org/drawingml/2006/main" w="9525">
            <a:noFill/>
            <a:prstDash val="solid"/>
          </a:ln>
        </p:spPr>
      </p:sp>
      <p:pic>
        <p:nvPicPr>
          <p:cNvPr id="59" name="">
            <a:extLst xmlns:a="http://schemas.openxmlformats.org/drawingml/2006/main">
              <a:ext uri="{FF2B5EF4-FFF2-40B4-BE49-F238E27FC236}">
                <a16:creationId xmlns:a16="http://schemas.microsoft.com/office/drawing/2014/main" id="{FDDE078A-2632-4FB2-9833-092F990EC4AA}"/>
              </a:ext>
            </a:extLst>
          </p:cNvPr>
          <p:cNvPicPr>
            <a:picLocks xmlns:a="http://schemas.openxmlformats.org/drawingml/2006/main" noChangeAspect="1"/>
          </p:cNvPicPr>
          <p:nvPr/>
        </p:nvPicPr>
        <p:blipFill>
          <a:blip xmlns:r="http://schemas.openxmlformats.org/officeDocument/2006/relationships" xmlns:a="http://schemas.openxmlformats.org/drawingml/2006/main" r:embed="R6bdad53b9c754a9c"/>
          <a:stretch xmlns:a="http://schemas.openxmlformats.org/drawingml/2006/main"/>
        </p:blipFill>
        <p:spPr>
          <a:xfrm xmlns:a="http://schemas.openxmlformats.org/drawingml/2006/main">
            <a:off x="11410950" y="133350"/>
            <a:ext cx="352425" cy="352425"/>
          </a:xfrm>
          <a:prstGeom xmlns:a="http://schemas.openxmlformats.org/drawingml/2006/main" prst="rect">
            <a:avLst/>
          </a:prstGeom>
        </p:spPr>
      </p:pic>
      <p:sp>
        <p:nvSpPr>
          <p:cNvPr id="60" name="Weather prompt divider">
            <a:extLst xmlns:a="http://schemas.openxmlformats.org/drawingml/2006/main">
              <a:ext uri="{FF2B5EF4-FFF2-40B4-BE49-F238E27FC236}">
                <a16:creationId xmlns:a16="http://schemas.microsoft.com/office/drawing/2014/main" id="{89E1CA6C-9C0F-4925-B868-954D8B3C2D20}"/>
              </a:ext>
            </a:extLst>
          </p:cNvPr>
          <p:cNvSpPr>
            <a:spLocks xmlns:a="http://schemas.openxmlformats.org/drawingml/2006/main" noGrp="1"/>
          </p:cNvSpPr>
          <p:nvPr/>
        </p:nvSpPr>
        <p:spPr>
          <a:xfrm xmlns:a="http://schemas.openxmlformats.org/drawingml/2006/main">
            <a:off x="9925050" y="104775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18C7DE"/>
            </a:solidFill>
            <a:prstDash val="dash"/>
          </a:ln>
        </p:spPr>
      </p:sp>
      <p:sp>
        <p:nvSpPr>
          <p:cNvPr id="61" name="Weather user disk">
            <a:extLst xmlns:a="http://schemas.openxmlformats.org/drawingml/2006/main">
              <a:ext uri="{FF2B5EF4-FFF2-40B4-BE49-F238E27FC236}">
                <a16:creationId xmlns:a16="http://schemas.microsoft.com/office/drawing/2014/main" id="{4FFAABC9-694F-4737-BC30-4A66F67E58D8}"/>
              </a:ext>
            </a:extLst>
          </p:cNvPr>
          <p:cNvSpPr>
            <a:spLocks xmlns:a="http://schemas.openxmlformats.org/drawingml/2006/main" noGrp="1"/>
          </p:cNvSpPr>
          <p:nvPr/>
        </p:nvSpPr>
        <p:spPr>
          <a:xfrm xmlns:a="http://schemas.openxmlformats.org/drawingml/2006/main">
            <a:off x="9982200" y="609600"/>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18C7DE"/>
          </a:solidFill>
          <a:ln xmlns:a="http://schemas.openxmlformats.org/drawingml/2006/main" w="9525">
            <a:noFill/>
            <a:prstDash val="solid"/>
          </a:ln>
        </p:spPr>
      </p:sp>
      <p:sp>
        <p:nvSpPr>
          <p:cNvPr id="62" name="Weather user head">
            <a:extLst xmlns:a="http://schemas.openxmlformats.org/drawingml/2006/main">
              <a:ext uri="{FF2B5EF4-FFF2-40B4-BE49-F238E27FC236}">
                <a16:creationId xmlns:a16="http://schemas.microsoft.com/office/drawing/2014/main" id="{848703C9-AF18-43F4-B8D2-DEABCF97481B}"/>
              </a:ext>
            </a:extLst>
          </p:cNvPr>
          <p:cNvSpPr>
            <a:spLocks xmlns:a="http://schemas.openxmlformats.org/drawingml/2006/main" noGrp="1"/>
          </p:cNvSpPr>
          <p:nvPr/>
        </p:nvSpPr>
        <p:spPr>
          <a:xfrm xmlns:a="http://schemas.openxmlformats.org/drawingml/2006/main">
            <a:off x="10077450" y="647700"/>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63" name="Weather user shoulders">
            <a:extLst xmlns:a="http://schemas.openxmlformats.org/drawingml/2006/main">
              <a:ext uri="{FF2B5EF4-FFF2-40B4-BE49-F238E27FC236}">
                <a16:creationId xmlns:a16="http://schemas.microsoft.com/office/drawing/2014/main" id="{93380A87-0AE3-452A-9B6F-7B65EF3A4ABA}"/>
              </a:ext>
            </a:extLst>
          </p:cNvPr>
          <p:cNvSpPr>
            <a:spLocks xmlns:a="http://schemas.openxmlformats.org/drawingml/2006/main" noGrp="1"/>
          </p:cNvSpPr>
          <p:nvPr/>
        </p:nvSpPr>
        <p:spPr>
          <a:xfrm xmlns:a="http://schemas.openxmlformats.org/drawingml/2006/main">
            <a:off x="10039350" y="781050"/>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64" name="Weather evidence container">
            <a:extLst xmlns:a="http://schemas.openxmlformats.org/drawingml/2006/main">
              <a:ext uri="{FF2B5EF4-FFF2-40B4-BE49-F238E27FC236}">
                <a16:creationId xmlns:a16="http://schemas.microsoft.com/office/drawing/2014/main" id="{4BF0AD75-0C73-4588-AEA0-AA965CB05777}"/>
              </a:ext>
            </a:extLst>
          </p:cNvPr>
          <p:cNvSpPr>
            <a:spLocks xmlns:a="http://schemas.openxmlformats.org/drawingml/2006/main" noGrp="1"/>
          </p:cNvSpPr>
          <p:nvPr/>
        </p:nvSpPr>
        <p:spPr>
          <a:xfrm xmlns:a="http://schemas.openxmlformats.org/drawingml/2006/main">
            <a:off x="10458450" y="1133475"/>
            <a:ext cx="2000250" cy="723900"/>
          </a:xfrm>
          <a:custGeom xmlns:a="http://schemas.openxmlformats.org/drawingml/2006/main">
            <a:pathLst>
              <a:path w="2000250" h="723900">
                <a:moveTo>
                  <a:pt x="19050" y="0"/>
                </a:moveTo>
                <a:lnTo>
                  <a:pt x="1981200" y="0"/>
                </a:lnTo>
                <a:cubicBezTo>
                  <a:pt x="1991721" y="0"/>
                  <a:pt x="2000250" y="8529"/>
                  <a:pt x="2000250" y="19050"/>
                </a:cubicBezTo>
                <a:lnTo>
                  <a:pt x="2000250" y="704850"/>
                </a:lnTo>
                <a:cubicBezTo>
                  <a:pt x="2000250" y="715371"/>
                  <a:pt x="1991721" y="723900"/>
                  <a:pt x="1981200"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18C7DE"/>
            </a:solidFill>
            <a:prstDash val="solid"/>
          </a:ln>
        </p:spPr>
      </p:sp>
      <p:sp>
        <p:nvSpPr>
          <p:cNvPr id="65" name="Weather tool rail">
            <a:extLst xmlns:a="http://schemas.openxmlformats.org/drawingml/2006/main">
              <a:ext uri="{FF2B5EF4-FFF2-40B4-BE49-F238E27FC236}">
                <a16:creationId xmlns:a16="http://schemas.microsoft.com/office/drawing/2014/main" id="{92C672BC-3239-4CEB-9A38-6871BFDD3552}"/>
              </a:ext>
            </a:extLst>
          </p:cNvPr>
          <p:cNvSpPr>
            <a:spLocks xmlns:a="http://schemas.openxmlformats.org/drawingml/2006/main" noGrp="1"/>
          </p:cNvSpPr>
          <p:nvPr/>
        </p:nvSpPr>
        <p:spPr>
          <a:xfrm xmlns:a="http://schemas.openxmlformats.org/drawingml/2006/main">
            <a:off x="10029825" y="1524000"/>
            <a:ext cx="228600" cy="12668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18C7DE"/>
            </a:solidFill>
            <a:prstDash val="solid"/>
          </a:ln>
        </p:spPr>
      </p:sp>
      <p:sp>
        <p:nvSpPr>
          <p:cNvPr id="66" name="Weather tool label">
            <a:extLst xmlns:a="http://schemas.openxmlformats.org/drawingml/2006/main">
              <a:ext uri="{FF2B5EF4-FFF2-40B4-BE49-F238E27FC236}">
                <a16:creationId xmlns:a16="http://schemas.microsoft.com/office/drawing/2014/main" id="{5E148A58-35F2-40E1-AFB9-59F245813A1F}"/>
              </a:ext>
            </a:extLst>
          </p:cNvPr>
          <p:cNvSpPr>
            <a:spLocks xmlns:a="http://schemas.openxmlformats.org/drawingml/2006/main" noGrp="1"/>
          </p:cNvSpPr>
          <p:nvPr/>
        </p:nvSpPr>
        <p:spPr>
          <a:xfrm xmlns:a="http://schemas.openxmlformats.org/drawingml/2006/main" rot="5400000">
            <a:off x="9782175" y="2070912"/>
            <a:ext cx="7334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Searching...</a:t>
            </a:r>
          </a:p>
        </p:txBody>
      </p:sp>
      <p:pic>
        <p:nvPicPr>
          <p:cNvPr id="67" name="">
            <a:extLst xmlns:a="http://schemas.openxmlformats.org/drawingml/2006/main">
              <a:ext uri="{FF2B5EF4-FFF2-40B4-BE49-F238E27FC236}">
                <a16:creationId xmlns:a16="http://schemas.microsoft.com/office/drawing/2014/main" id="{E8A5B52D-71DB-4405-A429-31A981506485}"/>
              </a:ext>
            </a:extLst>
          </p:cNvPr>
          <p:cNvPicPr>
            <a:picLocks xmlns:a="http://schemas.openxmlformats.org/drawingml/2006/main" noChangeAspect="1"/>
          </p:cNvPicPr>
          <p:nvPr/>
        </p:nvPicPr>
        <p:blipFill>
          <a:blip xmlns:r="http://schemas.openxmlformats.org/officeDocument/2006/relationships" xmlns:a="http://schemas.openxmlformats.org/drawingml/2006/main" r:embed="Rb01d3dfdea5945ec"/>
          <a:stretch xmlns:a="http://schemas.openxmlformats.org/drawingml/2006/main"/>
        </p:blipFill>
        <p:spPr>
          <a:xfrm xmlns:a="http://schemas.openxmlformats.org/drawingml/2006/main">
            <a:off x="10058400" y="1562100"/>
            <a:ext cx="180975" cy="200025"/>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91A2FDA5-DD1E-425F-AB14-001DCC912CC1}"/>
              </a:ext>
            </a:extLst>
          </p:cNvPr>
          <p:cNvPicPr>
            <a:picLocks xmlns:a="http://schemas.openxmlformats.org/drawingml/2006/main" noChangeAspect="1"/>
          </p:cNvPicPr>
          <p:nvPr/>
        </p:nvPicPr>
        <p:blipFill>
          <a:blip xmlns:r="http://schemas.openxmlformats.org/officeDocument/2006/relationships" xmlns:a="http://schemas.openxmlformats.org/drawingml/2006/main" r:embed="R8f2b9326437b46a1"/>
          <a:stretch xmlns:a="http://schemas.openxmlformats.org/drawingml/2006/main"/>
        </p:blipFill>
        <p:spPr>
          <a:xfrm xmlns:a="http://schemas.openxmlformats.org/drawingml/2006/main">
            <a:off x="9915525" y="1152525"/>
            <a:ext cx="428625" cy="257175"/>
          </a:xfrm>
          <a:prstGeom xmlns:a="http://schemas.openxmlformats.org/drawingml/2006/main" prst="rect">
            <a:avLst/>
          </a:prstGeom>
        </p:spPr>
      </p:pic>
      <p:sp>
        <p:nvSpPr>
          <p:cNvPr id="69" name="Weather text tag">
            <a:extLst xmlns:a="http://schemas.openxmlformats.org/drawingml/2006/main">
              <a:ext uri="{FF2B5EF4-FFF2-40B4-BE49-F238E27FC236}">
                <a16:creationId xmlns:a16="http://schemas.microsoft.com/office/drawing/2014/main" id="{9F931B18-109B-46A5-AB39-98E2743775AF}"/>
              </a:ext>
            </a:extLst>
          </p:cNvPr>
          <p:cNvSpPr>
            <a:spLocks xmlns:a="http://schemas.openxmlformats.org/drawingml/2006/main" noGrp="1"/>
          </p:cNvSpPr>
          <p:nvPr/>
        </p:nvSpPr>
        <p:spPr>
          <a:xfrm xmlns:a="http://schemas.openxmlformats.org/drawingml/2006/main">
            <a:off x="10458450" y="1866900"/>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18C7DE"/>
          </a:solidFill>
          <a:ln xmlns:a="http://schemas.openxmlformats.org/drawingml/2006/main" w="9525">
            <a:noFill/>
            <a:prstDash val="solid"/>
          </a:ln>
        </p:spPr>
      </p:sp>
      <p:sp>
        <p:nvSpPr>
          <p:cNvPr id="70" name="Weather text tag label">
            <a:extLst xmlns:a="http://schemas.openxmlformats.org/drawingml/2006/main">
              <a:ext uri="{FF2B5EF4-FFF2-40B4-BE49-F238E27FC236}">
                <a16:creationId xmlns:a16="http://schemas.microsoft.com/office/drawing/2014/main" id="{3AE78BD4-0E78-485F-BA8A-C980663A8626}"/>
              </a:ext>
            </a:extLst>
          </p:cNvPr>
          <p:cNvSpPr>
            <a:spLocks xmlns:a="http://schemas.openxmlformats.org/drawingml/2006/main" noGrp="1"/>
          </p:cNvSpPr>
          <p:nvPr/>
        </p:nvSpPr>
        <p:spPr>
          <a:xfrm xmlns:a="http://schemas.openxmlformats.org/drawingml/2006/main" rot="0">
            <a:off x="10525125" y="1862453"/>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71" name="Weather reference frame">
            <a:extLst xmlns:a="http://schemas.openxmlformats.org/drawingml/2006/main">
              <a:ext uri="{FF2B5EF4-FFF2-40B4-BE49-F238E27FC236}">
                <a16:creationId xmlns:a16="http://schemas.microsoft.com/office/drawing/2014/main" id="{4ACFD93D-E5CE-49E3-9921-5628533FC9E9}"/>
              </a:ext>
            </a:extLst>
          </p:cNvPr>
          <p:cNvSpPr>
            <a:spLocks xmlns:a="http://schemas.openxmlformats.org/drawingml/2006/main" noGrp="1"/>
          </p:cNvSpPr>
          <p:nvPr/>
        </p:nvSpPr>
        <p:spPr>
          <a:xfrm xmlns:a="http://schemas.openxmlformats.org/drawingml/2006/main">
            <a:off x="10439400" y="2095500"/>
            <a:ext cx="2047875" cy="742950"/>
          </a:xfrm>
          <a:custGeom xmlns:a="http://schemas.openxmlformats.org/drawingml/2006/main">
            <a:pathLst>
              <a:path w="2047875" h="742950">
                <a:moveTo>
                  <a:pt x="19050" y="0"/>
                </a:moveTo>
                <a:lnTo>
                  <a:pt x="2028825" y="0"/>
                </a:lnTo>
                <a:cubicBezTo>
                  <a:pt x="2039346" y="0"/>
                  <a:pt x="2047875" y="8529"/>
                  <a:pt x="2047875" y="19050"/>
                </a:cubicBezTo>
                <a:lnTo>
                  <a:pt x="2047875" y="723900"/>
                </a:lnTo>
                <a:cubicBezTo>
                  <a:pt x="2047875" y="734421"/>
                  <a:pt x="2039346" y="742950"/>
                  <a:pt x="2028825" y="742950"/>
                </a:cubicBezTo>
                <a:lnTo>
                  <a:pt x="19050" y="742950"/>
                </a:lnTo>
                <a:cubicBezTo>
                  <a:pt x="8529" y="742950"/>
                  <a:pt x="0" y="734421"/>
                  <a:pt x="0" y="723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18C7DE"/>
            </a:solidFill>
            <a:prstDash val="solid"/>
          </a:ln>
        </p:spPr>
      </p:sp>
      <p:pic>
        <p:nvPicPr>
          <p:cNvPr id="72" name="">
            <a:extLst xmlns:a="http://schemas.openxmlformats.org/drawingml/2006/main">
              <a:ext uri="{FF2B5EF4-FFF2-40B4-BE49-F238E27FC236}">
                <a16:creationId xmlns:a16="http://schemas.microsoft.com/office/drawing/2014/main" id="{EBF06611-AC20-4848-A3C8-22EF97150178}"/>
              </a:ext>
            </a:extLst>
          </p:cNvPr>
          <p:cNvPicPr>
            <a:picLocks xmlns:a="http://schemas.openxmlformats.org/drawingml/2006/main" noChangeAspect="1"/>
          </p:cNvPicPr>
          <p:nvPr/>
        </p:nvPicPr>
        <p:blipFill>
          <a:blip xmlns:r="http://schemas.openxmlformats.org/officeDocument/2006/relationships" xmlns:a="http://schemas.openxmlformats.org/drawingml/2006/main" r:embed="Rf026b9233f004360"/>
          <a:stretch xmlns:a="http://schemas.openxmlformats.org/drawingml/2006/main"/>
        </p:blipFill>
        <p:spPr>
          <a:xfrm xmlns:a="http://schemas.openxmlformats.org/drawingml/2006/main">
            <a:off x="10458450" y="2114550"/>
            <a:ext cx="2009775" cy="704850"/>
          </a:xfrm>
          <a:prstGeom xmlns:a="http://schemas.openxmlformats.org/drawingml/2006/main" prst="rect">
            <a:avLst/>
          </a:prstGeom>
        </p:spPr>
      </p:pic>
      <p:sp>
        <p:nvSpPr>
          <p:cNvPr id="73" name="Weather images tag">
            <a:extLst xmlns:a="http://schemas.openxmlformats.org/drawingml/2006/main">
              <a:ext uri="{FF2B5EF4-FFF2-40B4-BE49-F238E27FC236}">
                <a16:creationId xmlns:a16="http://schemas.microsoft.com/office/drawing/2014/main" id="{1C46BB56-C289-48E5-B1CA-74919E3C1F3B}"/>
              </a:ext>
            </a:extLst>
          </p:cNvPr>
          <p:cNvSpPr>
            <a:spLocks xmlns:a="http://schemas.openxmlformats.org/drawingml/2006/main" noGrp="1"/>
          </p:cNvSpPr>
          <p:nvPr/>
        </p:nvSpPr>
        <p:spPr>
          <a:xfrm xmlns:a="http://schemas.openxmlformats.org/drawingml/2006/main">
            <a:off x="11753850" y="1962150"/>
            <a:ext cx="733425" cy="14287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18C7DE"/>
          </a:solidFill>
          <a:ln xmlns:a="http://schemas.openxmlformats.org/drawingml/2006/main" w="9525">
            <a:noFill/>
            <a:prstDash val="solid"/>
          </a:ln>
        </p:spPr>
      </p:sp>
      <p:sp>
        <p:nvSpPr>
          <p:cNvPr id="74" name="Weather images tag label">
            <a:extLst xmlns:a="http://schemas.openxmlformats.org/drawingml/2006/main">
              <a:ext uri="{FF2B5EF4-FFF2-40B4-BE49-F238E27FC236}">
                <a16:creationId xmlns:a16="http://schemas.microsoft.com/office/drawing/2014/main" id="{065B2B64-A51B-466D-B76E-D0B44E97148C}"/>
              </a:ext>
            </a:extLst>
          </p:cNvPr>
          <p:cNvSpPr>
            <a:spLocks xmlns:a="http://schemas.openxmlformats.org/drawingml/2006/main" noGrp="1"/>
          </p:cNvSpPr>
          <p:nvPr/>
        </p:nvSpPr>
        <p:spPr>
          <a:xfrm xmlns:a="http://schemas.openxmlformats.org/drawingml/2006/main" rot="0">
            <a:off x="11820525" y="1958726"/>
            <a:ext cx="609600" cy="1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3" b="0" i="0">
                <a:solidFill>
                  <a:srgbClr val="FFFFFF"/>
                </a:solidFill>
                <a:latin typeface="Comic Sans MS"/>
                <a:ea typeface="Comic Sans MS"/>
                <a:cs typeface="Comic Sans MS"/>
              </a:defRPr>
            </a:defPPr>
          </a:lstStyle>
          <a:p xmlns:a="http://schemas.openxmlformats.org/drawingml/2006/main">
            <a:pPr algn="l">
              <a:lnSpc>
                <a:spcPct val="100000"/>
              </a:lnSpc>
              <a:buNone/>
              <a:defRPr sz="983" b="0" i="0">
                <a:solidFill>
                  <a:srgbClr val="FFFFFF"/>
                </a:solidFill>
                <a:latin typeface="Comic Sans MS"/>
                <a:ea typeface="Comic Sans MS"/>
                <a:cs typeface="Comic Sans MS"/>
              </a:defRPr>
            </a:pPr>
            <a:r>
              <a:rPr sz="983" b="0" i="0">
                <a:solidFill>
                  <a:srgbClr val="FFFFFF"/>
                </a:solidFill>
                <a:latin typeface="Comic Sans MS"/>
                <a:ea typeface="Comic Sans MS"/>
                <a:cs typeface="Comic Sans MS"/>
              </a:rPr>
              <a:t>▧ images</a:t>
            </a:r>
          </a:p>
        </p:txBody>
      </p:sp>
      <p:sp>
        <p:nvSpPr>
          <p:cNvPr id="75" name="Weather evidence to generation">
            <a:extLst xmlns:a="http://schemas.openxmlformats.org/drawingml/2006/main">
              <a:ext uri="{FF2B5EF4-FFF2-40B4-BE49-F238E27FC236}">
                <a16:creationId xmlns:a16="http://schemas.microsoft.com/office/drawing/2014/main" id="{58939746-525E-4C11-A419-DA173A753955}"/>
              </a:ext>
            </a:extLst>
          </p:cNvPr>
          <p:cNvSpPr>
            <a:spLocks xmlns:a="http://schemas.openxmlformats.org/drawingml/2006/main" noGrp="1"/>
          </p:cNvSpPr>
          <p:nvPr/>
        </p:nvSpPr>
        <p:spPr>
          <a:xfrm xmlns:a="http://schemas.openxmlformats.org/drawingml/2006/main">
            <a:off x="12477750" y="1752600"/>
            <a:ext cx="409575" cy="400050"/>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8EECF4"/>
          </a:solidFill>
          <a:ln xmlns:a="http://schemas.openxmlformats.org/drawingml/2006/main" w="9525">
            <a:noFill/>
            <a:prstDash val="solid"/>
          </a:ln>
        </p:spPr>
      </p:sp>
      <p:pic>
        <p:nvPicPr>
          <p:cNvPr id="76" name="">
            <a:extLst xmlns:a="http://schemas.openxmlformats.org/drawingml/2006/main">
              <a:ext uri="{FF2B5EF4-FFF2-40B4-BE49-F238E27FC236}">
                <a16:creationId xmlns:a16="http://schemas.microsoft.com/office/drawing/2014/main" id="{A42ED693-F1E3-4352-9C71-7E5D7C9373C5}"/>
              </a:ext>
            </a:extLst>
          </p:cNvPr>
          <p:cNvPicPr>
            <a:picLocks xmlns:a="http://schemas.openxmlformats.org/drawingml/2006/main" noChangeAspect="1"/>
          </p:cNvPicPr>
          <p:nvPr/>
        </p:nvPicPr>
        <p:blipFill>
          <a:blip xmlns:r="http://schemas.openxmlformats.org/officeDocument/2006/relationships" xmlns:a="http://schemas.openxmlformats.org/drawingml/2006/main" r:embed="R9cc1f96a9b1f4ade"/>
          <a:stretch xmlns:a="http://schemas.openxmlformats.org/drawingml/2006/main"/>
        </p:blipFill>
        <p:spPr>
          <a:xfrm xmlns:a="http://schemas.openxmlformats.org/drawingml/2006/main">
            <a:off x="12896850" y="1209675"/>
            <a:ext cx="1419225" cy="1485900"/>
          </a:xfrm>
          <a:prstGeom xmlns:a="http://schemas.openxmlformats.org/drawingml/2006/main" prst="rect">
            <a:avLst/>
          </a:prstGeom>
        </p:spPr>
      </p:pic>
      <p:sp>
        <p:nvSpPr>
          <p:cNvPr id="77" name="Weather corner horizontal">
            <a:extLst xmlns:a="http://schemas.openxmlformats.org/drawingml/2006/main">
              <a:ext uri="{FF2B5EF4-FFF2-40B4-BE49-F238E27FC236}">
                <a16:creationId xmlns:a16="http://schemas.microsoft.com/office/drawing/2014/main" id="{D7F65A45-D931-4B52-BBE9-18CE2002E0D9}"/>
              </a:ext>
            </a:extLst>
          </p:cNvPr>
          <p:cNvSpPr>
            <a:spLocks xmlns:a="http://schemas.openxmlformats.org/drawingml/2006/main" noGrp="1"/>
          </p:cNvSpPr>
          <p:nvPr/>
        </p:nvSpPr>
        <p:spPr>
          <a:xfrm xmlns:a="http://schemas.openxmlformats.org/drawingml/2006/main">
            <a:off x="12849225" y="115252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18C7DE"/>
            </a:solidFill>
            <a:prstDash val="solid"/>
          </a:ln>
        </p:spPr>
      </p:sp>
      <p:sp>
        <p:nvSpPr>
          <p:cNvPr id="78" name="Weather corner vertical">
            <a:extLst xmlns:a="http://schemas.openxmlformats.org/drawingml/2006/main">
              <a:ext uri="{FF2B5EF4-FFF2-40B4-BE49-F238E27FC236}">
                <a16:creationId xmlns:a16="http://schemas.microsoft.com/office/drawing/2014/main" id="{890452C7-101A-4EE6-8912-F1863567DB4A}"/>
              </a:ext>
            </a:extLst>
          </p:cNvPr>
          <p:cNvSpPr>
            <a:spLocks xmlns:a="http://schemas.openxmlformats.org/drawingml/2006/main" noGrp="1"/>
          </p:cNvSpPr>
          <p:nvPr/>
        </p:nvSpPr>
        <p:spPr>
          <a:xfrm xmlns:a="http://schemas.openxmlformats.org/drawingml/2006/main">
            <a:off x="12849225" y="1152525"/>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18C7DE"/>
            </a:solidFill>
            <a:prstDash val="solid"/>
          </a:ln>
        </p:spPr>
      </p:sp>
      <p:sp>
        <p:nvSpPr>
          <p:cNvPr id="79" name="Weather corner horizontal">
            <a:extLst xmlns:a="http://schemas.openxmlformats.org/drawingml/2006/main">
              <a:ext uri="{FF2B5EF4-FFF2-40B4-BE49-F238E27FC236}">
                <a16:creationId xmlns:a16="http://schemas.microsoft.com/office/drawing/2014/main" id="{07136D37-C492-45F3-9DEB-12145B33C7D4}"/>
              </a:ext>
            </a:extLst>
          </p:cNvPr>
          <p:cNvSpPr>
            <a:spLocks xmlns:a="http://schemas.openxmlformats.org/drawingml/2006/main" noGrp="1"/>
          </p:cNvSpPr>
          <p:nvPr/>
        </p:nvSpPr>
        <p:spPr>
          <a:xfrm xmlns:a="http://schemas.openxmlformats.org/drawingml/2006/main">
            <a:off x="14125575" y="115252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18C7DE"/>
            </a:solidFill>
            <a:prstDash val="solid"/>
          </a:ln>
        </p:spPr>
      </p:sp>
      <p:sp>
        <p:nvSpPr>
          <p:cNvPr id="80" name="Weather corner vertical">
            <a:extLst xmlns:a="http://schemas.openxmlformats.org/drawingml/2006/main">
              <a:ext uri="{FF2B5EF4-FFF2-40B4-BE49-F238E27FC236}">
                <a16:creationId xmlns:a16="http://schemas.microsoft.com/office/drawing/2014/main" id="{7C39D92F-535A-4AAB-AA9B-74BC1A6341BA}"/>
              </a:ext>
            </a:extLst>
          </p:cNvPr>
          <p:cNvSpPr>
            <a:spLocks xmlns:a="http://schemas.openxmlformats.org/drawingml/2006/main" noGrp="1"/>
          </p:cNvSpPr>
          <p:nvPr/>
        </p:nvSpPr>
        <p:spPr>
          <a:xfrm xmlns:a="http://schemas.openxmlformats.org/drawingml/2006/main">
            <a:off x="14363700" y="1152525"/>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18C7DE"/>
            </a:solidFill>
            <a:prstDash val="solid"/>
          </a:ln>
        </p:spPr>
      </p:sp>
      <p:sp>
        <p:nvSpPr>
          <p:cNvPr id="81" name="Weather corner horizontal">
            <a:extLst xmlns:a="http://schemas.openxmlformats.org/drawingml/2006/main">
              <a:ext uri="{FF2B5EF4-FFF2-40B4-BE49-F238E27FC236}">
                <a16:creationId xmlns:a16="http://schemas.microsoft.com/office/drawing/2014/main" id="{58AD2858-8639-4F36-B1C4-ABAD9F17737A}"/>
              </a:ext>
            </a:extLst>
          </p:cNvPr>
          <p:cNvSpPr>
            <a:spLocks xmlns:a="http://schemas.openxmlformats.org/drawingml/2006/main" noGrp="1"/>
          </p:cNvSpPr>
          <p:nvPr/>
        </p:nvSpPr>
        <p:spPr>
          <a:xfrm xmlns:a="http://schemas.openxmlformats.org/drawingml/2006/main">
            <a:off x="12849225" y="275272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18C7DE"/>
            </a:solidFill>
            <a:prstDash val="solid"/>
          </a:ln>
        </p:spPr>
      </p:sp>
      <p:sp>
        <p:nvSpPr>
          <p:cNvPr id="82" name="Weather corner vertical">
            <a:extLst xmlns:a="http://schemas.openxmlformats.org/drawingml/2006/main">
              <a:ext uri="{FF2B5EF4-FFF2-40B4-BE49-F238E27FC236}">
                <a16:creationId xmlns:a16="http://schemas.microsoft.com/office/drawing/2014/main" id="{2D74F39A-0938-4F71-B7EF-975FF11819B0}"/>
              </a:ext>
            </a:extLst>
          </p:cNvPr>
          <p:cNvSpPr>
            <a:spLocks xmlns:a="http://schemas.openxmlformats.org/drawingml/2006/main" noGrp="1"/>
          </p:cNvSpPr>
          <p:nvPr/>
        </p:nvSpPr>
        <p:spPr>
          <a:xfrm xmlns:a="http://schemas.openxmlformats.org/drawingml/2006/main">
            <a:off x="12849225" y="255270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18C7DE"/>
            </a:solidFill>
            <a:prstDash val="solid"/>
          </a:ln>
        </p:spPr>
      </p:sp>
      <p:sp>
        <p:nvSpPr>
          <p:cNvPr id="83" name="Weather corner horizontal">
            <a:extLst xmlns:a="http://schemas.openxmlformats.org/drawingml/2006/main">
              <a:ext uri="{FF2B5EF4-FFF2-40B4-BE49-F238E27FC236}">
                <a16:creationId xmlns:a16="http://schemas.microsoft.com/office/drawing/2014/main" id="{4A0C2F81-014B-4B2F-BE71-C2A23594A4DF}"/>
              </a:ext>
            </a:extLst>
          </p:cNvPr>
          <p:cNvSpPr>
            <a:spLocks xmlns:a="http://schemas.openxmlformats.org/drawingml/2006/main" noGrp="1"/>
          </p:cNvSpPr>
          <p:nvPr/>
        </p:nvSpPr>
        <p:spPr>
          <a:xfrm xmlns:a="http://schemas.openxmlformats.org/drawingml/2006/main">
            <a:off x="14125575" y="275272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18C7DE"/>
            </a:solidFill>
            <a:prstDash val="solid"/>
          </a:ln>
        </p:spPr>
      </p:sp>
      <p:sp>
        <p:nvSpPr>
          <p:cNvPr id="84" name="Weather corner vertical">
            <a:extLst xmlns:a="http://schemas.openxmlformats.org/drawingml/2006/main">
              <a:ext uri="{FF2B5EF4-FFF2-40B4-BE49-F238E27FC236}">
                <a16:creationId xmlns:a16="http://schemas.microsoft.com/office/drawing/2014/main" id="{8F248DC3-0C99-4E8B-8438-5A81D4744423}"/>
              </a:ext>
            </a:extLst>
          </p:cNvPr>
          <p:cNvSpPr>
            <a:spLocks xmlns:a="http://schemas.openxmlformats.org/drawingml/2006/main" noGrp="1"/>
          </p:cNvSpPr>
          <p:nvPr/>
        </p:nvSpPr>
        <p:spPr>
          <a:xfrm xmlns:a="http://schemas.openxmlformats.org/drawingml/2006/main">
            <a:off x="14363700" y="255270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18C7DE"/>
            </a:solidFill>
            <a:prstDash val="solid"/>
          </a:ln>
        </p:spPr>
      </p:sp>
      <p:sp>
        <p:nvSpPr>
          <p:cNvPr id="85" name="Character card">
            <a:extLst xmlns:a="http://schemas.openxmlformats.org/drawingml/2006/main">
              <a:ext uri="{FF2B5EF4-FFF2-40B4-BE49-F238E27FC236}">
                <a16:creationId xmlns:a16="http://schemas.microsoft.com/office/drawing/2014/main" id="{D79B9E0C-E7BE-4BE9-9BD4-1179F11676A1}"/>
              </a:ext>
            </a:extLst>
          </p:cNvPr>
          <p:cNvSpPr>
            <a:spLocks xmlns:a="http://schemas.openxmlformats.org/drawingml/2006/main" noGrp="1"/>
          </p:cNvSpPr>
          <p:nvPr/>
        </p:nvSpPr>
        <p:spPr>
          <a:xfrm xmlns:a="http://schemas.openxmlformats.org/drawingml/2006/main">
            <a:off x="14716125" y="76200"/>
            <a:ext cx="4648200" cy="284797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EF9FE"/>
          </a:solidFill>
          <a:ln xmlns:a="http://schemas.openxmlformats.org/drawingml/2006/main" w="25718">
            <a:solidFill>
              <a:srgbClr val="8FDBF3"/>
            </a:solidFill>
            <a:prstDash val="solid"/>
          </a:ln>
        </p:spPr>
      </p:sp>
      <p:sp>
        <p:nvSpPr>
          <p:cNvPr id="86" name="Character header">
            <a:extLst xmlns:a="http://schemas.openxmlformats.org/drawingml/2006/main">
              <a:ext uri="{FF2B5EF4-FFF2-40B4-BE49-F238E27FC236}">
                <a16:creationId xmlns:a16="http://schemas.microsoft.com/office/drawing/2014/main" id="{768BD674-44BD-491D-9574-1C2DB76FB372}"/>
              </a:ext>
            </a:extLst>
          </p:cNvPr>
          <p:cNvSpPr>
            <a:spLocks xmlns:a="http://schemas.openxmlformats.org/drawingml/2006/main" noGrp="1"/>
          </p:cNvSpPr>
          <p:nvPr/>
        </p:nvSpPr>
        <p:spPr>
          <a:xfrm xmlns:a="http://schemas.openxmlformats.org/drawingml/2006/main">
            <a:off x="14716125" y="76200"/>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8FDBF3"/>
          </a:solidFill>
          <a:ln xmlns:a="http://schemas.openxmlformats.org/drawingml/2006/main" w="9525">
            <a:noFill/>
            <a:prstDash val="solid"/>
          </a:ln>
        </p:spPr>
      </p:sp>
      <p:pic>
        <p:nvPicPr>
          <p:cNvPr id="87" name="">
            <a:extLst xmlns:a="http://schemas.openxmlformats.org/drawingml/2006/main">
              <a:ext uri="{FF2B5EF4-FFF2-40B4-BE49-F238E27FC236}">
                <a16:creationId xmlns:a16="http://schemas.microsoft.com/office/drawing/2014/main" id="{8D55DF94-A803-4BCE-9C4D-7BBFB014E46A}"/>
              </a:ext>
            </a:extLst>
          </p:cNvPr>
          <p:cNvPicPr>
            <a:picLocks xmlns:a="http://schemas.openxmlformats.org/drawingml/2006/main" noChangeAspect="1"/>
          </p:cNvPicPr>
          <p:nvPr/>
        </p:nvPicPr>
        <p:blipFill>
          <a:blip xmlns:r="http://schemas.openxmlformats.org/officeDocument/2006/relationships" xmlns:a="http://schemas.openxmlformats.org/drawingml/2006/main" r:embed="R9eb6677d9197428c"/>
          <a:stretch xmlns:a="http://schemas.openxmlformats.org/drawingml/2006/main"/>
        </p:blipFill>
        <p:spPr>
          <a:xfrm xmlns:a="http://schemas.openxmlformats.org/drawingml/2006/main">
            <a:off x="16240125" y="123825"/>
            <a:ext cx="342900" cy="352425"/>
          </a:xfrm>
          <a:prstGeom xmlns:a="http://schemas.openxmlformats.org/drawingml/2006/main" prst="rect">
            <a:avLst/>
          </a:prstGeom>
        </p:spPr>
      </p:pic>
      <p:sp>
        <p:nvSpPr>
          <p:cNvPr id="88" name="Character prompt divider">
            <a:extLst xmlns:a="http://schemas.openxmlformats.org/drawingml/2006/main">
              <a:ext uri="{FF2B5EF4-FFF2-40B4-BE49-F238E27FC236}">
                <a16:creationId xmlns:a16="http://schemas.microsoft.com/office/drawing/2014/main" id="{7A3B1A00-319E-40AB-BD75-BD2F2385DF11}"/>
              </a:ext>
            </a:extLst>
          </p:cNvPr>
          <p:cNvSpPr>
            <a:spLocks xmlns:a="http://schemas.openxmlformats.org/drawingml/2006/main" noGrp="1"/>
          </p:cNvSpPr>
          <p:nvPr/>
        </p:nvSpPr>
        <p:spPr>
          <a:xfrm xmlns:a="http://schemas.openxmlformats.org/drawingml/2006/main">
            <a:off x="14792325" y="104775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53BFE3"/>
            </a:solidFill>
            <a:prstDash val="dash"/>
          </a:ln>
        </p:spPr>
      </p:sp>
      <p:sp>
        <p:nvSpPr>
          <p:cNvPr id="89" name="Character user disk">
            <a:extLst xmlns:a="http://schemas.openxmlformats.org/drawingml/2006/main">
              <a:ext uri="{FF2B5EF4-FFF2-40B4-BE49-F238E27FC236}">
                <a16:creationId xmlns:a16="http://schemas.microsoft.com/office/drawing/2014/main" id="{24511F32-9222-47C8-B3AC-F76A80694471}"/>
              </a:ext>
            </a:extLst>
          </p:cNvPr>
          <p:cNvSpPr>
            <a:spLocks xmlns:a="http://schemas.openxmlformats.org/drawingml/2006/main" noGrp="1"/>
          </p:cNvSpPr>
          <p:nvPr/>
        </p:nvSpPr>
        <p:spPr>
          <a:xfrm xmlns:a="http://schemas.openxmlformats.org/drawingml/2006/main">
            <a:off x="14849475" y="609600"/>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53BFE3"/>
          </a:solidFill>
          <a:ln xmlns:a="http://schemas.openxmlformats.org/drawingml/2006/main" w="9525">
            <a:noFill/>
            <a:prstDash val="solid"/>
          </a:ln>
        </p:spPr>
      </p:sp>
      <p:sp>
        <p:nvSpPr>
          <p:cNvPr id="90" name="Character user head">
            <a:extLst xmlns:a="http://schemas.openxmlformats.org/drawingml/2006/main">
              <a:ext uri="{FF2B5EF4-FFF2-40B4-BE49-F238E27FC236}">
                <a16:creationId xmlns:a16="http://schemas.microsoft.com/office/drawing/2014/main" id="{7A207F7B-C510-4CE8-B18F-4836B61E468D}"/>
              </a:ext>
            </a:extLst>
          </p:cNvPr>
          <p:cNvSpPr>
            <a:spLocks xmlns:a="http://schemas.openxmlformats.org/drawingml/2006/main" noGrp="1"/>
          </p:cNvSpPr>
          <p:nvPr/>
        </p:nvSpPr>
        <p:spPr>
          <a:xfrm xmlns:a="http://schemas.openxmlformats.org/drawingml/2006/main">
            <a:off x="14944725" y="647700"/>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91" name="Character user shoulders">
            <a:extLst xmlns:a="http://schemas.openxmlformats.org/drawingml/2006/main">
              <a:ext uri="{FF2B5EF4-FFF2-40B4-BE49-F238E27FC236}">
                <a16:creationId xmlns:a16="http://schemas.microsoft.com/office/drawing/2014/main" id="{04C5864F-EE97-4D72-BC41-CD70C6FD4F61}"/>
              </a:ext>
            </a:extLst>
          </p:cNvPr>
          <p:cNvSpPr>
            <a:spLocks xmlns:a="http://schemas.openxmlformats.org/drawingml/2006/main" noGrp="1"/>
          </p:cNvSpPr>
          <p:nvPr/>
        </p:nvSpPr>
        <p:spPr>
          <a:xfrm xmlns:a="http://schemas.openxmlformats.org/drawingml/2006/main">
            <a:off x="14906625" y="781050"/>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92" name="Character evidence container">
            <a:extLst xmlns:a="http://schemas.openxmlformats.org/drawingml/2006/main">
              <a:ext uri="{FF2B5EF4-FFF2-40B4-BE49-F238E27FC236}">
                <a16:creationId xmlns:a16="http://schemas.microsoft.com/office/drawing/2014/main" id="{D66E5499-67C0-47F8-93AA-7293780D3C9E}"/>
              </a:ext>
            </a:extLst>
          </p:cNvPr>
          <p:cNvSpPr>
            <a:spLocks xmlns:a="http://schemas.openxmlformats.org/drawingml/2006/main" noGrp="1"/>
          </p:cNvSpPr>
          <p:nvPr/>
        </p:nvSpPr>
        <p:spPr>
          <a:xfrm xmlns:a="http://schemas.openxmlformats.org/drawingml/2006/main">
            <a:off x="15325725" y="1133475"/>
            <a:ext cx="2009775" cy="723900"/>
          </a:xfrm>
          <a:custGeom xmlns:a="http://schemas.openxmlformats.org/drawingml/2006/main">
            <a:pathLst>
              <a:path w="2009775" h="723900">
                <a:moveTo>
                  <a:pt x="19050" y="0"/>
                </a:moveTo>
                <a:lnTo>
                  <a:pt x="1990725" y="0"/>
                </a:lnTo>
                <a:cubicBezTo>
                  <a:pt x="2001246" y="0"/>
                  <a:pt x="2009775" y="8529"/>
                  <a:pt x="2009775" y="19050"/>
                </a:cubicBezTo>
                <a:lnTo>
                  <a:pt x="2009775" y="704850"/>
                </a:lnTo>
                <a:cubicBezTo>
                  <a:pt x="2009775" y="715371"/>
                  <a:pt x="2001246" y="723900"/>
                  <a:pt x="1990725" y="723900"/>
                </a:cubicBezTo>
                <a:lnTo>
                  <a:pt x="19050" y="723900"/>
                </a:lnTo>
                <a:cubicBezTo>
                  <a:pt x="8529" y="723900"/>
                  <a:pt x="0" y="715371"/>
                  <a:pt x="0" y="70485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53BFE3"/>
            </a:solidFill>
            <a:prstDash val="solid"/>
          </a:ln>
        </p:spPr>
      </p:sp>
      <p:sp>
        <p:nvSpPr>
          <p:cNvPr id="93" name="Character tool rail">
            <a:extLst xmlns:a="http://schemas.openxmlformats.org/drawingml/2006/main">
              <a:ext uri="{FF2B5EF4-FFF2-40B4-BE49-F238E27FC236}">
                <a16:creationId xmlns:a16="http://schemas.microsoft.com/office/drawing/2014/main" id="{05356DDB-5673-4641-8BE7-B20CFBF5A6F8}"/>
              </a:ext>
            </a:extLst>
          </p:cNvPr>
          <p:cNvSpPr>
            <a:spLocks xmlns:a="http://schemas.openxmlformats.org/drawingml/2006/main" noGrp="1"/>
          </p:cNvSpPr>
          <p:nvPr/>
        </p:nvSpPr>
        <p:spPr>
          <a:xfrm xmlns:a="http://schemas.openxmlformats.org/drawingml/2006/main">
            <a:off x="14897100" y="1524000"/>
            <a:ext cx="228600" cy="1266825"/>
          </a:xfrm>
          <a:custGeom xmlns:a="http://schemas.openxmlformats.org/drawingml/2006/main">
            <a:pathLst>
              <a:path w="228600" h="1266825">
                <a:moveTo>
                  <a:pt x="114300" y="0"/>
                </a:moveTo>
                <a:lnTo>
                  <a:pt x="114300" y="0"/>
                </a:lnTo>
                <a:cubicBezTo>
                  <a:pt x="177426" y="0"/>
                  <a:pt x="228600" y="51174"/>
                  <a:pt x="228600" y="114300"/>
                </a:cubicBezTo>
                <a:lnTo>
                  <a:pt x="228600" y="1152525"/>
                </a:lnTo>
                <a:cubicBezTo>
                  <a:pt x="228600" y="1215651"/>
                  <a:pt x="177426" y="1266825"/>
                  <a:pt x="114300" y="1266825"/>
                </a:cubicBezTo>
                <a:lnTo>
                  <a:pt x="114300" y="1266825"/>
                </a:lnTo>
                <a:cubicBezTo>
                  <a:pt x="51174" y="1266825"/>
                  <a:pt x="0" y="1215651"/>
                  <a:pt x="0" y="1152525"/>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53BFE3"/>
            </a:solidFill>
            <a:prstDash val="solid"/>
          </a:ln>
        </p:spPr>
      </p:sp>
      <p:sp>
        <p:nvSpPr>
          <p:cNvPr id="94" name="Character tool label">
            <a:extLst xmlns:a="http://schemas.openxmlformats.org/drawingml/2006/main">
              <a:ext uri="{FF2B5EF4-FFF2-40B4-BE49-F238E27FC236}">
                <a16:creationId xmlns:a16="http://schemas.microsoft.com/office/drawing/2014/main" id="{B834AE76-5903-4EB3-B11A-6A3832407412}"/>
              </a:ext>
            </a:extLst>
          </p:cNvPr>
          <p:cNvSpPr>
            <a:spLocks xmlns:a="http://schemas.openxmlformats.org/drawingml/2006/main" noGrp="1"/>
          </p:cNvSpPr>
          <p:nvPr/>
        </p:nvSpPr>
        <p:spPr>
          <a:xfrm xmlns:a="http://schemas.openxmlformats.org/drawingml/2006/main" rot="5400000">
            <a:off x="14649450" y="2070912"/>
            <a:ext cx="7334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Searching...</a:t>
            </a:r>
          </a:p>
        </p:txBody>
      </p:sp>
      <p:pic>
        <p:nvPicPr>
          <p:cNvPr id="95" name="">
            <a:extLst xmlns:a="http://schemas.openxmlformats.org/drawingml/2006/main">
              <a:ext uri="{FF2B5EF4-FFF2-40B4-BE49-F238E27FC236}">
                <a16:creationId xmlns:a16="http://schemas.microsoft.com/office/drawing/2014/main" id="{7F30B96C-BE74-4E6E-90B9-B0DD48C1E6DE}"/>
              </a:ext>
            </a:extLst>
          </p:cNvPr>
          <p:cNvPicPr>
            <a:picLocks xmlns:a="http://schemas.openxmlformats.org/drawingml/2006/main" noChangeAspect="1"/>
          </p:cNvPicPr>
          <p:nvPr/>
        </p:nvPicPr>
        <p:blipFill>
          <a:blip xmlns:r="http://schemas.openxmlformats.org/officeDocument/2006/relationships" xmlns:a="http://schemas.openxmlformats.org/drawingml/2006/main" r:embed="R4b0d214aeb514eb4"/>
          <a:stretch xmlns:a="http://schemas.openxmlformats.org/drawingml/2006/main"/>
        </p:blipFill>
        <p:spPr>
          <a:xfrm xmlns:a="http://schemas.openxmlformats.org/drawingml/2006/main">
            <a:off x="14925675" y="1562100"/>
            <a:ext cx="180975" cy="200025"/>
          </a:xfrm>
          <a:prstGeom xmlns:a="http://schemas.openxmlformats.org/drawingml/2006/main" prst="rect">
            <a:avLst/>
          </a:prstGeom>
        </p:spPr>
      </p:pic>
      <p:sp>
        <p:nvSpPr>
          <p:cNvPr id="96" name="Character text tag">
            <a:extLst xmlns:a="http://schemas.openxmlformats.org/drawingml/2006/main">
              <a:ext uri="{FF2B5EF4-FFF2-40B4-BE49-F238E27FC236}">
                <a16:creationId xmlns:a16="http://schemas.microsoft.com/office/drawing/2014/main" id="{BC6D92BB-46E6-4976-8D4E-51297C786576}"/>
              </a:ext>
            </a:extLst>
          </p:cNvPr>
          <p:cNvSpPr>
            <a:spLocks xmlns:a="http://schemas.openxmlformats.org/drawingml/2006/main" noGrp="1"/>
          </p:cNvSpPr>
          <p:nvPr/>
        </p:nvSpPr>
        <p:spPr>
          <a:xfrm xmlns:a="http://schemas.openxmlformats.org/drawingml/2006/main">
            <a:off x="15325725" y="1866900"/>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53BFE3"/>
          </a:solidFill>
          <a:ln xmlns:a="http://schemas.openxmlformats.org/drawingml/2006/main" w="9525">
            <a:noFill/>
            <a:prstDash val="solid"/>
          </a:ln>
        </p:spPr>
      </p:sp>
      <p:sp>
        <p:nvSpPr>
          <p:cNvPr id="97" name="Character text tag label">
            <a:extLst xmlns:a="http://schemas.openxmlformats.org/drawingml/2006/main">
              <a:ext uri="{FF2B5EF4-FFF2-40B4-BE49-F238E27FC236}">
                <a16:creationId xmlns:a16="http://schemas.microsoft.com/office/drawing/2014/main" id="{483976BC-0D23-43F4-9508-814AE057E45A}"/>
              </a:ext>
            </a:extLst>
          </p:cNvPr>
          <p:cNvSpPr>
            <a:spLocks xmlns:a="http://schemas.openxmlformats.org/drawingml/2006/main" noGrp="1"/>
          </p:cNvSpPr>
          <p:nvPr/>
        </p:nvSpPr>
        <p:spPr>
          <a:xfrm xmlns:a="http://schemas.openxmlformats.org/drawingml/2006/main" rot="0">
            <a:off x="15392400" y="1862453"/>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98" name="Character reference frame">
            <a:extLst xmlns:a="http://schemas.openxmlformats.org/drawingml/2006/main">
              <a:ext uri="{FF2B5EF4-FFF2-40B4-BE49-F238E27FC236}">
                <a16:creationId xmlns:a16="http://schemas.microsoft.com/office/drawing/2014/main" id="{94E6333E-CBAA-42E8-8B55-7CB0B9E3F3E0}"/>
              </a:ext>
            </a:extLst>
          </p:cNvPr>
          <p:cNvSpPr>
            <a:spLocks xmlns:a="http://schemas.openxmlformats.org/drawingml/2006/main" noGrp="1"/>
          </p:cNvSpPr>
          <p:nvPr/>
        </p:nvSpPr>
        <p:spPr>
          <a:xfrm xmlns:a="http://schemas.openxmlformats.org/drawingml/2006/main">
            <a:off x="15306675" y="2085975"/>
            <a:ext cx="2047875" cy="752475"/>
          </a:xfrm>
          <a:custGeom xmlns:a="http://schemas.openxmlformats.org/drawingml/2006/main">
            <a:pathLst>
              <a:path w="2047875" h="752475">
                <a:moveTo>
                  <a:pt x="19050" y="0"/>
                </a:moveTo>
                <a:lnTo>
                  <a:pt x="2028825" y="0"/>
                </a:lnTo>
                <a:cubicBezTo>
                  <a:pt x="2039346" y="0"/>
                  <a:pt x="2047875" y="8529"/>
                  <a:pt x="2047875" y="19050"/>
                </a:cubicBezTo>
                <a:lnTo>
                  <a:pt x="2047875" y="733425"/>
                </a:lnTo>
                <a:cubicBezTo>
                  <a:pt x="2047875" y="743946"/>
                  <a:pt x="2039346" y="752475"/>
                  <a:pt x="2028825" y="752475"/>
                </a:cubicBezTo>
                <a:lnTo>
                  <a:pt x="19050" y="752475"/>
                </a:lnTo>
                <a:cubicBezTo>
                  <a:pt x="8529" y="752475"/>
                  <a:pt x="0" y="743946"/>
                  <a:pt x="0" y="73342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53BFE3"/>
            </a:solidFill>
            <a:prstDash val="solid"/>
          </a:ln>
        </p:spPr>
      </p:sp>
      <p:pic>
        <p:nvPicPr>
          <p:cNvPr id="99" name="">
            <a:extLst xmlns:a="http://schemas.openxmlformats.org/drawingml/2006/main">
              <a:ext uri="{FF2B5EF4-FFF2-40B4-BE49-F238E27FC236}">
                <a16:creationId xmlns:a16="http://schemas.microsoft.com/office/drawing/2014/main" id="{CFC2B80D-E651-4597-89CB-4C704ABE13F0}"/>
              </a:ext>
            </a:extLst>
          </p:cNvPr>
          <p:cNvPicPr>
            <a:picLocks xmlns:a="http://schemas.openxmlformats.org/drawingml/2006/main" noChangeAspect="1"/>
          </p:cNvPicPr>
          <p:nvPr/>
        </p:nvPicPr>
        <p:blipFill>
          <a:blip xmlns:r="http://schemas.openxmlformats.org/officeDocument/2006/relationships" xmlns:a="http://schemas.openxmlformats.org/drawingml/2006/main" r:embed="R066271af3d724571"/>
          <a:stretch xmlns:a="http://schemas.openxmlformats.org/drawingml/2006/main"/>
        </p:blipFill>
        <p:spPr>
          <a:xfrm xmlns:a="http://schemas.openxmlformats.org/drawingml/2006/main">
            <a:off x="15325725" y="2105025"/>
            <a:ext cx="2009775" cy="714375"/>
          </a:xfrm>
          <a:prstGeom xmlns:a="http://schemas.openxmlformats.org/drawingml/2006/main" prst="rect">
            <a:avLst/>
          </a:prstGeom>
        </p:spPr>
      </p:pic>
      <p:sp>
        <p:nvSpPr>
          <p:cNvPr id="100" name="Character images tag">
            <a:extLst xmlns:a="http://schemas.openxmlformats.org/drawingml/2006/main">
              <a:ext uri="{FF2B5EF4-FFF2-40B4-BE49-F238E27FC236}">
                <a16:creationId xmlns:a16="http://schemas.microsoft.com/office/drawing/2014/main" id="{52AF5777-63BA-4D7E-8A96-38D5B0470D34}"/>
              </a:ext>
            </a:extLst>
          </p:cNvPr>
          <p:cNvSpPr>
            <a:spLocks xmlns:a="http://schemas.openxmlformats.org/drawingml/2006/main" noGrp="1"/>
          </p:cNvSpPr>
          <p:nvPr/>
        </p:nvSpPr>
        <p:spPr>
          <a:xfrm xmlns:a="http://schemas.openxmlformats.org/drawingml/2006/main">
            <a:off x="16621125" y="1952625"/>
            <a:ext cx="733425" cy="14287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53BFE3"/>
          </a:solidFill>
          <a:ln xmlns:a="http://schemas.openxmlformats.org/drawingml/2006/main" w="9525">
            <a:noFill/>
            <a:prstDash val="solid"/>
          </a:ln>
        </p:spPr>
      </p:sp>
      <p:sp>
        <p:nvSpPr>
          <p:cNvPr id="101" name="Character images tag label">
            <a:extLst xmlns:a="http://schemas.openxmlformats.org/drawingml/2006/main">
              <a:ext uri="{FF2B5EF4-FFF2-40B4-BE49-F238E27FC236}">
                <a16:creationId xmlns:a16="http://schemas.microsoft.com/office/drawing/2014/main" id="{A67F3E85-1E05-413D-BF15-F6BA5E35CE0A}"/>
              </a:ext>
            </a:extLst>
          </p:cNvPr>
          <p:cNvSpPr>
            <a:spLocks xmlns:a="http://schemas.openxmlformats.org/drawingml/2006/main" noGrp="1"/>
          </p:cNvSpPr>
          <p:nvPr/>
        </p:nvSpPr>
        <p:spPr>
          <a:xfrm xmlns:a="http://schemas.openxmlformats.org/drawingml/2006/main" rot="0">
            <a:off x="16687800" y="1949201"/>
            <a:ext cx="609600" cy="1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3" b="0" i="0">
                <a:solidFill>
                  <a:srgbClr val="FFFFFF"/>
                </a:solidFill>
                <a:latin typeface="Comic Sans MS"/>
                <a:ea typeface="Comic Sans MS"/>
                <a:cs typeface="Comic Sans MS"/>
              </a:defRPr>
            </a:defPPr>
          </a:lstStyle>
          <a:p xmlns:a="http://schemas.openxmlformats.org/drawingml/2006/main">
            <a:pPr algn="l">
              <a:lnSpc>
                <a:spcPct val="100000"/>
              </a:lnSpc>
              <a:buNone/>
              <a:defRPr sz="983" b="0" i="0">
                <a:solidFill>
                  <a:srgbClr val="FFFFFF"/>
                </a:solidFill>
                <a:latin typeface="Comic Sans MS"/>
                <a:ea typeface="Comic Sans MS"/>
                <a:cs typeface="Comic Sans MS"/>
              </a:defRPr>
            </a:pPr>
            <a:r>
              <a:rPr sz="983" b="0" i="0">
                <a:solidFill>
                  <a:srgbClr val="FFFFFF"/>
                </a:solidFill>
                <a:latin typeface="Comic Sans MS"/>
                <a:ea typeface="Comic Sans MS"/>
                <a:cs typeface="Comic Sans MS"/>
              </a:rPr>
              <a:t>▧ images</a:t>
            </a:r>
          </a:p>
        </p:txBody>
      </p:sp>
      <p:sp>
        <p:nvSpPr>
          <p:cNvPr id="102" name="Character evidence to generation">
            <a:extLst xmlns:a="http://schemas.openxmlformats.org/drawingml/2006/main">
              <a:ext uri="{FF2B5EF4-FFF2-40B4-BE49-F238E27FC236}">
                <a16:creationId xmlns:a16="http://schemas.microsoft.com/office/drawing/2014/main" id="{284DD91B-15BC-4032-BA61-A71553575BE5}"/>
              </a:ext>
            </a:extLst>
          </p:cNvPr>
          <p:cNvSpPr>
            <a:spLocks xmlns:a="http://schemas.openxmlformats.org/drawingml/2006/main" noGrp="1"/>
          </p:cNvSpPr>
          <p:nvPr/>
        </p:nvSpPr>
        <p:spPr>
          <a:xfrm xmlns:a="http://schemas.openxmlformats.org/drawingml/2006/main">
            <a:off x="17354550" y="1747838"/>
            <a:ext cx="390525" cy="400050"/>
          </a:xfrm>
          <a:custGeom xmlns:a="http://schemas.openxmlformats.org/drawingml/2006/main">
            <a:pathLst>
              <a:path w="390525" h="400050">
                <a:moveTo>
                  <a:pt x="0" y="112014"/>
                </a:moveTo>
                <a:lnTo>
                  <a:pt x="214789" y="112014"/>
                </a:lnTo>
                <a:lnTo>
                  <a:pt x="214789" y="0"/>
                </a:lnTo>
                <a:lnTo>
                  <a:pt x="390525" y="200025"/>
                </a:lnTo>
                <a:lnTo>
                  <a:pt x="214789" y="400050"/>
                </a:lnTo>
                <a:lnTo>
                  <a:pt x="214789" y="288036"/>
                </a:lnTo>
                <a:lnTo>
                  <a:pt x="0" y="288036"/>
                </a:lnTo>
                <a:close/>
              </a:path>
            </a:pathLst>
          </a:custGeom>
          <a:solidFill xmlns:a="http://schemas.openxmlformats.org/drawingml/2006/main">
            <a:srgbClr val="8FDBF3"/>
          </a:solidFill>
          <a:ln xmlns:a="http://schemas.openxmlformats.org/drawingml/2006/main" w="9525">
            <a:noFill/>
            <a:prstDash val="solid"/>
          </a:ln>
        </p:spPr>
      </p:sp>
      <p:pic>
        <p:nvPicPr>
          <p:cNvPr id="103" name="">
            <a:extLst xmlns:a="http://schemas.openxmlformats.org/drawingml/2006/main">
              <a:ext uri="{FF2B5EF4-FFF2-40B4-BE49-F238E27FC236}">
                <a16:creationId xmlns:a16="http://schemas.microsoft.com/office/drawing/2014/main" id="{E65FA020-4411-4B85-B116-FE4448FD38FE}"/>
              </a:ext>
            </a:extLst>
          </p:cNvPr>
          <p:cNvPicPr>
            <a:picLocks xmlns:a="http://schemas.openxmlformats.org/drawingml/2006/main" noChangeAspect="1"/>
          </p:cNvPicPr>
          <p:nvPr/>
        </p:nvPicPr>
        <p:blipFill>
          <a:blip xmlns:r="http://schemas.openxmlformats.org/officeDocument/2006/relationships" xmlns:a="http://schemas.openxmlformats.org/drawingml/2006/main" r:embed="Ra4592f437a55461b"/>
          <a:stretch xmlns:a="http://schemas.openxmlformats.org/drawingml/2006/main"/>
        </p:blipFill>
        <p:spPr>
          <a:xfrm xmlns:a="http://schemas.openxmlformats.org/drawingml/2006/main">
            <a:off x="17754600" y="1200150"/>
            <a:ext cx="1428750" cy="1495425"/>
          </a:xfrm>
          <a:prstGeom xmlns:a="http://schemas.openxmlformats.org/drawingml/2006/main" prst="rect">
            <a:avLst/>
          </a:prstGeom>
        </p:spPr>
      </p:pic>
      <p:sp>
        <p:nvSpPr>
          <p:cNvPr id="104" name="Character corner horizontal">
            <a:extLst xmlns:a="http://schemas.openxmlformats.org/drawingml/2006/main">
              <a:ext uri="{FF2B5EF4-FFF2-40B4-BE49-F238E27FC236}">
                <a16:creationId xmlns:a16="http://schemas.microsoft.com/office/drawing/2014/main" id="{9E526A1D-622B-42AF-9A7F-5AED0037302C}"/>
              </a:ext>
            </a:extLst>
          </p:cNvPr>
          <p:cNvSpPr>
            <a:spLocks xmlns:a="http://schemas.openxmlformats.org/drawingml/2006/main" noGrp="1"/>
          </p:cNvSpPr>
          <p:nvPr/>
        </p:nvSpPr>
        <p:spPr>
          <a:xfrm xmlns:a="http://schemas.openxmlformats.org/drawingml/2006/main">
            <a:off x="17706975" y="114300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53BFE3"/>
            </a:solidFill>
            <a:prstDash val="solid"/>
          </a:ln>
        </p:spPr>
      </p:sp>
      <p:sp>
        <p:nvSpPr>
          <p:cNvPr id="105" name="Character corner vertical">
            <a:extLst xmlns:a="http://schemas.openxmlformats.org/drawingml/2006/main">
              <a:ext uri="{FF2B5EF4-FFF2-40B4-BE49-F238E27FC236}">
                <a16:creationId xmlns:a16="http://schemas.microsoft.com/office/drawing/2014/main" id="{8D089B25-47DB-4146-8C25-17D4D265FEB4}"/>
              </a:ext>
            </a:extLst>
          </p:cNvPr>
          <p:cNvSpPr>
            <a:spLocks xmlns:a="http://schemas.openxmlformats.org/drawingml/2006/main" noGrp="1"/>
          </p:cNvSpPr>
          <p:nvPr/>
        </p:nvSpPr>
        <p:spPr>
          <a:xfrm xmlns:a="http://schemas.openxmlformats.org/drawingml/2006/main">
            <a:off x="17706975" y="114300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53BFE3"/>
            </a:solidFill>
            <a:prstDash val="solid"/>
          </a:ln>
        </p:spPr>
      </p:sp>
      <p:sp>
        <p:nvSpPr>
          <p:cNvPr id="106" name="Character corner horizontal">
            <a:extLst xmlns:a="http://schemas.openxmlformats.org/drawingml/2006/main">
              <a:ext uri="{FF2B5EF4-FFF2-40B4-BE49-F238E27FC236}">
                <a16:creationId xmlns:a16="http://schemas.microsoft.com/office/drawing/2014/main" id="{961FD8F8-2BDA-4EA4-B605-770860F5DEDD}"/>
              </a:ext>
            </a:extLst>
          </p:cNvPr>
          <p:cNvSpPr>
            <a:spLocks xmlns:a="http://schemas.openxmlformats.org/drawingml/2006/main" noGrp="1"/>
          </p:cNvSpPr>
          <p:nvPr/>
        </p:nvSpPr>
        <p:spPr>
          <a:xfrm xmlns:a="http://schemas.openxmlformats.org/drawingml/2006/main">
            <a:off x="18992850" y="114300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53BFE3"/>
            </a:solidFill>
            <a:prstDash val="solid"/>
          </a:ln>
        </p:spPr>
      </p:sp>
      <p:sp>
        <p:nvSpPr>
          <p:cNvPr id="107" name="Character corner vertical">
            <a:extLst xmlns:a="http://schemas.openxmlformats.org/drawingml/2006/main">
              <a:ext uri="{FF2B5EF4-FFF2-40B4-BE49-F238E27FC236}">
                <a16:creationId xmlns:a16="http://schemas.microsoft.com/office/drawing/2014/main" id="{66F4482B-BBC1-45E2-A501-81803EA590AF}"/>
              </a:ext>
            </a:extLst>
          </p:cNvPr>
          <p:cNvSpPr>
            <a:spLocks xmlns:a="http://schemas.openxmlformats.org/drawingml/2006/main" noGrp="1"/>
          </p:cNvSpPr>
          <p:nvPr/>
        </p:nvSpPr>
        <p:spPr>
          <a:xfrm xmlns:a="http://schemas.openxmlformats.org/drawingml/2006/main">
            <a:off x="19230975" y="114300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53BFE3"/>
            </a:solidFill>
            <a:prstDash val="solid"/>
          </a:ln>
        </p:spPr>
      </p:sp>
      <p:sp>
        <p:nvSpPr>
          <p:cNvPr id="108" name="Character corner horizontal">
            <a:extLst xmlns:a="http://schemas.openxmlformats.org/drawingml/2006/main">
              <a:ext uri="{FF2B5EF4-FFF2-40B4-BE49-F238E27FC236}">
                <a16:creationId xmlns:a16="http://schemas.microsoft.com/office/drawing/2014/main" id="{73D0B5D7-96B1-48B2-92F1-C79FEF9931E7}"/>
              </a:ext>
            </a:extLst>
          </p:cNvPr>
          <p:cNvSpPr>
            <a:spLocks xmlns:a="http://schemas.openxmlformats.org/drawingml/2006/main" noGrp="1"/>
          </p:cNvSpPr>
          <p:nvPr/>
        </p:nvSpPr>
        <p:spPr>
          <a:xfrm xmlns:a="http://schemas.openxmlformats.org/drawingml/2006/main">
            <a:off x="17706975" y="275272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53BFE3"/>
            </a:solidFill>
            <a:prstDash val="solid"/>
          </a:ln>
        </p:spPr>
      </p:sp>
      <p:sp>
        <p:nvSpPr>
          <p:cNvPr id="109" name="Character corner vertical">
            <a:extLst xmlns:a="http://schemas.openxmlformats.org/drawingml/2006/main">
              <a:ext uri="{FF2B5EF4-FFF2-40B4-BE49-F238E27FC236}">
                <a16:creationId xmlns:a16="http://schemas.microsoft.com/office/drawing/2014/main" id="{E4B560D0-3FFC-4D8E-A1D3-40E3BD7AD4B2}"/>
              </a:ext>
            </a:extLst>
          </p:cNvPr>
          <p:cNvSpPr>
            <a:spLocks xmlns:a="http://schemas.openxmlformats.org/drawingml/2006/main" noGrp="1"/>
          </p:cNvSpPr>
          <p:nvPr/>
        </p:nvSpPr>
        <p:spPr>
          <a:xfrm xmlns:a="http://schemas.openxmlformats.org/drawingml/2006/main">
            <a:off x="17706975" y="255270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53BFE3"/>
            </a:solidFill>
            <a:prstDash val="solid"/>
          </a:ln>
        </p:spPr>
      </p:sp>
      <p:sp>
        <p:nvSpPr>
          <p:cNvPr id="110" name="Character corner horizontal">
            <a:extLst xmlns:a="http://schemas.openxmlformats.org/drawingml/2006/main">
              <a:ext uri="{FF2B5EF4-FFF2-40B4-BE49-F238E27FC236}">
                <a16:creationId xmlns:a16="http://schemas.microsoft.com/office/drawing/2014/main" id="{CCA77AF7-2449-43B5-B00B-DB15F0312F4E}"/>
              </a:ext>
            </a:extLst>
          </p:cNvPr>
          <p:cNvSpPr>
            <a:spLocks xmlns:a="http://schemas.openxmlformats.org/drawingml/2006/main" noGrp="1"/>
          </p:cNvSpPr>
          <p:nvPr/>
        </p:nvSpPr>
        <p:spPr>
          <a:xfrm xmlns:a="http://schemas.openxmlformats.org/drawingml/2006/main">
            <a:off x="18992850" y="275272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53BFE3"/>
            </a:solidFill>
            <a:prstDash val="solid"/>
          </a:ln>
        </p:spPr>
      </p:sp>
      <p:sp>
        <p:nvSpPr>
          <p:cNvPr id="111" name="Character corner vertical">
            <a:extLst xmlns:a="http://schemas.openxmlformats.org/drawingml/2006/main">
              <a:ext uri="{FF2B5EF4-FFF2-40B4-BE49-F238E27FC236}">
                <a16:creationId xmlns:a16="http://schemas.microsoft.com/office/drawing/2014/main" id="{E47B36A0-B084-4AA6-9499-F7548B70AD04}"/>
              </a:ext>
            </a:extLst>
          </p:cNvPr>
          <p:cNvSpPr>
            <a:spLocks xmlns:a="http://schemas.openxmlformats.org/drawingml/2006/main" noGrp="1"/>
          </p:cNvSpPr>
          <p:nvPr/>
        </p:nvSpPr>
        <p:spPr>
          <a:xfrm xmlns:a="http://schemas.openxmlformats.org/drawingml/2006/main">
            <a:off x="19230975" y="255270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53BFE3"/>
            </a:solidFill>
            <a:prstDash val="solid"/>
          </a:ln>
        </p:spPr>
      </p:sp>
      <p:sp>
        <p:nvSpPr>
          <p:cNvPr id="112" name="World Knowledge card">
            <a:extLst xmlns:a="http://schemas.openxmlformats.org/drawingml/2006/main">
              <a:ext uri="{FF2B5EF4-FFF2-40B4-BE49-F238E27FC236}">
                <a16:creationId xmlns:a16="http://schemas.microsoft.com/office/drawing/2014/main" id="{9D2161E6-4CB8-4FD3-A8A6-5B6B0183D74B}"/>
              </a:ext>
            </a:extLst>
          </p:cNvPr>
          <p:cNvSpPr>
            <a:spLocks xmlns:a="http://schemas.openxmlformats.org/drawingml/2006/main" noGrp="1"/>
          </p:cNvSpPr>
          <p:nvPr/>
        </p:nvSpPr>
        <p:spPr>
          <a:xfrm xmlns:a="http://schemas.openxmlformats.org/drawingml/2006/main">
            <a:off x="76200" y="3133725"/>
            <a:ext cx="4648200" cy="284797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FFFDF1"/>
          </a:solidFill>
          <a:ln xmlns:a="http://schemas.openxmlformats.org/drawingml/2006/main" w="25718">
            <a:solidFill>
              <a:srgbClr val="F6F092"/>
            </a:solidFill>
            <a:prstDash val="solid"/>
          </a:ln>
        </p:spPr>
      </p:sp>
      <p:sp>
        <p:nvSpPr>
          <p:cNvPr id="113" name="World Knowledge header">
            <a:extLst xmlns:a="http://schemas.openxmlformats.org/drawingml/2006/main">
              <a:ext uri="{FF2B5EF4-FFF2-40B4-BE49-F238E27FC236}">
                <a16:creationId xmlns:a16="http://schemas.microsoft.com/office/drawing/2014/main" id="{471D11B1-466F-4F21-BF60-9EF114AA75D0}"/>
              </a:ext>
            </a:extLst>
          </p:cNvPr>
          <p:cNvSpPr>
            <a:spLocks xmlns:a="http://schemas.openxmlformats.org/drawingml/2006/main" noGrp="1"/>
          </p:cNvSpPr>
          <p:nvPr/>
        </p:nvSpPr>
        <p:spPr>
          <a:xfrm xmlns:a="http://schemas.openxmlformats.org/drawingml/2006/main">
            <a:off x="76200" y="3133725"/>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6F092"/>
          </a:solidFill>
          <a:ln xmlns:a="http://schemas.openxmlformats.org/drawingml/2006/main" w="9525">
            <a:noFill/>
            <a:prstDash val="solid"/>
          </a:ln>
        </p:spPr>
      </p:sp>
      <p:pic>
        <p:nvPicPr>
          <p:cNvPr id="114" name="">
            <a:extLst xmlns:a="http://schemas.openxmlformats.org/drawingml/2006/main">
              <a:ext uri="{FF2B5EF4-FFF2-40B4-BE49-F238E27FC236}">
                <a16:creationId xmlns:a16="http://schemas.microsoft.com/office/drawing/2014/main" id="{A70CBC41-B8F5-43BB-818E-8160C6E54F19}"/>
              </a:ext>
            </a:extLst>
          </p:cNvPr>
          <p:cNvPicPr>
            <a:picLocks xmlns:a="http://schemas.openxmlformats.org/drawingml/2006/main" noChangeAspect="1"/>
          </p:cNvPicPr>
          <p:nvPr/>
        </p:nvPicPr>
        <p:blipFill>
          <a:blip xmlns:r="http://schemas.openxmlformats.org/officeDocument/2006/relationships" xmlns:a="http://schemas.openxmlformats.org/drawingml/2006/main" r:embed="Rd6a9eba81f954a9e"/>
          <a:stretch xmlns:a="http://schemas.openxmlformats.org/drawingml/2006/main"/>
        </p:blipFill>
        <p:spPr>
          <a:xfrm xmlns:a="http://schemas.openxmlformats.org/drawingml/2006/main">
            <a:off x="1228725" y="3190875"/>
            <a:ext cx="342900" cy="333375"/>
          </a:xfrm>
          <a:prstGeom xmlns:a="http://schemas.openxmlformats.org/drawingml/2006/main" prst="rect">
            <a:avLst/>
          </a:prstGeom>
        </p:spPr>
      </p:pic>
      <p:sp>
        <p:nvSpPr>
          <p:cNvPr id="115" name="World Knowledge prompt divider">
            <a:extLst xmlns:a="http://schemas.openxmlformats.org/drawingml/2006/main">
              <a:ext uri="{FF2B5EF4-FFF2-40B4-BE49-F238E27FC236}">
                <a16:creationId xmlns:a16="http://schemas.microsoft.com/office/drawing/2014/main" id="{8B624AF3-68E6-46FC-BA02-D9FFD9FA4D29}"/>
              </a:ext>
            </a:extLst>
          </p:cNvPr>
          <p:cNvSpPr>
            <a:spLocks xmlns:a="http://schemas.openxmlformats.org/drawingml/2006/main" noGrp="1"/>
          </p:cNvSpPr>
          <p:nvPr/>
        </p:nvSpPr>
        <p:spPr>
          <a:xfrm xmlns:a="http://schemas.openxmlformats.org/drawingml/2006/main">
            <a:off x="152400" y="411480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DCD700"/>
            </a:solidFill>
            <a:prstDash val="dash"/>
          </a:ln>
        </p:spPr>
      </p:sp>
      <p:sp>
        <p:nvSpPr>
          <p:cNvPr id="116" name="World Knowledge user disk">
            <a:extLst xmlns:a="http://schemas.openxmlformats.org/drawingml/2006/main">
              <a:ext uri="{FF2B5EF4-FFF2-40B4-BE49-F238E27FC236}">
                <a16:creationId xmlns:a16="http://schemas.microsoft.com/office/drawing/2014/main" id="{BB6B9DDF-681D-4FF9-B6A5-F35065E73518}"/>
              </a:ext>
            </a:extLst>
          </p:cNvPr>
          <p:cNvSpPr>
            <a:spLocks xmlns:a="http://schemas.openxmlformats.org/drawingml/2006/main" noGrp="1"/>
          </p:cNvSpPr>
          <p:nvPr/>
        </p:nvSpPr>
        <p:spPr>
          <a:xfrm xmlns:a="http://schemas.openxmlformats.org/drawingml/2006/main">
            <a:off x="209550" y="3667125"/>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DCD700"/>
          </a:solidFill>
          <a:ln xmlns:a="http://schemas.openxmlformats.org/drawingml/2006/main" w="9525">
            <a:noFill/>
            <a:prstDash val="solid"/>
          </a:ln>
        </p:spPr>
      </p:sp>
      <p:sp>
        <p:nvSpPr>
          <p:cNvPr id="117" name="World Knowledge user head">
            <a:extLst xmlns:a="http://schemas.openxmlformats.org/drawingml/2006/main">
              <a:ext uri="{FF2B5EF4-FFF2-40B4-BE49-F238E27FC236}">
                <a16:creationId xmlns:a16="http://schemas.microsoft.com/office/drawing/2014/main" id="{B7FB41E8-B598-40FA-99D5-AD19B15050D2}"/>
              </a:ext>
            </a:extLst>
          </p:cNvPr>
          <p:cNvSpPr>
            <a:spLocks xmlns:a="http://schemas.openxmlformats.org/drawingml/2006/main" noGrp="1"/>
          </p:cNvSpPr>
          <p:nvPr/>
        </p:nvSpPr>
        <p:spPr>
          <a:xfrm xmlns:a="http://schemas.openxmlformats.org/drawingml/2006/main">
            <a:off x="304800" y="3705225"/>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118" name="World Knowledge user shoulders">
            <a:extLst xmlns:a="http://schemas.openxmlformats.org/drawingml/2006/main">
              <a:ext uri="{FF2B5EF4-FFF2-40B4-BE49-F238E27FC236}">
                <a16:creationId xmlns:a16="http://schemas.microsoft.com/office/drawing/2014/main" id="{635E3E80-C5D1-479A-A6C5-6843C6098BBB}"/>
              </a:ext>
            </a:extLst>
          </p:cNvPr>
          <p:cNvSpPr>
            <a:spLocks xmlns:a="http://schemas.openxmlformats.org/drawingml/2006/main" noGrp="1"/>
          </p:cNvSpPr>
          <p:nvPr/>
        </p:nvSpPr>
        <p:spPr>
          <a:xfrm xmlns:a="http://schemas.openxmlformats.org/drawingml/2006/main">
            <a:off x="266700" y="3838575"/>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119" name="World Knowledge evidence container">
            <a:extLst xmlns:a="http://schemas.openxmlformats.org/drawingml/2006/main">
              <a:ext uri="{FF2B5EF4-FFF2-40B4-BE49-F238E27FC236}">
                <a16:creationId xmlns:a16="http://schemas.microsoft.com/office/drawing/2014/main" id="{E1334274-08BF-4E57-B0B0-2FBA5B609A64}"/>
              </a:ext>
            </a:extLst>
          </p:cNvPr>
          <p:cNvSpPr>
            <a:spLocks xmlns:a="http://schemas.openxmlformats.org/drawingml/2006/main" noGrp="1"/>
          </p:cNvSpPr>
          <p:nvPr/>
        </p:nvSpPr>
        <p:spPr>
          <a:xfrm xmlns:a="http://schemas.openxmlformats.org/drawingml/2006/main">
            <a:off x="619125" y="4210050"/>
            <a:ext cx="2009775" cy="704850"/>
          </a:xfrm>
          <a:custGeom xmlns:a="http://schemas.openxmlformats.org/drawingml/2006/main">
            <a:pathLst>
              <a:path w="2009775" h="704850">
                <a:moveTo>
                  <a:pt x="19050" y="0"/>
                </a:moveTo>
                <a:lnTo>
                  <a:pt x="1990725" y="0"/>
                </a:lnTo>
                <a:cubicBezTo>
                  <a:pt x="2001246" y="0"/>
                  <a:pt x="2009775" y="8529"/>
                  <a:pt x="2009775" y="19050"/>
                </a:cubicBezTo>
                <a:lnTo>
                  <a:pt x="2009775" y="685800"/>
                </a:lnTo>
                <a:cubicBezTo>
                  <a:pt x="2009775" y="696321"/>
                  <a:pt x="2001246" y="704850"/>
                  <a:pt x="1990725" y="704850"/>
                </a:cubicBezTo>
                <a:lnTo>
                  <a:pt x="19050" y="704850"/>
                </a:lnTo>
                <a:cubicBezTo>
                  <a:pt x="8529" y="704850"/>
                  <a:pt x="0" y="696321"/>
                  <a:pt x="0" y="6858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DCD700"/>
            </a:solidFill>
            <a:prstDash val="solid"/>
          </a:ln>
        </p:spPr>
      </p:sp>
      <p:sp>
        <p:nvSpPr>
          <p:cNvPr id="120" name="World Knowledge tool rail">
            <a:extLst xmlns:a="http://schemas.openxmlformats.org/drawingml/2006/main">
              <a:ext uri="{FF2B5EF4-FFF2-40B4-BE49-F238E27FC236}">
                <a16:creationId xmlns:a16="http://schemas.microsoft.com/office/drawing/2014/main" id="{5A9C98C6-D05C-4800-A8CC-88E863663B14}"/>
              </a:ext>
            </a:extLst>
          </p:cNvPr>
          <p:cNvSpPr>
            <a:spLocks xmlns:a="http://schemas.openxmlformats.org/drawingml/2006/main" noGrp="1"/>
          </p:cNvSpPr>
          <p:nvPr/>
        </p:nvSpPr>
        <p:spPr>
          <a:xfrm xmlns:a="http://schemas.openxmlformats.org/drawingml/2006/main">
            <a:off x="238125" y="4591050"/>
            <a:ext cx="228600" cy="1276350"/>
          </a:xfrm>
          <a:custGeom xmlns:a="http://schemas.openxmlformats.org/drawingml/2006/main">
            <a:pathLst>
              <a:path w="228600" h="1276350">
                <a:moveTo>
                  <a:pt x="114300" y="0"/>
                </a:moveTo>
                <a:lnTo>
                  <a:pt x="114300" y="0"/>
                </a:lnTo>
                <a:cubicBezTo>
                  <a:pt x="177426" y="0"/>
                  <a:pt x="228600" y="51174"/>
                  <a:pt x="228600" y="114300"/>
                </a:cubicBezTo>
                <a:lnTo>
                  <a:pt x="228600" y="1162050"/>
                </a:lnTo>
                <a:cubicBezTo>
                  <a:pt x="228600" y="1225176"/>
                  <a:pt x="177426" y="1276350"/>
                  <a:pt x="114300" y="1276350"/>
                </a:cubicBezTo>
                <a:lnTo>
                  <a:pt x="114300" y="1276350"/>
                </a:lnTo>
                <a:cubicBezTo>
                  <a:pt x="51174" y="1276350"/>
                  <a:pt x="0" y="1225176"/>
                  <a:pt x="0" y="116205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DCD700"/>
            </a:solidFill>
            <a:prstDash val="solid"/>
          </a:ln>
        </p:spPr>
      </p:sp>
      <p:sp>
        <p:nvSpPr>
          <p:cNvPr id="121" name="World Knowledge tool label">
            <a:extLst xmlns:a="http://schemas.openxmlformats.org/drawingml/2006/main">
              <a:ext uri="{FF2B5EF4-FFF2-40B4-BE49-F238E27FC236}">
                <a16:creationId xmlns:a16="http://schemas.microsoft.com/office/drawing/2014/main" id="{0BF98F8D-4A44-4ED5-B52F-B4DE1B548A59}"/>
              </a:ext>
            </a:extLst>
          </p:cNvPr>
          <p:cNvSpPr>
            <a:spLocks xmlns:a="http://schemas.openxmlformats.org/drawingml/2006/main" noGrp="1"/>
          </p:cNvSpPr>
          <p:nvPr/>
        </p:nvSpPr>
        <p:spPr>
          <a:xfrm xmlns:a="http://schemas.openxmlformats.org/drawingml/2006/main" rot="5400000">
            <a:off x="0" y="5142725"/>
            <a:ext cx="72390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Searching...</a:t>
            </a:r>
          </a:p>
        </p:txBody>
      </p:sp>
      <p:pic>
        <p:nvPicPr>
          <p:cNvPr id="122" name="">
            <a:extLst xmlns:a="http://schemas.openxmlformats.org/drawingml/2006/main">
              <a:ext uri="{FF2B5EF4-FFF2-40B4-BE49-F238E27FC236}">
                <a16:creationId xmlns:a16="http://schemas.microsoft.com/office/drawing/2014/main" id="{8B93B2F0-BF41-47F8-960E-353E963B5A1F}"/>
              </a:ext>
            </a:extLst>
          </p:cNvPr>
          <p:cNvPicPr>
            <a:picLocks xmlns:a="http://schemas.openxmlformats.org/drawingml/2006/main" noChangeAspect="1"/>
          </p:cNvPicPr>
          <p:nvPr/>
        </p:nvPicPr>
        <p:blipFill>
          <a:blip xmlns:r="http://schemas.openxmlformats.org/officeDocument/2006/relationships" xmlns:a="http://schemas.openxmlformats.org/drawingml/2006/main" r:embed="Rde5d51695e8c45d3"/>
          <a:stretch xmlns:a="http://schemas.openxmlformats.org/drawingml/2006/main"/>
        </p:blipFill>
        <p:spPr>
          <a:xfrm xmlns:a="http://schemas.openxmlformats.org/drawingml/2006/main">
            <a:off x="266700" y="4629150"/>
            <a:ext cx="180975" cy="200025"/>
          </a:xfrm>
          <a:prstGeom xmlns:a="http://schemas.openxmlformats.org/drawingml/2006/main" prst="rect">
            <a:avLst/>
          </a:prstGeom>
        </p:spPr>
      </p:pic>
      <p:pic>
        <p:nvPicPr>
          <p:cNvPr id="123" name="">
            <a:extLst xmlns:a="http://schemas.openxmlformats.org/drawingml/2006/main">
              <a:ext uri="{FF2B5EF4-FFF2-40B4-BE49-F238E27FC236}">
                <a16:creationId xmlns:a16="http://schemas.microsoft.com/office/drawing/2014/main" id="{EDF736C5-D4FB-4019-A481-ACC026C13FF2}"/>
              </a:ext>
            </a:extLst>
          </p:cNvPr>
          <p:cNvPicPr>
            <a:picLocks xmlns:a="http://schemas.openxmlformats.org/drawingml/2006/main" noChangeAspect="1"/>
          </p:cNvPicPr>
          <p:nvPr/>
        </p:nvPicPr>
        <p:blipFill>
          <a:blip xmlns:r="http://schemas.openxmlformats.org/officeDocument/2006/relationships" xmlns:a="http://schemas.openxmlformats.org/drawingml/2006/main" r:embed="Rcfe0908d8e0f48d8"/>
          <a:stretch xmlns:a="http://schemas.openxmlformats.org/drawingml/2006/main"/>
        </p:blipFill>
        <p:spPr>
          <a:xfrm xmlns:a="http://schemas.openxmlformats.org/drawingml/2006/main">
            <a:off x="142875" y="4229100"/>
            <a:ext cx="428625" cy="257175"/>
          </a:xfrm>
          <a:prstGeom xmlns:a="http://schemas.openxmlformats.org/drawingml/2006/main" prst="rect">
            <a:avLst/>
          </a:prstGeom>
        </p:spPr>
      </p:pic>
      <p:sp>
        <p:nvSpPr>
          <p:cNvPr id="124" name="World Knowledge text tag">
            <a:extLst xmlns:a="http://schemas.openxmlformats.org/drawingml/2006/main">
              <a:ext uri="{FF2B5EF4-FFF2-40B4-BE49-F238E27FC236}">
                <a16:creationId xmlns:a16="http://schemas.microsoft.com/office/drawing/2014/main" id="{D64DB6B5-384F-4394-A258-DBE436D13C56}"/>
              </a:ext>
            </a:extLst>
          </p:cNvPr>
          <p:cNvSpPr>
            <a:spLocks xmlns:a="http://schemas.openxmlformats.org/drawingml/2006/main" noGrp="1"/>
          </p:cNvSpPr>
          <p:nvPr/>
        </p:nvSpPr>
        <p:spPr>
          <a:xfrm xmlns:a="http://schemas.openxmlformats.org/drawingml/2006/main">
            <a:off x="619125" y="4924425"/>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DCD700"/>
          </a:solidFill>
          <a:ln xmlns:a="http://schemas.openxmlformats.org/drawingml/2006/main" w="9525">
            <a:noFill/>
            <a:prstDash val="solid"/>
          </a:ln>
        </p:spPr>
      </p:sp>
      <p:sp>
        <p:nvSpPr>
          <p:cNvPr id="125" name="World Knowledge text tag label">
            <a:extLst xmlns:a="http://schemas.openxmlformats.org/drawingml/2006/main">
              <a:ext uri="{FF2B5EF4-FFF2-40B4-BE49-F238E27FC236}">
                <a16:creationId xmlns:a16="http://schemas.microsoft.com/office/drawing/2014/main" id="{FAE6028F-2C8A-41D1-AA1E-FA907C34CB92}"/>
              </a:ext>
            </a:extLst>
          </p:cNvPr>
          <p:cNvSpPr>
            <a:spLocks xmlns:a="http://schemas.openxmlformats.org/drawingml/2006/main" noGrp="1"/>
          </p:cNvSpPr>
          <p:nvPr/>
        </p:nvSpPr>
        <p:spPr>
          <a:xfrm xmlns:a="http://schemas.openxmlformats.org/drawingml/2006/main" rot="0">
            <a:off x="685800" y="4919978"/>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126" name="World Knowledge reference frame">
            <a:extLst xmlns:a="http://schemas.openxmlformats.org/drawingml/2006/main">
              <a:ext uri="{FF2B5EF4-FFF2-40B4-BE49-F238E27FC236}">
                <a16:creationId xmlns:a16="http://schemas.microsoft.com/office/drawing/2014/main" id="{E937F59D-0F00-4802-A406-2013D678DE99}"/>
              </a:ext>
            </a:extLst>
          </p:cNvPr>
          <p:cNvSpPr>
            <a:spLocks xmlns:a="http://schemas.openxmlformats.org/drawingml/2006/main" noGrp="1"/>
          </p:cNvSpPr>
          <p:nvPr/>
        </p:nvSpPr>
        <p:spPr>
          <a:xfrm xmlns:a="http://schemas.openxmlformats.org/drawingml/2006/main">
            <a:off x="600075" y="5133975"/>
            <a:ext cx="2047875" cy="742950"/>
          </a:xfrm>
          <a:custGeom xmlns:a="http://schemas.openxmlformats.org/drawingml/2006/main">
            <a:pathLst>
              <a:path w="2047875" h="742950">
                <a:moveTo>
                  <a:pt x="19050" y="0"/>
                </a:moveTo>
                <a:lnTo>
                  <a:pt x="2028825" y="0"/>
                </a:lnTo>
                <a:cubicBezTo>
                  <a:pt x="2039346" y="0"/>
                  <a:pt x="2047875" y="8529"/>
                  <a:pt x="2047875" y="19050"/>
                </a:cubicBezTo>
                <a:lnTo>
                  <a:pt x="2047875" y="723900"/>
                </a:lnTo>
                <a:cubicBezTo>
                  <a:pt x="2047875" y="734421"/>
                  <a:pt x="2039346" y="742950"/>
                  <a:pt x="2028825" y="742950"/>
                </a:cubicBezTo>
                <a:lnTo>
                  <a:pt x="19050" y="742950"/>
                </a:lnTo>
                <a:cubicBezTo>
                  <a:pt x="8529" y="742950"/>
                  <a:pt x="0" y="734421"/>
                  <a:pt x="0" y="723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DCD700"/>
            </a:solidFill>
            <a:prstDash val="solid"/>
          </a:ln>
        </p:spPr>
      </p:sp>
      <p:pic>
        <p:nvPicPr>
          <p:cNvPr id="127" name="">
            <a:extLst xmlns:a="http://schemas.openxmlformats.org/drawingml/2006/main">
              <a:ext uri="{FF2B5EF4-FFF2-40B4-BE49-F238E27FC236}">
                <a16:creationId xmlns:a16="http://schemas.microsoft.com/office/drawing/2014/main" id="{B9E594B3-BD9D-404D-90F9-04B0D6A6FF4A}"/>
              </a:ext>
            </a:extLst>
          </p:cNvPr>
          <p:cNvPicPr>
            <a:picLocks xmlns:a="http://schemas.openxmlformats.org/drawingml/2006/main" noChangeAspect="1"/>
          </p:cNvPicPr>
          <p:nvPr/>
        </p:nvPicPr>
        <p:blipFill>
          <a:blip xmlns:r="http://schemas.openxmlformats.org/officeDocument/2006/relationships" xmlns:a="http://schemas.openxmlformats.org/drawingml/2006/main" r:embed="Rf1e4eb86ba934909"/>
          <a:stretch xmlns:a="http://schemas.openxmlformats.org/drawingml/2006/main"/>
        </p:blipFill>
        <p:spPr>
          <a:xfrm xmlns:a="http://schemas.openxmlformats.org/drawingml/2006/main">
            <a:off x="619125" y="5153025"/>
            <a:ext cx="2009775" cy="704850"/>
          </a:xfrm>
          <a:prstGeom xmlns:a="http://schemas.openxmlformats.org/drawingml/2006/main" prst="rect">
            <a:avLst/>
          </a:prstGeom>
        </p:spPr>
      </p:pic>
      <p:sp>
        <p:nvSpPr>
          <p:cNvPr id="128" name="World Knowledge images tag">
            <a:extLst xmlns:a="http://schemas.openxmlformats.org/drawingml/2006/main">
              <a:ext uri="{FF2B5EF4-FFF2-40B4-BE49-F238E27FC236}">
                <a16:creationId xmlns:a16="http://schemas.microsoft.com/office/drawing/2014/main" id="{BD0151BB-BD70-4C8B-818F-AC8B0FE72BB6}"/>
              </a:ext>
            </a:extLst>
          </p:cNvPr>
          <p:cNvSpPr>
            <a:spLocks xmlns:a="http://schemas.openxmlformats.org/drawingml/2006/main" noGrp="1"/>
          </p:cNvSpPr>
          <p:nvPr/>
        </p:nvSpPr>
        <p:spPr>
          <a:xfrm xmlns:a="http://schemas.openxmlformats.org/drawingml/2006/main">
            <a:off x="1914525" y="5000625"/>
            <a:ext cx="733425" cy="14287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DCD700"/>
          </a:solidFill>
          <a:ln xmlns:a="http://schemas.openxmlformats.org/drawingml/2006/main" w="9525">
            <a:noFill/>
            <a:prstDash val="solid"/>
          </a:ln>
        </p:spPr>
      </p:sp>
      <p:sp>
        <p:nvSpPr>
          <p:cNvPr id="129" name="World Knowledge images tag label">
            <a:extLst xmlns:a="http://schemas.openxmlformats.org/drawingml/2006/main">
              <a:ext uri="{FF2B5EF4-FFF2-40B4-BE49-F238E27FC236}">
                <a16:creationId xmlns:a16="http://schemas.microsoft.com/office/drawing/2014/main" id="{2D4FE9BF-5069-4BC7-BFAA-539C94D010D4}"/>
              </a:ext>
            </a:extLst>
          </p:cNvPr>
          <p:cNvSpPr>
            <a:spLocks xmlns:a="http://schemas.openxmlformats.org/drawingml/2006/main" noGrp="1"/>
          </p:cNvSpPr>
          <p:nvPr/>
        </p:nvSpPr>
        <p:spPr>
          <a:xfrm xmlns:a="http://schemas.openxmlformats.org/drawingml/2006/main" rot="0">
            <a:off x="1981200" y="4997201"/>
            <a:ext cx="609600" cy="1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3" b="0" i="0">
                <a:solidFill>
                  <a:srgbClr val="FFFFFF"/>
                </a:solidFill>
                <a:latin typeface="Comic Sans MS"/>
                <a:ea typeface="Comic Sans MS"/>
                <a:cs typeface="Comic Sans MS"/>
              </a:defRPr>
            </a:defPPr>
          </a:lstStyle>
          <a:p xmlns:a="http://schemas.openxmlformats.org/drawingml/2006/main">
            <a:pPr algn="l">
              <a:lnSpc>
                <a:spcPct val="100000"/>
              </a:lnSpc>
              <a:buNone/>
              <a:defRPr sz="983" b="0" i="0">
                <a:solidFill>
                  <a:srgbClr val="FFFFFF"/>
                </a:solidFill>
                <a:latin typeface="Comic Sans MS"/>
                <a:ea typeface="Comic Sans MS"/>
                <a:cs typeface="Comic Sans MS"/>
              </a:defRPr>
            </a:pPr>
            <a:r>
              <a:rPr sz="983" b="0" i="0">
                <a:solidFill>
                  <a:srgbClr val="FFFFFF"/>
                </a:solidFill>
                <a:latin typeface="Comic Sans MS"/>
                <a:ea typeface="Comic Sans MS"/>
                <a:cs typeface="Comic Sans MS"/>
              </a:rPr>
              <a:t>▧ images</a:t>
            </a:r>
          </a:p>
        </p:txBody>
      </p:sp>
      <p:sp>
        <p:nvSpPr>
          <p:cNvPr id="130" name="World Knowledge evidence to generation">
            <a:extLst xmlns:a="http://schemas.openxmlformats.org/drawingml/2006/main">
              <a:ext uri="{FF2B5EF4-FFF2-40B4-BE49-F238E27FC236}">
                <a16:creationId xmlns:a16="http://schemas.microsoft.com/office/drawing/2014/main" id="{CAD5EB63-A4E4-45C3-82B5-441B3ED1673F}"/>
              </a:ext>
            </a:extLst>
          </p:cNvPr>
          <p:cNvSpPr>
            <a:spLocks xmlns:a="http://schemas.openxmlformats.org/drawingml/2006/main" noGrp="1"/>
          </p:cNvSpPr>
          <p:nvPr/>
        </p:nvSpPr>
        <p:spPr>
          <a:xfrm xmlns:a="http://schemas.openxmlformats.org/drawingml/2006/main">
            <a:off x="2647950" y="4872038"/>
            <a:ext cx="438150" cy="400050"/>
          </a:xfrm>
          <a:custGeom xmlns:a="http://schemas.openxmlformats.org/drawingml/2006/main">
            <a:pathLst>
              <a:path w="438150" h="400050">
                <a:moveTo>
                  <a:pt x="0" y="112014"/>
                </a:moveTo>
                <a:lnTo>
                  <a:pt x="240983" y="112014"/>
                </a:lnTo>
                <a:lnTo>
                  <a:pt x="240983" y="0"/>
                </a:lnTo>
                <a:lnTo>
                  <a:pt x="438150" y="200025"/>
                </a:lnTo>
                <a:lnTo>
                  <a:pt x="240983" y="400050"/>
                </a:lnTo>
                <a:lnTo>
                  <a:pt x="240983" y="288036"/>
                </a:lnTo>
                <a:lnTo>
                  <a:pt x="0" y="288036"/>
                </a:lnTo>
                <a:close/>
              </a:path>
            </a:pathLst>
          </a:custGeom>
          <a:solidFill xmlns:a="http://schemas.openxmlformats.org/drawingml/2006/main">
            <a:srgbClr val="F6F092"/>
          </a:solidFill>
          <a:ln xmlns:a="http://schemas.openxmlformats.org/drawingml/2006/main" w="9525">
            <a:noFill/>
            <a:prstDash val="solid"/>
          </a:ln>
        </p:spPr>
      </p:sp>
      <p:pic>
        <p:nvPicPr>
          <p:cNvPr id="131" name="">
            <a:extLst xmlns:a="http://schemas.openxmlformats.org/drawingml/2006/main">
              <a:ext uri="{FF2B5EF4-FFF2-40B4-BE49-F238E27FC236}">
                <a16:creationId xmlns:a16="http://schemas.microsoft.com/office/drawing/2014/main" id="{BCFC6DF0-9C92-4E80-851C-5CCD99876914}"/>
              </a:ext>
            </a:extLst>
          </p:cNvPr>
          <p:cNvPicPr>
            <a:picLocks xmlns:a="http://schemas.openxmlformats.org/drawingml/2006/main" noChangeAspect="1"/>
          </p:cNvPicPr>
          <p:nvPr/>
        </p:nvPicPr>
        <p:blipFill>
          <a:blip xmlns:r="http://schemas.openxmlformats.org/officeDocument/2006/relationships" xmlns:a="http://schemas.openxmlformats.org/drawingml/2006/main" r:embed="R88e184688bdd44c2"/>
          <a:stretch xmlns:a="http://schemas.openxmlformats.org/drawingml/2006/main"/>
        </p:blipFill>
        <p:spPr>
          <a:xfrm xmlns:a="http://schemas.openxmlformats.org/drawingml/2006/main">
            <a:off x="3095625" y="4381500"/>
            <a:ext cx="1447800" cy="1381125"/>
          </a:xfrm>
          <a:prstGeom xmlns:a="http://schemas.openxmlformats.org/drawingml/2006/main" prst="rect">
            <a:avLst/>
          </a:prstGeom>
        </p:spPr>
      </p:pic>
      <p:sp>
        <p:nvSpPr>
          <p:cNvPr id="132" name="World Knowledge corner horizontal">
            <a:extLst xmlns:a="http://schemas.openxmlformats.org/drawingml/2006/main">
              <a:ext uri="{FF2B5EF4-FFF2-40B4-BE49-F238E27FC236}">
                <a16:creationId xmlns:a16="http://schemas.microsoft.com/office/drawing/2014/main" id="{390135D6-B432-4AA7-920F-EF306F9370A4}"/>
              </a:ext>
            </a:extLst>
          </p:cNvPr>
          <p:cNvSpPr>
            <a:spLocks xmlns:a="http://schemas.openxmlformats.org/drawingml/2006/main" noGrp="1"/>
          </p:cNvSpPr>
          <p:nvPr/>
        </p:nvSpPr>
        <p:spPr>
          <a:xfrm xmlns:a="http://schemas.openxmlformats.org/drawingml/2006/main">
            <a:off x="3048000" y="432435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DCD700"/>
            </a:solidFill>
            <a:prstDash val="solid"/>
          </a:ln>
        </p:spPr>
      </p:sp>
      <p:sp>
        <p:nvSpPr>
          <p:cNvPr id="133" name="World Knowledge corner vertical">
            <a:extLst xmlns:a="http://schemas.openxmlformats.org/drawingml/2006/main">
              <a:ext uri="{FF2B5EF4-FFF2-40B4-BE49-F238E27FC236}">
                <a16:creationId xmlns:a16="http://schemas.microsoft.com/office/drawing/2014/main" id="{A0B41D34-D4A7-43B0-969F-319ED69FC472}"/>
              </a:ext>
            </a:extLst>
          </p:cNvPr>
          <p:cNvSpPr>
            <a:spLocks xmlns:a="http://schemas.openxmlformats.org/drawingml/2006/main" noGrp="1"/>
          </p:cNvSpPr>
          <p:nvPr/>
        </p:nvSpPr>
        <p:spPr>
          <a:xfrm xmlns:a="http://schemas.openxmlformats.org/drawingml/2006/main">
            <a:off x="3048000" y="43243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DCD700"/>
            </a:solidFill>
            <a:prstDash val="solid"/>
          </a:ln>
        </p:spPr>
      </p:sp>
      <p:sp>
        <p:nvSpPr>
          <p:cNvPr id="134" name="World Knowledge corner horizontal">
            <a:extLst xmlns:a="http://schemas.openxmlformats.org/drawingml/2006/main">
              <a:ext uri="{FF2B5EF4-FFF2-40B4-BE49-F238E27FC236}">
                <a16:creationId xmlns:a16="http://schemas.microsoft.com/office/drawing/2014/main" id="{3231E05D-6E96-416D-9D81-E4287C90C0CB}"/>
              </a:ext>
            </a:extLst>
          </p:cNvPr>
          <p:cNvSpPr>
            <a:spLocks xmlns:a="http://schemas.openxmlformats.org/drawingml/2006/main" noGrp="1"/>
          </p:cNvSpPr>
          <p:nvPr/>
        </p:nvSpPr>
        <p:spPr>
          <a:xfrm xmlns:a="http://schemas.openxmlformats.org/drawingml/2006/main">
            <a:off x="4352925" y="432435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DCD700"/>
            </a:solidFill>
            <a:prstDash val="solid"/>
          </a:ln>
        </p:spPr>
      </p:sp>
      <p:sp>
        <p:nvSpPr>
          <p:cNvPr id="135" name="World Knowledge corner vertical">
            <a:extLst xmlns:a="http://schemas.openxmlformats.org/drawingml/2006/main">
              <a:ext uri="{FF2B5EF4-FFF2-40B4-BE49-F238E27FC236}">
                <a16:creationId xmlns:a16="http://schemas.microsoft.com/office/drawing/2014/main" id="{AED0A159-1382-43DA-9E48-1CB81273D422}"/>
              </a:ext>
            </a:extLst>
          </p:cNvPr>
          <p:cNvSpPr>
            <a:spLocks xmlns:a="http://schemas.openxmlformats.org/drawingml/2006/main" noGrp="1"/>
          </p:cNvSpPr>
          <p:nvPr/>
        </p:nvSpPr>
        <p:spPr>
          <a:xfrm xmlns:a="http://schemas.openxmlformats.org/drawingml/2006/main">
            <a:off x="4591050" y="43243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DCD700"/>
            </a:solidFill>
            <a:prstDash val="solid"/>
          </a:ln>
        </p:spPr>
      </p:sp>
      <p:sp>
        <p:nvSpPr>
          <p:cNvPr id="136" name="World Knowledge corner horizontal">
            <a:extLst xmlns:a="http://schemas.openxmlformats.org/drawingml/2006/main">
              <a:ext uri="{FF2B5EF4-FFF2-40B4-BE49-F238E27FC236}">
                <a16:creationId xmlns:a16="http://schemas.microsoft.com/office/drawing/2014/main" id="{2A289C30-0C78-4598-A0A6-3DBAD839A4C1}"/>
              </a:ext>
            </a:extLst>
          </p:cNvPr>
          <p:cNvSpPr>
            <a:spLocks xmlns:a="http://schemas.openxmlformats.org/drawingml/2006/main" noGrp="1"/>
          </p:cNvSpPr>
          <p:nvPr/>
        </p:nvSpPr>
        <p:spPr>
          <a:xfrm xmlns:a="http://schemas.openxmlformats.org/drawingml/2006/main">
            <a:off x="3048000" y="581977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DCD700"/>
            </a:solidFill>
            <a:prstDash val="solid"/>
          </a:ln>
        </p:spPr>
      </p:sp>
      <p:sp>
        <p:nvSpPr>
          <p:cNvPr id="137" name="World Knowledge corner vertical">
            <a:extLst xmlns:a="http://schemas.openxmlformats.org/drawingml/2006/main">
              <a:ext uri="{FF2B5EF4-FFF2-40B4-BE49-F238E27FC236}">
                <a16:creationId xmlns:a16="http://schemas.microsoft.com/office/drawing/2014/main" id="{DC0AD455-C633-4E4C-80DF-448506E7C35C}"/>
              </a:ext>
            </a:extLst>
          </p:cNvPr>
          <p:cNvSpPr>
            <a:spLocks xmlns:a="http://schemas.openxmlformats.org/drawingml/2006/main" noGrp="1"/>
          </p:cNvSpPr>
          <p:nvPr/>
        </p:nvSpPr>
        <p:spPr>
          <a:xfrm xmlns:a="http://schemas.openxmlformats.org/drawingml/2006/main">
            <a:off x="3048000" y="56197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DCD700"/>
            </a:solidFill>
            <a:prstDash val="solid"/>
          </a:ln>
        </p:spPr>
      </p:sp>
      <p:sp>
        <p:nvSpPr>
          <p:cNvPr id="138" name="World Knowledge corner horizontal">
            <a:extLst xmlns:a="http://schemas.openxmlformats.org/drawingml/2006/main">
              <a:ext uri="{FF2B5EF4-FFF2-40B4-BE49-F238E27FC236}">
                <a16:creationId xmlns:a16="http://schemas.microsoft.com/office/drawing/2014/main" id="{40CD558A-1057-4B79-ABF8-B251587E62F8}"/>
              </a:ext>
            </a:extLst>
          </p:cNvPr>
          <p:cNvSpPr>
            <a:spLocks xmlns:a="http://schemas.openxmlformats.org/drawingml/2006/main" noGrp="1"/>
          </p:cNvSpPr>
          <p:nvPr/>
        </p:nvSpPr>
        <p:spPr>
          <a:xfrm xmlns:a="http://schemas.openxmlformats.org/drawingml/2006/main">
            <a:off x="4352925" y="581977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DCD700"/>
            </a:solidFill>
            <a:prstDash val="solid"/>
          </a:ln>
        </p:spPr>
      </p:sp>
      <p:sp>
        <p:nvSpPr>
          <p:cNvPr id="139" name="World Knowledge corner vertical">
            <a:extLst xmlns:a="http://schemas.openxmlformats.org/drawingml/2006/main">
              <a:ext uri="{FF2B5EF4-FFF2-40B4-BE49-F238E27FC236}">
                <a16:creationId xmlns:a16="http://schemas.microsoft.com/office/drawing/2014/main" id="{E946BEB4-97E9-44C4-A328-BFEFD24BE35B}"/>
              </a:ext>
            </a:extLst>
          </p:cNvPr>
          <p:cNvSpPr>
            <a:spLocks xmlns:a="http://schemas.openxmlformats.org/drawingml/2006/main" noGrp="1"/>
          </p:cNvSpPr>
          <p:nvPr/>
        </p:nvSpPr>
        <p:spPr>
          <a:xfrm xmlns:a="http://schemas.openxmlformats.org/drawingml/2006/main">
            <a:off x="4591050" y="56197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DCD700"/>
            </a:solidFill>
            <a:prstDash val="solid"/>
          </a:ln>
        </p:spPr>
      </p:sp>
      <p:sp>
        <p:nvSpPr>
          <p:cNvPr id="140" name="Math card">
            <a:extLst xmlns:a="http://schemas.openxmlformats.org/drawingml/2006/main">
              <a:ext uri="{FF2B5EF4-FFF2-40B4-BE49-F238E27FC236}">
                <a16:creationId xmlns:a16="http://schemas.microsoft.com/office/drawing/2014/main" id="{9540309A-3331-4773-97D1-9DB70CF00C3E}"/>
              </a:ext>
            </a:extLst>
          </p:cNvPr>
          <p:cNvSpPr>
            <a:spLocks xmlns:a="http://schemas.openxmlformats.org/drawingml/2006/main" noGrp="1"/>
          </p:cNvSpPr>
          <p:nvPr/>
        </p:nvSpPr>
        <p:spPr>
          <a:xfrm xmlns:a="http://schemas.openxmlformats.org/drawingml/2006/main">
            <a:off x="14716125" y="3133725"/>
            <a:ext cx="4648200" cy="2847975"/>
          </a:xfrm>
          <a:custGeom xmlns:a="http://schemas.openxmlformats.org/drawingml/2006/main">
            <a:pathLst>
              <a:path w="4648200" h="2847975">
                <a:moveTo>
                  <a:pt x="57150" y="0"/>
                </a:moveTo>
                <a:lnTo>
                  <a:pt x="4591050" y="0"/>
                </a:lnTo>
                <a:cubicBezTo>
                  <a:pt x="4622613" y="0"/>
                  <a:pt x="4648200" y="25587"/>
                  <a:pt x="4648200" y="57150"/>
                </a:cubicBezTo>
                <a:lnTo>
                  <a:pt x="4648200" y="2790825"/>
                </a:lnTo>
                <a:cubicBezTo>
                  <a:pt x="4648200" y="2822388"/>
                  <a:pt x="4622613" y="2847975"/>
                  <a:pt x="4591050" y="2847975"/>
                </a:cubicBezTo>
                <a:lnTo>
                  <a:pt x="57150" y="2847975"/>
                </a:lnTo>
                <a:cubicBezTo>
                  <a:pt x="25587" y="2847975"/>
                  <a:pt x="0" y="2822388"/>
                  <a:pt x="0" y="2790825"/>
                </a:cubicBezTo>
                <a:lnTo>
                  <a:pt x="0" y="57150"/>
                </a:lnTo>
                <a:cubicBezTo>
                  <a:pt x="0" y="25587"/>
                  <a:pt x="25587" y="0"/>
                  <a:pt x="57150" y="0"/>
                </a:cubicBezTo>
                <a:close/>
              </a:path>
            </a:pathLst>
          </a:custGeom>
          <a:solidFill xmlns:a="http://schemas.openxmlformats.org/drawingml/2006/main">
            <a:srgbClr val="EFF6FC"/>
          </a:solidFill>
          <a:ln xmlns:a="http://schemas.openxmlformats.org/drawingml/2006/main" w="25718">
            <a:solidFill>
              <a:srgbClr val="A3C3F2"/>
            </a:solidFill>
            <a:prstDash val="solid"/>
          </a:ln>
        </p:spPr>
      </p:sp>
      <p:sp>
        <p:nvSpPr>
          <p:cNvPr id="141" name="Math header">
            <a:extLst xmlns:a="http://schemas.openxmlformats.org/drawingml/2006/main">
              <a:ext uri="{FF2B5EF4-FFF2-40B4-BE49-F238E27FC236}">
                <a16:creationId xmlns:a16="http://schemas.microsoft.com/office/drawing/2014/main" id="{80602607-1CEA-415C-94AA-7171D598A699}"/>
              </a:ext>
            </a:extLst>
          </p:cNvPr>
          <p:cNvSpPr>
            <a:spLocks xmlns:a="http://schemas.openxmlformats.org/drawingml/2006/main" noGrp="1"/>
          </p:cNvSpPr>
          <p:nvPr/>
        </p:nvSpPr>
        <p:spPr>
          <a:xfrm xmlns:a="http://schemas.openxmlformats.org/drawingml/2006/main">
            <a:off x="14716125" y="3133725"/>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A3C3F2"/>
          </a:solidFill>
          <a:ln xmlns:a="http://schemas.openxmlformats.org/drawingml/2006/main" w="9525">
            <a:noFill/>
            <a:prstDash val="solid"/>
          </a:ln>
        </p:spPr>
      </p:sp>
      <p:pic>
        <p:nvPicPr>
          <p:cNvPr id="142" name="">
            <a:extLst xmlns:a="http://schemas.openxmlformats.org/drawingml/2006/main">
              <a:ext uri="{FF2B5EF4-FFF2-40B4-BE49-F238E27FC236}">
                <a16:creationId xmlns:a16="http://schemas.microsoft.com/office/drawing/2014/main" id="{6F308939-D078-4B0F-AF4E-B12DC3B615D8}"/>
              </a:ext>
            </a:extLst>
          </p:cNvPr>
          <p:cNvPicPr>
            <a:picLocks xmlns:a="http://schemas.openxmlformats.org/drawingml/2006/main" noChangeAspect="1"/>
          </p:cNvPicPr>
          <p:nvPr/>
        </p:nvPicPr>
        <p:blipFill>
          <a:blip xmlns:r="http://schemas.openxmlformats.org/officeDocument/2006/relationships" xmlns:a="http://schemas.openxmlformats.org/drawingml/2006/main" r:embed="R3cdc71247ed544e4"/>
          <a:stretch xmlns:a="http://schemas.openxmlformats.org/drawingml/2006/main"/>
        </p:blipFill>
        <p:spPr>
          <a:xfrm xmlns:a="http://schemas.openxmlformats.org/drawingml/2006/main">
            <a:off x="16421100" y="3190875"/>
            <a:ext cx="333375" cy="361950"/>
          </a:xfrm>
          <a:prstGeom xmlns:a="http://schemas.openxmlformats.org/drawingml/2006/main" prst="rect">
            <a:avLst/>
          </a:prstGeom>
        </p:spPr>
      </p:pic>
      <p:sp>
        <p:nvSpPr>
          <p:cNvPr id="143" name="Math prompt divider">
            <a:extLst xmlns:a="http://schemas.openxmlformats.org/drawingml/2006/main">
              <a:ext uri="{FF2B5EF4-FFF2-40B4-BE49-F238E27FC236}">
                <a16:creationId xmlns:a16="http://schemas.microsoft.com/office/drawing/2014/main" id="{233A130C-F81F-4CC1-B22D-93CEFA8A7581}"/>
              </a:ext>
            </a:extLst>
          </p:cNvPr>
          <p:cNvSpPr>
            <a:spLocks xmlns:a="http://schemas.openxmlformats.org/drawingml/2006/main" noGrp="1"/>
          </p:cNvSpPr>
          <p:nvPr/>
        </p:nvSpPr>
        <p:spPr>
          <a:xfrm xmlns:a="http://schemas.openxmlformats.org/drawingml/2006/main">
            <a:off x="14792325" y="424815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6294DC"/>
            </a:solidFill>
            <a:prstDash val="dash"/>
          </a:ln>
        </p:spPr>
      </p:sp>
      <p:sp>
        <p:nvSpPr>
          <p:cNvPr id="144" name="Math user disk">
            <a:extLst xmlns:a="http://schemas.openxmlformats.org/drawingml/2006/main">
              <a:ext uri="{FF2B5EF4-FFF2-40B4-BE49-F238E27FC236}">
                <a16:creationId xmlns:a16="http://schemas.microsoft.com/office/drawing/2014/main" id="{C45831C3-7563-45E4-9AE9-5C9AC06D5E1C}"/>
              </a:ext>
            </a:extLst>
          </p:cNvPr>
          <p:cNvSpPr>
            <a:spLocks xmlns:a="http://schemas.openxmlformats.org/drawingml/2006/main" noGrp="1"/>
          </p:cNvSpPr>
          <p:nvPr/>
        </p:nvSpPr>
        <p:spPr>
          <a:xfrm xmlns:a="http://schemas.openxmlformats.org/drawingml/2006/main">
            <a:off x="14849475" y="3667125"/>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6294DC"/>
          </a:solidFill>
          <a:ln xmlns:a="http://schemas.openxmlformats.org/drawingml/2006/main" w="9525">
            <a:noFill/>
            <a:prstDash val="solid"/>
          </a:ln>
        </p:spPr>
      </p:sp>
      <p:sp>
        <p:nvSpPr>
          <p:cNvPr id="145" name="Math user head">
            <a:extLst xmlns:a="http://schemas.openxmlformats.org/drawingml/2006/main">
              <a:ext uri="{FF2B5EF4-FFF2-40B4-BE49-F238E27FC236}">
                <a16:creationId xmlns:a16="http://schemas.microsoft.com/office/drawing/2014/main" id="{26D556AA-0183-41FD-A5FD-100C01E78D79}"/>
              </a:ext>
            </a:extLst>
          </p:cNvPr>
          <p:cNvSpPr>
            <a:spLocks xmlns:a="http://schemas.openxmlformats.org/drawingml/2006/main" noGrp="1"/>
          </p:cNvSpPr>
          <p:nvPr/>
        </p:nvSpPr>
        <p:spPr>
          <a:xfrm xmlns:a="http://schemas.openxmlformats.org/drawingml/2006/main">
            <a:off x="14944725" y="3705225"/>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146" name="Math user shoulders">
            <a:extLst xmlns:a="http://schemas.openxmlformats.org/drawingml/2006/main">
              <a:ext uri="{FF2B5EF4-FFF2-40B4-BE49-F238E27FC236}">
                <a16:creationId xmlns:a16="http://schemas.microsoft.com/office/drawing/2014/main" id="{F4D2225F-285D-4BC1-8484-05EFB48DCFCA}"/>
              </a:ext>
            </a:extLst>
          </p:cNvPr>
          <p:cNvSpPr>
            <a:spLocks xmlns:a="http://schemas.openxmlformats.org/drawingml/2006/main" noGrp="1"/>
          </p:cNvSpPr>
          <p:nvPr/>
        </p:nvSpPr>
        <p:spPr>
          <a:xfrm xmlns:a="http://schemas.openxmlformats.org/drawingml/2006/main">
            <a:off x="14906625" y="3838575"/>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147" name="Math evidence container">
            <a:extLst xmlns:a="http://schemas.openxmlformats.org/drawingml/2006/main">
              <a:ext uri="{FF2B5EF4-FFF2-40B4-BE49-F238E27FC236}">
                <a16:creationId xmlns:a16="http://schemas.microsoft.com/office/drawing/2014/main" id="{F9AB41A7-6372-4A16-9938-76C4B40A695B}"/>
              </a:ext>
            </a:extLst>
          </p:cNvPr>
          <p:cNvSpPr>
            <a:spLocks xmlns:a="http://schemas.openxmlformats.org/drawingml/2006/main" noGrp="1"/>
          </p:cNvSpPr>
          <p:nvPr/>
        </p:nvSpPr>
        <p:spPr>
          <a:xfrm xmlns:a="http://schemas.openxmlformats.org/drawingml/2006/main">
            <a:off x="15249525" y="4333875"/>
            <a:ext cx="2047875" cy="1343025"/>
          </a:xfrm>
          <a:custGeom xmlns:a="http://schemas.openxmlformats.org/drawingml/2006/main">
            <a:pathLst>
              <a:path w="2047875" h="1343025">
                <a:moveTo>
                  <a:pt x="19050" y="0"/>
                </a:moveTo>
                <a:lnTo>
                  <a:pt x="2028825" y="0"/>
                </a:lnTo>
                <a:cubicBezTo>
                  <a:pt x="2039346" y="0"/>
                  <a:pt x="2047875" y="8529"/>
                  <a:pt x="2047875" y="19050"/>
                </a:cubicBezTo>
                <a:lnTo>
                  <a:pt x="2047875" y="1323975"/>
                </a:lnTo>
                <a:cubicBezTo>
                  <a:pt x="2047875" y="1334496"/>
                  <a:pt x="2039346" y="1343025"/>
                  <a:pt x="2028825" y="1343025"/>
                </a:cubicBezTo>
                <a:lnTo>
                  <a:pt x="19050" y="1343025"/>
                </a:lnTo>
                <a:cubicBezTo>
                  <a:pt x="8529" y="1343025"/>
                  <a:pt x="0" y="1334496"/>
                  <a:pt x="0" y="13239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6294DC"/>
            </a:solidFill>
            <a:prstDash val="solid"/>
          </a:ln>
        </p:spPr>
      </p:sp>
      <p:sp>
        <p:nvSpPr>
          <p:cNvPr id="148" name="Math tool rail">
            <a:extLst xmlns:a="http://schemas.openxmlformats.org/drawingml/2006/main">
              <a:ext uri="{FF2B5EF4-FFF2-40B4-BE49-F238E27FC236}">
                <a16:creationId xmlns:a16="http://schemas.microsoft.com/office/drawing/2014/main" id="{1CC4CF22-2C1C-4FB2-8F95-5F032D03D230}"/>
              </a:ext>
            </a:extLst>
          </p:cNvPr>
          <p:cNvSpPr>
            <a:spLocks xmlns:a="http://schemas.openxmlformats.org/drawingml/2006/main" noGrp="1"/>
          </p:cNvSpPr>
          <p:nvPr/>
        </p:nvSpPr>
        <p:spPr>
          <a:xfrm xmlns:a="http://schemas.openxmlformats.org/drawingml/2006/main">
            <a:off x="14897100" y="4591050"/>
            <a:ext cx="228600" cy="1276350"/>
          </a:xfrm>
          <a:custGeom xmlns:a="http://schemas.openxmlformats.org/drawingml/2006/main">
            <a:pathLst>
              <a:path w="228600" h="1276350">
                <a:moveTo>
                  <a:pt x="114300" y="0"/>
                </a:moveTo>
                <a:lnTo>
                  <a:pt x="114300" y="0"/>
                </a:lnTo>
                <a:cubicBezTo>
                  <a:pt x="177426" y="0"/>
                  <a:pt x="228600" y="51174"/>
                  <a:pt x="228600" y="114300"/>
                </a:cubicBezTo>
                <a:lnTo>
                  <a:pt x="228600" y="1162050"/>
                </a:lnTo>
                <a:cubicBezTo>
                  <a:pt x="228600" y="1225176"/>
                  <a:pt x="177426" y="1276350"/>
                  <a:pt x="114300" y="1276350"/>
                </a:cubicBezTo>
                <a:lnTo>
                  <a:pt x="114300" y="1276350"/>
                </a:lnTo>
                <a:cubicBezTo>
                  <a:pt x="51174" y="1276350"/>
                  <a:pt x="0" y="1225176"/>
                  <a:pt x="0" y="116205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6294DC"/>
            </a:solidFill>
            <a:prstDash val="solid"/>
          </a:ln>
        </p:spPr>
      </p:sp>
      <p:sp>
        <p:nvSpPr>
          <p:cNvPr id="149" name="Math tool label">
            <a:extLst xmlns:a="http://schemas.openxmlformats.org/drawingml/2006/main">
              <a:ext uri="{FF2B5EF4-FFF2-40B4-BE49-F238E27FC236}">
                <a16:creationId xmlns:a16="http://schemas.microsoft.com/office/drawing/2014/main" id="{DB06C616-958D-4AAA-8597-58CEA3C41800}"/>
              </a:ext>
            </a:extLst>
          </p:cNvPr>
          <p:cNvSpPr>
            <a:spLocks xmlns:a="http://schemas.openxmlformats.org/drawingml/2006/main" noGrp="1"/>
          </p:cNvSpPr>
          <p:nvPr/>
        </p:nvSpPr>
        <p:spPr>
          <a:xfrm xmlns:a="http://schemas.openxmlformats.org/drawingml/2006/main" rot="5400000">
            <a:off x="14649450" y="5141624"/>
            <a:ext cx="733425" cy="1627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5" b="0" i="0">
                <a:solidFill>
                  <a:srgbClr val="101010"/>
                </a:solidFill>
                <a:latin typeface="Comic Sans MS"/>
                <a:ea typeface="Comic Sans MS"/>
                <a:cs typeface="Comic Sans MS"/>
              </a:defRPr>
            </a:defPPr>
          </a:lstStyle>
          <a:p xmlns:a="http://schemas.openxmlformats.org/drawingml/2006/main">
            <a:pPr algn="l">
              <a:lnSpc>
                <a:spcPct val="100000"/>
              </a:lnSpc>
              <a:buNone/>
              <a:defRPr sz="915" b="0" i="0">
                <a:solidFill>
                  <a:srgbClr val="101010"/>
                </a:solidFill>
                <a:latin typeface="Comic Sans MS"/>
                <a:ea typeface="Comic Sans MS"/>
                <a:cs typeface="Comic Sans MS"/>
              </a:defRPr>
            </a:pPr>
            <a:r>
              <a:rPr sz="915" b="0" i="0">
                <a:solidFill>
                  <a:srgbClr val="101010"/>
                </a:solidFill>
                <a:latin typeface="Comic Sans MS"/>
                <a:ea typeface="Comic Sans MS"/>
                <a:cs typeface="Comic Sans MS"/>
              </a:rPr>
              <a:t>reasoning...</a:t>
            </a:r>
          </a:p>
        </p:txBody>
      </p:sp>
      <p:pic>
        <p:nvPicPr>
          <p:cNvPr id="150" name="">
            <a:extLst xmlns:a="http://schemas.openxmlformats.org/drawingml/2006/main">
              <a:ext uri="{FF2B5EF4-FFF2-40B4-BE49-F238E27FC236}">
                <a16:creationId xmlns:a16="http://schemas.microsoft.com/office/drawing/2014/main" id="{621FE021-824D-44D0-9B56-421055124760}"/>
              </a:ext>
            </a:extLst>
          </p:cNvPr>
          <p:cNvPicPr>
            <a:picLocks xmlns:a="http://schemas.openxmlformats.org/drawingml/2006/main" noChangeAspect="1"/>
          </p:cNvPicPr>
          <p:nvPr/>
        </p:nvPicPr>
        <p:blipFill>
          <a:blip xmlns:r="http://schemas.openxmlformats.org/officeDocument/2006/relationships" xmlns:a="http://schemas.openxmlformats.org/drawingml/2006/main" r:embed="R45b1d6162f134506"/>
          <a:stretch xmlns:a="http://schemas.openxmlformats.org/drawingml/2006/main"/>
        </p:blipFill>
        <p:spPr>
          <a:xfrm xmlns:a="http://schemas.openxmlformats.org/drawingml/2006/main">
            <a:off x="14925675" y="4629150"/>
            <a:ext cx="180975" cy="200025"/>
          </a:xfrm>
          <a:prstGeom xmlns:a="http://schemas.openxmlformats.org/drawingml/2006/main" prst="rect">
            <a:avLst/>
          </a:prstGeom>
        </p:spPr>
      </p:pic>
      <p:pic>
        <p:nvPicPr>
          <p:cNvPr id="151" name="">
            <a:extLst xmlns:a="http://schemas.openxmlformats.org/drawingml/2006/main">
              <a:ext uri="{FF2B5EF4-FFF2-40B4-BE49-F238E27FC236}">
                <a16:creationId xmlns:a16="http://schemas.microsoft.com/office/drawing/2014/main" id="{036E53A8-AE50-4DF2-9F86-9FF24C61D778}"/>
              </a:ext>
            </a:extLst>
          </p:cNvPr>
          <p:cNvPicPr>
            <a:picLocks xmlns:a="http://schemas.openxmlformats.org/drawingml/2006/main" noChangeAspect="1"/>
          </p:cNvPicPr>
          <p:nvPr/>
        </p:nvPicPr>
        <p:blipFill>
          <a:blip xmlns:r="http://schemas.openxmlformats.org/officeDocument/2006/relationships" xmlns:a="http://schemas.openxmlformats.org/drawingml/2006/main" r:embed="R079bb3d4f3c245b9"/>
          <a:stretch xmlns:a="http://schemas.openxmlformats.org/drawingml/2006/main"/>
        </p:blipFill>
        <p:spPr>
          <a:xfrm xmlns:a="http://schemas.openxmlformats.org/drawingml/2006/main">
            <a:off x="14782800" y="4352925"/>
            <a:ext cx="428625" cy="257175"/>
          </a:xfrm>
          <a:prstGeom xmlns:a="http://schemas.openxmlformats.org/drawingml/2006/main" prst="rect">
            <a:avLst/>
          </a:prstGeom>
        </p:spPr>
      </p:pic>
      <p:sp>
        <p:nvSpPr>
          <p:cNvPr id="152" name="Math text tag">
            <a:extLst xmlns:a="http://schemas.openxmlformats.org/drawingml/2006/main">
              <a:ext uri="{FF2B5EF4-FFF2-40B4-BE49-F238E27FC236}">
                <a16:creationId xmlns:a16="http://schemas.microsoft.com/office/drawing/2014/main" id="{234AB15A-9A42-4654-8733-89A591F9259E}"/>
              </a:ext>
            </a:extLst>
          </p:cNvPr>
          <p:cNvSpPr>
            <a:spLocks xmlns:a="http://schemas.openxmlformats.org/drawingml/2006/main" noGrp="1"/>
          </p:cNvSpPr>
          <p:nvPr/>
        </p:nvSpPr>
        <p:spPr>
          <a:xfrm xmlns:a="http://schemas.openxmlformats.org/drawingml/2006/main">
            <a:off x="15249525" y="5686425"/>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6294DC"/>
          </a:solidFill>
          <a:ln xmlns:a="http://schemas.openxmlformats.org/drawingml/2006/main" w="9525">
            <a:noFill/>
            <a:prstDash val="solid"/>
          </a:ln>
        </p:spPr>
      </p:sp>
      <p:sp>
        <p:nvSpPr>
          <p:cNvPr id="153" name="Math text tag label">
            <a:extLst xmlns:a="http://schemas.openxmlformats.org/drawingml/2006/main">
              <a:ext uri="{FF2B5EF4-FFF2-40B4-BE49-F238E27FC236}">
                <a16:creationId xmlns:a16="http://schemas.microsoft.com/office/drawing/2014/main" id="{99D0AD3B-ABEB-4A27-956F-15F55737D931}"/>
              </a:ext>
            </a:extLst>
          </p:cNvPr>
          <p:cNvSpPr>
            <a:spLocks xmlns:a="http://schemas.openxmlformats.org/drawingml/2006/main" noGrp="1"/>
          </p:cNvSpPr>
          <p:nvPr/>
        </p:nvSpPr>
        <p:spPr>
          <a:xfrm xmlns:a="http://schemas.openxmlformats.org/drawingml/2006/main" rot="0">
            <a:off x="15316200" y="5681978"/>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154" name="Math evidence to generation">
            <a:extLst xmlns:a="http://schemas.openxmlformats.org/drawingml/2006/main">
              <a:ext uri="{FF2B5EF4-FFF2-40B4-BE49-F238E27FC236}">
                <a16:creationId xmlns:a16="http://schemas.microsoft.com/office/drawing/2014/main" id="{1F407448-B182-407F-88F3-2D6F5E3BE990}"/>
              </a:ext>
            </a:extLst>
          </p:cNvPr>
          <p:cNvSpPr>
            <a:spLocks xmlns:a="http://schemas.openxmlformats.org/drawingml/2006/main" noGrp="1"/>
          </p:cNvSpPr>
          <p:nvPr/>
        </p:nvSpPr>
        <p:spPr>
          <a:xfrm xmlns:a="http://schemas.openxmlformats.org/drawingml/2006/main">
            <a:off x="17316450" y="4857750"/>
            <a:ext cx="428625" cy="400050"/>
          </a:xfrm>
          <a:custGeom xmlns:a="http://schemas.openxmlformats.org/drawingml/2006/main">
            <a:pathLst>
              <a:path w="428625" h="400050">
                <a:moveTo>
                  <a:pt x="0" y="112014"/>
                </a:moveTo>
                <a:lnTo>
                  <a:pt x="235744" y="112014"/>
                </a:lnTo>
                <a:lnTo>
                  <a:pt x="235744" y="0"/>
                </a:lnTo>
                <a:lnTo>
                  <a:pt x="428625" y="200025"/>
                </a:lnTo>
                <a:lnTo>
                  <a:pt x="235744" y="400050"/>
                </a:lnTo>
                <a:lnTo>
                  <a:pt x="235744" y="288036"/>
                </a:lnTo>
                <a:lnTo>
                  <a:pt x="0" y="288036"/>
                </a:lnTo>
                <a:close/>
              </a:path>
            </a:pathLst>
          </a:custGeom>
          <a:solidFill xmlns:a="http://schemas.openxmlformats.org/drawingml/2006/main">
            <a:srgbClr val="A3C3F2"/>
          </a:solidFill>
          <a:ln xmlns:a="http://schemas.openxmlformats.org/drawingml/2006/main" w="9525">
            <a:noFill/>
            <a:prstDash val="solid"/>
          </a:ln>
        </p:spPr>
      </p:sp>
      <p:pic>
        <p:nvPicPr>
          <p:cNvPr id="155" name="">
            <a:extLst xmlns:a="http://schemas.openxmlformats.org/drawingml/2006/main">
              <a:ext uri="{FF2B5EF4-FFF2-40B4-BE49-F238E27FC236}">
                <a16:creationId xmlns:a16="http://schemas.microsoft.com/office/drawing/2014/main" id="{F04F811E-6DB3-43C8-9814-C7E7460E6BB0}"/>
              </a:ext>
            </a:extLst>
          </p:cNvPr>
          <p:cNvPicPr>
            <a:picLocks xmlns:a="http://schemas.openxmlformats.org/drawingml/2006/main" noChangeAspect="1"/>
          </p:cNvPicPr>
          <p:nvPr/>
        </p:nvPicPr>
        <p:blipFill>
          <a:blip xmlns:r="http://schemas.openxmlformats.org/officeDocument/2006/relationships" xmlns:a="http://schemas.openxmlformats.org/drawingml/2006/main" r:embed="R8c3f8601da8247cd"/>
          <a:stretch xmlns:a="http://schemas.openxmlformats.org/drawingml/2006/main"/>
        </p:blipFill>
        <p:spPr>
          <a:xfrm xmlns:a="http://schemas.openxmlformats.org/drawingml/2006/main">
            <a:off x="17754600" y="4371975"/>
            <a:ext cx="1438275" cy="1371600"/>
          </a:xfrm>
          <a:prstGeom xmlns:a="http://schemas.openxmlformats.org/drawingml/2006/main" prst="rect">
            <a:avLst/>
          </a:prstGeom>
        </p:spPr>
      </p:pic>
      <p:sp>
        <p:nvSpPr>
          <p:cNvPr id="156" name="Math corner horizontal">
            <a:extLst xmlns:a="http://schemas.openxmlformats.org/drawingml/2006/main">
              <a:ext uri="{FF2B5EF4-FFF2-40B4-BE49-F238E27FC236}">
                <a16:creationId xmlns:a16="http://schemas.microsoft.com/office/drawing/2014/main" id="{B36C662F-A08C-491B-BB3F-ED68B68E6A6D}"/>
              </a:ext>
            </a:extLst>
          </p:cNvPr>
          <p:cNvSpPr>
            <a:spLocks xmlns:a="http://schemas.openxmlformats.org/drawingml/2006/main" noGrp="1"/>
          </p:cNvSpPr>
          <p:nvPr/>
        </p:nvSpPr>
        <p:spPr>
          <a:xfrm xmlns:a="http://schemas.openxmlformats.org/drawingml/2006/main">
            <a:off x="17706975" y="431482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6294DC"/>
            </a:solidFill>
            <a:prstDash val="solid"/>
          </a:ln>
        </p:spPr>
      </p:sp>
      <p:sp>
        <p:nvSpPr>
          <p:cNvPr id="157" name="Math corner vertical">
            <a:extLst xmlns:a="http://schemas.openxmlformats.org/drawingml/2006/main">
              <a:ext uri="{FF2B5EF4-FFF2-40B4-BE49-F238E27FC236}">
                <a16:creationId xmlns:a16="http://schemas.microsoft.com/office/drawing/2014/main" id="{187EB2B7-0797-4818-A74C-99233B3DE855}"/>
              </a:ext>
            </a:extLst>
          </p:cNvPr>
          <p:cNvSpPr>
            <a:spLocks xmlns:a="http://schemas.openxmlformats.org/drawingml/2006/main" noGrp="1"/>
          </p:cNvSpPr>
          <p:nvPr/>
        </p:nvSpPr>
        <p:spPr>
          <a:xfrm xmlns:a="http://schemas.openxmlformats.org/drawingml/2006/main">
            <a:off x="17706975" y="4314825"/>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6294DC"/>
            </a:solidFill>
            <a:prstDash val="solid"/>
          </a:ln>
        </p:spPr>
      </p:sp>
      <p:sp>
        <p:nvSpPr>
          <p:cNvPr id="158" name="Math corner horizontal">
            <a:extLst xmlns:a="http://schemas.openxmlformats.org/drawingml/2006/main">
              <a:ext uri="{FF2B5EF4-FFF2-40B4-BE49-F238E27FC236}">
                <a16:creationId xmlns:a16="http://schemas.microsoft.com/office/drawing/2014/main" id="{6EAB5D82-1A8E-4B36-B67F-E5EBCC64DD63}"/>
              </a:ext>
            </a:extLst>
          </p:cNvPr>
          <p:cNvSpPr>
            <a:spLocks xmlns:a="http://schemas.openxmlformats.org/drawingml/2006/main" noGrp="1"/>
          </p:cNvSpPr>
          <p:nvPr/>
        </p:nvSpPr>
        <p:spPr>
          <a:xfrm xmlns:a="http://schemas.openxmlformats.org/drawingml/2006/main">
            <a:off x="19002375" y="431482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6294DC"/>
            </a:solidFill>
            <a:prstDash val="solid"/>
          </a:ln>
        </p:spPr>
      </p:sp>
      <p:sp>
        <p:nvSpPr>
          <p:cNvPr id="159" name="Math corner vertical">
            <a:extLst xmlns:a="http://schemas.openxmlformats.org/drawingml/2006/main">
              <a:ext uri="{FF2B5EF4-FFF2-40B4-BE49-F238E27FC236}">
                <a16:creationId xmlns:a16="http://schemas.microsoft.com/office/drawing/2014/main" id="{E4F282F9-67AD-40CC-968E-99DDF9AE92A8}"/>
              </a:ext>
            </a:extLst>
          </p:cNvPr>
          <p:cNvSpPr>
            <a:spLocks xmlns:a="http://schemas.openxmlformats.org/drawingml/2006/main" noGrp="1"/>
          </p:cNvSpPr>
          <p:nvPr/>
        </p:nvSpPr>
        <p:spPr>
          <a:xfrm xmlns:a="http://schemas.openxmlformats.org/drawingml/2006/main">
            <a:off x="19240500" y="4314825"/>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6294DC"/>
            </a:solidFill>
            <a:prstDash val="solid"/>
          </a:ln>
        </p:spPr>
      </p:sp>
      <p:sp>
        <p:nvSpPr>
          <p:cNvPr id="160" name="Math corner horizontal">
            <a:extLst xmlns:a="http://schemas.openxmlformats.org/drawingml/2006/main">
              <a:ext uri="{FF2B5EF4-FFF2-40B4-BE49-F238E27FC236}">
                <a16:creationId xmlns:a16="http://schemas.microsoft.com/office/drawing/2014/main" id="{C0A6F18B-4CFF-40E2-AE3E-C42EAE63E9D5}"/>
              </a:ext>
            </a:extLst>
          </p:cNvPr>
          <p:cNvSpPr>
            <a:spLocks xmlns:a="http://schemas.openxmlformats.org/drawingml/2006/main" noGrp="1"/>
          </p:cNvSpPr>
          <p:nvPr/>
        </p:nvSpPr>
        <p:spPr>
          <a:xfrm xmlns:a="http://schemas.openxmlformats.org/drawingml/2006/main">
            <a:off x="17706975" y="580072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6294DC"/>
            </a:solidFill>
            <a:prstDash val="solid"/>
          </a:ln>
        </p:spPr>
      </p:sp>
      <p:sp>
        <p:nvSpPr>
          <p:cNvPr id="161" name="Math corner vertical">
            <a:extLst xmlns:a="http://schemas.openxmlformats.org/drawingml/2006/main">
              <a:ext uri="{FF2B5EF4-FFF2-40B4-BE49-F238E27FC236}">
                <a16:creationId xmlns:a16="http://schemas.microsoft.com/office/drawing/2014/main" id="{D4A66D40-6DBA-4022-A102-F9FB737C4890}"/>
              </a:ext>
            </a:extLst>
          </p:cNvPr>
          <p:cNvSpPr>
            <a:spLocks xmlns:a="http://schemas.openxmlformats.org/drawingml/2006/main" noGrp="1"/>
          </p:cNvSpPr>
          <p:nvPr/>
        </p:nvSpPr>
        <p:spPr>
          <a:xfrm xmlns:a="http://schemas.openxmlformats.org/drawingml/2006/main">
            <a:off x="17706975" y="560070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6294DC"/>
            </a:solidFill>
            <a:prstDash val="solid"/>
          </a:ln>
        </p:spPr>
      </p:sp>
      <p:sp>
        <p:nvSpPr>
          <p:cNvPr id="162" name="Math corner horizontal">
            <a:extLst xmlns:a="http://schemas.openxmlformats.org/drawingml/2006/main">
              <a:ext uri="{FF2B5EF4-FFF2-40B4-BE49-F238E27FC236}">
                <a16:creationId xmlns:a16="http://schemas.microsoft.com/office/drawing/2014/main" id="{EF9D0119-ADD4-43BB-BFFC-681FE0F0178F}"/>
              </a:ext>
            </a:extLst>
          </p:cNvPr>
          <p:cNvSpPr>
            <a:spLocks xmlns:a="http://schemas.openxmlformats.org/drawingml/2006/main" noGrp="1"/>
          </p:cNvSpPr>
          <p:nvPr/>
        </p:nvSpPr>
        <p:spPr>
          <a:xfrm xmlns:a="http://schemas.openxmlformats.org/drawingml/2006/main">
            <a:off x="19002375" y="580072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6294DC"/>
            </a:solidFill>
            <a:prstDash val="solid"/>
          </a:ln>
        </p:spPr>
      </p:sp>
      <p:sp>
        <p:nvSpPr>
          <p:cNvPr id="163" name="Math corner vertical">
            <a:extLst xmlns:a="http://schemas.openxmlformats.org/drawingml/2006/main">
              <a:ext uri="{FF2B5EF4-FFF2-40B4-BE49-F238E27FC236}">
                <a16:creationId xmlns:a16="http://schemas.microsoft.com/office/drawing/2014/main" id="{2FA05676-66B5-468E-9F74-9D046D685E75}"/>
              </a:ext>
            </a:extLst>
          </p:cNvPr>
          <p:cNvSpPr>
            <a:spLocks xmlns:a="http://schemas.openxmlformats.org/drawingml/2006/main" noGrp="1"/>
          </p:cNvSpPr>
          <p:nvPr/>
        </p:nvSpPr>
        <p:spPr>
          <a:xfrm xmlns:a="http://schemas.openxmlformats.org/drawingml/2006/main">
            <a:off x="19240500" y="560070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6294DC"/>
            </a:solidFill>
            <a:prstDash val="solid"/>
          </a:ln>
        </p:spPr>
      </p:sp>
      <p:sp>
        <p:nvSpPr>
          <p:cNvPr id="164" name="Life Reasoning card">
            <a:extLst xmlns:a="http://schemas.openxmlformats.org/drawingml/2006/main">
              <a:ext uri="{FF2B5EF4-FFF2-40B4-BE49-F238E27FC236}">
                <a16:creationId xmlns:a16="http://schemas.microsoft.com/office/drawing/2014/main" id="{336C728A-F212-4DDD-A073-ADF1572985A5}"/>
              </a:ext>
            </a:extLst>
          </p:cNvPr>
          <p:cNvSpPr>
            <a:spLocks xmlns:a="http://schemas.openxmlformats.org/drawingml/2006/main" noGrp="1"/>
          </p:cNvSpPr>
          <p:nvPr/>
        </p:nvSpPr>
        <p:spPr>
          <a:xfrm xmlns:a="http://schemas.openxmlformats.org/drawingml/2006/main">
            <a:off x="76200" y="6191250"/>
            <a:ext cx="4648200" cy="3267075"/>
          </a:xfrm>
          <a:custGeom xmlns:a="http://schemas.openxmlformats.org/drawingml/2006/main">
            <a:pathLst>
              <a:path w="4648200" h="3267075">
                <a:moveTo>
                  <a:pt x="57150" y="0"/>
                </a:moveTo>
                <a:lnTo>
                  <a:pt x="4591050" y="0"/>
                </a:lnTo>
                <a:cubicBezTo>
                  <a:pt x="4622613" y="0"/>
                  <a:pt x="4648200" y="25587"/>
                  <a:pt x="4648200" y="57150"/>
                </a:cubicBezTo>
                <a:lnTo>
                  <a:pt x="4648200" y="3209925"/>
                </a:lnTo>
                <a:cubicBezTo>
                  <a:pt x="4648200" y="3241488"/>
                  <a:pt x="4622613" y="3267075"/>
                  <a:pt x="4591050" y="3267075"/>
                </a:cubicBezTo>
                <a:lnTo>
                  <a:pt x="57150" y="3267075"/>
                </a:lnTo>
                <a:cubicBezTo>
                  <a:pt x="25587" y="3267075"/>
                  <a:pt x="0" y="3241488"/>
                  <a:pt x="0" y="3209925"/>
                </a:cubicBezTo>
                <a:lnTo>
                  <a:pt x="0" y="57150"/>
                </a:lnTo>
                <a:cubicBezTo>
                  <a:pt x="0" y="25587"/>
                  <a:pt x="25587" y="0"/>
                  <a:pt x="57150" y="0"/>
                </a:cubicBezTo>
                <a:close/>
              </a:path>
            </a:pathLst>
          </a:custGeom>
          <a:solidFill xmlns:a="http://schemas.openxmlformats.org/drawingml/2006/main">
            <a:srgbClr val="FEF9F6"/>
          </a:solidFill>
          <a:ln xmlns:a="http://schemas.openxmlformats.org/drawingml/2006/main" w="25718">
            <a:solidFill>
              <a:srgbClr val="FBC394"/>
            </a:solidFill>
            <a:prstDash val="solid"/>
          </a:ln>
        </p:spPr>
      </p:sp>
      <p:sp>
        <p:nvSpPr>
          <p:cNvPr id="165" name="Life Reasoning header">
            <a:extLst xmlns:a="http://schemas.openxmlformats.org/drawingml/2006/main">
              <a:ext uri="{FF2B5EF4-FFF2-40B4-BE49-F238E27FC236}">
                <a16:creationId xmlns:a16="http://schemas.microsoft.com/office/drawing/2014/main" id="{2899B654-C46C-48F0-8280-3083C369BD8E}"/>
              </a:ext>
            </a:extLst>
          </p:cNvPr>
          <p:cNvSpPr>
            <a:spLocks xmlns:a="http://schemas.openxmlformats.org/drawingml/2006/main" noGrp="1"/>
          </p:cNvSpPr>
          <p:nvPr/>
        </p:nvSpPr>
        <p:spPr>
          <a:xfrm xmlns:a="http://schemas.openxmlformats.org/drawingml/2006/main">
            <a:off x="76200" y="6191250"/>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BC394"/>
          </a:solidFill>
          <a:ln xmlns:a="http://schemas.openxmlformats.org/drawingml/2006/main" w="9525">
            <a:noFill/>
            <a:prstDash val="solid"/>
          </a:ln>
        </p:spPr>
      </p:sp>
      <p:pic>
        <p:nvPicPr>
          <p:cNvPr id="166" name="">
            <a:extLst xmlns:a="http://schemas.openxmlformats.org/drawingml/2006/main">
              <a:ext uri="{FF2B5EF4-FFF2-40B4-BE49-F238E27FC236}">
                <a16:creationId xmlns:a16="http://schemas.microsoft.com/office/drawing/2014/main" id="{1227DB77-A37F-4167-8A2E-CEAA2C68B378}"/>
              </a:ext>
            </a:extLst>
          </p:cNvPr>
          <p:cNvPicPr>
            <a:picLocks xmlns:a="http://schemas.openxmlformats.org/drawingml/2006/main" noChangeAspect="1"/>
          </p:cNvPicPr>
          <p:nvPr/>
        </p:nvPicPr>
        <p:blipFill>
          <a:blip xmlns:r="http://schemas.openxmlformats.org/officeDocument/2006/relationships" xmlns:a="http://schemas.openxmlformats.org/drawingml/2006/main" r:embed="R8677287a3b014df3"/>
          <a:stretch xmlns:a="http://schemas.openxmlformats.org/drawingml/2006/main"/>
        </p:blipFill>
        <p:spPr>
          <a:xfrm xmlns:a="http://schemas.openxmlformats.org/drawingml/2006/main">
            <a:off x="1438275" y="6257925"/>
            <a:ext cx="342900" cy="342900"/>
          </a:xfrm>
          <a:prstGeom xmlns:a="http://schemas.openxmlformats.org/drawingml/2006/main" prst="rect">
            <a:avLst/>
          </a:prstGeom>
        </p:spPr>
      </p:pic>
      <p:sp>
        <p:nvSpPr>
          <p:cNvPr id="167" name="Life Reasoning prompt divider">
            <a:extLst xmlns:a="http://schemas.openxmlformats.org/drawingml/2006/main">
              <a:ext uri="{FF2B5EF4-FFF2-40B4-BE49-F238E27FC236}">
                <a16:creationId xmlns:a16="http://schemas.microsoft.com/office/drawing/2014/main" id="{FD68FFC7-2761-493D-984D-779E85FF38F9}"/>
              </a:ext>
            </a:extLst>
          </p:cNvPr>
          <p:cNvSpPr>
            <a:spLocks xmlns:a="http://schemas.openxmlformats.org/drawingml/2006/main" noGrp="1"/>
          </p:cNvSpPr>
          <p:nvPr/>
        </p:nvSpPr>
        <p:spPr>
          <a:xfrm xmlns:a="http://schemas.openxmlformats.org/drawingml/2006/main">
            <a:off x="152400" y="754380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F7A15B"/>
            </a:solidFill>
            <a:prstDash val="dash"/>
          </a:ln>
        </p:spPr>
      </p:sp>
      <p:sp>
        <p:nvSpPr>
          <p:cNvPr id="168" name="Life Reasoning user disk">
            <a:extLst xmlns:a="http://schemas.openxmlformats.org/drawingml/2006/main">
              <a:ext uri="{FF2B5EF4-FFF2-40B4-BE49-F238E27FC236}">
                <a16:creationId xmlns:a16="http://schemas.microsoft.com/office/drawing/2014/main" id="{C5DB7668-366A-4909-87D0-9AC683DDF85A}"/>
              </a:ext>
            </a:extLst>
          </p:cNvPr>
          <p:cNvSpPr>
            <a:spLocks xmlns:a="http://schemas.openxmlformats.org/drawingml/2006/main" noGrp="1"/>
          </p:cNvSpPr>
          <p:nvPr/>
        </p:nvSpPr>
        <p:spPr>
          <a:xfrm xmlns:a="http://schemas.openxmlformats.org/drawingml/2006/main">
            <a:off x="209550" y="6724650"/>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F7A15B"/>
          </a:solidFill>
          <a:ln xmlns:a="http://schemas.openxmlformats.org/drawingml/2006/main" w="9525">
            <a:noFill/>
            <a:prstDash val="solid"/>
          </a:ln>
        </p:spPr>
      </p:sp>
      <p:sp>
        <p:nvSpPr>
          <p:cNvPr id="169" name="Life Reasoning user head">
            <a:extLst xmlns:a="http://schemas.openxmlformats.org/drawingml/2006/main">
              <a:ext uri="{FF2B5EF4-FFF2-40B4-BE49-F238E27FC236}">
                <a16:creationId xmlns:a16="http://schemas.microsoft.com/office/drawing/2014/main" id="{2DF280DA-0822-42AE-91DB-8BB5CD92D3EF}"/>
              </a:ext>
            </a:extLst>
          </p:cNvPr>
          <p:cNvSpPr>
            <a:spLocks xmlns:a="http://schemas.openxmlformats.org/drawingml/2006/main" noGrp="1"/>
          </p:cNvSpPr>
          <p:nvPr/>
        </p:nvSpPr>
        <p:spPr>
          <a:xfrm xmlns:a="http://schemas.openxmlformats.org/drawingml/2006/main">
            <a:off x="304800" y="6762750"/>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170" name="Life Reasoning user shoulders">
            <a:extLst xmlns:a="http://schemas.openxmlformats.org/drawingml/2006/main">
              <a:ext uri="{FF2B5EF4-FFF2-40B4-BE49-F238E27FC236}">
                <a16:creationId xmlns:a16="http://schemas.microsoft.com/office/drawing/2014/main" id="{42445047-395C-4B58-BBE9-78B8D010A847}"/>
              </a:ext>
            </a:extLst>
          </p:cNvPr>
          <p:cNvSpPr>
            <a:spLocks xmlns:a="http://schemas.openxmlformats.org/drawingml/2006/main" noGrp="1"/>
          </p:cNvSpPr>
          <p:nvPr/>
        </p:nvSpPr>
        <p:spPr>
          <a:xfrm xmlns:a="http://schemas.openxmlformats.org/drawingml/2006/main">
            <a:off x="266700" y="6896100"/>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171" name="Life Reasoning evidence container">
            <a:extLst xmlns:a="http://schemas.openxmlformats.org/drawingml/2006/main">
              <a:ext uri="{FF2B5EF4-FFF2-40B4-BE49-F238E27FC236}">
                <a16:creationId xmlns:a16="http://schemas.microsoft.com/office/drawing/2014/main" id="{2935E2C2-8259-4917-A70E-E7F5149CD354}"/>
              </a:ext>
            </a:extLst>
          </p:cNvPr>
          <p:cNvSpPr>
            <a:spLocks xmlns:a="http://schemas.openxmlformats.org/drawingml/2006/main" noGrp="1"/>
          </p:cNvSpPr>
          <p:nvPr/>
        </p:nvSpPr>
        <p:spPr>
          <a:xfrm xmlns:a="http://schemas.openxmlformats.org/drawingml/2006/main">
            <a:off x="619125" y="7620000"/>
            <a:ext cx="2009775" cy="1504950"/>
          </a:xfrm>
          <a:custGeom xmlns:a="http://schemas.openxmlformats.org/drawingml/2006/main">
            <a:pathLst>
              <a:path w="2009775" h="1504950">
                <a:moveTo>
                  <a:pt x="19050" y="0"/>
                </a:moveTo>
                <a:lnTo>
                  <a:pt x="1990725" y="0"/>
                </a:lnTo>
                <a:cubicBezTo>
                  <a:pt x="2001246" y="0"/>
                  <a:pt x="2009775" y="8529"/>
                  <a:pt x="2009775" y="19050"/>
                </a:cubicBezTo>
                <a:lnTo>
                  <a:pt x="2009775" y="1485900"/>
                </a:lnTo>
                <a:cubicBezTo>
                  <a:pt x="2009775" y="1496421"/>
                  <a:pt x="2001246" y="1504950"/>
                  <a:pt x="1990725" y="1504950"/>
                </a:cubicBezTo>
                <a:lnTo>
                  <a:pt x="19050" y="1504950"/>
                </a:lnTo>
                <a:cubicBezTo>
                  <a:pt x="8529" y="1504950"/>
                  <a:pt x="0" y="1496421"/>
                  <a:pt x="0" y="1485900"/>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F7A15B"/>
            </a:solidFill>
            <a:prstDash val="solid"/>
          </a:ln>
        </p:spPr>
      </p:sp>
      <p:sp>
        <p:nvSpPr>
          <p:cNvPr id="172" name="Life Reasoning tool rail">
            <a:extLst xmlns:a="http://schemas.openxmlformats.org/drawingml/2006/main">
              <a:ext uri="{FF2B5EF4-FFF2-40B4-BE49-F238E27FC236}">
                <a16:creationId xmlns:a16="http://schemas.microsoft.com/office/drawing/2014/main" id="{6C6979CA-38F3-48E0-8D7B-D811C872419D}"/>
              </a:ext>
            </a:extLst>
          </p:cNvPr>
          <p:cNvSpPr>
            <a:spLocks xmlns:a="http://schemas.openxmlformats.org/drawingml/2006/main" noGrp="1"/>
          </p:cNvSpPr>
          <p:nvPr/>
        </p:nvSpPr>
        <p:spPr>
          <a:xfrm xmlns:a="http://schemas.openxmlformats.org/drawingml/2006/main">
            <a:off x="238125" y="8048625"/>
            <a:ext cx="228600" cy="1219200"/>
          </a:xfrm>
          <a:custGeom xmlns:a="http://schemas.openxmlformats.org/drawingml/2006/main">
            <a:pathLst>
              <a:path w="228600" h="1219200">
                <a:moveTo>
                  <a:pt x="114300" y="0"/>
                </a:moveTo>
                <a:lnTo>
                  <a:pt x="114300" y="0"/>
                </a:lnTo>
                <a:cubicBezTo>
                  <a:pt x="177426" y="0"/>
                  <a:pt x="228600" y="51174"/>
                  <a:pt x="228600" y="114300"/>
                </a:cubicBezTo>
                <a:lnTo>
                  <a:pt x="228600" y="1104900"/>
                </a:lnTo>
                <a:cubicBezTo>
                  <a:pt x="228600" y="1168026"/>
                  <a:pt x="177426" y="1219200"/>
                  <a:pt x="114300" y="1219200"/>
                </a:cubicBezTo>
                <a:lnTo>
                  <a:pt x="114300" y="1219200"/>
                </a:lnTo>
                <a:cubicBezTo>
                  <a:pt x="51174" y="1219200"/>
                  <a:pt x="0" y="1168026"/>
                  <a:pt x="0" y="11049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F7A15B"/>
            </a:solidFill>
            <a:prstDash val="solid"/>
          </a:ln>
        </p:spPr>
      </p:sp>
      <p:sp>
        <p:nvSpPr>
          <p:cNvPr id="173" name="Life Reasoning tool label">
            <a:extLst xmlns:a="http://schemas.openxmlformats.org/drawingml/2006/main">
              <a:ext uri="{FF2B5EF4-FFF2-40B4-BE49-F238E27FC236}">
                <a16:creationId xmlns:a16="http://schemas.microsoft.com/office/drawing/2014/main" id="{DECF5CD3-915C-4323-91B7-9F3844E48C80}"/>
              </a:ext>
            </a:extLst>
          </p:cNvPr>
          <p:cNvSpPr>
            <a:spLocks xmlns:a="http://schemas.openxmlformats.org/drawingml/2006/main" noGrp="1"/>
          </p:cNvSpPr>
          <p:nvPr/>
        </p:nvSpPr>
        <p:spPr>
          <a:xfrm xmlns:a="http://schemas.openxmlformats.org/drawingml/2006/main" rot="5400000">
            <a:off x="0" y="8570624"/>
            <a:ext cx="723900" cy="1627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5" b="0" i="0">
                <a:solidFill>
                  <a:srgbClr val="101010"/>
                </a:solidFill>
                <a:latin typeface="Comic Sans MS"/>
                <a:ea typeface="Comic Sans MS"/>
                <a:cs typeface="Comic Sans MS"/>
              </a:defRPr>
            </a:defPPr>
          </a:lstStyle>
          <a:p xmlns:a="http://schemas.openxmlformats.org/drawingml/2006/main">
            <a:pPr algn="l">
              <a:lnSpc>
                <a:spcPct val="100000"/>
              </a:lnSpc>
              <a:buNone/>
              <a:defRPr sz="915" b="0" i="0">
                <a:solidFill>
                  <a:srgbClr val="101010"/>
                </a:solidFill>
                <a:latin typeface="Comic Sans MS"/>
                <a:ea typeface="Comic Sans MS"/>
                <a:cs typeface="Comic Sans MS"/>
              </a:defRPr>
            </a:pPr>
            <a:r>
              <a:rPr sz="915" b="0" i="0">
                <a:solidFill>
                  <a:srgbClr val="101010"/>
                </a:solidFill>
                <a:latin typeface="Comic Sans MS"/>
                <a:ea typeface="Comic Sans MS"/>
                <a:cs typeface="Comic Sans MS"/>
              </a:rPr>
              <a:t>reasoning...</a:t>
            </a:r>
          </a:p>
        </p:txBody>
      </p:sp>
      <p:pic>
        <p:nvPicPr>
          <p:cNvPr id="174" name="">
            <a:extLst xmlns:a="http://schemas.openxmlformats.org/drawingml/2006/main">
              <a:ext uri="{FF2B5EF4-FFF2-40B4-BE49-F238E27FC236}">
                <a16:creationId xmlns:a16="http://schemas.microsoft.com/office/drawing/2014/main" id="{8769A42F-31DE-4785-B82F-4FF90F6E7D90}"/>
              </a:ext>
            </a:extLst>
          </p:cNvPr>
          <p:cNvPicPr>
            <a:picLocks xmlns:a="http://schemas.openxmlformats.org/drawingml/2006/main" noChangeAspect="1"/>
          </p:cNvPicPr>
          <p:nvPr/>
        </p:nvPicPr>
        <p:blipFill>
          <a:blip xmlns:r="http://schemas.openxmlformats.org/officeDocument/2006/relationships" xmlns:a="http://schemas.openxmlformats.org/drawingml/2006/main" r:embed="R688e987b4ac1492c"/>
          <a:stretch xmlns:a="http://schemas.openxmlformats.org/drawingml/2006/main"/>
        </p:blipFill>
        <p:spPr>
          <a:xfrm xmlns:a="http://schemas.openxmlformats.org/drawingml/2006/main">
            <a:off x="266700" y="8086725"/>
            <a:ext cx="180975" cy="200025"/>
          </a:xfrm>
          <a:prstGeom xmlns:a="http://schemas.openxmlformats.org/drawingml/2006/main" prst="rect">
            <a:avLst/>
          </a:prstGeom>
        </p:spPr>
      </p:pic>
      <p:pic>
        <p:nvPicPr>
          <p:cNvPr id="175" name="">
            <a:extLst xmlns:a="http://schemas.openxmlformats.org/drawingml/2006/main">
              <a:ext uri="{FF2B5EF4-FFF2-40B4-BE49-F238E27FC236}">
                <a16:creationId xmlns:a16="http://schemas.microsoft.com/office/drawing/2014/main" id="{E11F00BD-844B-4E10-8219-60E12B65C46E}"/>
              </a:ext>
            </a:extLst>
          </p:cNvPr>
          <p:cNvPicPr>
            <a:picLocks xmlns:a="http://schemas.openxmlformats.org/drawingml/2006/main" noChangeAspect="1"/>
          </p:cNvPicPr>
          <p:nvPr/>
        </p:nvPicPr>
        <p:blipFill>
          <a:blip xmlns:r="http://schemas.openxmlformats.org/officeDocument/2006/relationships" xmlns:a="http://schemas.openxmlformats.org/drawingml/2006/main" r:embed="Rfe713357497f4f7e"/>
          <a:stretch xmlns:a="http://schemas.openxmlformats.org/drawingml/2006/main"/>
        </p:blipFill>
        <p:spPr>
          <a:xfrm xmlns:a="http://schemas.openxmlformats.org/drawingml/2006/main">
            <a:off x="142875" y="7639050"/>
            <a:ext cx="428625" cy="257175"/>
          </a:xfrm>
          <a:prstGeom xmlns:a="http://schemas.openxmlformats.org/drawingml/2006/main" prst="rect">
            <a:avLst/>
          </a:prstGeom>
        </p:spPr>
      </p:pic>
      <p:sp>
        <p:nvSpPr>
          <p:cNvPr id="176" name="Life Reasoning text tag">
            <a:extLst xmlns:a="http://schemas.openxmlformats.org/drawingml/2006/main">
              <a:ext uri="{FF2B5EF4-FFF2-40B4-BE49-F238E27FC236}">
                <a16:creationId xmlns:a16="http://schemas.microsoft.com/office/drawing/2014/main" id="{0298BF33-2F0E-43EC-B6A8-489D2C83599F}"/>
              </a:ext>
            </a:extLst>
          </p:cNvPr>
          <p:cNvSpPr>
            <a:spLocks xmlns:a="http://schemas.openxmlformats.org/drawingml/2006/main" noGrp="1"/>
          </p:cNvSpPr>
          <p:nvPr/>
        </p:nvSpPr>
        <p:spPr>
          <a:xfrm xmlns:a="http://schemas.openxmlformats.org/drawingml/2006/main">
            <a:off x="619125" y="9134475"/>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F7A15B"/>
          </a:solidFill>
          <a:ln xmlns:a="http://schemas.openxmlformats.org/drawingml/2006/main" w="9525">
            <a:noFill/>
            <a:prstDash val="solid"/>
          </a:ln>
        </p:spPr>
      </p:sp>
      <p:sp>
        <p:nvSpPr>
          <p:cNvPr id="177" name="Life Reasoning text tag label">
            <a:extLst xmlns:a="http://schemas.openxmlformats.org/drawingml/2006/main">
              <a:ext uri="{FF2B5EF4-FFF2-40B4-BE49-F238E27FC236}">
                <a16:creationId xmlns:a16="http://schemas.microsoft.com/office/drawing/2014/main" id="{659DA29C-7DBE-48B4-ABCD-F60D00DEE416}"/>
              </a:ext>
            </a:extLst>
          </p:cNvPr>
          <p:cNvSpPr>
            <a:spLocks xmlns:a="http://schemas.openxmlformats.org/drawingml/2006/main" noGrp="1"/>
          </p:cNvSpPr>
          <p:nvPr/>
        </p:nvSpPr>
        <p:spPr>
          <a:xfrm xmlns:a="http://schemas.openxmlformats.org/drawingml/2006/main" rot="0">
            <a:off x="685800" y="9130028"/>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178" name="Life Reasoning evidence to generation">
            <a:extLst xmlns:a="http://schemas.openxmlformats.org/drawingml/2006/main">
              <a:ext uri="{FF2B5EF4-FFF2-40B4-BE49-F238E27FC236}">
                <a16:creationId xmlns:a16="http://schemas.microsoft.com/office/drawing/2014/main" id="{9CA40160-B88E-463E-8558-097187423C48}"/>
              </a:ext>
            </a:extLst>
          </p:cNvPr>
          <p:cNvSpPr>
            <a:spLocks xmlns:a="http://schemas.openxmlformats.org/drawingml/2006/main" noGrp="1"/>
          </p:cNvSpPr>
          <p:nvPr/>
        </p:nvSpPr>
        <p:spPr>
          <a:xfrm xmlns:a="http://schemas.openxmlformats.org/drawingml/2006/main">
            <a:off x="2647950" y="8262938"/>
            <a:ext cx="409575" cy="400050"/>
          </a:xfrm>
          <a:custGeom xmlns:a="http://schemas.openxmlformats.org/drawingml/2006/main">
            <a:pathLst>
              <a:path w="409575" h="400050">
                <a:moveTo>
                  <a:pt x="0" y="112014"/>
                </a:moveTo>
                <a:lnTo>
                  <a:pt x="225266" y="112014"/>
                </a:lnTo>
                <a:lnTo>
                  <a:pt x="225266" y="0"/>
                </a:lnTo>
                <a:lnTo>
                  <a:pt x="409575" y="200025"/>
                </a:lnTo>
                <a:lnTo>
                  <a:pt x="225266" y="400050"/>
                </a:lnTo>
                <a:lnTo>
                  <a:pt x="225266" y="288036"/>
                </a:lnTo>
                <a:lnTo>
                  <a:pt x="0" y="288036"/>
                </a:lnTo>
                <a:close/>
              </a:path>
            </a:pathLst>
          </a:custGeom>
          <a:solidFill xmlns:a="http://schemas.openxmlformats.org/drawingml/2006/main">
            <a:srgbClr val="FBC394"/>
          </a:solidFill>
          <a:ln xmlns:a="http://schemas.openxmlformats.org/drawingml/2006/main" w="9525">
            <a:noFill/>
            <a:prstDash val="solid"/>
          </a:ln>
        </p:spPr>
      </p:sp>
      <p:pic>
        <p:nvPicPr>
          <p:cNvPr id="179" name="">
            <a:extLst xmlns:a="http://schemas.openxmlformats.org/drawingml/2006/main">
              <a:ext uri="{FF2B5EF4-FFF2-40B4-BE49-F238E27FC236}">
                <a16:creationId xmlns:a16="http://schemas.microsoft.com/office/drawing/2014/main" id="{2DC711E8-3B3A-42E5-8349-2EA9C192FB99}"/>
              </a:ext>
            </a:extLst>
          </p:cNvPr>
          <p:cNvPicPr>
            <a:picLocks xmlns:a="http://schemas.openxmlformats.org/drawingml/2006/main" noChangeAspect="1"/>
          </p:cNvPicPr>
          <p:nvPr/>
        </p:nvPicPr>
        <p:blipFill>
          <a:blip xmlns:r="http://schemas.openxmlformats.org/officeDocument/2006/relationships" xmlns:a="http://schemas.openxmlformats.org/drawingml/2006/main" r:embed="Rf0d8802b7acd4406"/>
          <a:stretch xmlns:a="http://schemas.openxmlformats.org/drawingml/2006/main"/>
        </p:blipFill>
        <p:spPr>
          <a:xfrm xmlns:a="http://schemas.openxmlformats.org/drawingml/2006/main">
            <a:off x="3067050" y="7658100"/>
            <a:ext cx="1504950" cy="1609725"/>
          </a:xfrm>
          <a:prstGeom xmlns:a="http://schemas.openxmlformats.org/drawingml/2006/main" prst="rect">
            <a:avLst/>
          </a:prstGeom>
        </p:spPr>
      </p:pic>
      <p:sp>
        <p:nvSpPr>
          <p:cNvPr id="180" name="Life Reasoning corner horizontal">
            <a:extLst xmlns:a="http://schemas.openxmlformats.org/drawingml/2006/main">
              <a:ext uri="{FF2B5EF4-FFF2-40B4-BE49-F238E27FC236}">
                <a16:creationId xmlns:a16="http://schemas.microsoft.com/office/drawing/2014/main" id="{F0DC3937-807A-43E8-AEB8-59019516F70D}"/>
              </a:ext>
            </a:extLst>
          </p:cNvPr>
          <p:cNvSpPr>
            <a:spLocks xmlns:a="http://schemas.openxmlformats.org/drawingml/2006/main" noGrp="1"/>
          </p:cNvSpPr>
          <p:nvPr/>
        </p:nvSpPr>
        <p:spPr>
          <a:xfrm xmlns:a="http://schemas.openxmlformats.org/drawingml/2006/main">
            <a:off x="3019425" y="760095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F7A15B"/>
            </a:solidFill>
            <a:prstDash val="solid"/>
          </a:ln>
        </p:spPr>
      </p:sp>
      <p:sp>
        <p:nvSpPr>
          <p:cNvPr id="181" name="Life Reasoning corner vertical">
            <a:extLst xmlns:a="http://schemas.openxmlformats.org/drawingml/2006/main">
              <a:ext uri="{FF2B5EF4-FFF2-40B4-BE49-F238E27FC236}">
                <a16:creationId xmlns:a16="http://schemas.microsoft.com/office/drawing/2014/main" id="{4A534B17-81EC-4198-958C-ABED79B61C19}"/>
              </a:ext>
            </a:extLst>
          </p:cNvPr>
          <p:cNvSpPr>
            <a:spLocks xmlns:a="http://schemas.openxmlformats.org/drawingml/2006/main" noGrp="1"/>
          </p:cNvSpPr>
          <p:nvPr/>
        </p:nvSpPr>
        <p:spPr>
          <a:xfrm xmlns:a="http://schemas.openxmlformats.org/drawingml/2006/main">
            <a:off x="3019425" y="76009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F7A15B"/>
            </a:solidFill>
            <a:prstDash val="solid"/>
          </a:ln>
        </p:spPr>
      </p:sp>
      <p:sp>
        <p:nvSpPr>
          <p:cNvPr id="182" name="Life Reasoning corner horizontal">
            <a:extLst xmlns:a="http://schemas.openxmlformats.org/drawingml/2006/main">
              <a:ext uri="{FF2B5EF4-FFF2-40B4-BE49-F238E27FC236}">
                <a16:creationId xmlns:a16="http://schemas.microsoft.com/office/drawing/2014/main" id="{E8908827-4990-4FA3-BAC8-6F8A9E0ABF12}"/>
              </a:ext>
            </a:extLst>
          </p:cNvPr>
          <p:cNvSpPr>
            <a:spLocks xmlns:a="http://schemas.openxmlformats.org/drawingml/2006/main" noGrp="1"/>
          </p:cNvSpPr>
          <p:nvPr/>
        </p:nvSpPr>
        <p:spPr>
          <a:xfrm xmlns:a="http://schemas.openxmlformats.org/drawingml/2006/main">
            <a:off x="4381500" y="760095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F7A15B"/>
            </a:solidFill>
            <a:prstDash val="solid"/>
          </a:ln>
        </p:spPr>
      </p:sp>
      <p:sp>
        <p:nvSpPr>
          <p:cNvPr id="183" name="Life Reasoning corner vertical">
            <a:extLst xmlns:a="http://schemas.openxmlformats.org/drawingml/2006/main">
              <a:ext uri="{FF2B5EF4-FFF2-40B4-BE49-F238E27FC236}">
                <a16:creationId xmlns:a16="http://schemas.microsoft.com/office/drawing/2014/main" id="{22D23870-510C-47D0-8F5B-37FD57842BD0}"/>
              </a:ext>
            </a:extLst>
          </p:cNvPr>
          <p:cNvSpPr>
            <a:spLocks xmlns:a="http://schemas.openxmlformats.org/drawingml/2006/main" noGrp="1"/>
          </p:cNvSpPr>
          <p:nvPr/>
        </p:nvSpPr>
        <p:spPr>
          <a:xfrm xmlns:a="http://schemas.openxmlformats.org/drawingml/2006/main">
            <a:off x="4619625" y="76009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F7A15B"/>
            </a:solidFill>
            <a:prstDash val="solid"/>
          </a:ln>
        </p:spPr>
      </p:sp>
      <p:sp>
        <p:nvSpPr>
          <p:cNvPr id="184" name="Life Reasoning corner horizontal">
            <a:extLst xmlns:a="http://schemas.openxmlformats.org/drawingml/2006/main">
              <a:ext uri="{FF2B5EF4-FFF2-40B4-BE49-F238E27FC236}">
                <a16:creationId xmlns:a16="http://schemas.microsoft.com/office/drawing/2014/main" id="{A8EECF85-2D31-427C-BA09-D08998780728}"/>
              </a:ext>
            </a:extLst>
          </p:cNvPr>
          <p:cNvSpPr>
            <a:spLocks xmlns:a="http://schemas.openxmlformats.org/drawingml/2006/main" noGrp="1"/>
          </p:cNvSpPr>
          <p:nvPr/>
        </p:nvSpPr>
        <p:spPr>
          <a:xfrm xmlns:a="http://schemas.openxmlformats.org/drawingml/2006/main">
            <a:off x="3019425" y="932497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F7A15B"/>
            </a:solidFill>
            <a:prstDash val="solid"/>
          </a:ln>
        </p:spPr>
      </p:sp>
      <p:sp>
        <p:nvSpPr>
          <p:cNvPr id="185" name="Life Reasoning corner vertical">
            <a:extLst xmlns:a="http://schemas.openxmlformats.org/drawingml/2006/main">
              <a:ext uri="{FF2B5EF4-FFF2-40B4-BE49-F238E27FC236}">
                <a16:creationId xmlns:a16="http://schemas.microsoft.com/office/drawing/2014/main" id="{D2301BB2-AF3C-428B-A550-FA1FA78E0ACE}"/>
              </a:ext>
            </a:extLst>
          </p:cNvPr>
          <p:cNvSpPr>
            <a:spLocks xmlns:a="http://schemas.openxmlformats.org/drawingml/2006/main" noGrp="1"/>
          </p:cNvSpPr>
          <p:nvPr/>
        </p:nvSpPr>
        <p:spPr>
          <a:xfrm xmlns:a="http://schemas.openxmlformats.org/drawingml/2006/main">
            <a:off x="3019425" y="91249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F7A15B"/>
            </a:solidFill>
            <a:prstDash val="solid"/>
          </a:ln>
        </p:spPr>
      </p:sp>
      <p:sp>
        <p:nvSpPr>
          <p:cNvPr id="186" name="Life Reasoning corner horizontal">
            <a:extLst xmlns:a="http://schemas.openxmlformats.org/drawingml/2006/main">
              <a:ext uri="{FF2B5EF4-FFF2-40B4-BE49-F238E27FC236}">
                <a16:creationId xmlns:a16="http://schemas.microsoft.com/office/drawing/2014/main" id="{8BFA76E4-D140-4EA8-9242-B75850457FC1}"/>
              </a:ext>
            </a:extLst>
          </p:cNvPr>
          <p:cNvSpPr>
            <a:spLocks xmlns:a="http://schemas.openxmlformats.org/drawingml/2006/main" noGrp="1"/>
          </p:cNvSpPr>
          <p:nvPr/>
        </p:nvSpPr>
        <p:spPr>
          <a:xfrm xmlns:a="http://schemas.openxmlformats.org/drawingml/2006/main">
            <a:off x="4381500" y="932497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F7A15B"/>
            </a:solidFill>
            <a:prstDash val="solid"/>
          </a:ln>
        </p:spPr>
      </p:sp>
      <p:sp>
        <p:nvSpPr>
          <p:cNvPr id="187" name="Life Reasoning corner vertical">
            <a:extLst xmlns:a="http://schemas.openxmlformats.org/drawingml/2006/main">
              <a:ext uri="{FF2B5EF4-FFF2-40B4-BE49-F238E27FC236}">
                <a16:creationId xmlns:a16="http://schemas.microsoft.com/office/drawing/2014/main" id="{B264D736-2A24-4FC1-9FC9-83084C0090EF}"/>
              </a:ext>
            </a:extLst>
          </p:cNvPr>
          <p:cNvSpPr>
            <a:spLocks xmlns:a="http://schemas.openxmlformats.org/drawingml/2006/main" noGrp="1"/>
          </p:cNvSpPr>
          <p:nvPr/>
        </p:nvSpPr>
        <p:spPr>
          <a:xfrm xmlns:a="http://schemas.openxmlformats.org/drawingml/2006/main">
            <a:off x="4619625" y="91249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F7A15B"/>
            </a:solidFill>
            <a:prstDash val="solid"/>
          </a:ln>
        </p:spPr>
      </p:sp>
      <p:sp>
        <p:nvSpPr>
          <p:cNvPr id="188" name="Geo Reasoning card">
            <a:extLst xmlns:a="http://schemas.openxmlformats.org/drawingml/2006/main">
              <a:ext uri="{FF2B5EF4-FFF2-40B4-BE49-F238E27FC236}">
                <a16:creationId xmlns:a16="http://schemas.microsoft.com/office/drawing/2014/main" id="{FDD45F60-4076-4BBE-AB3A-5F0D7F853A57}"/>
              </a:ext>
            </a:extLst>
          </p:cNvPr>
          <p:cNvSpPr>
            <a:spLocks xmlns:a="http://schemas.openxmlformats.org/drawingml/2006/main" noGrp="1"/>
          </p:cNvSpPr>
          <p:nvPr/>
        </p:nvSpPr>
        <p:spPr>
          <a:xfrm xmlns:a="http://schemas.openxmlformats.org/drawingml/2006/main">
            <a:off x="4972050" y="6191250"/>
            <a:ext cx="4648200" cy="3267075"/>
          </a:xfrm>
          <a:custGeom xmlns:a="http://schemas.openxmlformats.org/drawingml/2006/main">
            <a:pathLst>
              <a:path w="4648200" h="3267075">
                <a:moveTo>
                  <a:pt x="57150" y="0"/>
                </a:moveTo>
                <a:lnTo>
                  <a:pt x="4591050" y="0"/>
                </a:lnTo>
                <a:cubicBezTo>
                  <a:pt x="4622613" y="0"/>
                  <a:pt x="4648200" y="25587"/>
                  <a:pt x="4648200" y="57150"/>
                </a:cubicBezTo>
                <a:lnTo>
                  <a:pt x="4648200" y="3209925"/>
                </a:lnTo>
                <a:cubicBezTo>
                  <a:pt x="4648200" y="3241488"/>
                  <a:pt x="4622613" y="3267075"/>
                  <a:pt x="4591050" y="3267075"/>
                </a:cubicBezTo>
                <a:lnTo>
                  <a:pt x="57150" y="3267075"/>
                </a:lnTo>
                <a:cubicBezTo>
                  <a:pt x="25587" y="3267075"/>
                  <a:pt x="0" y="3241488"/>
                  <a:pt x="0" y="3209925"/>
                </a:cubicBezTo>
                <a:lnTo>
                  <a:pt x="0" y="57150"/>
                </a:lnTo>
                <a:cubicBezTo>
                  <a:pt x="0" y="25587"/>
                  <a:pt x="25587" y="0"/>
                  <a:pt x="57150" y="0"/>
                </a:cubicBezTo>
                <a:close/>
              </a:path>
            </a:pathLst>
          </a:custGeom>
          <a:solidFill xmlns:a="http://schemas.openxmlformats.org/drawingml/2006/main">
            <a:srgbClr val="FCF4F4"/>
          </a:solidFill>
          <a:ln xmlns:a="http://schemas.openxmlformats.org/drawingml/2006/main" w="25718">
            <a:solidFill>
              <a:srgbClr val="FFA7AD"/>
            </a:solidFill>
            <a:prstDash val="solid"/>
          </a:ln>
        </p:spPr>
      </p:sp>
      <p:sp>
        <p:nvSpPr>
          <p:cNvPr id="189" name="Geo Reasoning header">
            <a:extLst xmlns:a="http://schemas.openxmlformats.org/drawingml/2006/main">
              <a:ext uri="{FF2B5EF4-FFF2-40B4-BE49-F238E27FC236}">
                <a16:creationId xmlns:a16="http://schemas.microsoft.com/office/drawing/2014/main" id="{FA1D9072-1A69-4159-9E4E-A829D16D0C71}"/>
              </a:ext>
            </a:extLst>
          </p:cNvPr>
          <p:cNvSpPr>
            <a:spLocks xmlns:a="http://schemas.openxmlformats.org/drawingml/2006/main" noGrp="1"/>
          </p:cNvSpPr>
          <p:nvPr/>
        </p:nvSpPr>
        <p:spPr>
          <a:xfrm xmlns:a="http://schemas.openxmlformats.org/drawingml/2006/main">
            <a:off x="4972050" y="6191250"/>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FA7AD"/>
          </a:solidFill>
          <a:ln xmlns:a="http://schemas.openxmlformats.org/drawingml/2006/main" w="9525">
            <a:noFill/>
            <a:prstDash val="solid"/>
          </a:ln>
        </p:spPr>
      </p:sp>
      <p:pic>
        <p:nvPicPr>
          <p:cNvPr id="190" name="">
            <a:extLst xmlns:a="http://schemas.openxmlformats.org/drawingml/2006/main">
              <a:ext uri="{FF2B5EF4-FFF2-40B4-BE49-F238E27FC236}">
                <a16:creationId xmlns:a16="http://schemas.microsoft.com/office/drawing/2014/main" id="{DF11125A-8CC0-4644-96BD-F6D3FDB2CDFF}"/>
              </a:ext>
            </a:extLst>
          </p:cNvPr>
          <p:cNvPicPr>
            <a:picLocks xmlns:a="http://schemas.openxmlformats.org/drawingml/2006/main" noChangeAspect="1"/>
          </p:cNvPicPr>
          <p:nvPr/>
        </p:nvPicPr>
        <p:blipFill>
          <a:blip xmlns:r="http://schemas.openxmlformats.org/officeDocument/2006/relationships" xmlns:a="http://schemas.openxmlformats.org/drawingml/2006/main" r:embed="R662ca7d370ba425e"/>
          <a:stretch xmlns:a="http://schemas.openxmlformats.org/drawingml/2006/main"/>
        </p:blipFill>
        <p:spPr>
          <a:xfrm xmlns:a="http://schemas.openxmlformats.org/drawingml/2006/main">
            <a:off x="6286500" y="6257925"/>
            <a:ext cx="342900" cy="342900"/>
          </a:xfrm>
          <a:prstGeom xmlns:a="http://schemas.openxmlformats.org/drawingml/2006/main" prst="rect">
            <a:avLst/>
          </a:prstGeom>
        </p:spPr>
      </p:pic>
      <p:sp>
        <p:nvSpPr>
          <p:cNvPr id="191" name="Geo Reasoning prompt divider">
            <a:extLst xmlns:a="http://schemas.openxmlformats.org/drawingml/2006/main">
              <a:ext uri="{FF2B5EF4-FFF2-40B4-BE49-F238E27FC236}">
                <a16:creationId xmlns:a16="http://schemas.microsoft.com/office/drawing/2014/main" id="{0C332D5A-362C-4125-A180-81049E93C8E6}"/>
              </a:ext>
            </a:extLst>
          </p:cNvPr>
          <p:cNvSpPr>
            <a:spLocks xmlns:a="http://schemas.openxmlformats.org/drawingml/2006/main" noGrp="1"/>
          </p:cNvSpPr>
          <p:nvPr/>
        </p:nvSpPr>
        <p:spPr>
          <a:xfrm xmlns:a="http://schemas.openxmlformats.org/drawingml/2006/main">
            <a:off x="5048250" y="7200900"/>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FC738B"/>
            </a:solidFill>
            <a:prstDash val="dash"/>
          </a:ln>
        </p:spPr>
      </p:sp>
      <p:sp>
        <p:nvSpPr>
          <p:cNvPr id="192" name="Geo Reasoning user disk">
            <a:extLst xmlns:a="http://schemas.openxmlformats.org/drawingml/2006/main">
              <a:ext uri="{FF2B5EF4-FFF2-40B4-BE49-F238E27FC236}">
                <a16:creationId xmlns:a16="http://schemas.microsoft.com/office/drawing/2014/main" id="{7CF6D568-4197-4C21-B9F0-B00EADAED7B2}"/>
              </a:ext>
            </a:extLst>
          </p:cNvPr>
          <p:cNvSpPr>
            <a:spLocks xmlns:a="http://schemas.openxmlformats.org/drawingml/2006/main" noGrp="1"/>
          </p:cNvSpPr>
          <p:nvPr/>
        </p:nvSpPr>
        <p:spPr>
          <a:xfrm xmlns:a="http://schemas.openxmlformats.org/drawingml/2006/main">
            <a:off x="5105400" y="6724650"/>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FC738B"/>
          </a:solidFill>
          <a:ln xmlns:a="http://schemas.openxmlformats.org/drawingml/2006/main" w="9525">
            <a:noFill/>
            <a:prstDash val="solid"/>
          </a:ln>
        </p:spPr>
      </p:sp>
      <p:sp>
        <p:nvSpPr>
          <p:cNvPr id="193" name="Geo Reasoning user head">
            <a:extLst xmlns:a="http://schemas.openxmlformats.org/drawingml/2006/main">
              <a:ext uri="{FF2B5EF4-FFF2-40B4-BE49-F238E27FC236}">
                <a16:creationId xmlns:a16="http://schemas.microsoft.com/office/drawing/2014/main" id="{128259FA-C568-44F2-A054-93D9BC8F8CFC}"/>
              </a:ext>
            </a:extLst>
          </p:cNvPr>
          <p:cNvSpPr>
            <a:spLocks xmlns:a="http://schemas.openxmlformats.org/drawingml/2006/main" noGrp="1"/>
          </p:cNvSpPr>
          <p:nvPr/>
        </p:nvSpPr>
        <p:spPr>
          <a:xfrm xmlns:a="http://schemas.openxmlformats.org/drawingml/2006/main">
            <a:off x="5200650" y="6762750"/>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194" name="Geo Reasoning user shoulders">
            <a:extLst xmlns:a="http://schemas.openxmlformats.org/drawingml/2006/main">
              <a:ext uri="{FF2B5EF4-FFF2-40B4-BE49-F238E27FC236}">
                <a16:creationId xmlns:a16="http://schemas.microsoft.com/office/drawing/2014/main" id="{03F4406D-B4B9-46C7-AAD2-025AF50874A7}"/>
              </a:ext>
            </a:extLst>
          </p:cNvPr>
          <p:cNvSpPr>
            <a:spLocks xmlns:a="http://schemas.openxmlformats.org/drawingml/2006/main" noGrp="1"/>
          </p:cNvSpPr>
          <p:nvPr/>
        </p:nvSpPr>
        <p:spPr>
          <a:xfrm xmlns:a="http://schemas.openxmlformats.org/drawingml/2006/main">
            <a:off x="5162550" y="6896100"/>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195" name="Geo Reasoning evidence container">
            <a:extLst xmlns:a="http://schemas.openxmlformats.org/drawingml/2006/main">
              <a:ext uri="{FF2B5EF4-FFF2-40B4-BE49-F238E27FC236}">
                <a16:creationId xmlns:a16="http://schemas.microsoft.com/office/drawing/2014/main" id="{A27C7A3B-B6C3-498F-8E6A-AEF5F6EA6018}"/>
              </a:ext>
            </a:extLst>
          </p:cNvPr>
          <p:cNvSpPr>
            <a:spLocks xmlns:a="http://schemas.openxmlformats.org/drawingml/2006/main" noGrp="1"/>
          </p:cNvSpPr>
          <p:nvPr/>
        </p:nvSpPr>
        <p:spPr>
          <a:xfrm xmlns:a="http://schemas.openxmlformats.org/drawingml/2006/main">
            <a:off x="5562600" y="7305675"/>
            <a:ext cx="2009775" cy="1076325"/>
          </a:xfrm>
          <a:custGeom xmlns:a="http://schemas.openxmlformats.org/drawingml/2006/main">
            <a:pathLst>
              <a:path w="2009775" h="1076325">
                <a:moveTo>
                  <a:pt x="19050" y="0"/>
                </a:moveTo>
                <a:lnTo>
                  <a:pt x="1990725" y="0"/>
                </a:lnTo>
                <a:cubicBezTo>
                  <a:pt x="2001246" y="0"/>
                  <a:pt x="2009775" y="8529"/>
                  <a:pt x="2009775" y="19050"/>
                </a:cubicBezTo>
                <a:lnTo>
                  <a:pt x="2009775" y="1057275"/>
                </a:lnTo>
                <a:cubicBezTo>
                  <a:pt x="2009775" y="1067796"/>
                  <a:pt x="2001246" y="1076325"/>
                  <a:pt x="1990725" y="1076325"/>
                </a:cubicBezTo>
                <a:lnTo>
                  <a:pt x="19050" y="1076325"/>
                </a:lnTo>
                <a:cubicBezTo>
                  <a:pt x="8529" y="1076325"/>
                  <a:pt x="0" y="1067796"/>
                  <a:pt x="0" y="10572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FC738B"/>
            </a:solidFill>
            <a:prstDash val="solid"/>
          </a:ln>
        </p:spPr>
      </p:sp>
      <p:sp>
        <p:nvSpPr>
          <p:cNvPr id="196" name="Geo Reasoning tool rail">
            <a:extLst xmlns:a="http://schemas.openxmlformats.org/drawingml/2006/main">
              <a:ext uri="{FF2B5EF4-FFF2-40B4-BE49-F238E27FC236}">
                <a16:creationId xmlns:a16="http://schemas.microsoft.com/office/drawing/2014/main" id="{0B111A75-9FF2-430D-B3CD-11935998F524}"/>
              </a:ext>
            </a:extLst>
          </p:cNvPr>
          <p:cNvSpPr>
            <a:spLocks xmlns:a="http://schemas.openxmlformats.org/drawingml/2006/main" noGrp="1"/>
          </p:cNvSpPr>
          <p:nvPr/>
        </p:nvSpPr>
        <p:spPr>
          <a:xfrm xmlns:a="http://schemas.openxmlformats.org/drawingml/2006/main">
            <a:off x="5133975" y="7524750"/>
            <a:ext cx="228600" cy="1752600"/>
          </a:xfrm>
          <a:custGeom xmlns:a="http://schemas.openxmlformats.org/drawingml/2006/main">
            <a:pathLst>
              <a:path w="228600" h="1752600">
                <a:moveTo>
                  <a:pt x="114300" y="0"/>
                </a:moveTo>
                <a:lnTo>
                  <a:pt x="114300" y="0"/>
                </a:lnTo>
                <a:cubicBezTo>
                  <a:pt x="177426" y="0"/>
                  <a:pt x="228600" y="51174"/>
                  <a:pt x="228600" y="114300"/>
                </a:cubicBezTo>
                <a:lnTo>
                  <a:pt x="228600" y="1638300"/>
                </a:lnTo>
                <a:cubicBezTo>
                  <a:pt x="228600" y="1701426"/>
                  <a:pt x="177426" y="1752600"/>
                  <a:pt x="114300" y="1752600"/>
                </a:cubicBezTo>
                <a:lnTo>
                  <a:pt x="114300" y="1752600"/>
                </a:lnTo>
                <a:cubicBezTo>
                  <a:pt x="51174" y="1752600"/>
                  <a:pt x="0" y="1701426"/>
                  <a:pt x="0" y="16383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FC738B"/>
            </a:solidFill>
            <a:prstDash val="solid"/>
          </a:ln>
        </p:spPr>
      </p:sp>
      <p:sp>
        <p:nvSpPr>
          <p:cNvPr id="197" name="Geo Reasoning tool label">
            <a:extLst xmlns:a="http://schemas.openxmlformats.org/drawingml/2006/main">
              <a:ext uri="{FF2B5EF4-FFF2-40B4-BE49-F238E27FC236}">
                <a16:creationId xmlns:a16="http://schemas.microsoft.com/office/drawing/2014/main" id="{C1965446-6759-40C1-989A-F765DC6A0C8B}"/>
              </a:ext>
            </a:extLst>
          </p:cNvPr>
          <p:cNvSpPr>
            <a:spLocks xmlns:a="http://schemas.openxmlformats.org/drawingml/2006/main" noGrp="1"/>
          </p:cNvSpPr>
          <p:nvPr/>
        </p:nvSpPr>
        <p:spPr>
          <a:xfrm xmlns:a="http://schemas.openxmlformats.org/drawingml/2006/main" rot="5400000">
            <a:off x="4886325" y="8320806"/>
            <a:ext cx="733425"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4" b="0" i="0">
                <a:solidFill>
                  <a:srgbClr val="101010"/>
                </a:solidFill>
                <a:latin typeface="Comic Sans MS"/>
                <a:ea typeface="Comic Sans MS"/>
                <a:cs typeface="Comic Sans MS"/>
              </a:defRPr>
            </a:defPPr>
          </a:lstStyle>
          <a:p xmlns:a="http://schemas.openxmlformats.org/drawingml/2006/main">
            <a:pPr algn="l">
              <a:lnSpc>
                <a:spcPct val="100000"/>
              </a:lnSpc>
              <a:buNone/>
              <a:defRPr sz="594" b="0" i="0">
                <a:solidFill>
                  <a:srgbClr val="101010"/>
                </a:solidFill>
                <a:latin typeface="Comic Sans MS"/>
                <a:ea typeface="Comic Sans MS"/>
                <a:cs typeface="Comic Sans MS"/>
              </a:defRPr>
            </a:pPr>
            <a:r>
              <a:rPr sz="594" b="0" i="0">
                <a:solidFill>
                  <a:srgbClr val="101010"/>
                </a:solidFill>
                <a:latin typeface="Comic Sans MS"/>
                <a:ea typeface="Comic Sans MS"/>
                <a:cs typeface="Comic Sans MS"/>
              </a:rPr>
              <a:t>Search &amp; reasoning...</a:t>
            </a:r>
          </a:p>
        </p:txBody>
      </p:sp>
      <p:pic>
        <p:nvPicPr>
          <p:cNvPr id="198" name="">
            <a:extLst xmlns:a="http://schemas.openxmlformats.org/drawingml/2006/main">
              <a:ext uri="{FF2B5EF4-FFF2-40B4-BE49-F238E27FC236}">
                <a16:creationId xmlns:a16="http://schemas.microsoft.com/office/drawing/2014/main" id="{AE3A1126-4FAB-4CEE-A3C2-0E6D42ADF98F}"/>
              </a:ext>
            </a:extLst>
          </p:cNvPr>
          <p:cNvPicPr>
            <a:picLocks xmlns:a="http://schemas.openxmlformats.org/drawingml/2006/main" noChangeAspect="1"/>
          </p:cNvPicPr>
          <p:nvPr/>
        </p:nvPicPr>
        <p:blipFill>
          <a:blip xmlns:r="http://schemas.openxmlformats.org/officeDocument/2006/relationships" xmlns:a="http://schemas.openxmlformats.org/drawingml/2006/main" r:embed="R667c4344cdb44b9a"/>
          <a:stretch xmlns:a="http://schemas.openxmlformats.org/drawingml/2006/main"/>
        </p:blipFill>
        <p:spPr>
          <a:xfrm xmlns:a="http://schemas.openxmlformats.org/drawingml/2006/main">
            <a:off x="5162550" y="7562850"/>
            <a:ext cx="180975" cy="200025"/>
          </a:xfrm>
          <a:prstGeom xmlns:a="http://schemas.openxmlformats.org/drawingml/2006/main" prst="rect">
            <a:avLst/>
          </a:prstGeom>
        </p:spPr>
      </p:pic>
      <p:pic>
        <p:nvPicPr>
          <p:cNvPr id="199" name="">
            <a:extLst xmlns:a="http://schemas.openxmlformats.org/drawingml/2006/main">
              <a:ext uri="{FF2B5EF4-FFF2-40B4-BE49-F238E27FC236}">
                <a16:creationId xmlns:a16="http://schemas.microsoft.com/office/drawing/2014/main" id="{FC558227-C567-4D70-9B2F-507236E7838A}"/>
              </a:ext>
            </a:extLst>
          </p:cNvPr>
          <p:cNvPicPr>
            <a:picLocks xmlns:a="http://schemas.openxmlformats.org/drawingml/2006/main" noChangeAspect="1"/>
          </p:cNvPicPr>
          <p:nvPr/>
        </p:nvPicPr>
        <p:blipFill>
          <a:blip xmlns:r="http://schemas.openxmlformats.org/officeDocument/2006/relationships" xmlns:a="http://schemas.openxmlformats.org/drawingml/2006/main" r:embed="R5176c0373cfc4e9c"/>
          <a:stretch xmlns:a="http://schemas.openxmlformats.org/drawingml/2006/main"/>
        </p:blipFill>
        <p:spPr>
          <a:xfrm xmlns:a="http://schemas.openxmlformats.org/drawingml/2006/main">
            <a:off x="5038725" y="7324725"/>
            <a:ext cx="428625" cy="257175"/>
          </a:xfrm>
          <a:prstGeom xmlns:a="http://schemas.openxmlformats.org/drawingml/2006/main" prst="rect">
            <a:avLst/>
          </a:prstGeom>
        </p:spPr>
      </p:pic>
      <p:sp>
        <p:nvSpPr>
          <p:cNvPr id="200" name="Geo Reasoning text tag">
            <a:extLst xmlns:a="http://schemas.openxmlformats.org/drawingml/2006/main">
              <a:ext uri="{FF2B5EF4-FFF2-40B4-BE49-F238E27FC236}">
                <a16:creationId xmlns:a16="http://schemas.microsoft.com/office/drawing/2014/main" id="{3A7E85EB-6892-49E5-9D33-85AA69757D04}"/>
              </a:ext>
            </a:extLst>
          </p:cNvPr>
          <p:cNvSpPr>
            <a:spLocks xmlns:a="http://schemas.openxmlformats.org/drawingml/2006/main" noGrp="1"/>
          </p:cNvSpPr>
          <p:nvPr/>
        </p:nvSpPr>
        <p:spPr>
          <a:xfrm xmlns:a="http://schemas.openxmlformats.org/drawingml/2006/main">
            <a:off x="5562600" y="8391525"/>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FC738B"/>
          </a:solidFill>
          <a:ln xmlns:a="http://schemas.openxmlformats.org/drawingml/2006/main" w="9525">
            <a:noFill/>
            <a:prstDash val="solid"/>
          </a:ln>
        </p:spPr>
      </p:sp>
      <p:sp>
        <p:nvSpPr>
          <p:cNvPr id="201" name="Geo Reasoning text tag label">
            <a:extLst xmlns:a="http://schemas.openxmlformats.org/drawingml/2006/main">
              <a:ext uri="{FF2B5EF4-FFF2-40B4-BE49-F238E27FC236}">
                <a16:creationId xmlns:a16="http://schemas.microsoft.com/office/drawing/2014/main" id="{4BEE83DA-3AEB-409D-89F3-7319C7E21D81}"/>
              </a:ext>
            </a:extLst>
          </p:cNvPr>
          <p:cNvSpPr>
            <a:spLocks xmlns:a="http://schemas.openxmlformats.org/drawingml/2006/main" noGrp="1"/>
          </p:cNvSpPr>
          <p:nvPr/>
        </p:nvSpPr>
        <p:spPr>
          <a:xfrm xmlns:a="http://schemas.openxmlformats.org/drawingml/2006/main" rot="0">
            <a:off x="5629275" y="8387078"/>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202" name="Geo Reasoning reference frame">
            <a:extLst xmlns:a="http://schemas.openxmlformats.org/drawingml/2006/main">
              <a:ext uri="{FF2B5EF4-FFF2-40B4-BE49-F238E27FC236}">
                <a16:creationId xmlns:a16="http://schemas.microsoft.com/office/drawing/2014/main" id="{514E35E7-8855-49BE-97D5-A62676551CA6}"/>
              </a:ext>
            </a:extLst>
          </p:cNvPr>
          <p:cNvSpPr>
            <a:spLocks xmlns:a="http://schemas.openxmlformats.org/drawingml/2006/main" noGrp="1"/>
          </p:cNvSpPr>
          <p:nvPr/>
        </p:nvSpPr>
        <p:spPr>
          <a:xfrm xmlns:a="http://schemas.openxmlformats.org/drawingml/2006/main">
            <a:off x="5543550" y="8629650"/>
            <a:ext cx="2047875" cy="676275"/>
          </a:xfrm>
          <a:custGeom xmlns:a="http://schemas.openxmlformats.org/drawingml/2006/main">
            <a:pathLst>
              <a:path w="2047875" h="676275">
                <a:moveTo>
                  <a:pt x="19050" y="0"/>
                </a:moveTo>
                <a:lnTo>
                  <a:pt x="2028825" y="0"/>
                </a:lnTo>
                <a:cubicBezTo>
                  <a:pt x="2039346" y="0"/>
                  <a:pt x="2047875" y="8529"/>
                  <a:pt x="2047875" y="19050"/>
                </a:cubicBezTo>
                <a:lnTo>
                  <a:pt x="2047875" y="657225"/>
                </a:lnTo>
                <a:cubicBezTo>
                  <a:pt x="2047875" y="667746"/>
                  <a:pt x="2039346" y="676275"/>
                  <a:pt x="2028825" y="676275"/>
                </a:cubicBezTo>
                <a:lnTo>
                  <a:pt x="19050" y="676275"/>
                </a:lnTo>
                <a:cubicBezTo>
                  <a:pt x="8529" y="676275"/>
                  <a:pt x="0" y="667746"/>
                  <a:pt x="0" y="65722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FC738B"/>
            </a:solidFill>
            <a:prstDash val="solid"/>
          </a:ln>
        </p:spPr>
      </p:sp>
      <p:pic>
        <p:nvPicPr>
          <p:cNvPr id="203" name="">
            <a:extLst xmlns:a="http://schemas.openxmlformats.org/drawingml/2006/main">
              <a:ext uri="{FF2B5EF4-FFF2-40B4-BE49-F238E27FC236}">
                <a16:creationId xmlns:a16="http://schemas.microsoft.com/office/drawing/2014/main" id="{215C5F83-17FB-45F4-A2F1-92EEE37D1227}"/>
              </a:ext>
            </a:extLst>
          </p:cNvPr>
          <p:cNvPicPr>
            <a:picLocks xmlns:a="http://schemas.openxmlformats.org/drawingml/2006/main" noChangeAspect="1"/>
          </p:cNvPicPr>
          <p:nvPr/>
        </p:nvPicPr>
        <p:blipFill>
          <a:blip xmlns:r="http://schemas.openxmlformats.org/officeDocument/2006/relationships" xmlns:a="http://schemas.openxmlformats.org/drawingml/2006/main" r:embed="R0ddaaf0f16f64f16"/>
          <a:stretch xmlns:a="http://schemas.openxmlformats.org/drawingml/2006/main"/>
        </p:blipFill>
        <p:spPr>
          <a:xfrm xmlns:a="http://schemas.openxmlformats.org/drawingml/2006/main">
            <a:off x="5562600" y="8648700"/>
            <a:ext cx="2009775" cy="638175"/>
          </a:xfrm>
          <a:prstGeom xmlns:a="http://schemas.openxmlformats.org/drawingml/2006/main" prst="rect">
            <a:avLst/>
          </a:prstGeom>
        </p:spPr>
      </p:pic>
      <p:sp>
        <p:nvSpPr>
          <p:cNvPr id="204" name="Geo Reasoning images tag">
            <a:extLst xmlns:a="http://schemas.openxmlformats.org/drawingml/2006/main">
              <a:ext uri="{FF2B5EF4-FFF2-40B4-BE49-F238E27FC236}">
                <a16:creationId xmlns:a16="http://schemas.microsoft.com/office/drawing/2014/main" id="{44EFAAF8-509C-4E54-B0AA-A68D38A2DAF5}"/>
              </a:ext>
            </a:extLst>
          </p:cNvPr>
          <p:cNvSpPr>
            <a:spLocks xmlns:a="http://schemas.openxmlformats.org/drawingml/2006/main" noGrp="1"/>
          </p:cNvSpPr>
          <p:nvPr/>
        </p:nvSpPr>
        <p:spPr>
          <a:xfrm xmlns:a="http://schemas.openxmlformats.org/drawingml/2006/main">
            <a:off x="6858000" y="8496300"/>
            <a:ext cx="733425" cy="142875"/>
          </a:xfrm>
          <a:custGeom xmlns:a="http://schemas.openxmlformats.org/drawingml/2006/main">
            <a:pathLst>
              <a:path w="733425" h="142875">
                <a:moveTo>
                  <a:pt x="19050" y="0"/>
                </a:moveTo>
                <a:lnTo>
                  <a:pt x="714375" y="0"/>
                </a:lnTo>
                <a:cubicBezTo>
                  <a:pt x="724896" y="0"/>
                  <a:pt x="733425" y="8529"/>
                  <a:pt x="733425" y="19050"/>
                </a:cubicBezTo>
                <a:lnTo>
                  <a:pt x="733425" y="123825"/>
                </a:lnTo>
                <a:cubicBezTo>
                  <a:pt x="733425" y="134346"/>
                  <a:pt x="724896" y="142875"/>
                  <a:pt x="714375" y="142875"/>
                </a:cubicBezTo>
                <a:lnTo>
                  <a:pt x="19050" y="142875"/>
                </a:lnTo>
                <a:cubicBezTo>
                  <a:pt x="8529" y="142875"/>
                  <a:pt x="0" y="134346"/>
                  <a:pt x="0" y="123825"/>
                </a:cubicBezTo>
                <a:lnTo>
                  <a:pt x="0" y="19050"/>
                </a:lnTo>
                <a:cubicBezTo>
                  <a:pt x="0" y="8529"/>
                  <a:pt x="8529" y="0"/>
                  <a:pt x="19050" y="0"/>
                </a:cubicBezTo>
                <a:close/>
              </a:path>
            </a:pathLst>
          </a:custGeom>
          <a:solidFill xmlns:a="http://schemas.openxmlformats.org/drawingml/2006/main">
            <a:srgbClr val="FC738B"/>
          </a:solidFill>
          <a:ln xmlns:a="http://schemas.openxmlformats.org/drawingml/2006/main" w="9525">
            <a:noFill/>
            <a:prstDash val="solid"/>
          </a:ln>
        </p:spPr>
      </p:sp>
      <p:sp>
        <p:nvSpPr>
          <p:cNvPr id="205" name="Geo Reasoning images tag label">
            <a:extLst xmlns:a="http://schemas.openxmlformats.org/drawingml/2006/main">
              <a:ext uri="{FF2B5EF4-FFF2-40B4-BE49-F238E27FC236}">
                <a16:creationId xmlns:a16="http://schemas.microsoft.com/office/drawing/2014/main" id="{3835C5C5-6A4D-4E6F-985C-5050D81C54FA}"/>
              </a:ext>
            </a:extLst>
          </p:cNvPr>
          <p:cNvSpPr>
            <a:spLocks xmlns:a="http://schemas.openxmlformats.org/drawingml/2006/main" noGrp="1"/>
          </p:cNvSpPr>
          <p:nvPr/>
        </p:nvSpPr>
        <p:spPr>
          <a:xfrm xmlns:a="http://schemas.openxmlformats.org/drawingml/2006/main" rot="0">
            <a:off x="6924675" y="8492876"/>
            <a:ext cx="609600" cy="17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3" b="0" i="0">
                <a:solidFill>
                  <a:srgbClr val="FFFFFF"/>
                </a:solidFill>
                <a:latin typeface="Comic Sans MS"/>
                <a:ea typeface="Comic Sans MS"/>
                <a:cs typeface="Comic Sans MS"/>
              </a:defRPr>
            </a:defPPr>
          </a:lstStyle>
          <a:p xmlns:a="http://schemas.openxmlformats.org/drawingml/2006/main">
            <a:pPr algn="l">
              <a:lnSpc>
                <a:spcPct val="100000"/>
              </a:lnSpc>
              <a:buNone/>
              <a:defRPr sz="983" b="0" i="0">
                <a:solidFill>
                  <a:srgbClr val="FFFFFF"/>
                </a:solidFill>
                <a:latin typeface="Comic Sans MS"/>
                <a:ea typeface="Comic Sans MS"/>
                <a:cs typeface="Comic Sans MS"/>
              </a:defRPr>
            </a:pPr>
            <a:r>
              <a:rPr sz="983" b="0" i="0">
                <a:solidFill>
                  <a:srgbClr val="FFFFFF"/>
                </a:solidFill>
                <a:latin typeface="Comic Sans MS"/>
                <a:ea typeface="Comic Sans MS"/>
                <a:cs typeface="Comic Sans MS"/>
              </a:rPr>
              <a:t>▧ images</a:t>
            </a:r>
          </a:p>
        </p:txBody>
      </p:sp>
      <p:sp>
        <p:nvSpPr>
          <p:cNvPr id="206" name="Geo Reasoning evidence to generation">
            <a:extLst xmlns:a="http://schemas.openxmlformats.org/drawingml/2006/main">
              <a:ext uri="{FF2B5EF4-FFF2-40B4-BE49-F238E27FC236}">
                <a16:creationId xmlns:a16="http://schemas.microsoft.com/office/drawing/2014/main" id="{295EAEB5-FF53-491E-94C2-65230D262F77}"/>
              </a:ext>
            </a:extLst>
          </p:cNvPr>
          <p:cNvSpPr>
            <a:spLocks xmlns:a="http://schemas.openxmlformats.org/drawingml/2006/main" noGrp="1"/>
          </p:cNvSpPr>
          <p:nvPr/>
        </p:nvSpPr>
        <p:spPr>
          <a:xfrm xmlns:a="http://schemas.openxmlformats.org/drawingml/2006/main">
            <a:off x="7591425" y="8262938"/>
            <a:ext cx="371475" cy="400050"/>
          </a:xfrm>
          <a:custGeom xmlns:a="http://schemas.openxmlformats.org/drawingml/2006/main">
            <a:pathLst>
              <a:path w="371475" h="400050">
                <a:moveTo>
                  <a:pt x="0" y="112014"/>
                </a:moveTo>
                <a:lnTo>
                  <a:pt x="204311" y="112014"/>
                </a:lnTo>
                <a:lnTo>
                  <a:pt x="204311" y="0"/>
                </a:lnTo>
                <a:lnTo>
                  <a:pt x="371475" y="200025"/>
                </a:lnTo>
                <a:lnTo>
                  <a:pt x="204311" y="400050"/>
                </a:lnTo>
                <a:lnTo>
                  <a:pt x="204311" y="288036"/>
                </a:lnTo>
                <a:lnTo>
                  <a:pt x="0" y="288036"/>
                </a:lnTo>
                <a:close/>
              </a:path>
            </a:pathLst>
          </a:custGeom>
          <a:solidFill xmlns:a="http://schemas.openxmlformats.org/drawingml/2006/main">
            <a:srgbClr val="FFA7AD"/>
          </a:solidFill>
          <a:ln xmlns:a="http://schemas.openxmlformats.org/drawingml/2006/main" w="9525">
            <a:noFill/>
            <a:prstDash val="solid"/>
          </a:ln>
        </p:spPr>
      </p:sp>
      <p:pic>
        <p:nvPicPr>
          <p:cNvPr id="207" name="">
            <a:extLst xmlns:a="http://schemas.openxmlformats.org/drawingml/2006/main">
              <a:ext uri="{FF2B5EF4-FFF2-40B4-BE49-F238E27FC236}">
                <a16:creationId xmlns:a16="http://schemas.microsoft.com/office/drawing/2014/main" id="{8C68B9FB-929F-4AC6-A22F-816BB3493A1D}"/>
              </a:ext>
            </a:extLst>
          </p:cNvPr>
          <p:cNvPicPr>
            <a:picLocks xmlns:a="http://schemas.openxmlformats.org/drawingml/2006/main" noChangeAspect="1"/>
          </p:cNvPicPr>
          <p:nvPr/>
        </p:nvPicPr>
        <p:blipFill>
          <a:blip xmlns:r="http://schemas.openxmlformats.org/officeDocument/2006/relationships" xmlns:a="http://schemas.openxmlformats.org/drawingml/2006/main" r:embed="R145cd7873ea94bbf"/>
          <a:stretch xmlns:a="http://schemas.openxmlformats.org/drawingml/2006/main"/>
        </p:blipFill>
        <p:spPr>
          <a:xfrm xmlns:a="http://schemas.openxmlformats.org/drawingml/2006/main">
            <a:off x="7972425" y="7658100"/>
            <a:ext cx="1457325" cy="1609725"/>
          </a:xfrm>
          <a:prstGeom xmlns:a="http://schemas.openxmlformats.org/drawingml/2006/main" prst="rect">
            <a:avLst/>
          </a:prstGeom>
        </p:spPr>
      </p:pic>
      <p:sp>
        <p:nvSpPr>
          <p:cNvPr id="208" name="Geo Reasoning corner horizontal">
            <a:extLst xmlns:a="http://schemas.openxmlformats.org/drawingml/2006/main">
              <a:ext uri="{FF2B5EF4-FFF2-40B4-BE49-F238E27FC236}">
                <a16:creationId xmlns:a16="http://schemas.microsoft.com/office/drawing/2014/main" id="{E6D4BAC0-3D83-405A-8048-F04FE889A1D6}"/>
              </a:ext>
            </a:extLst>
          </p:cNvPr>
          <p:cNvSpPr>
            <a:spLocks xmlns:a="http://schemas.openxmlformats.org/drawingml/2006/main" noGrp="1"/>
          </p:cNvSpPr>
          <p:nvPr/>
        </p:nvSpPr>
        <p:spPr>
          <a:xfrm xmlns:a="http://schemas.openxmlformats.org/drawingml/2006/main">
            <a:off x="7924800" y="760095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FC738B"/>
            </a:solidFill>
            <a:prstDash val="solid"/>
          </a:ln>
        </p:spPr>
      </p:sp>
      <p:sp>
        <p:nvSpPr>
          <p:cNvPr id="209" name="Geo Reasoning corner vertical">
            <a:extLst xmlns:a="http://schemas.openxmlformats.org/drawingml/2006/main">
              <a:ext uri="{FF2B5EF4-FFF2-40B4-BE49-F238E27FC236}">
                <a16:creationId xmlns:a16="http://schemas.microsoft.com/office/drawing/2014/main" id="{177ECDFD-33F0-4966-B571-F09D8785645B}"/>
              </a:ext>
            </a:extLst>
          </p:cNvPr>
          <p:cNvSpPr>
            <a:spLocks xmlns:a="http://schemas.openxmlformats.org/drawingml/2006/main" noGrp="1"/>
          </p:cNvSpPr>
          <p:nvPr/>
        </p:nvSpPr>
        <p:spPr>
          <a:xfrm xmlns:a="http://schemas.openxmlformats.org/drawingml/2006/main">
            <a:off x="7924800" y="76009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FC738B"/>
            </a:solidFill>
            <a:prstDash val="solid"/>
          </a:ln>
        </p:spPr>
      </p:sp>
      <p:sp>
        <p:nvSpPr>
          <p:cNvPr id="210" name="Geo Reasoning corner horizontal">
            <a:extLst xmlns:a="http://schemas.openxmlformats.org/drawingml/2006/main">
              <a:ext uri="{FF2B5EF4-FFF2-40B4-BE49-F238E27FC236}">
                <a16:creationId xmlns:a16="http://schemas.microsoft.com/office/drawing/2014/main" id="{05ABB456-79AC-4AD3-9C5C-58663F77CE2F}"/>
              </a:ext>
            </a:extLst>
          </p:cNvPr>
          <p:cNvSpPr>
            <a:spLocks xmlns:a="http://schemas.openxmlformats.org/drawingml/2006/main" noGrp="1"/>
          </p:cNvSpPr>
          <p:nvPr/>
        </p:nvSpPr>
        <p:spPr>
          <a:xfrm xmlns:a="http://schemas.openxmlformats.org/drawingml/2006/main">
            <a:off x="9239250" y="760095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FC738B"/>
            </a:solidFill>
            <a:prstDash val="solid"/>
          </a:ln>
        </p:spPr>
      </p:sp>
      <p:sp>
        <p:nvSpPr>
          <p:cNvPr id="211" name="Geo Reasoning corner vertical">
            <a:extLst xmlns:a="http://schemas.openxmlformats.org/drawingml/2006/main">
              <a:ext uri="{FF2B5EF4-FFF2-40B4-BE49-F238E27FC236}">
                <a16:creationId xmlns:a16="http://schemas.microsoft.com/office/drawing/2014/main" id="{BC0ECEA5-90DE-4D84-98D4-D4DC6DAD4F98}"/>
              </a:ext>
            </a:extLst>
          </p:cNvPr>
          <p:cNvSpPr>
            <a:spLocks xmlns:a="http://schemas.openxmlformats.org/drawingml/2006/main" noGrp="1"/>
          </p:cNvSpPr>
          <p:nvPr/>
        </p:nvSpPr>
        <p:spPr>
          <a:xfrm xmlns:a="http://schemas.openxmlformats.org/drawingml/2006/main">
            <a:off x="9477375" y="760095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FC738B"/>
            </a:solidFill>
            <a:prstDash val="solid"/>
          </a:ln>
        </p:spPr>
      </p:sp>
      <p:sp>
        <p:nvSpPr>
          <p:cNvPr id="212" name="Geo Reasoning corner horizontal">
            <a:extLst xmlns:a="http://schemas.openxmlformats.org/drawingml/2006/main">
              <a:ext uri="{FF2B5EF4-FFF2-40B4-BE49-F238E27FC236}">
                <a16:creationId xmlns:a16="http://schemas.microsoft.com/office/drawing/2014/main" id="{48DBC5DD-62EA-40AE-87B7-E6D93B43CD3C}"/>
              </a:ext>
            </a:extLst>
          </p:cNvPr>
          <p:cNvSpPr>
            <a:spLocks xmlns:a="http://schemas.openxmlformats.org/drawingml/2006/main" noGrp="1"/>
          </p:cNvSpPr>
          <p:nvPr/>
        </p:nvSpPr>
        <p:spPr>
          <a:xfrm xmlns:a="http://schemas.openxmlformats.org/drawingml/2006/main">
            <a:off x="7924800" y="9324975"/>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FC738B"/>
            </a:solidFill>
            <a:prstDash val="solid"/>
          </a:ln>
        </p:spPr>
      </p:sp>
      <p:sp>
        <p:nvSpPr>
          <p:cNvPr id="213" name="Geo Reasoning corner vertical">
            <a:extLst xmlns:a="http://schemas.openxmlformats.org/drawingml/2006/main">
              <a:ext uri="{FF2B5EF4-FFF2-40B4-BE49-F238E27FC236}">
                <a16:creationId xmlns:a16="http://schemas.microsoft.com/office/drawing/2014/main" id="{2650D6A2-0E4F-47E2-9DC1-E5958A14F887}"/>
              </a:ext>
            </a:extLst>
          </p:cNvPr>
          <p:cNvSpPr>
            <a:spLocks xmlns:a="http://schemas.openxmlformats.org/drawingml/2006/main" noGrp="1"/>
          </p:cNvSpPr>
          <p:nvPr/>
        </p:nvSpPr>
        <p:spPr>
          <a:xfrm xmlns:a="http://schemas.openxmlformats.org/drawingml/2006/main">
            <a:off x="7924800" y="91249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FC738B"/>
            </a:solidFill>
            <a:prstDash val="solid"/>
          </a:ln>
        </p:spPr>
      </p:sp>
      <p:sp>
        <p:nvSpPr>
          <p:cNvPr id="214" name="Geo Reasoning corner horizontal">
            <a:extLst xmlns:a="http://schemas.openxmlformats.org/drawingml/2006/main">
              <a:ext uri="{FF2B5EF4-FFF2-40B4-BE49-F238E27FC236}">
                <a16:creationId xmlns:a16="http://schemas.microsoft.com/office/drawing/2014/main" id="{CCA145B0-C1E5-438C-ACC4-562FF39A9BC1}"/>
              </a:ext>
            </a:extLst>
          </p:cNvPr>
          <p:cNvSpPr>
            <a:spLocks xmlns:a="http://schemas.openxmlformats.org/drawingml/2006/main" noGrp="1"/>
          </p:cNvSpPr>
          <p:nvPr/>
        </p:nvSpPr>
        <p:spPr>
          <a:xfrm xmlns:a="http://schemas.openxmlformats.org/drawingml/2006/main">
            <a:off x="9239250" y="9324975"/>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FC738B"/>
            </a:solidFill>
            <a:prstDash val="solid"/>
          </a:ln>
        </p:spPr>
      </p:sp>
      <p:sp>
        <p:nvSpPr>
          <p:cNvPr id="215" name="Geo Reasoning corner vertical">
            <a:extLst xmlns:a="http://schemas.openxmlformats.org/drawingml/2006/main">
              <a:ext uri="{FF2B5EF4-FFF2-40B4-BE49-F238E27FC236}">
                <a16:creationId xmlns:a16="http://schemas.microsoft.com/office/drawing/2014/main" id="{3A148D2A-D630-450E-89AC-05401B8454AD}"/>
              </a:ext>
            </a:extLst>
          </p:cNvPr>
          <p:cNvSpPr>
            <a:spLocks xmlns:a="http://schemas.openxmlformats.org/drawingml/2006/main" noGrp="1"/>
          </p:cNvSpPr>
          <p:nvPr/>
        </p:nvSpPr>
        <p:spPr>
          <a:xfrm xmlns:a="http://schemas.openxmlformats.org/drawingml/2006/main">
            <a:off x="9477375" y="9124950"/>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FC738B"/>
            </a:solidFill>
            <a:prstDash val="solid"/>
          </a:ln>
        </p:spPr>
      </p:sp>
      <p:sp>
        <p:nvSpPr>
          <p:cNvPr id="216" name="Poem card">
            <a:extLst xmlns:a="http://schemas.openxmlformats.org/drawingml/2006/main">
              <a:ext uri="{FF2B5EF4-FFF2-40B4-BE49-F238E27FC236}">
                <a16:creationId xmlns:a16="http://schemas.microsoft.com/office/drawing/2014/main" id="{BB9B98FC-87D2-4F2B-8F60-3FA93E8632A3}"/>
              </a:ext>
            </a:extLst>
          </p:cNvPr>
          <p:cNvSpPr>
            <a:spLocks xmlns:a="http://schemas.openxmlformats.org/drawingml/2006/main" noGrp="1"/>
          </p:cNvSpPr>
          <p:nvPr/>
        </p:nvSpPr>
        <p:spPr>
          <a:xfrm xmlns:a="http://schemas.openxmlformats.org/drawingml/2006/main">
            <a:off x="9848850" y="6200775"/>
            <a:ext cx="4648200" cy="3257550"/>
          </a:xfrm>
          <a:custGeom xmlns:a="http://schemas.openxmlformats.org/drawingml/2006/main">
            <a:pathLst>
              <a:path w="4648200" h="3257550">
                <a:moveTo>
                  <a:pt x="57150" y="0"/>
                </a:moveTo>
                <a:lnTo>
                  <a:pt x="4591050" y="0"/>
                </a:lnTo>
                <a:cubicBezTo>
                  <a:pt x="4622613" y="0"/>
                  <a:pt x="4648200" y="25587"/>
                  <a:pt x="4648200" y="57150"/>
                </a:cubicBezTo>
                <a:lnTo>
                  <a:pt x="4648200" y="3200400"/>
                </a:lnTo>
                <a:cubicBezTo>
                  <a:pt x="4648200" y="3231963"/>
                  <a:pt x="4622613" y="3257550"/>
                  <a:pt x="4591050" y="3257550"/>
                </a:cubicBezTo>
                <a:lnTo>
                  <a:pt x="57150" y="3257550"/>
                </a:lnTo>
                <a:cubicBezTo>
                  <a:pt x="25587" y="3257550"/>
                  <a:pt x="0" y="3231963"/>
                  <a:pt x="0" y="3200400"/>
                </a:cubicBezTo>
                <a:lnTo>
                  <a:pt x="0" y="57150"/>
                </a:lnTo>
                <a:cubicBezTo>
                  <a:pt x="0" y="25587"/>
                  <a:pt x="25587" y="0"/>
                  <a:pt x="57150" y="0"/>
                </a:cubicBezTo>
                <a:close/>
              </a:path>
            </a:pathLst>
          </a:custGeom>
          <a:solidFill xmlns:a="http://schemas.openxmlformats.org/drawingml/2006/main">
            <a:srgbClr val="FEF4FC"/>
          </a:solidFill>
          <a:ln xmlns:a="http://schemas.openxmlformats.org/drawingml/2006/main" w="25718">
            <a:solidFill>
              <a:srgbClr val="F0C0E8"/>
            </a:solidFill>
            <a:prstDash val="solid"/>
          </a:ln>
        </p:spPr>
      </p:sp>
      <p:sp>
        <p:nvSpPr>
          <p:cNvPr id="217" name="Poem header">
            <a:extLst xmlns:a="http://schemas.openxmlformats.org/drawingml/2006/main">
              <a:ext uri="{FF2B5EF4-FFF2-40B4-BE49-F238E27FC236}">
                <a16:creationId xmlns:a16="http://schemas.microsoft.com/office/drawing/2014/main" id="{63F0123A-8C91-4D69-8695-3C4298E9CAB7}"/>
              </a:ext>
            </a:extLst>
          </p:cNvPr>
          <p:cNvSpPr>
            <a:spLocks xmlns:a="http://schemas.openxmlformats.org/drawingml/2006/main" noGrp="1"/>
          </p:cNvSpPr>
          <p:nvPr/>
        </p:nvSpPr>
        <p:spPr>
          <a:xfrm xmlns:a="http://schemas.openxmlformats.org/drawingml/2006/main">
            <a:off x="9848850" y="6200775"/>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F0C0E8"/>
          </a:solidFill>
          <a:ln xmlns:a="http://schemas.openxmlformats.org/drawingml/2006/main" w="9525">
            <a:noFill/>
            <a:prstDash val="solid"/>
          </a:ln>
        </p:spPr>
      </p:sp>
      <p:pic>
        <p:nvPicPr>
          <p:cNvPr id="218" name="">
            <a:extLst xmlns:a="http://schemas.openxmlformats.org/drawingml/2006/main">
              <a:ext uri="{FF2B5EF4-FFF2-40B4-BE49-F238E27FC236}">
                <a16:creationId xmlns:a16="http://schemas.microsoft.com/office/drawing/2014/main" id="{3BA7BAA1-DEDB-4C9F-B4CA-730B0AEDF6DC}"/>
              </a:ext>
            </a:extLst>
          </p:cNvPr>
          <p:cNvPicPr>
            <a:picLocks xmlns:a="http://schemas.openxmlformats.org/drawingml/2006/main" noChangeAspect="1"/>
          </p:cNvPicPr>
          <p:nvPr/>
        </p:nvPicPr>
        <p:blipFill>
          <a:blip xmlns:r="http://schemas.openxmlformats.org/officeDocument/2006/relationships" xmlns:a="http://schemas.openxmlformats.org/drawingml/2006/main" r:embed="Ra0e15ff6f00a40f2"/>
          <a:stretch xmlns:a="http://schemas.openxmlformats.org/drawingml/2006/main"/>
        </p:blipFill>
        <p:spPr>
          <a:xfrm xmlns:a="http://schemas.openxmlformats.org/drawingml/2006/main">
            <a:off x="11601450" y="6257925"/>
            <a:ext cx="304800" cy="352425"/>
          </a:xfrm>
          <a:prstGeom xmlns:a="http://schemas.openxmlformats.org/drawingml/2006/main" prst="rect">
            <a:avLst/>
          </a:prstGeom>
        </p:spPr>
      </p:pic>
      <p:sp>
        <p:nvSpPr>
          <p:cNvPr id="219" name="Poem prompt divider">
            <a:extLst xmlns:a="http://schemas.openxmlformats.org/drawingml/2006/main">
              <a:ext uri="{FF2B5EF4-FFF2-40B4-BE49-F238E27FC236}">
                <a16:creationId xmlns:a16="http://schemas.microsoft.com/office/drawing/2014/main" id="{B0172643-4CF9-4B7D-A240-24C8332E1978}"/>
              </a:ext>
            </a:extLst>
          </p:cNvPr>
          <p:cNvSpPr>
            <a:spLocks xmlns:a="http://schemas.openxmlformats.org/drawingml/2006/main" noGrp="1"/>
          </p:cNvSpPr>
          <p:nvPr/>
        </p:nvSpPr>
        <p:spPr>
          <a:xfrm xmlns:a="http://schemas.openxmlformats.org/drawingml/2006/main">
            <a:off x="9925050" y="7458075"/>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D66CC5"/>
            </a:solidFill>
            <a:prstDash val="dash"/>
          </a:ln>
        </p:spPr>
      </p:sp>
      <p:sp>
        <p:nvSpPr>
          <p:cNvPr id="220" name="Poem user disk">
            <a:extLst xmlns:a="http://schemas.openxmlformats.org/drawingml/2006/main">
              <a:ext uri="{FF2B5EF4-FFF2-40B4-BE49-F238E27FC236}">
                <a16:creationId xmlns:a16="http://schemas.microsoft.com/office/drawing/2014/main" id="{396622CC-1073-45BE-801C-C42CB5D37A9C}"/>
              </a:ext>
            </a:extLst>
          </p:cNvPr>
          <p:cNvSpPr>
            <a:spLocks xmlns:a="http://schemas.openxmlformats.org/drawingml/2006/main" noGrp="1"/>
          </p:cNvSpPr>
          <p:nvPr/>
        </p:nvSpPr>
        <p:spPr>
          <a:xfrm xmlns:a="http://schemas.openxmlformats.org/drawingml/2006/main">
            <a:off x="9982200" y="6734175"/>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D66CC5"/>
          </a:solidFill>
          <a:ln xmlns:a="http://schemas.openxmlformats.org/drawingml/2006/main" w="9525">
            <a:noFill/>
            <a:prstDash val="solid"/>
          </a:ln>
        </p:spPr>
      </p:sp>
      <p:sp>
        <p:nvSpPr>
          <p:cNvPr id="221" name="Poem user head">
            <a:extLst xmlns:a="http://schemas.openxmlformats.org/drawingml/2006/main">
              <a:ext uri="{FF2B5EF4-FFF2-40B4-BE49-F238E27FC236}">
                <a16:creationId xmlns:a16="http://schemas.microsoft.com/office/drawing/2014/main" id="{B8DA142A-FB24-461B-BC4E-E06DBBA26841}"/>
              </a:ext>
            </a:extLst>
          </p:cNvPr>
          <p:cNvSpPr>
            <a:spLocks xmlns:a="http://schemas.openxmlformats.org/drawingml/2006/main" noGrp="1"/>
          </p:cNvSpPr>
          <p:nvPr/>
        </p:nvSpPr>
        <p:spPr>
          <a:xfrm xmlns:a="http://schemas.openxmlformats.org/drawingml/2006/main">
            <a:off x="10077450" y="6772275"/>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222" name="Poem user shoulders">
            <a:extLst xmlns:a="http://schemas.openxmlformats.org/drawingml/2006/main">
              <a:ext uri="{FF2B5EF4-FFF2-40B4-BE49-F238E27FC236}">
                <a16:creationId xmlns:a16="http://schemas.microsoft.com/office/drawing/2014/main" id="{79C9A07F-B216-4345-ADFA-25BBF7262CDA}"/>
              </a:ext>
            </a:extLst>
          </p:cNvPr>
          <p:cNvSpPr>
            <a:spLocks xmlns:a="http://schemas.openxmlformats.org/drawingml/2006/main" noGrp="1"/>
          </p:cNvSpPr>
          <p:nvPr/>
        </p:nvSpPr>
        <p:spPr>
          <a:xfrm xmlns:a="http://schemas.openxmlformats.org/drawingml/2006/main">
            <a:off x="10039350" y="6905625"/>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223" name="Poem evidence container">
            <a:extLst xmlns:a="http://schemas.openxmlformats.org/drawingml/2006/main">
              <a:ext uri="{FF2B5EF4-FFF2-40B4-BE49-F238E27FC236}">
                <a16:creationId xmlns:a16="http://schemas.microsoft.com/office/drawing/2014/main" id="{40E2AAFE-7AF9-4F80-BC01-7A6D84FC7FCF}"/>
              </a:ext>
            </a:extLst>
          </p:cNvPr>
          <p:cNvSpPr>
            <a:spLocks xmlns:a="http://schemas.openxmlformats.org/drawingml/2006/main" noGrp="1"/>
          </p:cNvSpPr>
          <p:nvPr/>
        </p:nvSpPr>
        <p:spPr>
          <a:xfrm xmlns:a="http://schemas.openxmlformats.org/drawingml/2006/main">
            <a:off x="10448925" y="7562850"/>
            <a:ext cx="2000250" cy="1609725"/>
          </a:xfrm>
          <a:custGeom xmlns:a="http://schemas.openxmlformats.org/drawingml/2006/main">
            <a:pathLst>
              <a:path w="2000250" h="1609725">
                <a:moveTo>
                  <a:pt x="19050" y="0"/>
                </a:moveTo>
                <a:lnTo>
                  <a:pt x="1981200" y="0"/>
                </a:lnTo>
                <a:cubicBezTo>
                  <a:pt x="1991721" y="0"/>
                  <a:pt x="2000250" y="8529"/>
                  <a:pt x="2000250" y="19050"/>
                </a:cubicBezTo>
                <a:lnTo>
                  <a:pt x="2000250" y="1590675"/>
                </a:lnTo>
                <a:cubicBezTo>
                  <a:pt x="2000250" y="1601196"/>
                  <a:pt x="1991721" y="1609725"/>
                  <a:pt x="1981200" y="1609725"/>
                </a:cubicBezTo>
                <a:lnTo>
                  <a:pt x="19050" y="1609725"/>
                </a:lnTo>
                <a:cubicBezTo>
                  <a:pt x="8529" y="1609725"/>
                  <a:pt x="0" y="1601196"/>
                  <a:pt x="0" y="15906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D66CC5"/>
            </a:solidFill>
            <a:prstDash val="solid"/>
          </a:ln>
        </p:spPr>
      </p:sp>
      <p:sp>
        <p:nvSpPr>
          <p:cNvPr id="224" name="Poem tool rail">
            <a:extLst xmlns:a="http://schemas.openxmlformats.org/drawingml/2006/main">
              <a:ext uri="{FF2B5EF4-FFF2-40B4-BE49-F238E27FC236}">
                <a16:creationId xmlns:a16="http://schemas.microsoft.com/office/drawing/2014/main" id="{C2E4A2FE-B387-4B71-A8A6-AB0D28FF355C}"/>
              </a:ext>
            </a:extLst>
          </p:cNvPr>
          <p:cNvSpPr>
            <a:spLocks xmlns:a="http://schemas.openxmlformats.org/drawingml/2006/main" noGrp="1"/>
          </p:cNvSpPr>
          <p:nvPr/>
        </p:nvSpPr>
        <p:spPr>
          <a:xfrm xmlns:a="http://schemas.openxmlformats.org/drawingml/2006/main">
            <a:off x="10029825" y="7753350"/>
            <a:ext cx="228600" cy="1524000"/>
          </a:xfrm>
          <a:custGeom xmlns:a="http://schemas.openxmlformats.org/drawingml/2006/main">
            <a:pathLst>
              <a:path w="228600" h="1524000">
                <a:moveTo>
                  <a:pt x="114300" y="0"/>
                </a:moveTo>
                <a:lnTo>
                  <a:pt x="114300" y="0"/>
                </a:lnTo>
                <a:cubicBezTo>
                  <a:pt x="177426" y="0"/>
                  <a:pt x="228600" y="51174"/>
                  <a:pt x="228600" y="114300"/>
                </a:cubicBezTo>
                <a:lnTo>
                  <a:pt x="228600" y="1409700"/>
                </a:lnTo>
                <a:cubicBezTo>
                  <a:pt x="228600" y="1472826"/>
                  <a:pt x="177426" y="1524000"/>
                  <a:pt x="114300" y="1524000"/>
                </a:cubicBezTo>
                <a:lnTo>
                  <a:pt x="114300" y="1524000"/>
                </a:lnTo>
                <a:cubicBezTo>
                  <a:pt x="51174" y="1524000"/>
                  <a:pt x="0" y="1472826"/>
                  <a:pt x="0" y="14097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D66CC5"/>
            </a:solidFill>
            <a:prstDash val="solid"/>
          </a:ln>
        </p:spPr>
      </p:sp>
      <p:sp>
        <p:nvSpPr>
          <p:cNvPr id="225" name="Poem tool label">
            <a:extLst xmlns:a="http://schemas.openxmlformats.org/drawingml/2006/main">
              <a:ext uri="{FF2B5EF4-FFF2-40B4-BE49-F238E27FC236}">
                <a16:creationId xmlns:a16="http://schemas.microsoft.com/office/drawing/2014/main" id="{816D9A8A-50A0-411B-85D0-A182828D8EBA}"/>
              </a:ext>
            </a:extLst>
          </p:cNvPr>
          <p:cNvSpPr>
            <a:spLocks xmlns:a="http://schemas.openxmlformats.org/drawingml/2006/main" noGrp="1"/>
          </p:cNvSpPr>
          <p:nvPr/>
        </p:nvSpPr>
        <p:spPr>
          <a:xfrm xmlns:a="http://schemas.openxmlformats.org/drawingml/2006/main" rot="5400000">
            <a:off x="9782175" y="8427749"/>
            <a:ext cx="733425" cy="1627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5" b="0" i="0">
                <a:solidFill>
                  <a:srgbClr val="101010"/>
                </a:solidFill>
                <a:latin typeface="Comic Sans MS"/>
                <a:ea typeface="Comic Sans MS"/>
                <a:cs typeface="Comic Sans MS"/>
              </a:defRPr>
            </a:defPPr>
          </a:lstStyle>
          <a:p xmlns:a="http://schemas.openxmlformats.org/drawingml/2006/main">
            <a:pPr algn="l">
              <a:lnSpc>
                <a:spcPct val="100000"/>
              </a:lnSpc>
              <a:buNone/>
              <a:defRPr sz="915" b="0" i="0">
                <a:solidFill>
                  <a:srgbClr val="101010"/>
                </a:solidFill>
                <a:latin typeface="Comic Sans MS"/>
                <a:ea typeface="Comic Sans MS"/>
                <a:cs typeface="Comic Sans MS"/>
              </a:defRPr>
            </a:pPr>
            <a:r>
              <a:rPr sz="915" b="0" i="0">
                <a:solidFill>
                  <a:srgbClr val="101010"/>
                </a:solidFill>
                <a:latin typeface="Comic Sans MS"/>
                <a:ea typeface="Comic Sans MS"/>
                <a:cs typeface="Comic Sans MS"/>
              </a:rPr>
              <a:t>reasoning...</a:t>
            </a:r>
          </a:p>
        </p:txBody>
      </p:sp>
      <p:pic>
        <p:nvPicPr>
          <p:cNvPr id="226" name="">
            <a:extLst xmlns:a="http://schemas.openxmlformats.org/drawingml/2006/main">
              <a:ext uri="{FF2B5EF4-FFF2-40B4-BE49-F238E27FC236}">
                <a16:creationId xmlns:a16="http://schemas.microsoft.com/office/drawing/2014/main" id="{332E4CE6-0E29-4059-A534-46AE13F74BDB}"/>
              </a:ext>
            </a:extLst>
          </p:cNvPr>
          <p:cNvPicPr>
            <a:picLocks xmlns:a="http://schemas.openxmlformats.org/drawingml/2006/main" noChangeAspect="1"/>
          </p:cNvPicPr>
          <p:nvPr/>
        </p:nvPicPr>
        <p:blipFill>
          <a:blip xmlns:r="http://schemas.openxmlformats.org/officeDocument/2006/relationships" xmlns:a="http://schemas.openxmlformats.org/drawingml/2006/main" r:embed="R69b9399b5cce4266"/>
          <a:stretch xmlns:a="http://schemas.openxmlformats.org/drawingml/2006/main"/>
        </p:blipFill>
        <p:spPr>
          <a:xfrm xmlns:a="http://schemas.openxmlformats.org/drawingml/2006/main">
            <a:off x="10058400" y="7791450"/>
            <a:ext cx="180975" cy="200025"/>
          </a:xfrm>
          <a:prstGeom xmlns:a="http://schemas.openxmlformats.org/drawingml/2006/main" prst="rect">
            <a:avLst/>
          </a:prstGeom>
        </p:spPr>
      </p:pic>
      <p:pic>
        <p:nvPicPr>
          <p:cNvPr id="227" name="">
            <a:extLst xmlns:a="http://schemas.openxmlformats.org/drawingml/2006/main">
              <a:ext uri="{FF2B5EF4-FFF2-40B4-BE49-F238E27FC236}">
                <a16:creationId xmlns:a16="http://schemas.microsoft.com/office/drawing/2014/main" id="{D9B66258-DA29-4182-AAA9-085703708E92}"/>
              </a:ext>
            </a:extLst>
          </p:cNvPr>
          <p:cNvPicPr>
            <a:picLocks xmlns:a="http://schemas.openxmlformats.org/drawingml/2006/main" noChangeAspect="1"/>
          </p:cNvPicPr>
          <p:nvPr/>
        </p:nvPicPr>
        <p:blipFill>
          <a:blip xmlns:r="http://schemas.openxmlformats.org/officeDocument/2006/relationships" xmlns:a="http://schemas.openxmlformats.org/drawingml/2006/main" r:embed="Rb3d4e4b1e5844a3c"/>
          <a:stretch xmlns:a="http://schemas.openxmlformats.org/drawingml/2006/main"/>
        </p:blipFill>
        <p:spPr>
          <a:xfrm xmlns:a="http://schemas.openxmlformats.org/drawingml/2006/main">
            <a:off x="9915525" y="7581900"/>
            <a:ext cx="428625" cy="257175"/>
          </a:xfrm>
          <a:prstGeom xmlns:a="http://schemas.openxmlformats.org/drawingml/2006/main" prst="rect">
            <a:avLst/>
          </a:prstGeom>
        </p:spPr>
      </p:pic>
      <p:sp>
        <p:nvSpPr>
          <p:cNvPr id="228" name="Poem text tag">
            <a:extLst xmlns:a="http://schemas.openxmlformats.org/drawingml/2006/main">
              <a:ext uri="{FF2B5EF4-FFF2-40B4-BE49-F238E27FC236}">
                <a16:creationId xmlns:a16="http://schemas.microsoft.com/office/drawing/2014/main" id="{8319DE43-E4DB-497B-9F8C-7D7100FFC998}"/>
              </a:ext>
            </a:extLst>
          </p:cNvPr>
          <p:cNvSpPr>
            <a:spLocks xmlns:a="http://schemas.openxmlformats.org/drawingml/2006/main" noGrp="1"/>
          </p:cNvSpPr>
          <p:nvPr/>
        </p:nvSpPr>
        <p:spPr>
          <a:xfrm xmlns:a="http://schemas.openxmlformats.org/drawingml/2006/main">
            <a:off x="10448925" y="9182100"/>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D66CC5"/>
          </a:solidFill>
          <a:ln xmlns:a="http://schemas.openxmlformats.org/drawingml/2006/main" w="9525">
            <a:noFill/>
            <a:prstDash val="solid"/>
          </a:ln>
        </p:spPr>
      </p:sp>
      <p:sp>
        <p:nvSpPr>
          <p:cNvPr id="229" name="Poem text tag label">
            <a:extLst xmlns:a="http://schemas.openxmlformats.org/drawingml/2006/main">
              <a:ext uri="{FF2B5EF4-FFF2-40B4-BE49-F238E27FC236}">
                <a16:creationId xmlns:a16="http://schemas.microsoft.com/office/drawing/2014/main" id="{4CEE58E2-B153-45EF-8D9A-F5AF7969F42F}"/>
              </a:ext>
            </a:extLst>
          </p:cNvPr>
          <p:cNvSpPr>
            <a:spLocks xmlns:a="http://schemas.openxmlformats.org/drawingml/2006/main" noGrp="1"/>
          </p:cNvSpPr>
          <p:nvPr/>
        </p:nvSpPr>
        <p:spPr>
          <a:xfrm xmlns:a="http://schemas.openxmlformats.org/drawingml/2006/main" rot="0">
            <a:off x="10515600" y="9177653"/>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230" name="Poem evidence to generation">
            <a:extLst xmlns:a="http://schemas.openxmlformats.org/drawingml/2006/main">
              <a:ext uri="{FF2B5EF4-FFF2-40B4-BE49-F238E27FC236}">
                <a16:creationId xmlns:a16="http://schemas.microsoft.com/office/drawing/2014/main" id="{B259C2F0-9F53-473E-96E3-C2AB48711310}"/>
              </a:ext>
            </a:extLst>
          </p:cNvPr>
          <p:cNvSpPr>
            <a:spLocks xmlns:a="http://schemas.openxmlformats.org/drawingml/2006/main" noGrp="1"/>
          </p:cNvSpPr>
          <p:nvPr/>
        </p:nvSpPr>
        <p:spPr>
          <a:xfrm xmlns:a="http://schemas.openxmlformats.org/drawingml/2006/main">
            <a:off x="12468225" y="8248650"/>
            <a:ext cx="428625" cy="400050"/>
          </a:xfrm>
          <a:custGeom xmlns:a="http://schemas.openxmlformats.org/drawingml/2006/main">
            <a:pathLst>
              <a:path w="428625" h="400050">
                <a:moveTo>
                  <a:pt x="0" y="112014"/>
                </a:moveTo>
                <a:lnTo>
                  <a:pt x="235744" y="112014"/>
                </a:lnTo>
                <a:lnTo>
                  <a:pt x="235744" y="0"/>
                </a:lnTo>
                <a:lnTo>
                  <a:pt x="428625" y="200025"/>
                </a:lnTo>
                <a:lnTo>
                  <a:pt x="235744" y="400050"/>
                </a:lnTo>
                <a:lnTo>
                  <a:pt x="235744" y="288036"/>
                </a:lnTo>
                <a:lnTo>
                  <a:pt x="0" y="288036"/>
                </a:lnTo>
                <a:close/>
              </a:path>
            </a:pathLst>
          </a:custGeom>
          <a:solidFill xmlns:a="http://schemas.openxmlformats.org/drawingml/2006/main">
            <a:srgbClr val="F0C0E8"/>
          </a:solidFill>
          <a:ln xmlns:a="http://schemas.openxmlformats.org/drawingml/2006/main" w="9525">
            <a:noFill/>
            <a:prstDash val="solid"/>
          </a:ln>
        </p:spPr>
      </p:sp>
      <p:pic>
        <p:nvPicPr>
          <p:cNvPr id="231" name="">
            <a:extLst xmlns:a="http://schemas.openxmlformats.org/drawingml/2006/main">
              <a:ext uri="{FF2B5EF4-FFF2-40B4-BE49-F238E27FC236}">
                <a16:creationId xmlns:a16="http://schemas.microsoft.com/office/drawing/2014/main" id="{0870D574-204A-43BC-A73F-2872DAD6BB99}"/>
              </a:ext>
            </a:extLst>
          </p:cNvPr>
          <p:cNvPicPr>
            <a:picLocks xmlns:a="http://schemas.openxmlformats.org/drawingml/2006/main" noChangeAspect="1"/>
          </p:cNvPicPr>
          <p:nvPr/>
        </p:nvPicPr>
        <p:blipFill>
          <a:blip xmlns:r="http://schemas.openxmlformats.org/officeDocument/2006/relationships" xmlns:a="http://schemas.openxmlformats.org/drawingml/2006/main" r:embed="R0c3d5c9131dc4e80"/>
          <a:stretch xmlns:a="http://schemas.openxmlformats.org/drawingml/2006/main"/>
        </p:blipFill>
        <p:spPr>
          <a:xfrm xmlns:a="http://schemas.openxmlformats.org/drawingml/2006/main">
            <a:off x="12906375" y="7639050"/>
            <a:ext cx="1409700" cy="1619250"/>
          </a:xfrm>
          <a:prstGeom xmlns:a="http://schemas.openxmlformats.org/drawingml/2006/main" prst="rect">
            <a:avLst/>
          </a:prstGeom>
        </p:spPr>
      </p:pic>
      <p:sp>
        <p:nvSpPr>
          <p:cNvPr id="232" name="Poem corner horizontal">
            <a:extLst xmlns:a="http://schemas.openxmlformats.org/drawingml/2006/main">
              <a:ext uri="{FF2B5EF4-FFF2-40B4-BE49-F238E27FC236}">
                <a16:creationId xmlns:a16="http://schemas.microsoft.com/office/drawing/2014/main" id="{6AE156A4-1721-452E-A0E8-378A4D928C22}"/>
              </a:ext>
            </a:extLst>
          </p:cNvPr>
          <p:cNvSpPr>
            <a:spLocks xmlns:a="http://schemas.openxmlformats.org/drawingml/2006/main" noGrp="1"/>
          </p:cNvSpPr>
          <p:nvPr/>
        </p:nvSpPr>
        <p:spPr>
          <a:xfrm xmlns:a="http://schemas.openxmlformats.org/drawingml/2006/main">
            <a:off x="12858750" y="758190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D66CC5"/>
            </a:solidFill>
            <a:prstDash val="solid"/>
          </a:ln>
        </p:spPr>
      </p:sp>
      <p:sp>
        <p:nvSpPr>
          <p:cNvPr id="233" name="Poem corner vertical">
            <a:extLst xmlns:a="http://schemas.openxmlformats.org/drawingml/2006/main">
              <a:ext uri="{FF2B5EF4-FFF2-40B4-BE49-F238E27FC236}">
                <a16:creationId xmlns:a16="http://schemas.microsoft.com/office/drawing/2014/main" id="{C5BA04B0-15DF-44AA-AB1D-AA7B4E20E774}"/>
              </a:ext>
            </a:extLst>
          </p:cNvPr>
          <p:cNvSpPr>
            <a:spLocks xmlns:a="http://schemas.openxmlformats.org/drawingml/2006/main" noGrp="1"/>
          </p:cNvSpPr>
          <p:nvPr/>
        </p:nvSpPr>
        <p:spPr>
          <a:xfrm xmlns:a="http://schemas.openxmlformats.org/drawingml/2006/main">
            <a:off x="12858750" y="758190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D66CC5"/>
            </a:solidFill>
            <a:prstDash val="solid"/>
          </a:ln>
        </p:spPr>
      </p:sp>
      <p:sp>
        <p:nvSpPr>
          <p:cNvPr id="234" name="Poem corner horizontal">
            <a:extLst xmlns:a="http://schemas.openxmlformats.org/drawingml/2006/main">
              <a:ext uri="{FF2B5EF4-FFF2-40B4-BE49-F238E27FC236}">
                <a16:creationId xmlns:a16="http://schemas.microsoft.com/office/drawing/2014/main" id="{3B6F6934-86F0-4D18-A50D-4758DF438F4E}"/>
              </a:ext>
            </a:extLst>
          </p:cNvPr>
          <p:cNvSpPr>
            <a:spLocks xmlns:a="http://schemas.openxmlformats.org/drawingml/2006/main" noGrp="1"/>
          </p:cNvSpPr>
          <p:nvPr/>
        </p:nvSpPr>
        <p:spPr>
          <a:xfrm xmlns:a="http://schemas.openxmlformats.org/drawingml/2006/main">
            <a:off x="14125575" y="758190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D66CC5"/>
            </a:solidFill>
            <a:prstDash val="solid"/>
          </a:ln>
        </p:spPr>
      </p:sp>
      <p:sp>
        <p:nvSpPr>
          <p:cNvPr id="235" name="Poem corner vertical">
            <a:extLst xmlns:a="http://schemas.openxmlformats.org/drawingml/2006/main">
              <a:ext uri="{FF2B5EF4-FFF2-40B4-BE49-F238E27FC236}">
                <a16:creationId xmlns:a16="http://schemas.microsoft.com/office/drawing/2014/main" id="{69622AC4-316D-4F73-8E52-8535A4E21CEB}"/>
              </a:ext>
            </a:extLst>
          </p:cNvPr>
          <p:cNvSpPr>
            <a:spLocks xmlns:a="http://schemas.openxmlformats.org/drawingml/2006/main" noGrp="1"/>
          </p:cNvSpPr>
          <p:nvPr/>
        </p:nvSpPr>
        <p:spPr>
          <a:xfrm xmlns:a="http://schemas.openxmlformats.org/drawingml/2006/main">
            <a:off x="14363700" y="758190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D66CC5"/>
            </a:solidFill>
            <a:prstDash val="solid"/>
          </a:ln>
        </p:spPr>
      </p:sp>
      <p:sp>
        <p:nvSpPr>
          <p:cNvPr id="236" name="Poem corner horizontal">
            <a:extLst xmlns:a="http://schemas.openxmlformats.org/drawingml/2006/main">
              <a:ext uri="{FF2B5EF4-FFF2-40B4-BE49-F238E27FC236}">
                <a16:creationId xmlns:a16="http://schemas.microsoft.com/office/drawing/2014/main" id="{F415B00A-3E3B-4FE5-8EAB-8ACB918490DA}"/>
              </a:ext>
            </a:extLst>
          </p:cNvPr>
          <p:cNvSpPr>
            <a:spLocks xmlns:a="http://schemas.openxmlformats.org/drawingml/2006/main" noGrp="1"/>
          </p:cNvSpPr>
          <p:nvPr/>
        </p:nvSpPr>
        <p:spPr>
          <a:xfrm xmlns:a="http://schemas.openxmlformats.org/drawingml/2006/main">
            <a:off x="12858750" y="931545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D66CC5"/>
            </a:solidFill>
            <a:prstDash val="solid"/>
          </a:ln>
        </p:spPr>
      </p:sp>
      <p:sp>
        <p:nvSpPr>
          <p:cNvPr id="237" name="Poem corner vertical">
            <a:extLst xmlns:a="http://schemas.openxmlformats.org/drawingml/2006/main">
              <a:ext uri="{FF2B5EF4-FFF2-40B4-BE49-F238E27FC236}">
                <a16:creationId xmlns:a16="http://schemas.microsoft.com/office/drawing/2014/main" id="{37FF1193-3AB3-4A3D-BD3C-3710A36D9A98}"/>
              </a:ext>
            </a:extLst>
          </p:cNvPr>
          <p:cNvSpPr>
            <a:spLocks xmlns:a="http://schemas.openxmlformats.org/drawingml/2006/main" noGrp="1"/>
          </p:cNvSpPr>
          <p:nvPr/>
        </p:nvSpPr>
        <p:spPr>
          <a:xfrm xmlns:a="http://schemas.openxmlformats.org/drawingml/2006/main">
            <a:off x="12858750" y="9115425"/>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D66CC5"/>
            </a:solidFill>
            <a:prstDash val="solid"/>
          </a:ln>
        </p:spPr>
      </p:sp>
      <p:sp>
        <p:nvSpPr>
          <p:cNvPr id="238" name="Poem corner horizontal">
            <a:extLst xmlns:a="http://schemas.openxmlformats.org/drawingml/2006/main">
              <a:ext uri="{FF2B5EF4-FFF2-40B4-BE49-F238E27FC236}">
                <a16:creationId xmlns:a16="http://schemas.microsoft.com/office/drawing/2014/main" id="{31E83A93-F2A6-44C1-B572-FA5372C78D85}"/>
              </a:ext>
            </a:extLst>
          </p:cNvPr>
          <p:cNvSpPr>
            <a:spLocks xmlns:a="http://schemas.openxmlformats.org/drawingml/2006/main" noGrp="1"/>
          </p:cNvSpPr>
          <p:nvPr/>
        </p:nvSpPr>
        <p:spPr>
          <a:xfrm xmlns:a="http://schemas.openxmlformats.org/drawingml/2006/main">
            <a:off x="14125575" y="931545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D66CC5"/>
            </a:solidFill>
            <a:prstDash val="solid"/>
          </a:ln>
        </p:spPr>
      </p:sp>
      <p:sp>
        <p:nvSpPr>
          <p:cNvPr id="239" name="Poem corner vertical">
            <a:extLst xmlns:a="http://schemas.openxmlformats.org/drawingml/2006/main">
              <a:ext uri="{FF2B5EF4-FFF2-40B4-BE49-F238E27FC236}">
                <a16:creationId xmlns:a16="http://schemas.microsoft.com/office/drawing/2014/main" id="{D4271CCA-AFD6-4E39-9F45-EEE9E351A9F6}"/>
              </a:ext>
            </a:extLst>
          </p:cNvPr>
          <p:cNvSpPr>
            <a:spLocks xmlns:a="http://schemas.openxmlformats.org/drawingml/2006/main" noGrp="1"/>
          </p:cNvSpPr>
          <p:nvPr/>
        </p:nvSpPr>
        <p:spPr>
          <a:xfrm xmlns:a="http://schemas.openxmlformats.org/drawingml/2006/main">
            <a:off x="14363700" y="9115425"/>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D66CC5"/>
            </a:solidFill>
            <a:prstDash val="solid"/>
          </a:ln>
        </p:spPr>
      </p:sp>
      <p:sp>
        <p:nvSpPr>
          <p:cNvPr id="240" name="Science &amp; Logic card">
            <a:extLst xmlns:a="http://schemas.openxmlformats.org/drawingml/2006/main">
              <a:ext uri="{FF2B5EF4-FFF2-40B4-BE49-F238E27FC236}">
                <a16:creationId xmlns:a16="http://schemas.microsoft.com/office/drawing/2014/main" id="{2C5FAF0A-D030-42E7-8253-807A13164DD3}"/>
              </a:ext>
            </a:extLst>
          </p:cNvPr>
          <p:cNvSpPr>
            <a:spLocks xmlns:a="http://schemas.openxmlformats.org/drawingml/2006/main" noGrp="1"/>
          </p:cNvSpPr>
          <p:nvPr/>
        </p:nvSpPr>
        <p:spPr>
          <a:xfrm xmlns:a="http://schemas.openxmlformats.org/drawingml/2006/main">
            <a:off x="14716125" y="6200775"/>
            <a:ext cx="4648200" cy="3257550"/>
          </a:xfrm>
          <a:custGeom xmlns:a="http://schemas.openxmlformats.org/drawingml/2006/main">
            <a:pathLst>
              <a:path w="4648200" h="3257550">
                <a:moveTo>
                  <a:pt x="57150" y="0"/>
                </a:moveTo>
                <a:lnTo>
                  <a:pt x="4591050" y="0"/>
                </a:lnTo>
                <a:cubicBezTo>
                  <a:pt x="4622613" y="0"/>
                  <a:pt x="4648200" y="25587"/>
                  <a:pt x="4648200" y="57150"/>
                </a:cubicBezTo>
                <a:lnTo>
                  <a:pt x="4648200" y="3200400"/>
                </a:lnTo>
                <a:cubicBezTo>
                  <a:pt x="4648200" y="3231963"/>
                  <a:pt x="4622613" y="3257550"/>
                  <a:pt x="4591050" y="3257550"/>
                </a:cubicBezTo>
                <a:lnTo>
                  <a:pt x="57150" y="3257550"/>
                </a:lnTo>
                <a:cubicBezTo>
                  <a:pt x="25587" y="3257550"/>
                  <a:pt x="0" y="3231963"/>
                  <a:pt x="0" y="3200400"/>
                </a:cubicBezTo>
                <a:lnTo>
                  <a:pt x="0" y="57150"/>
                </a:lnTo>
                <a:cubicBezTo>
                  <a:pt x="0" y="25587"/>
                  <a:pt x="25587" y="0"/>
                  <a:pt x="57150" y="0"/>
                </a:cubicBezTo>
                <a:close/>
              </a:path>
            </a:pathLst>
          </a:custGeom>
          <a:solidFill xmlns:a="http://schemas.openxmlformats.org/drawingml/2006/main">
            <a:srgbClr val="F2EBFB"/>
          </a:solidFill>
          <a:ln xmlns:a="http://schemas.openxmlformats.org/drawingml/2006/main" w="25718">
            <a:solidFill>
              <a:srgbClr val="CEBAEF"/>
            </a:solidFill>
            <a:prstDash val="solid"/>
          </a:ln>
        </p:spPr>
      </p:sp>
      <p:sp>
        <p:nvSpPr>
          <p:cNvPr id="241" name="Science &amp; Logic header">
            <a:extLst xmlns:a="http://schemas.openxmlformats.org/drawingml/2006/main">
              <a:ext uri="{FF2B5EF4-FFF2-40B4-BE49-F238E27FC236}">
                <a16:creationId xmlns:a16="http://schemas.microsoft.com/office/drawing/2014/main" id="{E4A04EB8-2326-4514-A717-7125F479A422}"/>
              </a:ext>
            </a:extLst>
          </p:cNvPr>
          <p:cNvSpPr>
            <a:spLocks xmlns:a="http://schemas.openxmlformats.org/drawingml/2006/main" noGrp="1"/>
          </p:cNvSpPr>
          <p:nvPr/>
        </p:nvSpPr>
        <p:spPr>
          <a:xfrm xmlns:a="http://schemas.openxmlformats.org/drawingml/2006/main">
            <a:off x="14716125" y="6200775"/>
            <a:ext cx="4648200" cy="447675"/>
          </a:xfrm>
          <a:custGeom xmlns:a="http://schemas.openxmlformats.org/drawingml/2006/main">
            <a:pathLst>
              <a:path w="4648200" h="447675">
                <a:moveTo>
                  <a:pt x="57150" y="0"/>
                </a:moveTo>
                <a:lnTo>
                  <a:pt x="4591050" y="0"/>
                </a:lnTo>
                <a:cubicBezTo>
                  <a:pt x="4622613" y="0"/>
                  <a:pt x="4648200" y="25587"/>
                  <a:pt x="4648200" y="57150"/>
                </a:cubicBezTo>
                <a:lnTo>
                  <a:pt x="4648200" y="390525"/>
                </a:lnTo>
                <a:cubicBezTo>
                  <a:pt x="4648200" y="422088"/>
                  <a:pt x="4622613" y="447675"/>
                  <a:pt x="4591050" y="447675"/>
                </a:cubicBezTo>
                <a:lnTo>
                  <a:pt x="57150" y="447675"/>
                </a:lnTo>
                <a:cubicBezTo>
                  <a:pt x="25587" y="447675"/>
                  <a:pt x="0" y="422088"/>
                  <a:pt x="0" y="390525"/>
                </a:cubicBezTo>
                <a:lnTo>
                  <a:pt x="0" y="57150"/>
                </a:lnTo>
                <a:cubicBezTo>
                  <a:pt x="0" y="25587"/>
                  <a:pt x="25587" y="0"/>
                  <a:pt x="57150" y="0"/>
                </a:cubicBezTo>
                <a:close/>
              </a:path>
            </a:pathLst>
          </a:custGeom>
          <a:solidFill xmlns:a="http://schemas.openxmlformats.org/drawingml/2006/main">
            <a:srgbClr val="CEBAEF"/>
          </a:solidFill>
          <a:ln xmlns:a="http://schemas.openxmlformats.org/drawingml/2006/main" w="9525">
            <a:noFill/>
            <a:prstDash val="solid"/>
          </a:ln>
        </p:spPr>
      </p:sp>
      <p:pic>
        <p:nvPicPr>
          <p:cNvPr id="242" name="">
            <a:extLst xmlns:a="http://schemas.openxmlformats.org/drawingml/2006/main">
              <a:ext uri="{FF2B5EF4-FFF2-40B4-BE49-F238E27FC236}">
                <a16:creationId xmlns:a16="http://schemas.microsoft.com/office/drawing/2014/main" id="{DDE3A8B8-5119-4028-B52E-E4387F864162}"/>
              </a:ext>
            </a:extLst>
          </p:cNvPr>
          <p:cNvPicPr>
            <a:picLocks xmlns:a="http://schemas.openxmlformats.org/drawingml/2006/main" noChangeAspect="1"/>
          </p:cNvPicPr>
          <p:nvPr/>
        </p:nvPicPr>
        <p:blipFill>
          <a:blip xmlns:r="http://schemas.openxmlformats.org/officeDocument/2006/relationships" xmlns:a="http://schemas.openxmlformats.org/drawingml/2006/main" r:embed="Rc29294f8a3c14744"/>
          <a:stretch xmlns:a="http://schemas.openxmlformats.org/drawingml/2006/main"/>
        </p:blipFill>
        <p:spPr>
          <a:xfrm xmlns:a="http://schemas.openxmlformats.org/drawingml/2006/main">
            <a:off x="16049625" y="6257925"/>
            <a:ext cx="314325" cy="352425"/>
          </a:xfrm>
          <a:prstGeom xmlns:a="http://schemas.openxmlformats.org/drawingml/2006/main" prst="rect">
            <a:avLst/>
          </a:prstGeom>
        </p:spPr>
      </p:pic>
      <p:sp>
        <p:nvSpPr>
          <p:cNvPr id="243" name="Science &amp; Logic prompt divider">
            <a:extLst xmlns:a="http://schemas.openxmlformats.org/drawingml/2006/main">
              <a:ext uri="{FF2B5EF4-FFF2-40B4-BE49-F238E27FC236}">
                <a16:creationId xmlns:a16="http://schemas.microsoft.com/office/drawing/2014/main" id="{52B33762-84E0-418B-AAC0-AD3EC13DEA97}"/>
              </a:ext>
            </a:extLst>
          </p:cNvPr>
          <p:cNvSpPr>
            <a:spLocks xmlns:a="http://schemas.openxmlformats.org/drawingml/2006/main" noGrp="1"/>
          </p:cNvSpPr>
          <p:nvPr/>
        </p:nvSpPr>
        <p:spPr>
          <a:xfrm xmlns:a="http://schemas.openxmlformats.org/drawingml/2006/main">
            <a:off x="14792325" y="7191375"/>
            <a:ext cx="4486275" cy="191"/>
          </a:xfrm>
          <a:custGeom xmlns:a="http://schemas.openxmlformats.org/drawingml/2006/main">
            <a:pathLst>
              <a:path w="4486275" h="191">
                <a:moveTo>
                  <a:pt x="0" y="0"/>
                </a:moveTo>
                <a:lnTo>
                  <a:pt x="4486275" y="0"/>
                </a:lnTo>
              </a:path>
            </a:pathLst>
          </a:custGeom>
          <a:noFill xmlns:a="http://schemas.openxmlformats.org/drawingml/2006/main"/>
          <a:ln xmlns:a="http://schemas.openxmlformats.org/drawingml/2006/main" w="28575">
            <a:solidFill>
              <a:srgbClr val="9D74D5"/>
            </a:solidFill>
            <a:prstDash val="dash"/>
          </a:ln>
        </p:spPr>
      </p:sp>
      <p:sp>
        <p:nvSpPr>
          <p:cNvPr id="244" name="Science &amp; Logic user disk">
            <a:extLst xmlns:a="http://schemas.openxmlformats.org/drawingml/2006/main">
              <a:ext uri="{FF2B5EF4-FFF2-40B4-BE49-F238E27FC236}">
                <a16:creationId xmlns:a16="http://schemas.microsoft.com/office/drawing/2014/main" id="{C12C6A04-61C8-439F-B033-C043934A1698}"/>
              </a:ext>
            </a:extLst>
          </p:cNvPr>
          <p:cNvSpPr>
            <a:spLocks xmlns:a="http://schemas.openxmlformats.org/drawingml/2006/main" noGrp="1"/>
          </p:cNvSpPr>
          <p:nvPr/>
        </p:nvSpPr>
        <p:spPr>
          <a:xfrm xmlns:a="http://schemas.openxmlformats.org/drawingml/2006/main">
            <a:off x="14849475" y="6734175"/>
            <a:ext cx="323850" cy="323850"/>
          </a:xfrm>
          <a:custGeom xmlns:a="http://schemas.openxmlformats.org/drawingml/2006/main">
            <a:pathLst>
              <a:path w="323850" h="323850">
                <a:moveTo>
                  <a:pt x="323850" y="161925"/>
                </a:moveTo>
                <a:cubicBezTo>
                  <a:pt x="323850" y="251354"/>
                  <a:pt x="251354" y="323850"/>
                  <a:pt x="161925" y="323850"/>
                </a:cubicBezTo>
                <a:cubicBezTo>
                  <a:pt x="72496" y="323850"/>
                  <a:pt x="0" y="251354"/>
                  <a:pt x="0" y="161925"/>
                </a:cubicBezTo>
                <a:cubicBezTo>
                  <a:pt x="0" y="72496"/>
                  <a:pt x="72496" y="0"/>
                  <a:pt x="161925" y="0"/>
                </a:cubicBezTo>
                <a:cubicBezTo>
                  <a:pt x="251354" y="0"/>
                  <a:pt x="323850" y="72496"/>
                  <a:pt x="323850" y="161925"/>
                </a:cubicBezTo>
                <a:close/>
              </a:path>
            </a:pathLst>
          </a:custGeom>
          <a:solidFill xmlns:a="http://schemas.openxmlformats.org/drawingml/2006/main">
            <a:srgbClr val="9D74D5"/>
          </a:solidFill>
          <a:ln xmlns:a="http://schemas.openxmlformats.org/drawingml/2006/main" w="9525">
            <a:noFill/>
            <a:prstDash val="solid"/>
          </a:ln>
        </p:spPr>
      </p:sp>
      <p:sp>
        <p:nvSpPr>
          <p:cNvPr id="245" name="Science &amp; Logic user head">
            <a:extLst xmlns:a="http://schemas.openxmlformats.org/drawingml/2006/main">
              <a:ext uri="{FF2B5EF4-FFF2-40B4-BE49-F238E27FC236}">
                <a16:creationId xmlns:a16="http://schemas.microsoft.com/office/drawing/2014/main" id="{52A19540-49B6-403B-9DA4-E913506108B8}"/>
              </a:ext>
            </a:extLst>
          </p:cNvPr>
          <p:cNvSpPr>
            <a:spLocks xmlns:a="http://schemas.openxmlformats.org/drawingml/2006/main" noGrp="1"/>
          </p:cNvSpPr>
          <p:nvPr/>
        </p:nvSpPr>
        <p:spPr>
          <a:xfrm xmlns:a="http://schemas.openxmlformats.org/drawingml/2006/main">
            <a:off x="14944725" y="6772275"/>
            <a:ext cx="142875" cy="142875"/>
          </a:xfrm>
          <a:custGeom xmlns:a="http://schemas.openxmlformats.org/drawingml/2006/main">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xmlns:a="http://schemas.openxmlformats.org/drawingml/2006/main">
            <a:srgbClr val="FFFFFF"/>
          </a:solidFill>
          <a:ln xmlns:a="http://schemas.openxmlformats.org/drawingml/2006/main" w="9525">
            <a:noFill/>
            <a:prstDash val="solid"/>
          </a:ln>
        </p:spPr>
      </p:sp>
      <p:sp>
        <p:nvSpPr>
          <p:cNvPr id="246" name="Science &amp; Logic user shoulders">
            <a:extLst xmlns:a="http://schemas.openxmlformats.org/drawingml/2006/main">
              <a:ext uri="{FF2B5EF4-FFF2-40B4-BE49-F238E27FC236}">
                <a16:creationId xmlns:a16="http://schemas.microsoft.com/office/drawing/2014/main" id="{77570F97-A131-4EF4-B51A-105284F03689}"/>
              </a:ext>
            </a:extLst>
          </p:cNvPr>
          <p:cNvSpPr>
            <a:spLocks xmlns:a="http://schemas.openxmlformats.org/drawingml/2006/main" noGrp="1"/>
          </p:cNvSpPr>
          <p:nvPr/>
        </p:nvSpPr>
        <p:spPr>
          <a:xfrm xmlns:a="http://schemas.openxmlformats.org/drawingml/2006/main">
            <a:off x="14906625" y="6905625"/>
            <a:ext cx="219075" cy="114300"/>
          </a:xfrm>
          <a:custGeom xmlns:a="http://schemas.openxmlformats.org/drawingml/2006/main">
            <a:pathLst>
              <a:path w="219075" h="114300">
                <a:moveTo>
                  <a:pt x="219075" y="57150"/>
                </a:moveTo>
                <a:cubicBezTo>
                  <a:pt x="219075" y="88713"/>
                  <a:pt x="170033" y="114300"/>
                  <a:pt x="109538" y="114300"/>
                </a:cubicBezTo>
                <a:cubicBezTo>
                  <a:pt x="49042" y="114300"/>
                  <a:pt x="0" y="88713"/>
                  <a:pt x="0" y="57150"/>
                </a:cubicBezTo>
                <a:cubicBezTo>
                  <a:pt x="0" y="25587"/>
                  <a:pt x="49042" y="0"/>
                  <a:pt x="109538" y="0"/>
                </a:cubicBezTo>
                <a:cubicBezTo>
                  <a:pt x="170033" y="0"/>
                  <a:pt x="219075" y="25587"/>
                  <a:pt x="219075" y="57150"/>
                </a:cubicBezTo>
                <a:close/>
              </a:path>
            </a:pathLst>
          </a:custGeom>
          <a:solidFill xmlns:a="http://schemas.openxmlformats.org/drawingml/2006/main">
            <a:srgbClr val="FFFFFF"/>
          </a:solidFill>
          <a:ln xmlns:a="http://schemas.openxmlformats.org/drawingml/2006/main" w="9525">
            <a:noFill/>
            <a:prstDash val="solid"/>
          </a:ln>
        </p:spPr>
      </p:sp>
      <p:sp>
        <p:nvSpPr>
          <p:cNvPr id="247" name="Science &amp; Logic evidence container">
            <a:extLst xmlns:a="http://schemas.openxmlformats.org/drawingml/2006/main">
              <a:ext uri="{FF2B5EF4-FFF2-40B4-BE49-F238E27FC236}">
                <a16:creationId xmlns:a16="http://schemas.microsoft.com/office/drawing/2014/main" id="{E9AE56D3-BA87-4522-80EF-FFB61D0A000F}"/>
              </a:ext>
            </a:extLst>
          </p:cNvPr>
          <p:cNvSpPr>
            <a:spLocks xmlns:a="http://schemas.openxmlformats.org/drawingml/2006/main" noGrp="1"/>
          </p:cNvSpPr>
          <p:nvPr/>
        </p:nvSpPr>
        <p:spPr>
          <a:xfrm xmlns:a="http://schemas.openxmlformats.org/drawingml/2006/main">
            <a:off x="15306675" y="7315200"/>
            <a:ext cx="2009775" cy="1952625"/>
          </a:xfrm>
          <a:custGeom xmlns:a="http://schemas.openxmlformats.org/drawingml/2006/main">
            <a:pathLst>
              <a:path w="2009775" h="1952625">
                <a:moveTo>
                  <a:pt x="19050" y="0"/>
                </a:moveTo>
                <a:lnTo>
                  <a:pt x="1990725" y="0"/>
                </a:lnTo>
                <a:cubicBezTo>
                  <a:pt x="2001246" y="0"/>
                  <a:pt x="2009775" y="8529"/>
                  <a:pt x="2009775" y="19050"/>
                </a:cubicBezTo>
                <a:lnTo>
                  <a:pt x="2009775" y="1933575"/>
                </a:lnTo>
                <a:cubicBezTo>
                  <a:pt x="2009775" y="1944096"/>
                  <a:pt x="2001246" y="1952625"/>
                  <a:pt x="1990725" y="1952625"/>
                </a:cubicBezTo>
                <a:lnTo>
                  <a:pt x="19050" y="1952625"/>
                </a:lnTo>
                <a:cubicBezTo>
                  <a:pt x="8529" y="1952625"/>
                  <a:pt x="0" y="1944096"/>
                  <a:pt x="0" y="1933575"/>
                </a:cubicBezTo>
                <a:lnTo>
                  <a:pt x="0" y="19050"/>
                </a:lnTo>
                <a:cubicBezTo>
                  <a:pt x="0" y="8529"/>
                  <a:pt x="8529" y="0"/>
                  <a:pt x="19050" y="0"/>
                </a:cubicBezTo>
                <a:close/>
              </a:path>
            </a:pathLst>
          </a:custGeom>
          <a:solidFill xmlns:a="http://schemas.openxmlformats.org/drawingml/2006/main">
            <a:srgbClr val="FFFFFF"/>
          </a:solidFill>
          <a:ln xmlns:a="http://schemas.openxmlformats.org/drawingml/2006/main" w="28575">
            <a:solidFill>
              <a:srgbClr val="9D74D5"/>
            </a:solidFill>
            <a:prstDash val="solid"/>
          </a:ln>
        </p:spPr>
      </p:sp>
      <p:sp>
        <p:nvSpPr>
          <p:cNvPr id="248" name="Science &amp; Logic tool rail">
            <a:extLst xmlns:a="http://schemas.openxmlformats.org/drawingml/2006/main">
              <a:ext uri="{FF2B5EF4-FFF2-40B4-BE49-F238E27FC236}">
                <a16:creationId xmlns:a16="http://schemas.microsoft.com/office/drawing/2014/main" id="{1205E1B6-0880-423E-9A92-03D383C84BE8}"/>
              </a:ext>
            </a:extLst>
          </p:cNvPr>
          <p:cNvSpPr>
            <a:spLocks xmlns:a="http://schemas.openxmlformats.org/drawingml/2006/main" noGrp="1"/>
          </p:cNvSpPr>
          <p:nvPr/>
        </p:nvSpPr>
        <p:spPr>
          <a:xfrm xmlns:a="http://schemas.openxmlformats.org/drawingml/2006/main">
            <a:off x="14897100" y="7524750"/>
            <a:ext cx="228600" cy="1752600"/>
          </a:xfrm>
          <a:custGeom xmlns:a="http://schemas.openxmlformats.org/drawingml/2006/main">
            <a:pathLst>
              <a:path w="228600" h="1752600">
                <a:moveTo>
                  <a:pt x="114300" y="0"/>
                </a:moveTo>
                <a:lnTo>
                  <a:pt x="114300" y="0"/>
                </a:lnTo>
                <a:cubicBezTo>
                  <a:pt x="177426" y="0"/>
                  <a:pt x="228600" y="51174"/>
                  <a:pt x="228600" y="114300"/>
                </a:cubicBezTo>
                <a:lnTo>
                  <a:pt x="228600" y="1638300"/>
                </a:lnTo>
                <a:cubicBezTo>
                  <a:pt x="228600" y="1701426"/>
                  <a:pt x="177426" y="1752600"/>
                  <a:pt x="114300" y="1752600"/>
                </a:cubicBezTo>
                <a:lnTo>
                  <a:pt x="114300" y="1752600"/>
                </a:lnTo>
                <a:cubicBezTo>
                  <a:pt x="51174" y="1752600"/>
                  <a:pt x="0" y="1701426"/>
                  <a:pt x="0" y="1638300"/>
                </a:cubicBezTo>
                <a:lnTo>
                  <a:pt x="0" y="114300"/>
                </a:lnTo>
                <a:cubicBezTo>
                  <a:pt x="0" y="51174"/>
                  <a:pt x="51174" y="0"/>
                  <a:pt x="114300" y="0"/>
                </a:cubicBezTo>
                <a:close/>
              </a:path>
            </a:pathLst>
          </a:custGeom>
          <a:solidFill xmlns:a="http://schemas.openxmlformats.org/drawingml/2006/main">
            <a:srgbClr val="FFFFFF"/>
          </a:solidFill>
          <a:ln xmlns:a="http://schemas.openxmlformats.org/drawingml/2006/main" w="19050">
            <a:solidFill>
              <a:srgbClr val="9D74D5"/>
            </a:solidFill>
            <a:prstDash val="solid"/>
          </a:ln>
        </p:spPr>
      </p:sp>
      <p:sp>
        <p:nvSpPr>
          <p:cNvPr id="249" name="Science &amp; Logic tool label">
            <a:extLst xmlns:a="http://schemas.openxmlformats.org/drawingml/2006/main">
              <a:ext uri="{FF2B5EF4-FFF2-40B4-BE49-F238E27FC236}">
                <a16:creationId xmlns:a16="http://schemas.microsoft.com/office/drawing/2014/main" id="{FAC587D0-2AAF-42C3-B873-2480AA7151AD}"/>
              </a:ext>
            </a:extLst>
          </p:cNvPr>
          <p:cNvSpPr>
            <a:spLocks xmlns:a="http://schemas.openxmlformats.org/drawingml/2006/main" noGrp="1"/>
          </p:cNvSpPr>
          <p:nvPr/>
        </p:nvSpPr>
        <p:spPr>
          <a:xfrm xmlns:a="http://schemas.openxmlformats.org/drawingml/2006/main" rot="5400000">
            <a:off x="14649450" y="8313449"/>
            <a:ext cx="733425" cy="1627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5" b="0" i="0">
                <a:solidFill>
                  <a:srgbClr val="101010"/>
                </a:solidFill>
                <a:latin typeface="Comic Sans MS"/>
                <a:ea typeface="Comic Sans MS"/>
                <a:cs typeface="Comic Sans MS"/>
              </a:defRPr>
            </a:defPPr>
          </a:lstStyle>
          <a:p xmlns:a="http://schemas.openxmlformats.org/drawingml/2006/main">
            <a:pPr algn="l">
              <a:lnSpc>
                <a:spcPct val="100000"/>
              </a:lnSpc>
              <a:buNone/>
              <a:defRPr sz="915" b="0" i="0">
                <a:solidFill>
                  <a:srgbClr val="101010"/>
                </a:solidFill>
                <a:latin typeface="Comic Sans MS"/>
                <a:ea typeface="Comic Sans MS"/>
                <a:cs typeface="Comic Sans MS"/>
              </a:defRPr>
            </a:pPr>
            <a:r>
              <a:rPr sz="915" b="0" i="0">
                <a:solidFill>
                  <a:srgbClr val="101010"/>
                </a:solidFill>
                <a:latin typeface="Comic Sans MS"/>
                <a:ea typeface="Comic Sans MS"/>
                <a:cs typeface="Comic Sans MS"/>
              </a:rPr>
              <a:t>reasoning...</a:t>
            </a:r>
          </a:p>
        </p:txBody>
      </p:sp>
      <p:pic>
        <p:nvPicPr>
          <p:cNvPr id="250" name="">
            <a:extLst xmlns:a="http://schemas.openxmlformats.org/drawingml/2006/main">
              <a:ext uri="{FF2B5EF4-FFF2-40B4-BE49-F238E27FC236}">
                <a16:creationId xmlns:a16="http://schemas.microsoft.com/office/drawing/2014/main" id="{1861F8EE-6FC2-4ECD-9C7D-D7220A0E3251}"/>
              </a:ext>
            </a:extLst>
          </p:cNvPr>
          <p:cNvPicPr>
            <a:picLocks xmlns:a="http://schemas.openxmlformats.org/drawingml/2006/main" noChangeAspect="1"/>
          </p:cNvPicPr>
          <p:nvPr/>
        </p:nvPicPr>
        <p:blipFill>
          <a:blip xmlns:r="http://schemas.openxmlformats.org/officeDocument/2006/relationships" xmlns:a="http://schemas.openxmlformats.org/drawingml/2006/main" r:embed="Raee6f2c94945440b"/>
          <a:stretch xmlns:a="http://schemas.openxmlformats.org/drawingml/2006/main"/>
        </p:blipFill>
        <p:spPr>
          <a:xfrm xmlns:a="http://schemas.openxmlformats.org/drawingml/2006/main">
            <a:off x="14925675" y="7562850"/>
            <a:ext cx="180975" cy="200025"/>
          </a:xfrm>
          <a:prstGeom xmlns:a="http://schemas.openxmlformats.org/drawingml/2006/main" prst="rect">
            <a:avLst/>
          </a:prstGeom>
        </p:spPr>
      </p:pic>
      <p:pic>
        <p:nvPicPr>
          <p:cNvPr id="251" name="">
            <a:extLst xmlns:a="http://schemas.openxmlformats.org/drawingml/2006/main">
              <a:ext uri="{FF2B5EF4-FFF2-40B4-BE49-F238E27FC236}">
                <a16:creationId xmlns:a16="http://schemas.microsoft.com/office/drawing/2014/main" id="{8C3D1F95-821D-4E6E-A9D3-92E3F70E5F52}"/>
              </a:ext>
            </a:extLst>
          </p:cNvPr>
          <p:cNvPicPr>
            <a:picLocks xmlns:a="http://schemas.openxmlformats.org/drawingml/2006/main" noChangeAspect="1"/>
          </p:cNvPicPr>
          <p:nvPr/>
        </p:nvPicPr>
        <p:blipFill>
          <a:blip xmlns:r="http://schemas.openxmlformats.org/officeDocument/2006/relationships" xmlns:a="http://schemas.openxmlformats.org/drawingml/2006/main" r:embed="Red313afeb27c4cb4"/>
          <a:stretch xmlns:a="http://schemas.openxmlformats.org/drawingml/2006/main"/>
        </p:blipFill>
        <p:spPr>
          <a:xfrm xmlns:a="http://schemas.openxmlformats.org/drawingml/2006/main">
            <a:off x="14782800" y="7334250"/>
            <a:ext cx="428625" cy="257175"/>
          </a:xfrm>
          <a:prstGeom xmlns:a="http://schemas.openxmlformats.org/drawingml/2006/main" prst="rect">
            <a:avLst/>
          </a:prstGeom>
        </p:spPr>
      </p:pic>
      <p:sp>
        <p:nvSpPr>
          <p:cNvPr id="252" name="Science &amp; Logic text tag">
            <a:extLst xmlns:a="http://schemas.openxmlformats.org/drawingml/2006/main">
              <a:ext uri="{FF2B5EF4-FFF2-40B4-BE49-F238E27FC236}">
                <a16:creationId xmlns:a16="http://schemas.microsoft.com/office/drawing/2014/main" id="{ED17B5C4-6DD0-467A-ACFF-F63F1E4A8865}"/>
              </a:ext>
            </a:extLst>
          </p:cNvPr>
          <p:cNvSpPr>
            <a:spLocks xmlns:a="http://schemas.openxmlformats.org/drawingml/2006/main" noGrp="1"/>
          </p:cNvSpPr>
          <p:nvPr/>
        </p:nvSpPr>
        <p:spPr>
          <a:xfrm xmlns:a="http://schemas.openxmlformats.org/drawingml/2006/main">
            <a:off x="15306675" y="9277350"/>
            <a:ext cx="695325" cy="152400"/>
          </a:xfrm>
          <a:custGeom xmlns:a="http://schemas.openxmlformats.org/drawingml/2006/main">
            <a:pathLst>
              <a:path w="695325" h="152400">
                <a:moveTo>
                  <a:pt x="19050" y="0"/>
                </a:moveTo>
                <a:lnTo>
                  <a:pt x="676275" y="0"/>
                </a:lnTo>
                <a:cubicBezTo>
                  <a:pt x="686796" y="0"/>
                  <a:pt x="695325" y="8529"/>
                  <a:pt x="695325" y="19050"/>
                </a:cubicBezTo>
                <a:lnTo>
                  <a:pt x="695325" y="133350"/>
                </a:lnTo>
                <a:cubicBezTo>
                  <a:pt x="695325" y="143871"/>
                  <a:pt x="686796" y="152400"/>
                  <a:pt x="676275" y="152400"/>
                </a:cubicBezTo>
                <a:lnTo>
                  <a:pt x="19050" y="152400"/>
                </a:lnTo>
                <a:cubicBezTo>
                  <a:pt x="8529" y="152400"/>
                  <a:pt x="0" y="143871"/>
                  <a:pt x="0" y="133350"/>
                </a:cubicBezTo>
                <a:lnTo>
                  <a:pt x="0" y="19050"/>
                </a:lnTo>
                <a:cubicBezTo>
                  <a:pt x="0" y="8529"/>
                  <a:pt x="8529" y="0"/>
                  <a:pt x="19050" y="0"/>
                </a:cubicBezTo>
                <a:close/>
              </a:path>
            </a:pathLst>
          </a:custGeom>
          <a:solidFill xmlns:a="http://schemas.openxmlformats.org/drawingml/2006/main">
            <a:srgbClr val="9D74D5"/>
          </a:solidFill>
          <a:ln xmlns:a="http://schemas.openxmlformats.org/drawingml/2006/main" w="9525">
            <a:noFill/>
            <a:prstDash val="solid"/>
          </a:ln>
        </p:spPr>
      </p:sp>
      <p:sp>
        <p:nvSpPr>
          <p:cNvPr id="253" name="Science &amp; Logic text tag label">
            <a:extLst xmlns:a="http://schemas.openxmlformats.org/drawingml/2006/main">
              <a:ext uri="{FF2B5EF4-FFF2-40B4-BE49-F238E27FC236}">
                <a16:creationId xmlns:a16="http://schemas.microsoft.com/office/drawing/2014/main" id="{1E5B023C-3C8B-4358-AF17-33780A036454}"/>
              </a:ext>
            </a:extLst>
          </p:cNvPr>
          <p:cNvSpPr>
            <a:spLocks xmlns:a="http://schemas.openxmlformats.org/drawingml/2006/main" noGrp="1"/>
          </p:cNvSpPr>
          <p:nvPr/>
        </p:nvSpPr>
        <p:spPr>
          <a:xfrm xmlns:a="http://schemas.openxmlformats.org/drawingml/2006/main" rot="0">
            <a:off x="15373350" y="9272903"/>
            <a:ext cx="438150" cy="182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28" b="0" i="0">
                <a:solidFill>
                  <a:srgbClr val="FFFFFF"/>
                </a:solidFill>
                <a:latin typeface="Comic Sans MS"/>
                <a:ea typeface="Comic Sans MS"/>
                <a:cs typeface="Comic Sans MS"/>
              </a:defRPr>
            </a:defPPr>
          </a:lstStyle>
          <a:p xmlns:a="http://schemas.openxmlformats.org/drawingml/2006/main">
            <a:pPr algn="l">
              <a:lnSpc>
                <a:spcPct val="100000"/>
              </a:lnSpc>
              <a:buNone/>
              <a:defRPr sz="1028" b="0" i="0">
                <a:solidFill>
                  <a:srgbClr val="FFFFFF"/>
                </a:solidFill>
                <a:latin typeface="Comic Sans MS"/>
                <a:ea typeface="Comic Sans MS"/>
                <a:cs typeface="Comic Sans MS"/>
              </a:defRPr>
            </a:pPr>
            <a:r>
              <a:rPr sz="1028" b="0" i="0">
                <a:solidFill>
                  <a:srgbClr val="FFFFFF"/>
                </a:solidFill>
                <a:latin typeface="Comic Sans MS"/>
                <a:ea typeface="Comic Sans MS"/>
                <a:cs typeface="Comic Sans MS"/>
              </a:rPr>
              <a:t>T  text</a:t>
            </a:r>
          </a:p>
        </p:txBody>
      </p:sp>
      <p:sp>
        <p:nvSpPr>
          <p:cNvPr id="254" name="Science &amp; Logic evidence to generation">
            <a:extLst xmlns:a="http://schemas.openxmlformats.org/drawingml/2006/main">
              <a:ext uri="{FF2B5EF4-FFF2-40B4-BE49-F238E27FC236}">
                <a16:creationId xmlns:a16="http://schemas.microsoft.com/office/drawing/2014/main" id="{DC442CE9-8513-4392-BBE1-75724A37A3DE}"/>
              </a:ext>
            </a:extLst>
          </p:cNvPr>
          <p:cNvSpPr>
            <a:spLocks xmlns:a="http://schemas.openxmlformats.org/drawingml/2006/main" noGrp="1"/>
          </p:cNvSpPr>
          <p:nvPr/>
        </p:nvSpPr>
        <p:spPr>
          <a:xfrm xmlns:a="http://schemas.openxmlformats.org/drawingml/2006/main">
            <a:off x="17335500" y="8191500"/>
            <a:ext cx="390525" cy="400050"/>
          </a:xfrm>
          <a:custGeom xmlns:a="http://schemas.openxmlformats.org/drawingml/2006/main">
            <a:pathLst>
              <a:path w="390525" h="400050">
                <a:moveTo>
                  <a:pt x="0" y="112014"/>
                </a:moveTo>
                <a:lnTo>
                  <a:pt x="214789" y="112014"/>
                </a:lnTo>
                <a:lnTo>
                  <a:pt x="214789" y="0"/>
                </a:lnTo>
                <a:lnTo>
                  <a:pt x="390525" y="200025"/>
                </a:lnTo>
                <a:lnTo>
                  <a:pt x="214789" y="400050"/>
                </a:lnTo>
                <a:lnTo>
                  <a:pt x="214789" y="288036"/>
                </a:lnTo>
                <a:lnTo>
                  <a:pt x="0" y="288036"/>
                </a:lnTo>
                <a:close/>
              </a:path>
            </a:pathLst>
          </a:custGeom>
          <a:solidFill xmlns:a="http://schemas.openxmlformats.org/drawingml/2006/main">
            <a:srgbClr val="CEBAEF"/>
          </a:solidFill>
          <a:ln xmlns:a="http://schemas.openxmlformats.org/drawingml/2006/main" w="9525">
            <a:noFill/>
            <a:prstDash val="solid"/>
          </a:ln>
        </p:spPr>
      </p:sp>
      <p:pic>
        <p:nvPicPr>
          <p:cNvPr id="255" name="">
            <a:extLst xmlns:a="http://schemas.openxmlformats.org/drawingml/2006/main">
              <a:ext uri="{FF2B5EF4-FFF2-40B4-BE49-F238E27FC236}">
                <a16:creationId xmlns:a16="http://schemas.microsoft.com/office/drawing/2014/main" id="{C10B6466-4256-4B11-A066-83DBA8B01AEA}"/>
              </a:ext>
            </a:extLst>
          </p:cNvPr>
          <p:cNvPicPr>
            <a:picLocks xmlns:a="http://schemas.openxmlformats.org/drawingml/2006/main" noChangeAspect="1"/>
          </p:cNvPicPr>
          <p:nvPr/>
        </p:nvPicPr>
        <p:blipFill>
          <a:blip xmlns:r="http://schemas.openxmlformats.org/officeDocument/2006/relationships" xmlns:a="http://schemas.openxmlformats.org/drawingml/2006/main" r:embed="R099d408221e449bc"/>
          <a:stretch xmlns:a="http://schemas.openxmlformats.org/drawingml/2006/main"/>
        </p:blipFill>
        <p:spPr>
          <a:xfrm xmlns:a="http://schemas.openxmlformats.org/drawingml/2006/main">
            <a:off x="17735550" y="7524750"/>
            <a:ext cx="1457325" cy="1733550"/>
          </a:xfrm>
          <a:prstGeom xmlns:a="http://schemas.openxmlformats.org/drawingml/2006/main" prst="rect">
            <a:avLst/>
          </a:prstGeom>
        </p:spPr>
      </p:pic>
      <p:sp>
        <p:nvSpPr>
          <p:cNvPr id="256" name="Science &amp; Logic corner horizontal">
            <a:extLst xmlns:a="http://schemas.openxmlformats.org/drawingml/2006/main">
              <a:ext uri="{FF2B5EF4-FFF2-40B4-BE49-F238E27FC236}">
                <a16:creationId xmlns:a16="http://schemas.microsoft.com/office/drawing/2014/main" id="{41B3C2E2-3A32-4C84-9EFD-D19B91C75CE2}"/>
              </a:ext>
            </a:extLst>
          </p:cNvPr>
          <p:cNvSpPr>
            <a:spLocks xmlns:a="http://schemas.openxmlformats.org/drawingml/2006/main" noGrp="1"/>
          </p:cNvSpPr>
          <p:nvPr/>
        </p:nvSpPr>
        <p:spPr>
          <a:xfrm xmlns:a="http://schemas.openxmlformats.org/drawingml/2006/main">
            <a:off x="17687925" y="746760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9D74D5"/>
            </a:solidFill>
            <a:prstDash val="solid"/>
          </a:ln>
        </p:spPr>
      </p:sp>
      <p:sp>
        <p:nvSpPr>
          <p:cNvPr id="257" name="Science &amp; Logic corner vertical">
            <a:extLst xmlns:a="http://schemas.openxmlformats.org/drawingml/2006/main">
              <a:ext uri="{FF2B5EF4-FFF2-40B4-BE49-F238E27FC236}">
                <a16:creationId xmlns:a16="http://schemas.microsoft.com/office/drawing/2014/main" id="{C7808734-0D9B-4E8F-82F8-75D36DE95816}"/>
              </a:ext>
            </a:extLst>
          </p:cNvPr>
          <p:cNvSpPr>
            <a:spLocks xmlns:a="http://schemas.openxmlformats.org/drawingml/2006/main" noGrp="1"/>
          </p:cNvSpPr>
          <p:nvPr/>
        </p:nvSpPr>
        <p:spPr>
          <a:xfrm xmlns:a="http://schemas.openxmlformats.org/drawingml/2006/main">
            <a:off x="17687925" y="746760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9D74D5"/>
            </a:solidFill>
            <a:prstDash val="solid"/>
          </a:ln>
        </p:spPr>
      </p:sp>
      <p:sp>
        <p:nvSpPr>
          <p:cNvPr id="258" name="Science &amp; Logic corner horizontal">
            <a:extLst xmlns:a="http://schemas.openxmlformats.org/drawingml/2006/main">
              <a:ext uri="{FF2B5EF4-FFF2-40B4-BE49-F238E27FC236}">
                <a16:creationId xmlns:a16="http://schemas.microsoft.com/office/drawing/2014/main" id="{62EE3413-86A0-4F15-8104-9FC6AFB16F70}"/>
              </a:ext>
            </a:extLst>
          </p:cNvPr>
          <p:cNvSpPr>
            <a:spLocks xmlns:a="http://schemas.openxmlformats.org/drawingml/2006/main" noGrp="1"/>
          </p:cNvSpPr>
          <p:nvPr/>
        </p:nvSpPr>
        <p:spPr>
          <a:xfrm xmlns:a="http://schemas.openxmlformats.org/drawingml/2006/main">
            <a:off x="19002375" y="746760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9D74D5"/>
            </a:solidFill>
            <a:prstDash val="solid"/>
          </a:ln>
        </p:spPr>
      </p:sp>
      <p:sp>
        <p:nvSpPr>
          <p:cNvPr id="259" name="Science &amp; Logic corner vertical">
            <a:extLst xmlns:a="http://schemas.openxmlformats.org/drawingml/2006/main">
              <a:ext uri="{FF2B5EF4-FFF2-40B4-BE49-F238E27FC236}">
                <a16:creationId xmlns:a16="http://schemas.microsoft.com/office/drawing/2014/main" id="{CB236C90-04B2-4030-93B7-B853375CD0FD}"/>
              </a:ext>
            </a:extLst>
          </p:cNvPr>
          <p:cNvSpPr>
            <a:spLocks xmlns:a="http://schemas.openxmlformats.org/drawingml/2006/main" noGrp="1"/>
          </p:cNvSpPr>
          <p:nvPr/>
        </p:nvSpPr>
        <p:spPr>
          <a:xfrm xmlns:a="http://schemas.openxmlformats.org/drawingml/2006/main">
            <a:off x="19240500" y="7467600"/>
            <a:ext cx="191" cy="200025"/>
          </a:xfrm>
          <a:custGeom xmlns:a="http://schemas.openxmlformats.org/drawingml/2006/main">
            <a:pathLst>
              <a:path w="191" h="200025">
                <a:moveTo>
                  <a:pt x="0" y="0"/>
                </a:moveTo>
                <a:lnTo>
                  <a:pt x="0" y="200025"/>
                </a:lnTo>
              </a:path>
            </a:pathLst>
          </a:custGeom>
          <a:noFill xmlns:a="http://schemas.openxmlformats.org/drawingml/2006/main"/>
          <a:ln xmlns:a="http://schemas.openxmlformats.org/drawingml/2006/main" w="19050">
            <a:solidFill>
              <a:srgbClr val="9D74D5"/>
            </a:solidFill>
            <a:prstDash val="solid"/>
          </a:ln>
        </p:spPr>
      </p:sp>
      <p:sp>
        <p:nvSpPr>
          <p:cNvPr id="260" name="Science &amp; Logic corner horizontal">
            <a:extLst xmlns:a="http://schemas.openxmlformats.org/drawingml/2006/main">
              <a:ext uri="{FF2B5EF4-FFF2-40B4-BE49-F238E27FC236}">
                <a16:creationId xmlns:a16="http://schemas.microsoft.com/office/drawing/2014/main" id="{32516B7A-AF9B-477A-A623-2F18C25C1ED1}"/>
              </a:ext>
            </a:extLst>
          </p:cNvPr>
          <p:cNvSpPr>
            <a:spLocks xmlns:a="http://schemas.openxmlformats.org/drawingml/2006/main" noGrp="1"/>
          </p:cNvSpPr>
          <p:nvPr/>
        </p:nvSpPr>
        <p:spPr>
          <a:xfrm xmlns:a="http://schemas.openxmlformats.org/drawingml/2006/main">
            <a:off x="17687925" y="9315450"/>
            <a:ext cx="238125" cy="191"/>
          </a:xfrm>
          <a:custGeom xmlns:a="http://schemas.openxmlformats.org/drawingml/2006/main">
            <a:pathLst>
              <a:path w="238125" h="191">
                <a:moveTo>
                  <a:pt x="0" y="0"/>
                </a:moveTo>
                <a:lnTo>
                  <a:pt x="238125" y="0"/>
                </a:lnTo>
              </a:path>
            </a:pathLst>
          </a:custGeom>
          <a:noFill xmlns:a="http://schemas.openxmlformats.org/drawingml/2006/main"/>
          <a:ln xmlns:a="http://schemas.openxmlformats.org/drawingml/2006/main" w="19050">
            <a:solidFill>
              <a:srgbClr val="9D74D5"/>
            </a:solidFill>
            <a:prstDash val="solid"/>
          </a:ln>
        </p:spPr>
      </p:sp>
      <p:sp>
        <p:nvSpPr>
          <p:cNvPr id="261" name="Science &amp; Logic corner vertical">
            <a:extLst xmlns:a="http://schemas.openxmlformats.org/drawingml/2006/main">
              <a:ext uri="{FF2B5EF4-FFF2-40B4-BE49-F238E27FC236}">
                <a16:creationId xmlns:a16="http://schemas.microsoft.com/office/drawing/2014/main" id="{AA2E19A4-DE90-4B1C-9430-A602D391AD40}"/>
              </a:ext>
            </a:extLst>
          </p:cNvPr>
          <p:cNvSpPr>
            <a:spLocks xmlns:a="http://schemas.openxmlformats.org/drawingml/2006/main" noGrp="1"/>
          </p:cNvSpPr>
          <p:nvPr/>
        </p:nvSpPr>
        <p:spPr>
          <a:xfrm xmlns:a="http://schemas.openxmlformats.org/drawingml/2006/main">
            <a:off x="17687925" y="9115425"/>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9D74D5"/>
            </a:solidFill>
            <a:prstDash val="solid"/>
          </a:ln>
        </p:spPr>
      </p:sp>
      <p:sp>
        <p:nvSpPr>
          <p:cNvPr id="262" name="Science &amp; Logic corner horizontal">
            <a:extLst xmlns:a="http://schemas.openxmlformats.org/drawingml/2006/main">
              <a:ext uri="{FF2B5EF4-FFF2-40B4-BE49-F238E27FC236}">
                <a16:creationId xmlns:a16="http://schemas.microsoft.com/office/drawing/2014/main" id="{16562719-D6CD-47E5-A7B4-FB1F91A30B4E}"/>
              </a:ext>
            </a:extLst>
          </p:cNvPr>
          <p:cNvSpPr>
            <a:spLocks xmlns:a="http://schemas.openxmlformats.org/drawingml/2006/main" noGrp="1"/>
          </p:cNvSpPr>
          <p:nvPr/>
        </p:nvSpPr>
        <p:spPr>
          <a:xfrm xmlns:a="http://schemas.openxmlformats.org/drawingml/2006/main">
            <a:off x="19002375" y="9315450"/>
            <a:ext cx="238125" cy="191"/>
          </a:xfrm>
          <a:custGeom xmlns:a="http://schemas.openxmlformats.org/drawingml/2006/main">
            <a:pathLst>
              <a:path w="238125" h="191">
                <a:moveTo>
                  <a:pt x="238125" y="0"/>
                </a:moveTo>
                <a:lnTo>
                  <a:pt x="0" y="0"/>
                </a:lnTo>
              </a:path>
            </a:pathLst>
          </a:custGeom>
          <a:noFill xmlns:a="http://schemas.openxmlformats.org/drawingml/2006/main"/>
          <a:ln xmlns:a="http://schemas.openxmlformats.org/drawingml/2006/main" w="19050">
            <a:solidFill>
              <a:srgbClr val="9D74D5"/>
            </a:solidFill>
            <a:prstDash val="solid"/>
          </a:ln>
        </p:spPr>
      </p:sp>
      <p:sp>
        <p:nvSpPr>
          <p:cNvPr id="263" name="Science &amp; Logic corner vertical">
            <a:extLst xmlns:a="http://schemas.openxmlformats.org/drawingml/2006/main">
              <a:ext uri="{FF2B5EF4-FFF2-40B4-BE49-F238E27FC236}">
                <a16:creationId xmlns:a16="http://schemas.microsoft.com/office/drawing/2014/main" id="{CD0CFAB3-3F15-4379-B740-106716E3E9AA}"/>
              </a:ext>
            </a:extLst>
          </p:cNvPr>
          <p:cNvSpPr>
            <a:spLocks xmlns:a="http://schemas.openxmlformats.org/drawingml/2006/main" noGrp="1"/>
          </p:cNvSpPr>
          <p:nvPr/>
        </p:nvSpPr>
        <p:spPr>
          <a:xfrm xmlns:a="http://schemas.openxmlformats.org/drawingml/2006/main">
            <a:off x="19240500" y="9115425"/>
            <a:ext cx="191" cy="200025"/>
          </a:xfrm>
          <a:custGeom xmlns:a="http://schemas.openxmlformats.org/drawingml/2006/main">
            <a:pathLst>
              <a:path w="191" h="200025">
                <a:moveTo>
                  <a:pt x="0" y="200025"/>
                </a:moveTo>
                <a:lnTo>
                  <a:pt x="0" y="0"/>
                </a:lnTo>
              </a:path>
            </a:pathLst>
          </a:custGeom>
          <a:noFill xmlns:a="http://schemas.openxmlformats.org/drawingml/2006/main"/>
          <a:ln xmlns:a="http://schemas.openxmlformats.org/drawingml/2006/main" w="19050">
            <a:solidFill>
              <a:srgbClr val="9D74D5"/>
            </a:solidFill>
            <a:prstDash val="solid"/>
          </a:ln>
        </p:spPr>
      </p:sp>
      <p:pic>
        <p:nvPicPr>
          <p:cNvPr id="264" name="">
            <a:extLst xmlns:a="http://schemas.openxmlformats.org/drawingml/2006/main">
              <a:ext uri="{FF2B5EF4-FFF2-40B4-BE49-F238E27FC236}">
                <a16:creationId xmlns:a16="http://schemas.microsoft.com/office/drawing/2014/main" id="{7DA2887E-EA23-46A7-B997-90012F222617}"/>
              </a:ext>
            </a:extLst>
          </p:cNvPr>
          <p:cNvPicPr>
            <a:picLocks xmlns:a="http://schemas.openxmlformats.org/drawingml/2006/main" noChangeAspect="1"/>
          </p:cNvPicPr>
          <p:nvPr/>
        </p:nvPicPr>
        <p:blipFill>
          <a:blip xmlns:r="http://schemas.openxmlformats.org/officeDocument/2006/relationships" xmlns:a="http://schemas.openxmlformats.org/drawingml/2006/main" r:embed="R465d1e089d7b4107"/>
          <a:stretch xmlns:a="http://schemas.openxmlformats.org/drawingml/2006/main"/>
        </p:blipFill>
        <p:spPr>
          <a:xfrm xmlns:a="http://schemas.openxmlformats.org/drawingml/2006/main">
            <a:off x="4981575" y="3038475"/>
            <a:ext cx="9534525" cy="3067050"/>
          </a:xfrm>
          <a:prstGeom xmlns:a="http://schemas.openxmlformats.org/drawingml/2006/main" prst="rect">
            <a:avLst/>
          </a:prstGeom>
        </p:spPr>
      </p:pic>
      <p:pic>
        <p:nvPicPr>
          <p:cNvPr id="265" name="">
            <a:extLst xmlns:a="http://schemas.openxmlformats.org/drawingml/2006/main">
              <a:ext uri="{FF2B5EF4-FFF2-40B4-BE49-F238E27FC236}">
                <a16:creationId xmlns:a16="http://schemas.microsoft.com/office/drawing/2014/main" id="{99249612-355F-4E19-A4C9-1F90E4A3FB4A}"/>
              </a:ext>
            </a:extLst>
          </p:cNvPr>
          <p:cNvPicPr>
            <a:picLocks xmlns:a="http://schemas.openxmlformats.org/drawingml/2006/main" noChangeAspect="1"/>
          </p:cNvPicPr>
          <p:nvPr/>
        </p:nvPicPr>
        <p:blipFill>
          <a:blip xmlns:r="http://schemas.openxmlformats.org/officeDocument/2006/relationships" xmlns:a="http://schemas.openxmlformats.org/drawingml/2006/main" r:embed="R4d4912ce056d4221"/>
          <a:stretch xmlns:a="http://schemas.openxmlformats.org/drawingml/2006/main"/>
        </p:blipFill>
        <p:spPr>
          <a:xfrm xmlns:a="http://schemas.openxmlformats.org/drawingml/2006/main">
            <a:off x="18478500" y="3629025"/>
            <a:ext cx="742950" cy="552450"/>
          </a:xfrm>
          <a:prstGeom xmlns:a="http://schemas.openxmlformats.org/drawingml/2006/main" prst="rect">
            <a:avLst/>
          </a:prstGeom>
        </p:spPr>
      </p:pic>
      <p:pic>
        <p:nvPicPr>
          <p:cNvPr id="266" name="">
            <a:extLst xmlns:a="http://schemas.openxmlformats.org/drawingml/2006/main">
              <a:ext uri="{FF2B5EF4-FFF2-40B4-BE49-F238E27FC236}">
                <a16:creationId xmlns:a16="http://schemas.microsoft.com/office/drawing/2014/main" id="{6EFCBB33-6FAC-4A4D-972C-DB39EA29F6A8}"/>
              </a:ext>
            </a:extLst>
          </p:cNvPr>
          <p:cNvPicPr>
            <a:picLocks xmlns:a="http://schemas.openxmlformats.org/drawingml/2006/main" noChangeAspect="1"/>
          </p:cNvPicPr>
          <p:nvPr/>
        </p:nvPicPr>
        <p:blipFill>
          <a:blip xmlns:r="http://schemas.openxmlformats.org/officeDocument/2006/relationships" xmlns:a="http://schemas.openxmlformats.org/drawingml/2006/main" r:embed="R7c6e184cb2cc44b8"/>
          <a:stretch xmlns:a="http://schemas.openxmlformats.org/drawingml/2006/main"/>
        </p:blipFill>
        <p:spPr>
          <a:xfrm xmlns:a="http://schemas.openxmlformats.org/drawingml/2006/main">
            <a:off x="3762375" y="6686550"/>
            <a:ext cx="876300" cy="714375"/>
          </a:xfrm>
          <a:prstGeom xmlns:a="http://schemas.openxmlformats.org/drawingml/2006/main" prst="rect">
            <a:avLst/>
          </a:prstGeom>
        </p:spPr>
      </p:pic>
      <p:pic>
        <p:nvPicPr>
          <p:cNvPr id="267" name="">
            <a:extLst xmlns:a="http://schemas.openxmlformats.org/drawingml/2006/main">
              <a:ext uri="{FF2B5EF4-FFF2-40B4-BE49-F238E27FC236}">
                <a16:creationId xmlns:a16="http://schemas.microsoft.com/office/drawing/2014/main" id="{CB05B6AC-F7E8-4786-9098-7CBAAF443036}"/>
              </a:ext>
            </a:extLst>
          </p:cNvPr>
          <p:cNvPicPr>
            <a:picLocks xmlns:a="http://schemas.openxmlformats.org/drawingml/2006/main" noChangeAspect="1"/>
          </p:cNvPicPr>
          <p:nvPr/>
        </p:nvPicPr>
        <p:blipFill>
          <a:blip xmlns:r="http://schemas.openxmlformats.org/officeDocument/2006/relationships" xmlns:a="http://schemas.openxmlformats.org/drawingml/2006/main" r:embed="Reb2cae82c21a4b83"/>
          <a:stretch xmlns:a="http://schemas.openxmlformats.org/drawingml/2006/main"/>
        </p:blipFill>
        <p:spPr>
          <a:xfrm xmlns:a="http://schemas.openxmlformats.org/drawingml/2006/main">
            <a:off x="8458200" y="6677025"/>
            <a:ext cx="1019175" cy="723900"/>
          </a:xfrm>
          <a:prstGeom xmlns:a="http://schemas.openxmlformats.org/drawingml/2006/main" prst="rect">
            <a:avLst/>
          </a:prstGeom>
        </p:spPr>
      </p:pic>
      <p:sp>
        <p:nvSpPr>
          <p:cNvPr id="268" name="Reviewed text 4">
            <a:extLst xmlns:a="http://schemas.openxmlformats.org/drawingml/2006/main">
              <a:ext uri="{FF2B5EF4-FFF2-40B4-BE49-F238E27FC236}">
                <a16:creationId xmlns:a16="http://schemas.microsoft.com/office/drawing/2014/main" id="{E5056274-D418-4EA5-8DE5-31A8B497FEF3}"/>
              </a:ext>
            </a:extLst>
          </p:cNvPr>
          <p:cNvSpPr>
            <a:spLocks xmlns:a="http://schemas.openxmlformats.org/drawingml/2006/main" noGrp="1"/>
          </p:cNvSpPr>
          <p:nvPr/>
        </p:nvSpPr>
        <p:spPr>
          <a:xfrm xmlns:a="http://schemas.openxmlformats.org/drawingml/2006/main" rot="0">
            <a:off x="2266950" y="185181"/>
            <a:ext cx="628650" cy="263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3" b="1" i="0">
                <a:solidFill>
                  <a:srgbClr val="101010"/>
                </a:solidFill>
                <a:latin typeface="Comic Sans MS"/>
                <a:ea typeface="Comic Sans MS"/>
                <a:cs typeface="Comic Sans MS"/>
              </a:defRPr>
            </a:defPPr>
          </a:lstStyle>
          <a:p xmlns:a="http://schemas.openxmlformats.org/drawingml/2006/main">
            <a:pPr algn="l">
              <a:lnSpc>
                <a:spcPct val="100000"/>
              </a:lnSpc>
              <a:buNone/>
              <a:defRPr sz="1483" b="1" i="0">
                <a:solidFill>
                  <a:srgbClr val="101010"/>
                </a:solidFill>
                <a:latin typeface="Comic Sans MS"/>
                <a:ea typeface="Comic Sans MS"/>
                <a:cs typeface="Comic Sans MS"/>
              </a:defRPr>
            </a:pPr>
            <a:r>
              <a:rPr sz="1483" b="1" i="0">
                <a:solidFill>
                  <a:srgbClr val="101010"/>
                </a:solidFill>
                <a:latin typeface="Comic Sans MS"/>
                <a:ea typeface="Comic Sans MS"/>
                <a:cs typeface="Comic Sans MS"/>
              </a:rPr>
              <a:t>Object</a:t>
            </a:r>
          </a:p>
        </p:txBody>
      </p:sp>
      <p:sp>
        <p:nvSpPr>
          <p:cNvPr id="269" name="Reviewed text 6">
            <a:extLst xmlns:a="http://schemas.openxmlformats.org/drawingml/2006/main">
              <a:ext uri="{FF2B5EF4-FFF2-40B4-BE49-F238E27FC236}">
                <a16:creationId xmlns:a16="http://schemas.microsoft.com/office/drawing/2014/main" id="{97AEC448-CACF-41E7-8C17-052458400289}"/>
              </a:ext>
            </a:extLst>
          </p:cNvPr>
          <p:cNvSpPr>
            <a:spLocks xmlns:a="http://schemas.openxmlformats.org/drawingml/2006/main" noGrp="1"/>
          </p:cNvSpPr>
          <p:nvPr/>
        </p:nvSpPr>
        <p:spPr>
          <a:xfrm xmlns:a="http://schemas.openxmlformats.org/drawingml/2006/main" rot="0">
            <a:off x="742950" y="581696"/>
            <a:ext cx="3390900" cy="217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1" b="0" i="0">
                <a:solidFill>
                  <a:srgbClr val="101010"/>
                </a:solidFill>
                <a:latin typeface="Comic Sans MS"/>
                <a:ea typeface="Comic Sans MS"/>
                <a:cs typeface="Comic Sans MS"/>
              </a:defRPr>
            </a:defPPr>
          </a:lstStyle>
          <a:p xmlns:a="http://schemas.openxmlformats.org/drawingml/2006/main">
            <a:pPr algn="l">
              <a:lnSpc>
                <a:spcPct val="100000"/>
              </a:lnSpc>
              <a:buNone/>
              <a:defRPr sz="1221" b="0" i="0">
                <a:solidFill>
                  <a:srgbClr val="101010"/>
                </a:solidFill>
                <a:latin typeface="Comic Sans MS"/>
                <a:ea typeface="Comic Sans MS"/>
                <a:cs typeface="Comic Sans MS"/>
              </a:defRPr>
            </a:pPr>
            <a:r>
              <a:rPr sz="1221" b="0" i="0">
                <a:solidFill>
                  <a:srgbClr val="101010"/>
                </a:solidFill>
                <a:latin typeface="Comic Sans MS"/>
                <a:ea typeface="Comic Sans MS"/>
                <a:cs typeface="Comic Sans MS"/>
              </a:rPr>
              <a:t>Create a depiction of the </a:t>
            </a:r>
            <a:r>
              <a:rPr sz="1221" b="1" i="0">
                <a:solidFill>
                  <a:srgbClr val="101010"/>
                </a:solidFill>
                <a:latin typeface="Comic Sans MS"/>
                <a:ea typeface="Comic Sans MS"/>
                <a:cs typeface="Comic Sans MS"/>
              </a:rPr>
              <a:t>Xiaomi YU7</a:t>
            </a:r>
            <a:r>
              <a:rPr sz="1221" b="0" i="0">
                <a:solidFill>
                  <a:srgbClr val="101010"/>
                </a:solidFill>
                <a:latin typeface="Comic Sans MS"/>
                <a:ea typeface="Comic Sans MS"/>
                <a:cs typeface="Comic Sans MS"/>
              </a:rPr>
              <a:t> and </a:t>
            </a:r>
            <a:r>
              <a:rPr sz="1221" b="1" i="0">
                <a:solidFill>
                  <a:srgbClr val="101010"/>
                </a:solidFill>
                <a:latin typeface="Comic Sans MS"/>
                <a:ea typeface="Comic Sans MS"/>
                <a:cs typeface="Comic Sans MS"/>
              </a:rPr>
              <a:t>SU7</a:t>
            </a:r>
          </a:p>
        </p:txBody>
      </p:sp>
      <p:sp>
        <p:nvSpPr>
          <p:cNvPr id="270" name="Reviewed text 7">
            <a:extLst xmlns:a="http://schemas.openxmlformats.org/drawingml/2006/main">
              <a:ext uri="{FF2B5EF4-FFF2-40B4-BE49-F238E27FC236}">
                <a16:creationId xmlns:a16="http://schemas.microsoft.com/office/drawing/2014/main" id="{DA1E948F-A420-4483-9609-A4AB126ACD45}"/>
              </a:ext>
            </a:extLst>
          </p:cNvPr>
          <p:cNvSpPr>
            <a:spLocks xmlns:a="http://schemas.openxmlformats.org/drawingml/2006/main" noGrp="1"/>
          </p:cNvSpPr>
          <p:nvPr/>
        </p:nvSpPr>
        <p:spPr>
          <a:xfrm xmlns:a="http://schemas.openxmlformats.org/drawingml/2006/main" rot="0">
            <a:off x="742950" y="773261"/>
            <a:ext cx="3857625" cy="208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0" i="0">
                <a:solidFill>
                  <a:srgbClr val="101010"/>
                </a:solidFill>
                <a:latin typeface="Comic Sans MS"/>
                <a:ea typeface="Comic Sans MS"/>
                <a:cs typeface="Comic Sans MS"/>
              </a:defRPr>
            </a:defPPr>
          </a:lstStyle>
          <a:p xmlns:a="http://schemas.openxmlformats.org/drawingml/2006/main">
            <a:pPr algn="l">
              <a:lnSpc>
                <a:spcPct val="100000"/>
              </a:lnSpc>
              <a:buNone/>
              <a:defRPr sz="1174" b="0" i="0">
                <a:solidFill>
                  <a:srgbClr val="101010"/>
                </a:solidFill>
                <a:latin typeface="Comic Sans MS"/>
                <a:ea typeface="Comic Sans MS"/>
                <a:cs typeface="Comic Sans MS"/>
              </a:defRPr>
            </a:pPr>
            <a:r>
              <a:rPr sz="1174" b="1" i="0">
                <a:solidFill>
                  <a:srgbClr val="101010"/>
                </a:solidFill>
                <a:latin typeface="Comic Sans MS"/>
                <a:ea typeface="Comic Sans MS"/>
                <a:cs typeface="Comic Sans MS"/>
              </a:rPr>
              <a:t>Ultra</a:t>
            </a:r>
            <a:r>
              <a:rPr sz="1174" b="0" i="0">
                <a:solidFill>
                  <a:srgbClr val="101010"/>
                </a:solidFill>
                <a:latin typeface="Comic Sans MS"/>
                <a:ea typeface="Comic Sans MS"/>
                <a:cs typeface="Comic Sans MS"/>
              </a:rPr>
              <a:t> positioned in a stunning landscape setting.</a:t>
            </a:r>
          </a:p>
        </p:txBody>
      </p:sp>
      <p:sp>
        <p:nvSpPr>
          <p:cNvPr id="271" name="Reviewed text 8">
            <a:extLst xmlns:a="http://schemas.openxmlformats.org/drawingml/2006/main">
              <a:ext uri="{FF2B5EF4-FFF2-40B4-BE49-F238E27FC236}">
                <a16:creationId xmlns:a16="http://schemas.microsoft.com/office/drawing/2014/main" id="{E34232A8-DD09-462F-8216-B88E98CEFC2D}"/>
              </a:ext>
            </a:extLst>
          </p:cNvPr>
          <p:cNvSpPr>
            <a:spLocks xmlns:a="http://schemas.openxmlformats.org/drawingml/2006/main" noGrp="1"/>
          </p:cNvSpPr>
          <p:nvPr/>
        </p:nvSpPr>
        <p:spPr>
          <a:xfrm xmlns:a="http://schemas.openxmlformats.org/drawingml/2006/main" rot="0">
            <a:off x="771525" y="1217505"/>
            <a:ext cx="1571625" cy="161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7" b="0" i="0">
                <a:solidFill>
                  <a:srgbClr val="101010"/>
                </a:solidFill>
                <a:latin typeface="Comic Sans MS"/>
                <a:ea typeface="Comic Sans MS"/>
                <a:cs typeface="Comic Sans MS"/>
              </a:defRPr>
            </a:defPPr>
          </a:lstStyle>
          <a:p xmlns:a="http://schemas.openxmlformats.org/drawingml/2006/main">
            <a:pPr algn="l">
              <a:lnSpc>
                <a:spcPct val="100000"/>
              </a:lnSpc>
              <a:buNone/>
              <a:defRPr sz="907" b="0" i="0">
                <a:solidFill>
                  <a:srgbClr val="101010"/>
                </a:solidFill>
                <a:latin typeface="Comic Sans MS"/>
                <a:ea typeface="Comic Sans MS"/>
                <a:cs typeface="Comic Sans MS"/>
              </a:defRPr>
            </a:pPr>
            <a:r>
              <a:rPr sz="907" b="0" i="0">
                <a:solidFill>
                  <a:srgbClr val="101010"/>
                </a:solidFill>
                <a:latin typeface="Comic Sans MS"/>
                <a:ea typeface="Comic Sans MS"/>
                <a:cs typeface="Comic Sans MS"/>
              </a:rPr>
              <a:t>The Xiaomi YU7 is a mid-size</a:t>
            </a:r>
          </a:p>
        </p:txBody>
      </p:sp>
      <p:sp>
        <p:nvSpPr>
          <p:cNvPr id="272" name="Reviewed text 9">
            <a:extLst xmlns:a="http://schemas.openxmlformats.org/drawingml/2006/main">
              <a:ext uri="{FF2B5EF4-FFF2-40B4-BE49-F238E27FC236}">
                <a16:creationId xmlns:a16="http://schemas.microsoft.com/office/drawing/2014/main" id="{37C898AC-7D59-4F50-A5DE-1C6B891BA473}"/>
              </a:ext>
            </a:extLst>
          </p:cNvPr>
          <p:cNvSpPr>
            <a:spLocks xmlns:a="http://schemas.openxmlformats.org/drawingml/2006/main" noGrp="1"/>
          </p:cNvSpPr>
          <p:nvPr/>
        </p:nvSpPr>
        <p:spPr>
          <a:xfrm xmlns:a="http://schemas.openxmlformats.org/drawingml/2006/main" rot="0">
            <a:off x="771525" y="1353621"/>
            <a:ext cx="1609725" cy="139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6" b="0" i="0">
                <a:solidFill>
                  <a:srgbClr val="101010"/>
                </a:solidFill>
                <a:latin typeface="Comic Sans MS"/>
                <a:ea typeface="Comic Sans MS"/>
                <a:cs typeface="Comic Sans MS"/>
              </a:defRPr>
            </a:defPPr>
          </a:lstStyle>
          <a:p xmlns:a="http://schemas.openxmlformats.org/drawingml/2006/main">
            <a:pPr algn="l">
              <a:lnSpc>
                <a:spcPct val="100000"/>
              </a:lnSpc>
              <a:buNone/>
              <a:defRPr sz="786" b="0" i="0">
                <a:solidFill>
                  <a:srgbClr val="101010"/>
                </a:solidFill>
                <a:latin typeface="Comic Sans MS"/>
                <a:ea typeface="Comic Sans MS"/>
                <a:cs typeface="Comic Sans MS"/>
              </a:defRPr>
            </a:pPr>
            <a:r>
              <a:rPr sz="786" b="0" i="0">
                <a:solidFill>
                  <a:srgbClr val="101010"/>
                </a:solidFill>
                <a:latin typeface="Comic Sans MS"/>
                <a:ea typeface="Comic Sans MS"/>
                <a:cs typeface="Comic Sans MS"/>
              </a:rPr>
              <a:t>crossover SUV, while the SU7</a:t>
            </a:r>
          </a:p>
        </p:txBody>
      </p:sp>
      <p:sp>
        <p:nvSpPr>
          <p:cNvPr id="273" name="Reviewed text 10">
            <a:extLst xmlns:a="http://schemas.openxmlformats.org/drawingml/2006/main">
              <a:ext uri="{FF2B5EF4-FFF2-40B4-BE49-F238E27FC236}">
                <a16:creationId xmlns:a16="http://schemas.microsoft.com/office/drawing/2014/main" id="{C7E485E0-89E4-4891-AEC1-BE7B6DF7B67C}"/>
              </a:ext>
            </a:extLst>
          </p:cNvPr>
          <p:cNvSpPr>
            <a:spLocks xmlns:a="http://schemas.openxmlformats.org/drawingml/2006/main" noGrp="1"/>
          </p:cNvSpPr>
          <p:nvPr/>
        </p:nvSpPr>
        <p:spPr>
          <a:xfrm xmlns:a="http://schemas.openxmlformats.org/drawingml/2006/main" rot="0">
            <a:off x="771525" y="1494650"/>
            <a:ext cx="14763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Ultra is a high-performance</a:t>
            </a:r>
          </a:p>
        </p:txBody>
      </p:sp>
      <p:sp>
        <p:nvSpPr>
          <p:cNvPr id="274" name="Reviewed text 11">
            <a:extLst xmlns:a="http://schemas.openxmlformats.org/drawingml/2006/main">
              <a:ext uri="{FF2B5EF4-FFF2-40B4-BE49-F238E27FC236}">
                <a16:creationId xmlns:a16="http://schemas.microsoft.com/office/drawing/2014/main" id="{9C5790C0-E6E3-4FD8-A4D7-072A922483C4}"/>
              </a:ext>
            </a:extLst>
          </p:cNvPr>
          <p:cNvSpPr>
            <a:spLocks xmlns:a="http://schemas.openxmlformats.org/drawingml/2006/main" noGrp="1"/>
          </p:cNvSpPr>
          <p:nvPr/>
        </p:nvSpPr>
        <p:spPr>
          <a:xfrm xmlns:a="http://schemas.openxmlformats.org/drawingml/2006/main" rot="0">
            <a:off x="771525" y="1629251"/>
            <a:ext cx="1276350" cy="144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101010"/>
                </a:solidFill>
                <a:latin typeface="Comic Sans MS"/>
                <a:ea typeface="Comic Sans MS"/>
                <a:cs typeface="Comic Sans MS"/>
              </a:defRPr>
            </a:defPPr>
          </a:lstStyle>
          <a:p xmlns:a="http://schemas.openxmlformats.org/drawingml/2006/main">
            <a:pPr algn="l">
              <a:lnSpc>
                <a:spcPct val="100000"/>
              </a:lnSpc>
              <a:buNone/>
              <a:defRPr sz="813" b="0" i="0">
                <a:solidFill>
                  <a:srgbClr val="101010"/>
                </a:solidFill>
                <a:latin typeface="Comic Sans MS"/>
                <a:ea typeface="Comic Sans MS"/>
                <a:cs typeface="Comic Sans MS"/>
              </a:defRPr>
            </a:pPr>
            <a:r>
              <a:rPr sz="813" b="0" i="0">
                <a:solidFill>
                  <a:srgbClr val="101010"/>
                </a:solidFill>
                <a:latin typeface="Comic Sans MS"/>
                <a:ea typeface="Comic Sans MS"/>
                <a:cs typeface="Comic Sans MS"/>
              </a:rPr>
              <a:t>full-size fastback sedan...</a:t>
            </a:r>
          </a:p>
        </p:txBody>
      </p:sp>
      <p:sp>
        <p:nvSpPr>
          <p:cNvPr id="275" name="Reviewed text 12">
            <a:extLst xmlns:a="http://schemas.openxmlformats.org/drawingml/2006/main">
              <a:ext uri="{FF2B5EF4-FFF2-40B4-BE49-F238E27FC236}">
                <a16:creationId xmlns:a16="http://schemas.microsoft.com/office/drawing/2014/main" id="{CCAB8B7C-FBB3-43EC-9258-ED4F790E0DF9}"/>
              </a:ext>
            </a:extLst>
          </p:cNvPr>
          <p:cNvSpPr>
            <a:spLocks xmlns:a="http://schemas.openxmlformats.org/drawingml/2006/main" noGrp="1"/>
          </p:cNvSpPr>
          <p:nvPr/>
        </p:nvSpPr>
        <p:spPr>
          <a:xfrm xmlns:a="http://schemas.openxmlformats.org/drawingml/2006/main" rot="0">
            <a:off x="1638300" y="3242706"/>
            <a:ext cx="1724025" cy="263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3" b="1" i="0">
                <a:solidFill>
                  <a:srgbClr val="101010"/>
                </a:solidFill>
                <a:latin typeface="Comic Sans MS"/>
                <a:ea typeface="Comic Sans MS"/>
                <a:cs typeface="Comic Sans MS"/>
              </a:defRPr>
            </a:defPPr>
          </a:lstStyle>
          <a:p xmlns:a="http://schemas.openxmlformats.org/drawingml/2006/main">
            <a:pPr algn="l">
              <a:lnSpc>
                <a:spcPct val="100000"/>
              </a:lnSpc>
              <a:buNone/>
              <a:defRPr sz="1483" b="1" i="0">
                <a:solidFill>
                  <a:srgbClr val="101010"/>
                </a:solidFill>
                <a:latin typeface="Comic Sans MS"/>
                <a:ea typeface="Comic Sans MS"/>
                <a:cs typeface="Comic Sans MS"/>
              </a:defRPr>
            </a:pPr>
            <a:r>
              <a:rPr sz="1483" b="1" i="0">
                <a:solidFill>
                  <a:srgbClr val="101010"/>
                </a:solidFill>
                <a:latin typeface="Comic Sans MS"/>
                <a:ea typeface="Comic Sans MS"/>
                <a:cs typeface="Comic Sans MS"/>
              </a:rPr>
              <a:t>World Knowledge</a:t>
            </a:r>
          </a:p>
        </p:txBody>
      </p:sp>
      <p:sp>
        <p:nvSpPr>
          <p:cNvPr id="276" name="Reviewed text 13">
            <a:extLst xmlns:a="http://schemas.openxmlformats.org/drawingml/2006/main">
              <a:ext uri="{FF2B5EF4-FFF2-40B4-BE49-F238E27FC236}">
                <a16:creationId xmlns:a16="http://schemas.microsoft.com/office/drawing/2014/main" id="{A4F51C87-4AF8-40F1-9292-DC6DB593D248}"/>
              </a:ext>
            </a:extLst>
          </p:cNvPr>
          <p:cNvSpPr>
            <a:spLocks xmlns:a="http://schemas.openxmlformats.org/drawingml/2006/main" noGrp="1"/>
          </p:cNvSpPr>
          <p:nvPr/>
        </p:nvSpPr>
        <p:spPr>
          <a:xfrm xmlns:a="http://schemas.openxmlformats.org/drawingml/2006/main" rot="0">
            <a:off x="714375" y="3629760"/>
            <a:ext cx="3629025" cy="2165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18" b="0" i="0">
                <a:solidFill>
                  <a:srgbClr val="101010"/>
                </a:solidFill>
                <a:latin typeface="Comic Sans MS"/>
                <a:ea typeface="Comic Sans MS"/>
                <a:cs typeface="Comic Sans MS"/>
              </a:defRPr>
            </a:defPPr>
          </a:lstStyle>
          <a:p xmlns:a="http://schemas.openxmlformats.org/drawingml/2006/main">
            <a:pPr algn="l">
              <a:lnSpc>
                <a:spcPct val="100000"/>
              </a:lnSpc>
              <a:buNone/>
              <a:defRPr sz="1218" b="0" i="0">
                <a:solidFill>
                  <a:srgbClr val="101010"/>
                </a:solidFill>
                <a:latin typeface="Comic Sans MS"/>
                <a:ea typeface="Comic Sans MS"/>
                <a:cs typeface="Comic Sans MS"/>
              </a:defRPr>
            </a:pPr>
            <a:r>
              <a:rPr sz="1218" b="0" i="0">
                <a:solidFill>
                  <a:srgbClr val="101010"/>
                </a:solidFill>
                <a:latin typeface="Comic Sans MS"/>
                <a:ea typeface="Comic Sans MS"/>
                <a:cs typeface="Comic Sans MS"/>
              </a:rPr>
              <a:t>Create a portrait of the </a:t>
            </a:r>
            <a:r>
              <a:rPr sz="1218" b="1" i="0">
                <a:solidFill>
                  <a:srgbClr val="101010"/>
                </a:solidFill>
                <a:latin typeface="Comic Sans MS"/>
                <a:ea typeface="Comic Sans MS"/>
                <a:cs typeface="Comic Sans MS"/>
              </a:rPr>
              <a:t>world's richest person</a:t>
            </a:r>
            <a:r>
              <a:rPr sz="1218" b="0" i="0">
                <a:solidFill>
                  <a:srgbClr val="101010"/>
                </a:solidFill>
                <a:latin typeface="Comic Sans MS"/>
                <a:ea typeface="Comic Sans MS"/>
                <a:cs typeface="Comic Sans MS"/>
              </a:rPr>
              <a:t> in</a:t>
            </a:r>
          </a:p>
        </p:txBody>
      </p:sp>
      <p:sp>
        <p:nvSpPr>
          <p:cNvPr id="277" name="Reviewed text 14">
            <a:extLst xmlns:a="http://schemas.openxmlformats.org/drawingml/2006/main">
              <a:ext uri="{FF2B5EF4-FFF2-40B4-BE49-F238E27FC236}">
                <a16:creationId xmlns:a16="http://schemas.microsoft.com/office/drawing/2014/main" id="{04A2F712-4A99-47E9-82F5-E527B6A3616E}"/>
              </a:ext>
            </a:extLst>
          </p:cNvPr>
          <p:cNvSpPr>
            <a:spLocks xmlns:a="http://schemas.openxmlformats.org/drawingml/2006/main" noGrp="1"/>
          </p:cNvSpPr>
          <p:nvPr/>
        </p:nvSpPr>
        <p:spPr>
          <a:xfrm xmlns:a="http://schemas.openxmlformats.org/drawingml/2006/main" rot="0">
            <a:off x="714375" y="3821316"/>
            <a:ext cx="400050" cy="2083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2" b="0" i="0">
                <a:solidFill>
                  <a:srgbClr val="101010"/>
                </a:solidFill>
                <a:latin typeface="Comic Sans MS"/>
                <a:ea typeface="Comic Sans MS"/>
                <a:cs typeface="Comic Sans MS"/>
              </a:defRPr>
            </a:defPPr>
          </a:lstStyle>
          <a:p xmlns:a="http://schemas.openxmlformats.org/drawingml/2006/main">
            <a:pPr algn="l">
              <a:lnSpc>
                <a:spcPct val="100000"/>
              </a:lnSpc>
              <a:buNone/>
              <a:defRPr sz="1172" b="0" i="0">
                <a:solidFill>
                  <a:srgbClr val="101010"/>
                </a:solidFill>
                <a:latin typeface="Comic Sans MS"/>
                <a:ea typeface="Comic Sans MS"/>
                <a:cs typeface="Comic Sans MS"/>
              </a:defRPr>
            </a:pPr>
            <a:r>
              <a:rPr sz="1172" b="0" i="0">
                <a:solidFill>
                  <a:srgbClr val="101010"/>
                </a:solidFill>
                <a:latin typeface="Comic Sans MS"/>
                <a:ea typeface="Comic Sans MS"/>
                <a:cs typeface="Comic Sans MS"/>
              </a:rPr>
              <a:t>2025.</a:t>
            </a:r>
          </a:p>
        </p:txBody>
      </p:sp>
      <p:sp>
        <p:nvSpPr>
          <p:cNvPr id="278" name="Reviewed text 15">
            <a:extLst xmlns:a="http://schemas.openxmlformats.org/drawingml/2006/main">
              <a:ext uri="{FF2B5EF4-FFF2-40B4-BE49-F238E27FC236}">
                <a16:creationId xmlns:a16="http://schemas.microsoft.com/office/drawing/2014/main" id="{3E9AE75E-7E4F-431D-9417-072FA7F96B51}"/>
              </a:ext>
            </a:extLst>
          </p:cNvPr>
          <p:cNvSpPr>
            <a:spLocks xmlns:a="http://schemas.openxmlformats.org/drawingml/2006/main" noGrp="1"/>
          </p:cNvSpPr>
          <p:nvPr/>
        </p:nvSpPr>
        <p:spPr>
          <a:xfrm xmlns:a="http://schemas.openxmlformats.org/drawingml/2006/main" rot="0">
            <a:off x="704850" y="4273932"/>
            <a:ext cx="1885950" cy="169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5" b="0" i="0">
                <a:solidFill>
                  <a:srgbClr val="101010"/>
                </a:solidFill>
                <a:latin typeface="Comic Sans MS"/>
                <a:ea typeface="Comic Sans MS"/>
                <a:cs typeface="Comic Sans MS"/>
              </a:defRPr>
            </a:defPPr>
          </a:lstStyle>
          <a:p xmlns:a="http://schemas.openxmlformats.org/drawingml/2006/main">
            <a:pPr algn="l">
              <a:lnSpc>
                <a:spcPct val="100000"/>
              </a:lnSpc>
              <a:buNone/>
              <a:defRPr sz="955" b="0" i="0">
                <a:solidFill>
                  <a:srgbClr val="101010"/>
                </a:solidFill>
                <a:latin typeface="Comic Sans MS"/>
                <a:ea typeface="Comic Sans MS"/>
                <a:cs typeface="Comic Sans MS"/>
              </a:defRPr>
            </a:pPr>
            <a:r>
              <a:rPr sz="955" b="0" i="0">
                <a:solidFill>
                  <a:srgbClr val="101010"/>
                </a:solidFill>
                <a:latin typeface="Comic Sans MS"/>
                <a:ea typeface="Comic Sans MS"/>
                <a:cs typeface="Comic Sans MS"/>
              </a:rPr>
              <a:t>In 2025, Elon Musk once again</a:t>
            </a:r>
          </a:p>
        </p:txBody>
      </p:sp>
      <p:sp>
        <p:nvSpPr>
          <p:cNvPr id="279" name="Reviewed text 16">
            <a:extLst xmlns:a="http://schemas.openxmlformats.org/drawingml/2006/main">
              <a:ext uri="{FF2B5EF4-FFF2-40B4-BE49-F238E27FC236}">
                <a16:creationId xmlns:a16="http://schemas.microsoft.com/office/drawing/2014/main" id="{42FF7CE5-6FBB-4088-B385-2CD2CEAC3A94}"/>
              </a:ext>
            </a:extLst>
          </p:cNvPr>
          <p:cNvSpPr>
            <a:spLocks xmlns:a="http://schemas.openxmlformats.org/drawingml/2006/main" noGrp="1"/>
          </p:cNvSpPr>
          <p:nvPr/>
        </p:nvSpPr>
        <p:spPr>
          <a:xfrm xmlns:a="http://schemas.openxmlformats.org/drawingml/2006/main" rot="0">
            <a:off x="704850" y="4417905"/>
            <a:ext cx="1838325" cy="161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7" b="0" i="0">
                <a:solidFill>
                  <a:srgbClr val="101010"/>
                </a:solidFill>
                <a:latin typeface="Comic Sans MS"/>
                <a:ea typeface="Comic Sans MS"/>
                <a:cs typeface="Comic Sans MS"/>
              </a:defRPr>
            </a:defPPr>
          </a:lstStyle>
          <a:p xmlns:a="http://schemas.openxmlformats.org/drawingml/2006/main">
            <a:pPr algn="l">
              <a:lnSpc>
                <a:spcPct val="100000"/>
              </a:lnSpc>
              <a:buNone/>
              <a:defRPr sz="907" b="0" i="0">
                <a:solidFill>
                  <a:srgbClr val="101010"/>
                </a:solidFill>
                <a:latin typeface="Comic Sans MS"/>
                <a:ea typeface="Comic Sans MS"/>
                <a:cs typeface="Comic Sans MS"/>
              </a:defRPr>
            </a:pPr>
            <a:r>
              <a:rPr sz="907" b="0" i="0">
                <a:solidFill>
                  <a:srgbClr val="101010"/>
                </a:solidFill>
                <a:latin typeface="Comic Sans MS"/>
                <a:ea typeface="Comic Sans MS"/>
                <a:cs typeface="Comic Sans MS"/>
              </a:rPr>
              <a:t>became the wealthiest man in the</a:t>
            </a:r>
          </a:p>
        </p:txBody>
      </p:sp>
      <p:sp>
        <p:nvSpPr>
          <p:cNvPr id="280" name="Reviewed text 17">
            <a:extLst xmlns:a="http://schemas.openxmlformats.org/drawingml/2006/main">
              <a:ext uri="{FF2B5EF4-FFF2-40B4-BE49-F238E27FC236}">
                <a16:creationId xmlns:a16="http://schemas.microsoft.com/office/drawing/2014/main" id="{47264CBA-772D-47AE-ACF6-5835A0B97AD5}"/>
              </a:ext>
            </a:extLst>
          </p:cNvPr>
          <p:cNvSpPr>
            <a:spLocks xmlns:a="http://schemas.openxmlformats.org/drawingml/2006/main" noGrp="1"/>
          </p:cNvSpPr>
          <p:nvPr/>
        </p:nvSpPr>
        <p:spPr>
          <a:xfrm xmlns:a="http://schemas.openxmlformats.org/drawingml/2006/main" rot="0">
            <a:off x="704850" y="4552066"/>
            <a:ext cx="1552575" cy="155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2" b="0" i="0">
                <a:solidFill>
                  <a:srgbClr val="101010"/>
                </a:solidFill>
                <a:latin typeface="Comic Sans MS"/>
                <a:ea typeface="Comic Sans MS"/>
                <a:cs typeface="Comic Sans MS"/>
              </a:defRPr>
            </a:defPPr>
          </a:lstStyle>
          <a:p xmlns:a="http://schemas.openxmlformats.org/drawingml/2006/main">
            <a:pPr algn="l">
              <a:lnSpc>
                <a:spcPct val="100000"/>
              </a:lnSpc>
              <a:buNone/>
              <a:defRPr sz="872" b="0" i="0">
                <a:solidFill>
                  <a:srgbClr val="101010"/>
                </a:solidFill>
                <a:latin typeface="Comic Sans MS"/>
                <a:ea typeface="Comic Sans MS"/>
                <a:cs typeface="Comic Sans MS"/>
              </a:defRPr>
            </a:pPr>
            <a:r>
              <a:rPr sz="872" b="0" i="0">
                <a:solidFill>
                  <a:srgbClr val="101010"/>
                </a:solidFill>
                <a:latin typeface="Comic Sans MS"/>
                <a:ea typeface="Comic Sans MS"/>
                <a:cs typeface="Comic Sans MS"/>
              </a:rPr>
              <a:t>list after surpassing Arnault...</a:t>
            </a:r>
          </a:p>
        </p:txBody>
      </p:sp>
      <p:sp>
        <p:nvSpPr>
          <p:cNvPr id="281" name="Reviewed text 18">
            <a:extLst xmlns:a="http://schemas.openxmlformats.org/drawingml/2006/main">
              <a:ext uri="{FF2B5EF4-FFF2-40B4-BE49-F238E27FC236}">
                <a16:creationId xmlns:a16="http://schemas.microsoft.com/office/drawing/2014/main" id="{58DEA771-EFB5-450E-B74D-F4A41CAA751D}"/>
              </a:ext>
            </a:extLst>
          </p:cNvPr>
          <p:cNvSpPr>
            <a:spLocks xmlns:a="http://schemas.openxmlformats.org/drawingml/2006/main" noGrp="1"/>
          </p:cNvSpPr>
          <p:nvPr/>
        </p:nvSpPr>
        <p:spPr>
          <a:xfrm xmlns:a="http://schemas.openxmlformats.org/drawingml/2006/main" rot="0">
            <a:off x="704850" y="4695047"/>
            <a:ext cx="1771650" cy="15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Wealthiest Elon Musk Net worth...</a:t>
            </a:r>
          </a:p>
        </p:txBody>
      </p:sp>
      <p:sp>
        <p:nvSpPr>
          <p:cNvPr id="282" name="Reviewed text 19">
            <a:extLst xmlns:a="http://schemas.openxmlformats.org/drawingml/2006/main">
              <a:ext uri="{FF2B5EF4-FFF2-40B4-BE49-F238E27FC236}">
                <a16:creationId xmlns:a16="http://schemas.microsoft.com/office/drawing/2014/main" id="{060A7502-019D-4EF7-8559-72B938667110}"/>
              </a:ext>
            </a:extLst>
          </p:cNvPr>
          <p:cNvSpPr>
            <a:spLocks xmlns:a="http://schemas.openxmlformats.org/drawingml/2006/main" noGrp="1"/>
          </p:cNvSpPr>
          <p:nvPr/>
        </p:nvSpPr>
        <p:spPr>
          <a:xfrm xmlns:a="http://schemas.openxmlformats.org/drawingml/2006/main" rot="0">
            <a:off x="1838325" y="6298385"/>
            <a:ext cx="1381125" cy="2779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63" b="1" i="0">
                <a:solidFill>
                  <a:srgbClr val="101010"/>
                </a:solidFill>
                <a:latin typeface="Comic Sans MS"/>
                <a:ea typeface="Comic Sans MS"/>
                <a:cs typeface="Comic Sans MS"/>
              </a:defRPr>
            </a:defPPr>
          </a:lstStyle>
          <a:p xmlns:a="http://schemas.openxmlformats.org/drawingml/2006/main">
            <a:pPr algn="l">
              <a:lnSpc>
                <a:spcPct val="100000"/>
              </a:lnSpc>
              <a:buNone/>
              <a:defRPr sz="1563" b="1" i="0">
                <a:solidFill>
                  <a:srgbClr val="101010"/>
                </a:solidFill>
                <a:latin typeface="Comic Sans MS"/>
                <a:ea typeface="Comic Sans MS"/>
                <a:cs typeface="Comic Sans MS"/>
              </a:defRPr>
            </a:pPr>
            <a:r>
              <a:rPr sz="1563" b="1" i="0">
                <a:solidFill>
                  <a:srgbClr val="101010"/>
                </a:solidFill>
                <a:latin typeface="Comic Sans MS"/>
                <a:ea typeface="Comic Sans MS"/>
                <a:cs typeface="Comic Sans MS"/>
              </a:rPr>
              <a:t>Life Reasoning</a:t>
            </a:r>
          </a:p>
        </p:txBody>
      </p:sp>
      <p:sp>
        <p:nvSpPr>
          <p:cNvPr id="283" name="Reviewed text 20">
            <a:extLst xmlns:a="http://schemas.openxmlformats.org/drawingml/2006/main">
              <a:ext uri="{FF2B5EF4-FFF2-40B4-BE49-F238E27FC236}">
                <a16:creationId xmlns:a16="http://schemas.microsoft.com/office/drawing/2014/main" id="{78C5BD17-31E8-4EB3-A0A3-DA03F05B4990}"/>
              </a:ext>
            </a:extLst>
          </p:cNvPr>
          <p:cNvSpPr>
            <a:spLocks xmlns:a="http://schemas.openxmlformats.org/drawingml/2006/main" noGrp="1"/>
          </p:cNvSpPr>
          <p:nvPr/>
        </p:nvSpPr>
        <p:spPr>
          <a:xfrm xmlns:a="http://schemas.openxmlformats.org/drawingml/2006/main" rot="0">
            <a:off x="742950" y="6697313"/>
            <a:ext cx="2390775" cy="212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6" b="0" i="0">
                <a:solidFill>
                  <a:srgbClr val="101010"/>
                </a:solidFill>
                <a:latin typeface="Comic Sans MS"/>
                <a:ea typeface="Comic Sans MS"/>
                <a:cs typeface="Comic Sans MS"/>
              </a:defRPr>
            </a:defPPr>
          </a:lstStyle>
          <a:p xmlns:a="http://schemas.openxmlformats.org/drawingml/2006/main">
            <a:pPr algn="l">
              <a:lnSpc>
                <a:spcPct val="100000"/>
              </a:lnSpc>
              <a:buNone/>
              <a:defRPr sz="1196" b="0" i="0">
                <a:solidFill>
                  <a:srgbClr val="101010"/>
                </a:solidFill>
                <a:latin typeface="Comic Sans MS"/>
                <a:ea typeface="Comic Sans MS"/>
                <a:cs typeface="Comic Sans MS"/>
              </a:defRPr>
            </a:pPr>
            <a:r>
              <a:rPr sz="1196" b="0" i="0">
                <a:solidFill>
                  <a:srgbClr val="101010"/>
                </a:solidFill>
                <a:latin typeface="Comic Sans MS"/>
                <a:ea typeface="Comic Sans MS"/>
                <a:cs typeface="Comic Sans MS"/>
              </a:rPr>
              <a:t>Generate an image of the cocktail</a:t>
            </a:r>
          </a:p>
        </p:txBody>
      </p:sp>
      <p:sp>
        <p:nvSpPr>
          <p:cNvPr id="284" name="Reviewed text 21">
            <a:extLst xmlns:a="http://schemas.openxmlformats.org/drawingml/2006/main">
              <a:ext uri="{FF2B5EF4-FFF2-40B4-BE49-F238E27FC236}">
                <a16:creationId xmlns:a16="http://schemas.microsoft.com/office/drawing/2014/main" id="{D4819C49-E3CD-4D77-B384-FA70519E0D09}"/>
              </a:ext>
            </a:extLst>
          </p:cNvPr>
          <p:cNvSpPr>
            <a:spLocks xmlns:a="http://schemas.openxmlformats.org/drawingml/2006/main" noGrp="1"/>
          </p:cNvSpPr>
          <p:nvPr/>
        </p:nvSpPr>
        <p:spPr>
          <a:xfrm xmlns:a="http://schemas.openxmlformats.org/drawingml/2006/main" rot="0">
            <a:off x="752475" y="6878385"/>
            <a:ext cx="1714500" cy="2118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2" b="0" i="0">
                <a:solidFill>
                  <a:srgbClr val="101010"/>
                </a:solidFill>
                <a:latin typeface="Comic Sans MS"/>
                <a:ea typeface="Comic Sans MS"/>
                <a:cs typeface="Comic Sans MS"/>
              </a:defRPr>
            </a:defPPr>
          </a:lstStyle>
          <a:p xmlns:a="http://schemas.openxmlformats.org/drawingml/2006/main">
            <a:pPr algn="l">
              <a:lnSpc>
                <a:spcPct val="100000"/>
              </a:lnSpc>
              <a:buNone/>
              <a:defRPr sz="1192" b="0" i="0">
                <a:solidFill>
                  <a:srgbClr val="101010"/>
                </a:solidFill>
                <a:latin typeface="Comic Sans MS"/>
                <a:ea typeface="Comic Sans MS"/>
                <a:cs typeface="Comic Sans MS"/>
              </a:defRPr>
            </a:pPr>
            <a:r>
              <a:rPr sz="1192" b="0" i="0">
                <a:solidFill>
                  <a:srgbClr val="101010"/>
                </a:solidFill>
                <a:latin typeface="Comic Sans MS"/>
                <a:ea typeface="Comic Sans MS"/>
                <a:cs typeface="Comic Sans MS"/>
              </a:rPr>
              <a:t>made from the following</a:t>
            </a:r>
          </a:p>
        </p:txBody>
      </p:sp>
      <p:sp>
        <p:nvSpPr>
          <p:cNvPr id="285" name="Reviewed text 22">
            <a:extLst xmlns:a="http://schemas.openxmlformats.org/drawingml/2006/main">
              <a:ext uri="{FF2B5EF4-FFF2-40B4-BE49-F238E27FC236}">
                <a16:creationId xmlns:a16="http://schemas.microsoft.com/office/drawing/2014/main" id="{C9C4CC75-6336-4A6F-B7BB-25354C55906C}"/>
              </a:ext>
            </a:extLst>
          </p:cNvPr>
          <p:cNvSpPr>
            <a:spLocks xmlns:a="http://schemas.openxmlformats.org/drawingml/2006/main" noGrp="1"/>
          </p:cNvSpPr>
          <p:nvPr/>
        </p:nvSpPr>
        <p:spPr>
          <a:xfrm xmlns:a="http://schemas.openxmlformats.org/drawingml/2006/main" rot="0">
            <a:off x="752475" y="7068849"/>
            <a:ext cx="2457450" cy="2121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3" b="0" i="0">
                <a:solidFill>
                  <a:srgbClr val="101010"/>
                </a:solidFill>
                <a:latin typeface="Comic Sans MS"/>
                <a:ea typeface="Comic Sans MS"/>
                <a:cs typeface="Comic Sans MS"/>
              </a:defRPr>
            </a:defPPr>
          </a:lstStyle>
          <a:p xmlns:a="http://schemas.openxmlformats.org/drawingml/2006/main">
            <a:pPr algn="l">
              <a:lnSpc>
                <a:spcPct val="100000"/>
              </a:lnSpc>
              <a:buNone/>
              <a:defRPr sz="1193" b="0" i="0">
                <a:solidFill>
                  <a:srgbClr val="101010"/>
                </a:solidFill>
                <a:latin typeface="Comic Sans MS"/>
                <a:ea typeface="Comic Sans MS"/>
                <a:cs typeface="Comic Sans MS"/>
              </a:defRPr>
            </a:pPr>
            <a:r>
              <a:rPr sz="1193" b="0" i="0">
                <a:solidFill>
                  <a:srgbClr val="101010"/>
                </a:solidFill>
                <a:latin typeface="Comic Sans MS"/>
                <a:ea typeface="Comic Sans MS"/>
                <a:cs typeface="Comic Sans MS"/>
              </a:rPr>
              <a:t>ingredients: </a:t>
            </a:r>
            <a:r>
              <a:rPr sz="1193" b="1" i="0">
                <a:solidFill>
                  <a:srgbClr val="101010"/>
                </a:solidFill>
                <a:latin typeface="Comic Sans MS"/>
                <a:ea typeface="Comic Sans MS"/>
                <a:cs typeface="Comic Sans MS"/>
              </a:rPr>
              <a:t>tequila, orange juice,</a:t>
            </a:r>
          </a:p>
        </p:txBody>
      </p:sp>
      <p:sp>
        <p:nvSpPr>
          <p:cNvPr id="286" name="Reviewed text 23">
            <a:extLst xmlns:a="http://schemas.openxmlformats.org/drawingml/2006/main">
              <a:ext uri="{FF2B5EF4-FFF2-40B4-BE49-F238E27FC236}">
                <a16:creationId xmlns:a16="http://schemas.microsoft.com/office/drawing/2014/main" id="{80D2E1A8-6CDE-46A5-B714-0B3AD9E2810A}"/>
              </a:ext>
            </a:extLst>
          </p:cNvPr>
          <p:cNvSpPr>
            <a:spLocks xmlns:a="http://schemas.openxmlformats.org/drawingml/2006/main" noGrp="1"/>
          </p:cNvSpPr>
          <p:nvPr/>
        </p:nvSpPr>
        <p:spPr>
          <a:xfrm xmlns:a="http://schemas.openxmlformats.org/drawingml/2006/main" rot="0">
            <a:off x="742950" y="7249727"/>
            <a:ext cx="1514475" cy="21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7" b="0" i="0">
                <a:solidFill>
                  <a:srgbClr val="101010"/>
                </a:solidFill>
                <a:latin typeface="Comic Sans MS"/>
                <a:ea typeface="Comic Sans MS"/>
                <a:cs typeface="Comic Sans MS"/>
              </a:defRPr>
            </a:defPPr>
          </a:lstStyle>
          <a:p xmlns:a="http://schemas.openxmlformats.org/drawingml/2006/main">
            <a:pPr algn="l">
              <a:lnSpc>
                <a:spcPct val="100000"/>
              </a:lnSpc>
              <a:buNone/>
              <a:defRPr sz="1197" b="0" i="0">
                <a:solidFill>
                  <a:srgbClr val="101010"/>
                </a:solidFill>
                <a:latin typeface="Comic Sans MS"/>
                <a:ea typeface="Comic Sans MS"/>
                <a:cs typeface="Comic Sans MS"/>
              </a:defRPr>
            </a:pPr>
            <a:r>
              <a:rPr sz="1197" b="0" i="0">
                <a:solidFill>
                  <a:srgbClr val="101010"/>
                </a:solidFill>
                <a:latin typeface="Comic Sans MS"/>
                <a:ea typeface="Comic Sans MS"/>
                <a:cs typeface="Comic Sans MS"/>
              </a:rPr>
              <a:t>and </a:t>
            </a:r>
            <a:r>
              <a:rPr sz="1197" b="1" i="0">
                <a:solidFill>
                  <a:srgbClr val="101010"/>
                </a:solidFill>
                <a:latin typeface="Comic Sans MS"/>
                <a:ea typeface="Comic Sans MS"/>
                <a:cs typeface="Comic Sans MS"/>
              </a:rPr>
              <a:t>grenadine syrup.</a:t>
            </a:r>
          </a:p>
        </p:txBody>
      </p:sp>
      <p:sp>
        <p:nvSpPr>
          <p:cNvPr id="287" name="Reviewed text 24">
            <a:extLst xmlns:a="http://schemas.openxmlformats.org/drawingml/2006/main">
              <a:ext uri="{FF2B5EF4-FFF2-40B4-BE49-F238E27FC236}">
                <a16:creationId xmlns:a16="http://schemas.microsoft.com/office/drawing/2014/main" id="{C852DA3C-FAFE-41E5-A7CB-3FB34A7893D3}"/>
              </a:ext>
            </a:extLst>
          </p:cNvPr>
          <p:cNvSpPr>
            <a:spLocks xmlns:a="http://schemas.openxmlformats.org/drawingml/2006/main" noGrp="1"/>
          </p:cNvSpPr>
          <p:nvPr/>
        </p:nvSpPr>
        <p:spPr>
          <a:xfrm xmlns:a="http://schemas.openxmlformats.org/drawingml/2006/main" rot="0">
            <a:off x="800100" y="7696220"/>
            <a:ext cx="1485900" cy="1480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32" b="0" i="0">
                <a:solidFill>
                  <a:srgbClr val="101010"/>
                </a:solidFill>
                <a:latin typeface="Comic Sans MS"/>
                <a:ea typeface="Comic Sans MS"/>
                <a:cs typeface="Comic Sans MS"/>
              </a:defRPr>
            </a:defPPr>
          </a:lstStyle>
          <a:p xmlns:a="http://schemas.openxmlformats.org/drawingml/2006/main">
            <a:pPr algn="l">
              <a:lnSpc>
                <a:spcPct val="100000"/>
              </a:lnSpc>
              <a:buNone/>
              <a:defRPr sz="832" b="0" i="0">
                <a:solidFill>
                  <a:srgbClr val="101010"/>
                </a:solidFill>
                <a:latin typeface="Comic Sans MS"/>
                <a:ea typeface="Comic Sans MS"/>
                <a:cs typeface="Comic Sans MS"/>
              </a:defRPr>
            </a:pPr>
            <a:r>
              <a:rPr sz="832" b="0" i="0">
                <a:solidFill>
                  <a:srgbClr val="101010"/>
                </a:solidFill>
                <a:latin typeface="Comic Sans MS"/>
                <a:ea typeface="Comic Sans MS"/>
                <a:cs typeface="Comic Sans MS"/>
              </a:rPr>
              <a:t>A close-up of a vibrant tequila</a:t>
            </a:r>
          </a:p>
        </p:txBody>
      </p:sp>
      <p:sp>
        <p:nvSpPr>
          <p:cNvPr id="288" name="Reviewed text 25">
            <a:extLst xmlns:a="http://schemas.openxmlformats.org/drawingml/2006/main">
              <a:ext uri="{FF2B5EF4-FFF2-40B4-BE49-F238E27FC236}">
                <a16:creationId xmlns:a16="http://schemas.microsoft.com/office/drawing/2014/main" id="{882BDECF-7DD2-4D7C-A3E8-E87E430496BF}"/>
              </a:ext>
            </a:extLst>
          </p:cNvPr>
          <p:cNvSpPr>
            <a:spLocks xmlns:a="http://schemas.openxmlformats.org/drawingml/2006/main" noGrp="1"/>
          </p:cNvSpPr>
          <p:nvPr/>
        </p:nvSpPr>
        <p:spPr>
          <a:xfrm xmlns:a="http://schemas.openxmlformats.org/drawingml/2006/main" rot="0">
            <a:off x="809625" y="7829483"/>
            <a:ext cx="1704975" cy="1486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36" b="0" i="0">
                <a:solidFill>
                  <a:srgbClr val="101010"/>
                </a:solidFill>
                <a:latin typeface="Comic Sans MS"/>
                <a:ea typeface="Comic Sans MS"/>
                <a:cs typeface="Comic Sans MS"/>
              </a:defRPr>
            </a:defPPr>
          </a:lstStyle>
          <a:p xmlns:a="http://schemas.openxmlformats.org/drawingml/2006/main">
            <a:pPr algn="l">
              <a:lnSpc>
                <a:spcPct val="100000"/>
              </a:lnSpc>
              <a:buNone/>
              <a:defRPr sz="836" b="0" i="0">
                <a:solidFill>
                  <a:srgbClr val="101010"/>
                </a:solidFill>
                <a:latin typeface="Comic Sans MS"/>
                <a:ea typeface="Comic Sans MS"/>
                <a:cs typeface="Comic Sans MS"/>
              </a:defRPr>
            </a:pPr>
            <a:r>
              <a:rPr sz="836" b="0" i="0">
                <a:solidFill>
                  <a:srgbClr val="101010"/>
                </a:solidFill>
                <a:latin typeface="Comic Sans MS"/>
                <a:ea typeface="Comic Sans MS"/>
                <a:cs typeface="Comic Sans MS"/>
              </a:rPr>
              <a:t>cocktail made from tequila, orange</a:t>
            </a:r>
          </a:p>
        </p:txBody>
      </p:sp>
      <p:sp>
        <p:nvSpPr>
          <p:cNvPr id="289" name="Reviewed text 26">
            <a:extLst xmlns:a="http://schemas.openxmlformats.org/drawingml/2006/main">
              <a:ext uri="{FF2B5EF4-FFF2-40B4-BE49-F238E27FC236}">
                <a16:creationId xmlns:a16="http://schemas.microsoft.com/office/drawing/2014/main" id="{BE5490E4-9EA8-48B8-BED8-C7237532BF71}"/>
              </a:ext>
            </a:extLst>
          </p:cNvPr>
          <p:cNvSpPr>
            <a:spLocks xmlns:a="http://schemas.openxmlformats.org/drawingml/2006/main" noGrp="1"/>
          </p:cNvSpPr>
          <p:nvPr/>
        </p:nvSpPr>
        <p:spPr>
          <a:xfrm xmlns:a="http://schemas.openxmlformats.org/drawingml/2006/main" rot="0">
            <a:off x="676275" y="7972266"/>
            <a:ext cx="1771650" cy="14940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40" b="0" i="0">
                <a:solidFill>
                  <a:srgbClr val="101010"/>
                </a:solidFill>
                <a:latin typeface="Comic Sans MS"/>
                <a:ea typeface="Comic Sans MS"/>
                <a:cs typeface="Comic Sans MS"/>
              </a:defRPr>
            </a:defPPr>
          </a:lstStyle>
          <a:p xmlns:a="http://schemas.openxmlformats.org/drawingml/2006/main">
            <a:pPr algn="l">
              <a:lnSpc>
                <a:spcPct val="100000"/>
              </a:lnSpc>
              <a:buNone/>
              <a:defRPr sz="840" b="0" i="0">
                <a:solidFill>
                  <a:srgbClr val="101010"/>
                </a:solidFill>
                <a:latin typeface="Comic Sans MS"/>
                <a:ea typeface="Comic Sans MS"/>
                <a:cs typeface="Comic Sans MS"/>
              </a:defRPr>
            </a:pPr>
            <a:r>
              <a:rPr sz="840" b="0" i="0">
                <a:solidFill>
                  <a:srgbClr val="101010"/>
                </a:solidFill>
                <a:latin typeface="Comic Sans MS"/>
                <a:ea typeface="Comic Sans MS"/>
                <a:cs typeface="Comic Sans MS"/>
              </a:rPr>
              <a:t>juice, and grenadine syrup, shown in</a:t>
            </a:r>
          </a:p>
        </p:txBody>
      </p:sp>
      <p:sp>
        <p:nvSpPr>
          <p:cNvPr id="290" name="Reviewed text 27">
            <a:extLst xmlns:a="http://schemas.openxmlformats.org/drawingml/2006/main">
              <a:ext uri="{FF2B5EF4-FFF2-40B4-BE49-F238E27FC236}">
                <a16:creationId xmlns:a16="http://schemas.microsoft.com/office/drawing/2014/main" id="{26F386EC-E86A-474F-8A24-2B3EAF34D481}"/>
              </a:ext>
            </a:extLst>
          </p:cNvPr>
          <p:cNvSpPr>
            <a:spLocks xmlns:a="http://schemas.openxmlformats.org/drawingml/2006/main" noGrp="1"/>
          </p:cNvSpPr>
          <p:nvPr/>
        </p:nvSpPr>
        <p:spPr>
          <a:xfrm xmlns:a="http://schemas.openxmlformats.org/drawingml/2006/main" rot="0">
            <a:off x="676275" y="8103072"/>
            <a:ext cx="1905000" cy="1691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2" b="0" i="0">
                <a:solidFill>
                  <a:srgbClr val="101010"/>
                </a:solidFill>
                <a:latin typeface="Comic Sans MS"/>
                <a:ea typeface="Comic Sans MS"/>
                <a:cs typeface="Comic Sans MS"/>
              </a:defRPr>
            </a:defPPr>
          </a:lstStyle>
          <a:p xmlns:a="http://schemas.openxmlformats.org/drawingml/2006/main">
            <a:pPr algn="l">
              <a:lnSpc>
                <a:spcPct val="100000"/>
              </a:lnSpc>
              <a:buNone/>
              <a:defRPr sz="952" b="0" i="0">
                <a:solidFill>
                  <a:srgbClr val="101010"/>
                </a:solidFill>
                <a:latin typeface="Comic Sans MS"/>
                <a:ea typeface="Comic Sans MS"/>
                <a:cs typeface="Comic Sans MS"/>
              </a:defRPr>
            </a:pPr>
            <a:r>
              <a:rPr sz="952" b="0" i="0">
                <a:solidFill>
                  <a:srgbClr val="101010"/>
                </a:solidFill>
                <a:latin typeface="Comic Sans MS"/>
                <a:ea typeface="Comic Sans MS"/>
                <a:cs typeface="Comic Sans MS"/>
              </a:rPr>
              <a:t>a tall highball glass. Distinct color</a:t>
            </a:r>
          </a:p>
        </p:txBody>
      </p:sp>
      <p:sp>
        <p:nvSpPr>
          <p:cNvPr id="291" name="Reviewed text 28">
            <a:extLst xmlns:a="http://schemas.openxmlformats.org/drawingml/2006/main">
              <a:ext uri="{FF2B5EF4-FFF2-40B4-BE49-F238E27FC236}">
                <a16:creationId xmlns:a16="http://schemas.microsoft.com/office/drawing/2014/main" id="{280C29F8-BC57-4CF8-AD93-11A5C5A03AFA}"/>
              </a:ext>
            </a:extLst>
          </p:cNvPr>
          <p:cNvSpPr>
            <a:spLocks xmlns:a="http://schemas.openxmlformats.org/drawingml/2006/main" noGrp="1"/>
          </p:cNvSpPr>
          <p:nvPr/>
        </p:nvSpPr>
        <p:spPr>
          <a:xfrm xmlns:a="http://schemas.openxmlformats.org/drawingml/2006/main" rot="0">
            <a:off x="685800" y="8245857"/>
            <a:ext cx="1895475" cy="169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5" b="0" i="0">
                <a:solidFill>
                  <a:srgbClr val="101010"/>
                </a:solidFill>
                <a:latin typeface="Comic Sans MS"/>
                <a:ea typeface="Comic Sans MS"/>
                <a:cs typeface="Comic Sans MS"/>
              </a:defRPr>
            </a:defPPr>
          </a:lstStyle>
          <a:p xmlns:a="http://schemas.openxmlformats.org/drawingml/2006/main">
            <a:pPr algn="l">
              <a:lnSpc>
                <a:spcPct val="100000"/>
              </a:lnSpc>
              <a:buNone/>
              <a:defRPr sz="955" b="0" i="0">
                <a:solidFill>
                  <a:srgbClr val="101010"/>
                </a:solidFill>
                <a:latin typeface="Comic Sans MS"/>
                <a:ea typeface="Comic Sans MS"/>
                <a:cs typeface="Comic Sans MS"/>
              </a:defRPr>
            </a:pPr>
            <a:r>
              <a:rPr sz="955" b="0" i="0">
                <a:solidFill>
                  <a:srgbClr val="101010"/>
                </a:solidFill>
                <a:latin typeface="Comic Sans MS"/>
                <a:ea typeface="Comic Sans MS"/>
                <a:cs typeface="Comic Sans MS"/>
              </a:rPr>
              <a:t>gradient from deep red at the</a:t>
            </a:r>
          </a:p>
        </p:txBody>
      </p:sp>
      <p:sp>
        <p:nvSpPr>
          <p:cNvPr id="292" name="Reviewed text 29">
            <a:extLst xmlns:a="http://schemas.openxmlformats.org/drawingml/2006/main">
              <a:ext uri="{FF2B5EF4-FFF2-40B4-BE49-F238E27FC236}">
                <a16:creationId xmlns:a16="http://schemas.microsoft.com/office/drawing/2014/main" id="{32A669A0-8117-4A7E-A838-DF97D54625EC}"/>
              </a:ext>
            </a:extLst>
          </p:cNvPr>
          <p:cNvSpPr>
            <a:spLocks xmlns:a="http://schemas.openxmlformats.org/drawingml/2006/main" noGrp="1"/>
          </p:cNvSpPr>
          <p:nvPr/>
        </p:nvSpPr>
        <p:spPr>
          <a:xfrm xmlns:a="http://schemas.openxmlformats.org/drawingml/2006/main" rot="0">
            <a:off x="685800" y="8388732"/>
            <a:ext cx="1895475" cy="169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5" b="0" i="0">
                <a:solidFill>
                  <a:srgbClr val="101010"/>
                </a:solidFill>
                <a:latin typeface="Comic Sans MS"/>
                <a:ea typeface="Comic Sans MS"/>
                <a:cs typeface="Comic Sans MS"/>
              </a:defRPr>
            </a:defPPr>
          </a:lstStyle>
          <a:p xmlns:a="http://schemas.openxmlformats.org/drawingml/2006/main">
            <a:pPr algn="l">
              <a:lnSpc>
                <a:spcPct val="100000"/>
              </a:lnSpc>
              <a:buNone/>
              <a:defRPr sz="955" b="0" i="0">
                <a:solidFill>
                  <a:srgbClr val="101010"/>
                </a:solidFill>
                <a:latin typeface="Comic Sans MS"/>
                <a:ea typeface="Comic Sans MS"/>
                <a:cs typeface="Comic Sans MS"/>
              </a:defRPr>
            </a:pPr>
            <a:r>
              <a:rPr sz="955" b="0" i="0">
                <a:solidFill>
                  <a:srgbClr val="101010"/>
                </a:solidFill>
                <a:latin typeface="Comic Sans MS"/>
                <a:ea typeface="Comic Sans MS"/>
                <a:cs typeface="Comic Sans MS"/>
              </a:rPr>
              <a:t>bottom to bright orange and</a:t>
            </a:r>
          </a:p>
        </p:txBody>
      </p:sp>
      <p:sp>
        <p:nvSpPr>
          <p:cNvPr id="293" name="Reviewed text 30">
            <a:extLst xmlns:a="http://schemas.openxmlformats.org/drawingml/2006/main">
              <a:ext uri="{FF2B5EF4-FFF2-40B4-BE49-F238E27FC236}">
                <a16:creationId xmlns:a16="http://schemas.microsoft.com/office/drawing/2014/main" id="{FEC07561-A82D-4EC6-BE2A-0E4756204370}"/>
              </a:ext>
            </a:extLst>
          </p:cNvPr>
          <p:cNvSpPr>
            <a:spLocks xmlns:a="http://schemas.openxmlformats.org/drawingml/2006/main" noGrp="1"/>
          </p:cNvSpPr>
          <p:nvPr/>
        </p:nvSpPr>
        <p:spPr>
          <a:xfrm xmlns:a="http://schemas.openxmlformats.org/drawingml/2006/main" rot="0">
            <a:off x="685800" y="8533625"/>
            <a:ext cx="18954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golden yellow near the top.</a:t>
            </a:r>
          </a:p>
        </p:txBody>
      </p:sp>
      <p:sp>
        <p:nvSpPr>
          <p:cNvPr id="294" name="Reviewed text 31">
            <a:extLst xmlns:a="http://schemas.openxmlformats.org/drawingml/2006/main">
              <a:ext uri="{FF2B5EF4-FFF2-40B4-BE49-F238E27FC236}">
                <a16:creationId xmlns:a16="http://schemas.microsoft.com/office/drawing/2014/main" id="{F8456C67-4B66-4CD2-9F69-657E3DC28530}"/>
              </a:ext>
            </a:extLst>
          </p:cNvPr>
          <p:cNvSpPr>
            <a:spLocks xmlns:a="http://schemas.openxmlformats.org/drawingml/2006/main" noGrp="1"/>
          </p:cNvSpPr>
          <p:nvPr/>
        </p:nvSpPr>
        <p:spPr>
          <a:xfrm xmlns:a="http://schemas.openxmlformats.org/drawingml/2006/main" rot="0">
            <a:off x="685800" y="8659828"/>
            <a:ext cx="1600200" cy="1357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63" b="0" i="0">
                <a:solidFill>
                  <a:srgbClr val="101010"/>
                </a:solidFill>
                <a:latin typeface="Comic Sans MS"/>
                <a:ea typeface="Comic Sans MS"/>
                <a:cs typeface="Comic Sans MS"/>
              </a:defRPr>
            </a:defPPr>
          </a:lstStyle>
          <a:p xmlns:a="http://schemas.openxmlformats.org/drawingml/2006/main">
            <a:pPr algn="l">
              <a:lnSpc>
                <a:spcPct val="100000"/>
              </a:lnSpc>
              <a:buNone/>
              <a:defRPr sz="763" b="0" i="0">
                <a:solidFill>
                  <a:srgbClr val="101010"/>
                </a:solidFill>
                <a:latin typeface="Comic Sans MS"/>
                <a:ea typeface="Comic Sans MS"/>
                <a:cs typeface="Comic Sans MS"/>
              </a:defRPr>
            </a:pPr>
            <a:r>
              <a:rPr sz="763" b="0" i="0">
                <a:solidFill>
                  <a:srgbClr val="101010"/>
                </a:solidFill>
                <a:latin typeface="Comic Sans MS"/>
                <a:ea typeface="Comic Sans MS"/>
                <a:cs typeface="Comic Sans MS"/>
              </a:rPr>
              <a:t>Garnished with a fresh orange slice</a:t>
            </a:r>
          </a:p>
        </p:txBody>
      </p:sp>
      <p:sp>
        <p:nvSpPr>
          <p:cNvPr id="295" name="Reviewed text 32">
            <a:extLst xmlns:a="http://schemas.openxmlformats.org/drawingml/2006/main">
              <a:ext uri="{FF2B5EF4-FFF2-40B4-BE49-F238E27FC236}">
                <a16:creationId xmlns:a16="http://schemas.microsoft.com/office/drawing/2014/main" id="{AAE7E567-83B7-4FD0-9C29-F270241A2BC8}"/>
              </a:ext>
            </a:extLst>
          </p:cNvPr>
          <p:cNvSpPr>
            <a:spLocks xmlns:a="http://schemas.openxmlformats.org/drawingml/2006/main" noGrp="1"/>
          </p:cNvSpPr>
          <p:nvPr/>
        </p:nvSpPr>
        <p:spPr>
          <a:xfrm xmlns:a="http://schemas.openxmlformats.org/drawingml/2006/main" rot="0">
            <a:off x="685800" y="8789832"/>
            <a:ext cx="1895475" cy="161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0" i="0">
                <a:solidFill>
                  <a:srgbClr val="101010"/>
                </a:solidFill>
                <a:latin typeface="Comic Sans MS"/>
                <a:ea typeface="Comic Sans MS"/>
                <a:cs typeface="Comic Sans MS"/>
              </a:defRPr>
            </a:defPPr>
          </a:lstStyle>
          <a:p xmlns:a="http://schemas.openxmlformats.org/drawingml/2006/main">
            <a:pPr algn="l">
              <a:lnSpc>
                <a:spcPct val="100000"/>
              </a:lnSpc>
              <a:buNone/>
              <a:defRPr sz="910" b="0" i="0">
                <a:solidFill>
                  <a:srgbClr val="101010"/>
                </a:solidFill>
                <a:latin typeface="Comic Sans MS"/>
                <a:ea typeface="Comic Sans MS"/>
                <a:cs typeface="Comic Sans MS"/>
              </a:defRPr>
            </a:pPr>
            <a:r>
              <a:rPr sz="910" b="0" i="0">
                <a:solidFill>
                  <a:srgbClr val="101010"/>
                </a:solidFill>
                <a:latin typeface="Comic Sans MS"/>
                <a:ea typeface="Comic Sans MS"/>
                <a:cs typeface="Comic Sans MS"/>
              </a:rPr>
              <a:t>on the rim and a maraschino cherry</a:t>
            </a:r>
          </a:p>
        </p:txBody>
      </p:sp>
      <p:sp>
        <p:nvSpPr>
          <p:cNvPr id="296" name="Reviewed text 33">
            <a:extLst xmlns:a="http://schemas.openxmlformats.org/drawingml/2006/main">
              <a:ext uri="{FF2B5EF4-FFF2-40B4-BE49-F238E27FC236}">
                <a16:creationId xmlns:a16="http://schemas.microsoft.com/office/drawing/2014/main" id="{D95755E4-01ED-49DE-BE4B-D991D78EAB89}"/>
              </a:ext>
            </a:extLst>
          </p:cNvPr>
          <p:cNvSpPr>
            <a:spLocks xmlns:a="http://schemas.openxmlformats.org/drawingml/2006/main" noGrp="1"/>
          </p:cNvSpPr>
          <p:nvPr/>
        </p:nvSpPr>
        <p:spPr>
          <a:xfrm xmlns:a="http://schemas.openxmlformats.org/drawingml/2006/main" rot="0">
            <a:off x="685800" y="8933790"/>
            <a:ext cx="952500" cy="153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2" b="0" i="0">
                <a:solidFill>
                  <a:srgbClr val="101010"/>
                </a:solidFill>
                <a:latin typeface="Comic Sans MS"/>
                <a:ea typeface="Comic Sans MS"/>
                <a:cs typeface="Comic Sans MS"/>
              </a:defRPr>
            </a:defPPr>
          </a:lstStyle>
          <a:p xmlns:a="http://schemas.openxmlformats.org/drawingml/2006/main">
            <a:pPr algn="l">
              <a:lnSpc>
                <a:spcPct val="100000"/>
              </a:lnSpc>
              <a:buNone/>
              <a:defRPr sz="862" b="0" i="0">
                <a:solidFill>
                  <a:srgbClr val="101010"/>
                </a:solidFill>
                <a:latin typeface="Comic Sans MS"/>
                <a:ea typeface="Comic Sans MS"/>
                <a:cs typeface="Comic Sans MS"/>
              </a:defRPr>
            </a:pPr>
            <a:r>
              <a:rPr sz="862" b="0" i="0">
                <a:solidFill>
                  <a:srgbClr val="101010"/>
                </a:solidFill>
                <a:latin typeface="Comic Sans MS"/>
                <a:ea typeface="Comic Sans MS"/>
                <a:cs typeface="Comic Sans MS"/>
              </a:rPr>
              <a:t>on a cocktail pick...</a:t>
            </a:r>
          </a:p>
        </p:txBody>
      </p:sp>
      <p:sp>
        <p:nvSpPr>
          <p:cNvPr id="297" name="Reviewed text 34">
            <a:extLst xmlns:a="http://schemas.openxmlformats.org/drawingml/2006/main">
              <a:ext uri="{FF2B5EF4-FFF2-40B4-BE49-F238E27FC236}">
                <a16:creationId xmlns:a16="http://schemas.microsoft.com/office/drawing/2014/main" id="{2B9C242A-9696-44D0-9513-A7A68D8227C1}"/>
              </a:ext>
            </a:extLst>
          </p:cNvPr>
          <p:cNvSpPr>
            <a:spLocks xmlns:a="http://schemas.openxmlformats.org/drawingml/2006/main" noGrp="1"/>
          </p:cNvSpPr>
          <p:nvPr/>
        </p:nvSpPr>
        <p:spPr>
          <a:xfrm xmlns:a="http://schemas.openxmlformats.org/drawingml/2006/main" rot="0">
            <a:off x="6791325" y="185181"/>
            <a:ext cx="1247775" cy="263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3" b="1" i="0">
                <a:solidFill>
                  <a:srgbClr val="101010"/>
                </a:solidFill>
                <a:latin typeface="Comic Sans MS"/>
                <a:ea typeface="Comic Sans MS"/>
                <a:cs typeface="Comic Sans MS"/>
              </a:defRPr>
            </a:defPPr>
          </a:lstStyle>
          <a:p xmlns:a="http://schemas.openxmlformats.org/drawingml/2006/main">
            <a:pPr algn="l">
              <a:lnSpc>
                <a:spcPct val="100000"/>
              </a:lnSpc>
              <a:buNone/>
              <a:defRPr sz="1483" b="1" i="0">
                <a:solidFill>
                  <a:srgbClr val="101010"/>
                </a:solidFill>
                <a:latin typeface="Comic Sans MS"/>
                <a:ea typeface="Comic Sans MS"/>
                <a:cs typeface="Comic Sans MS"/>
              </a:defRPr>
            </a:pPr>
            <a:r>
              <a:rPr sz="1483" b="1" i="0">
                <a:solidFill>
                  <a:srgbClr val="101010"/>
                </a:solidFill>
                <a:latin typeface="Comic Sans MS"/>
                <a:ea typeface="Comic Sans MS"/>
                <a:cs typeface="Comic Sans MS"/>
              </a:rPr>
              <a:t>Special Event</a:t>
            </a:r>
          </a:p>
        </p:txBody>
      </p:sp>
      <p:sp>
        <p:nvSpPr>
          <p:cNvPr id="298" name="Reviewed text 36">
            <a:extLst xmlns:a="http://schemas.openxmlformats.org/drawingml/2006/main">
              <a:ext uri="{FF2B5EF4-FFF2-40B4-BE49-F238E27FC236}">
                <a16:creationId xmlns:a16="http://schemas.microsoft.com/office/drawing/2014/main" id="{514A8AD8-F781-441F-B04D-15782F4EF849}"/>
              </a:ext>
            </a:extLst>
          </p:cNvPr>
          <p:cNvSpPr>
            <a:spLocks xmlns:a="http://schemas.openxmlformats.org/drawingml/2006/main" noGrp="1"/>
          </p:cNvSpPr>
          <p:nvPr/>
        </p:nvSpPr>
        <p:spPr>
          <a:xfrm xmlns:a="http://schemas.openxmlformats.org/drawingml/2006/main" rot="0">
            <a:off x="5648325" y="591699"/>
            <a:ext cx="3686175" cy="213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i="0">
                <a:solidFill>
                  <a:srgbClr val="101010"/>
                </a:solidFill>
                <a:latin typeface="Comic Sans MS"/>
                <a:ea typeface="Comic Sans MS"/>
                <a:cs typeface="Comic Sans MS"/>
              </a:defRPr>
            </a:defPPr>
          </a:lstStyle>
          <a:p xmlns:a="http://schemas.openxmlformats.org/drawingml/2006/main">
            <a:pPr algn="l">
              <a:lnSpc>
                <a:spcPct val="100000"/>
              </a:lnSpc>
              <a:buNone/>
              <a:defRPr sz="1200" b="0" i="0">
                <a:solidFill>
                  <a:srgbClr val="101010"/>
                </a:solidFill>
                <a:latin typeface="Comic Sans MS"/>
                <a:ea typeface="Comic Sans MS"/>
                <a:cs typeface="Comic Sans MS"/>
              </a:defRPr>
            </a:pPr>
            <a:r>
              <a:rPr sz="1200" b="0" i="0">
                <a:solidFill>
                  <a:srgbClr val="101010"/>
                </a:solidFill>
                <a:latin typeface="Comic Sans MS"/>
                <a:ea typeface="Comic Sans MS"/>
                <a:cs typeface="Comic Sans MS"/>
              </a:rPr>
              <a:t>Generate an image of a news report scene featuring</a:t>
            </a:r>
          </a:p>
        </p:txBody>
      </p:sp>
      <p:sp>
        <p:nvSpPr>
          <p:cNvPr id="299" name="Reviewed text 37">
            <a:extLst xmlns:a="http://schemas.openxmlformats.org/drawingml/2006/main">
              <a:ext uri="{FF2B5EF4-FFF2-40B4-BE49-F238E27FC236}">
                <a16:creationId xmlns:a16="http://schemas.microsoft.com/office/drawing/2014/main" id="{83A73A6A-9B25-4F3F-BCFE-5CB47BC02EAF}"/>
              </a:ext>
            </a:extLst>
          </p:cNvPr>
          <p:cNvSpPr>
            <a:spLocks xmlns:a="http://schemas.openxmlformats.org/drawingml/2006/main" noGrp="1"/>
          </p:cNvSpPr>
          <p:nvPr/>
        </p:nvSpPr>
        <p:spPr>
          <a:xfrm xmlns:a="http://schemas.openxmlformats.org/drawingml/2006/main" rot="0">
            <a:off x="5638800" y="782786"/>
            <a:ext cx="3581400" cy="208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0" i="0">
                <a:solidFill>
                  <a:srgbClr val="101010"/>
                </a:solidFill>
                <a:latin typeface="Comic Sans MS"/>
                <a:ea typeface="Comic Sans MS"/>
                <a:cs typeface="Comic Sans MS"/>
              </a:defRPr>
            </a:defPPr>
          </a:lstStyle>
          <a:p xmlns:a="http://schemas.openxmlformats.org/drawingml/2006/main">
            <a:pPr algn="l">
              <a:lnSpc>
                <a:spcPct val="100000"/>
              </a:lnSpc>
              <a:buNone/>
              <a:defRPr sz="1174" b="0" i="0">
                <a:solidFill>
                  <a:srgbClr val="101010"/>
                </a:solidFill>
                <a:latin typeface="Comic Sans MS"/>
                <a:ea typeface="Comic Sans MS"/>
                <a:cs typeface="Comic Sans MS"/>
              </a:defRPr>
            </a:pPr>
            <a:r>
              <a:rPr sz="1174" b="0" i="0">
                <a:solidFill>
                  <a:srgbClr val="101010"/>
                </a:solidFill>
                <a:latin typeface="Comic Sans MS"/>
                <a:ea typeface="Comic Sans MS"/>
                <a:cs typeface="Comic Sans MS"/>
              </a:rPr>
              <a:t>the </a:t>
            </a:r>
            <a:r>
              <a:rPr sz="1174" b="1" i="0">
                <a:solidFill>
                  <a:srgbClr val="101010"/>
                </a:solidFill>
                <a:latin typeface="Comic Sans MS"/>
                <a:ea typeface="Comic Sans MS"/>
                <a:cs typeface="Comic Sans MS"/>
              </a:rPr>
              <a:t>winners</a:t>
            </a:r>
            <a:r>
              <a:rPr sz="1174" b="0" i="0">
                <a:solidFill>
                  <a:srgbClr val="101010"/>
                </a:solidFill>
                <a:latin typeface="Comic Sans MS"/>
                <a:ea typeface="Comic Sans MS"/>
                <a:cs typeface="Comic Sans MS"/>
              </a:rPr>
              <a:t> of the </a:t>
            </a:r>
            <a:r>
              <a:rPr sz="1174" b="1" i="0">
                <a:solidFill>
                  <a:srgbClr val="101010"/>
                </a:solidFill>
                <a:latin typeface="Comic Sans MS"/>
                <a:ea typeface="Comic Sans MS"/>
                <a:cs typeface="Comic Sans MS"/>
              </a:rPr>
              <a:t>2025 Nobel Prize in Physics.</a:t>
            </a:r>
          </a:p>
        </p:txBody>
      </p:sp>
      <p:sp>
        <p:nvSpPr>
          <p:cNvPr id="300" name="Reviewed text 38">
            <a:extLst xmlns:a="http://schemas.openxmlformats.org/drawingml/2006/main">
              <a:ext uri="{FF2B5EF4-FFF2-40B4-BE49-F238E27FC236}">
                <a16:creationId xmlns:a16="http://schemas.microsoft.com/office/drawing/2014/main" id="{58BA2C64-2AB1-43C0-AF06-96A34FDB9D77}"/>
              </a:ext>
            </a:extLst>
          </p:cNvPr>
          <p:cNvSpPr>
            <a:spLocks xmlns:a="http://schemas.openxmlformats.org/drawingml/2006/main" noGrp="1"/>
          </p:cNvSpPr>
          <p:nvPr/>
        </p:nvSpPr>
        <p:spPr>
          <a:xfrm xmlns:a="http://schemas.openxmlformats.org/drawingml/2006/main" rot="0">
            <a:off x="5724525" y="1227030"/>
            <a:ext cx="1362075" cy="1613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7" b="0" i="0">
                <a:solidFill>
                  <a:srgbClr val="101010"/>
                </a:solidFill>
                <a:latin typeface="Comic Sans MS"/>
                <a:ea typeface="Comic Sans MS"/>
                <a:cs typeface="Comic Sans MS"/>
              </a:defRPr>
            </a:defPPr>
          </a:lstStyle>
          <a:p xmlns:a="http://schemas.openxmlformats.org/drawingml/2006/main">
            <a:pPr algn="l">
              <a:lnSpc>
                <a:spcPct val="100000"/>
              </a:lnSpc>
              <a:buNone/>
              <a:defRPr sz="907" b="0" i="0">
                <a:solidFill>
                  <a:srgbClr val="101010"/>
                </a:solidFill>
                <a:latin typeface="Comic Sans MS"/>
                <a:ea typeface="Comic Sans MS"/>
                <a:cs typeface="Comic Sans MS"/>
              </a:defRPr>
            </a:pPr>
            <a:r>
              <a:rPr sz="907" b="0" i="0">
                <a:solidFill>
                  <a:srgbClr val="101010"/>
                </a:solidFill>
                <a:latin typeface="Comic Sans MS"/>
                <a:ea typeface="Comic Sans MS"/>
                <a:cs typeface="Comic Sans MS"/>
              </a:rPr>
              <a:t>The 2025 Nobel Prize in</a:t>
            </a:r>
          </a:p>
        </p:txBody>
      </p:sp>
      <p:sp>
        <p:nvSpPr>
          <p:cNvPr id="301" name="Reviewed text 39">
            <a:extLst xmlns:a="http://schemas.openxmlformats.org/drawingml/2006/main">
              <a:ext uri="{FF2B5EF4-FFF2-40B4-BE49-F238E27FC236}">
                <a16:creationId xmlns:a16="http://schemas.microsoft.com/office/drawing/2014/main" id="{43BDCCA5-B22E-42EA-9234-F947C7B75F6D}"/>
              </a:ext>
            </a:extLst>
          </p:cNvPr>
          <p:cNvSpPr>
            <a:spLocks xmlns:a="http://schemas.openxmlformats.org/drawingml/2006/main" noGrp="1"/>
          </p:cNvSpPr>
          <p:nvPr/>
        </p:nvSpPr>
        <p:spPr>
          <a:xfrm xmlns:a="http://schemas.openxmlformats.org/drawingml/2006/main" rot="0">
            <a:off x="5724525" y="1361300"/>
            <a:ext cx="15525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Physics was awarded to John</a:t>
            </a:r>
          </a:p>
        </p:txBody>
      </p:sp>
      <p:sp>
        <p:nvSpPr>
          <p:cNvPr id="302" name="Reviewed text 40">
            <a:extLst xmlns:a="http://schemas.openxmlformats.org/drawingml/2006/main">
              <a:ext uri="{FF2B5EF4-FFF2-40B4-BE49-F238E27FC236}">
                <a16:creationId xmlns:a16="http://schemas.microsoft.com/office/drawing/2014/main" id="{3BBB9A8A-41F6-4467-82D9-11B23265BF48}"/>
              </a:ext>
            </a:extLst>
          </p:cNvPr>
          <p:cNvSpPr>
            <a:spLocks xmlns:a="http://schemas.openxmlformats.org/drawingml/2006/main" noGrp="1"/>
          </p:cNvSpPr>
          <p:nvPr/>
        </p:nvSpPr>
        <p:spPr>
          <a:xfrm xmlns:a="http://schemas.openxmlformats.org/drawingml/2006/main" rot="0">
            <a:off x="5734050" y="1506855"/>
            <a:ext cx="16192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 b="0" i="0">
                <a:solidFill>
                  <a:srgbClr val="101010"/>
                </a:solidFill>
                <a:latin typeface="Comic Sans MS"/>
                <a:ea typeface="Comic Sans MS"/>
                <a:cs typeface="Comic Sans MS"/>
              </a:defRPr>
            </a:defPPr>
          </a:lstStyle>
          <a:p xmlns:a="http://schemas.openxmlformats.org/drawingml/2006/main">
            <a:pPr algn="l">
              <a:lnSpc>
                <a:spcPct val="100000"/>
              </a:lnSpc>
              <a:buNone/>
              <a:defRPr sz="750" b="0" i="0">
                <a:solidFill>
                  <a:srgbClr val="101010"/>
                </a:solidFill>
                <a:latin typeface="Comic Sans MS"/>
                <a:ea typeface="Comic Sans MS"/>
                <a:cs typeface="Comic Sans MS"/>
              </a:defRPr>
            </a:pPr>
            <a:r>
              <a:rPr sz="750" b="0" i="0">
                <a:solidFill>
                  <a:srgbClr val="101010"/>
                </a:solidFill>
                <a:latin typeface="Comic Sans MS"/>
                <a:ea typeface="Comic Sans MS"/>
                <a:cs typeface="Comic Sans MS"/>
              </a:rPr>
              <a:t>Clarke, Michel H. Devoret, and</a:t>
            </a:r>
          </a:p>
        </p:txBody>
      </p:sp>
      <p:sp>
        <p:nvSpPr>
          <p:cNvPr id="303" name="Reviewed text 41">
            <a:extLst xmlns:a="http://schemas.openxmlformats.org/drawingml/2006/main">
              <a:ext uri="{FF2B5EF4-FFF2-40B4-BE49-F238E27FC236}">
                <a16:creationId xmlns:a16="http://schemas.microsoft.com/office/drawing/2014/main" id="{545D47C7-8A23-4105-B6A2-C14AEFDAC73E}"/>
              </a:ext>
            </a:extLst>
          </p:cNvPr>
          <p:cNvSpPr>
            <a:spLocks xmlns:a="http://schemas.openxmlformats.org/drawingml/2006/main" noGrp="1"/>
          </p:cNvSpPr>
          <p:nvPr/>
        </p:nvSpPr>
        <p:spPr>
          <a:xfrm xmlns:a="http://schemas.openxmlformats.org/drawingml/2006/main" rot="0">
            <a:off x="5734050" y="1638776"/>
            <a:ext cx="923925" cy="144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13" b="0" i="0">
                <a:solidFill>
                  <a:srgbClr val="101010"/>
                </a:solidFill>
                <a:latin typeface="Comic Sans MS"/>
                <a:ea typeface="Comic Sans MS"/>
                <a:cs typeface="Comic Sans MS"/>
              </a:defRPr>
            </a:defPPr>
          </a:lstStyle>
          <a:p xmlns:a="http://schemas.openxmlformats.org/drawingml/2006/main">
            <a:pPr algn="l">
              <a:lnSpc>
                <a:spcPct val="100000"/>
              </a:lnSpc>
              <a:buNone/>
              <a:defRPr sz="813" b="0" i="0">
                <a:solidFill>
                  <a:srgbClr val="101010"/>
                </a:solidFill>
                <a:latin typeface="Comic Sans MS"/>
                <a:ea typeface="Comic Sans MS"/>
                <a:cs typeface="Comic Sans MS"/>
              </a:defRPr>
            </a:pPr>
            <a:r>
              <a:rPr sz="813" b="0" i="0">
                <a:solidFill>
                  <a:srgbClr val="101010"/>
                </a:solidFill>
                <a:latin typeface="Comic Sans MS"/>
                <a:ea typeface="Comic Sans MS"/>
                <a:cs typeface="Comic Sans MS"/>
              </a:rPr>
              <a:t>John M. Martinis...</a:t>
            </a:r>
          </a:p>
        </p:txBody>
      </p:sp>
      <p:sp>
        <p:nvSpPr>
          <p:cNvPr id="304" name="Reviewed text 43">
            <a:extLst xmlns:a="http://schemas.openxmlformats.org/drawingml/2006/main">
              <a:ext uri="{FF2B5EF4-FFF2-40B4-BE49-F238E27FC236}">
                <a16:creationId xmlns:a16="http://schemas.microsoft.com/office/drawing/2014/main" id="{A74E7726-E7B9-4D02-A8EC-C67D09CAC456}"/>
              </a:ext>
            </a:extLst>
          </p:cNvPr>
          <p:cNvSpPr>
            <a:spLocks xmlns:a="http://schemas.openxmlformats.org/drawingml/2006/main" noGrp="1"/>
          </p:cNvSpPr>
          <p:nvPr/>
        </p:nvSpPr>
        <p:spPr>
          <a:xfrm xmlns:a="http://schemas.openxmlformats.org/drawingml/2006/main" rot="0">
            <a:off x="11868150" y="185511"/>
            <a:ext cx="819150" cy="2610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8" b="1" i="0">
                <a:solidFill>
                  <a:srgbClr val="101010"/>
                </a:solidFill>
                <a:latin typeface="Comic Sans MS"/>
                <a:ea typeface="Comic Sans MS"/>
                <a:cs typeface="Comic Sans MS"/>
              </a:defRPr>
            </a:defPPr>
          </a:lstStyle>
          <a:p xmlns:a="http://schemas.openxmlformats.org/drawingml/2006/main">
            <a:pPr algn="l">
              <a:lnSpc>
                <a:spcPct val="100000"/>
              </a:lnSpc>
              <a:buNone/>
              <a:defRPr sz="1468" b="1" i="0">
                <a:solidFill>
                  <a:srgbClr val="101010"/>
                </a:solidFill>
                <a:latin typeface="Comic Sans MS"/>
                <a:ea typeface="Comic Sans MS"/>
                <a:cs typeface="Comic Sans MS"/>
              </a:defRPr>
            </a:pPr>
            <a:r>
              <a:rPr sz="1468" b="1" i="0">
                <a:solidFill>
                  <a:srgbClr val="101010"/>
                </a:solidFill>
                <a:latin typeface="Comic Sans MS"/>
                <a:ea typeface="Comic Sans MS"/>
                <a:cs typeface="Comic Sans MS"/>
              </a:rPr>
              <a:t>Weather</a:t>
            </a:r>
          </a:p>
        </p:txBody>
      </p:sp>
      <p:sp>
        <p:nvSpPr>
          <p:cNvPr id="305" name="Reviewed text 44">
            <a:extLst xmlns:a="http://schemas.openxmlformats.org/drawingml/2006/main">
              <a:ext uri="{FF2B5EF4-FFF2-40B4-BE49-F238E27FC236}">
                <a16:creationId xmlns:a16="http://schemas.microsoft.com/office/drawing/2014/main" id="{24F3033A-DD3F-421A-B597-9BC83C4B99AE}"/>
              </a:ext>
            </a:extLst>
          </p:cNvPr>
          <p:cNvSpPr>
            <a:spLocks xmlns:a="http://schemas.openxmlformats.org/drawingml/2006/main" noGrp="1"/>
          </p:cNvSpPr>
          <p:nvPr/>
        </p:nvSpPr>
        <p:spPr>
          <a:xfrm xmlns:a="http://schemas.openxmlformats.org/drawingml/2006/main" rot="0">
            <a:off x="10496550" y="591229"/>
            <a:ext cx="3238500" cy="2169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0" b="0" i="0">
                <a:solidFill>
                  <a:srgbClr val="101010"/>
                </a:solidFill>
                <a:latin typeface="Comic Sans MS"/>
                <a:ea typeface="Comic Sans MS"/>
                <a:cs typeface="Comic Sans MS"/>
              </a:defRPr>
            </a:defPPr>
          </a:lstStyle>
          <a:p xmlns:a="http://schemas.openxmlformats.org/drawingml/2006/main">
            <a:pPr algn="l">
              <a:lnSpc>
                <a:spcPct val="100000"/>
              </a:lnSpc>
              <a:buNone/>
              <a:defRPr sz="1220" b="0" i="0">
                <a:solidFill>
                  <a:srgbClr val="101010"/>
                </a:solidFill>
                <a:latin typeface="Comic Sans MS"/>
                <a:ea typeface="Comic Sans MS"/>
                <a:cs typeface="Comic Sans MS"/>
              </a:defRPr>
            </a:pPr>
            <a:r>
              <a:rPr sz="1220" b="0" i="0">
                <a:solidFill>
                  <a:srgbClr val="101010"/>
                </a:solidFill>
                <a:latin typeface="Comic Sans MS"/>
                <a:ea typeface="Comic Sans MS"/>
                <a:cs typeface="Comic Sans MS"/>
              </a:rPr>
              <a:t>Generate an image of isometric 3D miniature</a:t>
            </a:r>
          </a:p>
        </p:txBody>
      </p:sp>
      <p:sp>
        <p:nvSpPr>
          <p:cNvPr id="306" name="Reviewed text 45">
            <a:extLst xmlns:a="http://schemas.openxmlformats.org/drawingml/2006/main">
              <a:ext uri="{FF2B5EF4-FFF2-40B4-BE49-F238E27FC236}">
                <a16:creationId xmlns:a16="http://schemas.microsoft.com/office/drawing/2014/main" id="{59DA3FDD-942B-44C0-9AEF-F0E770FE09B4}"/>
              </a:ext>
            </a:extLst>
          </p:cNvPr>
          <p:cNvSpPr>
            <a:spLocks xmlns:a="http://schemas.openxmlformats.org/drawingml/2006/main" noGrp="1"/>
          </p:cNvSpPr>
          <p:nvPr/>
        </p:nvSpPr>
        <p:spPr>
          <a:xfrm xmlns:a="http://schemas.openxmlformats.org/drawingml/2006/main" rot="0">
            <a:off x="10496550" y="780865"/>
            <a:ext cx="3810000" cy="223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58" b="0" i="0">
                <a:solidFill>
                  <a:srgbClr val="101010"/>
                </a:solidFill>
                <a:latin typeface="Comic Sans MS"/>
                <a:ea typeface="Comic Sans MS"/>
                <a:cs typeface="Comic Sans MS"/>
              </a:defRPr>
            </a:defPPr>
          </a:lstStyle>
          <a:p xmlns:a="http://schemas.openxmlformats.org/drawingml/2006/main">
            <a:pPr algn="l">
              <a:lnSpc>
                <a:spcPct val="100000"/>
              </a:lnSpc>
              <a:buNone/>
              <a:defRPr sz="1258" b="0" i="0">
                <a:solidFill>
                  <a:srgbClr val="101010"/>
                </a:solidFill>
                <a:latin typeface="Comic Sans MS"/>
                <a:ea typeface="Comic Sans MS"/>
                <a:cs typeface="Comic Sans MS"/>
              </a:defRPr>
            </a:pPr>
            <a:r>
              <a:rPr sz="1258" b="0" i="0">
                <a:solidFill>
                  <a:srgbClr val="101010"/>
                </a:solidFill>
                <a:latin typeface="Comic Sans MS"/>
                <a:ea typeface="Comic Sans MS"/>
                <a:cs typeface="Comic Sans MS"/>
              </a:rPr>
              <a:t>cartoon </a:t>
            </a:r>
            <a:r>
              <a:rPr sz="1258" b="1" i="0">
                <a:solidFill>
                  <a:srgbClr val="101010"/>
                </a:solidFill>
                <a:latin typeface="Comic Sans MS"/>
                <a:ea typeface="Comic Sans MS"/>
                <a:cs typeface="Comic Sans MS"/>
              </a:rPr>
              <a:t>Las Vegas</a:t>
            </a:r>
            <a:r>
              <a:rPr sz="1258" b="0" i="0">
                <a:solidFill>
                  <a:srgbClr val="101010"/>
                </a:solidFill>
                <a:latin typeface="Comic Sans MS"/>
                <a:ea typeface="Comic Sans MS"/>
                <a:cs typeface="Comic Sans MS"/>
              </a:rPr>
              <a:t> scene with weather in August 5.</a:t>
            </a:r>
          </a:p>
        </p:txBody>
      </p:sp>
      <p:sp>
        <p:nvSpPr>
          <p:cNvPr id="307" name="Reviewed text 46">
            <a:extLst xmlns:a="http://schemas.openxmlformats.org/drawingml/2006/main">
              <a:ext uri="{FF2B5EF4-FFF2-40B4-BE49-F238E27FC236}">
                <a16:creationId xmlns:a16="http://schemas.microsoft.com/office/drawing/2014/main" id="{70817080-30AE-4F98-92C8-67AA32F6ED74}"/>
              </a:ext>
            </a:extLst>
          </p:cNvPr>
          <p:cNvSpPr>
            <a:spLocks xmlns:a="http://schemas.openxmlformats.org/drawingml/2006/main" noGrp="1"/>
          </p:cNvSpPr>
          <p:nvPr/>
        </p:nvSpPr>
        <p:spPr>
          <a:xfrm xmlns:a="http://schemas.openxmlformats.org/drawingml/2006/main" rot="0">
            <a:off x="10629900" y="1236888"/>
            <a:ext cx="1266825" cy="1587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3" b="0" i="0">
                <a:solidFill>
                  <a:srgbClr val="101010"/>
                </a:solidFill>
                <a:latin typeface="Comic Sans MS"/>
                <a:ea typeface="Comic Sans MS"/>
                <a:cs typeface="Comic Sans MS"/>
              </a:defRPr>
            </a:defPPr>
          </a:lstStyle>
          <a:p xmlns:a="http://schemas.openxmlformats.org/drawingml/2006/main">
            <a:pPr algn="l">
              <a:lnSpc>
                <a:spcPct val="100000"/>
              </a:lnSpc>
              <a:buNone/>
              <a:defRPr sz="893" b="0" i="0">
                <a:solidFill>
                  <a:srgbClr val="101010"/>
                </a:solidFill>
                <a:latin typeface="Comic Sans MS"/>
                <a:ea typeface="Comic Sans MS"/>
                <a:cs typeface="Comic Sans MS"/>
              </a:defRPr>
            </a:pPr>
            <a:r>
              <a:rPr sz="893" b="0" i="0">
                <a:solidFill>
                  <a:srgbClr val="101010"/>
                </a:solidFill>
                <a:latin typeface="Comic Sans MS"/>
                <a:ea typeface="Comic Sans MS"/>
                <a:cs typeface="Comic Sans MS"/>
              </a:rPr>
              <a:t>The typical high and low</a:t>
            </a:r>
          </a:p>
        </p:txBody>
      </p:sp>
      <p:sp>
        <p:nvSpPr>
          <p:cNvPr id="308" name="Reviewed text 47">
            <a:extLst xmlns:a="http://schemas.openxmlformats.org/drawingml/2006/main">
              <a:ext uri="{FF2B5EF4-FFF2-40B4-BE49-F238E27FC236}">
                <a16:creationId xmlns:a16="http://schemas.microsoft.com/office/drawing/2014/main" id="{E2F8CCE1-A854-4A9F-B2BF-4B0C1D306355}"/>
              </a:ext>
            </a:extLst>
          </p:cNvPr>
          <p:cNvSpPr>
            <a:spLocks xmlns:a="http://schemas.openxmlformats.org/drawingml/2006/main" noGrp="1"/>
          </p:cNvSpPr>
          <p:nvPr/>
        </p:nvSpPr>
        <p:spPr>
          <a:xfrm xmlns:a="http://schemas.openxmlformats.org/drawingml/2006/main" rot="0">
            <a:off x="10629900" y="1370169"/>
            <a:ext cx="1676400" cy="15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6" b="0" i="0">
                <a:solidFill>
                  <a:srgbClr val="101010"/>
                </a:solidFill>
                <a:latin typeface="Comic Sans MS"/>
                <a:ea typeface="Comic Sans MS"/>
                <a:cs typeface="Comic Sans MS"/>
              </a:defRPr>
            </a:defPPr>
          </a:lstStyle>
          <a:p xmlns:a="http://schemas.openxmlformats.org/drawingml/2006/main">
            <a:pPr algn="l">
              <a:lnSpc>
                <a:spcPct val="100000"/>
              </a:lnSpc>
              <a:buNone/>
              <a:defRPr sz="896" b="0" i="0">
                <a:solidFill>
                  <a:srgbClr val="101010"/>
                </a:solidFill>
                <a:latin typeface="Comic Sans MS"/>
                <a:ea typeface="Comic Sans MS"/>
                <a:cs typeface="Comic Sans MS"/>
              </a:defRPr>
            </a:pPr>
            <a:r>
              <a:rPr sz="896" b="0" i="0">
                <a:solidFill>
                  <a:srgbClr val="101010"/>
                </a:solidFill>
                <a:latin typeface="Comic Sans MS"/>
                <a:ea typeface="Comic Sans MS"/>
                <a:cs typeface="Comic Sans MS"/>
              </a:rPr>
              <a:t>temperatures around August 15</a:t>
            </a:r>
          </a:p>
        </p:txBody>
      </p:sp>
      <p:sp>
        <p:nvSpPr>
          <p:cNvPr id="309" name="Reviewed text 48">
            <a:extLst xmlns:a="http://schemas.openxmlformats.org/drawingml/2006/main">
              <a:ext uri="{FF2B5EF4-FFF2-40B4-BE49-F238E27FC236}">
                <a16:creationId xmlns:a16="http://schemas.microsoft.com/office/drawing/2014/main" id="{A9D7878D-3B1C-40DF-A93D-42B62A872DAC}"/>
              </a:ext>
            </a:extLst>
          </p:cNvPr>
          <p:cNvSpPr>
            <a:spLocks xmlns:a="http://schemas.openxmlformats.org/drawingml/2006/main" noGrp="1"/>
          </p:cNvSpPr>
          <p:nvPr/>
        </p:nvSpPr>
        <p:spPr>
          <a:xfrm xmlns:a="http://schemas.openxmlformats.org/drawingml/2006/main" rot="0">
            <a:off x="10620375" y="1507144"/>
            <a:ext cx="1695450" cy="13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37" b="0" i="0">
                <a:solidFill>
                  <a:srgbClr val="101010"/>
                </a:solidFill>
                <a:latin typeface="Comic Sans MS"/>
                <a:ea typeface="Comic Sans MS"/>
                <a:cs typeface="Comic Sans MS"/>
              </a:defRPr>
            </a:defPPr>
          </a:lstStyle>
          <a:p xmlns:a="http://schemas.openxmlformats.org/drawingml/2006/main">
            <a:pPr algn="l">
              <a:lnSpc>
                <a:spcPct val="100000"/>
              </a:lnSpc>
              <a:buNone/>
              <a:defRPr sz="737" b="0" i="0">
                <a:solidFill>
                  <a:srgbClr val="101010"/>
                </a:solidFill>
                <a:latin typeface="Comic Sans MS"/>
                <a:ea typeface="Comic Sans MS"/>
                <a:cs typeface="Comic Sans MS"/>
              </a:defRPr>
            </a:pPr>
            <a:r>
              <a:rPr sz="737" b="0" i="0">
                <a:solidFill>
                  <a:srgbClr val="101010"/>
                </a:solidFill>
                <a:latin typeface="Comic Sans MS"/>
                <a:ea typeface="Comic Sans MS"/>
                <a:cs typeface="Comic Sans MS"/>
              </a:rPr>
              <a:t>are about 41°C for the high and</a:t>
            </a:r>
          </a:p>
        </p:txBody>
      </p:sp>
      <p:sp>
        <p:nvSpPr>
          <p:cNvPr id="310" name="Reviewed text 49">
            <a:extLst xmlns:a="http://schemas.openxmlformats.org/drawingml/2006/main">
              <a:ext uri="{FF2B5EF4-FFF2-40B4-BE49-F238E27FC236}">
                <a16:creationId xmlns:a16="http://schemas.microsoft.com/office/drawing/2014/main" id="{0F90D541-E2C6-4BBF-96DB-7E8906A47523}"/>
              </a:ext>
            </a:extLst>
          </p:cNvPr>
          <p:cNvSpPr>
            <a:spLocks xmlns:a="http://schemas.openxmlformats.org/drawingml/2006/main" noGrp="1"/>
          </p:cNvSpPr>
          <p:nvPr/>
        </p:nvSpPr>
        <p:spPr>
          <a:xfrm xmlns:a="http://schemas.openxmlformats.org/drawingml/2006/main" rot="0">
            <a:off x="10629900" y="1650021"/>
            <a:ext cx="1352550" cy="1310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37" b="0" i="0">
                <a:solidFill>
                  <a:srgbClr val="101010"/>
                </a:solidFill>
                <a:latin typeface="Comic Sans MS"/>
                <a:ea typeface="Comic Sans MS"/>
                <a:cs typeface="Comic Sans MS"/>
              </a:defRPr>
            </a:defPPr>
          </a:lstStyle>
          <a:p xmlns:a="http://schemas.openxmlformats.org/drawingml/2006/main">
            <a:pPr algn="l">
              <a:lnSpc>
                <a:spcPct val="100000"/>
              </a:lnSpc>
              <a:buNone/>
              <a:defRPr sz="737" b="0" i="0">
                <a:solidFill>
                  <a:srgbClr val="101010"/>
                </a:solidFill>
                <a:latin typeface="Comic Sans MS"/>
                <a:ea typeface="Comic Sans MS"/>
                <a:cs typeface="Comic Sans MS"/>
              </a:defRPr>
            </a:pPr>
            <a:r>
              <a:rPr sz="737" b="0" i="0">
                <a:solidFill>
                  <a:srgbClr val="101010"/>
                </a:solidFill>
                <a:latin typeface="Comic Sans MS"/>
                <a:ea typeface="Comic Sans MS"/>
                <a:cs typeface="Comic Sans MS"/>
              </a:rPr>
              <a:t>29°C for the low in Las Vegas...</a:t>
            </a:r>
          </a:p>
        </p:txBody>
      </p:sp>
      <p:sp>
        <p:nvSpPr>
          <p:cNvPr id="311" name="Reviewed text 55">
            <a:extLst xmlns:a="http://schemas.openxmlformats.org/drawingml/2006/main">
              <a:ext uri="{FF2B5EF4-FFF2-40B4-BE49-F238E27FC236}">
                <a16:creationId xmlns:a16="http://schemas.microsoft.com/office/drawing/2014/main" id="{050C6AE0-2A47-498E-A5B0-885DF4C5D06E}"/>
              </a:ext>
            </a:extLst>
          </p:cNvPr>
          <p:cNvSpPr>
            <a:spLocks xmlns:a="http://schemas.openxmlformats.org/drawingml/2006/main" noGrp="1"/>
          </p:cNvSpPr>
          <p:nvPr/>
        </p:nvSpPr>
        <p:spPr>
          <a:xfrm xmlns:a="http://schemas.openxmlformats.org/drawingml/2006/main" rot="0">
            <a:off x="16687800" y="185511"/>
            <a:ext cx="923925" cy="2610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68" b="1" i="0">
                <a:solidFill>
                  <a:srgbClr val="101010"/>
                </a:solidFill>
                <a:latin typeface="Comic Sans MS"/>
                <a:ea typeface="Comic Sans MS"/>
                <a:cs typeface="Comic Sans MS"/>
              </a:defRPr>
            </a:defPPr>
          </a:lstStyle>
          <a:p xmlns:a="http://schemas.openxmlformats.org/drawingml/2006/main">
            <a:pPr algn="l">
              <a:lnSpc>
                <a:spcPct val="100000"/>
              </a:lnSpc>
              <a:buNone/>
              <a:defRPr sz="1468" b="1" i="0">
                <a:solidFill>
                  <a:srgbClr val="101010"/>
                </a:solidFill>
                <a:latin typeface="Comic Sans MS"/>
                <a:ea typeface="Comic Sans MS"/>
                <a:cs typeface="Comic Sans MS"/>
              </a:defRPr>
            </a:pPr>
            <a:r>
              <a:rPr sz="1468" b="1" i="0">
                <a:solidFill>
                  <a:srgbClr val="101010"/>
                </a:solidFill>
                <a:latin typeface="Comic Sans MS"/>
                <a:ea typeface="Comic Sans MS"/>
                <a:cs typeface="Comic Sans MS"/>
              </a:rPr>
              <a:t>Character</a:t>
            </a:r>
          </a:p>
        </p:txBody>
      </p:sp>
      <p:sp>
        <p:nvSpPr>
          <p:cNvPr id="312" name="Reviewed text 56">
            <a:extLst xmlns:a="http://schemas.openxmlformats.org/drawingml/2006/main">
              <a:ext uri="{FF2B5EF4-FFF2-40B4-BE49-F238E27FC236}">
                <a16:creationId xmlns:a16="http://schemas.microsoft.com/office/drawing/2014/main" id="{6B47F769-C0D4-48E5-8181-80700F33A6C6}"/>
              </a:ext>
            </a:extLst>
          </p:cNvPr>
          <p:cNvSpPr>
            <a:spLocks xmlns:a="http://schemas.openxmlformats.org/drawingml/2006/main" noGrp="1"/>
          </p:cNvSpPr>
          <p:nvPr/>
        </p:nvSpPr>
        <p:spPr>
          <a:xfrm xmlns:a="http://schemas.openxmlformats.org/drawingml/2006/main" rot="0">
            <a:off x="15287625" y="505566"/>
            <a:ext cx="3667125" cy="2164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18" b="0" i="0">
                <a:solidFill>
                  <a:srgbClr val="101010"/>
                </a:solidFill>
                <a:latin typeface="Comic Sans MS"/>
                <a:ea typeface="Comic Sans MS"/>
                <a:cs typeface="Comic Sans MS"/>
              </a:defRPr>
            </a:defPPr>
          </a:lstStyle>
          <a:p xmlns:a="http://schemas.openxmlformats.org/drawingml/2006/main">
            <a:pPr algn="l">
              <a:lnSpc>
                <a:spcPct val="100000"/>
              </a:lnSpc>
              <a:buNone/>
              <a:defRPr sz="1218" b="0" i="0">
                <a:solidFill>
                  <a:srgbClr val="101010"/>
                </a:solidFill>
                <a:latin typeface="Comic Sans MS"/>
                <a:ea typeface="Comic Sans MS"/>
                <a:cs typeface="Comic Sans MS"/>
              </a:defRPr>
            </a:pPr>
            <a:r>
              <a:rPr sz="1218" b="0" i="0">
                <a:solidFill>
                  <a:srgbClr val="101010"/>
                </a:solidFill>
                <a:latin typeface="Comic Sans MS"/>
                <a:ea typeface="Comic Sans MS"/>
                <a:cs typeface="Comic Sans MS"/>
              </a:rPr>
              <a:t>Generate an image of </a:t>
            </a:r>
            <a:r>
              <a:rPr sz="1218" b="1" i="0">
                <a:solidFill>
                  <a:srgbClr val="101010"/>
                </a:solidFill>
                <a:latin typeface="Comic Sans MS"/>
                <a:ea typeface="Comic Sans MS"/>
                <a:cs typeface="Comic Sans MS"/>
              </a:rPr>
              <a:t>Anna Yanami</a:t>
            </a:r>
            <a:r>
              <a:rPr sz="1218" b="0" i="0">
                <a:solidFill>
                  <a:srgbClr val="101010"/>
                </a:solidFill>
                <a:latin typeface="Comic Sans MS"/>
                <a:ea typeface="Comic Sans MS"/>
                <a:cs typeface="Comic Sans MS"/>
              </a:rPr>
              <a:t> from 'Makeine:</a:t>
            </a:r>
          </a:p>
        </p:txBody>
      </p:sp>
      <p:sp>
        <p:nvSpPr>
          <p:cNvPr id="313" name="Reviewed text 57">
            <a:extLst xmlns:a="http://schemas.openxmlformats.org/drawingml/2006/main">
              <a:ext uri="{FF2B5EF4-FFF2-40B4-BE49-F238E27FC236}">
                <a16:creationId xmlns:a16="http://schemas.microsoft.com/office/drawing/2014/main" id="{76B69FB7-6AD8-4A01-80C8-2E8977365A0F}"/>
              </a:ext>
            </a:extLst>
          </p:cNvPr>
          <p:cNvSpPr>
            <a:spLocks xmlns:a="http://schemas.openxmlformats.org/drawingml/2006/main" noGrp="1"/>
          </p:cNvSpPr>
          <p:nvPr/>
        </p:nvSpPr>
        <p:spPr>
          <a:xfrm xmlns:a="http://schemas.openxmlformats.org/drawingml/2006/main" rot="0">
            <a:off x="15287625" y="677206"/>
            <a:ext cx="3810000" cy="215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9" b="0" i="0">
                <a:solidFill>
                  <a:srgbClr val="101010"/>
                </a:solidFill>
                <a:latin typeface="Comic Sans MS"/>
                <a:ea typeface="Comic Sans MS"/>
                <a:cs typeface="Comic Sans MS"/>
              </a:defRPr>
            </a:defPPr>
          </a:lstStyle>
          <a:p xmlns:a="http://schemas.openxmlformats.org/drawingml/2006/main">
            <a:pPr algn="l">
              <a:lnSpc>
                <a:spcPct val="100000"/>
              </a:lnSpc>
              <a:buNone/>
              <a:defRPr sz="1209" b="0" i="0">
                <a:solidFill>
                  <a:srgbClr val="101010"/>
                </a:solidFill>
                <a:latin typeface="Comic Sans MS"/>
                <a:ea typeface="Comic Sans MS"/>
                <a:cs typeface="Comic Sans MS"/>
              </a:defRPr>
            </a:pPr>
            <a:r>
              <a:rPr sz="1209" b="1" i="0">
                <a:solidFill>
                  <a:srgbClr val="101010"/>
                </a:solidFill>
                <a:latin typeface="Comic Sans MS"/>
                <a:ea typeface="Comic Sans MS"/>
                <a:cs typeface="Comic Sans MS"/>
              </a:rPr>
              <a:t>Too Many Losing Heroines!</a:t>
            </a:r>
            <a:r>
              <a:rPr sz="1209" b="0" i="0">
                <a:solidFill>
                  <a:srgbClr val="101010"/>
                </a:solidFill>
                <a:latin typeface="Comic Sans MS"/>
                <a:ea typeface="Comic Sans MS"/>
                <a:cs typeface="Comic Sans MS"/>
              </a:rPr>
              <a:t>' next to a birthday cake,</a:t>
            </a:r>
          </a:p>
        </p:txBody>
      </p:sp>
      <p:sp>
        <p:nvSpPr>
          <p:cNvPr id="314" name="Reviewed text 58">
            <a:extLst xmlns:a="http://schemas.openxmlformats.org/drawingml/2006/main">
              <a:ext uri="{FF2B5EF4-FFF2-40B4-BE49-F238E27FC236}">
                <a16:creationId xmlns:a16="http://schemas.microsoft.com/office/drawing/2014/main" id="{EB4C8241-46FF-4A62-A4BD-E5816CCEE56F}"/>
              </a:ext>
            </a:extLst>
          </p:cNvPr>
          <p:cNvSpPr>
            <a:spLocks xmlns:a="http://schemas.openxmlformats.org/drawingml/2006/main" noGrp="1"/>
          </p:cNvSpPr>
          <p:nvPr/>
        </p:nvSpPr>
        <p:spPr>
          <a:xfrm xmlns:a="http://schemas.openxmlformats.org/drawingml/2006/main" rot="0">
            <a:off x="15287625" y="877353"/>
            <a:ext cx="2333625" cy="2140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4" b="0" i="0">
                <a:solidFill>
                  <a:srgbClr val="101010"/>
                </a:solidFill>
                <a:latin typeface="Comic Sans MS"/>
                <a:ea typeface="Comic Sans MS"/>
                <a:cs typeface="Comic Sans MS"/>
              </a:defRPr>
            </a:defPPr>
          </a:lstStyle>
          <a:p xmlns:a="http://schemas.openxmlformats.org/drawingml/2006/main">
            <a:pPr algn="l">
              <a:lnSpc>
                <a:spcPct val="100000"/>
              </a:lnSpc>
              <a:buNone/>
              <a:defRPr sz="1204" b="0" i="0">
                <a:solidFill>
                  <a:srgbClr val="101010"/>
                </a:solidFill>
                <a:latin typeface="Comic Sans MS"/>
                <a:ea typeface="Comic Sans MS"/>
                <a:cs typeface="Comic Sans MS"/>
              </a:defRPr>
            </a:pPr>
            <a:r>
              <a:rPr sz="1204" b="0" i="0">
                <a:solidFill>
                  <a:srgbClr val="101010"/>
                </a:solidFill>
                <a:latin typeface="Comic Sans MS"/>
                <a:ea typeface="Comic Sans MS"/>
                <a:cs typeface="Comic Sans MS"/>
              </a:rPr>
              <a:t>with cream smeared on her face.</a:t>
            </a:r>
          </a:p>
        </p:txBody>
      </p:sp>
      <p:sp>
        <p:nvSpPr>
          <p:cNvPr id="315" name="Reviewed text 59">
            <a:extLst xmlns:a="http://schemas.openxmlformats.org/drawingml/2006/main">
              <a:ext uri="{FF2B5EF4-FFF2-40B4-BE49-F238E27FC236}">
                <a16:creationId xmlns:a16="http://schemas.microsoft.com/office/drawing/2014/main" id="{28150FDE-D304-4F01-BAD0-36528836BC9C}"/>
              </a:ext>
            </a:extLst>
          </p:cNvPr>
          <p:cNvSpPr>
            <a:spLocks xmlns:a="http://schemas.openxmlformats.org/drawingml/2006/main" noGrp="1"/>
          </p:cNvSpPr>
          <p:nvPr/>
        </p:nvSpPr>
        <p:spPr>
          <a:xfrm xmlns:a="http://schemas.openxmlformats.org/drawingml/2006/main" rot="0">
            <a:off x="15420975" y="1216403"/>
            <a:ext cx="1800225" cy="1699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0" i="0">
                <a:solidFill>
                  <a:srgbClr val="101010"/>
                </a:solidFill>
                <a:latin typeface="Comic Sans MS"/>
                <a:ea typeface="Comic Sans MS"/>
                <a:cs typeface="Comic Sans MS"/>
              </a:defRPr>
            </a:defPPr>
          </a:lstStyle>
          <a:p xmlns:a="http://schemas.openxmlformats.org/drawingml/2006/main">
            <a:pPr algn="l">
              <a:lnSpc>
                <a:spcPct val="100000"/>
              </a:lnSpc>
              <a:buNone/>
              <a:defRPr sz="956" b="0" i="0">
                <a:solidFill>
                  <a:srgbClr val="101010"/>
                </a:solidFill>
                <a:latin typeface="Comic Sans MS"/>
                <a:ea typeface="Comic Sans MS"/>
                <a:cs typeface="Comic Sans MS"/>
              </a:defRPr>
            </a:pPr>
            <a:r>
              <a:rPr sz="956" b="0" i="0">
                <a:solidFill>
                  <a:srgbClr val="101010"/>
                </a:solidFill>
                <a:latin typeface="Comic Sans MS"/>
                <a:ea typeface="Comic Sans MS"/>
                <a:cs typeface="Comic Sans MS"/>
              </a:rPr>
              <a:t>Anna Yanami has medium-length</a:t>
            </a:r>
          </a:p>
        </p:txBody>
      </p:sp>
      <p:sp>
        <p:nvSpPr>
          <p:cNvPr id="316" name="Reviewed text 60">
            <a:extLst xmlns:a="http://schemas.openxmlformats.org/drawingml/2006/main">
              <a:ext uri="{FF2B5EF4-FFF2-40B4-BE49-F238E27FC236}">
                <a16:creationId xmlns:a16="http://schemas.microsoft.com/office/drawing/2014/main" id="{CF28C722-351D-4DC2-9D28-72519E23104C}"/>
              </a:ext>
            </a:extLst>
          </p:cNvPr>
          <p:cNvSpPr>
            <a:spLocks xmlns:a="http://schemas.openxmlformats.org/drawingml/2006/main" noGrp="1"/>
          </p:cNvSpPr>
          <p:nvPr/>
        </p:nvSpPr>
        <p:spPr>
          <a:xfrm xmlns:a="http://schemas.openxmlformats.org/drawingml/2006/main" rot="0">
            <a:off x="15420975" y="1368807"/>
            <a:ext cx="1800225" cy="169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5" b="0" i="0">
                <a:solidFill>
                  <a:srgbClr val="101010"/>
                </a:solidFill>
                <a:latin typeface="Comic Sans MS"/>
                <a:ea typeface="Comic Sans MS"/>
                <a:cs typeface="Comic Sans MS"/>
              </a:defRPr>
            </a:defPPr>
          </a:lstStyle>
          <a:p xmlns:a="http://schemas.openxmlformats.org/drawingml/2006/main">
            <a:pPr algn="l">
              <a:lnSpc>
                <a:spcPct val="100000"/>
              </a:lnSpc>
              <a:buNone/>
              <a:defRPr sz="955" b="0" i="0">
                <a:solidFill>
                  <a:srgbClr val="101010"/>
                </a:solidFill>
                <a:latin typeface="Comic Sans MS"/>
                <a:ea typeface="Comic Sans MS"/>
                <a:cs typeface="Comic Sans MS"/>
              </a:defRPr>
            </a:pPr>
            <a:r>
              <a:rPr sz="955" b="0" i="0">
                <a:solidFill>
                  <a:srgbClr val="101010"/>
                </a:solidFill>
                <a:latin typeface="Comic Sans MS"/>
                <a:ea typeface="Comic Sans MS"/>
                <a:cs typeface="Comic Sans MS"/>
              </a:rPr>
              <a:t>wavy dark blue hair, wearing a</a:t>
            </a:r>
          </a:p>
        </p:txBody>
      </p:sp>
      <p:sp>
        <p:nvSpPr>
          <p:cNvPr id="317" name="Reviewed text 61">
            <a:extLst xmlns:a="http://schemas.openxmlformats.org/drawingml/2006/main">
              <a:ext uri="{FF2B5EF4-FFF2-40B4-BE49-F238E27FC236}">
                <a16:creationId xmlns:a16="http://schemas.microsoft.com/office/drawing/2014/main" id="{CD422B25-4D17-4C0A-84BE-EE7B88D83A85}"/>
              </a:ext>
            </a:extLst>
          </p:cNvPr>
          <p:cNvSpPr>
            <a:spLocks xmlns:a="http://schemas.openxmlformats.org/drawingml/2006/main" noGrp="1"/>
          </p:cNvSpPr>
          <p:nvPr/>
        </p:nvSpPr>
        <p:spPr>
          <a:xfrm xmlns:a="http://schemas.openxmlformats.org/drawingml/2006/main" rot="0">
            <a:off x="15420975" y="1513263"/>
            <a:ext cx="1800225" cy="1575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86" b="0" i="0">
                <a:solidFill>
                  <a:srgbClr val="101010"/>
                </a:solidFill>
                <a:latin typeface="Comic Sans MS"/>
                <a:ea typeface="Comic Sans MS"/>
                <a:cs typeface="Comic Sans MS"/>
              </a:defRPr>
            </a:defPPr>
          </a:lstStyle>
          <a:p xmlns:a="http://schemas.openxmlformats.org/drawingml/2006/main">
            <a:pPr algn="l">
              <a:lnSpc>
                <a:spcPct val="100000"/>
              </a:lnSpc>
              <a:buNone/>
              <a:defRPr sz="886" b="0" i="0">
                <a:solidFill>
                  <a:srgbClr val="101010"/>
                </a:solidFill>
                <a:latin typeface="Comic Sans MS"/>
                <a:ea typeface="Comic Sans MS"/>
                <a:cs typeface="Comic Sans MS"/>
              </a:defRPr>
            </a:pPr>
            <a:r>
              <a:rPr sz="886" b="0" i="0">
                <a:solidFill>
                  <a:srgbClr val="101010"/>
                </a:solidFill>
                <a:latin typeface="Comic Sans MS"/>
                <a:ea typeface="Comic Sans MS"/>
                <a:cs typeface="Comic Sans MS"/>
              </a:rPr>
              <a:t>short-sleeved white school blouse</a:t>
            </a:r>
          </a:p>
        </p:txBody>
      </p:sp>
      <p:sp>
        <p:nvSpPr>
          <p:cNvPr id="318" name="Reviewed text 62">
            <a:extLst xmlns:a="http://schemas.openxmlformats.org/drawingml/2006/main">
              <a:ext uri="{FF2B5EF4-FFF2-40B4-BE49-F238E27FC236}">
                <a16:creationId xmlns:a16="http://schemas.microsoft.com/office/drawing/2014/main" id="{B8CBD2D5-03DD-49B9-A90E-2A9F2E241853}"/>
              </a:ext>
            </a:extLst>
          </p:cNvPr>
          <p:cNvSpPr>
            <a:spLocks xmlns:a="http://schemas.openxmlformats.org/drawingml/2006/main" noGrp="1"/>
          </p:cNvSpPr>
          <p:nvPr/>
        </p:nvSpPr>
        <p:spPr>
          <a:xfrm xmlns:a="http://schemas.openxmlformats.org/drawingml/2006/main" rot="0">
            <a:off x="15420975" y="1650263"/>
            <a:ext cx="952500" cy="1292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27" b="0" i="0">
                <a:solidFill>
                  <a:srgbClr val="101010"/>
                </a:solidFill>
                <a:latin typeface="Comic Sans MS"/>
                <a:ea typeface="Comic Sans MS"/>
                <a:cs typeface="Comic Sans MS"/>
              </a:defRPr>
            </a:defPPr>
          </a:lstStyle>
          <a:p xmlns:a="http://schemas.openxmlformats.org/drawingml/2006/main">
            <a:pPr algn="l">
              <a:lnSpc>
                <a:spcPct val="100000"/>
              </a:lnSpc>
              <a:buNone/>
              <a:defRPr sz="727" b="0" i="0">
                <a:solidFill>
                  <a:srgbClr val="101010"/>
                </a:solidFill>
                <a:latin typeface="Comic Sans MS"/>
                <a:ea typeface="Comic Sans MS"/>
                <a:cs typeface="Comic Sans MS"/>
              </a:defRPr>
            </a:pPr>
            <a:r>
              <a:rPr sz="727" b="0" i="0">
                <a:solidFill>
                  <a:srgbClr val="101010"/>
                </a:solidFill>
                <a:latin typeface="Comic Sans MS"/>
                <a:ea typeface="Comic Sans MS"/>
                <a:cs typeface="Comic Sans MS"/>
              </a:rPr>
              <a:t>with four large bows...</a:t>
            </a:r>
          </a:p>
        </p:txBody>
      </p:sp>
      <p:sp>
        <p:nvSpPr>
          <p:cNvPr id="319" name="Reviewed text 63">
            <a:extLst xmlns:a="http://schemas.openxmlformats.org/drawingml/2006/main">
              <a:ext uri="{FF2B5EF4-FFF2-40B4-BE49-F238E27FC236}">
                <a16:creationId xmlns:a16="http://schemas.microsoft.com/office/drawing/2014/main" id="{9EAF27E8-DD15-4284-ABD4-637CC0530A80}"/>
              </a:ext>
            </a:extLst>
          </p:cNvPr>
          <p:cNvSpPr>
            <a:spLocks xmlns:a="http://schemas.openxmlformats.org/drawingml/2006/main" noGrp="1"/>
          </p:cNvSpPr>
          <p:nvPr/>
        </p:nvSpPr>
        <p:spPr>
          <a:xfrm xmlns:a="http://schemas.openxmlformats.org/drawingml/2006/main" rot="0">
            <a:off x="16925925" y="3233173"/>
            <a:ext cx="485775" cy="2636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3" b="1" i="0">
                <a:solidFill>
                  <a:srgbClr val="101010"/>
                </a:solidFill>
                <a:latin typeface="Comic Sans MS"/>
                <a:ea typeface="Comic Sans MS"/>
                <a:cs typeface="Comic Sans MS"/>
              </a:defRPr>
            </a:defPPr>
          </a:lstStyle>
          <a:p xmlns:a="http://schemas.openxmlformats.org/drawingml/2006/main">
            <a:pPr algn="l">
              <a:lnSpc>
                <a:spcPct val="100000"/>
              </a:lnSpc>
              <a:buNone/>
              <a:defRPr sz="1483" b="1" i="0">
                <a:solidFill>
                  <a:srgbClr val="101010"/>
                </a:solidFill>
                <a:latin typeface="Comic Sans MS"/>
                <a:ea typeface="Comic Sans MS"/>
                <a:cs typeface="Comic Sans MS"/>
              </a:defRPr>
            </a:pPr>
            <a:r>
              <a:rPr sz="1483" b="1" i="0">
                <a:solidFill>
                  <a:srgbClr val="101010"/>
                </a:solidFill>
                <a:latin typeface="Comic Sans MS"/>
                <a:ea typeface="Comic Sans MS"/>
                <a:cs typeface="Comic Sans MS"/>
              </a:rPr>
              <a:t>Math</a:t>
            </a:r>
          </a:p>
        </p:txBody>
      </p:sp>
      <p:sp>
        <p:nvSpPr>
          <p:cNvPr id="320" name="Reviewed text 64">
            <a:extLst xmlns:a="http://schemas.openxmlformats.org/drawingml/2006/main">
              <a:ext uri="{FF2B5EF4-FFF2-40B4-BE49-F238E27FC236}">
                <a16:creationId xmlns:a16="http://schemas.microsoft.com/office/drawing/2014/main" id="{B3FEE95A-50FF-4DB1-9CD1-9BB71B189E5D}"/>
              </a:ext>
            </a:extLst>
          </p:cNvPr>
          <p:cNvSpPr>
            <a:spLocks xmlns:a="http://schemas.openxmlformats.org/drawingml/2006/main" noGrp="1"/>
          </p:cNvSpPr>
          <p:nvPr/>
        </p:nvSpPr>
        <p:spPr>
          <a:xfrm xmlns:a="http://schemas.openxmlformats.org/drawingml/2006/main" rot="0">
            <a:off x="15354300" y="3582567"/>
            <a:ext cx="2190750" cy="2131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9" b="0" i="0">
                <a:solidFill>
                  <a:srgbClr val="101010"/>
                </a:solidFill>
                <a:latin typeface="Comic Sans MS"/>
                <a:ea typeface="Comic Sans MS"/>
                <a:cs typeface="Comic Sans MS"/>
              </a:defRPr>
            </a:defPPr>
          </a:lstStyle>
          <a:p xmlns:a="http://schemas.openxmlformats.org/drawingml/2006/main">
            <a:pPr algn="l">
              <a:lnSpc>
                <a:spcPct val="100000"/>
              </a:lnSpc>
              <a:buNone/>
              <a:defRPr sz="1199" b="0" i="0">
                <a:solidFill>
                  <a:srgbClr val="101010"/>
                </a:solidFill>
                <a:latin typeface="Comic Sans MS"/>
                <a:ea typeface="Comic Sans MS"/>
                <a:cs typeface="Comic Sans MS"/>
              </a:defRPr>
            </a:pPr>
            <a:r>
              <a:rPr sz="1199" b="0" i="0">
                <a:solidFill>
                  <a:srgbClr val="101010"/>
                </a:solidFill>
                <a:latin typeface="Comic Sans MS"/>
                <a:ea typeface="Comic Sans MS"/>
                <a:cs typeface="Comic Sans MS"/>
              </a:rPr>
              <a:t>Generate an image showing the</a:t>
            </a:r>
          </a:p>
        </p:txBody>
      </p:sp>
      <p:sp>
        <p:nvSpPr>
          <p:cNvPr id="321" name="Reviewed text 65">
            <a:extLst xmlns:a="http://schemas.openxmlformats.org/drawingml/2006/main">
              <a:ext uri="{FF2B5EF4-FFF2-40B4-BE49-F238E27FC236}">
                <a16:creationId xmlns:a16="http://schemas.microsoft.com/office/drawing/2014/main" id="{C656CCBB-5B24-4F72-886D-82D17575EB58}"/>
              </a:ext>
            </a:extLst>
          </p:cNvPr>
          <p:cNvSpPr>
            <a:spLocks xmlns:a="http://schemas.openxmlformats.org/drawingml/2006/main" noGrp="1"/>
          </p:cNvSpPr>
          <p:nvPr/>
        </p:nvSpPr>
        <p:spPr>
          <a:xfrm xmlns:a="http://schemas.openxmlformats.org/drawingml/2006/main" rot="0">
            <a:off x="15354300" y="3775363"/>
            <a:ext cx="2809875" cy="195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9" b="0" i="0">
                <a:solidFill>
                  <a:srgbClr val="101010"/>
                </a:solidFill>
                <a:latin typeface="Comic Sans MS"/>
                <a:ea typeface="Comic Sans MS"/>
                <a:cs typeface="Comic Sans MS"/>
              </a:defRPr>
            </a:defPPr>
          </a:lstStyle>
          <a:p xmlns:a="http://schemas.openxmlformats.org/drawingml/2006/main">
            <a:pPr algn="l">
              <a:lnSpc>
                <a:spcPct val="100000"/>
              </a:lnSpc>
              <a:buNone/>
              <a:defRPr sz="1099" b="0" i="0">
                <a:solidFill>
                  <a:srgbClr val="101010"/>
                </a:solidFill>
                <a:latin typeface="Comic Sans MS"/>
                <a:ea typeface="Comic Sans MS"/>
                <a:cs typeface="Comic Sans MS"/>
              </a:defRPr>
            </a:pPr>
            <a:r>
              <a:rPr sz="1099" b="0" i="0">
                <a:solidFill>
                  <a:srgbClr val="101010"/>
                </a:solidFill>
                <a:latin typeface="Comic Sans MS"/>
                <a:ea typeface="Comic Sans MS"/>
                <a:cs typeface="Comic Sans MS"/>
              </a:rPr>
              <a:t>instruction to write the answer to the</a:t>
            </a:r>
          </a:p>
        </p:txBody>
      </p:sp>
      <p:sp>
        <p:nvSpPr>
          <p:cNvPr id="322" name="Reviewed text 66">
            <a:extLst xmlns:a="http://schemas.openxmlformats.org/drawingml/2006/main">
              <a:ext uri="{FF2B5EF4-FFF2-40B4-BE49-F238E27FC236}">
                <a16:creationId xmlns:a16="http://schemas.microsoft.com/office/drawing/2014/main" id="{4752529C-F0BC-41A0-A6BF-309650B4B91C}"/>
              </a:ext>
            </a:extLst>
          </p:cNvPr>
          <p:cNvSpPr>
            <a:spLocks xmlns:a="http://schemas.openxmlformats.org/drawingml/2006/main" noGrp="1"/>
          </p:cNvSpPr>
          <p:nvPr/>
        </p:nvSpPr>
        <p:spPr>
          <a:xfrm xmlns:a="http://schemas.openxmlformats.org/drawingml/2006/main" rot="0">
            <a:off x="15344775" y="3954611"/>
            <a:ext cx="2790825" cy="208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0" i="0">
                <a:solidFill>
                  <a:srgbClr val="101010"/>
                </a:solidFill>
                <a:latin typeface="Comic Sans MS"/>
                <a:ea typeface="Comic Sans MS"/>
                <a:cs typeface="Comic Sans MS"/>
              </a:defRPr>
            </a:defPPr>
          </a:lstStyle>
          <a:p xmlns:a="http://schemas.openxmlformats.org/drawingml/2006/main">
            <a:pPr algn="l">
              <a:lnSpc>
                <a:spcPct val="100000"/>
              </a:lnSpc>
              <a:buNone/>
              <a:defRPr sz="1174" b="0" i="0">
                <a:solidFill>
                  <a:srgbClr val="101010"/>
                </a:solidFill>
                <a:latin typeface="Comic Sans MS"/>
                <a:ea typeface="Comic Sans MS"/>
                <a:cs typeface="Comic Sans MS"/>
              </a:defRPr>
            </a:pPr>
            <a:r>
              <a:rPr sz="1174" b="0" i="0">
                <a:solidFill>
                  <a:srgbClr val="101010"/>
                </a:solidFill>
                <a:latin typeface="Comic Sans MS"/>
                <a:ea typeface="Comic Sans MS"/>
                <a:cs typeface="Comic Sans MS"/>
              </a:rPr>
              <a:t>question in the corresponding position.</a:t>
            </a:r>
          </a:p>
        </p:txBody>
      </p:sp>
      <p:sp>
        <p:nvSpPr>
          <p:cNvPr id="323" name="Reviewed text 67">
            <a:extLst xmlns:a="http://schemas.openxmlformats.org/drawingml/2006/main">
              <a:ext uri="{FF2B5EF4-FFF2-40B4-BE49-F238E27FC236}">
                <a16:creationId xmlns:a16="http://schemas.microsoft.com/office/drawing/2014/main" id="{40ED632A-A9B8-46C5-999F-6B9351D1CB8E}"/>
              </a:ext>
            </a:extLst>
          </p:cNvPr>
          <p:cNvSpPr>
            <a:spLocks xmlns:a="http://schemas.openxmlformats.org/drawingml/2006/main" noGrp="1"/>
          </p:cNvSpPr>
          <p:nvPr/>
        </p:nvSpPr>
        <p:spPr>
          <a:xfrm xmlns:a="http://schemas.openxmlformats.org/drawingml/2006/main" rot="0">
            <a:off x="15373350" y="4400766"/>
            <a:ext cx="1543050" cy="146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4" b="0" i="0">
                <a:solidFill>
                  <a:srgbClr val="101010"/>
                </a:solidFill>
                <a:latin typeface="Comic Sans MS"/>
                <a:ea typeface="Comic Sans MS"/>
                <a:cs typeface="Comic Sans MS"/>
              </a:defRPr>
            </a:defPPr>
          </a:lstStyle>
          <a:p xmlns:a="http://schemas.openxmlformats.org/drawingml/2006/main">
            <a:pPr algn="l">
              <a:lnSpc>
                <a:spcPct val="100000"/>
              </a:lnSpc>
              <a:buNone/>
              <a:defRPr sz="824" b="0" i="0">
                <a:solidFill>
                  <a:srgbClr val="101010"/>
                </a:solidFill>
                <a:latin typeface="Comic Sans MS"/>
                <a:ea typeface="Comic Sans MS"/>
                <a:cs typeface="Comic Sans MS"/>
              </a:defRPr>
            </a:pPr>
            <a:r>
              <a:rPr sz="824" b="0" i="0">
                <a:solidFill>
                  <a:srgbClr val="101010"/>
                </a:solidFill>
                <a:latin typeface="Comic Sans MS"/>
                <a:ea typeface="Comic Sans MS"/>
                <a:cs typeface="Comic Sans MS"/>
              </a:rPr>
              <a:t>Angle 1 at F is 50°. Since AB is</a:t>
            </a:r>
          </a:p>
        </p:txBody>
      </p:sp>
      <p:sp>
        <p:nvSpPr>
          <p:cNvPr id="324" name="Reviewed text 68">
            <a:extLst xmlns:a="http://schemas.openxmlformats.org/drawingml/2006/main">
              <a:ext uri="{FF2B5EF4-FFF2-40B4-BE49-F238E27FC236}">
                <a16:creationId xmlns:a16="http://schemas.microsoft.com/office/drawing/2014/main" id="{CB26E389-6215-4222-AD9A-E43168E280D0}"/>
              </a:ext>
            </a:extLst>
          </p:cNvPr>
          <p:cNvSpPr>
            <a:spLocks xmlns:a="http://schemas.openxmlformats.org/drawingml/2006/main" noGrp="1"/>
          </p:cNvSpPr>
          <p:nvPr/>
        </p:nvSpPr>
        <p:spPr>
          <a:xfrm xmlns:a="http://schemas.openxmlformats.org/drawingml/2006/main" rot="0">
            <a:off x="15411450" y="4535953"/>
            <a:ext cx="11811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44" b="0" i="0">
                <a:solidFill>
                  <a:srgbClr val="101010"/>
                </a:solidFill>
                <a:latin typeface="Comic Sans MS"/>
                <a:ea typeface="Comic Sans MS"/>
                <a:cs typeface="Comic Sans MS"/>
              </a:defRPr>
            </a:defPPr>
          </a:lstStyle>
          <a:p xmlns:a="http://schemas.openxmlformats.org/drawingml/2006/main">
            <a:pPr algn="l">
              <a:lnSpc>
                <a:spcPct val="100000"/>
              </a:lnSpc>
              <a:buNone/>
              <a:defRPr sz="744" b="0" i="0">
                <a:solidFill>
                  <a:srgbClr val="101010"/>
                </a:solidFill>
                <a:latin typeface="Comic Sans MS"/>
                <a:ea typeface="Comic Sans MS"/>
                <a:cs typeface="Comic Sans MS"/>
              </a:defRPr>
            </a:pPr>
            <a:r>
              <a:rPr sz="744" b="0" i="0">
                <a:solidFill>
                  <a:srgbClr val="101010"/>
                </a:solidFill>
                <a:latin typeface="Comic Sans MS"/>
                <a:ea typeface="Comic Sans MS"/>
                <a:cs typeface="Comic Sans MS"/>
              </a:rPr>
              <a:t>parallel to CD, angle BEF is</a:t>
            </a:r>
          </a:p>
        </p:txBody>
      </p:sp>
      <p:sp>
        <p:nvSpPr>
          <p:cNvPr id="325" name="Reviewed text 69">
            <a:extLst xmlns:a="http://schemas.openxmlformats.org/drawingml/2006/main">
              <a:ext uri="{FF2B5EF4-FFF2-40B4-BE49-F238E27FC236}">
                <a16:creationId xmlns:a16="http://schemas.microsoft.com/office/drawing/2014/main" id="{4490EE1D-1509-45CB-9128-D4D2828EE5DE}"/>
              </a:ext>
            </a:extLst>
          </p:cNvPr>
          <p:cNvSpPr>
            <a:spLocks xmlns:a="http://schemas.openxmlformats.org/drawingml/2006/main" noGrp="1"/>
          </p:cNvSpPr>
          <p:nvPr/>
        </p:nvSpPr>
        <p:spPr>
          <a:xfrm xmlns:a="http://schemas.openxmlformats.org/drawingml/2006/main" rot="0">
            <a:off x="15287625" y="4675322"/>
            <a:ext cx="1790700" cy="159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7" b="0" i="0">
                <a:solidFill>
                  <a:srgbClr val="101010"/>
                </a:solidFill>
                <a:latin typeface="Comic Sans MS"/>
                <a:ea typeface="Comic Sans MS"/>
                <a:cs typeface="Comic Sans MS"/>
              </a:defRPr>
            </a:defPPr>
          </a:lstStyle>
          <a:p xmlns:a="http://schemas.openxmlformats.org/drawingml/2006/main">
            <a:pPr algn="l">
              <a:lnSpc>
                <a:spcPct val="100000"/>
              </a:lnSpc>
              <a:buNone/>
              <a:defRPr sz="897" b="0" i="0">
                <a:solidFill>
                  <a:srgbClr val="101010"/>
                </a:solidFill>
                <a:latin typeface="Comic Sans MS"/>
                <a:ea typeface="Comic Sans MS"/>
                <a:cs typeface="Comic Sans MS"/>
              </a:defRPr>
            </a:pPr>
            <a:r>
              <a:rPr sz="897" b="0" i="0">
                <a:solidFill>
                  <a:srgbClr val="101010"/>
                </a:solidFill>
                <a:latin typeface="Comic Sans MS"/>
                <a:ea typeface="Comic Sans MS"/>
                <a:cs typeface="Comic Sans MS"/>
              </a:rPr>
              <a:t>supplementary to angle 1, meaning</a:t>
            </a:r>
          </a:p>
        </p:txBody>
      </p:sp>
      <p:sp>
        <p:nvSpPr>
          <p:cNvPr id="326" name="Reviewed text 70">
            <a:extLst xmlns:a="http://schemas.openxmlformats.org/drawingml/2006/main">
              <a:ext uri="{FF2B5EF4-FFF2-40B4-BE49-F238E27FC236}">
                <a16:creationId xmlns:a16="http://schemas.microsoft.com/office/drawing/2014/main" id="{B6E69521-97BB-40E7-9914-D0889708F144}"/>
              </a:ext>
            </a:extLst>
          </p:cNvPr>
          <p:cNvSpPr>
            <a:spLocks xmlns:a="http://schemas.openxmlformats.org/drawingml/2006/main" noGrp="1"/>
          </p:cNvSpPr>
          <p:nvPr/>
        </p:nvSpPr>
        <p:spPr>
          <a:xfrm xmlns:a="http://schemas.openxmlformats.org/drawingml/2006/main" rot="0">
            <a:off x="15287625" y="4823841"/>
            <a:ext cx="1743075" cy="115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50" b="0" i="0">
                <a:solidFill>
                  <a:srgbClr val="101010"/>
                </a:solidFill>
                <a:latin typeface="Comic Sans MS"/>
                <a:ea typeface="Comic Sans MS"/>
                <a:cs typeface="Comic Sans MS"/>
              </a:defRPr>
            </a:defPPr>
          </a:lstStyle>
          <a:p xmlns:a="http://schemas.openxmlformats.org/drawingml/2006/main">
            <a:pPr algn="l">
              <a:lnSpc>
                <a:spcPct val="100000"/>
              </a:lnSpc>
              <a:buNone/>
              <a:defRPr sz="650" b="0" i="0">
                <a:solidFill>
                  <a:srgbClr val="101010"/>
                </a:solidFill>
                <a:latin typeface="Comic Sans MS"/>
                <a:ea typeface="Comic Sans MS"/>
                <a:cs typeface="Comic Sans MS"/>
              </a:defRPr>
            </a:pPr>
            <a:r>
              <a:rPr sz="650" b="0" i="0">
                <a:solidFill>
                  <a:srgbClr val="101010"/>
                </a:solidFill>
                <a:latin typeface="Comic Sans MS"/>
                <a:ea typeface="Comic Sans MS"/>
                <a:cs typeface="Comic Sans MS"/>
              </a:rPr>
              <a:t>angle BEF = 180° − 50° = 130°. EG</a:t>
            </a:r>
          </a:p>
        </p:txBody>
      </p:sp>
      <p:sp>
        <p:nvSpPr>
          <p:cNvPr id="327" name="Reviewed text 71">
            <a:extLst xmlns:a="http://schemas.openxmlformats.org/drawingml/2006/main">
              <a:ext uri="{FF2B5EF4-FFF2-40B4-BE49-F238E27FC236}">
                <a16:creationId xmlns:a16="http://schemas.microsoft.com/office/drawing/2014/main" id="{0CFED9D8-4B75-4D00-9C8D-F741EE1C3636}"/>
              </a:ext>
            </a:extLst>
          </p:cNvPr>
          <p:cNvSpPr>
            <a:spLocks xmlns:a="http://schemas.openxmlformats.org/drawingml/2006/main" noGrp="1"/>
          </p:cNvSpPr>
          <p:nvPr/>
        </p:nvSpPr>
        <p:spPr>
          <a:xfrm xmlns:a="http://schemas.openxmlformats.org/drawingml/2006/main" rot="0">
            <a:off x="15287625" y="4952225"/>
            <a:ext cx="18383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bisects angle BEF, so the resulting</a:t>
            </a:r>
          </a:p>
        </p:txBody>
      </p:sp>
      <p:sp>
        <p:nvSpPr>
          <p:cNvPr id="328" name="Reviewed text 72">
            <a:extLst xmlns:a="http://schemas.openxmlformats.org/drawingml/2006/main">
              <a:ext uri="{FF2B5EF4-FFF2-40B4-BE49-F238E27FC236}">
                <a16:creationId xmlns:a16="http://schemas.microsoft.com/office/drawing/2014/main" id="{2897C230-B835-4A1B-B14D-4E706CD5AD9B}"/>
              </a:ext>
            </a:extLst>
          </p:cNvPr>
          <p:cNvSpPr>
            <a:spLocks xmlns:a="http://schemas.openxmlformats.org/drawingml/2006/main" noGrp="1"/>
          </p:cNvSpPr>
          <p:nvPr/>
        </p:nvSpPr>
        <p:spPr>
          <a:xfrm xmlns:a="http://schemas.openxmlformats.org/drawingml/2006/main" rot="0">
            <a:off x="15287625" y="5090541"/>
            <a:ext cx="1943100" cy="115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50" b="0" i="0">
                <a:solidFill>
                  <a:srgbClr val="101010"/>
                </a:solidFill>
                <a:latin typeface="Comic Sans MS"/>
                <a:ea typeface="Comic Sans MS"/>
                <a:cs typeface="Comic Sans MS"/>
              </a:defRPr>
            </a:defPPr>
          </a:lstStyle>
          <a:p xmlns:a="http://schemas.openxmlformats.org/drawingml/2006/main">
            <a:pPr algn="l">
              <a:lnSpc>
                <a:spcPct val="100000"/>
              </a:lnSpc>
              <a:buNone/>
              <a:defRPr sz="650" b="0" i="0">
                <a:solidFill>
                  <a:srgbClr val="101010"/>
                </a:solidFill>
                <a:latin typeface="Comic Sans MS"/>
                <a:ea typeface="Comic Sans MS"/>
                <a:cs typeface="Comic Sans MS"/>
              </a:defRPr>
            </a:pPr>
            <a:r>
              <a:rPr sz="650" b="0" i="0">
                <a:solidFill>
                  <a:srgbClr val="101010"/>
                </a:solidFill>
                <a:latin typeface="Comic Sans MS"/>
                <a:ea typeface="Comic Sans MS"/>
                <a:cs typeface="Comic Sans MS"/>
              </a:rPr>
              <a:t>angle measure is 130° / 2 = 65°. Angle</a:t>
            </a:r>
          </a:p>
        </p:txBody>
      </p:sp>
      <p:sp>
        <p:nvSpPr>
          <p:cNvPr id="329" name="Reviewed text 73">
            <a:extLst xmlns:a="http://schemas.openxmlformats.org/drawingml/2006/main">
              <a:ext uri="{FF2B5EF4-FFF2-40B4-BE49-F238E27FC236}">
                <a16:creationId xmlns:a16="http://schemas.microsoft.com/office/drawing/2014/main" id="{A4115C1E-B4FF-49DC-A2D4-C6B63867B27B}"/>
              </a:ext>
            </a:extLst>
          </p:cNvPr>
          <p:cNvSpPr>
            <a:spLocks xmlns:a="http://schemas.openxmlformats.org/drawingml/2006/main" noGrp="1"/>
          </p:cNvSpPr>
          <p:nvPr/>
        </p:nvSpPr>
        <p:spPr>
          <a:xfrm xmlns:a="http://schemas.openxmlformats.org/drawingml/2006/main" rot="0">
            <a:off x="15287625" y="5228450"/>
            <a:ext cx="17621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2 is an alternate interior angle to</a:t>
            </a:r>
          </a:p>
        </p:txBody>
      </p:sp>
      <p:sp>
        <p:nvSpPr>
          <p:cNvPr id="330" name="Reviewed text 74">
            <a:extLst xmlns:a="http://schemas.openxmlformats.org/drawingml/2006/main">
              <a:ext uri="{FF2B5EF4-FFF2-40B4-BE49-F238E27FC236}">
                <a16:creationId xmlns:a16="http://schemas.microsoft.com/office/drawing/2014/main" id="{468B7E16-096E-463B-BCC4-7B8AB2A7F6DC}"/>
              </a:ext>
            </a:extLst>
          </p:cNvPr>
          <p:cNvSpPr>
            <a:spLocks xmlns:a="http://schemas.openxmlformats.org/drawingml/2006/main" noGrp="1"/>
          </p:cNvSpPr>
          <p:nvPr/>
        </p:nvSpPr>
        <p:spPr>
          <a:xfrm xmlns:a="http://schemas.openxmlformats.org/drawingml/2006/main" rot="0">
            <a:off x="15287625" y="5362791"/>
            <a:ext cx="1647825" cy="146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4" b="0" i="0">
                <a:solidFill>
                  <a:srgbClr val="101010"/>
                </a:solidFill>
                <a:latin typeface="Comic Sans MS"/>
                <a:ea typeface="Comic Sans MS"/>
                <a:cs typeface="Comic Sans MS"/>
              </a:defRPr>
            </a:defPPr>
          </a:lstStyle>
          <a:p xmlns:a="http://schemas.openxmlformats.org/drawingml/2006/main">
            <a:pPr algn="l">
              <a:lnSpc>
                <a:spcPct val="100000"/>
              </a:lnSpc>
              <a:buNone/>
              <a:defRPr sz="824" b="0" i="0">
                <a:solidFill>
                  <a:srgbClr val="101010"/>
                </a:solidFill>
                <a:latin typeface="Comic Sans MS"/>
                <a:ea typeface="Comic Sans MS"/>
                <a:cs typeface="Comic Sans MS"/>
              </a:defRPr>
            </a:pPr>
            <a:r>
              <a:rPr sz="824" b="0" i="0">
                <a:solidFill>
                  <a:srgbClr val="101010"/>
                </a:solidFill>
                <a:latin typeface="Comic Sans MS"/>
                <a:ea typeface="Comic Sans MS"/>
                <a:cs typeface="Comic Sans MS"/>
              </a:rPr>
              <a:t>the angle, so angle 2 = 65°.</a:t>
            </a:r>
          </a:p>
        </p:txBody>
      </p:sp>
      <p:sp>
        <p:nvSpPr>
          <p:cNvPr id="331" name="Reviewed text 75">
            <a:extLst xmlns:a="http://schemas.openxmlformats.org/drawingml/2006/main">
              <a:ext uri="{FF2B5EF4-FFF2-40B4-BE49-F238E27FC236}">
                <a16:creationId xmlns:a16="http://schemas.microsoft.com/office/drawing/2014/main" id="{4983416E-7C36-421F-BBA7-0C7CFB6B3895}"/>
              </a:ext>
            </a:extLst>
          </p:cNvPr>
          <p:cNvSpPr>
            <a:spLocks xmlns:a="http://schemas.openxmlformats.org/drawingml/2006/main" noGrp="1"/>
          </p:cNvSpPr>
          <p:nvPr/>
        </p:nvSpPr>
        <p:spPr>
          <a:xfrm xmlns:a="http://schemas.openxmlformats.org/drawingml/2006/main" rot="0">
            <a:off x="15287625" y="5506521"/>
            <a:ext cx="1924050" cy="139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6" b="0" i="0">
                <a:solidFill>
                  <a:srgbClr val="101010"/>
                </a:solidFill>
                <a:latin typeface="Comic Sans MS"/>
                <a:ea typeface="Comic Sans MS"/>
                <a:cs typeface="Comic Sans MS"/>
              </a:defRPr>
            </a:defPPr>
          </a:lstStyle>
          <a:p xmlns:a="http://schemas.openxmlformats.org/drawingml/2006/main">
            <a:pPr algn="l">
              <a:lnSpc>
                <a:spcPct val="100000"/>
              </a:lnSpc>
              <a:buNone/>
              <a:defRPr sz="786" b="0" i="0">
                <a:solidFill>
                  <a:srgbClr val="101010"/>
                </a:solidFill>
                <a:latin typeface="Comic Sans MS"/>
                <a:ea typeface="Comic Sans MS"/>
                <a:cs typeface="Comic Sans MS"/>
              </a:defRPr>
            </a:pPr>
            <a:r>
              <a:rPr sz="786" b="0" i="0">
                <a:solidFill>
                  <a:srgbClr val="101010"/>
                </a:solidFill>
                <a:latin typeface="Comic Sans MS"/>
                <a:ea typeface="Comic Sans MS"/>
                <a:cs typeface="Comic Sans MS"/>
              </a:rPr>
              <a:t>Therefore, the correct choice is C.</a:t>
            </a:r>
          </a:p>
        </p:txBody>
      </p:sp>
      <p:sp>
        <p:nvSpPr>
          <p:cNvPr id="332" name="Reviewed text 80">
            <a:extLst xmlns:a="http://schemas.openxmlformats.org/drawingml/2006/main">
              <a:ext uri="{FF2B5EF4-FFF2-40B4-BE49-F238E27FC236}">
                <a16:creationId xmlns:a16="http://schemas.microsoft.com/office/drawing/2014/main" id="{5FE17148-DF65-468A-866D-63576ABBD812}"/>
              </a:ext>
            </a:extLst>
          </p:cNvPr>
          <p:cNvSpPr>
            <a:spLocks xmlns:a="http://schemas.openxmlformats.org/drawingml/2006/main" noGrp="1"/>
          </p:cNvSpPr>
          <p:nvPr/>
        </p:nvSpPr>
        <p:spPr>
          <a:xfrm xmlns:a="http://schemas.openxmlformats.org/drawingml/2006/main" rot="0">
            <a:off x="6724650" y="6300231"/>
            <a:ext cx="1781175" cy="263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3" b="1" i="0">
                <a:solidFill>
                  <a:srgbClr val="101010"/>
                </a:solidFill>
                <a:latin typeface="Comic Sans MS"/>
                <a:ea typeface="Comic Sans MS"/>
                <a:cs typeface="Comic Sans MS"/>
              </a:defRPr>
            </a:defPPr>
          </a:lstStyle>
          <a:p xmlns:a="http://schemas.openxmlformats.org/drawingml/2006/main">
            <a:pPr algn="l">
              <a:lnSpc>
                <a:spcPct val="100000"/>
              </a:lnSpc>
              <a:buNone/>
              <a:defRPr sz="1483" b="1" i="0">
                <a:solidFill>
                  <a:srgbClr val="101010"/>
                </a:solidFill>
                <a:latin typeface="Comic Sans MS"/>
                <a:ea typeface="Comic Sans MS"/>
                <a:cs typeface="Comic Sans MS"/>
              </a:defRPr>
            </a:pPr>
            <a:r>
              <a:rPr sz="1483" b="1" i="0">
                <a:solidFill>
                  <a:srgbClr val="101010"/>
                </a:solidFill>
                <a:latin typeface="Comic Sans MS"/>
                <a:ea typeface="Comic Sans MS"/>
                <a:cs typeface="Comic Sans MS"/>
              </a:rPr>
              <a:t>Geo Reasoning</a:t>
            </a:r>
          </a:p>
        </p:txBody>
      </p:sp>
      <p:sp>
        <p:nvSpPr>
          <p:cNvPr id="333" name="Reviewed text 81">
            <a:extLst xmlns:a="http://schemas.openxmlformats.org/drawingml/2006/main">
              <a:ext uri="{FF2B5EF4-FFF2-40B4-BE49-F238E27FC236}">
                <a16:creationId xmlns:a16="http://schemas.microsoft.com/office/drawing/2014/main" id="{6807E5EC-9935-4C3C-9BD2-AD04DDA7D6A5}"/>
              </a:ext>
            </a:extLst>
          </p:cNvPr>
          <p:cNvSpPr>
            <a:spLocks xmlns:a="http://schemas.openxmlformats.org/drawingml/2006/main" noGrp="1"/>
          </p:cNvSpPr>
          <p:nvPr/>
        </p:nvSpPr>
        <p:spPr>
          <a:xfrm xmlns:a="http://schemas.openxmlformats.org/drawingml/2006/main" rot="0">
            <a:off x="5619750" y="6668772"/>
            <a:ext cx="2381250" cy="212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4" b="0" i="0">
                <a:solidFill>
                  <a:srgbClr val="101010"/>
                </a:solidFill>
                <a:latin typeface="Comic Sans MS"/>
                <a:ea typeface="Comic Sans MS"/>
                <a:cs typeface="Comic Sans MS"/>
              </a:defRPr>
            </a:defPPr>
          </a:lstStyle>
          <a:p xmlns:a="http://schemas.openxmlformats.org/drawingml/2006/main">
            <a:pPr algn="l">
              <a:lnSpc>
                <a:spcPct val="100000"/>
              </a:lnSpc>
              <a:buNone/>
              <a:defRPr sz="1194" b="0" i="0">
                <a:solidFill>
                  <a:srgbClr val="101010"/>
                </a:solidFill>
                <a:latin typeface="Comic Sans MS"/>
                <a:ea typeface="Comic Sans MS"/>
                <a:cs typeface="Comic Sans MS"/>
              </a:defRPr>
            </a:pPr>
            <a:r>
              <a:rPr sz="1194" b="0" i="0">
                <a:solidFill>
                  <a:srgbClr val="101010"/>
                </a:solidFill>
                <a:latin typeface="Comic Sans MS"/>
                <a:ea typeface="Comic Sans MS"/>
                <a:cs typeface="Comic Sans MS"/>
              </a:rPr>
              <a:t>Draw the real-world content seen</a:t>
            </a:r>
          </a:p>
        </p:txBody>
      </p:sp>
      <p:sp>
        <p:nvSpPr>
          <p:cNvPr id="334" name="Reviewed text 82">
            <a:extLst xmlns:a="http://schemas.openxmlformats.org/drawingml/2006/main">
              <a:ext uri="{FF2B5EF4-FFF2-40B4-BE49-F238E27FC236}">
                <a16:creationId xmlns:a16="http://schemas.microsoft.com/office/drawing/2014/main" id="{E61CD4E8-8FE9-4600-A01C-1272DEAC6BE5}"/>
              </a:ext>
            </a:extLst>
          </p:cNvPr>
          <p:cNvSpPr>
            <a:spLocks xmlns:a="http://schemas.openxmlformats.org/drawingml/2006/main" noGrp="1"/>
          </p:cNvSpPr>
          <p:nvPr/>
        </p:nvSpPr>
        <p:spPr>
          <a:xfrm xmlns:a="http://schemas.openxmlformats.org/drawingml/2006/main" rot="0">
            <a:off x="5610225" y="6849675"/>
            <a:ext cx="1419225" cy="2129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98" b="0" i="0">
                <a:solidFill>
                  <a:srgbClr val="101010"/>
                </a:solidFill>
                <a:latin typeface="Comic Sans MS"/>
                <a:ea typeface="Comic Sans MS"/>
                <a:cs typeface="Comic Sans MS"/>
              </a:defRPr>
            </a:defPPr>
          </a:lstStyle>
          <a:p xmlns:a="http://schemas.openxmlformats.org/drawingml/2006/main">
            <a:pPr algn="l">
              <a:lnSpc>
                <a:spcPct val="100000"/>
              </a:lnSpc>
              <a:buNone/>
              <a:defRPr sz="1198" b="0" i="0">
                <a:solidFill>
                  <a:srgbClr val="101010"/>
                </a:solidFill>
                <a:latin typeface="Comic Sans MS"/>
                <a:ea typeface="Comic Sans MS"/>
                <a:cs typeface="Comic Sans MS"/>
              </a:defRPr>
            </a:pPr>
            <a:r>
              <a:rPr sz="1198" b="0" i="0">
                <a:solidFill>
                  <a:srgbClr val="101010"/>
                </a:solidFill>
                <a:latin typeface="Comic Sans MS"/>
                <a:ea typeface="Comic Sans MS"/>
                <a:cs typeface="Comic Sans MS"/>
              </a:rPr>
              <a:t>from the red arrow.</a:t>
            </a:r>
          </a:p>
        </p:txBody>
      </p:sp>
      <p:sp>
        <p:nvSpPr>
          <p:cNvPr id="335" name="Reviewed text 83">
            <a:extLst xmlns:a="http://schemas.openxmlformats.org/drawingml/2006/main">
              <a:ext uri="{FF2B5EF4-FFF2-40B4-BE49-F238E27FC236}">
                <a16:creationId xmlns:a16="http://schemas.microsoft.com/office/drawing/2014/main" id="{52969194-8F59-4484-9712-DE9F5B0E64C9}"/>
              </a:ext>
            </a:extLst>
          </p:cNvPr>
          <p:cNvSpPr>
            <a:spLocks xmlns:a="http://schemas.openxmlformats.org/drawingml/2006/main" noGrp="1"/>
          </p:cNvSpPr>
          <p:nvPr/>
        </p:nvSpPr>
        <p:spPr>
          <a:xfrm xmlns:a="http://schemas.openxmlformats.org/drawingml/2006/main" rot="0">
            <a:off x="5676900" y="7333475"/>
            <a:ext cx="17621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Map with a red arrow indicating a</a:t>
            </a:r>
          </a:p>
        </p:txBody>
      </p:sp>
      <p:sp>
        <p:nvSpPr>
          <p:cNvPr id="336" name="Reviewed text 84">
            <a:extLst xmlns:a="http://schemas.openxmlformats.org/drawingml/2006/main">
              <a:ext uri="{FF2B5EF4-FFF2-40B4-BE49-F238E27FC236}">
                <a16:creationId xmlns:a16="http://schemas.microsoft.com/office/drawing/2014/main" id="{36E2AE4B-85FC-4D95-B9BA-5FB740FFE769}"/>
              </a:ext>
            </a:extLst>
          </p:cNvPr>
          <p:cNvSpPr>
            <a:spLocks xmlns:a="http://schemas.openxmlformats.org/drawingml/2006/main" noGrp="1"/>
          </p:cNvSpPr>
          <p:nvPr/>
        </p:nvSpPr>
        <p:spPr>
          <a:xfrm xmlns:a="http://schemas.openxmlformats.org/drawingml/2006/main" rot="0">
            <a:off x="5753100" y="7466937"/>
            <a:ext cx="1571625" cy="15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2" b="0" i="0">
                <a:solidFill>
                  <a:srgbClr val="101010"/>
                </a:solidFill>
                <a:latin typeface="Comic Sans MS"/>
                <a:ea typeface="Comic Sans MS"/>
                <a:cs typeface="Comic Sans MS"/>
              </a:defRPr>
            </a:defPPr>
          </a:lstStyle>
          <a:p xmlns:a="http://schemas.openxmlformats.org/drawingml/2006/main">
            <a:pPr algn="l">
              <a:lnSpc>
                <a:spcPct val="100000"/>
              </a:lnSpc>
              <a:buNone/>
              <a:defRPr sz="862" b="0" i="0">
                <a:solidFill>
                  <a:srgbClr val="101010"/>
                </a:solidFill>
                <a:latin typeface="Comic Sans MS"/>
                <a:ea typeface="Comic Sans MS"/>
                <a:cs typeface="Comic Sans MS"/>
              </a:defRPr>
            </a:pPr>
            <a:r>
              <a:rPr sz="862" b="0" i="0">
                <a:solidFill>
                  <a:srgbClr val="101010"/>
                </a:solidFill>
                <a:latin typeface="Comic Sans MS"/>
                <a:ea typeface="Comic Sans MS"/>
                <a:cs typeface="Comic Sans MS"/>
              </a:rPr>
              <a:t>viewpoint for Shibuya Crossing</a:t>
            </a:r>
          </a:p>
        </p:txBody>
      </p:sp>
      <p:sp>
        <p:nvSpPr>
          <p:cNvPr id="337" name="Reviewed text 85">
            <a:extLst xmlns:a="http://schemas.openxmlformats.org/drawingml/2006/main">
              <a:ext uri="{FF2B5EF4-FFF2-40B4-BE49-F238E27FC236}">
                <a16:creationId xmlns:a16="http://schemas.microsoft.com/office/drawing/2014/main" id="{C180FE55-64A6-4C53-BCA3-ADB998A0969E}"/>
              </a:ext>
            </a:extLst>
          </p:cNvPr>
          <p:cNvSpPr>
            <a:spLocks xmlns:a="http://schemas.openxmlformats.org/drawingml/2006/main" noGrp="1"/>
          </p:cNvSpPr>
          <p:nvPr/>
        </p:nvSpPr>
        <p:spPr>
          <a:xfrm xmlns:a="http://schemas.openxmlformats.org/drawingml/2006/main" rot="0">
            <a:off x="5667375" y="7599456"/>
            <a:ext cx="1657350" cy="1597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9" b="0" i="0">
                <a:solidFill>
                  <a:srgbClr val="101010"/>
                </a:solidFill>
                <a:latin typeface="Comic Sans MS"/>
                <a:ea typeface="Comic Sans MS"/>
                <a:cs typeface="Comic Sans MS"/>
              </a:defRPr>
            </a:defPPr>
          </a:lstStyle>
          <a:p xmlns:a="http://schemas.openxmlformats.org/drawingml/2006/main">
            <a:pPr algn="l">
              <a:lnSpc>
                <a:spcPct val="100000"/>
              </a:lnSpc>
              <a:buNone/>
              <a:defRPr sz="899" b="0" i="0">
                <a:solidFill>
                  <a:srgbClr val="101010"/>
                </a:solidFill>
                <a:latin typeface="Comic Sans MS"/>
                <a:ea typeface="Comic Sans MS"/>
                <a:cs typeface="Comic Sans MS"/>
              </a:defRPr>
            </a:pPr>
            <a:r>
              <a:rPr sz="899" b="0" i="0">
                <a:solidFill>
                  <a:srgbClr val="101010"/>
                </a:solidFill>
                <a:latin typeface="Comic Sans MS"/>
                <a:ea typeface="Comic Sans MS"/>
                <a:cs typeface="Comic Sans MS"/>
              </a:rPr>
              <a:t>area. No specific named person</a:t>
            </a:r>
          </a:p>
        </p:txBody>
      </p:sp>
      <p:sp>
        <p:nvSpPr>
          <p:cNvPr id="338" name="Reviewed text 86">
            <a:extLst xmlns:a="http://schemas.openxmlformats.org/drawingml/2006/main">
              <a:ext uri="{FF2B5EF4-FFF2-40B4-BE49-F238E27FC236}">
                <a16:creationId xmlns:a16="http://schemas.microsoft.com/office/drawing/2014/main" id="{564DEAA1-3E5F-457E-9BC3-9F1D4AD0CBDE}"/>
              </a:ext>
            </a:extLst>
          </p:cNvPr>
          <p:cNvSpPr>
            <a:spLocks xmlns:a="http://schemas.openxmlformats.org/drawingml/2006/main" noGrp="1"/>
          </p:cNvSpPr>
          <p:nvPr/>
        </p:nvSpPr>
        <p:spPr>
          <a:xfrm xmlns:a="http://schemas.openxmlformats.org/drawingml/2006/main" rot="0">
            <a:off x="5667375" y="7743050"/>
            <a:ext cx="17049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or object requested → only the</a:t>
            </a:r>
          </a:p>
        </p:txBody>
      </p:sp>
      <p:sp>
        <p:nvSpPr>
          <p:cNvPr id="339" name="Reviewed text 87">
            <a:extLst xmlns:a="http://schemas.openxmlformats.org/drawingml/2006/main">
              <a:ext uri="{FF2B5EF4-FFF2-40B4-BE49-F238E27FC236}">
                <a16:creationId xmlns:a16="http://schemas.microsoft.com/office/drawing/2014/main" id="{7D707C9B-5F1B-4D91-8CC2-EF7AEE6B599F}"/>
              </a:ext>
            </a:extLst>
          </p:cNvPr>
          <p:cNvSpPr>
            <a:spLocks xmlns:a="http://schemas.openxmlformats.org/drawingml/2006/main" noGrp="1"/>
          </p:cNvSpPr>
          <p:nvPr/>
        </p:nvSpPr>
        <p:spPr>
          <a:xfrm xmlns:a="http://schemas.openxmlformats.org/drawingml/2006/main" rot="0">
            <a:off x="5667375" y="7875559"/>
            <a:ext cx="1619250" cy="160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4" b="0" i="0">
                <a:solidFill>
                  <a:srgbClr val="101010"/>
                </a:solidFill>
                <a:latin typeface="Comic Sans MS"/>
                <a:ea typeface="Comic Sans MS"/>
                <a:cs typeface="Comic Sans MS"/>
              </a:defRPr>
            </a:defPPr>
          </a:lstStyle>
          <a:p xmlns:a="http://schemas.openxmlformats.org/drawingml/2006/main">
            <a:pPr algn="l">
              <a:lnSpc>
                <a:spcPct val="100000"/>
              </a:lnSpc>
              <a:buNone/>
              <a:defRPr sz="904" b="0" i="0">
                <a:solidFill>
                  <a:srgbClr val="101010"/>
                </a:solidFill>
                <a:latin typeface="Comic Sans MS"/>
                <a:ea typeface="Comic Sans MS"/>
                <a:cs typeface="Comic Sans MS"/>
              </a:defRPr>
            </a:pPr>
            <a:r>
              <a:rPr sz="904" b="0" i="0">
                <a:solidFill>
                  <a:srgbClr val="101010"/>
                </a:solidFill>
                <a:latin typeface="Comic Sans MS"/>
                <a:ea typeface="Comic Sans MS"/>
                <a:cs typeface="Comic Sans MS"/>
              </a:rPr>
              <a:t>environment. According to the</a:t>
            </a:r>
          </a:p>
        </p:txBody>
      </p:sp>
      <p:sp>
        <p:nvSpPr>
          <p:cNvPr id="340" name="Reviewed text 88">
            <a:extLst xmlns:a="http://schemas.openxmlformats.org/drawingml/2006/main">
              <a:ext uri="{FF2B5EF4-FFF2-40B4-BE49-F238E27FC236}">
                <a16:creationId xmlns:a16="http://schemas.microsoft.com/office/drawing/2014/main" id="{02F87425-CF2B-49D8-B1D1-F5DFBB2A3893}"/>
              </a:ext>
            </a:extLst>
          </p:cNvPr>
          <p:cNvSpPr>
            <a:spLocks xmlns:a="http://schemas.openxmlformats.org/drawingml/2006/main" noGrp="1"/>
          </p:cNvSpPr>
          <p:nvPr/>
        </p:nvSpPr>
        <p:spPr>
          <a:xfrm xmlns:a="http://schemas.openxmlformats.org/drawingml/2006/main" rot="0">
            <a:off x="5667375" y="8019275"/>
            <a:ext cx="154305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protocol, focus on the named</a:t>
            </a:r>
          </a:p>
        </p:txBody>
      </p:sp>
      <p:sp>
        <p:nvSpPr>
          <p:cNvPr id="341" name="Reviewed text 89">
            <a:extLst xmlns:a="http://schemas.openxmlformats.org/drawingml/2006/main">
              <a:ext uri="{FF2B5EF4-FFF2-40B4-BE49-F238E27FC236}">
                <a16:creationId xmlns:a16="http://schemas.microsoft.com/office/drawing/2014/main" id="{92BCC11E-AA91-48DD-AC15-8F41E5FE43CF}"/>
              </a:ext>
            </a:extLst>
          </p:cNvPr>
          <p:cNvSpPr>
            <a:spLocks xmlns:a="http://schemas.openxmlformats.org/drawingml/2006/main" noGrp="1"/>
          </p:cNvSpPr>
          <p:nvPr/>
        </p:nvSpPr>
        <p:spPr>
          <a:xfrm xmlns:a="http://schemas.openxmlformats.org/drawingml/2006/main" rot="0">
            <a:off x="5667375" y="8166425"/>
            <a:ext cx="1828800" cy="1950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97" b="0" i="0">
                <a:solidFill>
                  <a:srgbClr val="101010"/>
                </a:solidFill>
                <a:latin typeface="Comic Sans MS"/>
                <a:ea typeface="Comic Sans MS"/>
                <a:cs typeface="Comic Sans MS"/>
              </a:defRPr>
            </a:defPPr>
          </a:lstStyle>
          <a:p xmlns:a="http://schemas.openxmlformats.org/drawingml/2006/main">
            <a:pPr algn="l">
              <a:lnSpc>
                <a:spcPct val="100000"/>
              </a:lnSpc>
              <a:buNone/>
              <a:defRPr sz="1097" b="0" i="0">
                <a:solidFill>
                  <a:srgbClr val="101010"/>
                </a:solidFill>
                <a:latin typeface="Comic Sans MS"/>
                <a:ea typeface="Comic Sans MS"/>
                <a:cs typeface="Comic Sans MS"/>
              </a:defRPr>
            </a:pPr>
            <a:r>
              <a:rPr sz="1097" b="0" i="0">
                <a:solidFill>
                  <a:srgbClr val="101010"/>
                </a:solidFill>
                <a:latin typeface="Comic Sans MS"/>
                <a:ea typeface="Comic Sans MS"/>
                <a:cs typeface="Comic Sans MS"/>
              </a:rPr>
              <a:t>place as the main entity...</a:t>
            </a:r>
          </a:p>
        </p:txBody>
      </p:sp>
      <p:sp>
        <p:nvSpPr>
          <p:cNvPr id="342" name="Reviewed text 90">
            <a:extLst xmlns:a="http://schemas.openxmlformats.org/drawingml/2006/main">
              <a:ext uri="{FF2B5EF4-FFF2-40B4-BE49-F238E27FC236}">
                <a16:creationId xmlns:a16="http://schemas.microsoft.com/office/drawing/2014/main" id="{2A6CBB1E-9222-4D2A-9EFC-51EC0284664B}"/>
              </a:ext>
            </a:extLst>
          </p:cNvPr>
          <p:cNvSpPr>
            <a:spLocks xmlns:a="http://schemas.openxmlformats.org/drawingml/2006/main" noGrp="1"/>
          </p:cNvSpPr>
          <p:nvPr/>
        </p:nvSpPr>
        <p:spPr>
          <a:xfrm xmlns:a="http://schemas.openxmlformats.org/drawingml/2006/main" rot="0">
            <a:off x="12039600" y="6321476"/>
            <a:ext cx="533400" cy="2465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7" b="1" i="0">
                <a:solidFill>
                  <a:srgbClr val="101010"/>
                </a:solidFill>
                <a:latin typeface="Comic Sans MS"/>
                <a:ea typeface="Comic Sans MS"/>
                <a:cs typeface="Comic Sans MS"/>
              </a:defRPr>
            </a:defPPr>
          </a:lstStyle>
          <a:p xmlns:a="http://schemas.openxmlformats.org/drawingml/2006/main">
            <a:pPr algn="l">
              <a:lnSpc>
                <a:spcPct val="100000"/>
              </a:lnSpc>
              <a:buNone/>
              <a:defRPr sz="1387" b="1" i="0">
                <a:solidFill>
                  <a:srgbClr val="101010"/>
                </a:solidFill>
                <a:latin typeface="Comic Sans MS"/>
                <a:ea typeface="Comic Sans MS"/>
                <a:cs typeface="Comic Sans MS"/>
              </a:defRPr>
            </a:pPr>
            <a:r>
              <a:rPr sz="1387" b="1" i="0">
                <a:solidFill>
                  <a:srgbClr val="101010"/>
                </a:solidFill>
                <a:latin typeface="Comic Sans MS"/>
                <a:ea typeface="Comic Sans MS"/>
                <a:cs typeface="Comic Sans MS"/>
              </a:rPr>
              <a:t>Poem</a:t>
            </a:r>
          </a:p>
        </p:txBody>
      </p:sp>
      <p:sp>
        <p:nvSpPr>
          <p:cNvPr id="343" name="Reviewed text 91">
            <a:extLst xmlns:a="http://schemas.openxmlformats.org/drawingml/2006/main">
              <a:ext uri="{FF2B5EF4-FFF2-40B4-BE49-F238E27FC236}">
                <a16:creationId xmlns:a16="http://schemas.microsoft.com/office/drawing/2014/main" id="{35A4AE5D-1D70-4AB4-9BBF-0006DAEE6869}"/>
              </a:ext>
            </a:extLst>
          </p:cNvPr>
          <p:cNvSpPr>
            <a:spLocks xmlns:a="http://schemas.openxmlformats.org/drawingml/2006/main" noGrp="1"/>
          </p:cNvSpPr>
          <p:nvPr/>
        </p:nvSpPr>
        <p:spPr>
          <a:xfrm xmlns:a="http://schemas.openxmlformats.org/drawingml/2006/main" rot="0">
            <a:off x="10496550" y="6716171"/>
            <a:ext cx="3457575" cy="214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4" b="0" i="0">
                <a:solidFill>
                  <a:srgbClr val="101010"/>
                </a:solidFill>
                <a:latin typeface="Comic Sans MS"/>
                <a:ea typeface="Comic Sans MS"/>
                <a:cs typeface="Comic Sans MS"/>
              </a:defRPr>
            </a:defPPr>
          </a:lstStyle>
          <a:p xmlns:a="http://schemas.openxmlformats.org/drawingml/2006/main">
            <a:pPr algn="l">
              <a:lnSpc>
                <a:spcPct val="100000"/>
              </a:lnSpc>
              <a:buNone/>
              <a:defRPr sz="1204" b="0" i="0">
                <a:solidFill>
                  <a:srgbClr val="101010"/>
                </a:solidFill>
                <a:latin typeface="Comic Sans MS"/>
                <a:ea typeface="Comic Sans MS"/>
                <a:cs typeface="Comic Sans MS"/>
              </a:defRPr>
            </a:pPr>
            <a:r>
              <a:rPr sz="1204" b="0" i="0">
                <a:solidFill>
                  <a:srgbClr val="101010"/>
                </a:solidFill>
                <a:latin typeface="Comic Sans MS"/>
                <a:ea typeface="Comic Sans MS"/>
                <a:cs typeface="Comic Sans MS"/>
              </a:rPr>
              <a:t>This is a poem by </a:t>
            </a:r>
            <a:r>
              <a:rPr sz="1204" b="1" i="0">
                <a:solidFill>
                  <a:srgbClr val="101010"/>
                </a:solidFill>
                <a:latin typeface="Comic Sans MS"/>
                <a:ea typeface="Comic Sans MS"/>
                <a:cs typeface="Comic Sans MS"/>
              </a:rPr>
              <a:t>Li Bai</a:t>
            </a:r>
            <a:r>
              <a:rPr sz="1204" b="0" i="0">
                <a:solidFill>
                  <a:srgbClr val="101010"/>
                </a:solidFill>
                <a:latin typeface="Comic Sans MS"/>
                <a:ea typeface="Comic Sans MS"/>
                <a:cs typeface="Comic Sans MS"/>
              </a:rPr>
              <a:t> praising the magnificent</a:t>
            </a:r>
          </a:p>
        </p:txBody>
      </p:sp>
      <p:sp>
        <p:nvSpPr>
          <p:cNvPr id="344" name="Reviewed text 92">
            <a:extLst xmlns:a="http://schemas.openxmlformats.org/drawingml/2006/main">
              <a:ext uri="{FF2B5EF4-FFF2-40B4-BE49-F238E27FC236}">
                <a16:creationId xmlns:a16="http://schemas.microsoft.com/office/drawing/2014/main" id="{E2AA8756-76F8-4FC2-A7DE-1B3A041919A1}"/>
              </a:ext>
            </a:extLst>
          </p:cNvPr>
          <p:cNvSpPr>
            <a:spLocks xmlns:a="http://schemas.openxmlformats.org/drawingml/2006/main" noGrp="1"/>
          </p:cNvSpPr>
          <p:nvPr/>
        </p:nvSpPr>
        <p:spPr>
          <a:xfrm xmlns:a="http://schemas.openxmlformats.org/drawingml/2006/main" rot="0">
            <a:off x="10487025" y="6906775"/>
            <a:ext cx="3467100" cy="213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i="0">
                <a:solidFill>
                  <a:srgbClr val="101010"/>
                </a:solidFill>
                <a:latin typeface="Comic Sans MS"/>
                <a:ea typeface="Comic Sans MS"/>
                <a:cs typeface="Comic Sans MS"/>
              </a:defRPr>
            </a:defPPr>
          </a:lstStyle>
          <a:p xmlns:a="http://schemas.openxmlformats.org/drawingml/2006/main">
            <a:pPr algn="l">
              <a:lnSpc>
                <a:spcPct val="100000"/>
              </a:lnSpc>
              <a:buNone/>
              <a:defRPr sz="1200" b="0" i="0">
                <a:solidFill>
                  <a:srgbClr val="101010"/>
                </a:solidFill>
                <a:latin typeface="Comic Sans MS"/>
                <a:ea typeface="Comic Sans MS"/>
                <a:cs typeface="Comic Sans MS"/>
              </a:defRPr>
            </a:pPr>
            <a:r>
              <a:rPr sz="1200" b="0" i="0">
                <a:solidFill>
                  <a:srgbClr val="101010"/>
                </a:solidFill>
                <a:latin typeface="Comic Sans MS"/>
                <a:ea typeface="Comic Sans MS"/>
                <a:cs typeface="Comic Sans MS"/>
              </a:rPr>
              <a:t>scenery of the </a:t>
            </a:r>
            <a:r>
              <a:rPr sz="1200" b="1" i="0">
                <a:solidFill>
                  <a:srgbClr val="101010"/>
                </a:solidFill>
                <a:latin typeface="Comic Sans MS"/>
                <a:ea typeface="Comic Sans MS"/>
                <a:cs typeface="Comic Sans MS"/>
              </a:rPr>
              <a:t>Lushan Waterfall</a:t>
            </a:r>
            <a:r>
              <a:rPr sz="1200" b="0" i="0">
                <a:solidFill>
                  <a:srgbClr val="101010"/>
                </a:solidFill>
                <a:latin typeface="Comic Sans MS"/>
                <a:ea typeface="Comic Sans MS"/>
                <a:cs typeface="Comic Sans MS"/>
              </a:rPr>
              <a:t>... Generate the</a:t>
            </a:r>
          </a:p>
        </p:txBody>
      </p:sp>
      <p:sp>
        <p:nvSpPr>
          <p:cNvPr id="345" name="Reviewed text 93">
            <a:extLst xmlns:a="http://schemas.openxmlformats.org/drawingml/2006/main">
              <a:ext uri="{FF2B5EF4-FFF2-40B4-BE49-F238E27FC236}">
                <a16:creationId xmlns:a16="http://schemas.microsoft.com/office/drawing/2014/main" id="{F565899A-AF84-440D-97D9-282363F30504}"/>
              </a:ext>
            </a:extLst>
          </p:cNvPr>
          <p:cNvSpPr>
            <a:spLocks xmlns:a="http://schemas.openxmlformats.org/drawingml/2006/main" noGrp="1"/>
          </p:cNvSpPr>
          <p:nvPr/>
        </p:nvSpPr>
        <p:spPr>
          <a:xfrm xmlns:a="http://schemas.openxmlformats.org/drawingml/2006/main" rot="0">
            <a:off x="10487025" y="7088336"/>
            <a:ext cx="3486150" cy="2087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74" b="0" i="0">
                <a:solidFill>
                  <a:srgbClr val="101010"/>
                </a:solidFill>
                <a:latin typeface="Comic Sans MS"/>
                <a:ea typeface="Comic Sans MS"/>
                <a:cs typeface="Comic Sans MS"/>
              </a:defRPr>
            </a:defPPr>
          </a:lstStyle>
          <a:p xmlns:a="http://schemas.openxmlformats.org/drawingml/2006/main">
            <a:pPr algn="l">
              <a:lnSpc>
                <a:spcPct val="100000"/>
              </a:lnSpc>
              <a:buNone/>
              <a:defRPr sz="1174" b="0" i="0">
                <a:solidFill>
                  <a:srgbClr val="101010"/>
                </a:solidFill>
                <a:latin typeface="Comic Sans MS"/>
                <a:ea typeface="Comic Sans MS"/>
                <a:cs typeface="Comic Sans MS"/>
              </a:defRPr>
            </a:pPr>
            <a:r>
              <a:rPr sz="1174" b="0" i="0">
                <a:solidFill>
                  <a:srgbClr val="101010"/>
                </a:solidFill>
                <a:latin typeface="Comic Sans MS"/>
                <a:ea typeface="Comic Sans MS"/>
                <a:cs typeface="Comic Sans MS"/>
              </a:rPr>
              <a:t>poem title and visualize the artistic conception.</a:t>
            </a:r>
          </a:p>
        </p:txBody>
      </p:sp>
      <p:sp>
        <p:nvSpPr>
          <p:cNvPr id="346" name="Reviewed text 94">
            <a:extLst xmlns:a="http://schemas.openxmlformats.org/drawingml/2006/main">
              <a:ext uri="{FF2B5EF4-FFF2-40B4-BE49-F238E27FC236}">
                <a16:creationId xmlns:a16="http://schemas.microsoft.com/office/drawing/2014/main" id="{C257FEB4-624E-4BC4-A91A-9314F2E0EA8D}"/>
              </a:ext>
            </a:extLst>
          </p:cNvPr>
          <p:cNvSpPr>
            <a:spLocks xmlns:a="http://schemas.openxmlformats.org/drawingml/2006/main" noGrp="1"/>
          </p:cNvSpPr>
          <p:nvPr/>
        </p:nvSpPr>
        <p:spPr>
          <a:xfrm xmlns:a="http://schemas.openxmlformats.org/drawingml/2006/main" rot="0">
            <a:off x="16402050" y="6319281"/>
            <a:ext cx="1495425" cy="263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83" b="1" i="0">
                <a:solidFill>
                  <a:srgbClr val="101010"/>
                </a:solidFill>
                <a:latin typeface="Comic Sans MS"/>
                <a:ea typeface="Comic Sans MS"/>
                <a:cs typeface="Comic Sans MS"/>
              </a:defRPr>
            </a:defPPr>
          </a:lstStyle>
          <a:p xmlns:a="http://schemas.openxmlformats.org/drawingml/2006/main">
            <a:pPr algn="l">
              <a:lnSpc>
                <a:spcPct val="100000"/>
              </a:lnSpc>
              <a:buNone/>
              <a:defRPr sz="1483" b="1" i="0">
                <a:solidFill>
                  <a:srgbClr val="101010"/>
                </a:solidFill>
                <a:latin typeface="Comic Sans MS"/>
                <a:ea typeface="Comic Sans MS"/>
                <a:cs typeface="Comic Sans MS"/>
              </a:defRPr>
            </a:pPr>
            <a:r>
              <a:rPr sz="1483" b="1" i="0">
                <a:solidFill>
                  <a:srgbClr val="101010"/>
                </a:solidFill>
                <a:latin typeface="Comic Sans MS"/>
                <a:ea typeface="Comic Sans MS"/>
                <a:cs typeface="Comic Sans MS"/>
              </a:rPr>
              <a:t>Science &amp; Logic</a:t>
            </a:r>
          </a:p>
        </p:txBody>
      </p:sp>
      <p:sp>
        <p:nvSpPr>
          <p:cNvPr id="347" name="Reviewed text 95">
            <a:extLst xmlns:a="http://schemas.openxmlformats.org/drawingml/2006/main">
              <a:ext uri="{FF2B5EF4-FFF2-40B4-BE49-F238E27FC236}">
                <a16:creationId xmlns:a16="http://schemas.microsoft.com/office/drawing/2014/main" id="{75A854A7-EBFD-47BF-8F5D-69C6FF03A623}"/>
              </a:ext>
            </a:extLst>
          </p:cNvPr>
          <p:cNvSpPr>
            <a:spLocks xmlns:a="http://schemas.openxmlformats.org/drawingml/2006/main" noGrp="1"/>
          </p:cNvSpPr>
          <p:nvPr/>
        </p:nvSpPr>
        <p:spPr>
          <a:xfrm xmlns:a="http://schemas.openxmlformats.org/drawingml/2006/main" rot="0">
            <a:off x="15354300" y="6725345"/>
            <a:ext cx="3686175" cy="2168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20" b="0" i="0">
                <a:solidFill>
                  <a:srgbClr val="101010"/>
                </a:solidFill>
                <a:latin typeface="Comic Sans MS"/>
                <a:ea typeface="Comic Sans MS"/>
                <a:cs typeface="Comic Sans MS"/>
              </a:defRPr>
            </a:defPPr>
          </a:lstStyle>
          <a:p xmlns:a="http://schemas.openxmlformats.org/drawingml/2006/main">
            <a:pPr algn="l">
              <a:lnSpc>
                <a:spcPct val="100000"/>
              </a:lnSpc>
              <a:buNone/>
              <a:defRPr sz="1220" b="0" i="0">
                <a:solidFill>
                  <a:srgbClr val="101010"/>
                </a:solidFill>
                <a:latin typeface="Comic Sans MS"/>
                <a:ea typeface="Comic Sans MS"/>
                <a:cs typeface="Comic Sans MS"/>
              </a:defRPr>
            </a:pPr>
            <a:r>
              <a:rPr sz="1220" b="0" i="0">
                <a:solidFill>
                  <a:srgbClr val="101010"/>
                </a:solidFill>
                <a:latin typeface="Comic Sans MS"/>
                <a:ea typeface="Comic Sans MS"/>
                <a:cs typeface="Comic Sans MS"/>
              </a:rPr>
              <a:t>Generate an image showing the sublimation process</a:t>
            </a:r>
          </a:p>
        </p:txBody>
      </p:sp>
      <p:sp>
        <p:nvSpPr>
          <p:cNvPr id="348" name="Reviewed text 108">
            <a:extLst xmlns:a="http://schemas.openxmlformats.org/drawingml/2006/main">
              <a:ext uri="{FF2B5EF4-FFF2-40B4-BE49-F238E27FC236}">
                <a16:creationId xmlns:a16="http://schemas.microsoft.com/office/drawing/2014/main" id="{2889497A-7DF0-43D9-B353-DAC563429CBD}"/>
              </a:ext>
            </a:extLst>
          </p:cNvPr>
          <p:cNvSpPr>
            <a:spLocks xmlns:a="http://schemas.openxmlformats.org/drawingml/2006/main" noGrp="1"/>
          </p:cNvSpPr>
          <p:nvPr/>
        </p:nvSpPr>
        <p:spPr>
          <a:xfrm xmlns:a="http://schemas.openxmlformats.org/drawingml/2006/main" rot="0">
            <a:off x="15344775" y="6918028"/>
            <a:ext cx="1076325" cy="1998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4" b="0" i="0">
                <a:solidFill>
                  <a:srgbClr val="101010"/>
                </a:solidFill>
                <a:latin typeface="Comic Sans MS"/>
                <a:ea typeface="Comic Sans MS"/>
                <a:cs typeface="Comic Sans MS"/>
              </a:defRPr>
            </a:defPPr>
          </a:lstStyle>
          <a:p xmlns:a="http://schemas.openxmlformats.org/drawingml/2006/main">
            <a:pPr algn="l">
              <a:lnSpc>
                <a:spcPct val="100000"/>
              </a:lnSpc>
              <a:buNone/>
              <a:defRPr sz="1124" b="0" i="0">
                <a:solidFill>
                  <a:srgbClr val="101010"/>
                </a:solidFill>
                <a:latin typeface="Comic Sans MS"/>
                <a:ea typeface="Comic Sans MS"/>
                <a:cs typeface="Comic Sans MS"/>
              </a:defRPr>
            </a:pPr>
            <a:r>
              <a:rPr sz="1124" b="0" i="0">
                <a:solidFill>
                  <a:srgbClr val="101010"/>
                </a:solidFill>
                <a:latin typeface="Comic Sans MS"/>
                <a:ea typeface="Comic Sans MS"/>
                <a:cs typeface="Comic Sans MS"/>
              </a:rPr>
              <a:t>of </a:t>
            </a:r>
            <a:r>
              <a:rPr sz="1124" b="1" i="0">
                <a:solidFill>
                  <a:srgbClr val="101010"/>
                </a:solidFill>
                <a:latin typeface="Comic Sans MS"/>
                <a:ea typeface="Comic Sans MS"/>
                <a:cs typeface="Comic Sans MS"/>
              </a:rPr>
              <a:t>solid iodine.</a:t>
            </a:r>
          </a:p>
        </p:txBody>
      </p:sp>
      <p:sp>
        <p:nvSpPr>
          <p:cNvPr id="349" name="Reviewed text 97">
            <a:extLst xmlns:a="http://schemas.openxmlformats.org/drawingml/2006/main">
              <a:ext uri="{FF2B5EF4-FFF2-40B4-BE49-F238E27FC236}">
                <a16:creationId xmlns:a16="http://schemas.microsoft.com/office/drawing/2014/main" id="{F4CB9D15-9A62-4342-A11A-2A15C4B1A939}"/>
              </a:ext>
            </a:extLst>
          </p:cNvPr>
          <p:cNvSpPr>
            <a:spLocks xmlns:a="http://schemas.openxmlformats.org/drawingml/2006/main" noGrp="1"/>
          </p:cNvSpPr>
          <p:nvPr/>
        </p:nvSpPr>
        <p:spPr>
          <a:xfrm xmlns:a="http://schemas.openxmlformats.org/drawingml/2006/main" rot="0">
            <a:off x="10496550" y="7599565"/>
            <a:ext cx="1781175" cy="15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4" b="0" i="0">
                <a:solidFill>
                  <a:srgbClr val="101010"/>
                </a:solidFill>
                <a:latin typeface="Comic Sans MS"/>
                <a:ea typeface="Comic Sans MS"/>
                <a:cs typeface="Comic Sans MS"/>
              </a:defRPr>
            </a:defPPr>
          </a:lstStyle>
          <a:p xmlns:a="http://schemas.openxmlformats.org/drawingml/2006/main">
            <a:pPr algn="l">
              <a:lnSpc>
                <a:spcPct val="100000"/>
              </a:lnSpc>
              <a:buNone/>
              <a:defRPr sz="894" b="0" i="0">
                <a:solidFill>
                  <a:srgbClr val="101010"/>
                </a:solidFill>
                <a:latin typeface="Comic Sans MS"/>
                <a:ea typeface="Comic Sans MS"/>
                <a:cs typeface="Comic Sans MS"/>
              </a:defRPr>
            </a:pPr>
            <a:r>
              <a:rPr sz="894" b="0" i="0">
                <a:solidFill>
                  <a:srgbClr val="101010"/>
                </a:solidFill>
                <a:latin typeface="Comic Sans MS"/>
                <a:ea typeface="Comic Sans MS"/>
                <a:cs typeface="Comic Sans MS"/>
              </a:rPr>
              <a:t>Design a traditional Chinese-style</a:t>
            </a:r>
          </a:p>
        </p:txBody>
      </p:sp>
      <p:sp>
        <p:nvSpPr>
          <p:cNvPr id="350" name="Reviewed text 98">
            <a:extLst xmlns:a="http://schemas.openxmlformats.org/drawingml/2006/main">
              <a:ext uri="{FF2B5EF4-FFF2-40B4-BE49-F238E27FC236}">
                <a16:creationId xmlns:a16="http://schemas.microsoft.com/office/drawing/2014/main" id="{423DB1A4-D251-41D9-A1E4-FB712EAC08F1}"/>
              </a:ext>
            </a:extLst>
          </p:cNvPr>
          <p:cNvSpPr>
            <a:spLocks xmlns:a="http://schemas.openxmlformats.org/drawingml/2006/main" noGrp="1"/>
          </p:cNvSpPr>
          <p:nvPr/>
        </p:nvSpPr>
        <p:spPr>
          <a:xfrm xmlns:a="http://schemas.openxmlformats.org/drawingml/2006/main" rot="0">
            <a:off x="10487025" y="7733525"/>
            <a:ext cx="15906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book cover featuring the title</a:t>
            </a:r>
          </a:p>
        </p:txBody>
      </p:sp>
      <p:sp>
        <p:nvSpPr>
          <p:cNvPr id="351" name="Reviewed text 99">
            <a:extLst xmlns:a="http://schemas.openxmlformats.org/drawingml/2006/main">
              <a:ext uri="{FF2B5EF4-FFF2-40B4-BE49-F238E27FC236}">
                <a16:creationId xmlns:a16="http://schemas.microsoft.com/office/drawing/2014/main" id="{8153D77D-E2DF-468F-9B05-2E83131DA98A}"/>
              </a:ext>
            </a:extLst>
          </p:cNvPr>
          <p:cNvSpPr>
            <a:spLocks xmlns:a="http://schemas.openxmlformats.org/drawingml/2006/main" noGrp="1"/>
          </p:cNvSpPr>
          <p:nvPr/>
        </p:nvSpPr>
        <p:spPr>
          <a:xfrm xmlns:a="http://schemas.openxmlformats.org/drawingml/2006/main" rot="0">
            <a:off x="10487025" y="7862523"/>
            <a:ext cx="1590675" cy="18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8" b="0" i="0">
                <a:solidFill>
                  <a:srgbClr val="101010"/>
                </a:solidFill>
                <a:latin typeface="Comic Sans MS"/>
                <a:ea typeface="Comic Sans MS"/>
                <a:cs typeface="Comic Sans MS"/>
              </a:defRPr>
            </a:defPPr>
          </a:lstStyle>
          <a:p xmlns:a="http://schemas.openxmlformats.org/drawingml/2006/main">
            <a:pPr algn="l">
              <a:lnSpc>
                <a:spcPct val="100000"/>
              </a:lnSpc>
              <a:buNone/>
              <a:defRPr sz="1058" b="0" i="0">
                <a:solidFill>
                  <a:srgbClr val="101010"/>
                </a:solidFill>
                <a:latin typeface="Comic Sans MS"/>
                <a:ea typeface="Comic Sans MS"/>
                <a:cs typeface="Comic Sans MS"/>
              </a:defRPr>
            </a:pPr>
            <a:r>
              <a:rPr sz="1058" b="0" i="0">
                <a:solidFill>
                  <a:srgbClr val="101010"/>
                </a:solidFill>
                <a:latin typeface="Comic Sans MS"/>
                <a:ea typeface="Comic Sans MS"/>
                <a:cs typeface="Comic Sans MS"/>
              </a:rPr>
              <a:t>text '望庐山瀑布' and the poet</a:t>
            </a:r>
          </a:p>
        </p:txBody>
      </p:sp>
      <p:sp>
        <p:nvSpPr>
          <p:cNvPr id="352" name="Reviewed text 100">
            <a:extLst xmlns:a="http://schemas.openxmlformats.org/drawingml/2006/main">
              <a:ext uri="{FF2B5EF4-FFF2-40B4-BE49-F238E27FC236}">
                <a16:creationId xmlns:a16="http://schemas.microsoft.com/office/drawing/2014/main" id="{3B27A788-1C80-489C-9D55-BDCC52F98CF2}"/>
              </a:ext>
            </a:extLst>
          </p:cNvPr>
          <p:cNvSpPr>
            <a:spLocks xmlns:a="http://schemas.openxmlformats.org/drawingml/2006/main" noGrp="1"/>
          </p:cNvSpPr>
          <p:nvPr/>
        </p:nvSpPr>
        <p:spPr>
          <a:xfrm xmlns:a="http://schemas.openxmlformats.org/drawingml/2006/main" rot="0">
            <a:off x="10487025" y="8007717"/>
            <a:ext cx="1743075" cy="170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6" b="0" i="0">
                <a:solidFill>
                  <a:srgbClr val="101010"/>
                </a:solidFill>
                <a:latin typeface="Comic Sans MS"/>
                <a:ea typeface="Comic Sans MS"/>
                <a:cs typeface="Comic Sans MS"/>
              </a:defRPr>
            </a:defPPr>
          </a:lstStyle>
          <a:p xmlns:a="http://schemas.openxmlformats.org/drawingml/2006/main">
            <a:pPr algn="l">
              <a:lnSpc>
                <a:spcPct val="100000"/>
              </a:lnSpc>
              <a:buNone/>
              <a:defRPr sz="956" b="0" i="0">
                <a:solidFill>
                  <a:srgbClr val="101010"/>
                </a:solidFill>
                <a:latin typeface="Comic Sans MS"/>
                <a:ea typeface="Comic Sans MS"/>
                <a:cs typeface="Comic Sans MS"/>
              </a:defRPr>
            </a:pPr>
            <a:r>
              <a:rPr sz="956" b="0" i="0">
                <a:solidFill>
                  <a:srgbClr val="101010"/>
                </a:solidFill>
                <a:latin typeface="Comic Sans MS"/>
                <a:ea typeface="Comic Sans MS"/>
                <a:cs typeface="Comic Sans MS"/>
              </a:rPr>
              <a:t>credit text '李白'. Illustrate the</a:t>
            </a:r>
          </a:p>
        </p:txBody>
      </p:sp>
      <p:sp>
        <p:nvSpPr>
          <p:cNvPr id="353" name="Reviewed text 101">
            <a:extLst xmlns:a="http://schemas.openxmlformats.org/drawingml/2006/main">
              <a:ext uri="{FF2B5EF4-FFF2-40B4-BE49-F238E27FC236}">
                <a16:creationId xmlns:a16="http://schemas.microsoft.com/office/drawing/2014/main" id="{E4E9C812-BAD3-41D3-B7BB-64ADDBB9896B}"/>
              </a:ext>
            </a:extLst>
          </p:cNvPr>
          <p:cNvSpPr>
            <a:spLocks xmlns:a="http://schemas.openxmlformats.org/drawingml/2006/main" noGrp="1"/>
          </p:cNvSpPr>
          <p:nvPr/>
        </p:nvSpPr>
        <p:spPr>
          <a:xfrm xmlns:a="http://schemas.openxmlformats.org/drawingml/2006/main" rot="0">
            <a:off x="10487025" y="8152625"/>
            <a:ext cx="18002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vast artistic conception of Lushan</a:t>
            </a:r>
          </a:p>
        </p:txBody>
      </p:sp>
      <p:sp>
        <p:nvSpPr>
          <p:cNvPr id="354" name="Reviewed text 102">
            <a:extLst xmlns:a="http://schemas.openxmlformats.org/drawingml/2006/main">
              <a:ext uri="{FF2B5EF4-FFF2-40B4-BE49-F238E27FC236}">
                <a16:creationId xmlns:a16="http://schemas.microsoft.com/office/drawing/2014/main" id="{E32C9A99-AE11-4D5F-BBC9-17C3B7A25229}"/>
              </a:ext>
            </a:extLst>
          </p:cNvPr>
          <p:cNvSpPr>
            <a:spLocks xmlns:a="http://schemas.openxmlformats.org/drawingml/2006/main" noGrp="1"/>
          </p:cNvSpPr>
          <p:nvPr/>
        </p:nvSpPr>
        <p:spPr>
          <a:xfrm xmlns:a="http://schemas.openxmlformats.org/drawingml/2006/main" rot="0">
            <a:off x="10487025" y="8285975"/>
            <a:ext cx="169545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Mountain with towering emerald</a:t>
            </a:r>
          </a:p>
        </p:txBody>
      </p:sp>
      <p:sp>
        <p:nvSpPr>
          <p:cNvPr id="355" name="Reviewed text 103">
            <a:extLst xmlns:a="http://schemas.openxmlformats.org/drawingml/2006/main">
              <a:ext uri="{FF2B5EF4-FFF2-40B4-BE49-F238E27FC236}">
                <a16:creationId xmlns:a16="http://schemas.microsoft.com/office/drawing/2014/main" id="{44C9AD8F-ECE1-44DE-8027-DCBD46FCF128}"/>
              </a:ext>
            </a:extLst>
          </p:cNvPr>
          <p:cNvSpPr>
            <a:spLocks xmlns:a="http://schemas.openxmlformats.org/drawingml/2006/main" noGrp="1"/>
          </p:cNvSpPr>
          <p:nvPr/>
        </p:nvSpPr>
        <p:spPr>
          <a:xfrm xmlns:a="http://schemas.openxmlformats.org/drawingml/2006/main" rot="0">
            <a:off x="10487025" y="8428850"/>
            <a:ext cx="160020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peaks rising into a sky of deep</a:t>
            </a:r>
          </a:p>
        </p:txBody>
      </p:sp>
      <p:sp>
        <p:nvSpPr>
          <p:cNvPr id="356" name="Reviewed text 104">
            <a:extLst xmlns:a="http://schemas.openxmlformats.org/drawingml/2006/main">
              <a:ext uri="{FF2B5EF4-FFF2-40B4-BE49-F238E27FC236}">
                <a16:creationId xmlns:a16="http://schemas.microsoft.com/office/drawing/2014/main" id="{AECE9016-FBC6-4946-9614-1F47A156A76B}"/>
              </a:ext>
            </a:extLst>
          </p:cNvPr>
          <p:cNvSpPr>
            <a:spLocks xmlns:a="http://schemas.openxmlformats.org/drawingml/2006/main" noGrp="1"/>
          </p:cNvSpPr>
          <p:nvPr/>
        </p:nvSpPr>
        <p:spPr>
          <a:xfrm xmlns:a="http://schemas.openxmlformats.org/drawingml/2006/main" rot="0">
            <a:off x="10487025" y="8564880"/>
            <a:ext cx="18288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 b="0" i="0">
                <a:solidFill>
                  <a:srgbClr val="101010"/>
                </a:solidFill>
                <a:latin typeface="Comic Sans MS"/>
                <a:ea typeface="Comic Sans MS"/>
                <a:cs typeface="Comic Sans MS"/>
              </a:defRPr>
            </a:defPPr>
          </a:lstStyle>
          <a:p xmlns:a="http://schemas.openxmlformats.org/drawingml/2006/main">
            <a:pPr algn="l">
              <a:lnSpc>
                <a:spcPct val="100000"/>
              </a:lnSpc>
              <a:buNone/>
              <a:defRPr sz="750" b="0" i="0">
                <a:solidFill>
                  <a:srgbClr val="101010"/>
                </a:solidFill>
                <a:latin typeface="Comic Sans MS"/>
                <a:ea typeface="Comic Sans MS"/>
                <a:cs typeface="Comic Sans MS"/>
              </a:defRPr>
            </a:pPr>
            <a:r>
              <a:rPr sz="750" b="0" i="0">
                <a:solidFill>
                  <a:srgbClr val="101010"/>
                </a:solidFill>
                <a:latin typeface="Comic Sans MS"/>
                <a:ea typeface="Comic Sans MS"/>
                <a:cs typeface="Comic Sans MS"/>
              </a:rPr>
              <a:t>azure, their summits half-veiled in</a:t>
            </a:r>
          </a:p>
        </p:txBody>
      </p:sp>
      <p:sp>
        <p:nvSpPr>
          <p:cNvPr id="357" name="Reviewed text 105">
            <a:extLst xmlns:a="http://schemas.openxmlformats.org/drawingml/2006/main">
              <a:ext uri="{FF2B5EF4-FFF2-40B4-BE49-F238E27FC236}">
                <a16:creationId xmlns:a16="http://schemas.microsoft.com/office/drawing/2014/main" id="{D9A4F0B0-4480-4407-8C31-1F9B53977BC8}"/>
              </a:ext>
            </a:extLst>
          </p:cNvPr>
          <p:cNvSpPr>
            <a:spLocks xmlns:a="http://schemas.openxmlformats.org/drawingml/2006/main" noGrp="1"/>
          </p:cNvSpPr>
          <p:nvPr/>
        </p:nvSpPr>
        <p:spPr>
          <a:xfrm xmlns:a="http://schemas.openxmlformats.org/drawingml/2006/main" rot="0">
            <a:off x="10487025" y="8698519"/>
            <a:ext cx="1323975" cy="13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37" b="0" i="0">
                <a:solidFill>
                  <a:srgbClr val="101010"/>
                </a:solidFill>
                <a:latin typeface="Comic Sans MS"/>
                <a:ea typeface="Comic Sans MS"/>
                <a:cs typeface="Comic Sans MS"/>
              </a:defRPr>
            </a:defPPr>
          </a:lstStyle>
          <a:p xmlns:a="http://schemas.openxmlformats.org/drawingml/2006/main">
            <a:pPr algn="l">
              <a:lnSpc>
                <a:spcPct val="100000"/>
              </a:lnSpc>
              <a:buNone/>
              <a:defRPr sz="737" b="0" i="0">
                <a:solidFill>
                  <a:srgbClr val="101010"/>
                </a:solidFill>
                <a:latin typeface="Comic Sans MS"/>
                <a:ea typeface="Comic Sans MS"/>
                <a:cs typeface="Comic Sans MS"/>
              </a:defRPr>
            </a:pPr>
            <a:r>
              <a:rPr sz="737" b="0" i="0">
                <a:solidFill>
                  <a:srgbClr val="101010"/>
                </a:solidFill>
                <a:latin typeface="Comic Sans MS"/>
                <a:ea typeface="Comic Sans MS"/>
                <a:cs typeface="Comic Sans MS"/>
              </a:rPr>
              <a:t>drifting white clouds and</a:t>
            </a:r>
          </a:p>
        </p:txBody>
      </p:sp>
      <p:sp>
        <p:nvSpPr>
          <p:cNvPr id="358" name="Reviewed text 106">
            <a:extLst xmlns:a="http://schemas.openxmlformats.org/drawingml/2006/main">
              <a:ext uri="{FF2B5EF4-FFF2-40B4-BE49-F238E27FC236}">
                <a16:creationId xmlns:a16="http://schemas.microsoft.com/office/drawing/2014/main" id="{7824796D-0CE7-4F14-9773-3E656A9557D8}"/>
              </a:ext>
            </a:extLst>
          </p:cNvPr>
          <p:cNvSpPr>
            <a:spLocks xmlns:a="http://schemas.openxmlformats.org/drawingml/2006/main" noGrp="1"/>
          </p:cNvSpPr>
          <p:nvPr/>
        </p:nvSpPr>
        <p:spPr>
          <a:xfrm xmlns:a="http://schemas.openxmlformats.org/drawingml/2006/main" rot="0">
            <a:off x="10487025" y="8838425"/>
            <a:ext cx="14382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morning mist... Style it as a</a:t>
            </a:r>
          </a:p>
        </p:txBody>
      </p:sp>
      <p:sp>
        <p:nvSpPr>
          <p:cNvPr id="359" name="Reviewed text 107">
            <a:extLst xmlns:a="http://schemas.openxmlformats.org/drawingml/2006/main">
              <a:ext uri="{FF2B5EF4-FFF2-40B4-BE49-F238E27FC236}">
                <a16:creationId xmlns:a16="http://schemas.microsoft.com/office/drawing/2014/main" id="{64F4173B-8AB1-4AB4-9E2B-8D487EBA0005}"/>
              </a:ext>
            </a:extLst>
          </p:cNvPr>
          <p:cNvSpPr>
            <a:spLocks xmlns:a="http://schemas.openxmlformats.org/drawingml/2006/main" noGrp="1"/>
          </p:cNvSpPr>
          <p:nvPr/>
        </p:nvSpPr>
        <p:spPr>
          <a:xfrm xmlns:a="http://schemas.openxmlformats.org/drawingml/2006/main" rot="0">
            <a:off x="10487025" y="8981300"/>
            <a:ext cx="16668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Chinese ink-and-wash painting...</a:t>
            </a:r>
          </a:p>
        </p:txBody>
      </p:sp>
      <p:sp>
        <p:nvSpPr>
          <p:cNvPr id="360" name="Reviewed text 109">
            <a:extLst xmlns:a="http://schemas.openxmlformats.org/drawingml/2006/main">
              <a:ext uri="{FF2B5EF4-FFF2-40B4-BE49-F238E27FC236}">
                <a16:creationId xmlns:a16="http://schemas.microsoft.com/office/drawing/2014/main" id="{653A7C9B-3ADC-4584-BC4C-B24BA310ED2C}"/>
              </a:ext>
            </a:extLst>
          </p:cNvPr>
          <p:cNvSpPr>
            <a:spLocks xmlns:a="http://schemas.openxmlformats.org/drawingml/2006/main" noGrp="1"/>
          </p:cNvSpPr>
          <p:nvPr/>
        </p:nvSpPr>
        <p:spPr>
          <a:xfrm xmlns:a="http://schemas.openxmlformats.org/drawingml/2006/main" rot="0">
            <a:off x="15344775" y="7343010"/>
            <a:ext cx="1609725" cy="15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1) LEFT PANEL - Solid iodine: a</a:t>
            </a:r>
          </a:p>
        </p:txBody>
      </p:sp>
      <p:sp>
        <p:nvSpPr>
          <p:cNvPr id="361" name="Reviewed text 110">
            <a:extLst xmlns:a="http://schemas.openxmlformats.org/drawingml/2006/main">
              <a:ext uri="{FF2B5EF4-FFF2-40B4-BE49-F238E27FC236}">
                <a16:creationId xmlns:a16="http://schemas.microsoft.com/office/drawing/2014/main" id="{200CC08E-BD87-482E-897A-0230405ACB4D}"/>
              </a:ext>
            </a:extLst>
          </p:cNvPr>
          <p:cNvSpPr>
            <a:spLocks xmlns:a="http://schemas.openxmlformats.org/drawingml/2006/main" noGrp="1"/>
          </p:cNvSpPr>
          <p:nvPr/>
        </p:nvSpPr>
        <p:spPr>
          <a:xfrm xmlns:a="http://schemas.openxmlformats.org/drawingml/2006/main" rot="0">
            <a:off x="15344775" y="7477299"/>
            <a:ext cx="1400175" cy="146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6" b="0" i="0">
                <a:solidFill>
                  <a:srgbClr val="101010"/>
                </a:solidFill>
                <a:latin typeface="Comic Sans MS"/>
                <a:ea typeface="Comic Sans MS"/>
                <a:cs typeface="Comic Sans MS"/>
              </a:defRPr>
            </a:defPPr>
          </a:lstStyle>
          <a:p xmlns:a="http://schemas.openxmlformats.org/drawingml/2006/main">
            <a:pPr algn="l">
              <a:lnSpc>
                <a:spcPct val="100000"/>
              </a:lnSpc>
              <a:buNone/>
              <a:defRPr sz="826" b="0" i="0">
                <a:solidFill>
                  <a:srgbClr val="101010"/>
                </a:solidFill>
                <a:latin typeface="Comic Sans MS"/>
                <a:ea typeface="Comic Sans MS"/>
                <a:cs typeface="Comic Sans MS"/>
              </a:defRPr>
            </a:pPr>
            <a:r>
              <a:rPr sz="826" b="0" i="0">
                <a:solidFill>
                  <a:srgbClr val="101010"/>
                </a:solidFill>
                <a:latin typeface="Comic Sans MS"/>
                <a:ea typeface="Comic Sans MS"/>
                <a:cs typeface="Comic Sans MS"/>
              </a:rPr>
              <a:t>pile or small crystals of dark</a:t>
            </a:r>
          </a:p>
        </p:txBody>
      </p:sp>
      <p:sp>
        <p:nvSpPr>
          <p:cNvPr id="362" name="Reviewed text 111">
            <a:extLst xmlns:a="http://schemas.openxmlformats.org/drawingml/2006/main">
              <a:ext uri="{FF2B5EF4-FFF2-40B4-BE49-F238E27FC236}">
                <a16:creationId xmlns:a16="http://schemas.microsoft.com/office/drawing/2014/main" id="{DAA4E89E-7082-4E1C-9A0B-40316D4655AC}"/>
              </a:ext>
            </a:extLst>
          </p:cNvPr>
          <p:cNvSpPr>
            <a:spLocks xmlns:a="http://schemas.openxmlformats.org/drawingml/2006/main" noGrp="1"/>
          </p:cNvSpPr>
          <p:nvPr/>
        </p:nvSpPr>
        <p:spPr>
          <a:xfrm xmlns:a="http://schemas.openxmlformats.org/drawingml/2006/main" rot="0">
            <a:off x="15344775" y="7619271"/>
            <a:ext cx="1057275" cy="153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5" b="0" i="0">
                <a:solidFill>
                  <a:srgbClr val="101010"/>
                </a:solidFill>
                <a:latin typeface="Comic Sans MS"/>
                <a:ea typeface="Comic Sans MS"/>
                <a:cs typeface="Comic Sans MS"/>
              </a:defRPr>
            </a:defPPr>
          </a:lstStyle>
          <a:p xmlns:a="http://schemas.openxmlformats.org/drawingml/2006/main">
            <a:pPr algn="l">
              <a:lnSpc>
                <a:spcPct val="100000"/>
              </a:lnSpc>
              <a:buNone/>
              <a:defRPr sz="865" b="0" i="0">
                <a:solidFill>
                  <a:srgbClr val="101010"/>
                </a:solidFill>
                <a:latin typeface="Comic Sans MS"/>
                <a:ea typeface="Comic Sans MS"/>
                <a:cs typeface="Comic Sans MS"/>
              </a:defRPr>
            </a:pPr>
            <a:r>
              <a:rPr sz="865" b="0" i="0">
                <a:solidFill>
                  <a:srgbClr val="101010"/>
                </a:solidFill>
                <a:latin typeface="Comic Sans MS"/>
                <a:ea typeface="Comic Sans MS"/>
                <a:cs typeface="Comic Sans MS"/>
              </a:rPr>
              <a:t>purple/black iodine...</a:t>
            </a:r>
          </a:p>
        </p:txBody>
      </p:sp>
      <p:sp>
        <p:nvSpPr>
          <p:cNvPr id="363" name="Reviewed text 112">
            <a:extLst xmlns:a="http://schemas.openxmlformats.org/drawingml/2006/main">
              <a:ext uri="{FF2B5EF4-FFF2-40B4-BE49-F238E27FC236}">
                <a16:creationId xmlns:a16="http://schemas.microsoft.com/office/drawing/2014/main" id="{AC5106E6-8688-4F77-AD5C-EDA33903E26E}"/>
              </a:ext>
            </a:extLst>
          </p:cNvPr>
          <p:cNvSpPr>
            <a:spLocks xmlns:a="http://schemas.openxmlformats.org/drawingml/2006/main" noGrp="1"/>
          </p:cNvSpPr>
          <p:nvPr/>
        </p:nvSpPr>
        <p:spPr>
          <a:xfrm xmlns:a="http://schemas.openxmlformats.org/drawingml/2006/main" rot="0">
            <a:off x="15344775" y="7752575"/>
            <a:ext cx="136207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2) MIDDLE - Heating and</a:t>
            </a:r>
          </a:p>
        </p:txBody>
      </p:sp>
      <p:sp>
        <p:nvSpPr>
          <p:cNvPr id="364" name="Reviewed text 113">
            <a:extLst xmlns:a="http://schemas.openxmlformats.org/drawingml/2006/main">
              <a:ext uri="{FF2B5EF4-FFF2-40B4-BE49-F238E27FC236}">
                <a16:creationId xmlns:a16="http://schemas.microsoft.com/office/drawing/2014/main" id="{5FD16BC7-9363-4309-BE4A-9E8FA64EBD06}"/>
              </a:ext>
            </a:extLst>
          </p:cNvPr>
          <p:cNvSpPr>
            <a:spLocks xmlns:a="http://schemas.openxmlformats.org/drawingml/2006/main" noGrp="1"/>
          </p:cNvSpPr>
          <p:nvPr/>
        </p:nvSpPr>
        <p:spPr>
          <a:xfrm xmlns:a="http://schemas.openxmlformats.org/drawingml/2006/main" rot="0">
            <a:off x="15344775" y="7884957"/>
            <a:ext cx="1590675" cy="1617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10" b="0" i="0">
                <a:solidFill>
                  <a:srgbClr val="101010"/>
                </a:solidFill>
                <a:latin typeface="Comic Sans MS"/>
                <a:ea typeface="Comic Sans MS"/>
                <a:cs typeface="Comic Sans MS"/>
              </a:defRPr>
            </a:defPPr>
          </a:lstStyle>
          <a:p xmlns:a="http://schemas.openxmlformats.org/drawingml/2006/main">
            <a:pPr algn="l">
              <a:lnSpc>
                <a:spcPct val="100000"/>
              </a:lnSpc>
              <a:buNone/>
              <a:defRPr sz="910" b="0" i="0">
                <a:solidFill>
                  <a:srgbClr val="101010"/>
                </a:solidFill>
                <a:latin typeface="Comic Sans MS"/>
                <a:ea typeface="Comic Sans MS"/>
                <a:cs typeface="Comic Sans MS"/>
              </a:defRPr>
            </a:pPr>
            <a:r>
              <a:rPr sz="910" b="0" i="0">
                <a:solidFill>
                  <a:srgbClr val="101010"/>
                </a:solidFill>
                <a:latin typeface="Comic Sans MS"/>
                <a:ea typeface="Comic Sans MS"/>
                <a:cs typeface="Comic Sans MS"/>
              </a:rPr>
              <a:t>sublimation; under or directly</a:t>
            </a:r>
          </a:p>
        </p:txBody>
      </p:sp>
      <p:sp>
        <p:nvSpPr>
          <p:cNvPr id="365" name="Reviewed text 114">
            <a:extLst xmlns:a="http://schemas.openxmlformats.org/drawingml/2006/main">
              <a:ext uri="{FF2B5EF4-FFF2-40B4-BE49-F238E27FC236}">
                <a16:creationId xmlns:a16="http://schemas.microsoft.com/office/drawing/2014/main" id="{957A0434-A5B1-4886-B6FB-289C4FC25E25}"/>
              </a:ext>
            </a:extLst>
          </p:cNvPr>
          <p:cNvSpPr>
            <a:spLocks xmlns:a="http://schemas.openxmlformats.org/drawingml/2006/main" noGrp="1"/>
          </p:cNvSpPr>
          <p:nvPr/>
        </p:nvSpPr>
        <p:spPr>
          <a:xfrm xmlns:a="http://schemas.openxmlformats.org/drawingml/2006/main" rot="0">
            <a:off x="15344775" y="8028686"/>
            <a:ext cx="1228725" cy="155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2" b="0" i="0">
                <a:solidFill>
                  <a:srgbClr val="101010"/>
                </a:solidFill>
                <a:latin typeface="Comic Sans MS"/>
                <a:ea typeface="Comic Sans MS"/>
                <a:cs typeface="Comic Sans MS"/>
              </a:defRPr>
            </a:defPPr>
          </a:lstStyle>
          <a:p xmlns:a="http://schemas.openxmlformats.org/drawingml/2006/main">
            <a:pPr algn="l">
              <a:lnSpc>
                <a:spcPct val="100000"/>
              </a:lnSpc>
              <a:buNone/>
              <a:defRPr sz="872" b="0" i="0">
                <a:solidFill>
                  <a:srgbClr val="101010"/>
                </a:solidFill>
                <a:latin typeface="Comic Sans MS"/>
                <a:ea typeface="Comic Sans MS"/>
                <a:cs typeface="Comic Sans MS"/>
              </a:defRPr>
            </a:pPr>
            <a:r>
              <a:rPr sz="872" b="0" i="0">
                <a:solidFill>
                  <a:srgbClr val="101010"/>
                </a:solidFill>
                <a:latin typeface="Comic Sans MS"/>
                <a:ea typeface="Comic Sans MS"/>
                <a:cs typeface="Comic Sans MS"/>
              </a:rPr>
              <a:t>beneath the container...</a:t>
            </a:r>
          </a:p>
        </p:txBody>
      </p:sp>
      <p:sp>
        <p:nvSpPr>
          <p:cNvPr id="366" name="Reviewed text 115">
            <a:extLst xmlns:a="http://schemas.openxmlformats.org/drawingml/2006/main">
              <a:ext uri="{FF2B5EF4-FFF2-40B4-BE49-F238E27FC236}">
                <a16:creationId xmlns:a16="http://schemas.microsoft.com/office/drawing/2014/main" id="{F365ED08-4137-4C3B-B1B0-DBBD697364DA}"/>
              </a:ext>
            </a:extLst>
          </p:cNvPr>
          <p:cNvSpPr>
            <a:spLocks xmlns:a="http://schemas.openxmlformats.org/drawingml/2006/main" noGrp="1"/>
          </p:cNvSpPr>
          <p:nvPr/>
        </p:nvSpPr>
        <p:spPr>
          <a:xfrm xmlns:a="http://schemas.openxmlformats.org/drawingml/2006/main" rot="0">
            <a:off x="15344775" y="8162489"/>
            <a:ext cx="1590675" cy="1515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52" b="0" i="0">
                <a:solidFill>
                  <a:srgbClr val="101010"/>
                </a:solidFill>
                <a:latin typeface="Comic Sans MS"/>
                <a:ea typeface="Comic Sans MS"/>
                <a:cs typeface="Comic Sans MS"/>
              </a:defRPr>
            </a:defPPr>
          </a:lstStyle>
          <a:p xmlns:a="http://schemas.openxmlformats.org/drawingml/2006/main">
            <a:pPr algn="l">
              <a:lnSpc>
                <a:spcPct val="100000"/>
              </a:lnSpc>
              <a:buNone/>
              <a:defRPr sz="852" b="0" i="0">
                <a:solidFill>
                  <a:srgbClr val="101010"/>
                </a:solidFill>
                <a:latin typeface="Comic Sans MS"/>
                <a:ea typeface="Comic Sans MS"/>
                <a:cs typeface="Comic Sans MS"/>
              </a:defRPr>
            </a:pPr>
            <a:r>
              <a:rPr sz="852" b="0" i="0">
                <a:solidFill>
                  <a:srgbClr val="101010"/>
                </a:solidFill>
                <a:latin typeface="Comic Sans MS"/>
                <a:ea typeface="Comic Sans MS"/>
                <a:cs typeface="Comic Sans MS"/>
              </a:rPr>
              <a:t>3) RIGHT - Iodine vapor: above</a:t>
            </a:r>
          </a:p>
        </p:txBody>
      </p:sp>
      <p:sp>
        <p:nvSpPr>
          <p:cNvPr id="367" name="Reviewed text 116">
            <a:extLst xmlns:a="http://schemas.openxmlformats.org/drawingml/2006/main">
              <a:ext uri="{FF2B5EF4-FFF2-40B4-BE49-F238E27FC236}">
                <a16:creationId xmlns:a16="http://schemas.microsoft.com/office/drawing/2014/main" id="{ED4448DA-6E53-49C5-B6E7-4DD885ED1A16}"/>
              </a:ext>
            </a:extLst>
          </p:cNvPr>
          <p:cNvSpPr>
            <a:spLocks xmlns:a="http://schemas.openxmlformats.org/drawingml/2006/main" noGrp="1"/>
          </p:cNvSpPr>
          <p:nvPr/>
        </p:nvSpPr>
        <p:spPr>
          <a:xfrm xmlns:a="http://schemas.openxmlformats.org/drawingml/2006/main" rot="0">
            <a:off x="15344775" y="8294816"/>
            <a:ext cx="1781175" cy="159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97" b="0" i="0">
                <a:solidFill>
                  <a:srgbClr val="101010"/>
                </a:solidFill>
                <a:latin typeface="Comic Sans MS"/>
                <a:ea typeface="Comic Sans MS"/>
                <a:cs typeface="Comic Sans MS"/>
              </a:defRPr>
            </a:defPPr>
          </a:lstStyle>
          <a:p xmlns:a="http://schemas.openxmlformats.org/drawingml/2006/main">
            <a:pPr algn="l">
              <a:lnSpc>
                <a:spcPct val="100000"/>
              </a:lnSpc>
              <a:buNone/>
              <a:defRPr sz="897" b="0" i="0">
                <a:solidFill>
                  <a:srgbClr val="101010"/>
                </a:solidFill>
                <a:latin typeface="Comic Sans MS"/>
                <a:ea typeface="Comic Sans MS"/>
                <a:cs typeface="Comic Sans MS"/>
              </a:defRPr>
            </a:pPr>
            <a:r>
              <a:rPr sz="897" b="0" i="0">
                <a:solidFill>
                  <a:srgbClr val="101010"/>
                </a:solidFill>
                <a:latin typeface="Comic Sans MS"/>
                <a:ea typeface="Comic Sans MS"/>
                <a:cs typeface="Comic Sans MS"/>
              </a:rPr>
              <a:t>the solid, depict a visible cloud or</a:t>
            </a:r>
          </a:p>
        </p:txBody>
      </p:sp>
      <p:sp>
        <p:nvSpPr>
          <p:cNvPr id="368" name="Reviewed text 117">
            <a:extLst xmlns:a="http://schemas.openxmlformats.org/drawingml/2006/main">
              <a:ext uri="{FF2B5EF4-FFF2-40B4-BE49-F238E27FC236}">
                <a16:creationId xmlns:a16="http://schemas.microsoft.com/office/drawing/2014/main" id="{1FA313A7-D629-4859-BAD4-D4B428BF955B}"/>
              </a:ext>
            </a:extLst>
          </p:cNvPr>
          <p:cNvSpPr>
            <a:spLocks xmlns:a="http://schemas.openxmlformats.org/drawingml/2006/main" noGrp="1"/>
          </p:cNvSpPr>
          <p:nvPr/>
        </p:nvSpPr>
        <p:spPr>
          <a:xfrm xmlns:a="http://schemas.openxmlformats.org/drawingml/2006/main" rot="0">
            <a:off x="15344775" y="8438163"/>
            <a:ext cx="1400175" cy="1558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77" b="0" i="0">
                <a:solidFill>
                  <a:srgbClr val="101010"/>
                </a:solidFill>
                <a:latin typeface="Comic Sans MS"/>
                <a:ea typeface="Comic Sans MS"/>
                <a:cs typeface="Comic Sans MS"/>
              </a:defRPr>
            </a:defPPr>
          </a:lstStyle>
          <a:p xmlns:a="http://schemas.openxmlformats.org/drawingml/2006/main">
            <a:pPr algn="l">
              <a:lnSpc>
                <a:spcPct val="100000"/>
              </a:lnSpc>
              <a:buNone/>
              <a:defRPr sz="877" b="0" i="0">
                <a:solidFill>
                  <a:srgbClr val="101010"/>
                </a:solidFill>
                <a:latin typeface="Comic Sans MS"/>
                <a:ea typeface="Comic Sans MS"/>
                <a:cs typeface="Comic Sans MS"/>
              </a:defRPr>
            </a:pPr>
            <a:r>
              <a:rPr sz="877" b="0" i="0">
                <a:solidFill>
                  <a:srgbClr val="101010"/>
                </a:solidFill>
                <a:latin typeface="Comic Sans MS"/>
                <a:ea typeface="Comic Sans MS"/>
                <a:cs typeface="Comic Sans MS"/>
              </a:rPr>
              <a:t>region of violet/purple gas.</a:t>
            </a:r>
          </a:p>
        </p:txBody>
      </p:sp>
      <p:sp>
        <p:nvSpPr>
          <p:cNvPr id="369" name="Reviewed text 118">
            <a:extLst xmlns:a="http://schemas.openxmlformats.org/drawingml/2006/main">
              <a:ext uri="{FF2B5EF4-FFF2-40B4-BE49-F238E27FC236}">
                <a16:creationId xmlns:a16="http://schemas.microsoft.com/office/drawing/2014/main" id="{F6E05081-112B-406D-8F5E-8E7B1B3B12AF}"/>
              </a:ext>
            </a:extLst>
          </p:cNvPr>
          <p:cNvSpPr>
            <a:spLocks xmlns:a="http://schemas.openxmlformats.org/drawingml/2006/main" noGrp="1"/>
          </p:cNvSpPr>
          <p:nvPr/>
        </p:nvSpPr>
        <p:spPr>
          <a:xfrm xmlns:a="http://schemas.openxmlformats.org/drawingml/2006/main" rot="0">
            <a:off x="15344775" y="8571725"/>
            <a:ext cx="169545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Use an arrow or sequence labels</a:t>
            </a:r>
          </a:p>
        </p:txBody>
      </p:sp>
      <p:sp>
        <p:nvSpPr>
          <p:cNvPr id="370" name="Reviewed text 119">
            <a:extLst xmlns:a="http://schemas.openxmlformats.org/drawingml/2006/main">
              <a:ext uri="{FF2B5EF4-FFF2-40B4-BE49-F238E27FC236}">
                <a16:creationId xmlns:a16="http://schemas.microsoft.com/office/drawing/2014/main" id="{39349A73-5469-4E2F-84AB-6EC2282C4F64}"/>
              </a:ext>
            </a:extLst>
          </p:cNvPr>
          <p:cNvSpPr>
            <a:spLocks xmlns:a="http://schemas.openxmlformats.org/drawingml/2006/main" noGrp="1"/>
          </p:cNvSpPr>
          <p:nvPr/>
        </p:nvSpPr>
        <p:spPr>
          <a:xfrm xmlns:a="http://schemas.openxmlformats.org/drawingml/2006/main" rot="0">
            <a:off x="15344775" y="8714600"/>
            <a:ext cx="1352550"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(1, 2, 3) to emphasize the</a:t>
            </a:r>
          </a:p>
        </p:txBody>
      </p:sp>
      <p:sp>
        <p:nvSpPr>
          <p:cNvPr id="371" name="Reviewed text 120">
            <a:extLst xmlns:a="http://schemas.openxmlformats.org/drawingml/2006/main">
              <a:ext uri="{FF2B5EF4-FFF2-40B4-BE49-F238E27FC236}">
                <a16:creationId xmlns:a16="http://schemas.microsoft.com/office/drawing/2014/main" id="{E450867B-C732-464F-8E9F-D04DE6E9D2B9}"/>
              </a:ext>
            </a:extLst>
          </p:cNvPr>
          <p:cNvSpPr>
            <a:spLocks xmlns:a="http://schemas.openxmlformats.org/drawingml/2006/main" noGrp="1"/>
          </p:cNvSpPr>
          <p:nvPr/>
        </p:nvSpPr>
        <p:spPr>
          <a:xfrm xmlns:a="http://schemas.openxmlformats.org/drawingml/2006/main" rot="0">
            <a:off x="15344775" y="8990825"/>
            <a:ext cx="1228725" cy="1541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67" b="0" i="0">
                <a:solidFill>
                  <a:srgbClr val="101010"/>
                </a:solidFill>
                <a:latin typeface="Comic Sans MS"/>
                <a:ea typeface="Comic Sans MS"/>
                <a:cs typeface="Comic Sans MS"/>
              </a:defRPr>
            </a:defPPr>
          </a:lstStyle>
          <a:p xmlns:a="http://schemas.openxmlformats.org/drawingml/2006/main">
            <a:pPr algn="l">
              <a:lnSpc>
                <a:spcPct val="100000"/>
              </a:lnSpc>
              <a:buNone/>
              <a:defRPr sz="867" b="0" i="0">
                <a:solidFill>
                  <a:srgbClr val="101010"/>
                </a:solidFill>
                <a:latin typeface="Comic Sans MS"/>
                <a:ea typeface="Comic Sans MS"/>
                <a:cs typeface="Comic Sans MS"/>
              </a:defRPr>
            </a:pPr>
            <a:r>
              <a:rPr sz="867" b="0" i="0">
                <a:solidFill>
                  <a:srgbClr val="101010"/>
                </a:solidFill>
                <a:latin typeface="Comic Sans MS"/>
                <a:ea typeface="Comic Sans MS"/>
                <a:cs typeface="Comic Sans MS"/>
              </a:rPr>
              <a:t>heating, (3) iodine gas...</a:t>
            </a:r>
          </a:p>
        </p:txBody>
      </p:sp>
      <p:sp>
        <p:nvSpPr>
          <p:cNvPr id="372" name="Science sequence line">
            <a:extLst xmlns:a="http://schemas.openxmlformats.org/drawingml/2006/main">
              <a:ext uri="{FF2B5EF4-FFF2-40B4-BE49-F238E27FC236}">
                <a16:creationId xmlns:a16="http://schemas.microsoft.com/office/drawing/2014/main" id="{B205EA3B-983F-4AFE-ADFD-7B96A298A9AD}"/>
              </a:ext>
            </a:extLst>
          </p:cNvPr>
          <p:cNvSpPr>
            <a:spLocks xmlns:a="http://schemas.openxmlformats.org/drawingml/2006/main" noGrp="1"/>
          </p:cNvSpPr>
          <p:nvPr/>
        </p:nvSpPr>
        <p:spPr>
          <a:xfrm xmlns:a="http://schemas.openxmlformats.org/drawingml/2006/main" rot="0">
            <a:off x="15344775" y="8826882"/>
            <a:ext cx="1895475" cy="169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55" b="0" i="0">
                <a:solidFill>
                  <a:srgbClr val="101010"/>
                </a:solidFill>
                <a:latin typeface="Comic Sans MS"/>
                <a:ea typeface="Comic Sans MS"/>
                <a:cs typeface="Comic Sans MS"/>
              </a:defRPr>
            </a:defPPr>
          </a:lstStyle>
          <a:p xmlns:a="http://schemas.openxmlformats.org/drawingml/2006/main">
            <a:pPr algn="l">
              <a:lnSpc>
                <a:spcPct val="100000"/>
              </a:lnSpc>
              <a:buNone/>
              <a:defRPr sz="955" b="0" i="0">
                <a:solidFill>
                  <a:srgbClr val="101010"/>
                </a:solidFill>
                <a:latin typeface="Comic Sans MS"/>
                <a:ea typeface="Comic Sans MS"/>
                <a:cs typeface="Comic Sans MS"/>
              </a:defRPr>
            </a:pPr>
            <a:r>
              <a:rPr sz="955" b="0" i="0">
                <a:solidFill>
                  <a:srgbClr val="101010"/>
                </a:solidFill>
                <a:latin typeface="Comic Sans MS"/>
                <a:ea typeface="Comic Sans MS"/>
                <a:cs typeface="Comic Sans MS"/>
              </a:rPr>
              <a:t>process: (1) solid iodine, (2)</a:t>
            </a:r>
          </a:p>
        </p:txBody>
      </p:sp>
    </p:spTree>
    <p:extLst>
      <p:ext uri="{BB962C8B-B14F-4D97-AF65-F5344CB8AC3E}">
        <p14:creationId xmlns:p14="http://schemas.microsoft.com/office/powerpoint/2010/main" val="2529479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2026-10-18T16:30:50.9890000Z</dcterms:created>
  <dcterms:modified xsi:type="dcterms:W3CDTF">2026-10-18T16:30:50.9890000Z</dcterms:modified>
</coreProperties>
</file>