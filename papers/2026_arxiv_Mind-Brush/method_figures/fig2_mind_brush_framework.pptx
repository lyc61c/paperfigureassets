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069b1d8c714208" /><Relationship Type="http://schemas.openxmlformats.org/officeDocument/2006/relationships/extended-properties" Target="/docProps/app.xml" Id="Rf1e5c1fa3fa14bb5" /><Relationship Type="http://schemas.openxmlformats.org/officeDocument/2006/relationships/officeDocument" Target="/ppt/presentation.xml" Id="Rb9d524da0f374fe8" /></Relationships>
</file>

<file path=ppt/presentation.xml><?xml version="1.0" encoding="utf-8"?>
<p:presentation xmlns:p="http://schemas.openxmlformats.org/presentationml/2006/main">
  <p:sldMasterIdLst>
    <p:sldMasterId xmlns:r="http://schemas.openxmlformats.org/officeDocument/2006/relationships" id="2147483648" r:id="R0fd9d28fae2f4e7e"/>
  </p:sldMasterIdLst>
  <p:notesMasterIdLst>
    <p:notesMasterId xmlns:r="http://schemas.openxmlformats.org/officeDocument/2006/relationships" r:id="R8181be0d603645aa"/>
  </p:notesMasterIdLst>
  <p:sldIdLst>
    <p:sldId xmlns:r="http://schemas.openxmlformats.org/officeDocument/2006/relationships" id="256" r:id="R16fe46196c2d4b21"/>
  </p:sldIdLst>
  <p:sldSz cx="19507200" cy="72009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5a893e6706486a" /><Relationship Type="http://schemas.openxmlformats.org/officeDocument/2006/relationships/slideMaster" Target="/ppt/slideMasters/slideMaster1.xml" Id="R0fd9d28fae2f4e7e" /><Relationship Type="http://schemas.openxmlformats.org/officeDocument/2006/relationships/notesMaster" Target="/ppt/notesMasters/notesMaster1.xml" Id="R8181be0d603645aa" /><Relationship Type="http://schemas.openxmlformats.org/officeDocument/2006/relationships/presProps" Target="/ppt/presProps.xml" Id="Re0a0fa9161c04ca1" /><Relationship Type="http://schemas.openxmlformats.org/officeDocument/2006/relationships/tableStyles" Target="/ppt/tableStyles.xml" Id="R658cf78273764f48" /><Relationship Type="http://schemas.openxmlformats.org/officeDocument/2006/relationships/slide" Target="/ppt/slides/slide1.xml" Id="R16fe46196c2d4b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6b49d237f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8c982ae42542f8" /><Relationship Type="http://schemas.openxmlformats.org/officeDocument/2006/relationships/notesMaster" Target="/ppt/notesMasters/notesMaster1.xml" Id="R96f78cf6ca3c44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fig2 mind brush framework</a:t>
            </a:r>
          </a:p>
          <a:p xmlns:a="http://schemas.openxmlformats.org/drawingml/2006/main">
            <a:r>
              <a:t>Source: https://arxiv.org/abs/2602.01756v1</a:t>
            </a:r>
          </a:p>
          <a:p xmlns:a="http://schemas.openxmlformats.org/drawingml/2006/main">
            <a:r>
              <a:t>Approved image: fig2_mind_brush_framework.png; SHA-256: c774d1026df3ac246e2e84a469675ff5d5d90dfa5df4aaafe3a4350eb289939d.</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46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Comic Sans MS.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08d48896e647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a7cbbac04a4d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3a4f19c0c040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508b6f44484b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7494fc868f45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acffaae2814b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6A7410-54B5-49BB-9F62-F9A730644475}"/>
              </a:ext>
            </a:extLst>
          </p:cNvPr>
          <p:cNvSpPr>
            <a:spLocks xmlns:a="http://schemas.openxmlformats.org/drawingml/2006/main" noGrp="1"/>
          </p:cNvSpPr>
          <p:nvPr>
            <p:ph type="title" idx="0"/>
          </p:nvPr>
        </p:nvSpPr>
        <p:spPr>
          <a:xfrm xmlns:a="http://schemas.openxmlformats.org/drawingml/2006/main">
            <a:off x="1950720" y="2720340"/>
            <a:ext cx="15605760" cy="10401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0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955917-37E3-4BDA-A563-92EBA995B7DF}"/>
              </a:ext>
            </a:extLst>
          </p:cNvPr>
          <p:cNvSpPr>
            <a:spLocks xmlns:a="http://schemas.openxmlformats.org/drawingml/2006/main" noGrp="1"/>
          </p:cNvSpPr>
          <p:nvPr>
            <p:ph type="subTitle" idx="1"/>
          </p:nvPr>
        </p:nvSpPr>
        <p:spPr>
          <a:xfrm xmlns:a="http://schemas.openxmlformats.org/drawingml/2006/main">
            <a:off x="2926080" y="3960495"/>
            <a:ext cx="13655040" cy="8001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20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8C3664-ECC9-4527-A87E-4F4C5094B518}"/>
              </a:ext>
            </a:extLst>
          </p:cNvPr>
          <p:cNvSpPr>
            <a:spLocks xmlns:a="http://schemas.openxmlformats.org/drawingml/2006/main" noGrp="1"/>
          </p:cNvSpPr>
          <p:nvPr>
            <p:ph type="title" idx="0"/>
          </p:nvPr>
        </p:nvSpPr>
        <p:spPr>
          <a:xfrm xmlns:a="http://schemas.openxmlformats.org/drawingml/2006/main">
            <a:off x="1950720" y="3000375"/>
            <a:ext cx="15605760" cy="12001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41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534D39-AA4C-4119-BC99-21B1C4E19368}"/>
              </a:ext>
            </a:extLst>
          </p:cNvPr>
          <p:cNvSpPr>
            <a:spLocks xmlns:a="http://schemas.openxmlformats.org/drawingml/2006/main" noGrp="1"/>
          </p:cNvSpPr>
          <p:nvPr>
            <p:ph type="title" idx="0"/>
          </p:nvPr>
        </p:nvSpPr>
        <p:spPr>
          <a:xfrm xmlns:a="http://schemas.openxmlformats.org/drawingml/2006/main">
            <a:off x="1097280" y="560070"/>
            <a:ext cx="17312640" cy="8801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19EE36-2BCE-44C6-81BA-AB1279D80529}"/>
              </a:ext>
            </a:extLst>
          </p:cNvPr>
          <p:cNvSpPr>
            <a:spLocks xmlns:a="http://schemas.openxmlformats.org/drawingml/2006/main" noGrp="1"/>
          </p:cNvSpPr>
          <p:nvPr>
            <p:ph type="body" idx="1"/>
          </p:nvPr>
        </p:nvSpPr>
        <p:spPr>
          <a:xfrm xmlns:a="http://schemas.openxmlformats.org/drawingml/2006/main">
            <a:off x="1097280" y="2000250"/>
            <a:ext cx="17312640" cy="448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40030" indent="-240030">
              <a:lnSpc>
                <a:spcPct val="110000"/>
              </a:lnSpc>
              <a:spcBef>
                <a:spcPts val="0"/>
              </a:spcBef>
              <a:spcAft>
                <a:spcPts val="1260"/>
              </a:spcAft>
              <a:buChar char="•"/>
            </a:lvl1pPr>
            <a:lvl2pPr marL="560070" indent="-240030">
              <a:lnSpc>
                <a:spcPct val="110000"/>
              </a:lnSpc>
              <a:spcBef>
                <a:spcPts val="0"/>
              </a:spcBef>
              <a:spcAft>
                <a:spcPts val="1260"/>
              </a:spcAft>
              <a:buChar char="•"/>
            </a:lvl2pPr>
            <a:lvl3pPr marL="880110" indent="-240030">
              <a:lnSpc>
                <a:spcPct val="110000"/>
              </a:lnSpc>
              <a:spcBef>
                <a:spcPts val="0"/>
              </a:spcBef>
              <a:spcAft>
                <a:spcPts val="1260"/>
              </a:spcAft>
              <a:buChar char="•"/>
            </a:lvl3pPr>
            <a:lvl4pPr marL="1200150" indent="-240030">
              <a:lnSpc>
                <a:spcPct val="110000"/>
              </a:lnSpc>
              <a:spcBef>
                <a:spcPts val="0"/>
              </a:spcBef>
              <a:spcAft>
                <a:spcPts val="1260"/>
              </a:spcAft>
              <a:buChar char="•"/>
            </a:lvl4pPr>
            <a:lvl5pPr marL="1520190" indent="-240030">
              <a:lnSpc>
                <a:spcPct val="110000"/>
              </a:lnSpc>
              <a:spcBef>
                <a:spcPts val="0"/>
              </a:spcBef>
              <a:spcAft>
                <a:spcPts val="1260"/>
              </a:spcAft>
              <a:buChar char="•"/>
            </a:lvl5pPr>
            <a:lvl6pPr marL="1840230" indent="-240030">
              <a:lnSpc>
                <a:spcPct val="110000"/>
              </a:lnSpc>
              <a:spcBef>
                <a:spcPts val="0"/>
              </a:spcBef>
              <a:spcAft>
                <a:spcPts val="1260"/>
              </a:spcAft>
              <a:buChar char="•"/>
            </a:lvl6pPr>
            <a:lvl7pPr marL="2160270" indent="-240030">
              <a:lnSpc>
                <a:spcPct val="110000"/>
              </a:lnSpc>
              <a:spcBef>
                <a:spcPts val="0"/>
              </a:spcBef>
              <a:spcAft>
                <a:spcPts val="1260"/>
              </a:spcAft>
              <a:buChar char="•"/>
            </a:lvl7pPr>
            <a:lvl8pPr marL="2480310" indent="-240030">
              <a:lnSpc>
                <a:spcPct val="110000"/>
              </a:lnSpc>
              <a:spcBef>
                <a:spcPts val="0"/>
              </a:spcBef>
              <a:spcAft>
                <a:spcPts val="1260"/>
              </a:spcAft>
              <a:buChar char="•"/>
            </a:lvl8pPr>
            <a:lvl9pPr marL="2800350" indent="-240030">
              <a:lnSpc>
                <a:spcPct val="110000"/>
              </a:lnSpc>
              <a:spcBef>
                <a:spcPts val="0"/>
              </a:spcBef>
              <a:spcAft>
                <a:spcPts val="12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C53A8F-5524-4CF2-A88B-1D6CBC935616}"/>
              </a:ext>
            </a:extLst>
          </p:cNvPr>
          <p:cNvSpPr>
            <a:spLocks xmlns:a="http://schemas.openxmlformats.org/drawingml/2006/main" noGrp="1"/>
          </p:cNvSpPr>
          <p:nvPr>
            <p:ph type="title" idx="0"/>
          </p:nvPr>
        </p:nvSpPr>
        <p:spPr>
          <a:xfrm xmlns:a="http://schemas.openxmlformats.org/drawingml/2006/main">
            <a:off x="1097280" y="560070"/>
            <a:ext cx="17312640" cy="8801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364CCA-9EAF-403C-92EE-E3114A39BADD}"/>
              </a:ext>
            </a:extLst>
          </p:cNvPr>
          <p:cNvSpPr>
            <a:spLocks xmlns:a="http://schemas.openxmlformats.org/drawingml/2006/main" noGrp="1"/>
          </p:cNvSpPr>
          <p:nvPr>
            <p:ph type="body" idx="1"/>
          </p:nvPr>
        </p:nvSpPr>
        <p:spPr>
          <a:xfrm xmlns:a="http://schemas.openxmlformats.org/drawingml/2006/main">
            <a:off x="1097280" y="2000250"/>
            <a:ext cx="8046720" cy="448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05" b="0">
                <a:solidFill>
                  <a:schemeClr val="tx1"/>
                </a:solidFill>
                <a:latin typeface="+mn-lt"/>
                <a:ea typeface="+mn-lt"/>
                <a:cs typeface="+mn-lt"/>
              </a:defRPr>
            </a:defPPr>
            <a:lvl1pPr marL="240030" indent="-240030">
              <a:lnSpc>
                <a:spcPct val="110000"/>
              </a:lnSpc>
              <a:spcBef>
                <a:spcPts val="0"/>
              </a:spcBef>
              <a:spcAft>
                <a:spcPts val="1260"/>
              </a:spcAft>
              <a:buChar char="•"/>
            </a:lvl1pPr>
            <a:lvl2pPr marL="560070" indent="-240030">
              <a:lnSpc>
                <a:spcPct val="110000"/>
              </a:lnSpc>
              <a:spcBef>
                <a:spcPts val="0"/>
              </a:spcBef>
              <a:spcAft>
                <a:spcPts val="1260"/>
              </a:spcAft>
              <a:buChar char="•"/>
            </a:lvl2pPr>
            <a:lvl3pPr marL="880110" indent="-240030">
              <a:lnSpc>
                <a:spcPct val="110000"/>
              </a:lnSpc>
              <a:spcBef>
                <a:spcPts val="0"/>
              </a:spcBef>
              <a:spcAft>
                <a:spcPts val="1260"/>
              </a:spcAft>
              <a:buChar char="•"/>
            </a:lvl3pPr>
            <a:lvl4pPr marL="1200150" indent="-240030">
              <a:lnSpc>
                <a:spcPct val="110000"/>
              </a:lnSpc>
              <a:spcBef>
                <a:spcPts val="0"/>
              </a:spcBef>
              <a:spcAft>
                <a:spcPts val="1260"/>
              </a:spcAft>
              <a:buChar char="•"/>
            </a:lvl4pPr>
            <a:lvl5pPr marL="1520190" indent="-240030">
              <a:lnSpc>
                <a:spcPct val="110000"/>
              </a:lnSpc>
              <a:spcBef>
                <a:spcPts val="0"/>
              </a:spcBef>
              <a:spcAft>
                <a:spcPts val="1260"/>
              </a:spcAft>
              <a:buChar char="•"/>
            </a:lvl5pPr>
            <a:lvl6pPr marL="1840230" indent="-240030">
              <a:lnSpc>
                <a:spcPct val="110000"/>
              </a:lnSpc>
              <a:spcBef>
                <a:spcPts val="0"/>
              </a:spcBef>
              <a:spcAft>
                <a:spcPts val="1260"/>
              </a:spcAft>
              <a:buChar char="•"/>
            </a:lvl6pPr>
            <a:lvl7pPr marL="2160270" indent="-240030">
              <a:lnSpc>
                <a:spcPct val="110000"/>
              </a:lnSpc>
              <a:spcBef>
                <a:spcPts val="0"/>
              </a:spcBef>
              <a:spcAft>
                <a:spcPts val="1260"/>
              </a:spcAft>
              <a:buChar char="•"/>
            </a:lvl7pPr>
            <a:lvl8pPr marL="2480310" indent="-240030">
              <a:lnSpc>
                <a:spcPct val="110000"/>
              </a:lnSpc>
              <a:spcBef>
                <a:spcPts val="0"/>
              </a:spcBef>
              <a:spcAft>
                <a:spcPts val="1260"/>
              </a:spcAft>
              <a:buChar char="•"/>
            </a:lvl8pPr>
            <a:lvl9pPr marL="2800350" indent="-240030">
              <a:lnSpc>
                <a:spcPct val="110000"/>
              </a:lnSpc>
              <a:spcBef>
                <a:spcPts val="0"/>
              </a:spcBef>
              <a:spcAft>
                <a:spcPts val="12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CAE543-C138-4125-AB42-16F56B6B867C}"/>
              </a:ext>
            </a:extLst>
          </p:cNvPr>
          <p:cNvSpPr>
            <a:spLocks xmlns:a="http://schemas.openxmlformats.org/drawingml/2006/main" noGrp="1"/>
          </p:cNvSpPr>
          <p:nvPr>
            <p:ph type="body" idx="2"/>
          </p:nvPr>
        </p:nvSpPr>
        <p:spPr>
          <a:xfrm xmlns:a="http://schemas.openxmlformats.org/drawingml/2006/main">
            <a:off x="10363200" y="2000250"/>
            <a:ext cx="8046720" cy="448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05" b="0">
                <a:solidFill>
                  <a:schemeClr val="tx1"/>
                </a:solidFill>
                <a:latin typeface="+mn-lt"/>
                <a:ea typeface="+mn-lt"/>
                <a:cs typeface="+mn-lt"/>
              </a:defRPr>
            </a:defPPr>
            <a:lvl1pPr marL="240030" indent="-240030">
              <a:lnSpc>
                <a:spcPct val="110000"/>
              </a:lnSpc>
              <a:spcBef>
                <a:spcPts val="0"/>
              </a:spcBef>
              <a:spcAft>
                <a:spcPts val="1260"/>
              </a:spcAft>
              <a:buChar char="•"/>
            </a:lvl1pPr>
            <a:lvl2pPr marL="560070" indent="-240030">
              <a:lnSpc>
                <a:spcPct val="110000"/>
              </a:lnSpc>
              <a:spcBef>
                <a:spcPts val="0"/>
              </a:spcBef>
              <a:spcAft>
                <a:spcPts val="1260"/>
              </a:spcAft>
              <a:buChar char="•"/>
            </a:lvl2pPr>
            <a:lvl3pPr marL="880110" indent="-240030">
              <a:lnSpc>
                <a:spcPct val="110000"/>
              </a:lnSpc>
              <a:spcBef>
                <a:spcPts val="0"/>
              </a:spcBef>
              <a:spcAft>
                <a:spcPts val="1260"/>
              </a:spcAft>
              <a:buChar char="•"/>
            </a:lvl3pPr>
            <a:lvl4pPr marL="1200150" indent="-240030">
              <a:lnSpc>
                <a:spcPct val="110000"/>
              </a:lnSpc>
              <a:spcBef>
                <a:spcPts val="0"/>
              </a:spcBef>
              <a:spcAft>
                <a:spcPts val="1260"/>
              </a:spcAft>
              <a:buChar char="•"/>
            </a:lvl4pPr>
            <a:lvl5pPr marL="1520190" indent="-240030">
              <a:lnSpc>
                <a:spcPct val="110000"/>
              </a:lnSpc>
              <a:spcBef>
                <a:spcPts val="0"/>
              </a:spcBef>
              <a:spcAft>
                <a:spcPts val="1260"/>
              </a:spcAft>
              <a:buChar char="•"/>
            </a:lvl5pPr>
            <a:lvl6pPr marL="1840230" indent="-240030">
              <a:lnSpc>
                <a:spcPct val="110000"/>
              </a:lnSpc>
              <a:spcBef>
                <a:spcPts val="0"/>
              </a:spcBef>
              <a:spcAft>
                <a:spcPts val="1260"/>
              </a:spcAft>
              <a:buChar char="•"/>
            </a:lvl6pPr>
            <a:lvl7pPr marL="2160270" indent="-240030">
              <a:lnSpc>
                <a:spcPct val="110000"/>
              </a:lnSpc>
              <a:spcBef>
                <a:spcPts val="0"/>
              </a:spcBef>
              <a:spcAft>
                <a:spcPts val="1260"/>
              </a:spcAft>
              <a:buChar char="•"/>
            </a:lvl7pPr>
            <a:lvl8pPr marL="2480310" indent="-240030">
              <a:lnSpc>
                <a:spcPct val="110000"/>
              </a:lnSpc>
              <a:spcBef>
                <a:spcPts val="0"/>
              </a:spcBef>
              <a:spcAft>
                <a:spcPts val="1260"/>
              </a:spcAft>
              <a:buChar char="•"/>
            </a:lvl8pPr>
            <a:lvl9pPr marL="2800350" indent="-240030">
              <a:lnSpc>
                <a:spcPct val="110000"/>
              </a:lnSpc>
              <a:spcBef>
                <a:spcPts val="0"/>
              </a:spcBef>
              <a:spcAft>
                <a:spcPts val="12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A8182-9B83-49F1-BBF9-364361C2AFC9}"/>
              </a:ext>
            </a:extLst>
          </p:cNvPr>
          <p:cNvSpPr>
            <a:spLocks xmlns:a="http://schemas.openxmlformats.org/drawingml/2006/main" noGrp="1"/>
          </p:cNvSpPr>
          <p:nvPr>
            <p:ph type="title" idx="0"/>
          </p:nvPr>
        </p:nvSpPr>
        <p:spPr>
          <a:xfrm xmlns:a="http://schemas.openxmlformats.org/drawingml/2006/main">
            <a:off x="1097280" y="560070"/>
            <a:ext cx="17312640" cy="8801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0E0A17-7EF8-4D42-99E7-852B66728CB1}"/>
              </a:ext>
            </a:extLst>
          </p:cNvPr>
          <p:cNvSpPr>
            <a:spLocks xmlns:a="http://schemas.openxmlformats.org/drawingml/2006/main" noGrp="1"/>
          </p:cNvSpPr>
          <p:nvPr>
            <p:ph type="body" idx="1"/>
          </p:nvPr>
        </p:nvSpPr>
        <p:spPr>
          <a:xfrm xmlns:a="http://schemas.openxmlformats.org/drawingml/2006/main">
            <a:off x="1097280" y="2000250"/>
            <a:ext cx="8046720" cy="448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40030" indent="-240030">
              <a:lnSpc>
                <a:spcPct val="110000"/>
              </a:lnSpc>
              <a:spcBef>
                <a:spcPts val="0"/>
              </a:spcBef>
              <a:spcAft>
                <a:spcPts val="1260"/>
              </a:spcAft>
              <a:buChar char="•"/>
            </a:lvl1pPr>
            <a:lvl2pPr marL="560070" indent="-240030">
              <a:lnSpc>
                <a:spcPct val="110000"/>
              </a:lnSpc>
              <a:spcBef>
                <a:spcPts val="0"/>
              </a:spcBef>
              <a:spcAft>
                <a:spcPts val="1260"/>
              </a:spcAft>
              <a:buChar char="•"/>
            </a:lvl2pPr>
            <a:lvl3pPr marL="880110" indent="-240030">
              <a:lnSpc>
                <a:spcPct val="110000"/>
              </a:lnSpc>
              <a:spcBef>
                <a:spcPts val="0"/>
              </a:spcBef>
              <a:spcAft>
                <a:spcPts val="1260"/>
              </a:spcAft>
              <a:buChar char="•"/>
            </a:lvl3pPr>
            <a:lvl4pPr marL="1200150" indent="-240030">
              <a:lnSpc>
                <a:spcPct val="110000"/>
              </a:lnSpc>
              <a:spcBef>
                <a:spcPts val="0"/>
              </a:spcBef>
              <a:spcAft>
                <a:spcPts val="1260"/>
              </a:spcAft>
              <a:buChar char="•"/>
            </a:lvl4pPr>
            <a:lvl5pPr marL="1520190" indent="-240030">
              <a:lnSpc>
                <a:spcPct val="110000"/>
              </a:lnSpc>
              <a:spcBef>
                <a:spcPts val="0"/>
              </a:spcBef>
              <a:spcAft>
                <a:spcPts val="1260"/>
              </a:spcAft>
              <a:buChar char="•"/>
            </a:lvl5pPr>
            <a:lvl6pPr marL="1840230" indent="-240030">
              <a:lnSpc>
                <a:spcPct val="110000"/>
              </a:lnSpc>
              <a:spcBef>
                <a:spcPts val="0"/>
              </a:spcBef>
              <a:spcAft>
                <a:spcPts val="1260"/>
              </a:spcAft>
              <a:buChar char="•"/>
            </a:lvl6pPr>
            <a:lvl7pPr marL="2160270" indent="-240030">
              <a:lnSpc>
                <a:spcPct val="110000"/>
              </a:lnSpc>
              <a:spcBef>
                <a:spcPts val="0"/>
              </a:spcBef>
              <a:spcAft>
                <a:spcPts val="1260"/>
              </a:spcAft>
              <a:buChar char="•"/>
            </a:lvl7pPr>
            <a:lvl8pPr marL="2480310" indent="-240030">
              <a:lnSpc>
                <a:spcPct val="110000"/>
              </a:lnSpc>
              <a:spcBef>
                <a:spcPts val="0"/>
              </a:spcBef>
              <a:spcAft>
                <a:spcPts val="1260"/>
              </a:spcAft>
              <a:buChar char="•"/>
            </a:lvl8pPr>
            <a:lvl9pPr marL="2800350" indent="-240030">
              <a:lnSpc>
                <a:spcPct val="110000"/>
              </a:lnSpc>
              <a:spcBef>
                <a:spcPts val="0"/>
              </a:spcBef>
              <a:spcAft>
                <a:spcPts val="12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bd6d033e1a49b2" /><Relationship Type="http://schemas.openxmlformats.org/officeDocument/2006/relationships/slideLayout" Target="/ppt/slideLayouts/slideLayout1.xml" Id="R68a97a7994384356" /><Relationship Type="http://schemas.openxmlformats.org/officeDocument/2006/relationships/slideLayout" Target="/ppt/slideLayouts/slideLayout2.xml" Id="R3e2bd073620d4a15" /><Relationship Type="http://schemas.openxmlformats.org/officeDocument/2006/relationships/slideLayout" Target="/ppt/slideLayouts/slideLayout3.xml" Id="R5f395ad094764939" /><Relationship Type="http://schemas.openxmlformats.org/officeDocument/2006/relationships/slideLayout" Target="/ppt/slideLayouts/slideLayout4.xml" Id="Reb1052a014154244" /><Relationship Type="http://schemas.openxmlformats.org/officeDocument/2006/relationships/slideLayout" Target="/ppt/slideLayouts/slideLayout5.xml" Id="R4a9cedca66984d05" /><Relationship Type="http://schemas.openxmlformats.org/officeDocument/2006/relationships/slideLayout" Target="/ppt/slideLayouts/slideLayout6.xml" Id="R5df06a89dc0e47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97a7994384356"/>
    <p:sldLayoutId xmlns:r="http://schemas.openxmlformats.org/officeDocument/2006/relationships" id="2147483650" r:id="R3e2bd073620d4a15"/>
    <p:sldLayoutId xmlns:r="http://schemas.openxmlformats.org/officeDocument/2006/relationships" id="2147483651" r:id="R5f395ad094764939"/>
    <p:sldLayoutId xmlns:r="http://schemas.openxmlformats.org/officeDocument/2006/relationships" id="2147483652" r:id="Reb1052a014154244"/>
    <p:sldLayoutId xmlns:r="http://schemas.openxmlformats.org/officeDocument/2006/relationships" id="2147483653" r:id="R4a9cedca66984d05"/>
    <p:sldLayoutId xmlns:r="http://schemas.openxmlformats.org/officeDocument/2006/relationships" id="2147483654" r:id="R5df06a89dc0e47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8aa86a7f234d48" /><Relationship Type="http://schemas.openxmlformats.org/officeDocument/2006/relationships/image" Target="/ppt/media/image.png" Id="R7023040de24c4b6d" /><Relationship Type="http://schemas.openxmlformats.org/officeDocument/2006/relationships/image" Target="/ppt/media/image2.png" Id="Rd559bd339a5c47e6" /><Relationship Type="http://schemas.openxmlformats.org/officeDocument/2006/relationships/image" Target="/ppt/media/image3.png" Id="R2aad527bd44a4770" /><Relationship Type="http://schemas.openxmlformats.org/officeDocument/2006/relationships/image" Target="/ppt/media/image4.png" Id="Rf69e428a090d481a" /><Relationship Type="http://schemas.openxmlformats.org/officeDocument/2006/relationships/image" Target="/ppt/media/image5.png" Id="R516126fe46b34863" /><Relationship Type="http://schemas.openxmlformats.org/officeDocument/2006/relationships/image" Target="/ppt/media/image6.png" Id="Rdddda445d86d4fad" /><Relationship Type="http://schemas.openxmlformats.org/officeDocument/2006/relationships/image" Target="/ppt/media/image7.png" Id="R8f6adb6e73054acb" /><Relationship Type="http://schemas.openxmlformats.org/officeDocument/2006/relationships/image" Target="/ppt/media/image8.png" Id="R340434cd16b34851" /><Relationship Type="http://schemas.openxmlformats.org/officeDocument/2006/relationships/image" Target="/ppt/media/image9.png" Id="R37e0922378054891" /><Relationship Type="http://schemas.openxmlformats.org/officeDocument/2006/relationships/image" Target="/ppt/media/image10.png" Id="Rf32ee87656be4044" /><Relationship Type="http://schemas.openxmlformats.org/officeDocument/2006/relationships/image" Target="/ppt/media/image11.png" Id="R7516a9b03ae34787" /><Relationship Type="http://schemas.openxmlformats.org/officeDocument/2006/relationships/image" Target="/ppt/media/image12.png" Id="R59744ecbede843a0" /><Relationship Type="http://schemas.openxmlformats.org/officeDocument/2006/relationships/image" Target="/ppt/media/image13.png" Id="Re242094146144283" /><Relationship Type="http://schemas.openxmlformats.org/officeDocument/2006/relationships/image" Target="/ppt/media/image14.png" Id="R70ac4cb93b354565" /><Relationship Type="http://schemas.openxmlformats.org/officeDocument/2006/relationships/image" Target="/ppt/media/image15.png" Id="Ra695a5234c664ea0" /><Relationship Type="http://schemas.openxmlformats.org/officeDocument/2006/relationships/image" Target="/ppt/media/image16.png" Id="Ra39c7bd459fc4638" /><Relationship Type="http://schemas.openxmlformats.org/officeDocument/2006/relationships/image" Target="/ppt/media/image17.png" Id="R1dda1a08f5674acd" /><Relationship Type="http://schemas.openxmlformats.org/officeDocument/2006/relationships/image" Target="/ppt/media/image18.png" Id="R11fe5967047f4567" /><Relationship Type="http://schemas.openxmlformats.org/officeDocument/2006/relationships/image" Target="/ppt/media/image19.png" Id="R99de5f9c8f0647d1" /><Relationship Type="http://schemas.openxmlformats.org/officeDocument/2006/relationships/image" Target="/ppt/media/image20.png" Id="R1bcd17454f9f4ee6" /><Relationship Type="http://schemas.openxmlformats.org/officeDocument/2006/relationships/image" Target="/ppt/media/image21.png" Id="R86de9a2fb07c4e5b" /><Relationship Type="http://schemas.openxmlformats.org/officeDocument/2006/relationships/image" Target="/ppt/media/image22.png" Id="R85cab46ec6504457" /><Relationship Type="http://schemas.openxmlformats.org/officeDocument/2006/relationships/image" Target="/ppt/media/image23.png" Id="R7df90ea7973c43e9" /><Relationship Type="http://schemas.openxmlformats.org/officeDocument/2006/relationships/image" Target="/ppt/media/image24.png" Id="Rde4f7f50661745f6" /><Relationship Type="http://schemas.openxmlformats.org/officeDocument/2006/relationships/image" Target="/ppt/media/image25.png" Id="R926fa9051d9c4057" /><Relationship Type="http://schemas.openxmlformats.org/officeDocument/2006/relationships/image" Target="/ppt/media/image26.png" Id="Rec5a546d0a7e4b6d" /><Relationship Type="http://schemas.openxmlformats.org/officeDocument/2006/relationships/image" Target="/ppt/media/image27.png" Id="R80af559aa610492a" /><Relationship Type="http://schemas.openxmlformats.org/officeDocument/2006/relationships/image" Target="/ppt/media/image28.png" Id="Re94c9d8021f34ff2" /><Relationship Type="http://schemas.openxmlformats.org/officeDocument/2006/relationships/image" Target="/ppt/media/image29.png" Id="Rc7bebd6da7de4d53" /><Relationship Type="http://schemas.openxmlformats.org/officeDocument/2006/relationships/image" Target="/ppt/media/image30.png" Id="R3f362eed7ed740be" /><Relationship Type="http://schemas.openxmlformats.org/officeDocument/2006/relationships/image" Target="/ppt/media/image31.png" Id="R3fee56121ae447a0" /><Relationship Type="http://schemas.openxmlformats.org/officeDocument/2006/relationships/image" Target="/ppt/media/image32.png" Id="R7a84613797a4406c" /><Relationship Type="http://schemas.openxmlformats.org/officeDocument/2006/relationships/image" Target="/ppt/media/image33.png" Id="R86d5163d9a5146a3" /><Relationship Type="http://schemas.openxmlformats.org/officeDocument/2006/relationships/image" Target="/ppt/media/image34.png" Id="R25b93ef89be945ae" /><Relationship Type="http://schemas.openxmlformats.org/officeDocument/2006/relationships/image" Target="/ppt/media/image35.png" Id="Ra5d70947078e492a" /><Relationship Type="http://schemas.openxmlformats.org/officeDocument/2006/relationships/image" Target="/ppt/media/image36.png" Id="Rdc930e4fe24543a7" /><Relationship Type="http://schemas.openxmlformats.org/officeDocument/2006/relationships/image" Target="/ppt/media/image37.png" Id="R4e7e498282e043b3" /><Relationship Type="http://schemas.openxmlformats.org/officeDocument/2006/relationships/image" Target="/ppt/media/image38.png" Id="R2683a496e49149e5" /><Relationship Type="http://schemas.openxmlformats.org/officeDocument/2006/relationships/image" Target="/ppt/media/image39.png" Id="Re9dac21391714c7b" /><Relationship Type="http://schemas.openxmlformats.org/officeDocument/2006/relationships/image" Target="/ppt/media/image40.png" Id="R1865167c13ff43be" /><Relationship Type="http://schemas.openxmlformats.org/officeDocument/2006/relationships/image" Target="/ppt/media/image41.png" Id="R35e1bddc90ac4990" /><Relationship Type="http://schemas.openxmlformats.org/officeDocument/2006/relationships/image" Target="/ppt/media/image42.png" Id="R33ab88846048471a" /><Relationship Type="http://schemas.openxmlformats.org/officeDocument/2006/relationships/image" Target="/ppt/media/image43.png" Id="Rbb49732374ab47a2" /><Relationship Type="http://schemas.openxmlformats.org/officeDocument/2006/relationships/image" Target="/ppt/media/image44.png" Id="R6299fde42a754d8e" /><Relationship Type="http://schemas.openxmlformats.org/officeDocument/2006/relationships/image" Target="/ppt/media/image45.png" Id="Ra6a9ab9e414b4d11" /><Relationship Type="http://schemas.openxmlformats.org/officeDocument/2006/relationships/image" Target="/ppt/media/image46.png" Id="Rdb2e2bc23c4448df" /><Relationship Type="http://schemas.openxmlformats.org/officeDocument/2006/relationships/notesSlide" Target="/ppt/notesSlides/notesSlide1.xml" Id="R4ef97bf10fb342c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9" name="Top route outer boundary">
            <a:extLst xmlns:a="http://schemas.openxmlformats.org/drawingml/2006/main">
              <a:ext uri="{FF2B5EF4-FFF2-40B4-BE49-F238E27FC236}">
                <a16:creationId xmlns:a16="http://schemas.microsoft.com/office/drawing/2014/main" id="{B379205B-4134-48BC-9CC6-4FA75A5B25B4}"/>
              </a:ext>
            </a:extLst>
          </p:cNvPr>
          <p:cNvSpPr>
            <a:spLocks xmlns:a="http://schemas.openxmlformats.org/drawingml/2006/main" noGrp="1"/>
          </p:cNvSpPr>
          <p:nvPr/>
        </p:nvSpPr>
        <p:spPr>
          <a:xfrm xmlns:a="http://schemas.openxmlformats.org/drawingml/2006/main">
            <a:off x="4838700" y="133350"/>
            <a:ext cx="14506575" cy="2733675"/>
          </a:xfrm>
          <a:custGeom xmlns:a="http://schemas.openxmlformats.org/drawingml/2006/main">
            <a:pathLst>
              <a:path w="14506575" h="2733675">
                <a:moveTo>
                  <a:pt x="85725" y="0"/>
                </a:moveTo>
                <a:lnTo>
                  <a:pt x="14420850" y="0"/>
                </a:lnTo>
                <a:cubicBezTo>
                  <a:pt x="14468195" y="0"/>
                  <a:pt x="14506575" y="38380"/>
                  <a:pt x="14506575" y="85725"/>
                </a:cubicBezTo>
                <a:lnTo>
                  <a:pt x="14506575" y="2647950"/>
                </a:lnTo>
                <a:cubicBezTo>
                  <a:pt x="14506575" y="2695295"/>
                  <a:pt x="14468195" y="2733675"/>
                  <a:pt x="14420850" y="2733675"/>
                </a:cubicBezTo>
                <a:lnTo>
                  <a:pt x="85725" y="2733675"/>
                </a:lnTo>
                <a:cubicBezTo>
                  <a:pt x="38380" y="2733675"/>
                  <a:pt x="0" y="2695295"/>
                  <a:pt x="0" y="2647950"/>
                </a:cubicBezTo>
                <a:lnTo>
                  <a:pt x="0" y="85725"/>
                </a:lnTo>
                <a:cubicBezTo>
                  <a:pt x="0" y="38380"/>
                  <a:pt x="38380" y="0"/>
                  <a:pt x="85725" y="0"/>
                </a:cubicBezTo>
                <a:close/>
              </a:path>
            </a:pathLst>
          </a:custGeom>
          <a:noFill xmlns:a="http://schemas.openxmlformats.org/drawingml/2006/main"/>
          <a:ln xmlns:a="http://schemas.openxmlformats.org/drawingml/2006/main" w="28575">
            <a:solidFill>
              <a:srgbClr val="090909"/>
            </a:solidFill>
            <a:prstDash val="dash"/>
          </a:ln>
        </p:spPr>
      </p:sp>
      <p:sp>
        <p:nvSpPr>
          <p:cNvPr id="2" name="Bottom route outer boundary">
            <a:extLst xmlns:a="http://schemas.openxmlformats.org/drawingml/2006/main">
              <a:ext uri="{FF2B5EF4-FFF2-40B4-BE49-F238E27FC236}">
                <a16:creationId xmlns:a16="http://schemas.microsoft.com/office/drawing/2014/main" id="{4E3B2ED8-4B7A-44EF-B04D-810BA5B1B43F}"/>
              </a:ext>
            </a:extLst>
          </p:cNvPr>
          <p:cNvSpPr>
            <a:spLocks xmlns:a="http://schemas.openxmlformats.org/drawingml/2006/main" noGrp="1"/>
          </p:cNvSpPr>
          <p:nvPr/>
        </p:nvSpPr>
        <p:spPr>
          <a:xfrm xmlns:a="http://schemas.openxmlformats.org/drawingml/2006/main">
            <a:off x="4838700" y="4333875"/>
            <a:ext cx="14506575" cy="2724150"/>
          </a:xfrm>
          <a:custGeom xmlns:a="http://schemas.openxmlformats.org/drawingml/2006/main">
            <a:pathLst>
              <a:path w="14506575" h="2724150">
                <a:moveTo>
                  <a:pt x="85725" y="0"/>
                </a:moveTo>
                <a:lnTo>
                  <a:pt x="14420850" y="0"/>
                </a:lnTo>
                <a:cubicBezTo>
                  <a:pt x="14468195" y="0"/>
                  <a:pt x="14506575" y="38380"/>
                  <a:pt x="14506575" y="85725"/>
                </a:cubicBezTo>
                <a:lnTo>
                  <a:pt x="14506575" y="2638425"/>
                </a:lnTo>
                <a:cubicBezTo>
                  <a:pt x="14506575" y="2685770"/>
                  <a:pt x="14468195" y="2724150"/>
                  <a:pt x="14420850" y="2724150"/>
                </a:cubicBezTo>
                <a:lnTo>
                  <a:pt x="85725" y="2724150"/>
                </a:lnTo>
                <a:cubicBezTo>
                  <a:pt x="38380" y="2724150"/>
                  <a:pt x="0" y="2685770"/>
                  <a:pt x="0" y="2638425"/>
                </a:cubicBezTo>
                <a:lnTo>
                  <a:pt x="0" y="85725"/>
                </a:lnTo>
                <a:cubicBezTo>
                  <a:pt x="0" y="38380"/>
                  <a:pt x="38380" y="0"/>
                  <a:pt x="85725" y="0"/>
                </a:cubicBezTo>
                <a:close/>
              </a:path>
            </a:pathLst>
          </a:custGeom>
          <a:noFill xmlns:a="http://schemas.openxmlformats.org/drawingml/2006/main"/>
          <a:ln xmlns:a="http://schemas.openxmlformats.org/drawingml/2006/main" w="28575">
            <a:solidFill>
              <a:srgbClr val="090909"/>
            </a:solidFill>
            <a:prstDash val="dash"/>
          </a:ln>
        </p:spPr>
      </p:sp>
      <p:sp>
        <p:nvSpPr>
          <p:cNvPr id="3" name="Input container">
            <a:extLst xmlns:a="http://schemas.openxmlformats.org/drawingml/2006/main">
              <a:ext uri="{FF2B5EF4-FFF2-40B4-BE49-F238E27FC236}">
                <a16:creationId xmlns:a16="http://schemas.microsoft.com/office/drawing/2014/main" id="{3066884F-38A4-41A9-855F-A0FD7C447CB9}"/>
              </a:ext>
            </a:extLst>
          </p:cNvPr>
          <p:cNvSpPr>
            <a:spLocks xmlns:a="http://schemas.openxmlformats.org/drawingml/2006/main" noGrp="1"/>
          </p:cNvSpPr>
          <p:nvPr/>
        </p:nvSpPr>
        <p:spPr>
          <a:xfrm xmlns:a="http://schemas.openxmlformats.org/drawingml/2006/main">
            <a:off x="142875" y="200025"/>
            <a:ext cx="3057525" cy="2590800"/>
          </a:xfrm>
          <a:custGeom xmlns:a="http://schemas.openxmlformats.org/drawingml/2006/main">
            <a:pathLst>
              <a:path w="3057525" h="2590800">
                <a:moveTo>
                  <a:pt x="95250" y="0"/>
                </a:moveTo>
                <a:lnTo>
                  <a:pt x="2962275" y="0"/>
                </a:lnTo>
                <a:cubicBezTo>
                  <a:pt x="3014880" y="0"/>
                  <a:pt x="3057525" y="42645"/>
                  <a:pt x="3057525" y="95250"/>
                </a:cubicBezTo>
                <a:lnTo>
                  <a:pt x="3057525" y="2495550"/>
                </a:lnTo>
                <a:cubicBezTo>
                  <a:pt x="3057525" y="2548155"/>
                  <a:pt x="3014880" y="2590800"/>
                  <a:pt x="29622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1F3F5"/>
          </a:solidFill>
          <a:ln xmlns:a="http://schemas.openxmlformats.org/drawingml/2006/main" w="25718">
            <a:solidFill>
              <a:srgbClr val="C2C9CF"/>
            </a:solidFill>
            <a:prstDash val="solid"/>
          </a:ln>
        </p:spPr>
      </p:sp>
      <p:sp>
        <p:nvSpPr>
          <p:cNvPr id="4" name="Input header">
            <a:extLst xmlns:a="http://schemas.openxmlformats.org/drawingml/2006/main">
              <a:ext uri="{FF2B5EF4-FFF2-40B4-BE49-F238E27FC236}">
                <a16:creationId xmlns:a16="http://schemas.microsoft.com/office/drawing/2014/main" id="{7AFAD676-702B-416E-8938-90D6BBB9591F}"/>
              </a:ext>
            </a:extLst>
          </p:cNvPr>
          <p:cNvSpPr>
            <a:spLocks xmlns:a="http://schemas.openxmlformats.org/drawingml/2006/main" noGrp="1"/>
          </p:cNvSpPr>
          <p:nvPr/>
        </p:nvSpPr>
        <p:spPr>
          <a:xfrm xmlns:a="http://schemas.openxmlformats.org/drawingml/2006/main">
            <a:off x="142875" y="200025"/>
            <a:ext cx="3057525" cy="400050"/>
          </a:xfrm>
          <a:custGeom xmlns:a="http://schemas.openxmlformats.org/drawingml/2006/main">
            <a:pathLst>
              <a:path w="3057525" h="400050">
                <a:moveTo>
                  <a:pt x="66675" y="0"/>
                </a:moveTo>
                <a:lnTo>
                  <a:pt x="2990850" y="0"/>
                </a:lnTo>
                <a:cubicBezTo>
                  <a:pt x="3027674" y="0"/>
                  <a:pt x="3057525" y="29851"/>
                  <a:pt x="3057525" y="66675"/>
                </a:cubicBezTo>
                <a:lnTo>
                  <a:pt x="3057525" y="333375"/>
                </a:lnTo>
                <a:cubicBezTo>
                  <a:pt x="3057525" y="370199"/>
                  <a:pt x="3027674" y="400050"/>
                  <a:pt x="2990850" y="400050"/>
                </a:cubicBezTo>
                <a:lnTo>
                  <a:pt x="66675" y="400050"/>
                </a:lnTo>
                <a:cubicBezTo>
                  <a:pt x="29851" y="400050"/>
                  <a:pt x="0" y="370199"/>
                  <a:pt x="0" y="333375"/>
                </a:cubicBezTo>
                <a:lnTo>
                  <a:pt x="0" y="66675"/>
                </a:lnTo>
                <a:cubicBezTo>
                  <a:pt x="0" y="29851"/>
                  <a:pt x="29851" y="0"/>
                  <a:pt x="66675" y="0"/>
                </a:cubicBezTo>
                <a:close/>
              </a:path>
            </a:pathLst>
          </a:custGeom>
          <a:solidFill xmlns:a="http://schemas.openxmlformats.org/drawingml/2006/main">
            <a:srgbClr val="C2C9CF"/>
          </a:solidFill>
          <a:ln xmlns:a="http://schemas.openxmlformats.org/drawingml/2006/main" w="9525">
            <a:noFill/>
            <a:prstDash val="solid"/>
          </a:ln>
        </p:spPr>
      </p:sp>
      <p:sp>
        <p:nvSpPr>
          <p:cNvPr id="5" name="Intent analysis top container">
            <a:extLst xmlns:a="http://schemas.openxmlformats.org/drawingml/2006/main">
              <a:ext uri="{FF2B5EF4-FFF2-40B4-BE49-F238E27FC236}">
                <a16:creationId xmlns:a16="http://schemas.microsoft.com/office/drawing/2014/main" id="{75C6EBCF-FC51-451B-B978-FF792B03CBD0}"/>
              </a:ext>
            </a:extLst>
          </p:cNvPr>
          <p:cNvSpPr>
            <a:spLocks xmlns:a="http://schemas.openxmlformats.org/drawingml/2006/main" noGrp="1"/>
          </p:cNvSpPr>
          <p:nvPr/>
        </p:nvSpPr>
        <p:spPr>
          <a:xfrm xmlns:a="http://schemas.openxmlformats.org/drawingml/2006/main">
            <a:off x="4991100" y="200025"/>
            <a:ext cx="3933825" cy="2590800"/>
          </a:xfrm>
          <a:custGeom xmlns:a="http://schemas.openxmlformats.org/drawingml/2006/main">
            <a:pathLst>
              <a:path w="3933825" h="2590800">
                <a:moveTo>
                  <a:pt x="95250" y="0"/>
                </a:moveTo>
                <a:lnTo>
                  <a:pt x="3838575" y="0"/>
                </a:lnTo>
                <a:cubicBezTo>
                  <a:pt x="3891180" y="0"/>
                  <a:pt x="3933825" y="42645"/>
                  <a:pt x="3933825" y="95250"/>
                </a:cubicBezTo>
                <a:lnTo>
                  <a:pt x="3933825" y="2495550"/>
                </a:lnTo>
                <a:cubicBezTo>
                  <a:pt x="3933825" y="2548155"/>
                  <a:pt x="3891180" y="2590800"/>
                  <a:pt x="38385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6"/>
          </a:solidFill>
          <a:ln xmlns:a="http://schemas.openxmlformats.org/drawingml/2006/main" w="25718">
            <a:solidFill>
              <a:srgbClr val="FFA49A"/>
            </a:solidFill>
            <a:prstDash val="solid"/>
          </a:ln>
        </p:spPr>
      </p:sp>
      <p:sp>
        <p:nvSpPr>
          <p:cNvPr id="6" name="Intent analysis top header">
            <a:extLst xmlns:a="http://schemas.openxmlformats.org/drawingml/2006/main">
              <a:ext uri="{FF2B5EF4-FFF2-40B4-BE49-F238E27FC236}">
                <a16:creationId xmlns:a16="http://schemas.microsoft.com/office/drawing/2014/main" id="{74EAA62E-ABC5-412A-B2B9-57E306FB9DA3}"/>
              </a:ext>
            </a:extLst>
          </p:cNvPr>
          <p:cNvSpPr>
            <a:spLocks xmlns:a="http://schemas.openxmlformats.org/drawingml/2006/main" noGrp="1"/>
          </p:cNvSpPr>
          <p:nvPr/>
        </p:nvSpPr>
        <p:spPr>
          <a:xfrm xmlns:a="http://schemas.openxmlformats.org/drawingml/2006/main">
            <a:off x="4991100" y="200025"/>
            <a:ext cx="3933825" cy="466725"/>
          </a:xfrm>
          <a:custGeom xmlns:a="http://schemas.openxmlformats.org/drawingml/2006/main">
            <a:pathLst>
              <a:path w="3933825" h="466725">
                <a:moveTo>
                  <a:pt x="190500" y="0"/>
                </a:moveTo>
                <a:lnTo>
                  <a:pt x="3743325" y="0"/>
                </a:lnTo>
                <a:cubicBezTo>
                  <a:pt x="3848535" y="0"/>
                  <a:pt x="3933825" y="85290"/>
                  <a:pt x="3933825" y="190500"/>
                </a:cubicBezTo>
                <a:lnTo>
                  <a:pt x="3933825" y="276225"/>
                </a:lnTo>
                <a:cubicBezTo>
                  <a:pt x="3933825" y="381435"/>
                  <a:pt x="3848535" y="466725"/>
                  <a:pt x="37433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FA49A"/>
          </a:solidFill>
          <a:ln xmlns:a="http://schemas.openxmlformats.org/drawingml/2006/main" w="9525">
            <a:noFill/>
            <a:prstDash val="solid"/>
          </a:ln>
        </p:spPr>
      </p:sp>
      <p:sp>
        <p:nvSpPr>
          <p:cNvPr id="7" name="Keywords container">
            <a:extLst xmlns:a="http://schemas.openxmlformats.org/drawingml/2006/main">
              <a:ext uri="{FF2B5EF4-FFF2-40B4-BE49-F238E27FC236}">
                <a16:creationId xmlns:a16="http://schemas.microsoft.com/office/drawing/2014/main" id="{B6BEA62D-C6ED-43F1-87DA-CB94A4357B4A}"/>
              </a:ext>
            </a:extLst>
          </p:cNvPr>
          <p:cNvSpPr>
            <a:spLocks xmlns:a="http://schemas.openxmlformats.org/drawingml/2006/main" noGrp="1"/>
          </p:cNvSpPr>
          <p:nvPr/>
        </p:nvSpPr>
        <p:spPr>
          <a:xfrm xmlns:a="http://schemas.openxmlformats.org/drawingml/2006/main">
            <a:off x="9191625" y="200025"/>
            <a:ext cx="2019300" cy="2590800"/>
          </a:xfrm>
          <a:custGeom xmlns:a="http://schemas.openxmlformats.org/drawingml/2006/main">
            <a:pathLst>
              <a:path w="2019300" h="2590800">
                <a:moveTo>
                  <a:pt x="95250" y="0"/>
                </a:moveTo>
                <a:lnTo>
                  <a:pt x="1924050" y="0"/>
                </a:lnTo>
                <a:cubicBezTo>
                  <a:pt x="1976655" y="0"/>
                  <a:pt x="2019300" y="42645"/>
                  <a:pt x="2019300" y="95250"/>
                </a:cubicBezTo>
                <a:lnTo>
                  <a:pt x="2019300" y="2495550"/>
                </a:lnTo>
                <a:cubicBezTo>
                  <a:pt x="2019300" y="2548155"/>
                  <a:pt x="1976655" y="2590800"/>
                  <a:pt x="192405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3"/>
          </a:solidFill>
          <a:ln xmlns:a="http://schemas.openxmlformats.org/drawingml/2006/main" w="25718">
            <a:solidFill>
              <a:srgbClr val="F8BD8B"/>
            </a:solidFill>
            <a:prstDash val="solid"/>
          </a:ln>
        </p:spPr>
      </p:sp>
      <p:sp>
        <p:nvSpPr>
          <p:cNvPr id="8" name="Keywords header">
            <a:extLst xmlns:a="http://schemas.openxmlformats.org/drawingml/2006/main">
              <a:ext uri="{FF2B5EF4-FFF2-40B4-BE49-F238E27FC236}">
                <a16:creationId xmlns:a16="http://schemas.microsoft.com/office/drawing/2014/main" id="{0B1BFD76-30FA-486C-B149-D84B0B259714}"/>
              </a:ext>
            </a:extLst>
          </p:cNvPr>
          <p:cNvSpPr>
            <a:spLocks xmlns:a="http://schemas.openxmlformats.org/drawingml/2006/main" noGrp="1"/>
          </p:cNvSpPr>
          <p:nvPr/>
        </p:nvSpPr>
        <p:spPr>
          <a:xfrm xmlns:a="http://schemas.openxmlformats.org/drawingml/2006/main">
            <a:off x="9191625" y="200025"/>
            <a:ext cx="2019300" cy="466725"/>
          </a:xfrm>
          <a:custGeom xmlns:a="http://schemas.openxmlformats.org/drawingml/2006/main">
            <a:pathLst>
              <a:path w="2019300" h="466725">
                <a:moveTo>
                  <a:pt x="190500" y="0"/>
                </a:moveTo>
                <a:lnTo>
                  <a:pt x="1828800" y="0"/>
                </a:lnTo>
                <a:cubicBezTo>
                  <a:pt x="1934010" y="0"/>
                  <a:pt x="2019300" y="85290"/>
                  <a:pt x="2019300" y="190500"/>
                </a:cubicBezTo>
                <a:lnTo>
                  <a:pt x="2019300" y="276225"/>
                </a:lnTo>
                <a:cubicBezTo>
                  <a:pt x="2019300" y="381435"/>
                  <a:pt x="1934010" y="466725"/>
                  <a:pt x="18288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8BD8B"/>
          </a:solidFill>
          <a:ln xmlns:a="http://schemas.openxmlformats.org/drawingml/2006/main" w="9525">
            <a:noFill/>
            <a:prstDash val="solid"/>
          </a:ln>
        </p:spPr>
      </p:sp>
      <p:sp>
        <p:nvSpPr>
          <p:cNvPr id="9" name="Search container">
            <a:extLst xmlns:a="http://schemas.openxmlformats.org/drawingml/2006/main">
              <a:ext uri="{FF2B5EF4-FFF2-40B4-BE49-F238E27FC236}">
                <a16:creationId xmlns:a16="http://schemas.microsoft.com/office/drawing/2014/main" id="{1F25CBE7-53B9-4AE2-BEBD-2DD02BA2FECD}"/>
              </a:ext>
            </a:extLst>
          </p:cNvPr>
          <p:cNvSpPr>
            <a:spLocks xmlns:a="http://schemas.openxmlformats.org/drawingml/2006/main" noGrp="1"/>
          </p:cNvSpPr>
          <p:nvPr/>
        </p:nvSpPr>
        <p:spPr>
          <a:xfrm xmlns:a="http://schemas.openxmlformats.org/drawingml/2006/main">
            <a:off x="11458575" y="200025"/>
            <a:ext cx="1504950" cy="2590800"/>
          </a:xfrm>
          <a:custGeom xmlns:a="http://schemas.openxmlformats.org/drawingml/2006/main">
            <a:pathLst>
              <a:path w="1504950" h="2590800">
                <a:moveTo>
                  <a:pt x="95250" y="0"/>
                </a:moveTo>
                <a:lnTo>
                  <a:pt x="1409700" y="0"/>
                </a:lnTo>
                <a:cubicBezTo>
                  <a:pt x="1462305" y="0"/>
                  <a:pt x="1504950" y="42645"/>
                  <a:pt x="1504950" y="95250"/>
                </a:cubicBezTo>
                <a:lnTo>
                  <a:pt x="1504950" y="2495550"/>
                </a:lnTo>
                <a:cubicBezTo>
                  <a:pt x="1504950" y="2548155"/>
                  <a:pt x="1462305" y="2590800"/>
                  <a:pt x="140970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3"/>
          </a:solidFill>
          <a:ln xmlns:a="http://schemas.openxmlformats.org/drawingml/2006/main" w="25718">
            <a:solidFill>
              <a:srgbClr val="F8BD8B"/>
            </a:solidFill>
            <a:prstDash val="solid"/>
          </a:ln>
        </p:spPr>
      </p:sp>
      <p:sp>
        <p:nvSpPr>
          <p:cNvPr id="10" name="Search header">
            <a:extLst xmlns:a="http://schemas.openxmlformats.org/drawingml/2006/main">
              <a:ext uri="{FF2B5EF4-FFF2-40B4-BE49-F238E27FC236}">
                <a16:creationId xmlns:a16="http://schemas.microsoft.com/office/drawing/2014/main" id="{B2DA032A-D3A4-4FE1-B421-18C185195B75}"/>
              </a:ext>
            </a:extLst>
          </p:cNvPr>
          <p:cNvSpPr>
            <a:spLocks xmlns:a="http://schemas.openxmlformats.org/drawingml/2006/main" noGrp="1"/>
          </p:cNvSpPr>
          <p:nvPr/>
        </p:nvSpPr>
        <p:spPr>
          <a:xfrm xmlns:a="http://schemas.openxmlformats.org/drawingml/2006/main">
            <a:off x="11458575" y="200025"/>
            <a:ext cx="1504950" cy="466725"/>
          </a:xfrm>
          <a:custGeom xmlns:a="http://schemas.openxmlformats.org/drawingml/2006/main">
            <a:pathLst>
              <a:path w="1504950" h="466725">
                <a:moveTo>
                  <a:pt x="190500" y="0"/>
                </a:moveTo>
                <a:lnTo>
                  <a:pt x="1314450" y="0"/>
                </a:lnTo>
                <a:cubicBezTo>
                  <a:pt x="1419660" y="0"/>
                  <a:pt x="1504950" y="85290"/>
                  <a:pt x="1504950" y="190500"/>
                </a:cubicBezTo>
                <a:lnTo>
                  <a:pt x="1504950" y="276225"/>
                </a:lnTo>
                <a:cubicBezTo>
                  <a:pt x="1504950" y="381435"/>
                  <a:pt x="1419660" y="466725"/>
                  <a:pt x="131445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8BD8B"/>
          </a:solidFill>
          <a:ln xmlns:a="http://schemas.openxmlformats.org/drawingml/2006/main" w="9525">
            <a:noFill/>
            <a:prstDash val="solid"/>
          </a:ln>
        </p:spPr>
      </p:sp>
      <p:sp>
        <p:nvSpPr>
          <p:cNvPr id="11" name="Review top container">
            <a:extLst xmlns:a="http://schemas.openxmlformats.org/drawingml/2006/main">
              <a:ext uri="{FF2B5EF4-FFF2-40B4-BE49-F238E27FC236}">
                <a16:creationId xmlns:a16="http://schemas.microsoft.com/office/drawing/2014/main" id="{20BDCCEB-70AD-4B33-AB63-E80C44C52FD4}"/>
              </a:ext>
            </a:extLst>
          </p:cNvPr>
          <p:cNvSpPr>
            <a:spLocks xmlns:a="http://schemas.openxmlformats.org/drawingml/2006/main" noGrp="1"/>
          </p:cNvSpPr>
          <p:nvPr/>
        </p:nvSpPr>
        <p:spPr>
          <a:xfrm xmlns:a="http://schemas.openxmlformats.org/drawingml/2006/main">
            <a:off x="13182600" y="200025"/>
            <a:ext cx="3390900" cy="2590800"/>
          </a:xfrm>
          <a:custGeom xmlns:a="http://schemas.openxmlformats.org/drawingml/2006/main">
            <a:pathLst>
              <a:path w="3390900" h="2590800">
                <a:moveTo>
                  <a:pt x="95250" y="0"/>
                </a:moveTo>
                <a:lnTo>
                  <a:pt x="3295650" y="0"/>
                </a:lnTo>
                <a:cubicBezTo>
                  <a:pt x="3348255" y="0"/>
                  <a:pt x="3390900" y="42645"/>
                  <a:pt x="3390900" y="95250"/>
                </a:cubicBezTo>
                <a:lnTo>
                  <a:pt x="3390900" y="2495550"/>
                </a:lnTo>
                <a:cubicBezTo>
                  <a:pt x="3390900" y="2548155"/>
                  <a:pt x="3348255" y="2590800"/>
                  <a:pt x="329565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BF9FF"/>
          </a:solidFill>
          <a:ln xmlns:a="http://schemas.openxmlformats.org/drawingml/2006/main" w="25718">
            <a:solidFill>
              <a:srgbClr val="CFB7EC"/>
            </a:solidFill>
            <a:prstDash val="solid"/>
          </a:ln>
        </p:spPr>
      </p:sp>
      <p:sp>
        <p:nvSpPr>
          <p:cNvPr id="12" name="Review top header">
            <a:extLst xmlns:a="http://schemas.openxmlformats.org/drawingml/2006/main">
              <a:ext uri="{FF2B5EF4-FFF2-40B4-BE49-F238E27FC236}">
                <a16:creationId xmlns:a16="http://schemas.microsoft.com/office/drawing/2014/main" id="{7B88C52F-A301-452B-85C4-6E52B8AD1DEA}"/>
              </a:ext>
            </a:extLst>
          </p:cNvPr>
          <p:cNvSpPr>
            <a:spLocks xmlns:a="http://schemas.openxmlformats.org/drawingml/2006/main" noGrp="1"/>
          </p:cNvSpPr>
          <p:nvPr/>
        </p:nvSpPr>
        <p:spPr>
          <a:xfrm xmlns:a="http://schemas.openxmlformats.org/drawingml/2006/main">
            <a:off x="13182600" y="200025"/>
            <a:ext cx="3390900" cy="466725"/>
          </a:xfrm>
          <a:custGeom xmlns:a="http://schemas.openxmlformats.org/drawingml/2006/main">
            <a:pathLst>
              <a:path w="3390900" h="466725">
                <a:moveTo>
                  <a:pt x="190500" y="0"/>
                </a:moveTo>
                <a:lnTo>
                  <a:pt x="3200400" y="0"/>
                </a:lnTo>
                <a:cubicBezTo>
                  <a:pt x="3305610" y="0"/>
                  <a:pt x="3390900" y="85290"/>
                  <a:pt x="3390900" y="190500"/>
                </a:cubicBezTo>
                <a:lnTo>
                  <a:pt x="3390900" y="276225"/>
                </a:lnTo>
                <a:cubicBezTo>
                  <a:pt x="3390900" y="381435"/>
                  <a:pt x="3305610" y="466725"/>
                  <a:pt x="32004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CFB7EC"/>
          </a:solidFill>
          <a:ln xmlns:a="http://schemas.openxmlformats.org/drawingml/2006/main" w="9525">
            <a:noFill/>
            <a:prstDash val="solid"/>
          </a:ln>
        </p:spPr>
      </p:sp>
      <p:sp>
        <p:nvSpPr>
          <p:cNvPr id="13" name="Image generation top container">
            <a:extLst xmlns:a="http://schemas.openxmlformats.org/drawingml/2006/main">
              <a:ext uri="{FF2B5EF4-FFF2-40B4-BE49-F238E27FC236}">
                <a16:creationId xmlns:a16="http://schemas.microsoft.com/office/drawing/2014/main" id="{67E35F97-1A8E-4ED4-B532-9AA382EF2F97}"/>
              </a:ext>
            </a:extLst>
          </p:cNvPr>
          <p:cNvSpPr>
            <a:spLocks xmlns:a="http://schemas.openxmlformats.org/drawingml/2006/main" noGrp="1"/>
          </p:cNvSpPr>
          <p:nvPr/>
        </p:nvSpPr>
        <p:spPr>
          <a:xfrm xmlns:a="http://schemas.openxmlformats.org/drawingml/2006/main">
            <a:off x="16754475" y="200025"/>
            <a:ext cx="2447925" cy="2590800"/>
          </a:xfrm>
          <a:custGeom xmlns:a="http://schemas.openxmlformats.org/drawingml/2006/main">
            <a:pathLst>
              <a:path w="2447925" h="2590800">
                <a:moveTo>
                  <a:pt x="95250" y="0"/>
                </a:moveTo>
                <a:lnTo>
                  <a:pt x="2352675" y="0"/>
                </a:lnTo>
                <a:cubicBezTo>
                  <a:pt x="2405280" y="0"/>
                  <a:pt x="2447925" y="42645"/>
                  <a:pt x="2447925" y="95250"/>
                </a:cubicBezTo>
                <a:lnTo>
                  <a:pt x="2447925" y="2495550"/>
                </a:lnTo>
                <a:cubicBezTo>
                  <a:pt x="2447925" y="2548155"/>
                  <a:pt x="2405280" y="2590800"/>
                  <a:pt x="23526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7FAFF"/>
          </a:solidFill>
          <a:ln xmlns:a="http://schemas.openxmlformats.org/drawingml/2006/main" w="25718">
            <a:solidFill>
              <a:srgbClr val="9CC1F1"/>
            </a:solidFill>
            <a:prstDash val="solid"/>
          </a:ln>
        </p:spPr>
      </p:sp>
      <p:sp>
        <p:nvSpPr>
          <p:cNvPr id="14" name="Image generation top header">
            <a:extLst xmlns:a="http://schemas.openxmlformats.org/drawingml/2006/main">
              <a:ext uri="{FF2B5EF4-FFF2-40B4-BE49-F238E27FC236}">
                <a16:creationId xmlns:a16="http://schemas.microsoft.com/office/drawing/2014/main" id="{D772FE81-54FC-43E7-B5F7-113B190E7530}"/>
              </a:ext>
            </a:extLst>
          </p:cNvPr>
          <p:cNvSpPr>
            <a:spLocks xmlns:a="http://schemas.openxmlformats.org/drawingml/2006/main" noGrp="1"/>
          </p:cNvSpPr>
          <p:nvPr/>
        </p:nvSpPr>
        <p:spPr>
          <a:xfrm xmlns:a="http://schemas.openxmlformats.org/drawingml/2006/main">
            <a:off x="16754475" y="200025"/>
            <a:ext cx="2447925" cy="466725"/>
          </a:xfrm>
          <a:custGeom xmlns:a="http://schemas.openxmlformats.org/drawingml/2006/main">
            <a:pathLst>
              <a:path w="2447925" h="466725">
                <a:moveTo>
                  <a:pt x="190500" y="0"/>
                </a:moveTo>
                <a:lnTo>
                  <a:pt x="2257425" y="0"/>
                </a:lnTo>
                <a:cubicBezTo>
                  <a:pt x="2362635" y="0"/>
                  <a:pt x="2447925" y="85290"/>
                  <a:pt x="2447925" y="190500"/>
                </a:cubicBezTo>
                <a:lnTo>
                  <a:pt x="2447925" y="276225"/>
                </a:lnTo>
                <a:cubicBezTo>
                  <a:pt x="2447925" y="381435"/>
                  <a:pt x="2362635" y="466725"/>
                  <a:pt x="22574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9CC1F1"/>
          </a:solidFill>
          <a:ln xmlns:a="http://schemas.openxmlformats.org/drawingml/2006/main" w="9525">
            <a:noFill/>
            <a:prstDash val="solid"/>
          </a:ln>
        </p:spPr>
      </p:sp>
      <p:sp>
        <p:nvSpPr>
          <p:cNvPr id="15" name="Input bottom container">
            <a:extLst xmlns:a="http://schemas.openxmlformats.org/drawingml/2006/main">
              <a:ext uri="{FF2B5EF4-FFF2-40B4-BE49-F238E27FC236}">
                <a16:creationId xmlns:a16="http://schemas.microsoft.com/office/drawing/2014/main" id="{7E385B8D-65AB-4811-81D7-600EB042CBA8}"/>
              </a:ext>
            </a:extLst>
          </p:cNvPr>
          <p:cNvSpPr>
            <a:spLocks xmlns:a="http://schemas.openxmlformats.org/drawingml/2006/main" noGrp="1"/>
          </p:cNvSpPr>
          <p:nvPr/>
        </p:nvSpPr>
        <p:spPr>
          <a:xfrm xmlns:a="http://schemas.openxmlformats.org/drawingml/2006/main">
            <a:off x="142875" y="4400550"/>
            <a:ext cx="3057525" cy="2533650"/>
          </a:xfrm>
          <a:custGeom xmlns:a="http://schemas.openxmlformats.org/drawingml/2006/main">
            <a:pathLst>
              <a:path w="3057525" h="2533650">
                <a:moveTo>
                  <a:pt x="95250" y="0"/>
                </a:moveTo>
                <a:lnTo>
                  <a:pt x="2962275" y="0"/>
                </a:lnTo>
                <a:cubicBezTo>
                  <a:pt x="3014880" y="0"/>
                  <a:pt x="3057525" y="42645"/>
                  <a:pt x="3057525" y="95250"/>
                </a:cubicBezTo>
                <a:lnTo>
                  <a:pt x="3057525" y="2438400"/>
                </a:lnTo>
                <a:cubicBezTo>
                  <a:pt x="3057525" y="2491005"/>
                  <a:pt x="3014880" y="2533650"/>
                  <a:pt x="2962275" y="2533650"/>
                </a:cubicBezTo>
                <a:lnTo>
                  <a:pt x="95250" y="2533650"/>
                </a:lnTo>
                <a:cubicBezTo>
                  <a:pt x="42645" y="2533650"/>
                  <a:pt x="0" y="2491005"/>
                  <a:pt x="0" y="2438400"/>
                </a:cubicBezTo>
                <a:lnTo>
                  <a:pt x="0" y="95250"/>
                </a:lnTo>
                <a:cubicBezTo>
                  <a:pt x="0" y="42645"/>
                  <a:pt x="42645" y="0"/>
                  <a:pt x="95250" y="0"/>
                </a:cubicBezTo>
                <a:close/>
              </a:path>
            </a:pathLst>
          </a:custGeom>
          <a:solidFill xmlns:a="http://schemas.openxmlformats.org/drawingml/2006/main">
            <a:srgbClr val="F1F3F5"/>
          </a:solidFill>
          <a:ln xmlns:a="http://schemas.openxmlformats.org/drawingml/2006/main" w="25718">
            <a:solidFill>
              <a:srgbClr val="C2C9CF"/>
            </a:solidFill>
            <a:prstDash val="solid"/>
          </a:ln>
        </p:spPr>
      </p:sp>
      <p:sp>
        <p:nvSpPr>
          <p:cNvPr id="16" name="Input bottom header">
            <a:extLst xmlns:a="http://schemas.openxmlformats.org/drawingml/2006/main">
              <a:ext uri="{FF2B5EF4-FFF2-40B4-BE49-F238E27FC236}">
                <a16:creationId xmlns:a16="http://schemas.microsoft.com/office/drawing/2014/main" id="{0E350EA6-A8B2-4E99-84FE-47B48C9C36F9}"/>
              </a:ext>
            </a:extLst>
          </p:cNvPr>
          <p:cNvSpPr>
            <a:spLocks xmlns:a="http://schemas.openxmlformats.org/drawingml/2006/main" noGrp="1"/>
          </p:cNvSpPr>
          <p:nvPr/>
        </p:nvSpPr>
        <p:spPr>
          <a:xfrm xmlns:a="http://schemas.openxmlformats.org/drawingml/2006/main">
            <a:off x="142875" y="4400550"/>
            <a:ext cx="3057525" cy="390525"/>
          </a:xfrm>
          <a:custGeom xmlns:a="http://schemas.openxmlformats.org/drawingml/2006/main">
            <a:pathLst>
              <a:path w="3057525" h="390525">
                <a:moveTo>
                  <a:pt x="66675" y="0"/>
                </a:moveTo>
                <a:lnTo>
                  <a:pt x="2990850" y="0"/>
                </a:lnTo>
                <a:cubicBezTo>
                  <a:pt x="3027674" y="0"/>
                  <a:pt x="3057525" y="29851"/>
                  <a:pt x="3057525" y="66675"/>
                </a:cubicBezTo>
                <a:lnTo>
                  <a:pt x="3057525" y="323850"/>
                </a:lnTo>
                <a:cubicBezTo>
                  <a:pt x="3057525" y="360674"/>
                  <a:pt x="3027674" y="390525"/>
                  <a:pt x="2990850" y="390525"/>
                </a:cubicBezTo>
                <a:lnTo>
                  <a:pt x="66675" y="390525"/>
                </a:lnTo>
                <a:cubicBezTo>
                  <a:pt x="29851" y="390525"/>
                  <a:pt x="0" y="360674"/>
                  <a:pt x="0" y="323850"/>
                </a:cubicBezTo>
                <a:lnTo>
                  <a:pt x="0" y="66675"/>
                </a:lnTo>
                <a:cubicBezTo>
                  <a:pt x="0" y="29851"/>
                  <a:pt x="29851" y="0"/>
                  <a:pt x="66675" y="0"/>
                </a:cubicBezTo>
                <a:close/>
              </a:path>
            </a:pathLst>
          </a:custGeom>
          <a:solidFill xmlns:a="http://schemas.openxmlformats.org/drawingml/2006/main">
            <a:srgbClr val="C2C9CF"/>
          </a:solidFill>
          <a:ln xmlns:a="http://schemas.openxmlformats.org/drawingml/2006/main" w="9525">
            <a:noFill/>
            <a:prstDash val="solid"/>
          </a:ln>
        </p:spPr>
      </p:sp>
      <p:sp>
        <p:nvSpPr>
          <p:cNvPr id="17" name="Intent analysis bottom container">
            <a:extLst xmlns:a="http://schemas.openxmlformats.org/drawingml/2006/main">
              <a:ext uri="{FF2B5EF4-FFF2-40B4-BE49-F238E27FC236}">
                <a16:creationId xmlns:a16="http://schemas.microsoft.com/office/drawing/2014/main" id="{B82E4EBE-1C0E-4056-ADA5-41E16DBD8165}"/>
              </a:ext>
            </a:extLst>
          </p:cNvPr>
          <p:cNvSpPr>
            <a:spLocks xmlns:a="http://schemas.openxmlformats.org/drawingml/2006/main" noGrp="1"/>
          </p:cNvSpPr>
          <p:nvPr/>
        </p:nvSpPr>
        <p:spPr>
          <a:xfrm xmlns:a="http://schemas.openxmlformats.org/drawingml/2006/main">
            <a:off x="4991100" y="4429125"/>
            <a:ext cx="2667000" cy="2505075"/>
          </a:xfrm>
          <a:custGeom xmlns:a="http://schemas.openxmlformats.org/drawingml/2006/main">
            <a:pathLst>
              <a:path w="2667000" h="2505075">
                <a:moveTo>
                  <a:pt x="95250" y="0"/>
                </a:moveTo>
                <a:lnTo>
                  <a:pt x="2571750" y="0"/>
                </a:lnTo>
                <a:cubicBezTo>
                  <a:pt x="2624355" y="0"/>
                  <a:pt x="2667000" y="42645"/>
                  <a:pt x="2667000" y="95250"/>
                </a:cubicBezTo>
                <a:lnTo>
                  <a:pt x="2667000" y="2409825"/>
                </a:lnTo>
                <a:cubicBezTo>
                  <a:pt x="2667000" y="2462430"/>
                  <a:pt x="2624355" y="2505075"/>
                  <a:pt x="2571750"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FF8F6"/>
          </a:solidFill>
          <a:ln xmlns:a="http://schemas.openxmlformats.org/drawingml/2006/main" w="25718">
            <a:solidFill>
              <a:srgbClr val="FFA49A"/>
            </a:solidFill>
            <a:prstDash val="solid"/>
          </a:ln>
        </p:spPr>
      </p:sp>
      <p:sp>
        <p:nvSpPr>
          <p:cNvPr id="18" name="Intent analysis bottom header">
            <a:extLst xmlns:a="http://schemas.openxmlformats.org/drawingml/2006/main">
              <a:ext uri="{FF2B5EF4-FFF2-40B4-BE49-F238E27FC236}">
                <a16:creationId xmlns:a16="http://schemas.microsoft.com/office/drawing/2014/main" id="{26C69912-99B1-4718-863C-EDD4FD248796}"/>
              </a:ext>
            </a:extLst>
          </p:cNvPr>
          <p:cNvSpPr>
            <a:spLocks xmlns:a="http://schemas.openxmlformats.org/drawingml/2006/main" noGrp="1"/>
          </p:cNvSpPr>
          <p:nvPr/>
        </p:nvSpPr>
        <p:spPr>
          <a:xfrm xmlns:a="http://schemas.openxmlformats.org/drawingml/2006/main">
            <a:off x="4991100" y="4429125"/>
            <a:ext cx="2667000" cy="466725"/>
          </a:xfrm>
          <a:custGeom xmlns:a="http://schemas.openxmlformats.org/drawingml/2006/main">
            <a:pathLst>
              <a:path w="2667000" h="466725">
                <a:moveTo>
                  <a:pt x="190500" y="0"/>
                </a:moveTo>
                <a:lnTo>
                  <a:pt x="2476500" y="0"/>
                </a:lnTo>
                <a:cubicBezTo>
                  <a:pt x="2581710" y="0"/>
                  <a:pt x="2667000" y="85290"/>
                  <a:pt x="2667000" y="190500"/>
                </a:cubicBezTo>
                <a:lnTo>
                  <a:pt x="2667000" y="276225"/>
                </a:lnTo>
                <a:cubicBezTo>
                  <a:pt x="2667000" y="381435"/>
                  <a:pt x="2581710" y="466725"/>
                  <a:pt x="24765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FA49A"/>
          </a:solidFill>
          <a:ln xmlns:a="http://schemas.openxmlformats.org/drawingml/2006/main" w="9525">
            <a:noFill/>
            <a:prstDash val="solid"/>
          </a:ln>
        </p:spPr>
      </p:sp>
      <p:sp>
        <p:nvSpPr>
          <p:cNvPr id="19" name="Knowledge reasoning container">
            <a:extLst xmlns:a="http://schemas.openxmlformats.org/drawingml/2006/main">
              <a:ext uri="{FF2B5EF4-FFF2-40B4-BE49-F238E27FC236}">
                <a16:creationId xmlns:a16="http://schemas.microsoft.com/office/drawing/2014/main" id="{80347F4A-2528-4C36-B9CF-97F26156DC67}"/>
              </a:ext>
            </a:extLst>
          </p:cNvPr>
          <p:cNvSpPr>
            <a:spLocks xmlns:a="http://schemas.openxmlformats.org/drawingml/2006/main" noGrp="1"/>
          </p:cNvSpPr>
          <p:nvPr/>
        </p:nvSpPr>
        <p:spPr>
          <a:xfrm xmlns:a="http://schemas.openxmlformats.org/drawingml/2006/main">
            <a:off x="7896225" y="4429125"/>
            <a:ext cx="5038725" cy="2505075"/>
          </a:xfrm>
          <a:custGeom xmlns:a="http://schemas.openxmlformats.org/drawingml/2006/main">
            <a:pathLst>
              <a:path w="5038725" h="2505075">
                <a:moveTo>
                  <a:pt x="95250" y="0"/>
                </a:moveTo>
                <a:lnTo>
                  <a:pt x="4943475" y="0"/>
                </a:lnTo>
                <a:cubicBezTo>
                  <a:pt x="4996080" y="0"/>
                  <a:pt x="5038725" y="42645"/>
                  <a:pt x="5038725" y="95250"/>
                </a:cubicBezTo>
                <a:lnTo>
                  <a:pt x="5038725" y="2409825"/>
                </a:lnTo>
                <a:cubicBezTo>
                  <a:pt x="5038725" y="2462430"/>
                  <a:pt x="4996080" y="2505075"/>
                  <a:pt x="4943475"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DF7FD"/>
          </a:solidFill>
          <a:ln xmlns:a="http://schemas.openxmlformats.org/drawingml/2006/main" w="25718">
            <a:solidFill>
              <a:srgbClr val="EBB4E3"/>
            </a:solidFill>
            <a:prstDash val="solid"/>
          </a:ln>
        </p:spPr>
      </p:sp>
      <p:sp>
        <p:nvSpPr>
          <p:cNvPr id="20" name="Knowledge reasoning header">
            <a:extLst xmlns:a="http://schemas.openxmlformats.org/drawingml/2006/main">
              <a:ext uri="{FF2B5EF4-FFF2-40B4-BE49-F238E27FC236}">
                <a16:creationId xmlns:a16="http://schemas.microsoft.com/office/drawing/2014/main" id="{984A5B1B-FAF6-4DC3-9612-8A6716189D7A}"/>
              </a:ext>
            </a:extLst>
          </p:cNvPr>
          <p:cNvSpPr>
            <a:spLocks xmlns:a="http://schemas.openxmlformats.org/drawingml/2006/main" noGrp="1"/>
          </p:cNvSpPr>
          <p:nvPr/>
        </p:nvSpPr>
        <p:spPr>
          <a:xfrm xmlns:a="http://schemas.openxmlformats.org/drawingml/2006/main">
            <a:off x="7896225" y="4429125"/>
            <a:ext cx="5038725" cy="466725"/>
          </a:xfrm>
          <a:custGeom xmlns:a="http://schemas.openxmlformats.org/drawingml/2006/main">
            <a:pathLst>
              <a:path w="5038725" h="466725">
                <a:moveTo>
                  <a:pt x="190500" y="0"/>
                </a:moveTo>
                <a:lnTo>
                  <a:pt x="4848225" y="0"/>
                </a:lnTo>
                <a:cubicBezTo>
                  <a:pt x="4953435" y="0"/>
                  <a:pt x="5038725" y="85290"/>
                  <a:pt x="5038725" y="190500"/>
                </a:cubicBezTo>
                <a:lnTo>
                  <a:pt x="5038725" y="276225"/>
                </a:lnTo>
                <a:cubicBezTo>
                  <a:pt x="5038725" y="381435"/>
                  <a:pt x="4953435" y="466725"/>
                  <a:pt x="48482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EBB4E3"/>
          </a:solidFill>
          <a:ln xmlns:a="http://schemas.openxmlformats.org/drawingml/2006/main" w="9525">
            <a:noFill/>
            <a:prstDash val="solid"/>
          </a:ln>
        </p:spPr>
      </p:sp>
      <p:sp>
        <p:nvSpPr>
          <p:cNvPr id="21" name="Review bottom container">
            <a:extLst xmlns:a="http://schemas.openxmlformats.org/drawingml/2006/main">
              <a:ext uri="{FF2B5EF4-FFF2-40B4-BE49-F238E27FC236}">
                <a16:creationId xmlns:a16="http://schemas.microsoft.com/office/drawing/2014/main" id="{C5B453FC-B3BB-41E3-B451-B543DA0B15A4}"/>
              </a:ext>
            </a:extLst>
          </p:cNvPr>
          <p:cNvSpPr>
            <a:spLocks xmlns:a="http://schemas.openxmlformats.org/drawingml/2006/main" noGrp="1"/>
          </p:cNvSpPr>
          <p:nvPr/>
        </p:nvSpPr>
        <p:spPr>
          <a:xfrm xmlns:a="http://schemas.openxmlformats.org/drawingml/2006/main">
            <a:off x="13182600" y="4429125"/>
            <a:ext cx="3390900" cy="2505075"/>
          </a:xfrm>
          <a:custGeom xmlns:a="http://schemas.openxmlformats.org/drawingml/2006/main">
            <a:pathLst>
              <a:path w="3390900" h="2505075">
                <a:moveTo>
                  <a:pt x="95250" y="0"/>
                </a:moveTo>
                <a:lnTo>
                  <a:pt x="3295650" y="0"/>
                </a:lnTo>
                <a:cubicBezTo>
                  <a:pt x="3348255" y="0"/>
                  <a:pt x="3390900" y="42645"/>
                  <a:pt x="3390900" y="95250"/>
                </a:cubicBezTo>
                <a:lnTo>
                  <a:pt x="3390900" y="2409825"/>
                </a:lnTo>
                <a:cubicBezTo>
                  <a:pt x="3390900" y="2462430"/>
                  <a:pt x="3348255" y="2505075"/>
                  <a:pt x="3295650"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BF9FF"/>
          </a:solidFill>
          <a:ln xmlns:a="http://schemas.openxmlformats.org/drawingml/2006/main" w="25718">
            <a:solidFill>
              <a:srgbClr val="CFB7EC"/>
            </a:solidFill>
            <a:prstDash val="solid"/>
          </a:ln>
        </p:spPr>
      </p:sp>
      <p:sp>
        <p:nvSpPr>
          <p:cNvPr id="22" name="Review bottom header">
            <a:extLst xmlns:a="http://schemas.openxmlformats.org/drawingml/2006/main">
              <a:ext uri="{FF2B5EF4-FFF2-40B4-BE49-F238E27FC236}">
                <a16:creationId xmlns:a16="http://schemas.microsoft.com/office/drawing/2014/main" id="{9757FC06-0ED7-4CCA-83D0-0E8BFC2040E7}"/>
              </a:ext>
            </a:extLst>
          </p:cNvPr>
          <p:cNvSpPr>
            <a:spLocks xmlns:a="http://schemas.openxmlformats.org/drawingml/2006/main" noGrp="1"/>
          </p:cNvSpPr>
          <p:nvPr/>
        </p:nvSpPr>
        <p:spPr>
          <a:xfrm xmlns:a="http://schemas.openxmlformats.org/drawingml/2006/main">
            <a:off x="13182600" y="4429125"/>
            <a:ext cx="3390900" cy="466725"/>
          </a:xfrm>
          <a:custGeom xmlns:a="http://schemas.openxmlformats.org/drawingml/2006/main">
            <a:pathLst>
              <a:path w="3390900" h="466725">
                <a:moveTo>
                  <a:pt x="190500" y="0"/>
                </a:moveTo>
                <a:lnTo>
                  <a:pt x="3200400" y="0"/>
                </a:lnTo>
                <a:cubicBezTo>
                  <a:pt x="3305610" y="0"/>
                  <a:pt x="3390900" y="85290"/>
                  <a:pt x="3390900" y="190500"/>
                </a:cubicBezTo>
                <a:lnTo>
                  <a:pt x="3390900" y="276225"/>
                </a:lnTo>
                <a:cubicBezTo>
                  <a:pt x="3390900" y="381435"/>
                  <a:pt x="3305610" y="466725"/>
                  <a:pt x="32004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CFB7EC"/>
          </a:solidFill>
          <a:ln xmlns:a="http://schemas.openxmlformats.org/drawingml/2006/main" w="9525">
            <a:noFill/>
            <a:prstDash val="solid"/>
          </a:ln>
        </p:spPr>
      </p:sp>
      <p:sp>
        <p:nvSpPr>
          <p:cNvPr id="23" name="Image generation bottom container">
            <a:extLst xmlns:a="http://schemas.openxmlformats.org/drawingml/2006/main">
              <a:ext uri="{FF2B5EF4-FFF2-40B4-BE49-F238E27FC236}">
                <a16:creationId xmlns:a16="http://schemas.microsoft.com/office/drawing/2014/main" id="{695F2355-C1F7-4CFE-90EB-0238DC2E8A34}"/>
              </a:ext>
            </a:extLst>
          </p:cNvPr>
          <p:cNvSpPr>
            <a:spLocks xmlns:a="http://schemas.openxmlformats.org/drawingml/2006/main" noGrp="1"/>
          </p:cNvSpPr>
          <p:nvPr/>
        </p:nvSpPr>
        <p:spPr>
          <a:xfrm xmlns:a="http://schemas.openxmlformats.org/drawingml/2006/main">
            <a:off x="16754475" y="4429125"/>
            <a:ext cx="2447925" cy="2505075"/>
          </a:xfrm>
          <a:custGeom xmlns:a="http://schemas.openxmlformats.org/drawingml/2006/main">
            <a:pathLst>
              <a:path w="2447925" h="2505075">
                <a:moveTo>
                  <a:pt x="95250" y="0"/>
                </a:moveTo>
                <a:lnTo>
                  <a:pt x="2352675" y="0"/>
                </a:lnTo>
                <a:cubicBezTo>
                  <a:pt x="2405280" y="0"/>
                  <a:pt x="2447925" y="42645"/>
                  <a:pt x="2447925" y="95250"/>
                </a:cubicBezTo>
                <a:lnTo>
                  <a:pt x="2447925" y="2409825"/>
                </a:lnTo>
                <a:cubicBezTo>
                  <a:pt x="2447925" y="2462430"/>
                  <a:pt x="2405280" y="2505075"/>
                  <a:pt x="2352675"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7FAFF"/>
          </a:solidFill>
          <a:ln xmlns:a="http://schemas.openxmlformats.org/drawingml/2006/main" w="25718">
            <a:solidFill>
              <a:srgbClr val="9CC1F1"/>
            </a:solidFill>
            <a:prstDash val="solid"/>
          </a:ln>
        </p:spPr>
      </p:sp>
      <p:sp>
        <p:nvSpPr>
          <p:cNvPr id="24" name="Image generation bottom header">
            <a:extLst xmlns:a="http://schemas.openxmlformats.org/drawingml/2006/main">
              <a:ext uri="{FF2B5EF4-FFF2-40B4-BE49-F238E27FC236}">
                <a16:creationId xmlns:a16="http://schemas.microsoft.com/office/drawing/2014/main" id="{613DAE38-F223-414D-B968-4DBE7D7AFFBC}"/>
              </a:ext>
            </a:extLst>
          </p:cNvPr>
          <p:cNvSpPr>
            <a:spLocks xmlns:a="http://schemas.openxmlformats.org/drawingml/2006/main" noGrp="1"/>
          </p:cNvSpPr>
          <p:nvPr/>
        </p:nvSpPr>
        <p:spPr>
          <a:xfrm xmlns:a="http://schemas.openxmlformats.org/drawingml/2006/main">
            <a:off x="16754475" y="4429125"/>
            <a:ext cx="2447925" cy="466725"/>
          </a:xfrm>
          <a:custGeom xmlns:a="http://schemas.openxmlformats.org/drawingml/2006/main">
            <a:pathLst>
              <a:path w="2447925" h="466725">
                <a:moveTo>
                  <a:pt x="190500" y="0"/>
                </a:moveTo>
                <a:lnTo>
                  <a:pt x="2257425" y="0"/>
                </a:lnTo>
                <a:cubicBezTo>
                  <a:pt x="2362635" y="0"/>
                  <a:pt x="2447925" y="85290"/>
                  <a:pt x="2447925" y="190500"/>
                </a:cubicBezTo>
                <a:lnTo>
                  <a:pt x="2447925" y="276225"/>
                </a:lnTo>
                <a:cubicBezTo>
                  <a:pt x="2447925" y="381435"/>
                  <a:pt x="2362635" y="466725"/>
                  <a:pt x="22574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9CC1F1"/>
          </a:solidFill>
          <a:ln xmlns:a="http://schemas.openxmlformats.org/drawingml/2006/main" w="9525">
            <a:noFill/>
            <a:prstDash val="solid"/>
          </a:ln>
        </p:spPr>
      </p:sp>
      <p:sp>
        <p:nvSpPr>
          <p:cNvPr id="25" name="Top route left bracket">
            <a:extLst xmlns:a="http://schemas.openxmlformats.org/drawingml/2006/main">
              <a:ext uri="{FF2B5EF4-FFF2-40B4-BE49-F238E27FC236}">
                <a16:creationId xmlns:a16="http://schemas.microsoft.com/office/drawing/2014/main" id="{854521B3-5495-4A49-A506-83E69B8485D0}"/>
              </a:ext>
            </a:extLst>
          </p:cNvPr>
          <p:cNvSpPr>
            <a:spLocks xmlns:a="http://schemas.openxmlformats.org/drawingml/2006/main" noGrp="1"/>
          </p:cNvSpPr>
          <p:nvPr/>
        </p:nvSpPr>
        <p:spPr>
          <a:xfrm xmlns:a="http://schemas.openxmlformats.org/drawingml/2006/main">
            <a:off x="4391025" y="133350"/>
            <a:ext cx="447675" cy="76200"/>
          </a:xfrm>
          <a:custGeom xmlns:a="http://schemas.openxmlformats.org/drawingml/2006/main">
            <a:pathLst>
              <a:path w="447675" h="76200">
                <a:moveTo>
                  <a:pt x="0" y="76200"/>
                </a:moveTo>
                <a:lnTo>
                  <a:pt x="447675" y="0"/>
                </a:lnTo>
              </a:path>
            </a:pathLst>
          </a:custGeom>
          <a:noFill xmlns:a="http://schemas.openxmlformats.org/drawingml/2006/main"/>
          <a:ln xmlns:a="http://schemas.openxmlformats.org/drawingml/2006/main" w="28575">
            <a:solidFill>
              <a:srgbClr val="000000"/>
            </a:solidFill>
            <a:prstDash val="dash"/>
          </a:ln>
        </p:spPr>
      </p:sp>
      <p:sp>
        <p:nvSpPr>
          <p:cNvPr id="26" name="Top route lower left bracket">
            <a:extLst xmlns:a="http://schemas.openxmlformats.org/drawingml/2006/main">
              <a:ext uri="{FF2B5EF4-FFF2-40B4-BE49-F238E27FC236}">
                <a16:creationId xmlns:a16="http://schemas.microsoft.com/office/drawing/2014/main" id="{83358744-A744-40CE-AC67-493DB947977E}"/>
              </a:ext>
            </a:extLst>
          </p:cNvPr>
          <p:cNvSpPr>
            <a:spLocks xmlns:a="http://schemas.openxmlformats.org/drawingml/2006/main" noGrp="1"/>
          </p:cNvSpPr>
          <p:nvPr/>
        </p:nvSpPr>
        <p:spPr>
          <a:xfrm xmlns:a="http://schemas.openxmlformats.org/drawingml/2006/main">
            <a:off x="4391025" y="2790825"/>
            <a:ext cx="447675" cy="76200"/>
          </a:xfrm>
          <a:custGeom xmlns:a="http://schemas.openxmlformats.org/drawingml/2006/main">
            <a:pathLst>
              <a:path w="447675" h="76200">
                <a:moveTo>
                  <a:pt x="0" y="0"/>
                </a:moveTo>
                <a:lnTo>
                  <a:pt x="447675" y="76200"/>
                </a:lnTo>
              </a:path>
            </a:pathLst>
          </a:custGeom>
          <a:noFill xmlns:a="http://schemas.openxmlformats.org/drawingml/2006/main"/>
          <a:ln xmlns:a="http://schemas.openxmlformats.org/drawingml/2006/main" w="28575">
            <a:solidFill>
              <a:srgbClr val="000000"/>
            </a:solidFill>
            <a:prstDash val="dash"/>
          </a:ln>
        </p:spPr>
      </p:sp>
      <p:sp>
        <p:nvSpPr>
          <p:cNvPr id="27" name="Bottom route left bracket">
            <a:extLst xmlns:a="http://schemas.openxmlformats.org/drawingml/2006/main">
              <a:ext uri="{FF2B5EF4-FFF2-40B4-BE49-F238E27FC236}">
                <a16:creationId xmlns:a16="http://schemas.microsoft.com/office/drawing/2014/main" id="{6E06888B-483F-49BE-BED2-5BE63159862D}"/>
              </a:ext>
            </a:extLst>
          </p:cNvPr>
          <p:cNvSpPr>
            <a:spLocks xmlns:a="http://schemas.openxmlformats.org/drawingml/2006/main" noGrp="1"/>
          </p:cNvSpPr>
          <p:nvPr/>
        </p:nvSpPr>
        <p:spPr>
          <a:xfrm xmlns:a="http://schemas.openxmlformats.org/drawingml/2006/main">
            <a:off x="4391025" y="4333875"/>
            <a:ext cx="447675" cy="257175"/>
          </a:xfrm>
          <a:custGeom xmlns:a="http://schemas.openxmlformats.org/drawingml/2006/main">
            <a:pathLst>
              <a:path w="447675" h="257175">
                <a:moveTo>
                  <a:pt x="0" y="257175"/>
                </a:moveTo>
                <a:lnTo>
                  <a:pt x="447675" y="0"/>
                </a:lnTo>
              </a:path>
            </a:pathLst>
          </a:custGeom>
          <a:noFill xmlns:a="http://schemas.openxmlformats.org/drawingml/2006/main"/>
          <a:ln xmlns:a="http://schemas.openxmlformats.org/drawingml/2006/main" w="28575">
            <a:solidFill>
              <a:srgbClr val="000000"/>
            </a:solidFill>
            <a:prstDash val="solid"/>
          </a:ln>
        </p:spPr>
      </p:sp>
      <p:sp>
        <p:nvSpPr>
          <p:cNvPr id="28" name="Bottom route lower left bracket">
            <a:extLst xmlns:a="http://schemas.openxmlformats.org/drawingml/2006/main">
              <a:ext uri="{FF2B5EF4-FFF2-40B4-BE49-F238E27FC236}">
                <a16:creationId xmlns:a16="http://schemas.microsoft.com/office/drawing/2014/main" id="{E0341265-2FC8-430E-8607-7156BE4C8428}"/>
              </a:ext>
            </a:extLst>
          </p:cNvPr>
          <p:cNvSpPr>
            <a:spLocks xmlns:a="http://schemas.openxmlformats.org/drawingml/2006/main" noGrp="1"/>
          </p:cNvSpPr>
          <p:nvPr/>
        </p:nvSpPr>
        <p:spPr>
          <a:xfrm xmlns:a="http://schemas.openxmlformats.org/drawingml/2006/main">
            <a:off x="4391025" y="6753225"/>
            <a:ext cx="447675" cy="295275"/>
          </a:xfrm>
          <a:custGeom xmlns:a="http://schemas.openxmlformats.org/drawingml/2006/main">
            <a:pathLst>
              <a:path w="447675" h="295275">
                <a:moveTo>
                  <a:pt x="0" y="0"/>
                </a:moveTo>
                <a:lnTo>
                  <a:pt x="447675" y="295275"/>
                </a:lnTo>
              </a:path>
            </a:pathLst>
          </a:custGeom>
          <a:noFill xmlns:a="http://schemas.openxmlformats.org/drawingml/2006/main"/>
          <a:ln xmlns:a="http://schemas.openxmlformats.org/drawingml/2006/main" w="28575">
            <a:solidFill>
              <a:srgbClr val="000000"/>
            </a:solidFill>
            <a:prstDash val="solid"/>
          </a:ln>
        </p:spPr>
      </p:sp>
      <p:sp>
        <p:nvSpPr>
          <p:cNvPr id="29" name="top action header">
            <a:extLst xmlns:a="http://schemas.openxmlformats.org/drawingml/2006/main">
              <a:ext uri="{FF2B5EF4-FFF2-40B4-BE49-F238E27FC236}">
                <a16:creationId xmlns:a16="http://schemas.microsoft.com/office/drawing/2014/main" id="{C477B32E-3AC6-49B9-8FD1-6CB0EB2BD152}"/>
              </a:ext>
            </a:extLst>
          </p:cNvPr>
          <p:cNvSpPr>
            <a:spLocks xmlns:a="http://schemas.openxmlformats.org/drawingml/2006/main" noGrp="1"/>
          </p:cNvSpPr>
          <p:nvPr/>
        </p:nvSpPr>
        <p:spPr>
          <a:xfrm xmlns:a="http://schemas.openxmlformats.org/drawingml/2006/main">
            <a:off x="3476625" y="200025"/>
            <a:ext cx="914400" cy="438150"/>
          </a:xfrm>
          <a:custGeom xmlns:a="http://schemas.openxmlformats.org/drawingml/2006/main">
            <a:pathLst>
              <a:path w="914400" h="438150">
                <a:moveTo>
                  <a:pt x="0" y="0"/>
                </a:moveTo>
                <a:lnTo>
                  <a:pt x="914400" y="0"/>
                </a:lnTo>
                <a:lnTo>
                  <a:pt x="914400" y="438150"/>
                </a:lnTo>
                <a:lnTo>
                  <a:pt x="0" y="438150"/>
                </a:lnTo>
                <a:close/>
              </a:path>
            </a:pathLst>
          </a:custGeom>
          <a:solidFill xmlns:a="http://schemas.openxmlformats.org/drawingml/2006/main">
            <a:srgbClr val="FFFFFF"/>
          </a:solidFill>
          <a:ln xmlns:a="http://schemas.openxmlformats.org/drawingml/2006/main" w="28575">
            <a:solidFill>
              <a:srgbClr val="000000"/>
            </a:solidFill>
            <a:prstDash val="solid"/>
          </a:ln>
        </p:spPr>
      </p:sp>
      <p:sp>
        <p:nvSpPr>
          <p:cNvPr id="30" name="top action step 1">
            <a:extLst xmlns:a="http://schemas.openxmlformats.org/drawingml/2006/main">
              <a:ext uri="{FF2B5EF4-FFF2-40B4-BE49-F238E27FC236}">
                <a16:creationId xmlns:a16="http://schemas.microsoft.com/office/drawing/2014/main" id="{F1399594-21FB-4365-8F59-3D927DFA1F50}"/>
              </a:ext>
            </a:extLst>
          </p:cNvPr>
          <p:cNvSpPr>
            <a:spLocks xmlns:a="http://schemas.openxmlformats.org/drawingml/2006/main" noGrp="1"/>
          </p:cNvSpPr>
          <p:nvPr/>
        </p:nvSpPr>
        <p:spPr>
          <a:xfrm xmlns:a="http://schemas.openxmlformats.org/drawingml/2006/main">
            <a:off x="3476625" y="638175"/>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FA99C"/>
          </a:solidFill>
          <a:ln xmlns:a="http://schemas.openxmlformats.org/drawingml/2006/main" w="28575">
            <a:solidFill>
              <a:srgbClr val="000000"/>
            </a:solidFill>
            <a:prstDash val="solid"/>
          </a:ln>
        </p:spPr>
      </p:sp>
      <p:pic>
        <p:nvPicPr>
          <p:cNvPr id="31" name="">
            <a:extLst xmlns:a="http://schemas.openxmlformats.org/drawingml/2006/main">
              <a:ext uri="{FF2B5EF4-FFF2-40B4-BE49-F238E27FC236}">
                <a16:creationId xmlns:a16="http://schemas.microsoft.com/office/drawing/2014/main" id="{1E9D2901-AD73-41DE-B25F-8B27610E5458}"/>
              </a:ext>
            </a:extLst>
          </p:cNvPr>
          <p:cNvPicPr>
            <a:picLocks xmlns:a="http://schemas.openxmlformats.org/drawingml/2006/main" noChangeAspect="1"/>
          </p:cNvPicPr>
          <p:nvPr/>
        </p:nvPicPr>
        <p:blipFill>
          <a:blip xmlns:r="http://schemas.openxmlformats.org/officeDocument/2006/relationships" xmlns:a="http://schemas.openxmlformats.org/drawingml/2006/main" r:embed="R7023040de24c4b6d"/>
          <a:stretch xmlns:a="http://schemas.openxmlformats.org/drawingml/2006/main"/>
        </p:blipFill>
        <p:spPr>
          <a:xfrm xmlns:a="http://schemas.openxmlformats.org/drawingml/2006/main">
            <a:off x="3752850" y="667703"/>
            <a:ext cx="342900" cy="361950"/>
          </a:xfrm>
          <a:prstGeom xmlns:a="http://schemas.openxmlformats.org/drawingml/2006/main" prst="rect">
            <a:avLst/>
          </a:prstGeom>
        </p:spPr>
      </p:pic>
      <p:sp>
        <p:nvSpPr>
          <p:cNvPr id="32" name="top action step 2">
            <a:extLst xmlns:a="http://schemas.openxmlformats.org/drawingml/2006/main">
              <a:ext uri="{FF2B5EF4-FFF2-40B4-BE49-F238E27FC236}">
                <a16:creationId xmlns:a16="http://schemas.microsoft.com/office/drawing/2014/main" id="{EE14D2ED-F5F4-4EDE-9A78-D6D6B20E1E72}"/>
              </a:ext>
            </a:extLst>
          </p:cNvPr>
          <p:cNvSpPr>
            <a:spLocks xmlns:a="http://schemas.openxmlformats.org/drawingml/2006/main" noGrp="1"/>
          </p:cNvSpPr>
          <p:nvPr/>
        </p:nvSpPr>
        <p:spPr>
          <a:xfrm xmlns:a="http://schemas.openxmlformats.org/drawingml/2006/main">
            <a:off x="3476625" y="1068705"/>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8C691"/>
          </a:solidFill>
          <a:ln xmlns:a="http://schemas.openxmlformats.org/drawingml/2006/main" w="28575">
            <a:solidFill>
              <a:srgbClr val="000000"/>
            </a:solidFill>
            <a:prstDash val="solid"/>
          </a:ln>
        </p:spPr>
      </p:sp>
      <p:pic>
        <p:nvPicPr>
          <p:cNvPr id="33" name="">
            <a:extLst xmlns:a="http://schemas.openxmlformats.org/drawingml/2006/main">
              <a:ext uri="{FF2B5EF4-FFF2-40B4-BE49-F238E27FC236}">
                <a16:creationId xmlns:a16="http://schemas.microsoft.com/office/drawing/2014/main" id="{DA86AD6D-01DD-404F-98DC-0BACA69B1F0D}"/>
              </a:ext>
            </a:extLst>
          </p:cNvPr>
          <p:cNvPicPr>
            <a:picLocks xmlns:a="http://schemas.openxmlformats.org/drawingml/2006/main" noChangeAspect="1"/>
          </p:cNvPicPr>
          <p:nvPr/>
        </p:nvPicPr>
        <p:blipFill>
          <a:blip xmlns:r="http://schemas.openxmlformats.org/officeDocument/2006/relationships" xmlns:a="http://schemas.openxmlformats.org/drawingml/2006/main" r:embed="Rd559bd339a5c47e6"/>
          <a:stretch xmlns:a="http://schemas.openxmlformats.org/drawingml/2006/main"/>
        </p:blipFill>
        <p:spPr>
          <a:xfrm xmlns:a="http://schemas.openxmlformats.org/drawingml/2006/main">
            <a:off x="3752850" y="1098233"/>
            <a:ext cx="342900" cy="361950"/>
          </a:xfrm>
          <a:prstGeom xmlns:a="http://schemas.openxmlformats.org/drawingml/2006/main" prst="rect">
            <a:avLst/>
          </a:prstGeom>
        </p:spPr>
      </p:pic>
      <p:sp>
        <p:nvSpPr>
          <p:cNvPr id="34" name="top action step 3">
            <a:extLst xmlns:a="http://schemas.openxmlformats.org/drawingml/2006/main">
              <a:ext uri="{FF2B5EF4-FFF2-40B4-BE49-F238E27FC236}">
                <a16:creationId xmlns:a16="http://schemas.microsoft.com/office/drawing/2014/main" id="{7EA87C65-2C74-44DB-8374-C2459D556DF8}"/>
              </a:ext>
            </a:extLst>
          </p:cNvPr>
          <p:cNvSpPr>
            <a:spLocks xmlns:a="http://schemas.openxmlformats.org/drawingml/2006/main" noGrp="1"/>
          </p:cNvSpPr>
          <p:nvPr/>
        </p:nvSpPr>
        <p:spPr>
          <a:xfrm xmlns:a="http://schemas.openxmlformats.org/drawingml/2006/main">
            <a:off x="3476625" y="1499235"/>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8C691"/>
          </a:solidFill>
          <a:ln xmlns:a="http://schemas.openxmlformats.org/drawingml/2006/main" w="28575">
            <a:solidFill>
              <a:srgbClr val="000000"/>
            </a:solidFill>
            <a:prstDash val="solid"/>
          </a:ln>
        </p:spPr>
      </p:sp>
      <p:pic>
        <p:nvPicPr>
          <p:cNvPr id="35" name="">
            <a:extLst xmlns:a="http://schemas.openxmlformats.org/drawingml/2006/main">
              <a:ext uri="{FF2B5EF4-FFF2-40B4-BE49-F238E27FC236}">
                <a16:creationId xmlns:a16="http://schemas.microsoft.com/office/drawing/2014/main" id="{47FBA80C-1928-498F-B64A-0BCAAB2E095D}"/>
              </a:ext>
            </a:extLst>
          </p:cNvPr>
          <p:cNvPicPr>
            <a:picLocks xmlns:a="http://schemas.openxmlformats.org/drawingml/2006/main" noChangeAspect="1"/>
          </p:cNvPicPr>
          <p:nvPr/>
        </p:nvPicPr>
        <p:blipFill>
          <a:blip xmlns:r="http://schemas.openxmlformats.org/officeDocument/2006/relationships" xmlns:a="http://schemas.openxmlformats.org/drawingml/2006/main" r:embed="R2aad527bd44a4770"/>
          <a:stretch xmlns:a="http://schemas.openxmlformats.org/drawingml/2006/main"/>
        </p:blipFill>
        <p:spPr>
          <a:xfrm xmlns:a="http://schemas.openxmlformats.org/drawingml/2006/main">
            <a:off x="3752850" y="1528763"/>
            <a:ext cx="342900" cy="361950"/>
          </a:xfrm>
          <a:prstGeom xmlns:a="http://schemas.openxmlformats.org/drawingml/2006/main" prst="rect">
            <a:avLst/>
          </a:prstGeom>
        </p:spPr>
      </p:pic>
      <p:sp>
        <p:nvSpPr>
          <p:cNvPr id="36" name="top action step 4">
            <a:extLst xmlns:a="http://schemas.openxmlformats.org/drawingml/2006/main">
              <a:ext uri="{FF2B5EF4-FFF2-40B4-BE49-F238E27FC236}">
                <a16:creationId xmlns:a16="http://schemas.microsoft.com/office/drawing/2014/main" id="{3C395D04-5AA8-4489-922E-D5703CCC8D82}"/>
              </a:ext>
            </a:extLst>
          </p:cNvPr>
          <p:cNvSpPr>
            <a:spLocks xmlns:a="http://schemas.openxmlformats.org/drawingml/2006/main" noGrp="1"/>
          </p:cNvSpPr>
          <p:nvPr/>
        </p:nvSpPr>
        <p:spPr>
          <a:xfrm xmlns:a="http://schemas.openxmlformats.org/drawingml/2006/main">
            <a:off x="3476625" y="1929765"/>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CFB9EC"/>
          </a:solidFill>
          <a:ln xmlns:a="http://schemas.openxmlformats.org/drawingml/2006/main" w="28575">
            <a:solidFill>
              <a:srgbClr val="000000"/>
            </a:solidFill>
            <a:prstDash val="solid"/>
          </a:ln>
        </p:spPr>
      </p:sp>
      <p:pic>
        <p:nvPicPr>
          <p:cNvPr id="37" name="">
            <a:extLst xmlns:a="http://schemas.openxmlformats.org/drawingml/2006/main">
              <a:ext uri="{FF2B5EF4-FFF2-40B4-BE49-F238E27FC236}">
                <a16:creationId xmlns:a16="http://schemas.microsoft.com/office/drawing/2014/main" id="{0AA74D13-AB29-4483-A3D0-949BE1E99D66}"/>
              </a:ext>
            </a:extLst>
          </p:cNvPr>
          <p:cNvPicPr>
            <a:picLocks xmlns:a="http://schemas.openxmlformats.org/drawingml/2006/main" noChangeAspect="1"/>
          </p:cNvPicPr>
          <p:nvPr/>
        </p:nvPicPr>
        <p:blipFill>
          <a:blip xmlns:r="http://schemas.openxmlformats.org/officeDocument/2006/relationships" xmlns:a="http://schemas.openxmlformats.org/drawingml/2006/main" r:embed="Rf69e428a090d481a"/>
          <a:stretch xmlns:a="http://schemas.openxmlformats.org/drawingml/2006/main"/>
        </p:blipFill>
        <p:spPr>
          <a:xfrm xmlns:a="http://schemas.openxmlformats.org/drawingml/2006/main">
            <a:off x="3754919" y="1958340"/>
            <a:ext cx="338762" cy="363855"/>
          </a:xfrm>
          <a:prstGeom xmlns:a="http://schemas.openxmlformats.org/drawingml/2006/main" prst="rect">
            <a:avLst/>
          </a:prstGeom>
        </p:spPr>
      </p:pic>
      <p:sp>
        <p:nvSpPr>
          <p:cNvPr id="38" name="top action step 5">
            <a:extLst xmlns:a="http://schemas.openxmlformats.org/drawingml/2006/main">
              <a:ext uri="{FF2B5EF4-FFF2-40B4-BE49-F238E27FC236}">
                <a16:creationId xmlns:a16="http://schemas.microsoft.com/office/drawing/2014/main" id="{0E3F2FF9-0FCA-4477-A450-A2CE95B8A278}"/>
              </a:ext>
            </a:extLst>
          </p:cNvPr>
          <p:cNvSpPr>
            <a:spLocks xmlns:a="http://schemas.openxmlformats.org/drawingml/2006/main" noGrp="1"/>
          </p:cNvSpPr>
          <p:nvPr/>
        </p:nvSpPr>
        <p:spPr>
          <a:xfrm xmlns:a="http://schemas.openxmlformats.org/drawingml/2006/main">
            <a:off x="3476625" y="2360295"/>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9FC4F2"/>
          </a:solidFill>
          <a:ln xmlns:a="http://schemas.openxmlformats.org/drawingml/2006/main" w="28575">
            <a:solidFill>
              <a:srgbClr val="000000"/>
            </a:solidFill>
            <a:prstDash val="solid"/>
          </a:ln>
        </p:spPr>
      </p:sp>
      <p:pic>
        <p:nvPicPr>
          <p:cNvPr id="39" name="">
            <a:extLst xmlns:a="http://schemas.openxmlformats.org/drawingml/2006/main">
              <a:ext uri="{FF2B5EF4-FFF2-40B4-BE49-F238E27FC236}">
                <a16:creationId xmlns:a16="http://schemas.microsoft.com/office/drawing/2014/main" id="{83277A00-15C3-4423-8730-A5287E5F47BC}"/>
              </a:ext>
            </a:extLst>
          </p:cNvPr>
          <p:cNvPicPr>
            <a:picLocks xmlns:a="http://schemas.openxmlformats.org/drawingml/2006/main" noChangeAspect="1"/>
          </p:cNvPicPr>
          <p:nvPr/>
        </p:nvPicPr>
        <p:blipFill>
          <a:blip xmlns:r="http://schemas.openxmlformats.org/officeDocument/2006/relationships" xmlns:a="http://schemas.openxmlformats.org/drawingml/2006/main" r:embed="R516126fe46b34863"/>
          <a:stretch xmlns:a="http://schemas.openxmlformats.org/drawingml/2006/main"/>
        </p:blipFill>
        <p:spPr>
          <a:xfrm xmlns:a="http://schemas.openxmlformats.org/drawingml/2006/main">
            <a:off x="3752850" y="2389823"/>
            <a:ext cx="342900" cy="361950"/>
          </a:xfrm>
          <a:prstGeom xmlns:a="http://schemas.openxmlformats.org/drawingml/2006/main" prst="rect">
            <a:avLst/>
          </a:prstGeom>
        </p:spPr>
      </p:pic>
      <p:sp>
        <p:nvSpPr>
          <p:cNvPr id="40" name="bottom action header">
            <a:extLst xmlns:a="http://schemas.openxmlformats.org/drawingml/2006/main">
              <a:ext uri="{FF2B5EF4-FFF2-40B4-BE49-F238E27FC236}">
                <a16:creationId xmlns:a16="http://schemas.microsoft.com/office/drawing/2014/main" id="{14A76DF0-8A84-413D-8134-3CF868C77A47}"/>
              </a:ext>
            </a:extLst>
          </p:cNvPr>
          <p:cNvSpPr>
            <a:spLocks xmlns:a="http://schemas.openxmlformats.org/drawingml/2006/main" noGrp="1"/>
          </p:cNvSpPr>
          <p:nvPr/>
        </p:nvSpPr>
        <p:spPr>
          <a:xfrm xmlns:a="http://schemas.openxmlformats.org/drawingml/2006/main">
            <a:off x="3476625" y="4591050"/>
            <a:ext cx="914400" cy="438150"/>
          </a:xfrm>
          <a:custGeom xmlns:a="http://schemas.openxmlformats.org/drawingml/2006/main">
            <a:pathLst>
              <a:path w="914400" h="438150">
                <a:moveTo>
                  <a:pt x="0" y="0"/>
                </a:moveTo>
                <a:lnTo>
                  <a:pt x="914400" y="0"/>
                </a:lnTo>
                <a:lnTo>
                  <a:pt x="914400" y="438150"/>
                </a:lnTo>
                <a:lnTo>
                  <a:pt x="0" y="438150"/>
                </a:lnTo>
                <a:close/>
              </a:path>
            </a:pathLst>
          </a:custGeom>
          <a:solidFill xmlns:a="http://schemas.openxmlformats.org/drawingml/2006/main">
            <a:srgbClr val="FFFFFF"/>
          </a:solidFill>
          <a:ln xmlns:a="http://schemas.openxmlformats.org/drawingml/2006/main" w="28575">
            <a:solidFill>
              <a:srgbClr val="000000"/>
            </a:solidFill>
            <a:prstDash val="solid"/>
          </a:ln>
        </p:spPr>
      </p:sp>
      <p:sp>
        <p:nvSpPr>
          <p:cNvPr id="41" name="bottom action step 1">
            <a:extLst xmlns:a="http://schemas.openxmlformats.org/drawingml/2006/main">
              <a:ext uri="{FF2B5EF4-FFF2-40B4-BE49-F238E27FC236}">
                <a16:creationId xmlns:a16="http://schemas.microsoft.com/office/drawing/2014/main" id="{9E09DEED-7B52-4DC1-8DEE-F86EAF5511A3}"/>
              </a:ext>
            </a:extLst>
          </p:cNvPr>
          <p:cNvSpPr>
            <a:spLocks xmlns:a="http://schemas.openxmlformats.org/drawingml/2006/main" noGrp="1"/>
          </p:cNvSpPr>
          <p:nvPr/>
        </p:nvSpPr>
        <p:spPr>
          <a:xfrm xmlns:a="http://schemas.openxmlformats.org/drawingml/2006/main">
            <a:off x="3476625" y="5029200"/>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FFA99C"/>
          </a:solidFill>
          <a:ln xmlns:a="http://schemas.openxmlformats.org/drawingml/2006/main" w="28575">
            <a:solidFill>
              <a:srgbClr val="000000"/>
            </a:solidFill>
            <a:prstDash val="solid"/>
          </a:ln>
        </p:spPr>
      </p:sp>
      <p:pic>
        <p:nvPicPr>
          <p:cNvPr id="42" name="">
            <a:extLst xmlns:a="http://schemas.openxmlformats.org/drawingml/2006/main">
              <a:ext uri="{FF2B5EF4-FFF2-40B4-BE49-F238E27FC236}">
                <a16:creationId xmlns:a16="http://schemas.microsoft.com/office/drawing/2014/main" id="{F59A8EA7-A03D-4880-A2E5-1F4DE867A483}"/>
              </a:ext>
            </a:extLst>
          </p:cNvPr>
          <p:cNvPicPr>
            <a:picLocks xmlns:a="http://schemas.openxmlformats.org/drawingml/2006/main" noChangeAspect="1"/>
          </p:cNvPicPr>
          <p:nvPr/>
        </p:nvPicPr>
        <p:blipFill>
          <a:blip xmlns:r="http://schemas.openxmlformats.org/officeDocument/2006/relationships" xmlns:a="http://schemas.openxmlformats.org/drawingml/2006/main" r:embed="Rdddda445d86d4fad"/>
          <a:stretch xmlns:a="http://schemas.openxmlformats.org/drawingml/2006/main"/>
        </p:blipFill>
        <p:spPr>
          <a:xfrm xmlns:a="http://schemas.openxmlformats.org/drawingml/2006/main">
            <a:off x="3753589" y="5057775"/>
            <a:ext cx="341422" cy="366713"/>
          </a:xfrm>
          <a:prstGeom xmlns:a="http://schemas.openxmlformats.org/drawingml/2006/main" prst="rect">
            <a:avLst/>
          </a:prstGeom>
        </p:spPr>
      </p:pic>
      <p:sp>
        <p:nvSpPr>
          <p:cNvPr id="43" name="bottom action step 2">
            <a:extLst xmlns:a="http://schemas.openxmlformats.org/drawingml/2006/main">
              <a:ext uri="{FF2B5EF4-FFF2-40B4-BE49-F238E27FC236}">
                <a16:creationId xmlns:a16="http://schemas.microsoft.com/office/drawing/2014/main" id="{3A85A0AD-086C-429E-9EE4-E24AC720AC58}"/>
              </a:ext>
            </a:extLst>
          </p:cNvPr>
          <p:cNvSpPr>
            <a:spLocks xmlns:a="http://schemas.openxmlformats.org/drawingml/2006/main" noGrp="1"/>
          </p:cNvSpPr>
          <p:nvPr/>
        </p:nvSpPr>
        <p:spPr>
          <a:xfrm xmlns:a="http://schemas.openxmlformats.org/drawingml/2006/main">
            <a:off x="3476625" y="5462588"/>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E9AFE1"/>
          </a:solidFill>
          <a:ln xmlns:a="http://schemas.openxmlformats.org/drawingml/2006/main" w="28575">
            <a:solidFill>
              <a:srgbClr val="000000"/>
            </a:solidFill>
            <a:prstDash val="solid"/>
          </a:ln>
        </p:spPr>
      </p:sp>
      <p:pic>
        <p:nvPicPr>
          <p:cNvPr id="44" name="">
            <a:extLst xmlns:a="http://schemas.openxmlformats.org/drawingml/2006/main">
              <a:ext uri="{FF2B5EF4-FFF2-40B4-BE49-F238E27FC236}">
                <a16:creationId xmlns:a16="http://schemas.microsoft.com/office/drawing/2014/main" id="{3A710032-64E6-46E3-944F-D5D9C1D88209}"/>
              </a:ext>
            </a:extLst>
          </p:cNvPr>
          <p:cNvPicPr>
            <a:picLocks xmlns:a="http://schemas.openxmlformats.org/drawingml/2006/main" noChangeAspect="1"/>
          </p:cNvPicPr>
          <p:nvPr/>
        </p:nvPicPr>
        <p:blipFill>
          <a:blip xmlns:r="http://schemas.openxmlformats.org/officeDocument/2006/relationships" xmlns:a="http://schemas.openxmlformats.org/drawingml/2006/main" r:embed="R8f6adb6e73054acb"/>
          <a:stretch xmlns:a="http://schemas.openxmlformats.org/drawingml/2006/main"/>
        </p:blipFill>
        <p:spPr>
          <a:xfrm xmlns:a="http://schemas.openxmlformats.org/drawingml/2006/main">
            <a:off x="3753589" y="5491163"/>
            <a:ext cx="341422" cy="366713"/>
          </a:xfrm>
          <a:prstGeom xmlns:a="http://schemas.openxmlformats.org/drawingml/2006/main" prst="rect">
            <a:avLst/>
          </a:prstGeom>
        </p:spPr>
      </p:pic>
      <p:sp>
        <p:nvSpPr>
          <p:cNvPr id="45" name="bottom action step 3">
            <a:extLst xmlns:a="http://schemas.openxmlformats.org/drawingml/2006/main">
              <a:ext uri="{FF2B5EF4-FFF2-40B4-BE49-F238E27FC236}">
                <a16:creationId xmlns:a16="http://schemas.microsoft.com/office/drawing/2014/main" id="{0C591BA3-512C-412D-8F29-0B490B9E5B08}"/>
              </a:ext>
            </a:extLst>
          </p:cNvPr>
          <p:cNvSpPr>
            <a:spLocks xmlns:a="http://schemas.openxmlformats.org/drawingml/2006/main" noGrp="1"/>
          </p:cNvSpPr>
          <p:nvPr/>
        </p:nvSpPr>
        <p:spPr>
          <a:xfrm xmlns:a="http://schemas.openxmlformats.org/drawingml/2006/main">
            <a:off x="3476625" y="5895975"/>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CFB9EC"/>
          </a:solidFill>
          <a:ln xmlns:a="http://schemas.openxmlformats.org/drawingml/2006/main" w="28575">
            <a:solidFill>
              <a:srgbClr val="000000"/>
            </a:solidFill>
            <a:prstDash val="solid"/>
          </a:ln>
        </p:spPr>
      </p:sp>
      <p:pic>
        <p:nvPicPr>
          <p:cNvPr id="46" name="">
            <a:extLst xmlns:a="http://schemas.openxmlformats.org/drawingml/2006/main">
              <a:ext uri="{FF2B5EF4-FFF2-40B4-BE49-F238E27FC236}">
                <a16:creationId xmlns:a16="http://schemas.microsoft.com/office/drawing/2014/main" id="{68391A38-ED3C-4CC6-B88A-34730B789BEE}"/>
              </a:ext>
            </a:extLst>
          </p:cNvPr>
          <p:cNvPicPr>
            <a:picLocks xmlns:a="http://schemas.openxmlformats.org/drawingml/2006/main" noChangeAspect="1"/>
          </p:cNvPicPr>
          <p:nvPr/>
        </p:nvPicPr>
        <p:blipFill>
          <a:blip xmlns:r="http://schemas.openxmlformats.org/officeDocument/2006/relationships" xmlns:a="http://schemas.openxmlformats.org/drawingml/2006/main" r:embed="R340434cd16b34851"/>
          <a:stretch xmlns:a="http://schemas.openxmlformats.org/drawingml/2006/main"/>
        </p:blipFill>
        <p:spPr>
          <a:xfrm xmlns:a="http://schemas.openxmlformats.org/drawingml/2006/main">
            <a:off x="3753589" y="5924550"/>
            <a:ext cx="341422" cy="366713"/>
          </a:xfrm>
          <a:prstGeom xmlns:a="http://schemas.openxmlformats.org/drawingml/2006/main" prst="rect">
            <a:avLst/>
          </a:prstGeom>
        </p:spPr>
      </p:pic>
      <p:sp>
        <p:nvSpPr>
          <p:cNvPr id="47" name="bottom action step 4">
            <a:extLst xmlns:a="http://schemas.openxmlformats.org/drawingml/2006/main">
              <a:ext uri="{FF2B5EF4-FFF2-40B4-BE49-F238E27FC236}">
                <a16:creationId xmlns:a16="http://schemas.microsoft.com/office/drawing/2014/main" id="{FA60A7B8-9E00-47EA-BAFE-F99C31D1A298}"/>
              </a:ext>
            </a:extLst>
          </p:cNvPr>
          <p:cNvSpPr>
            <a:spLocks xmlns:a="http://schemas.openxmlformats.org/drawingml/2006/main" noGrp="1"/>
          </p:cNvSpPr>
          <p:nvPr/>
        </p:nvSpPr>
        <p:spPr>
          <a:xfrm xmlns:a="http://schemas.openxmlformats.org/drawingml/2006/main">
            <a:off x="3476625" y="6329363"/>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9FC4F2"/>
          </a:solidFill>
          <a:ln xmlns:a="http://schemas.openxmlformats.org/drawingml/2006/main" w="28575">
            <a:solidFill>
              <a:srgbClr val="000000"/>
            </a:solidFill>
            <a:prstDash val="solid"/>
          </a:ln>
        </p:spPr>
      </p:sp>
      <p:pic>
        <p:nvPicPr>
          <p:cNvPr id="48" name="">
            <a:extLst xmlns:a="http://schemas.openxmlformats.org/drawingml/2006/main">
              <a:ext uri="{FF2B5EF4-FFF2-40B4-BE49-F238E27FC236}">
                <a16:creationId xmlns:a16="http://schemas.microsoft.com/office/drawing/2014/main" id="{C42559B7-F035-4B6B-8516-F15A709D6019}"/>
              </a:ext>
            </a:extLst>
          </p:cNvPr>
          <p:cNvPicPr>
            <a:picLocks xmlns:a="http://schemas.openxmlformats.org/drawingml/2006/main" noChangeAspect="1"/>
          </p:cNvPicPr>
          <p:nvPr/>
        </p:nvPicPr>
        <p:blipFill>
          <a:blip xmlns:r="http://schemas.openxmlformats.org/officeDocument/2006/relationships" xmlns:a="http://schemas.openxmlformats.org/drawingml/2006/main" r:embed="R37e0922378054891"/>
          <a:stretch xmlns:a="http://schemas.openxmlformats.org/drawingml/2006/main"/>
        </p:blipFill>
        <p:spPr>
          <a:xfrm xmlns:a="http://schemas.openxmlformats.org/drawingml/2006/main">
            <a:off x="3753589" y="6357938"/>
            <a:ext cx="341422" cy="366713"/>
          </a:xfrm>
          <a:prstGeom xmlns:a="http://schemas.openxmlformats.org/drawingml/2006/main" prst="rect">
            <a:avLst/>
          </a:prstGeom>
        </p:spPr>
      </p:pic>
      <p:sp>
        <p:nvSpPr>
          <p:cNvPr id="49" name="Tool box band">
            <a:extLst xmlns:a="http://schemas.openxmlformats.org/drawingml/2006/main">
              <a:ext uri="{FF2B5EF4-FFF2-40B4-BE49-F238E27FC236}">
                <a16:creationId xmlns:a16="http://schemas.microsoft.com/office/drawing/2014/main" id="{90AC4E2B-DCAD-411B-A364-B39E125D2C10}"/>
              </a:ext>
            </a:extLst>
          </p:cNvPr>
          <p:cNvSpPr>
            <a:spLocks xmlns:a="http://schemas.openxmlformats.org/drawingml/2006/main" noGrp="1"/>
          </p:cNvSpPr>
          <p:nvPr/>
        </p:nvSpPr>
        <p:spPr>
          <a:xfrm xmlns:a="http://schemas.openxmlformats.org/drawingml/2006/main">
            <a:off x="4905375" y="2914650"/>
            <a:ext cx="14449425" cy="1247775"/>
          </a:xfrm>
          <a:custGeom xmlns:a="http://schemas.openxmlformats.org/drawingml/2006/main">
            <a:pathLst>
              <a:path w="14449425" h="1247775">
                <a:moveTo>
                  <a:pt x="95250" y="0"/>
                </a:moveTo>
                <a:lnTo>
                  <a:pt x="14354175" y="0"/>
                </a:lnTo>
                <a:cubicBezTo>
                  <a:pt x="14406780" y="0"/>
                  <a:pt x="14449425" y="42645"/>
                  <a:pt x="14449425" y="95250"/>
                </a:cubicBezTo>
                <a:lnTo>
                  <a:pt x="14449425" y="1152525"/>
                </a:lnTo>
                <a:cubicBezTo>
                  <a:pt x="14449425" y="1205130"/>
                  <a:pt x="14406780" y="1247775"/>
                  <a:pt x="14354175" y="1247775"/>
                </a:cubicBezTo>
                <a:lnTo>
                  <a:pt x="95250" y="1247775"/>
                </a:lnTo>
                <a:cubicBezTo>
                  <a:pt x="42645" y="1247775"/>
                  <a:pt x="0" y="1205130"/>
                  <a:pt x="0" y="1152525"/>
                </a:cubicBezTo>
                <a:lnTo>
                  <a:pt x="0" y="95250"/>
                </a:lnTo>
                <a:cubicBezTo>
                  <a:pt x="0" y="42645"/>
                  <a:pt x="42645" y="0"/>
                  <a:pt x="95250" y="0"/>
                </a:cubicBezTo>
                <a:close/>
              </a:path>
            </a:pathLst>
          </a:custGeom>
          <a:solidFill xmlns:a="http://schemas.openxmlformats.org/drawingml/2006/main">
            <a:srgbClr val="F8FEFD"/>
          </a:solidFill>
          <a:ln xmlns:a="http://schemas.openxmlformats.org/drawingml/2006/main" w="23813">
            <a:solidFill>
              <a:srgbClr val="A2E3DD"/>
            </a:solidFill>
            <a:prstDash val="solid"/>
          </a:ln>
        </p:spPr>
      </p:sp>
      <p:sp>
        <p:nvSpPr>
          <p:cNvPr id="50" name="Tool box vertical strip">
            <a:extLst xmlns:a="http://schemas.openxmlformats.org/drawingml/2006/main">
              <a:ext uri="{FF2B5EF4-FFF2-40B4-BE49-F238E27FC236}">
                <a16:creationId xmlns:a16="http://schemas.microsoft.com/office/drawing/2014/main" id="{47DDE460-2977-40AD-ACEE-68C064B83EBE}"/>
              </a:ext>
            </a:extLst>
          </p:cNvPr>
          <p:cNvSpPr>
            <a:spLocks xmlns:a="http://schemas.openxmlformats.org/drawingml/2006/main" noGrp="1"/>
          </p:cNvSpPr>
          <p:nvPr/>
        </p:nvSpPr>
        <p:spPr>
          <a:xfrm xmlns:a="http://schemas.openxmlformats.org/drawingml/2006/main">
            <a:off x="4905375" y="2914650"/>
            <a:ext cx="552450" cy="1247775"/>
          </a:xfrm>
          <a:custGeom xmlns:a="http://schemas.openxmlformats.org/drawingml/2006/main">
            <a:pathLst>
              <a:path w="552450" h="1247775">
                <a:moveTo>
                  <a:pt x="95250" y="0"/>
                </a:moveTo>
                <a:lnTo>
                  <a:pt x="457200" y="0"/>
                </a:lnTo>
                <a:cubicBezTo>
                  <a:pt x="509805" y="0"/>
                  <a:pt x="552450" y="42645"/>
                  <a:pt x="552450" y="95250"/>
                </a:cubicBezTo>
                <a:lnTo>
                  <a:pt x="552450" y="1152525"/>
                </a:lnTo>
                <a:cubicBezTo>
                  <a:pt x="552450" y="1205130"/>
                  <a:pt x="509805" y="1247775"/>
                  <a:pt x="457200" y="1247775"/>
                </a:cubicBezTo>
                <a:lnTo>
                  <a:pt x="95250" y="1247775"/>
                </a:lnTo>
                <a:cubicBezTo>
                  <a:pt x="42645" y="1247775"/>
                  <a:pt x="0" y="1205130"/>
                  <a:pt x="0" y="1152525"/>
                </a:cubicBezTo>
                <a:lnTo>
                  <a:pt x="0" y="95250"/>
                </a:lnTo>
                <a:cubicBezTo>
                  <a:pt x="0" y="42645"/>
                  <a:pt x="42645" y="0"/>
                  <a:pt x="95250" y="0"/>
                </a:cubicBezTo>
                <a:close/>
              </a:path>
            </a:pathLst>
          </a:custGeom>
          <a:solidFill xmlns:a="http://schemas.openxmlformats.org/drawingml/2006/main">
            <a:srgbClr val="A2E3DD"/>
          </a:solidFill>
          <a:ln xmlns:a="http://schemas.openxmlformats.org/drawingml/2006/main" w="9525">
            <a:noFill/>
            <a:prstDash val="solid"/>
          </a:ln>
        </p:spPr>
      </p:sp>
      <p:sp>
        <p:nvSpPr>
          <p:cNvPr id="51" name="Tool Box label">
            <a:extLst xmlns:a="http://schemas.openxmlformats.org/drawingml/2006/main">
              <a:ext uri="{FF2B5EF4-FFF2-40B4-BE49-F238E27FC236}">
                <a16:creationId xmlns:a16="http://schemas.microsoft.com/office/drawing/2014/main" id="{5176DF26-DD4E-4780-A2CF-D51118DEB5BC}"/>
              </a:ext>
            </a:extLst>
          </p:cNvPr>
          <p:cNvSpPr>
            <a:spLocks xmlns:a="http://schemas.openxmlformats.org/drawingml/2006/main" noGrp="1"/>
          </p:cNvSpPr>
          <p:nvPr/>
        </p:nvSpPr>
        <p:spPr>
          <a:xfrm xmlns:a="http://schemas.openxmlformats.org/drawingml/2006/main" rot="16200000">
            <a:off x="4600575" y="3381838"/>
            <a:ext cx="1152525" cy="3668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63" b="1" i="0">
                <a:solidFill>
                  <a:srgbClr val="101010"/>
                </a:solidFill>
                <a:latin typeface="Comic Sans MS"/>
                <a:ea typeface="Comic Sans MS"/>
                <a:cs typeface="Comic Sans MS"/>
              </a:defRPr>
            </a:defPPr>
          </a:lstStyle>
          <a:p xmlns:a="http://schemas.openxmlformats.org/drawingml/2006/main">
            <a:pPr algn="l">
              <a:lnSpc>
                <a:spcPct val="100000"/>
              </a:lnSpc>
              <a:buNone/>
              <a:defRPr sz="2063" b="1" i="0">
                <a:solidFill>
                  <a:srgbClr val="101010"/>
                </a:solidFill>
                <a:latin typeface="Comic Sans MS"/>
                <a:ea typeface="Comic Sans MS"/>
                <a:cs typeface="Comic Sans MS"/>
              </a:defRPr>
            </a:pPr>
            <a:r>
              <a:rPr sz="2063" b="1" i="0">
                <a:solidFill>
                  <a:srgbClr val="101010"/>
                </a:solidFill>
                <a:latin typeface="Comic Sans MS"/>
                <a:ea typeface="Comic Sans MS"/>
                <a:cs typeface="Comic Sans MS"/>
              </a:rPr>
              <a:t>Tool Box</a:t>
            </a:r>
          </a:p>
        </p:txBody>
      </p:sp>
      <p:sp>
        <p:nvSpPr>
          <p:cNvPr id="52" name="Toolbox Analysis group">
            <a:extLst xmlns:a="http://schemas.openxmlformats.org/drawingml/2006/main">
              <a:ext uri="{FF2B5EF4-FFF2-40B4-BE49-F238E27FC236}">
                <a16:creationId xmlns:a16="http://schemas.microsoft.com/office/drawing/2014/main" id="{F69702B0-C858-4992-963B-1F68E4BF376A}"/>
              </a:ext>
            </a:extLst>
          </p:cNvPr>
          <p:cNvSpPr>
            <a:spLocks xmlns:a="http://schemas.openxmlformats.org/drawingml/2006/main" noGrp="1"/>
          </p:cNvSpPr>
          <p:nvPr/>
        </p:nvSpPr>
        <p:spPr>
          <a:xfrm xmlns:a="http://schemas.openxmlformats.org/drawingml/2006/main">
            <a:off x="5791200" y="3038475"/>
            <a:ext cx="1533525" cy="685800"/>
          </a:xfrm>
          <a:custGeom xmlns:a="http://schemas.openxmlformats.org/drawingml/2006/main">
            <a:pathLst>
              <a:path w="1533525" h="685800">
                <a:moveTo>
                  <a:pt x="76200" y="0"/>
                </a:moveTo>
                <a:lnTo>
                  <a:pt x="1457325" y="0"/>
                </a:lnTo>
                <a:cubicBezTo>
                  <a:pt x="1499409" y="0"/>
                  <a:pt x="1533525" y="34116"/>
                  <a:pt x="1533525" y="76200"/>
                </a:cubicBezTo>
                <a:lnTo>
                  <a:pt x="1533525" y="609600"/>
                </a:lnTo>
                <a:cubicBezTo>
                  <a:pt x="1533525" y="651684"/>
                  <a:pt x="1499409" y="685800"/>
                  <a:pt x="14573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FFAD9D"/>
            </a:solidFill>
            <a:prstDash val="solid"/>
          </a:ln>
        </p:spPr>
      </p:sp>
      <p:pic>
        <p:nvPicPr>
          <p:cNvPr id="53" name="">
            <a:extLst xmlns:a="http://schemas.openxmlformats.org/drawingml/2006/main">
              <a:ext uri="{FF2B5EF4-FFF2-40B4-BE49-F238E27FC236}">
                <a16:creationId xmlns:a16="http://schemas.microsoft.com/office/drawing/2014/main" id="{B1CF9591-AC65-4390-B255-C13A3104F2D8}"/>
              </a:ext>
            </a:extLst>
          </p:cNvPr>
          <p:cNvPicPr>
            <a:picLocks xmlns:a="http://schemas.openxmlformats.org/drawingml/2006/main" noChangeAspect="1"/>
          </p:cNvPicPr>
          <p:nvPr/>
        </p:nvPicPr>
        <p:blipFill>
          <a:blip xmlns:r="http://schemas.openxmlformats.org/officeDocument/2006/relationships" xmlns:a="http://schemas.openxmlformats.org/drawingml/2006/main" r:embed="Rf32ee87656be4044"/>
          <a:stretch xmlns:a="http://schemas.openxmlformats.org/drawingml/2006/main"/>
        </p:blipFill>
        <p:spPr>
          <a:xfrm xmlns:a="http://schemas.openxmlformats.org/drawingml/2006/main">
            <a:off x="5857875" y="3087615"/>
            <a:ext cx="561975" cy="587519"/>
          </a:xfrm>
          <a:prstGeom xmlns:a="http://schemas.openxmlformats.org/drawingml/2006/main" prst="rect">
            <a:avLst/>
          </a:prstGeom>
        </p:spPr>
      </p:pic>
      <p:pic>
        <p:nvPicPr>
          <p:cNvPr id="54" name="">
            <a:extLst xmlns:a="http://schemas.openxmlformats.org/drawingml/2006/main">
              <a:ext uri="{FF2B5EF4-FFF2-40B4-BE49-F238E27FC236}">
                <a16:creationId xmlns:a16="http://schemas.microsoft.com/office/drawing/2014/main" id="{AC0F8D07-EC73-49E9-B334-CDD41A3BADBF}"/>
              </a:ext>
            </a:extLst>
          </p:cNvPr>
          <p:cNvPicPr>
            <a:picLocks xmlns:a="http://schemas.openxmlformats.org/drawingml/2006/main" noChangeAspect="1"/>
          </p:cNvPicPr>
          <p:nvPr/>
        </p:nvPicPr>
        <p:blipFill>
          <a:blip xmlns:r="http://schemas.openxmlformats.org/officeDocument/2006/relationships" xmlns:a="http://schemas.openxmlformats.org/drawingml/2006/main" r:embed="R7516a9b03ae34787"/>
          <a:stretch xmlns:a="http://schemas.openxmlformats.org/drawingml/2006/main"/>
        </p:blipFill>
        <p:spPr>
          <a:xfrm xmlns:a="http://schemas.openxmlformats.org/drawingml/2006/main">
            <a:off x="6611938" y="3133725"/>
            <a:ext cx="539750" cy="533400"/>
          </a:xfrm>
          <a:prstGeom xmlns:a="http://schemas.openxmlformats.org/drawingml/2006/main" prst="rect">
            <a:avLst/>
          </a:prstGeom>
        </p:spPr>
      </p:pic>
      <p:sp>
        <p:nvSpPr>
          <p:cNvPr id="55" name="Toolbox Search group">
            <a:extLst xmlns:a="http://schemas.openxmlformats.org/drawingml/2006/main">
              <a:ext uri="{FF2B5EF4-FFF2-40B4-BE49-F238E27FC236}">
                <a16:creationId xmlns:a16="http://schemas.microsoft.com/office/drawing/2014/main" id="{0DAB15F2-4D22-403D-A62A-2992D3023B0A}"/>
              </a:ext>
            </a:extLst>
          </p:cNvPr>
          <p:cNvSpPr>
            <a:spLocks xmlns:a="http://schemas.openxmlformats.org/drawingml/2006/main" noGrp="1"/>
          </p:cNvSpPr>
          <p:nvPr/>
        </p:nvSpPr>
        <p:spPr>
          <a:xfrm xmlns:a="http://schemas.openxmlformats.org/drawingml/2006/main">
            <a:off x="7896225" y="3038475"/>
            <a:ext cx="2952750" cy="685800"/>
          </a:xfrm>
          <a:custGeom xmlns:a="http://schemas.openxmlformats.org/drawingml/2006/main">
            <a:pathLst>
              <a:path w="2952750" h="685800">
                <a:moveTo>
                  <a:pt x="76200" y="0"/>
                </a:moveTo>
                <a:lnTo>
                  <a:pt x="2876550" y="0"/>
                </a:lnTo>
                <a:cubicBezTo>
                  <a:pt x="2918634" y="0"/>
                  <a:pt x="2952750" y="34116"/>
                  <a:pt x="2952750" y="76200"/>
                </a:cubicBezTo>
                <a:lnTo>
                  <a:pt x="2952750" y="609600"/>
                </a:lnTo>
                <a:cubicBezTo>
                  <a:pt x="2952750" y="651684"/>
                  <a:pt x="2918634" y="685800"/>
                  <a:pt x="2876550"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FAC28F"/>
            </a:solidFill>
            <a:prstDash val="solid"/>
          </a:ln>
        </p:spPr>
      </p:sp>
      <p:pic>
        <p:nvPicPr>
          <p:cNvPr id="56" name="">
            <a:extLst xmlns:a="http://schemas.openxmlformats.org/drawingml/2006/main">
              <a:ext uri="{FF2B5EF4-FFF2-40B4-BE49-F238E27FC236}">
                <a16:creationId xmlns:a16="http://schemas.microsoft.com/office/drawing/2014/main" id="{8B2E3403-FAED-4174-9F8A-ECC45FD10E7C}"/>
              </a:ext>
            </a:extLst>
          </p:cNvPr>
          <p:cNvPicPr>
            <a:picLocks xmlns:a="http://schemas.openxmlformats.org/drawingml/2006/main" noChangeAspect="1"/>
          </p:cNvPicPr>
          <p:nvPr/>
        </p:nvPicPr>
        <p:blipFill>
          <a:blip xmlns:r="http://schemas.openxmlformats.org/officeDocument/2006/relationships" xmlns:a="http://schemas.openxmlformats.org/drawingml/2006/main" r:embed="R59744ecbede843a0"/>
          <a:stretch xmlns:a="http://schemas.openxmlformats.org/drawingml/2006/main"/>
        </p:blipFill>
        <p:spPr>
          <a:xfrm xmlns:a="http://schemas.openxmlformats.org/drawingml/2006/main">
            <a:off x="7972425" y="3087615"/>
            <a:ext cx="561975" cy="587519"/>
          </a:xfrm>
          <a:prstGeom xmlns:a="http://schemas.openxmlformats.org/drawingml/2006/main" prst="rect">
            <a:avLst/>
          </a:prstGeom>
        </p:spPr>
      </p:pic>
      <p:pic>
        <p:nvPicPr>
          <p:cNvPr id="57" name="">
            <a:extLst xmlns:a="http://schemas.openxmlformats.org/drawingml/2006/main">
              <a:ext uri="{FF2B5EF4-FFF2-40B4-BE49-F238E27FC236}">
                <a16:creationId xmlns:a16="http://schemas.microsoft.com/office/drawing/2014/main" id="{4135A12D-28AC-4127-BF02-821DA0EE81C9}"/>
              </a:ext>
            </a:extLst>
          </p:cNvPr>
          <p:cNvPicPr>
            <a:picLocks xmlns:a="http://schemas.openxmlformats.org/drawingml/2006/main" noChangeAspect="1"/>
          </p:cNvPicPr>
          <p:nvPr/>
        </p:nvPicPr>
        <p:blipFill>
          <a:blip xmlns:r="http://schemas.openxmlformats.org/officeDocument/2006/relationships" xmlns:a="http://schemas.openxmlformats.org/drawingml/2006/main" r:embed="Re242094146144283"/>
          <a:stretch xmlns:a="http://schemas.openxmlformats.org/drawingml/2006/main"/>
        </p:blipFill>
        <p:spPr>
          <a:xfrm xmlns:a="http://schemas.openxmlformats.org/drawingml/2006/main">
            <a:off x="8743950" y="3133725"/>
            <a:ext cx="495300" cy="533400"/>
          </a:xfrm>
          <a:prstGeom xmlns:a="http://schemas.openxmlformats.org/drawingml/2006/main" prst="rect">
            <a:avLst/>
          </a:prstGeom>
        </p:spPr>
      </p:pic>
      <p:pic>
        <p:nvPicPr>
          <p:cNvPr id="58" name="">
            <a:extLst xmlns:a="http://schemas.openxmlformats.org/drawingml/2006/main">
              <a:ext uri="{FF2B5EF4-FFF2-40B4-BE49-F238E27FC236}">
                <a16:creationId xmlns:a16="http://schemas.microsoft.com/office/drawing/2014/main" id="{92688E3B-61A3-42DC-85B4-CA824C3D063E}"/>
              </a:ext>
            </a:extLst>
          </p:cNvPr>
          <p:cNvPicPr>
            <a:picLocks xmlns:a="http://schemas.openxmlformats.org/drawingml/2006/main" noChangeAspect="1"/>
          </p:cNvPicPr>
          <p:nvPr/>
        </p:nvPicPr>
        <p:blipFill>
          <a:blip xmlns:r="http://schemas.openxmlformats.org/officeDocument/2006/relationships" xmlns:a="http://schemas.openxmlformats.org/drawingml/2006/main" r:embed="R70ac4cb93b354565"/>
          <a:stretch xmlns:a="http://schemas.openxmlformats.org/drawingml/2006/main"/>
        </p:blipFill>
        <p:spPr>
          <a:xfrm xmlns:a="http://schemas.openxmlformats.org/drawingml/2006/main">
            <a:off x="9450388" y="3133725"/>
            <a:ext cx="501650" cy="533400"/>
          </a:xfrm>
          <a:prstGeom xmlns:a="http://schemas.openxmlformats.org/drawingml/2006/main" prst="rect">
            <a:avLst/>
          </a:prstGeom>
        </p:spPr>
      </p:pic>
      <p:pic>
        <p:nvPicPr>
          <p:cNvPr id="59" name="">
            <a:extLst xmlns:a="http://schemas.openxmlformats.org/drawingml/2006/main">
              <a:ext uri="{FF2B5EF4-FFF2-40B4-BE49-F238E27FC236}">
                <a16:creationId xmlns:a16="http://schemas.microsoft.com/office/drawing/2014/main" id="{6414E8CA-BEA9-4877-A2EB-9D14EDF84C76}"/>
              </a:ext>
            </a:extLst>
          </p:cNvPr>
          <p:cNvPicPr>
            <a:picLocks xmlns:a="http://schemas.openxmlformats.org/drawingml/2006/main" noChangeAspect="1"/>
          </p:cNvPicPr>
          <p:nvPr/>
        </p:nvPicPr>
        <p:blipFill>
          <a:blip xmlns:r="http://schemas.openxmlformats.org/officeDocument/2006/relationships" xmlns:a="http://schemas.openxmlformats.org/drawingml/2006/main" r:embed="Ra695a5234c664ea0"/>
          <a:stretch xmlns:a="http://schemas.openxmlformats.org/drawingml/2006/main"/>
        </p:blipFill>
        <p:spPr>
          <a:xfrm xmlns:a="http://schemas.openxmlformats.org/drawingml/2006/main">
            <a:off x="10172700" y="3135392"/>
            <a:ext cx="504825" cy="530066"/>
          </a:xfrm>
          <a:prstGeom xmlns:a="http://schemas.openxmlformats.org/drawingml/2006/main" prst="rect">
            <a:avLst/>
          </a:prstGeom>
        </p:spPr>
      </p:pic>
      <p:sp>
        <p:nvSpPr>
          <p:cNvPr id="60" name="Toolbox Reasoning group">
            <a:extLst xmlns:a="http://schemas.openxmlformats.org/drawingml/2006/main">
              <a:ext uri="{FF2B5EF4-FFF2-40B4-BE49-F238E27FC236}">
                <a16:creationId xmlns:a16="http://schemas.microsoft.com/office/drawing/2014/main" id="{96F9B306-B59F-42FD-B2C8-00099942F632}"/>
              </a:ext>
            </a:extLst>
          </p:cNvPr>
          <p:cNvSpPr>
            <a:spLocks xmlns:a="http://schemas.openxmlformats.org/drawingml/2006/main" noGrp="1"/>
          </p:cNvSpPr>
          <p:nvPr/>
        </p:nvSpPr>
        <p:spPr>
          <a:xfrm xmlns:a="http://schemas.openxmlformats.org/drawingml/2006/main">
            <a:off x="11477625" y="3038475"/>
            <a:ext cx="1590675" cy="685800"/>
          </a:xfrm>
          <a:custGeom xmlns:a="http://schemas.openxmlformats.org/drawingml/2006/main">
            <a:pathLst>
              <a:path w="1590675" h="685800">
                <a:moveTo>
                  <a:pt x="76200" y="0"/>
                </a:moveTo>
                <a:lnTo>
                  <a:pt x="1514475" y="0"/>
                </a:lnTo>
                <a:cubicBezTo>
                  <a:pt x="1556559" y="0"/>
                  <a:pt x="1590675" y="34116"/>
                  <a:pt x="1590675" y="76200"/>
                </a:cubicBezTo>
                <a:lnTo>
                  <a:pt x="1590675" y="609600"/>
                </a:lnTo>
                <a:cubicBezTo>
                  <a:pt x="1590675" y="651684"/>
                  <a:pt x="1556559" y="685800"/>
                  <a:pt x="151447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EDC1EA"/>
            </a:solidFill>
            <a:prstDash val="solid"/>
          </a:ln>
        </p:spPr>
      </p:sp>
      <p:pic>
        <p:nvPicPr>
          <p:cNvPr id="61" name="">
            <a:extLst xmlns:a="http://schemas.openxmlformats.org/drawingml/2006/main">
              <a:ext uri="{FF2B5EF4-FFF2-40B4-BE49-F238E27FC236}">
                <a16:creationId xmlns:a16="http://schemas.microsoft.com/office/drawing/2014/main" id="{0E0D5B85-321A-437A-B346-EEE7462E49E7}"/>
              </a:ext>
            </a:extLst>
          </p:cNvPr>
          <p:cNvPicPr>
            <a:picLocks xmlns:a="http://schemas.openxmlformats.org/drawingml/2006/main" noChangeAspect="1"/>
          </p:cNvPicPr>
          <p:nvPr/>
        </p:nvPicPr>
        <p:blipFill>
          <a:blip xmlns:r="http://schemas.openxmlformats.org/officeDocument/2006/relationships" xmlns:a="http://schemas.openxmlformats.org/drawingml/2006/main" r:embed="Ra39c7bd459fc4638"/>
          <a:stretch xmlns:a="http://schemas.openxmlformats.org/drawingml/2006/main"/>
        </p:blipFill>
        <p:spPr>
          <a:xfrm xmlns:a="http://schemas.openxmlformats.org/drawingml/2006/main">
            <a:off x="11534775" y="3087670"/>
            <a:ext cx="581025" cy="587410"/>
          </a:xfrm>
          <a:prstGeom xmlns:a="http://schemas.openxmlformats.org/drawingml/2006/main" prst="rect">
            <a:avLst/>
          </a:prstGeom>
        </p:spPr>
      </p:pic>
      <p:pic>
        <p:nvPicPr>
          <p:cNvPr id="62" name="">
            <a:extLst xmlns:a="http://schemas.openxmlformats.org/drawingml/2006/main">
              <a:ext uri="{FF2B5EF4-FFF2-40B4-BE49-F238E27FC236}">
                <a16:creationId xmlns:a16="http://schemas.microsoft.com/office/drawing/2014/main" id="{F7D87451-5E09-4F93-B6BF-12FFF67F07AC}"/>
              </a:ext>
            </a:extLst>
          </p:cNvPr>
          <p:cNvPicPr>
            <a:picLocks xmlns:a="http://schemas.openxmlformats.org/drawingml/2006/main" noChangeAspect="1"/>
          </p:cNvPicPr>
          <p:nvPr/>
        </p:nvPicPr>
        <p:blipFill>
          <a:blip xmlns:r="http://schemas.openxmlformats.org/officeDocument/2006/relationships" xmlns:a="http://schemas.openxmlformats.org/drawingml/2006/main" r:embed="R1dda1a08f5674acd"/>
          <a:stretch xmlns:a="http://schemas.openxmlformats.org/drawingml/2006/main"/>
        </p:blipFill>
        <p:spPr>
          <a:xfrm xmlns:a="http://schemas.openxmlformats.org/drawingml/2006/main">
            <a:off x="12344400" y="3133725"/>
            <a:ext cx="552450" cy="533400"/>
          </a:xfrm>
          <a:prstGeom xmlns:a="http://schemas.openxmlformats.org/drawingml/2006/main" prst="rect">
            <a:avLst/>
          </a:prstGeom>
        </p:spPr>
      </p:pic>
      <p:sp>
        <p:nvSpPr>
          <p:cNvPr id="63" name="Toolbox Review group">
            <a:extLst xmlns:a="http://schemas.openxmlformats.org/drawingml/2006/main">
              <a:ext uri="{FF2B5EF4-FFF2-40B4-BE49-F238E27FC236}">
                <a16:creationId xmlns:a16="http://schemas.microsoft.com/office/drawing/2014/main" id="{D7971B85-3F3A-4C0C-A6DD-81283E257792}"/>
              </a:ext>
            </a:extLst>
          </p:cNvPr>
          <p:cNvSpPr>
            <a:spLocks xmlns:a="http://schemas.openxmlformats.org/drawingml/2006/main" noGrp="1"/>
          </p:cNvSpPr>
          <p:nvPr/>
        </p:nvSpPr>
        <p:spPr>
          <a:xfrm xmlns:a="http://schemas.openxmlformats.org/drawingml/2006/main">
            <a:off x="13735050" y="3038475"/>
            <a:ext cx="1571625" cy="685800"/>
          </a:xfrm>
          <a:custGeom xmlns:a="http://schemas.openxmlformats.org/drawingml/2006/main">
            <a:pathLst>
              <a:path w="1571625" h="685800">
                <a:moveTo>
                  <a:pt x="76200" y="0"/>
                </a:moveTo>
                <a:lnTo>
                  <a:pt x="1495425" y="0"/>
                </a:lnTo>
                <a:cubicBezTo>
                  <a:pt x="1537509" y="0"/>
                  <a:pt x="1571625" y="34116"/>
                  <a:pt x="1571625" y="76200"/>
                </a:cubicBezTo>
                <a:lnTo>
                  <a:pt x="1571625" y="609600"/>
                </a:lnTo>
                <a:cubicBezTo>
                  <a:pt x="1571625" y="651684"/>
                  <a:pt x="1537509" y="685800"/>
                  <a:pt x="14954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CFB7EC"/>
            </a:solidFill>
            <a:prstDash val="solid"/>
          </a:ln>
        </p:spPr>
      </p:sp>
      <p:pic>
        <p:nvPicPr>
          <p:cNvPr id="64" name="">
            <a:extLst xmlns:a="http://schemas.openxmlformats.org/drawingml/2006/main">
              <a:ext uri="{FF2B5EF4-FFF2-40B4-BE49-F238E27FC236}">
                <a16:creationId xmlns:a16="http://schemas.microsoft.com/office/drawing/2014/main" id="{D1419870-158A-4625-B78D-3CF83E9DC889}"/>
              </a:ext>
            </a:extLst>
          </p:cNvPr>
          <p:cNvPicPr>
            <a:picLocks xmlns:a="http://schemas.openxmlformats.org/drawingml/2006/main" noChangeAspect="1"/>
          </p:cNvPicPr>
          <p:nvPr/>
        </p:nvPicPr>
        <p:blipFill>
          <a:blip xmlns:r="http://schemas.openxmlformats.org/officeDocument/2006/relationships" xmlns:a="http://schemas.openxmlformats.org/drawingml/2006/main" r:embed="R11fe5967047f4567"/>
          <a:stretch xmlns:a="http://schemas.openxmlformats.org/drawingml/2006/main"/>
        </p:blipFill>
        <p:spPr>
          <a:xfrm xmlns:a="http://schemas.openxmlformats.org/drawingml/2006/main">
            <a:off x="13801725" y="3087721"/>
            <a:ext cx="600075" cy="587307"/>
          </a:xfrm>
          <a:prstGeom xmlns:a="http://schemas.openxmlformats.org/drawingml/2006/main" prst="rect">
            <a:avLst/>
          </a:prstGeom>
        </p:spPr>
      </p:pic>
      <p:pic>
        <p:nvPicPr>
          <p:cNvPr id="65" name="">
            <a:extLst xmlns:a="http://schemas.openxmlformats.org/drawingml/2006/main">
              <a:ext uri="{FF2B5EF4-FFF2-40B4-BE49-F238E27FC236}">
                <a16:creationId xmlns:a16="http://schemas.microsoft.com/office/drawing/2014/main" id="{8B8B93DD-3F70-4FEF-88AA-3BFB4F0BBDE2}"/>
              </a:ext>
            </a:extLst>
          </p:cNvPr>
          <p:cNvPicPr>
            <a:picLocks xmlns:a="http://schemas.openxmlformats.org/drawingml/2006/main" noChangeAspect="1"/>
          </p:cNvPicPr>
          <p:nvPr/>
        </p:nvPicPr>
        <p:blipFill>
          <a:blip xmlns:r="http://schemas.openxmlformats.org/officeDocument/2006/relationships" xmlns:a="http://schemas.openxmlformats.org/drawingml/2006/main" r:embed="R99de5f9c8f0647d1"/>
          <a:stretch xmlns:a="http://schemas.openxmlformats.org/drawingml/2006/main"/>
        </p:blipFill>
        <p:spPr>
          <a:xfrm xmlns:a="http://schemas.openxmlformats.org/drawingml/2006/main">
            <a:off x="14565313" y="3133725"/>
            <a:ext cx="558800" cy="533400"/>
          </a:xfrm>
          <a:prstGeom xmlns:a="http://schemas.openxmlformats.org/drawingml/2006/main" prst="rect">
            <a:avLst/>
          </a:prstGeom>
        </p:spPr>
      </p:pic>
      <p:sp>
        <p:nvSpPr>
          <p:cNvPr id="66" name="Toolbox Image Gen group">
            <a:extLst xmlns:a="http://schemas.openxmlformats.org/drawingml/2006/main">
              <a:ext uri="{FF2B5EF4-FFF2-40B4-BE49-F238E27FC236}">
                <a16:creationId xmlns:a16="http://schemas.microsoft.com/office/drawing/2014/main" id="{E000F670-0479-4EC8-A9E8-D886BCB02E95}"/>
              </a:ext>
            </a:extLst>
          </p:cNvPr>
          <p:cNvSpPr>
            <a:spLocks xmlns:a="http://schemas.openxmlformats.org/drawingml/2006/main" noGrp="1"/>
          </p:cNvSpPr>
          <p:nvPr/>
        </p:nvSpPr>
        <p:spPr>
          <a:xfrm xmlns:a="http://schemas.openxmlformats.org/drawingml/2006/main">
            <a:off x="15792450" y="3038475"/>
            <a:ext cx="1533525" cy="685800"/>
          </a:xfrm>
          <a:custGeom xmlns:a="http://schemas.openxmlformats.org/drawingml/2006/main">
            <a:pathLst>
              <a:path w="1533525" h="685800">
                <a:moveTo>
                  <a:pt x="76200" y="0"/>
                </a:moveTo>
                <a:lnTo>
                  <a:pt x="1457325" y="0"/>
                </a:lnTo>
                <a:cubicBezTo>
                  <a:pt x="1499409" y="0"/>
                  <a:pt x="1533525" y="34116"/>
                  <a:pt x="1533525" y="76200"/>
                </a:cubicBezTo>
                <a:lnTo>
                  <a:pt x="1533525" y="609600"/>
                </a:lnTo>
                <a:cubicBezTo>
                  <a:pt x="1533525" y="651684"/>
                  <a:pt x="1499409" y="685800"/>
                  <a:pt x="14573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A6C7F4"/>
            </a:solidFill>
            <a:prstDash val="solid"/>
          </a:ln>
        </p:spPr>
      </p:sp>
      <p:pic>
        <p:nvPicPr>
          <p:cNvPr id="67" name="">
            <a:extLst xmlns:a="http://schemas.openxmlformats.org/drawingml/2006/main">
              <a:ext uri="{FF2B5EF4-FFF2-40B4-BE49-F238E27FC236}">
                <a16:creationId xmlns:a16="http://schemas.microsoft.com/office/drawing/2014/main" id="{7FD6A45D-8F78-4B86-9146-4201238B34D7}"/>
              </a:ext>
            </a:extLst>
          </p:cNvPr>
          <p:cNvPicPr>
            <a:picLocks xmlns:a="http://schemas.openxmlformats.org/drawingml/2006/main" noChangeAspect="1"/>
          </p:cNvPicPr>
          <p:nvPr/>
        </p:nvPicPr>
        <p:blipFill>
          <a:blip xmlns:r="http://schemas.openxmlformats.org/officeDocument/2006/relationships" xmlns:a="http://schemas.openxmlformats.org/drawingml/2006/main" r:embed="R1bcd17454f9f4ee6"/>
          <a:stretch xmlns:a="http://schemas.openxmlformats.org/drawingml/2006/main"/>
        </p:blipFill>
        <p:spPr>
          <a:xfrm xmlns:a="http://schemas.openxmlformats.org/drawingml/2006/main">
            <a:off x="15840075" y="3089275"/>
            <a:ext cx="609600" cy="584200"/>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F835F81B-6A15-4EBE-AA1B-5929E8169305}"/>
              </a:ext>
            </a:extLst>
          </p:cNvPr>
          <p:cNvPicPr>
            <a:picLocks xmlns:a="http://schemas.openxmlformats.org/drawingml/2006/main" noChangeAspect="1"/>
          </p:cNvPicPr>
          <p:nvPr/>
        </p:nvPicPr>
        <p:blipFill>
          <a:blip xmlns:r="http://schemas.openxmlformats.org/officeDocument/2006/relationships" xmlns:a="http://schemas.openxmlformats.org/drawingml/2006/main" r:embed="R86de9a2fb07c4e5b"/>
          <a:stretch xmlns:a="http://schemas.openxmlformats.org/drawingml/2006/main"/>
        </p:blipFill>
        <p:spPr>
          <a:xfrm xmlns:a="http://schemas.openxmlformats.org/drawingml/2006/main">
            <a:off x="16592550" y="3133725"/>
            <a:ext cx="609600" cy="533400"/>
          </a:xfrm>
          <a:prstGeom xmlns:a="http://schemas.openxmlformats.org/drawingml/2006/main" prst="rect">
            <a:avLst/>
          </a:prstGeom>
        </p:spPr>
      </p:pic>
      <p:sp>
        <p:nvSpPr>
          <p:cNvPr id="69" name="Others tool border">
            <a:extLst xmlns:a="http://schemas.openxmlformats.org/drawingml/2006/main">
              <a:ext uri="{FF2B5EF4-FFF2-40B4-BE49-F238E27FC236}">
                <a16:creationId xmlns:a16="http://schemas.microsoft.com/office/drawing/2014/main" id="{217EAC4D-4E02-45CD-888F-3C5194892EE3}"/>
              </a:ext>
            </a:extLst>
          </p:cNvPr>
          <p:cNvSpPr>
            <a:spLocks xmlns:a="http://schemas.openxmlformats.org/drawingml/2006/main" noGrp="1"/>
          </p:cNvSpPr>
          <p:nvPr/>
        </p:nvSpPr>
        <p:spPr>
          <a:xfrm xmlns:a="http://schemas.openxmlformats.org/drawingml/2006/main">
            <a:off x="18059400" y="3038475"/>
            <a:ext cx="676275" cy="685800"/>
          </a:xfrm>
          <a:custGeom xmlns:a="http://schemas.openxmlformats.org/drawingml/2006/main">
            <a:pathLst>
              <a:path w="676275" h="685800">
                <a:moveTo>
                  <a:pt x="85725" y="0"/>
                </a:moveTo>
                <a:lnTo>
                  <a:pt x="590550" y="0"/>
                </a:lnTo>
                <a:cubicBezTo>
                  <a:pt x="637895" y="0"/>
                  <a:pt x="676275" y="38380"/>
                  <a:pt x="676275" y="85725"/>
                </a:cubicBezTo>
                <a:lnTo>
                  <a:pt x="676275" y="600075"/>
                </a:lnTo>
                <a:cubicBezTo>
                  <a:pt x="676275" y="647420"/>
                  <a:pt x="637895" y="685800"/>
                  <a:pt x="590550" y="685800"/>
                </a:cubicBezTo>
                <a:lnTo>
                  <a:pt x="85725" y="685800"/>
                </a:lnTo>
                <a:cubicBezTo>
                  <a:pt x="38380" y="685800"/>
                  <a:pt x="0" y="647420"/>
                  <a:pt x="0" y="600075"/>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38100">
            <a:solidFill>
              <a:srgbClr val="77BBA0"/>
            </a:solidFill>
            <a:prstDash val="solid"/>
          </a:ln>
        </p:spPr>
      </p:sp>
      <p:sp>
        <p:nvSpPr>
          <p:cNvPr id="70" name="Others tool green disk">
            <a:extLst xmlns:a="http://schemas.openxmlformats.org/drawingml/2006/main">
              <a:ext uri="{FF2B5EF4-FFF2-40B4-BE49-F238E27FC236}">
                <a16:creationId xmlns:a16="http://schemas.microsoft.com/office/drawing/2014/main" id="{3D3FEA25-0B46-4768-82FB-349DBFCB3AEB}"/>
              </a:ext>
            </a:extLst>
          </p:cNvPr>
          <p:cNvSpPr>
            <a:spLocks xmlns:a="http://schemas.openxmlformats.org/drawingml/2006/main" noGrp="1"/>
          </p:cNvSpPr>
          <p:nvPr/>
        </p:nvSpPr>
        <p:spPr>
          <a:xfrm xmlns:a="http://schemas.openxmlformats.org/drawingml/2006/main">
            <a:off x="18135600" y="3114675"/>
            <a:ext cx="523875" cy="523875"/>
          </a:xfrm>
          <a:custGeom xmlns:a="http://schemas.openxmlformats.org/drawingml/2006/main">
            <a:pathLst>
              <a:path w="523875" h="523875">
                <a:moveTo>
                  <a:pt x="523875" y="261938"/>
                </a:moveTo>
                <a:cubicBezTo>
                  <a:pt x="523875" y="406602"/>
                  <a:pt x="406602" y="523875"/>
                  <a:pt x="261938" y="523875"/>
                </a:cubicBezTo>
                <a:cubicBezTo>
                  <a:pt x="117273" y="523875"/>
                  <a:pt x="0" y="406602"/>
                  <a:pt x="0" y="261938"/>
                </a:cubicBezTo>
                <a:cubicBezTo>
                  <a:pt x="0" y="117273"/>
                  <a:pt x="117273" y="0"/>
                  <a:pt x="261938" y="0"/>
                </a:cubicBezTo>
                <a:cubicBezTo>
                  <a:pt x="406602" y="0"/>
                  <a:pt x="523875" y="117273"/>
                  <a:pt x="523875" y="261938"/>
                </a:cubicBezTo>
                <a:close/>
              </a:path>
            </a:pathLst>
          </a:custGeom>
          <a:solidFill xmlns:a="http://schemas.openxmlformats.org/drawingml/2006/main">
            <a:srgbClr val="74B85A"/>
          </a:solidFill>
          <a:ln xmlns:a="http://schemas.openxmlformats.org/drawingml/2006/main" w="38100">
            <a:solidFill>
              <a:srgbClr val="080808"/>
            </a:solidFill>
            <a:prstDash val="solid"/>
          </a:ln>
        </p:spPr>
      </p:sp>
      <p:sp>
        <p:nvSpPr>
          <p:cNvPr id="71" name="Other tool dot">
            <a:extLst xmlns:a="http://schemas.openxmlformats.org/drawingml/2006/main">
              <a:ext uri="{FF2B5EF4-FFF2-40B4-BE49-F238E27FC236}">
                <a16:creationId xmlns:a16="http://schemas.microsoft.com/office/drawing/2014/main" id="{B437D3CA-AA66-48D5-9617-362BEEE59F31}"/>
              </a:ext>
            </a:extLst>
          </p:cNvPr>
          <p:cNvSpPr>
            <a:spLocks xmlns:a="http://schemas.openxmlformats.org/drawingml/2006/main" noGrp="1"/>
          </p:cNvSpPr>
          <p:nvPr/>
        </p:nvSpPr>
        <p:spPr>
          <a:xfrm xmlns:a="http://schemas.openxmlformats.org/drawingml/2006/main">
            <a:off x="18221325" y="33242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2" name="Other tool dot">
            <a:extLst xmlns:a="http://schemas.openxmlformats.org/drawingml/2006/main">
              <a:ext uri="{FF2B5EF4-FFF2-40B4-BE49-F238E27FC236}">
                <a16:creationId xmlns:a16="http://schemas.microsoft.com/office/drawing/2014/main" id="{BA9C6C18-E6CF-408E-A8CB-D1318E5B6C2B}"/>
              </a:ext>
            </a:extLst>
          </p:cNvPr>
          <p:cNvSpPr>
            <a:spLocks xmlns:a="http://schemas.openxmlformats.org/drawingml/2006/main" noGrp="1"/>
          </p:cNvSpPr>
          <p:nvPr/>
        </p:nvSpPr>
        <p:spPr>
          <a:xfrm xmlns:a="http://schemas.openxmlformats.org/drawingml/2006/main">
            <a:off x="18364200" y="33242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3" name="Other tool dot">
            <a:extLst xmlns:a="http://schemas.openxmlformats.org/drawingml/2006/main">
              <a:ext uri="{FF2B5EF4-FFF2-40B4-BE49-F238E27FC236}">
                <a16:creationId xmlns:a16="http://schemas.microsoft.com/office/drawing/2014/main" id="{19949C4A-39AC-4C64-9F6B-1DA1378A108E}"/>
              </a:ext>
            </a:extLst>
          </p:cNvPr>
          <p:cNvSpPr>
            <a:spLocks xmlns:a="http://schemas.openxmlformats.org/drawingml/2006/main" noGrp="1"/>
          </p:cNvSpPr>
          <p:nvPr/>
        </p:nvSpPr>
        <p:spPr>
          <a:xfrm xmlns:a="http://schemas.openxmlformats.org/drawingml/2006/main">
            <a:off x="18507075" y="33242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4" name="Planning panel shadow">
            <a:extLst xmlns:a="http://schemas.openxmlformats.org/drawingml/2006/main">
              <a:ext uri="{FF2B5EF4-FFF2-40B4-BE49-F238E27FC236}">
                <a16:creationId xmlns:a16="http://schemas.microsoft.com/office/drawing/2014/main" id="{433F48FC-0483-4782-88B6-1684F20D8186}"/>
              </a:ext>
            </a:extLst>
          </p:cNvPr>
          <p:cNvSpPr>
            <a:spLocks xmlns:a="http://schemas.openxmlformats.org/drawingml/2006/main" noGrp="1"/>
          </p:cNvSpPr>
          <p:nvPr/>
        </p:nvSpPr>
        <p:spPr>
          <a:xfrm xmlns:a="http://schemas.openxmlformats.org/drawingml/2006/main">
            <a:off x="161925" y="3238500"/>
            <a:ext cx="4362450" cy="742950"/>
          </a:xfrm>
          <a:custGeom xmlns:a="http://schemas.openxmlformats.org/drawingml/2006/main">
            <a:pathLst>
              <a:path w="4362450" h="742950">
                <a:moveTo>
                  <a:pt x="76200" y="0"/>
                </a:moveTo>
                <a:lnTo>
                  <a:pt x="4286250" y="0"/>
                </a:lnTo>
                <a:cubicBezTo>
                  <a:pt x="4328334" y="0"/>
                  <a:pt x="4362450" y="34116"/>
                  <a:pt x="4362450" y="76200"/>
                </a:cubicBezTo>
                <a:lnTo>
                  <a:pt x="4362450" y="666750"/>
                </a:lnTo>
                <a:cubicBezTo>
                  <a:pt x="4362450" y="708834"/>
                  <a:pt x="4328334" y="742950"/>
                  <a:pt x="4286250" y="742950"/>
                </a:cubicBezTo>
                <a:lnTo>
                  <a:pt x="76200" y="742950"/>
                </a:lnTo>
                <a:cubicBezTo>
                  <a:pt x="34116" y="742950"/>
                  <a:pt x="0" y="708834"/>
                  <a:pt x="0" y="666750"/>
                </a:cubicBezTo>
                <a:lnTo>
                  <a:pt x="0" y="76200"/>
                </a:lnTo>
                <a:cubicBezTo>
                  <a:pt x="0" y="34116"/>
                  <a:pt x="34116" y="0"/>
                  <a:pt x="76200" y="0"/>
                </a:cubicBezTo>
                <a:close/>
              </a:path>
            </a:pathLst>
          </a:custGeom>
          <a:solidFill xmlns:a="http://schemas.openxmlformats.org/drawingml/2006/main">
            <a:srgbClr val="EEEEEE"/>
          </a:solidFill>
          <a:ln xmlns:a="http://schemas.openxmlformats.org/drawingml/2006/main" w="9525">
            <a:noFill/>
            <a:prstDash val="solid"/>
          </a:ln>
        </p:spPr>
      </p:sp>
      <p:sp>
        <p:nvSpPr>
          <p:cNvPr id="75" name="Planning panel">
            <a:extLst xmlns:a="http://schemas.openxmlformats.org/drawingml/2006/main">
              <a:ext uri="{FF2B5EF4-FFF2-40B4-BE49-F238E27FC236}">
                <a16:creationId xmlns:a16="http://schemas.microsoft.com/office/drawing/2014/main" id="{89DB8789-CD96-4882-8490-B8CB24F72CB5}"/>
              </a:ext>
            </a:extLst>
          </p:cNvPr>
          <p:cNvSpPr>
            <a:spLocks xmlns:a="http://schemas.openxmlformats.org/drawingml/2006/main" noGrp="1"/>
          </p:cNvSpPr>
          <p:nvPr/>
        </p:nvSpPr>
        <p:spPr>
          <a:xfrm xmlns:a="http://schemas.openxmlformats.org/drawingml/2006/main">
            <a:off x="152400" y="3200400"/>
            <a:ext cx="4352925" cy="742950"/>
          </a:xfrm>
          <a:custGeom xmlns:a="http://schemas.openxmlformats.org/drawingml/2006/main">
            <a:pathLst>
              <a:path w="4352925" h="742950">
                <a:moveTo>
                  <a:pt x="76200" y="0"/>
                </a:moveTo>
                <a:lnTo>
                  <a:pt x="4276725" y="0"/>
                </a:lnTo>
                <a:cubicBezTo>
                  <a:pt x="4318809" y="0"/>
                  <a:pt x="4352925" y="34116"/>
                  <a:pt x="4352925" y="76200"/>
                </a:cubicBezTo>
                <a:lnTo>
                  <a:pt x="4352925" y="666750"/>
                </a:lnTo>
                <a:cubicBezTo>
                  <a:pt x="4352925" y="708834"/>
                  <a:pt x="4318809" y="742950"/>
                  <a:pt x="4276725" y="742950"/>
                </a:cubicBezTo>
                <a:lnTo>
                  <a:pt x="76200" y="742950"/>
                </a:lnTo>
                <a:cubicBezTo>
                  <a:pt x="34116" y="742950"/>
                  <a:pt x="0" y="708834"/>
                  <a:pt x="0" y="666750"/>
                </a:cubicBezTo>
                <a:lnTo>
                  <a:pt x="0" y="76200"/>
                </a:lnTo>
                <a:cubicBezTo>
                  <a:pt x="0" y="34116"/>
                  <a:pt x="34116" y="0"/>
                  <a:pt x="76200" y="0"/>
                </a:cubicBezTo>
                <a:close/>
              </a:path>
            </a:pathLst>
          </a:custGeom>
          <a:solidFill xmlns:a="http://schemas.openxmlformats.org/drawingml/2006/main">
            <a:srgbClr val="F5F5F5"/>
          </a:solidFill>
          <a:ln xmlns:a="http://schemas.openxmlformats.org/drawingml/2006/main" w="14288">
            <a:solidFill>
              <a:srgbClr val="888888"/>
            </a:solidFill>
            <a:prstDash val="solid"/>
          </a:ln>
        </p:spPr>
      </p:sp>
      <p:sp>
        <p:nvSpPr>
          <p:cNvPr id="76" name="Input speech bubble">
            <a:extLst xmlns:a="http://schemas.openxmlformats.org/drawingml/2006/main">
              <a:ext uri="{FF2B5EF4-FFF2-40B4-BE49-F238E27FC236}">
                <a16:creationId xmlns:a16="http://schemas.microsoft.com/office/drawing/2014/main" id="{2F8FD96D-0B7D-4B5E-A8C9-08FAE3550679}"/>
              </a:ext>
            </a:extLst>
          </p:cNvPr>
          <p:cNvSpPr>
            <a:spLocks xmlns:a="http://schemas.openxmlformats.org/drawingml/2006/main" noGrp="1"/>
          </p:cNvSpPr>
          <p:nvPr/>
        </p:nvSpPr>
        <p:spPr>
          <a:xfrm xmlns:a="http://schemas.openxmlformats.org/drawingml/2006/main">
            <a:off x="323850" y="3305175"/>
            <a:ext cx="1828800" cy="523875"/>
          </a:xfrm>
          <a:custGeom xmlns:a="http://schemas.openxmlformats.org/drawingml/2006/main">
            <a:pathLst>
              <a:path w="1828800" h="523875">
                <a:moveTo>
                  <a:pt x="85725" y="0"/>
                </a:moveTo>
                <a:lnTo>
                  <a:pt x="1743075" y="0"/>
                </a:lnTo>
                <a:cubicBezTo>
                  <a:pt x="1790420" y="0"/>
                  <a:pt x="1828800" y="38380"/>
                  <a:pt x="1828800" y="85725"/>
                </a:cubicBezTo>
                <a:lnTo>
                  <a:pt x="1828800" y="438150"/>
                </a:lnTo>
                <a:cubicBezTo>
                  <a:pt x="1828800" y="485495"/>
                  <a:pt x="1790420" y="523875"/>
                  <a:pt x="1743075" y="523875"/>
                </a:cubicBezTo>
                <a:lnTo>
                  <a:pt x="85725" y="523875"/>
                </a:lnTo>
                <a:cubicBezTo>
                  <a:pt x="38380" y="523875"/>
                  <a:pt x="0" y="485495"/>
                  <a:pt x="0" y="438150"/>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11430">
            <a:solidFill>
              <a:srgbClr val="999999"/>
            </a:solidFill>
            <a:prstDash val="dash"/>
          </a:ln>
        </p:spPr>
      </p:sp>
      <p:sp>
        <p:nvSpPr>
          <p:cNvPr id="77" name="Planning speech bubble">
            <a:extLst xmlns:a="http://schemas.openxmlformats.org/drawingml/2006/main">
              <a:ext uri="{FF2B5EF4-FFF2-40B4-BE49-F238E27FC236}">
                <a16:creationId xmlns:a16="http://schemas.microsoft.com/office/drawing/2014/main" id="{0FFCA1CC-5D11-429A-AF07-92D961145812}"/>
              </a:ext>
            </a:extLst>
          </p:cNvPr>
          <p:cNvSpPr>
            <a:spLocks xmlns:a="http://schemas.openxmlformats.org/drawingml/2006/main" noGrp="1"/>
          </p:cNvSpPr>
          <p:nvPr/>
        </p:nvSpPr>
        <p:spPr>
          <a:xfrm xmlns:a="http://schemas.openxmlformats.org/drawingml/2006/main">
            <a:off x="2914650" y="3305175"/>
            <a:ext cx="1485900" cy="523875"/>
          </a:xfrm>
          <a:custGeom xmlns:a="http://schemas.openxmlformats.org/drawingml/2006/main">
            <a:pathLst>
              <a:path w="1485900" h="523875">
                <a:moveTo>
                  <a:pt x="85725" y="0"/>
                </a:moveTo>
                <a:lnTo>
                  <a:pt x="1400175" y="0"/>
                </a:lnTo>
                <a:cubicBezTo>
                  <a:pt x="1447520" y="0"/>
                  <a:pt x="1485900" y="38380"/>
                  <a:pt x="1485900" y="85725"/>
                </a:cubicBezTo>
                <a:lnTo>
                  <a:pt x="1485900" y="438150"/>
                </a:lnTo>
                <a:cubicBezTo>
                  <a:pt x="1485900" y="485495"/>
                  <a:pt x="1447520" y="523875"/>
                  <a:pt x="1400175" y="523875"/>
                </a:cubicBezTo>
                <a:lnTo>
                  <a:pt x="85725" y="523875"/>
                </a:lnTo>
                <a:cubicBezTo>
                  <a:pt x="38380" y="523875"/>
                  <a:pt x="0" y="485495"/>
                  <a:pt x="0" y="438150"/>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11430">
            <a:solidFill>
              <a:srgbClr val="999999"/>
            </a:solidFill>
            <a:prstDash val="dash"/>
          </a:ln>
        </p:spPr>
      </p:sp>
      <p:pic>
        <p:nvPicPr>
          <p:cNvPr id="78" name="">
            <a:extLst xmlns:a="http://schemas.openxmlformats.org/drawingml/2006/main">
              <a:ext uri="{FF2B5EF4-FFF2-40B4-BE49-F238E27FC236}">
                <a16:creationId xmlns:a16="http://schemas.microsoft.com/office/drawing/2014/main" id="{2CF85473-9910-4917-9E64-8ABDCFEAE0B1}"/>
              </a:ext>
            </a:extLst>
          </p:cNvPr>
          <p:cNvPicPr>
            <a:picLocks xmlns:a="http://schemas.openxmlformats.org/drawingml/2006/main" noChangeAspect="1"/>
          </p:cNvPicPr>
          <p:nvPr/>
        </p:nvPicPr>
        <p:blipFill>
          <a:blip xmlns:r="http://schemas.openxmlformats.org/officeDocument/2006/relationships" xmlns:a="http://schemas.openxmlformats.org/drawingml/2006/main" r:embed="R85cab46ec6504457"/>
          <a:stretch xmlns:a="http://schemas.openxmlformats.org/drawingml/2006/main"/>
        </p:blipFill>
        <p:spPr>
          <a:xfrm xmlns:a="http://schemas.openxmlformats.org/drawingml/2006/main">
            <a:off x="2219325" y="3278254"/>
            <a:ext cx="600075" cy="625341"/>
          </a:xfrm>
          <a:prstGeom xmlns:a="http://schemas.openxmlformats.org/drawingml/2006/main" prst="rect">
            <a:avLst/>
          </a:prstGeom>
        </p:spPr>
      </p:pic>
      <p:sp>
        <p:nvSpPr>
          <p:cNvPr id="79" name="Toolbox to planner">
            <a:extLst xmlns:a="http://schemas.openxmlformats.org/drawingml/2006/main">
              <a:ext uri="{FF2B5EF4-FFF2-40B4-BE49-F238E27FC236}">
                <a16:creationId xmlns:a16="http://schemas.microsoft.com/office/drawing/2014/main" id="{8D9AFB8E-F8F0-4827-AD6B-C4AE00A45A92}"/>
              </a:ext>
            </a:extLst>
          </p:cNvPr>
          <p:cNvSpPr>
            <a:spLocks xmlns:a="http://schemas.openxmlformats.org/drawingml/2006/main" noGrp="1"/>
          </p:cNvSpPr>
          <p:nvPr/>
        </p:nvSpPr>
        <p:spPr>
          <a:xfrm xmlns:a="http://schemas.openxmlformats.org/drawingml/2006/main">
            <a:off x="4476750" y="3343275"/>
            <a:ext cx="428625" cy="447675"/>
          </a:xfrm>
          <a:custGeom xmlns:a="http://schemas.openxmlformats.org/drawingml/2006/main">
            <a:pathLst>
              <a:path w="428625" h="447675">
                <a:moveTo>
                  <a:pt x="428625" y="104775"/>
                </a:moveTo>
                <a:lnTo>
                  <a:pt x="209550" y="104775"/>
                </a:lnTo>
                <a:lnTo>
                  <a:pt x="209550" y="0"/>
                </a:lnTo>
                <a:lnTo>
                  <a:pt x="0" y="228600"/>
                </a:lnTo>
                <a:lnTo>
                  <a:pt x="209550" y="447675"/>
                </a:lnTo>
                <a:lnTo>
                  <a:pt x="209550" y="333375"/>
                </a:lnTo>
                <a:lnTo>
                  <a:pt x="428625" y="333375"/>
                </a:lnTo>
                <a:close/>
              </a:path>
            </a:pathLst>
          </a:custGeom>
          <a:solidFill xmlns:a="http://schemas.openxmlformats.org/drawingml/2006/main">
            <a:srgbClr val="2EAF9F"/>
          </a:solidFill>
          <a:ln xmlns:a="http://schemas.openxmlformats.org/drawingml/2006/main" w="9525">
            <a:noFill/>
            <a:prstDash val="solid"/>
          </a:ln>
        </p:spPr>
      </p:sp>
      <p:sp>
        <p:nvSpPr>
          <p:cNvPr id="80" name="Input top down arrow">
            <a:extLst xmlns:a="http://schemas.openxmlformats.org/drawingml/2006/main">
              <a:ext uri="{FF2B5EF4-FFF2-40B4-BE49-F238E27FC236}">
                <a16:creationId xmlns:a16="http://schemas.microsoft.com/office/drawing/2014/main" id="{2F371906-3F74-4FCB-AE43-57B6FA366102}"/>
              </a:ext>
            </a:extLst>
          </p:cNvPr>
          <p:cNvSpPr>
            <a:spLocks xmlns:a="http://schemas.openxmlformats.org/drawingml/2006/main" noGrp="1"/>
          </p:cNvSpPr>
          <p:nvPr/>
        </p:nvSpPr>
        <p:spPr>
          <a:xfrm xmlns:a="http://schemas.openxmlformats.org/drawingml/2006/main">
            <a:off x="1438275" y="2800350"/>
            <a:ext cx="457200" cy="485775"/>
          </a:xfrm>
          <a:custGeom xmlns:a="http://schemas.openxmlformats.org/drawingml/2006/main">
            <a:pathLst>
              <a:path w="457200" h="485775">
                <a:moveTo>
                  <a:pt x="114300" y="0"/>
                </a:moveTo>
                <a:lnTo>
                  <a:pt x="333375" y="0"/>
                </a:lnTo>
                <a:lnTo>
                  <a:pt x="333375" y="266700"/>
                </a:lnTo>
                <a:lnTo>
                  <a:pt x="457200" y="266700"/>
                </a:lnTo>
                <a:lnTo>
                  <a:pt x="228600" y="485775"/>
                </a:lnTo>
                <a:lnTo>
                  <a:pt x="0" y="266700"/>
                </a:lnTo>
                <a:lnTo>
                  <a:pt x="114300" y="266700"/>
                </a:lnTo>
                <a:close/>
              </a:path>
            </a:pathLst>
          </a:custGeom>
          <a:solidFill xmlns:a="http://schemas.openxmlformats.org/drawingml/2006/main">
            <a:srgbClr val="888888"/>
          </a:solidFill>
          <a:ln xmlns:a="http://schemas.openxmlformats.org/drawingml/2006/main" w="9525">
            <a:noFill/>
            <a:prstDash val="solid"/>
          </a:ln>
        </p:spPr>
      </p:sp>
      <p:sp>
        <p:nvSpPr>
          <p:cNvPr id="81" name="Input bottom up arrow">
            <a:extLst xmlns:a="http://schemas.openxmlformats.org/drawingml/2006/main">
              <a:ext uri="{FF2B5EF4-FFF2-40B4-BE49-F238E27FC236}">
                <a16:creationId xmlns:a16="http://schemas.microsoft.com/office/drawing/2014/main" id="{CA024CFD-3416-4658-9930-C1C083D748E3}"/>
              </a:ext>
            </a:extLst>
          </p:cNvPr>
          <p:cNvSpPr>
            <a:spLocks xmlns:a="http://schemas.openxmlformats.org/drawingml/2006/main" noGrp="1"/>
          </p:cNvSpPr>
          <p:nvPr/>
        </p:nvSpPr>
        <p:spPr>
          <a:xfrm xmlns:a="http://schemas.openxmlformats.org/drawingml/2006/main">
            <a:off x="1438275" y="3876675"/>
            <a:ext cx="457200" cy="485775"/>
          </a:xfrm>
          <a:custGeom xmlns:a="http://schemas.openxmlformats.org/drawingml/2006/main">
            <a:pathLst>
              <a:path w="457200" h="485775">
                <a:moveTo>
                  <a:pt x="114300" y="485775"/>
                </a:moveTo>
                <a:lnTo>
                  <a:pt x="333375" y="485775"/>
                </a:lnTo>
                <a:lnTo>
                  <a:pt x="333375" y="219075"/>
                </a:lnTo>
                <a:lnTo>
                  <a:pt x="457200" y="219075"/>
                </a:lnTo>
                <a:lnTo>
                  <a:pt x="228600" y="0"/>
                </a:lnTo>
                <a:lnTo>
                  <a:pt x="0" y="219075"/>
                </a:lnTo>
                <a:lnTo>
                  <a:pt x="114300" y="219075"/>
                </a:lnTo>
                <a:close/>
              </a:path>
            </a:pathLst>
          </a:custGeom>
          <a:solidFill xmlns:a="http://schemas.openxmlformats.org/drawingml/2006/main">
            <a:srgbClr val="888888"/>
          </a:solidFill>
          <a:ln xmlns:a="http://schemas.openxmlformats.org/drawingml/2006/main" w="9525">
            <a:noFill/>
            <a:prstDash val="solid"/>
          </a:ln>
        </p:spPr>
      </p:sp>
      <p:sp>
        <p:nvSpPr>
          <p:cNvPr id="82" name="Planner action top arrow">
            <a:extLst xmlns:a="http://schemas.openxmlformats.org/drawingml/2006/main">
              <a:ext uri="{FF2B5EF4-FFF2-40B4-BE49-F238E27FC236}">
                <a16:creationId xmlns:a16="http://schemas.microsoft.com/office/drawing/2014/main" id="{F1FA4A49-469F-4DAD-B318-05769FB21235}"/>
              </a:ext>
            </a:extLst>
          </p:cNvPr>
          <p:cNvSpPr>
            <a:spLocks xmlns:a="http://schemas.openxmlformats.org/drawingml/2006/main" noGrp="1"/>
          </p:cNvSpPr>
          <p:nvPr/>
        </p:nvSpPr>
        <p:spPr>
          <a:xfrm xmlns:a="http://schemas.openxmlformats.org/drawingml/2006/main">
            <a:off x="3686175" y="2800350"/>
            <a:ext cx="485775" cy="504825"/>
          </a:xfrm>
          <a:custGeom xmlns:a="http://schemas.openxmlformats.org/drawingml/2006/main">
            <a:pathLst>
              <a:path w="485775" h="504825">
                <a:moveTo>
                  <a:pt x="133350" y="504825"/>
                </a:moveTo>
                <a:lnTo>
                  <a:pt x="352425" y="504825"/>
                </a:lnTo>
                <a:lnTo>
                  <a:pt x="352425" y="228600"/>
                </a:lnTo>
                <a:lnTo>
                  <a:pt x="485775" y="228600"/>
                </a:lnTo>
                <a:lnTo>
                  <a:pt x="238125" y="0"/>
                </a:lnTo>
                <a:lnTo>
                  <a:pt x="0" y="228600"/>
                </a:lnTo>
                <a:lnTo>
                  <a:pt x="133350" y="228600"/>
                </a:lnTo>
                <a:close/>
              </a:path>
            </a:pathLst>
          </a:custGeom>
          <a:solidFill xmlns:a="http://schemas.openxmlformats.org/drawingml/2006/main">
            <a:srgbClr val="FFC000"/>
          </a:solidFill>
          <a:ln xmlns:a="http://schemas.openxmlformats.org/drawingml/2006/main" w="9525">
            <a:noFill/>
            <a:prstDash val="solid"/>
          </a:ln>
        </p:spPr>
      </p:sp>
      <p:sp>
        <p:nvSpPr>
          <p:cNvPr id="83" name="Planner action bottom arrow">
            <a:extLst xmlns:a="http://schemas.openxmlformats.org/drawingml/2006/main">
              <a:ext uri="{FF2B5EF4-FFF2-40B4-BE49-F238E27FC236}">
                <a16:creationId xmlns:a16="http://schemas.microsoft.com/office/drawing/2014/main" id="{63C3100E-C721-4DE4-A5A7-1F1053EC2B1E}"/>
              </a:ext>
            </a:extLst>
          </p:cNvPr>
          <p:cNvSpPr>
            <a:spLocks xmlns:a="http://schemas.openxmlformats.org/drawingml/2006/main" noGrp="1"/>
          </p:cNvSpPr>
          <p:nvPr/>
        </p:nvSpPr>
        <p:spPr>
          <a:xfrm xmlns:a="http://schemas.openxmlformats.org/drawingml/2006/main">
            <a:off x="3686175" y="3857625"/>
            <a:ext cx="485775" cy="733425"/>
          </a:xfrm>
          <a:custGeom xmlns:a="http://schemas.openxmlformats.org/drawingml/2006/main">
            <a:pathLst>
              <a:path w="485775" h="733425">
                <a:moveTo>
                  <a:pt x="133350" y="0"/>
                </a:moveTo>
                <a:lnTo>
                  <a:pt x="352425" y="0"/>
                </a:lnTo>
                <a:lnTo>
                  <a:pt x="352425" y="495300"/>
                </a:lnTo>
                <a:lnTo>
                  <a:pt x="485775" y="495300"/>
                </a:lnTo>
                <a:lnTo>
                  <a:pt x="238125" y="733425"/>
                </a:lnTo>
                <a:lnTo>
                  <a:pt x="0" y="495300"/>
                </a:lnTo>
                <a:lnTo>
                  <a:pt x="133350" y="495300"/>
                </a:lnTo>
                <a:close/>
              </a:path>
            </a:pathLst>
          </a:custGeom>
          <a:solidFill xmlns:a="http://schemas.openxmlformats.org/drawingml/2006/main">
            <a:srgbClr val="FFC000"/>
          </a:solidFill>
          <a:ln xmlns:a="http://schemas.openxmlformats.org/drawingml/2006/main" w="9525">
            <a:noFill/>
            <a:prstDash val="solid"/>
          </a:ln>
        </p:spPr>
      </p:sp>
      <p:pic>
        <p:nvPicPr>
          <p:cNvPr id="84" name="">
            <a:extLst xmlns:a="http://schemas.openxmlformats.org/drawingml/2006/main">
              <a:ext uri="{FF2B5EF4-FFF2-40B4-BE49-F238E27FC236}">
                <a16:creationId xmlns:a16="http://schemas.microsoft.com/office/drawing/2014/main" id="{B0C0578C-39DB-426A-9D7C-E1CC0AEB37B8}"/>
              </a:ext>
            </a:extLst>
          </p:cNvPr>
          <p:cNvPicPr>
            <a:picLocks xmlns:a="http://schemas.openxmlformats.org/drawingml/2006/main" noChangeAspect="1"/>
          </p:cNvPicPr>
          <p:nvPr/>
        </p:nvPicPr>
        <p:blipFill>
          <a:blip xmlns:r="http://schemas.openxmlformats.org/officeDocument/2006/relationships" xmlns:a="http://schemas.openxmlformats.org/drawingml/2006/main" r:embed="R7df90ea7973c43e9"/>
          <a:stretch xmlns:a="http://schemas.openxmlformats.org/drawingml/2006/main"/>
        </p:blipFill>
        <p:spPr>
          <a:xfrm xmlns:a="http://schemas.openxmlformats.org/drawingml/2006/main">
            <a:off x="249238" y="695325"/>
            <a:ext cx="330200" cy="361950"/>
          </a:xfrm>
          <a:prstGeom xmlns:a="http://schemas.openxmlformats.org/drawingml/2006/main" prst="rect">
            <a:avLst/>
          </a:prstGeom>
        </p:spPr>
      </p:pic>
      <p:pic>
        <p:nvPicPr>
          <p:cNvPr id="85" name="">
            <a:extLst xmlns:a="http://schemas.openxmlformats.org/drawingml/2006/main">
              <a:ext uri="{FF2B5EF4-FFF2-40B4-BE49-F238E27FC236}">
                <a16:creationId xmlns:a16="http://schemas.microsoft.com/office/drawing/2014/main" id="{B7D72A4C-CA4A-4A15-B91E-894E6ACB1C20}"/>
              </a:ext>
            </a:extLst>
          </p:cNvPr>
          <p:cNvPicPr>
            <a:picLocks xmlns:a="http://schemas.openxmlformats.org/drawingml/2006/main" noChangeAspect="1"/>
          </p:cNvPicPr>
          <p:nvPr/>
        </p:nvPicPr>
        <p:blipFill>
          <a:blip xmlns:r="http://schemas.openxmlformats.org/officeDocument/2006/relationships" xmlns:a="http://schemas.openxmlformats.org/drawingml/2006/main" r:embed="Rde4f7f50661745f6"/>
          <a:stretch xmlns:a="http://schemas.openxmlformats.org/drawingml/2006/main"/>
        </p:blipFill>
        <p:spPr>
          <a:xfrm xmlns:a="http://schemas.openxmlformats.org/drawingml/2006/main">
            <a:off x="250637" y="4810125"/>
            <a:ext cx="327402" cy="371475"/>
          </a:xfrm>
          <a:prstGeom xmlns:a="http://schemas.openxmlformats.org/drawingml/2006/main" prst="rect">
            <a:avLst/>
          </a:prstGeom>
        </p:spPr>
      </p:pic>
      <p:pic>
        <p:nvPicPr>
          <p:cNvPr id="86" name="">
            <a:extLst xmlns:a="http://schemas.openxmlformats.org/drawingml/2006/main">
              <a:ext uri="{FF2B5EF4-FFF2-40B4-BE49-F238E27FC236}">
                <a16:creationId xmlns:a16="http://schemas.microsoft.com/office/drawing/2014/main" id="{E4F58CDC-0E79-4D2E-8C36-ECCD7ED28EA6}"/>
              </a:ext>
            </a:extLst>
          </p:cNvPr>
          <p:cNvPicPr>
            <a:picLocks xmlns:a="http://schemas.openxmlformats.org/drawingml/2006/main" noChangeAspect="1"/>
          </p:cNvPicPr>
          <p:nvPr/>
        </p:nvPicPr>
        <p:blipFill>
          <a:blip xmlns:r="http://schemas.openxmlformats.org/officeDocument/2006/relationships" xmlns:a="http://schemas.openxmlformats.org/drawingml/2006/main" r:embed="R926fa9051d9c4057"/>
          <a:stretch xmlns:a="http://schemas.openxmlformats.org/drawingml/2006/main"/>
        </p:blipFill>
        <p:spPr>
          <a:xfrm xmlns:a="http://schemas.openxmlformats.org/drawingml/2006/main">
            <a:off x="1763713" y="4876800"/>
            <a:ext cx="330200" cy="342900"/>
          </a:xfrm>
          <a:prstGeom xmlns:a="http://schemas.openxmlformats.org/drawingml/2006/main" prst="rect">
            <a:avLst/>
          </a:prstGeom>
        </p:spPr>
      </p:pic>
      <p:pic>
        <p:nvPicPr>
          <p:cNvPr id="87" name="">
            <a:extLst xmlns:a="http://schemas.openxmlformats.org/drawingml/2006/main">
              <a:ext uri="{FF2B5EF4-FFF2-40B4-BE49-F238E27FC236}">
                <a16:creationId xmlns:a16="http://schemas.microsoft.com/office/drawing/2014/main" id="{6EAEF834-1C2A-4023-A371-959C8399E049}"/>
              </a:ext>
            </a:extLst>
          </p:cNvPr>
          <p:cNvPicPr>
            <a:picLocks xmlns:a="http://schemas.openxmlformats.org/drawingml/2006/main" noChangeAspect="1"/>
          </p:cNvPicPr>
          <p:nvPr/>
        </p:nvPicPr>
        <p:blipFill>
          <a:blip xmlns:r="http://schemas.openxmlformats.org/officeDocument/2006/relationships" xmlns:a="http://schemas.openxmlformats.org/drawingml/2006/main" r:embed="Rec5a546d0a7e4b6d"/>
          <a:stretch xmlns:a="http://schemas.openxmlformats.org/drawingml/2006/main"/>
        </p:blipFill>
        <p:spPr>
          <a:xfrm xmlns:a="http://schemas.openxmlformats.org/drawingml/2006/main">
            <a:off x="1038225" y="3562350"/>
            <a:ext cx="190500" cy="209550"/>
          </a:xfrm>
          <a:prstGeom xmlns:a="http://schemas.openxmlformats.org/drawingml/2006/main" prst="rect">
            <a:avLst/>
          </a:prstGeom>
        </p:spPr>
      </p:pic>
      <p:pic>
        <p:nvPicPr>
          <p:cNvPr id="88" name="">
            <a:extLst xmlns:a="http://schemas.openxmlformats.org/drawingml/2006/main">
              <a:ext uri="{FF2B5EF4-FFF2-40B4-BE49-F238E27FC236}">
                <a16:creationId xmlns:a16="http://schemas.microsoft.com/office/drawing/2014/main" id="{9954D89A-E5F8-4FB1-9E26-95E55B6B7C19}"/>
              </a:ext>
            </a:extLst>
          </p:cNvPr>
          <p:cNvPicPr>
            <a:picLocks xmlns:a="http://schemas.openxmlformats.org/drawingml/2006/main" noChangeAspect="1"/>
          </p:cNvPicPr>
          <p:nvPr/>
        </p:nvPicPr>
        <p:blipFill>
          <a:blip xmlns:r="http://schemas.openxmlformats.org/officeDocument/2006/relationships" xmlns:a="http://schemas.openxmlformats.org/drawingml/2006/main" r:embed="R80af559aa610492a"/>
          <a:stretch xmlns:a="http://schemas.openxmlformats.org/drawingml/2006/main"/>
        </p:blipFill>
        <p:spPr>
          <a:xfrm xmlns:a="http://schemas.openxmlformats.org/drawingml/2006/main">
            <a:off x="1600200" y="3562350"/>
            <a:ext cx="228600" cy="209550"/>
          </a:xfrm>
          <a:prstGeom xmlns:a="http://schemas.openxmlformats.org/drawingml/2006/main" prst="rect">
            <a:avLst/>
          </a:prstGeom>
        </p:spPr>
      </p:pic>
      <p:pic>
        <p:nvPicPr>
          <p:cNvPr id="89" name="">
            <a:extLst xmlns:a="http://schemas.openxmlformats.org/drawingml/2006/main">
              <a:ext uri="{FF2B5EF4-FFF2-40B4-BE49-F238E27FC236}">
                <a16:creationId xmlns:a16="http://schemas.microsoft.com/office/drawing/2014/main" id="{1B4843B5-162E-4B4B-989A-88E417952DE5}"/>
              </a:ext>
            </a:extLst>
          </p:cNvPr>
          <p:cNvPicPr>
            <a:picLocks xmlns:a="http://schemas.openxmlformats.org/drawingml/2006/main" noChangeAspect="1"/>
          </p:cNvPicPr>
          <p:nvPr/>
        </p:nvPicPr>
        <p:blipFill>
          <a:blip xmlns:r="http://schemas.openxmlformats.org/officeDocument/2006/relationships" xmlns:a="http://schemas.openxmlformats.org/drawingml/2006/main" r:embed="Re94c9d8021f34ff2"/>
          <a:stretch xmlns:a="http://schemas.openxmlformats.org/drawingml/2006/main"/>
        </p:blipFill>
        <p:spPr>
          <a:xfrm xmlns:a="http://schemas.openxmlformats.org/drawingml/2006/main">
            <a:off x="5070475" y="228600"/>
            <a:ext cx="374650" cy="400050"/>
          </a:xfrm>
          <a:prstGeom xmlns:a="http://schemas.openxmlformats.org/drawingml/2006/main" prst="rect">
            <a:avLst/>
          </a:prstGeom>
        </p:spPr>
      </p:pic>
      <p:pic>
        <p:nvPicPr>
          <p:cNvPr id="90" name="">
            <a:extLst xmlns:a="http://schemas.openxmlformats.org/drawingml/2006/main">
              <a:ext uri="{FF2B5EF4-FFF2-40B4-BE49-F238E27FC236}">
                <a16:creationId xmlns:a16="http://schemas.microsoft.com/office/drawing/2014/main" id="{52EBA106-B6FE-4809-8DBE-DC8D683475B8}"/>
              </a:ext>
            </a:extLst>
          </p:cNvPr>
          <p:cNvPicPr>
            <a:picLocks xmlns:a="http://schemas.openxmlformats.org/drawingml/2006/main" noChangeAspect="1"/>
          </p:cNvPicPr>
          <p:nvPr/>
        </p:nvPicPr>
        <p:blipFill>
          <a:blip xmlns:r="http://schemas.openxmlformats.org/officeDocument/2006/relationships" xmlns:a="http://schemas.openxmlformats.org/drawingml/2006/main" r:embed="Rc7bebd6da7de4d53"/>
          <a:stretch xmlns:a="http://schemas.openxmlformats.org/drawingml/2006/main"/>
        </p:blipFill>
        <p:spPr>
          <a:xfrm xmlns:a="http://schemas.openxmlformats.org/drawingml/2006/main">
            <a:off x="9248775" y="230213"/>
            <a:ext cx="390525" cy="396824"/>
          </a:xfrm>
          <a:prstGeom xmlns:a="http://schemas.openxmlformats.org/drawingml/2006/main" prst="rect">
            <a:avLst/>
          </a:prstGeom>
        </p:spPr>
      </p:pic>
      <p:pic>
        <p:nvPicPr>
          <p:cNvPr id="91" name="">
            <a:extLst xmlns:a="http://schemas.openxmlformats.org/drawingml/2006/main">
              <a:ext uri="{FF2B5EF4-FFF2-40B4-BE49-F238E27FC236}">
                <a16:creationId xmlns:a16="http://schemas.microsoft.com/office/drawing/2014/main" id="{87F000E6-2363-4A6B-94E7-EC1CDA008A09}"/>
              </a:ext>
            </a:extLst>
          </p:cNvPr>
          <p:cNvPicPr>
            <a:picLocks xmlns:a="http://schemas.openxmlformats.org/drawingml/2006/main" noChangeAspect="1"/>
          </p:cNvPicPr>
          <p:nvPr/>
        </p:nvPicPr>
        <p:blipFill>
          <a:blip xmlns:r="http://schemas.openxmlformats.org/officeDocument/2006/relationships" xmlns:a="http://schemas.openxmlformats.org/drawingml/2006/main" r:embed="R3f362eed7ed740be"/>
          <a:stretch xmlns:a="http://schemas.openxmlformats.org/drawingml/2006/main"/>
        </p:blipFill>
        <p:spPr>
          <a:xfrm xmlns:a="http://schemas.openxmlformats.org/drawingml/2006/main">
            <a:off x="11526838" y="228600"/>
            <a:ext cx="387350" cy="400050"/>
          </a:xfrm>
          <a:prstGeom xmlns:a="http://schemas.openxmlformats.org/drawingml/2006/main" prst="rect">
            <a:avLst/>
          </a:prstGeom>
        </p:spPr>
      </p:pic>
      <p:pic>
        <p:nvPicPr>
          <p:cNvPr id="92" name="">
            <a:extLst xmlns:a="http://schemas.openxmlformats.org/drawingml/2006/main">
              <a:ext uri="{FF2B5EF4-FFF2-40B4-BE49-F238E27FC236}">
                <a16:creationId xmlns:a16="http://schemas.microsoft.com/office/drawing/2014/main" id="{41402AF3-754D-4439-BF0D-50E80176655E}"/>
              </a:ext>
            </a:extLst>
          </p:cNvPr>
          <p:cNvPicPr>
            <a:picLocks xmlns:a="http://schemas.openxmlformats.org/drawingml/2006/main" noChangeAspect="1"/>
          </p:cNvPicPr>
          <p:nvPr/>
        </p:nvPicPr>
        <p:blipFill>
          <a:blip xmlns:r="http://schemas.openxmlformats.org/officeDocument/2006/relationships" xmlns:a="http://schemas.openxmlformats.org/drawingml/2006/main" r:embed="R3fee56121ae447a0"/>
          <a:stretch xmlns:a="http://schemas.openxmlformats.org/drawingml/2006/main"/>
        </p:blipFill>
        <p:spPr>
          <a:xfrm xmlns:a="http://schemas.openxmlformats.org/drawingml/2006/main">
            <a:off x="13258800" y="228600"/>
            <a:ext cx="381000" cy="400050"/>
          </a:xfrm>
          <a:prstGeom xmlns:a="http://schemas.openxmlformats.org/drawingml/2006/main" prst="rect">
            <a:avLst/>
          </a:prstGeom>
        </p:spPr>
      </p:pic>
      <p:pic>
        <p:nvPicPr>
          <p:cNvPr id="93" name="">
            <a:extLst xmlns:a="http://schemas.openxmlformats.org/drawingml/2006/main">
              <a:ext uri="{FF2B5EF4-FFF2-40B4-BE49-F238E27FC236}">
                <a16:creationId xmlns:a16="http://schemas.microsoft.com/office/drawing/2014/main" id="{8759379B-1350-4A5D-A3A7-74DF31A3D546}"/>
              </a:ext>
            </a:extLst>
          </p:cNvPr>
          <p:cNvPicPr>
            <a:picLocks xmlns:a="http://schemas.openxmlformats.org/drawingml/2006/main" noChangeAspect="1"/>
          </p:cNvPicPr>
          <p:nvPr/>
        </p:nvPicPr>
        <p:blipFill>
          <a:blip xmlns:r="http://schemas.openxmlformats.org/officeDocument/2006/relationships" xmlns:a="http://schemas.openxmlformats.org/drawingml/2006/main" r:embed="R7a84613797a4406c"/>
          <a:stretch xmlns:a="http://schemas.openxmlformats.org/drawingml/2006/main"/>
        </p:blipFill>
        <p:spPr>
          <a:xfrm xmlns:a="http://schemas.openxmlformats.org/drawingml/2006/main">
            <a:off x="16813213" y="228600"/>
            <a:ext cx="387350" cy="400050"/>
          </a:xfrm>
          <a:prstGeom xmlns:a="http://schemas.openxmlformats.org/drawingml/2006/main" prst="rect">
            <a:avLst/>
          </a:prstGeom>
        </p:spPr>
      </p:pic>
      <p:pic>
        <p:nvPicPr>
          <p:cNvPr id="94" name="">
            <a:extLst xmlns:a="http://schemas.openxmlformats.org/drawingml/2006/main">
              <a:ext uri="{FF2B5EF4-FFF2-40B4-BE49-F238E27FC236}">
                <a16:creationId xmlns:a16="http://schemas.microsoft.com/office/drawing/2014/main" id="{6DBDBA08-F398-40A4-B03F-69989540CAB6}"/>
              </a:ext>
            </a:extLst>
          </p:cNvPr>
          <p:cNvPicPr>
            <a:picLocks xmlns:a="http://schemas.openxmlformats.org/drawingml/2006/main" noChangeAspect="1"/>
          </p:cNvPicPr>
          <p:nvPr/>
        </p:nvPicPr>
        <p:blipFill>
          <a:blip xmlns:r="http://schemas.openxmlformats.org/officeDocument/2006/relationships" xmlns:a="http://schemas.openxmlformats.org/drawingml/2006/main" r:embed="R86d5163d9a5146a3"/>
          <a:stretch xmlns:a="http://schemas.openxmlformats.org/drawingml/2006/main"/>
        </p:blipFill>
        <p:spPr>
          <a:xfrm xmlns:a="http://schemas.openxmlformats.org/drawingml/2006/main">
            <a:off x="5071986" y="4467225"/>
            <a:ext cx="371629" cy="390525"/>
          </a:xfrm>
          <a:prstGeom xmlns:a="http://schemas.openxmlformats.org/drawingml/2006/main" prst="rect">
            <a:avLst/>
          </a:prstGeom>
        </p:spPr>
      </p:pic>
      <p:pic>
        <p:nvPicPr>
          <p:cNvPr id="95" name="">
            <a:extLst xmlns:a="http://schemas.openxmlformats.org/drawingml/2006/main">
              <a:ext uri="{FF2B5EF4-FFF2-40B4-BE49-F238E27FC236}">
                <a16:creationId xmlns:a16="http://schemas.microsoft.com/office/drawing/2014/main" id="{0863B787-3738-4A3B-B53A-BD58FB82C17B}"/>
              </a:ext>
            </a:extLst>
          </p:cNvPr>
          <p:cNvPicPr>
            <a:picLocks xmlns:a="http://schemas.openxmlformats.org/drawingml/2006/main" noChangeAspect="1"/>
          </p:cNvPicPr>
          <p:nvPr/>
        </p:nvPicPr>
        <p:blipFill>
          <a:blip xmlns:r="http://schemas.openxmlformats.org/officeDocument/2006/relationships" xmlns:a="http://schemas.openxmlformats.org/drawingml/2006/main" r:embed="R25b93ef89be945ae"/>
          <a:stretch xmlns:a="http://schemas.openxmlformats.org/drawingml/2006/main"/>
        </p:blipFill>
        <p:spPr>
          <a:xfrm xmlns:a="http://schemas.openxmlformats.org/drawingml/2006/main">
            <a:off x="7964513" y="4467225"/>
            <a:ext cx="396824" cy="390525"/>
          </a:xfrm>
          <a:prstGeom xmlns:a="http://schemas.openxmlformats.org/drawingml/2006/main" prst="rect">
            <a:avLst/>
          </a:prstGeom>
        </p:spPr>
      </p:pic>
      <p:pic>
        <p:nvPicPr>
          <p:cNvPr id="96" name="">
            <a:extLst xmlns:a="http://schemas.openxmlformats.org/drawingml/2006/main">
              <a:ext uri="{FF2B5EF4-FFF2-40B4-BE49-F238E27FC236}">
                <a16:creationId xmlns:a16="http://schemas.microsoft.com/office/drawing/2014/main" id="{9E9A4AA8-06B7-451B-A656-4838C367A1D8}"/>
              </a:ext>
            </a:extLst>
          </p:cNvPr>
          <p:cNvPicPr>
            <a:picLocks xmlns:a="http://schemas.openxmlformats.org/drawingml/2006/main" noChangeAspect="1"/>
          </p:cNvPicPr>
          <p:nvPr/>
        </p:nvPicPr>
        <p:blipFill>
          <a:blip xmlns:r="http://schemas.openxmlformats.org/officeDocument/2006/relationships" xmlns:a="http://schemas.openxmlformats.org/drawingml/2006/main" r:embed="Ra5d70947078e492a"/>
          <a:stretch xmlns:a="http://schemas.openxmlformats.org/drawingml/2006/main"/>
        </p:blipFill>
        <p:spPr>
          <a:xfrm xmlns:a="http://schemas.openxmlformats.org/drawingml/2006/main">
            <a:off x="13260336" y="4467225"/>
            <a:ext cx="377927" cy="390525"/>
          </a:xfrm>
          <a:prstGeom xmlns:a="http://schemas.openxmlformats.org/drawingml/2006/main" prst="rect">
            <a:avLst/>
          </a:prstGeom>
        </p:spPr>
      </p:pic>
      <p:pic>
        <p:nvPicPr>
          <p:cNvPr id="97" name="">
            <a:extLst xmlns:a="http://schemas.openxmlformats.org/drawingml/2006/main">
              <a:ext uri="{FF2B5EF4-FFF2-40B4-BE49-F238E27FC236}">
                <a16:creationId xmlns:a16="http://schemas.microsoft.com/office/drawing/2014/main" id="{6C553E17-BA28-44EA-9BFA-995DDE66E695}"/>
              </a:ext>
            </a:extLst>
          </p:cNvPr>
          <p:cNvPicPr>
            <a:picLocks xmlns:a="http://schemas.openxmlformats.org/drawingml/2006/main" noChangeAspect="1"/>
          </p:cNvPicPr>
          <p:nvPr/>
        </p:nvPicPr>
        <p:blipFill>
          <a:blip xmlns:r="http://schemas.openxmlformats.org/officeDocument/2006/relationships" xmlns:a="http://schemas.openxmlformats.org/drawingml/2006/main" r:embed="Rdc930e4fe24543a7"/>
          <a:stretch xmlns:a="http://schemas.openxmlformats.org/drawingml/2006/main"/>
        </p:blipFill>
        <p:spPr>
          <a:xfrm xmlns:a="http://schemas.openxmlformats.org/drawingml/2006/main">
            <a:off x="16814774" y="4467225"/>
            <a:ext cx="384226" cy="390525"/>
          </a:xfrm>
          <a:prstGeom xmlns:a="http://schemas.openxmlformats.org/drawingml/2006/main" prst="rect">
            <a:avLst/>
          </a:prstGeom>
        </p:spPr>
      </p:pic>
      <p:pic>
        <p:nvPicPr>
          <p:cNvPr id="98" name="">
            <a:extLst xmlns:a="http://schemas.openxmlformats.org/drawingml/2006/main">
              <a:ext uri="{FF2B5EF4-FFF2-40B4-BE49-F238E27FC236}">
                <a16:creationId xmlns:a16="http://schemas.microsoft.com/office/drawing/2014/main" id="{3BB019CA-8BBE-4153-A58F-845D0F38C8ED}"/>
              </a:ext>
            </a:extLst>
          </p:cNvPr>
          <p:cNvPicPr>
            <a:picLocks xmlns:a="http://schemas.openxmlformats.org/drawingml/2006/main" noChangeAspect="1"/>
          </p:cNvPicPr>
          <p:nvPr/>
        </p:nvPicPr>
        <p:blipFill>
          <a:blip xmlns:r="http://schemas.openxmlformats.org/officeDocument/2006/relationships" xmlns:a="http://schemas.openxmlformats.org/drawingml/2006/main" r:embed="R4e7e498282e043b3"/>
          <a:stretch xmlns:a="http://schemas.openxmlformats.org/drawingml/2006/main"/>
        </p:blipFill>
        <p:spPr>
          <a:xfrm xmlns:a="http://schemas.openxmlformats.org/drawingml/2006/main">
            <a:off x="9296400" y="746125"/>
            <a:ext cx="381000" cy="355600"/>
          </a:xfrm>
          <a:prstGeom xmlns:a="http://schemas.openxmlformats.org/drawingml/2006/main" prst="rect">
            <a:avLst/>
          </a:prstGeom>
        </p:spPr>
      </p:pic>
      <p:pic>
        <p:nvPicPr>
          <p:cNvPr id="99" name="">
            <a:extLst xmlns:a="http://schemas.openxmlformats.org/drawingml/2006/main">
              <a:ext uri="{FF2B5EF4-FFF2-40B4-BE49-F238E27FC236}">
                <a16:creationId xmlns:a16="http://schemas.microsoft.com/office/drawing/2014/main" id="{07CE89FA-2821-49FA-8D71-90C72BA68819}"/>
              </a:ext>
            </a:extLst>
          </p:cNvPr>
          <p:cNvPicPr>
            <a:picLocks xmlns:a="http://schemas.openxmlformats.org/drawingml/2006/main" noChangeAspect="1"/>
          </p:cNvPicPr>
          <p:nvPr/>
        </p:nvPicPr>
        <p:blipFill>
          <a:blip xmlns:r="http://schemas.openxmlformats.org/officeDocument/2006/relationships" xmlns:a="http://schemas.openxmlformats.org/drawingml/2006/main" r:embed="R2683a496e49149e5"/>
          <a:stretch xmlns:a="http://schemas.openxmlformats.org/drawingml/2006/main"/>
        </p:blipFill>
        <p:spPr>
          <a:xfrm xmlns:a="http://schemas.openxmlformats.org/drawingml/2006/main">
            <a:off x="9315450" y="1497013"/>
            <a:ext cx="381000" cy="368300"/>
          </a:xfrm>
          <a:prstGeom xmlns:a="http://schemas.openxmlformats.org/drawingml/2006/main" prst="rect">
            <a:avLst/>
          </a:prstGeom>
        </p:spPr>
      </p:pic>
      <p:pic>
        <p:nvPicPr>
          <p:cNvPr id="100" name="">
            <a:extLst xmlns:a="http://schemas.openxmlformats.org/drawingml/2006/main">
              <a:ext uri="{FF2B5EF4-FFF2-40B4-BE49-F238E27FC236}">
                <a16:creationId xmlns:a16="http://schemas.microsoft.com/office/drawing/2014/main" id="{C4076304-3297-4256-B5D9-E0EFD949950D}"/>
              </a:ext>
            </a:extLst>
          </p:cNvPr>
          <p:cNvPicPr>
            <a:picLocks xmlns:a="http://schemas.openxmlformats.org/drawingml/2006/main" noChangeAspect="1"/>
          </p:cNvPicPr>
          <p:nvPr/>
        </p:nvPicPr>
        <p:blipFill>
          <a:blip xmlns:r="http://schemas.openxmlformats.org/officeDocument/2006/relationships" xmlns:a="http://schemas.openxmlformats.org/drawingml/2006/main" r:embed="Re9dac21391714c7b"/>
          <a:stretch xmlns:a="http://schemas.openxmlformats.org/drawingml/2006/main"/>
        </p:blipFill>
        <p:spPr>
          <a:xfrm xmlns:a="http://schemas.openxmlformats.org/drawingml/2006/main">
            <a:off x="13315950" y="733425"/>
            <a:ext cx="371475" cy="371475"/>
          </a:xfrm>
          <a:prstGeom xmlns:a="http://schemas.openxmlformats.org/drawingml/2006/main" prst="rect">
            <a:avLst/>
          </a:prstGeom>
        </p:spPr>
      </p:pic>
      <p:pic>
        <p:nvPicPr>
          <p:cNvPr id="101" name="">
            <a:extLst xmlns:a="http://schemas.openxmlformats.org/drawingml/2006/main">
              <a:ext uri="{FF2B5EF4-FFF2-40B4-BE49-F238E27FC236}">
                <a16:creationId xmlns:a16="http://schemas.microsoft.com/office/drawing/2014/main" id="{A2ADCF98-F91F-43B8-A8D4-0B95C9BAED7F}"/>
              </a:ext>
            </a:extLst>
          </p:cNvPr>
          <p:cNvPicPr>
            <a:picLocks xmlns:a="http://schemas.openxmlformats.org/drawingml/2006/main" noChangeAspect="1"/>
          </p:cNvPicPr>
          <p:nvPr/>
        </p:nvPicPr>
        <p:blipFill>
          <a:blip xmlns:r="http://schemas.openxmlformats.org/officeDocument/2006/relationships" xmlns:a="http://schemas.openxmlformats.org/drawingml/2006/main" r:embed="R1865167c13ff43be"/>
          <a:stretch xmlns:a="http://schemas.openxmlformats.org/drawingml/2006/main"/>
        </p:blipFill>
        <p:spPr>
          <a:xfrm xmlns:a="http://schemas.openxmlformats.org/drawingml/2006/main">
            <a:off x="13317538" y="4972050"/>
            <a:ext cx="368300" cy="381000"/>
          </a:xfrm>
          <a:prstGeom xmlns:a="http://schemas.openxmlformats.org/drawingml/2006/main" prst="rect">
            <a:avLst/>
          </a:prstGeom>
        </p:spPr>
      </p:pic>
      <p:pic>
        <p:nvPicPr>
          <p:cNvPr id="102" name="">
            <a:extLst xmlns:a="http://schemas.openxmlformats.org/drawingml/2006/main">
              <a:ext uri="{FF2B5EF4-FFF2-40B4-BE49-F238E27FC236}">
                <a16:creationId xmlns:a16="http://schemas.microsoft.com/office/drawing/2014/main" id="{7280284E-9384-4293-9AFB-454305783FFA}"/>
              </a:ext>
            </a:extLst>
          </p:cNvPr>
          <p:cNvPicPr>
            <a:picLocks xmlns:a="http://schemas.openxmlformats.org/drawingml/2006/main" noChangeAspect="1"/>
          </p:cNvPicPr>
          <p:nvPr/>
        </p:nvPicPr>
        <p:blipFill>
          <a:blip xmlns:r="http://schemas.openxmlformats.org/officeDocument/2006/relationships" xmlns:a="http://schemas.openxmlformats.org/drawingml/2006/main" r:embed="R35e1bddc90ac4990"/>
          <a:stretch xmlns:a="http://schemas.openxmlformats.org/drawingml/2006/main"/>
        </p:blipFill>
        <p:spPr>
          <a:xfrm xmlns:a="http://schemas.openxmlformats.org/drawingml/2006/main">
            <a:off x="8029575" y="4953000"/>
            <a:ext cx="323850" cy="304800"/>
          </a:xfrm>
          <a:prstGeom xmlns:a="http://schemas.openxmlformats.org/drawingml/2006/main" prst="rect">
            <a:avLst/>
          </a:prstGeom>
        </p:spPr>
      </p:pic>
      <p:pic>
        <p:nvPicPr>
          <p:cNvPr id="103" name="">
            <a:extLst xmlns:a="http://schemas.openxmlformats.org/drawingml/2006/main">
              <a:ext uri="{FF2B5EF4-FFF2-40B4-BE49-F238E27FC236}">
                <a16:creationId xmlns:a16="http://schemas.microsoft.com/office/drawing/2014/main" id="{154EA501-2286-47EF-9813-00FE01330046}"/>
              </a:ext>
            </a:extLst>
          </p:cNvPr>
          <p:cNvPicPr>
            <a:picLocks xmlns:a="http://schemas.openxmlformats.org/drawingml/2006/main" noChangeAspect="1"/>
          </p:cNvPicPr>
          <p:nvPr/>
        </p:nvPicPr>
        <p:blipFill>
          <a:blip xmlns:r="http://schemas.openxmlformats.org/officeDocument/2006/relationships" xmlns:a="http://schemas.openxmlformats.org/drawingml/2006/main" r:embed="R33ab88846048471a"/>
          <a:stretch xmlns:a="http://schemas.openxmlformats.org/drawingml/2006/main"/>
        </p:blipFill>
        <p:spPr>
          <a:xfrm xmlns:a="http://schemas.openxmlformats.org/drawingml/2006/main">
            <a:off x="11696700" y="704938"/>
            <a:ext cx="1038225" cy="980900"/>
          </a:xfrm>
          <a:prstGeom xmlns:a="http://schemas.openxmlformats.org/drawingml/2006/main" prst="rect">
            <a:avLst/>
          </a:prstGeom>
        </p:spPr>
      </p:pic>
      <p:pic>
        <p:nvPicPr>
          <p:cNvPr id="104" name="">
            <a:extLst xmlns:a="http://schemas.openxmlformats.org/drawingml/2006/main">
              <a:ext uri="{FF2B5EF4-FFF2-40B4-BE49-F238E27FC236}">
                <a16:creationId xmlns:a16="http://schemas.microsoft.com/office/drawing/2014/main" id="{D18B5572-1B65-498D-9F30-38EA8603D594}"/>
              </a:ext>
            </a:extLst>
          </p:cNvPr>
          <p:cNvPicPr>
            <a:picLocks xmlns:a="http://schemas.openxmlformats.org/drawingml/2006/main" noChangeAspect="1"/>
          </p:cNvPicPr>
          <p:nvPr/>
        </p:nvPicPr>
        <p:blipFill>
          <a:blip xmlns:r="http://schemas.openxmlformats.org/officeDocument/2006/relationships" xmlns:a="http://schemas.openxmlformats.org/drawingml/2006/main" r:embed="Rbb49732374ab47a2"/>
          <a:stretch xmlns:a="http://schemas.openxmlformats.org/drawingml/2006/main"/>
        </p:blipFill>
        <p:spPr>
          <a:xfrm xmlns:a="http://schemas.openxmlformats.org/drawingml/2006/main">
            <a:off x="11698288" y="1733550"/>
            <a:ext cx="1035050" cy="971550"/>
          </a:xfrm>
          <a:prstGeom xmlns:a="http://schemas.openxmlformats.org/drawingml/2006/main" prst="rect">
            <a:avLst/>
          </a:prstGeom>
        </p:spPr>
      </p:pic>
      <p:pic>
        <p:nvPicPr>
          <p:cNvPr id="105" name="">
            <a:extLst xmlns:a="http://schemas.openxmlformats.org/drawingml/2006/main">
              <a:ext uri="{FF2B5EF4-FFF2-40B4-BE49-F238E27FC236}">
                <a16:creationId xmlns:a16="http://schemas.microsoft.com/office/drawing/2014/main" id="{D0940AE9-082B-41F1-922D-D7C569E41835}"/>
              </a:ext>
            </a:extLst>
          </p:cNvPr>
          <p:cNvPicPr>
            <a:picLocks xmlns:a="http://schemas.openxmlformats.org/drawingml/2006/main" noChangeAspect="1"/>
          </p:cNvPicPr>
          <p:nvPr/>
        </p:nvPicPr>
        <p:blipFill>
          <a:blip xmlns:r="http://schemas.openxmlformats.org/officeDocument/2006/relationships" xmlns:a="http://schemas.openxmlformats.org/drawingml/2006/main" r:embed="R6299fde42a754d8e"/>
          <a:stretch xmlns:a="http://schemas.openxmlformats.org/drawingml/2006/main"/>
        </p:blipFill>
        <p:spPr>
          <a:xfrm xmlns:a="http://schemas.openxmlformats.org/drawingml/2006/main">
            <a:off x="16908029" y="800100"/>
            <a:ext cx="2121767" cy="1866900"/>
          </a:xfrm>
          <a:prstGeom xmlns:a="http://schemas.openxmlformats.org/drawingml/2006/main" prst="rect">
            <a:avLst/>
          </a:prstGeom>
        </p:spPr>
      </p:pic>
      <p:pic>
        <p:nvPicPr>
          <p:cNvPr id="106" name="">
            <a:extLst xmlns:a="http://schemas.openxmlformats.org/drawingml/2006/main">
              <a:ext uri="{FF2B5EF4-FFF2-40B4-BE49-F238E27FC236}">
                <a16:creationId xmlns:a16="http://schemas.microsoft.com/office/drawing/2014/main" id="{19DE312D-FB4F-4857-B8FE-5AB9D53811A2}"/>
              </a:ext>
            </a:extLst>
          </p:cNvPr>
          <p:cNvPicPr>
            <a:picLocks xmlns:a="http://schemas.openxmlformats.org/drawingml/2006/main" noChangeAspect="1"/>
          </p:cNvPicPr>
          <p:nvPr/>
        </p:nvPicPr>
        <p:blipFill>
          <a:blip xmlns:r="http://schemas.openxmlformats.org/officeDocument/2006/relationships" xmlns:a="http://schemas.openxmlformats.org/drawingml/2006/main" r:embed="Ra6a9ab9e414b4d11"/>
          <a:stretch xmlns:a="http://schemas.openxmlformats.org/drawingml/2006/main"/>
        </p:blipFill>
        <p:spPr>
          <a:xfrm xmlns:a="http://schemas.openxmlformats.org/drawingml/2006/main">
            <a:off x="1752600" y="5287963"/>
            <a:ext cx="1333500" cy="1568450"/>
          </a:xfrm>
          <a:prstGeom xmlns:a="http://schemas.openxmlformats.org/drawingml/2006/main" prst="rect">
            <a:avLst/>
          </a:prstGeom>
        </p:spPr>
      </p:pic>
      <p:pic>
        <p:nvPicPr>
          <p:cNvPr id="107" name="">
            <a:extLst xmlns:a="http://schemas.openxmlformats.org/drawingml/2006/main">
              <a:ext uri="{FF2B5EF4-FFF2-40B4-BE49-F238E27FC236}">
                <a16:creationId xmlns:a16="http://schemas.microsoft.com/office/drawing/2014/main" id="{5610F0B1-6DB4-4842-A500-A29DC9B89567}"/>
              </a:ext>
            </a:extLst>
          </p:cNvPr>
          <p:cNvPicPr>
            <a:picLocks xmlns:a="http://schemas.openxmlformats.org/drawingml/2006/main" noChangeAspect="1"/>
          </p:cNvPicPr>
          <p:nvPr/>
        </p:nvPicPr>
        <p:blipFill>
          <a:blip xmlns:r="http://schemas.openxmlformats.org/officeDocument/2006/relationships" xmlns:a="http://schemas.openxmlformats.org/drawingml/2006/main" r:embed="Rdb2e2bc23c4448df"/>
          <a:stretch xmlns:a="http://schemas.openxmlformats.org/drawingml/2006/main"/>
        </p:blipFill>
        <p:spPr>
          <a:xfrm xmlns:a="http://schemas.openxmlformats.org/drawingml/2006/main">
            <a:off x="17125950" y="4916227"/>
            <a:ext cx="1666875" cy="1940446"/>
          </a:xfrm>
          <a:prstGeom xmlns:a="http://schemas.openxmlformats.org/drawingml/2006/main" prst="rect">
            <a:avLst/>
          </a:prstGeom>
        </p:spPr>
      </p:pic>
      <p:sp>
        <p:nvSpPr>
          <p:cNvPr id="108" name="top question icon">
            <a:extLst xmlns:a="http://schemas.openxmlformats.org/drawingml/2006/main">
              <a:ext uri="{FF2B5EF4-FFF2-40B4-BE49-F238E27FC236}">
                <a16:creationId xmlns:a16="http://schemas.microsoft.com/office/drawing/2014/main" id="{26CA8EC2-BFF8-4034-AE9D-8A0ACDB34501}"/>
              </a:ext>
            </a:extLst>
          </p:cNvPr>
          <p:cNvSpPr>
            <a:spLocks xmlns:a="http://schemas.openxmlformats.org/drawingml/2006/main" noGrp="1"/>
          </p:cNvSpPr>
          <p:nvPr/>
        </p:nvSpPr>
        <p:spPr>
          <a:xfrm xmlns:a="http://schemas.openxmlformats.org/drawingml/2006/main">
            <a:off x="5086350" y="742950"/>
            <a:ext cx="333375" cy="333375"/>
          </a:xfrm>
          <a:custGeom xmlns:a="http://schemas.openxmlformats.org/drawingml/2006/main">
            <a:pathLst>
              <a:path w="333375" h="333375">
                <a:moveTo>
                  <a:pt x="333375" y="166688"/>
                </a:moveTo>
                <a:cubicBezTo>
                  <a:pt x="333375" y="258746"/>
                  <a:pt x="258746" y="333375"/>
                  <a:pt x="166688" y="333375"/>
                </a:cubicBezTo>
                <a:cubicBezTo>
                  <a:pt x="74629" y="333375"/>
                  <a:pt x="0" y="258746"/>
                  <a:pt x="0" y="166688"/>
                </a:cubicBezTo>
                <a:cubicBezTo>
                  <a:pt x="0" y="74629"/>
                  <a:pt x="74629" y="0"/>
                  <a:pt x="166688" y="0"/>
                </a:cubicBezTo>
                <a:cubicBezTo>
                  <a:pt x="258746" y="0"/>
                  <a:pt x="333375" y="74629"/>
                  <a:pt x="333375" y="166688"/>
                </a:cubicBezTo>
                <a:close/>
              </a:path>
            </a:pathLst>
          </a:custGeom>
          <a:solidFill xmlns:a="http://schemas.openxmlformats.org/drawingml/2006/main">
            <a:srgbClr val="FF2453"/>
          </a:solidFill>
          <a:ln xmlns:a="http://schemas.openxmlformats.org/drawingml/2006/main" w="9525">
            <a:noFill/>
            <a:prstDash val="solid"/>
          </a:ln>
        </p:spPr>
      </p:sp>
      <p:sp>
        <p:nvSpPr>
          <p:cNvPr id="109" name="top question mark">
            <a:extLst xmlns:a="http://schemas.openxmlformats.org/drawingml/2006/main">
              <a:ext uri="{FF2B5EF4-FFF2-40B4-BE49-F238E27FC236}">
                <a16:creationId xmlns:a16="http://schemas.microsoft.com/office/drawing/2014/main" id="{35273CFA-69AE-47D2-9B2D-B8AFCCA01AF8}"/>
              </a:ext>
            </a:extLst>
          </p:cNvPr>
          <p:cNvSpPr>
            <a:spLocks xmlns:a="http://schemas.openxmlformats.org/drawingml/2006/main" noGrp="1"/>
          </p:cNvSpPr>
          <p:nvPr/>
        </p:nvSpPr>
        <p:spPr>
          <a:xfrm xmlns:a="http://schemas.openxmlformats.org/drawingml/2006/main" rot="0">
            <a:off x="5200650" y="741650"/>
            <a:ext cx="123825" cy="3064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4" b="1" i="0">
                <a:solidFill>
                  <a:srgbClr val="FFFFFF"/>
                </a:solidFill>
                <a:latin typeface="Comic Sans MS"/>
                <a:ea typeface="Comic Sans MS"/>
                <a:cs typeface="Comic Sans MS"/>
              </a:defRPr>
            </a:defPPr>
          </a:lstStyle>
          <a:p xmlns:a="http://schemas.openxmlformats.org/drawingml/2006/main">
            <a:pPr algn="l">
              <a:lnSpc>
                <a:spcPct val="100000"/>
              </a:lnSpc>
              <a:buNone/>
              <a:defRPr sz="1724" b="1" i="0">
                <a:solidFill>
                  <a:srgbClr val="FFFFFF"/>
                </a:solidFill>
                <a:latin typeface="Comic Sans MS"/>
                <a:ea typeface="Comic Sans MS"/>
                <a:cs typeface="Comic Sans MS"/>
              </a:defRPr>
            </a:pPr>
            <a:r>
              <a:rPr sz="1724" b="1" i="0">
                <a:solidFill>
                  <a:srgbClr val="FFFFFF"/>
                </a:solidFill>
                <a:latin typeface="Comic Sans MS"/>
                <a:ea typeface="Comic Sans MS"/>
                <a:cs typeface="Comic Sans MS"/>
              </a:rPr>
              <a:t>?</a:t>
            </a:r>
          </a:p>
        </p:txBody>
      </p:sp>
      <p:sp>
        <p:nvSpPr>
          <p:cNvPr id="110" name="bottom question icon">
            <a:extLst xmlns:a="http://schemas.openxmlformats.org/drawingml/2006/main">
              <a:ext uri="{FF2B5EF4-FFF2-40B4-BE49-F238E27FC236}">
                <a16:creationId xmlns:a16="http://schemas.microsoft.com/office/drawing/2014/main" id="{49BE488C-3C8C-443D-8B93-1F26E9878DA4}"/>
              </a:ext>
            </a:extLst>
          </p:cNvPr>
          <p:cNvSpPr>
            <a:spLocks xmlns:a="http://schemas.openxmlformats.org/drawingml/2006/main" noGrp="1"/>
          </p:cNvSpPr>
          <p:nvPr/>
        </p:nvSpPr>
        <p:spPr>
          <a:xfrm xmlns:a="http://schemas.openxmlformats.org/drawingml/2006/main">
            <a:off x="5086350" y="4981575"/>
            <a:ext cx="333375" cy="333375"/>
          </a:xfrm>
          <a:custGeom xmlns:a="http://schemas.openxmlformats.org/drawingml/2006/main">
            <a:pathLst>
              <a:path w="333375" h="333375">
                <a:moveTo>
                  <a:pt x="333375" y="166688"/>
                </a:moveTo>
                <a:cubicBezTo>
                  <a:pt x="333375" y="258746"/>
                  <a:pt x="258746" y="333375"/>
                  <a:pt x="166688" y="333375"/>
                </a:cubicBezTo>
                <a:cubicBezTo>
                  <a:pt x="74629" y="333375"/>
                  <a:pt x="0" y="258746"/>
                  <a:pt x="0" y="166688"/>
                </a:cubicBezTo>
                <a:cubicBezTo>
                  <a:pt x="0" y="74629"/>
                  <a:pt x="74629" y="0"/>
                  <a:pt x="166688" y="0"/>
                </a:cubicBezTo>
                <a:cubicBezTo>
                  <a:pt x="258746" y="0"/>
                  <a:pt x="333375" y="74629"/>
                  <a:pt x="333375" y="166688"/>
                </a:cubicBezTo>
                <a:close/>
              </a:path>
            </a:pathLst>
          </a:custGeom>
          <a:solidFill xmlns:a="http://schemas.openxmlformats.org/drawingml/2006/main">
            <a:srgbClr val="FF2453"/>
          </a:solidFill>
          <a:ln xmlns:a="http://schemas.openxmlformats.org/drawingml/2006/main" w="9525">
            <a:noFill/>
            <a:prstDash val="solid"/>
          </a:ln>
        </p:spPr>
      </p:sp>
      <p:sp>
        <p:nvSpPr>
          <p:cNvPr id="111" name="bottom question mark">
            <a:extLst xmlns:a="http://schemas.openxmlformats.org/drawingml/2006/main">
              <a:ext uri="{FF2B5EF4-FFF2-40B4-BE49-F238E27FC236}">
                <a16:creationId xmlns:a16="http://schemas.microsoft.com/office/drawing/2014/main" id="{61CBE9EC-5CF8-42E1-9B6E-87C21E58AA8A}"/>
              </a:ext>
            </a:extLst>
          </p:cNvPr>
          <p:cNvSpPr>
            <a:spLocks xmlns:a="http://schemas.openxmlformats.org/drawingml/2006/main" noGrp="1"/>
          </p:cNvSpPr>
          <p:nvPr/>
        </p:nvSpPr>
        <p:spPr>
          <a:xfrm xmlns:a="http://schemas.openxmlformats.org/drawingml/2006/main" rot="0">
            <a:off x="5200650" y="4980275"/>
            <a:ext cx="123825" cy="3064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4" b="1" i="0">
                <a:solidFill>
                  <a:srgbClr val="FFFFFF"/>
                </a:solidFill>
                <a:latin typeface="Comic Sans MS"/>
                <a:ea typeface="Comic Sans MS"/>
                <a:cs typeface="Comic Sans MS"/>
              </a:defRPr>
            </a:defPPr>
          </a:lstStyle>
          <a:p xmlns:a="http://schemas.openxmlformats.org/drawingml/2006/main">
            <a:pPr algn="l">
              <a:lnSpc>
                <a:spcPct val="100000"/>
              </a:lnSpc>
              <a:buNone/>
              <a:defRPr sz="1724" b="1" i="0">
                <a:solidFill>
                  <a:srgbClr val="FFFFFF"/>
                </a:solidFill>
                <a:latin typeface="Comic Sans MS"/>
                <a:ea typeface="Comic Sans MS"/>
                <a:cs typeface="Comic Sans MS"/>
              </a:defRPr>
            </a:pPr>
            <a:r>
              <a:rPr sz="1724" b="1" i="0">
                <a:solidFill>
                  <a:srgbClr val="FFFFFF"/>
                </a:solidFill>
                <a:latin typeface="Comic Sans MS"/>
                <a:ea typeface="Comic Sans MS"/>
                <a:cs typeface="Comic Sans MS"/>
              </a:rPr>
              <a:t>?</a:t>
            </a:r>
          </a:p>
        </p:txBody>
      </p:sp>
      <p:sp>
        <p:nvSpPr>
          <p:cNvPr id="112" name="top intent category color">
            <a:extLst xmlns:a="http://schemas.openxmlformats.org/drawingml/2006/main">
              <a:ext uri="{FF2B5EF4-FFF2-40B4-BE49-F238E27FC236}">
                <a16:creationId xmlns:a16="http://schemas.microsoft.com/office/drawing/2014/main" id="{00B2D702-9444-4FCC-AC6D-2842EB4A68B9}"/>
              </a:ext>
            </a:extLst>
          </p:cNvPr>
          <p:cNvSpPr>
            <a:spLocks xmlns:a="http://schemas.openxmlformats.org/drawingml/2006/main" noGrp="1"/>
          </p:cNvSpPr>
          <p:nvPr/>
        </p:nvSpPr>
        <p:spPr>
          <a:xfrm xmlns:a="http://schemas.openxmlformats.org/drawingml/2006/main">
            <a:off x="5133975" y="195262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A5552"/>
          </a:solidFill>
          <a:ln xmlns:a="http://schemas.openxmlformats.org/drawingml/2006/main" w="9525">
            <a:noFill/>
            <a:prstDash val="solid"/>
          </a:ln>
        </p:spPr>
      </p:sp>
      <p:sp>
        <p:nvSpPr>
          <p:cNvPr id="113" name="top intent category color">
            <a:extLst xmlns:a="http://schemas.openxmlformats.org/drawingml/2006/main">
              <a:ext uri="{FF2B5EF4-FFF2-40B4-BE49-F238E27FC236}">
                <a16:creationId xmlns:a16="http://schemas.microsoft.com/office/drawing/2014/main" id="{3F10CCC9-0F13-4225-933A-C31628068B0E}"/>
              </a:ext>
            </a:extLst>
          </p:cNvPr>
          <p:cNvSpPr>
            <a:spLocks xmlns:a="http://schemas.openxmlformats.org/drawingml/2006/main" noGrp="1"/>
          </p:cNvSpPr>
          <p:nvPr/>
        </p:nvSpPr>
        <p:spPr>
          <a:xfrm xmlns:a="http://schemas.openxmlformats.org/drawingml/2006/main">
            <a:off x="5267325" y="195262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29A9ED"/>
          </a:solidFill>
          <a:ln xmlns:a="http://schemas.openxmlformats.org/drawingml/2006/main" w="9525">
            <a:noFill/>
            <a:prstDash val="solid"/>
          </a:ln>
        </p:spPr>
      </p:sp>
      <p:sp>
        <p:nvSpPr>
          <p:cNvPr id="114" name="top intent category color">
            <a:extLst xmlns:a="http://schemas.openxmlformats.org/drawingml/2006/main">
              <a:ext uri="{FF2B5EF4-FFF2-40B4-BE49-F238E27FC236}">
                <a16:creationId xmlns:a16="http://schemas.microsoft.com/office/drawing/2014/main" id="{4593A14E-A630-43E8-A4D2-35878F92C9C0}"/>
              </a:ext>
            </a:extLst>
          </p:cNvPr>
          <p:cNvSpPr>
            <a:spLocks xmlns:a="http://schemas.openxmlformats.org/drawingml/2006/main" noGrp="1"/>
          </p:cNvSpPr>
          <p:nvPr/>
        </p:nvSpPr>
        <p:spPr>
          <a:xfrm xmlns:a="http://schemas.openxmlformats.org/drawingml/2006/main">
            <a:off x="5133975" y="208597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9D82A"/>
          </a:solidFill>
          <a:ln xmlns:a="http://schemas.openxmlformats.org/drawingml/2006/main" w="9525">
            <a:noFill/>
            <a:prstDash val="solid"/>
          </a:ln>
        </p:spPr>
      </p:sp>
      <p:sp>
        <p:nvSpPr>
          <p:cNvPr id="115" name="top intent category color">
            <a:extLst xmlns:a="http://schemas.openxmlformats.org/drawingml/2006/main">
              <a:ext uri="{FF2B5EF4-FFF2-40B4-BE49-F238E27FC236}">
                <a16:creationId xmlns:a16="http://schemas.microsoft.com/office/drawing/2014/main" id="{6F7900E7-6B07-414B-8C60-0F25304BE6F9}"/>
              </a:ext>
            </a:extLst>
          </p:cNvPr>
          <p:cNvSpPr>
            <a:spLocks xmlns:a="http://schemas.openxmlformats.org/drawingml/2006/main" noGrp="1"/>
          </p:cNvSpPr>
          <p:nvPr/>
        </p:nvSpPr>
        <p:spPr>
          <a:xfrm xmlns:a="http://schemas.openxmlformats.org/drawingml/2006/main">
            <a:off x="5267325" y="208597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77BE61"/>
          </a:solidFill>
          <a:ln xmlns:a="http://schemas.openxmlformats.org/drawingml/2006/main" w="9525">
            <a:noFill/>
            <a:prstDash val="solid"/>
          </a:ln>
        </p:spPr>
      </p:sp>
      <p:sp>
        <p:nvSpPr>
          <p:cNvPr id="116" name="bottom intent category color">
            <a:extLst xmlns:a="http://schemas.openxmlformats.org/drawingml/2006/main">
              <a:ext uri="{FF2B5EF4-FFF2-40B4-BE49-F238E27FC236}">
                <a16:creationId xmlns:a16="http://schemas.microsoft.com/office/drawing/2014/main" id="{927B3CBB-DC1B-40AB-A0F3-7A5150C65734}"/>
              </a:ext>
            </a:extLst>
          </p:cNvPr>
          <p:cNvSpPr>
            <a:spLocks xmlns:a="http://schemas.openxmlformats.org/drawingml/2006/main" noGrp="1"/>
          </p:cNvSpPr>
          <p:nvPr/>
        </p:nvSpPr>
        <p:spPr>
          <a:xfrm xmlns:a="http://schemas.openxmlformats.org/drawingml/2006/main">
            <a:off x="5133975" y="621982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A5552"/>
          </a:solidFill>
          <a:ln xmlns:a="http://schemas.openxmlformats.org/drawingml/2006/main" w="9525">
            <a:noFill/>
            <a:prstDash val="solid"/>
          </a:ln>
        </p:spPr>
      </p:sp>
      <p:sp>
        <p:nvSpPr>
          <p:cNvPr id="117" name="bottom intent category color">
            <a:extLst xmlns:a="http://schemas.openxmlformats.org/drawingml/2006/main">
              <a:ext uri="{FF2B5EF4-FFF2-40B4-BE49-F238E27FC236}">
                <a16:creationId xmlns:a16="http://schemas.microsoft.com/office/drawing/2014/main" id="{1C09049C-B57F-47E3-877A-605F911C35C4}"/>
              </a:ext>
            </a:extLst>
          </p:cNvPr>
          <p:cNvSpPr>
            <a:spLocks xmlns:a="http://schemas.openxmlformats.org/drawingml/2006/main" noGrp="1"/>
          </p:cNvSpPr>
          <p:nvPr/>
        </p:nvSpPr>
        <p:spPr>
          <a:xfrm xmlns:a="http://schemas.openxmlformats.org/drawingml/2006/main">
            <a:off x="5267325" y="621982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29A9ED"/>
          </a:solidFill>
          <a:ln xmlns:a="http://schemas.openxmlformats.org/drawingml/2006/main" w="9525">
            <a:noFill/>
            <a:prstDash val="solid"/>
          </a:ln>
        </p:spPr>
      </p:sp>
      <p:sp>
        <p:nvSpPr>
          <p:cNvPr id="118" name="bottom intent category color">
            <a:extLst xmlns:a="http://schemas.openxmlformats.org/drawingml/2006/main">
              <a:ext uri="{FF2B5EF4-FFF2-40B4-BE49-F238E27FC236}">
                <a16:creationId xmlns:a16="http://schemas.microsoft.com/office/drawing/2014/main" id="{89CA1841-24C9-4CB9-A492-10BEC54984B4}"/>
              </a:ext>
            </a:extLst>
          </p:cNvPr>
          <p:cNvSpPr>
            <a:spLocks xmlns:a="http://schemas.openxmlformats.org/drawingml/2006/main" noGrp="1"/>
          </p:cNvSpPr>
          <p:nvPr/>
        </p:nvSpPr>
        <p:spPr>
          <a:xfrm xmlns:a="http://schemas.openxmlformats.org/drawingml/2006/main">
            <a:off x="5133975" y="635317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9D82A"/>
          </a:solidFill>
          <a:ln xmlns:a="http://schemas.openxmlformats.org/drawingml/2006/main" w="9525">
            <a:noFill/>
            <a:prstDash val="solid"/>
          </a:ln>
        </p:spPr>
      </p:sp>
      <p:sp>
        <p:nvSpPr>
          <p:cNvPr id="119" name="bottom intent category color">
            <a:extLst xmlns:a="http://schemas.openxmlformats.org/drawingml/2006/main">
              <a:ext uri="{FF2B5EF4-FFF2-40B4-BE49-F238E27FC236}">
                <a16:creationId xmlns:a16="http://schemas.microsoft.com/office/drawing/2014/main" id="{C66E6910-6AA1-4A07-BDB5-F39D3BB83924}"/>
              </a:ext>
            </a:extLst>
          </p:cNvPr>
          <p:cNvSpPr>
            <a:spLocks xmlns:a="http://schemas.openxmlformats.org/drawingml/2006/main" noGrp="1"/>
          </p:cNvSpPr>
          <p:nvPr/>
        </p:nvSpPr>
        <p:spPr>
          <a:xfrm xmlns:a="http://schemas.openxmlformats.org/drawingml/2006/main">
            <a:off x="5267325" y="6353175"/>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77BE61"/>
          </a:solidFill>
          <a:ln xmlns:a="http://schemas.openxmlformats.org/drawingml/2006/main" w="9525">
            <a:noFill/>
            <a:prstDash val="solid"/>
          </a:ln>
        </p:spPr>
      </p:sp>
      <p:sp>
        <p:nvSpPr>
          <p:cNvPr id="120" name="Dotted semantic separator">
            <a:extLst xmlns:a="http://schemas.openxmlformats.org/drawingml/2006/main">
              <a:ext uri="{FF2B5EF4-FFF2-40B4-BE49-F238E27FC236}">
                <a16:creationId xmlns:a16="http://schemas.microsoft.com/office/drawing/2014/main" id="{D291936B-1C9D-475F-9FEB-9CF40F6369AB}"/>
              </a:ext>
            </a:extLst>
          </p:cNvPr>
          <p:cNvSpPr>
            <a:spLocks xmlns:a="http://schemas.openxmlformats.org/drawingml/2006/main" noGrp="1"/>
          </p:cNvSpPr>
          <p:nvPr/>
        </p:nvSpPr>
        <p:spPr>
          <a:xfrm xmlns:a="http://schemas.openxmlformats.org/drawingml/2006/main">
            <a:off x="5105400" y="1819275"/>
            <a:ext cx="3714750" cy="191"/>
          </a:xfrm>
          <a:custGeom xmlns:a="http://schemas.openxmlformats.org/drawingml/2006/main">
            <a:pathLst>
              <a:path w="3714750" h="191">
                <a:moveTo>
                  <a:pt x="0" y="0"/>
                </a:moveTo>
                <a:lnTo>
                  <a:pt x="3714750" y="0"/>
                </a:lnTo>
              </a:path>
            </a:pathLst>
          </a:custGeom>
          <a:noFill xmlns:a="http://schemas.openxmlformats.org/drawingml/2006/main"/>
          <a:ln xmlns:a="http://schemas.openxmlformats.org/drawingml/2006/main" w="23813">
            <a:solidFill>
              <a:srgbClr val="F17865"/>
            </a:solidFill>
            <a:prstDash val="dash"/>
          </a:ln>
        </p:spPr>
      </p:sp>
      <p:sp>
        <p:nvSpPr>
          <p:cNvPr id="121" name="Dotted semantic separator">
            <a:extLst xmlns:a="http://schemas.openxmlformats.org/drawingml/2006/main">
              <a:ext uri="{FF2B5EF4-FFF2-40B4-BE49-F238E27FC236}">
                <a16:creationId xmlns:a16="http://schemas.microsoft.com/office/drawing/2014/main" id="{FA0159F8-6BD6-48AC-BA9D-83FB7B66A82C}"/>
              </a:ext>
            </a:extLst>
          </p:cNvPr>
          <p:cNvSpPr>
            <a:spLocks xmlns:a="http://schemas.openxmlformats.org/drawingml/2006/main" noGrp="1"/>
          </p:cNvSpPr>
          <p:nvPr/>
        </p:nvSpPr>
        <p:spPr>
          <a:xfrm xmlns:a="http://schemas.openxmlformats.org/drawingml/2006/main">
            <a:off x="9267825" y="1438275"/>
            <a:ext cx="1914525" cy="191"/>
          </a:xfrm>
          <a:custGeom xmlns:a="http://schemas.openxmlformats.org/drawingml/2006/main">
            <a:pathLst>
              <a:path w="1914525" h="191">
                <a:moveTo>
                  <a:pt x="0" y="0"/>
                </a:moveTo>
                <a:lnTo>
                  <a:pt x="1914525" y="0"/>
                </a:lnTo>
              </a:path>
            </a:pathLst>
          </a:custGeom>
          <a:noFill xmlns:a="http://schemas.openxmlformats.org/drawingml/2006/main"/>
          <a:ln xmlns:a="http://schemas.openxmlformats.org/drawingml/2006/main" w="23813">
            <a:solidFill>
              <a:srgbClr val="F9B77C"/>
            </a:solidFill>
            <a:prstDash val="dash"/>
          </a:ln>
        </p:spPr>
      </p:sp>
      <p:sp>
        <p:nvSpPr>
          <p:cNvPr id="122" name="Dotted semantic separator">
            <a:extLst xmlns:a="http://schemas.openxmlformats.org/drawingml/2006/main">
              <a:ext uri="{FF2B5EF4-FFF2-40B4-BE49-F238E27FC236}">
                <a16:creationId xmlns:a16="http://schemas.microsoft.com/office/drawing/2014/main" id="{F2B65420-2E30-4917-A37D-D4694A144AA7}"/>
              </a:ext>
            </a:extLst>
          </p:cNvPr>
          <p:cNvSpPr>
            <a:spLocks xmlns:a="http://schemas.openxmlformats.org/drawingml/2006/main" noGrp="1"/>
          </p:cNvSpPr>
          <p:nvPr/>
        </p:nvSpPr>
        <p:spPr>
          <a:xfrm xmlns:a="http://schemas.openxmlformats.org/drawingml/2006/main">
            <a:off x="5095875" y="6029325"/>
            <a:ext cx="2476500" cy="191"/>
          </a:xfrm>
          <a:custGeom xmlns:a="http://schemas.openxmlformats.org/drawingml/2006/main">
            <a:pathLst>
              <a:path w="2476500" h="191">
                <a:moveTo>
                  <a:pt x="0" y="0"/>
                </a:moveTo>
                <a:lnTo>
                  <a:pt x="2476500" y="0"/>
                </a:lnTo>
              </a:path>
            </a:pathLst>
          </a:custGeom>
          <a:noFill xmlns:a="http://schemas.openxmlformats.org/drawingml/2006/main"/>
          <a:ln xmlns:a="http://schemas.openxmlformats.org/drawingml/2006/main" w="23813">
            <a:solidFill>
              <a:srgbClr val="EF9D8F"/>
            </a:solidFill>
            <a:prstDash val="dash"/>
          </a:ln>
        </p:spPr>
      </p:sp>
      <p:sp>
        <p:nvSpPr>
          <p:cNvPr id="123" name="Reasoning step 1">
            <a:extLst xmlns:a="http://schemas.openxmlformats.org/drawingml/2006/main">
              <a:ext uri="{FF2B5EF4-FFF2-40B4-BE49-F238E27FC236}">
                <a16:creationId xmlns:a16="http://schemas.microsoft.com/office/drawing/2014/main" id="{1FF837CB-FC25-4781-9095-B8B7C3759F95}"/>
              </a:ext>
            </a:extLst>
          </p:cNvPr>
          <p:cNvSpPr>
            <a:spLocks xmlns:a="http://schemas.openxmlformats.org/drawingml/2006/main" noGrp="1"/>
          </p:cNvSpPr>
          <p:nvPr/>
        </p:nvSpPr>
        <p:spPr>
          <a:xfrm xmlns:a="http://schemas.openxmlformats.org/drawingml/2006/main">
            <a:off x="8039100" y="5229225"/>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4" name="Reasoning step number 1">
            <a:extLst xmlns:a="http://schemas.openxmlformats.org/drawingml/2006/main">
              <a:ext uri="{FF2B5EF4-FFF2-40B4-BE49-F238E27FC236}">
                <a16:creationId xmlns:a16="http://schemas.microsoft.com/office/drawing/2014/main" id="{C692F9BD-8D5A-40B5-8B76-BF4455C62D6A}"/>
              </a:ext>
            </a:extLst>
          </p:cNvPr>
          <p:cNvSpPr>
            <a:spLocks xmlns:a="http://schemas.openxmlformats.org/drawingml/2006/main" noGrp="1"/>
          </p:cNvSpPr>
          <p:nvPr/>
        </p:nvSpPr>
        <p:spPr>
          <a:xfrm xmlns:a="http://schemas.openxmlformats.org/drawingml/2006/main" rot="0">
            <a:off x="8134350" y="5245946"/>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1</a:t>
            </a:r>
          </a:p>
        </p:txBody>
      </p:sp>
      <p:sp>
        <p:nvSpPr>
          <p:cNvPr id="125" name="Reasoning step 2">
            <a:extLst xmlns:a="http://schemas.openxmlformats.org/drawingml/2006/main">
              <a:ext uri="{FF2B5EF4-FFF2-40B4-BE49-F238E27FC236}">
                <a16:creationId xmlns:a16="http://schemas.microsoft.com/office/drawing/2014/main" id="{67E4EFEE-50D8-400E-B910-4F31DD0D0A92}"/>
              </a:ext>
            </a:extLst>
          </p:cNvPr>
          <p:cNvSpPr>
            <a:spLocks xmlns:a="http://schemas.openxmlformats.org/drawingml/2006/main" noGrp="1"/>
          </p:cNvSpPr>
          <p:nvPr/>
        </p:nvSpPr>
        <p:spPr>
          <a:xfrm xmlns:a="http://schemas.openxmlformats.org/drawingml/2006/main">
            <a:off x="8039100" y="5572125"/>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6" name="Reasoning step number 2">
            <a:extLst xmlns:a="http://schemas.openxmlformats.org/drawingml/2006/main">
              <a:ext uri="{FF2B5EF4-FFF2-40B4-BE49-F238E27FC236}">
                <a16:creationId xmlns:a16="http://schemas.microsoft.com/office/drawing/2014/main" id="{82A02FDC-480E-4A7D-A93B-88084EE3E4AB}"/>
              </a:ext>
            </a:extLst>
          </p:cNvPr>
          <p:cNvSpPr>
            <a:spLocks xmlns:a="http://schemas.openxmlformats.org/drawingml/2006/main" noGrp="1"/>
          </p:cNvSpPr>
          <p:nvPr/>
        </p:nvSpPr>
        <p:spPr>
          <a:xfrm xmlns:a="http://schemas.openxmlformats.org/drawingml/2006/main" rot="0">
            <a:off x="8134350" y="5588846"/>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2</a:t>
            </a:r>
          </a:p>
        </p:txBody>
      </p:sp>
      <p:sp>
        <p:nvSpPr>
          <p:cNvPr id="127" name="Reasoning step 3">
            <a:extLst xmlns:a="http://schemas.openxmlformats.org/drawingml/2006/main">
              <a:ext uri="{FF2B5EF4-FFF2-40B4-BE49-F238E27FC236}">
                <a16:creationId xmlns:a16="http://schemas.microsoft.com/office/drawing/2014/main" id="{13F89D07-24F2-49CC-83C7-6E4C0CC59A2C}"/>
              </a:ext>
            </a:extLst>
          </p:cNvPr>
          <p:cNvSpPr>
            <a:spLocks xmlns:a="http://schemas.openxmlformats.org/drawingml/2006/main" noGrp="1"/>
          </p:cNvSpPr>
          <p:nvPr/>
        </p:nvSpPr>
        <p:spPr>
          <a:xfrm xmlns:a="http://schemas.openxmlformats.org/drawingml/2006/main">
            <a:off x="8039100" y="6067425"/>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8" name="Reasoning step number 3">
            <a:extLst xmlns:a="http://schemas.openxmlformats.org/drawingml/2006/main">
              <a:ext uri="{FF2B5EF4-FFF2-40B4-BE49-F238E27FC236}">
                <a16:creationId xmlns:a16="http://schemas.microsoft.com/office/drawing/2014/main" id="{6CA9B2DD-1C85-4DB4-AAC8-96F445B8EB38}"/>
              </a:ext>
            </a:extLst>
          </p:cNvPr>
          <p:cNvSpPr>
            <a:spLocks xmlns:a="http://schemas.openxmlformats.org/drawingml/2006/main" noGrp="1"/>
          </p:cNvSpPr>
          <p:nvPr/>
        </p:nvSpPr>
        <p:spPr>
          <a:xfrm xmlns:a="http://schemas.openxmlformats.org/drawingml/2006/main" rot="0">
            <a:off x="8134350" y="6084146"/>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3</a:t>
            </a:r>
          </a:p>
        </p:txBody>
      </p:sp>
      <p:sp>
        <p:nvSpPr>
          <p:cNvPr id="129" name="Reasoning step 4">
            <a:extLst xmlns:a="http://schemas.openxmlformats.org/drawingml/2006/main">
              <a:ext uri="{FF2B5EF4-FFF2-40B4-BE49-F238E27FC236}">
                <a16:creationId xmlns:a16="http://schemas.microsoft.com/office/drawing/2014/main" id="{ACA32CE6-C8B7-4CA2-88F8-DD6DE8F64194}"/>
              </a:ext>
            </a:extLst>
          </p:cNvPr>
          <p:cNvSpPr>
            <a:spLocks xmlns:a="http://schemas.openxmlformats.org/drawingml/2006/main" noGrp="1"/>
          </p:cNvSpPr>
          <p:nvPr/>
        </p:nvSpPr>
        <p:spPr>
          <a:xfrm xmlns:a="http://schemas.openxmlformats.org/drawingml/2006/main">
            <a:off x="8039100" y="6419850"/>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30" name="Reasoning step number 4">
            <a:extLst xmlns:a="http://schemas.openxmlformats.org/drawingml/2006/main">
              <a:ext uri="{FF2B5EF4-FFF2-40B4-BE49-F238E27FC236}">
                <a16:creationId xmlns:a16="http://schemas.microsoft.com/office/drawing/2014/main" id="{84C5473E-8910-46B3-8EE5-6D3EAAD9DAA2}"/>
              </a:ext>
            </a:extLst>
          </p:cNvPr>
          <p:cNvSpPr>
            <a:spLocks xmlns:a="http://schemas.openxmlformats.org/drawingml/2006/main" noGrp="1"/>
          </p:cNvSpPr>
          <p:nvPr/>
        </p:nvSpPr>
        <p:spPr>
          <a:xfrm xmlns:a="http://schemas.openxmlformats.org/drawingml/2006/main" rot="0">
            <a:off x="8134350" y="6436571"/>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4</a:t>
            </a:r>
          </a:p>
        </p:txBody>
      </p:sp>
      <p:sp>
        <p:nvSpPr>
          <p:cNvPr id="131" name="Watermark 1">
            <a:extLst xmlns:a="http://schemas.openxmlformats.org/drawingml/2006/main">
              <a:ext uri="{FF2B5EF4-FFF2-40B4-BE49-F238E27FC236}">
                <a16:creationId xmlns:a16="http://schemas.microsoft.com/office/drawing/2014/main" id="{8176C4F6-D067-4411-9E11-8FA2D17A868E}"/>
              </a:ext>
            </a:extLst>
          </p:cNvPr>
          <p:cNvSpPr>
            <a:spLocks xmlns:a="http://schemas.openxmlformats.org/drawingml/2006/main" noGrp="1"/>
          </p:cNvSpPr>
          <p:nvPr/>
        </p:nvSpPr>
        <p:spPr>
          <a:xfrm xmlns:a="http://schemas.openxmlformats.org/drawingml/2006/main">
            <a:off x="8420100" y="1295400"/>
            <a:ext cx="495300" cy="762000"/>
          </a:xfrm>
          <a:custGeom xmlns:a="http://schemas.openxmlformats.org/drawingml/2006/main">
            <a:pathLst>
              <a:path w="495300" h="762000">
                <a:moveTo>
                  <a:pt x="495300" y="762000"/>
                </a:moveTo>
                <a:lnTo>
                  <a:pt x="330200" y="762000"/>
                </a:lnTo>
                <a:lnTo>
                  <a:pt x="330200" y="168240"/>
                </a:lnTo>
                <a:cubicBezTo>
                  <a:pt x="290454" y="189637"/>
                  <a:pt x="238325" y="211034"/>
                  <a:pt x="173814" y="232431"/>
                </a:cubicBezTo>
                <a:cubicBezTo>
                  <a:pt x="109302" y="253827"/>
                  <a:pt x="51364" y="269875"/>
                  <a:pt x="0" y="280573"/>
                </a:cubicBezTo>
                <a:lnTo>
                  <a:pt x="0" y="190500"/>
                </a:lnTo>
                <a:cubicBezTo>
                  <a:pt x="92334" y="165997"/>
                  <a:pt x="173049" y="136318"/>
                  <a:pt x="242147" y="101462"/>
                </a:cubicBezTo>
                <a:cubicBezTo>
                  <a:pt x="311244" y="66606"/>
                  <a:pt x="360163" y="32785"/>
                  <a:pt x="388902" y="0"/>
                </a:cubicBezTo>
                <a:lnTo>
                  <a:pt x="495300" y="0"/>
                </a:lnTo>
                <a:close/>
              </a:path>
            </a:pathLst>
          </a:custGeom>
          <a:noFill xmlns:a="http://schemas.openxmlformats.org/drawingml/2006/main"/>
          <a:ln xmlns:a="http://schemas.openxmlformats.org/drawingml/2006/main" w="15240">
            <a:solidFill>
              <a:srgbClr val="FFDDCF"/>
            </a:solidFill>
            <a:prstDash val="solid"/>
          </a:ln>
        </p:spPr>
      </p:sp>
      <p:sp>
        <p:nvSpPr>
          <p:cNvPr id="132" name="Watermark 2">
            <a:extLst xmlns:a="http://schemas.openxmlformats.org/drawingml/2006/main">
              <a:ext uri="{FF2B5EF4-FFF2-40B4-BE49-F238E27FC236}">
                <a16:creationId xmlns:a16="http://schemas.microsoft.com/office/drawing/2014/main" id="{CCFB239A-1F14-443C-ACFB-607F6808304D}"/>
              </a:ext>
            </a:extLst>
          </p:cNvPr>
          <p:cNvSpPr>
            <a:spLocks xmlns:a="http://schemas.openxmlformats.org/drawingml/2006/main" noGrp="1"/>
          </p:cNvSpPr>
          <p:nvPr/>
        </p:nvSpPr>
        <p:spPr>
          <a:xfrm xmlns:a="http://schemas.openxmlformats.org/drawingml/2006/main">
            <a:off x="10839450" y="1333500"/>
            <a:ext cx="400050" cy="733425"/>
          </a:xfrm>
          <a:custGeom xmlns:a="http://schemas.openxmlformats.org/drawingml/2006/main">
            <a:pathLst>
              <a:path w="400050" h="733425">
                <a:moveTo>
                  <a:pt x="400050" y="647228"/>
                </a:moveTo>
                <a:lnTo>
                  <a:pt x="400050" y="733425"/>
                </a:lnTo>
                <a:lnTo>
                  <a:pt x="66" y="733425"/>
                </a:lnTo>
                <a:cubicBezTo>
                  <a:pt x="-484" y="711834"/>
                  <a:pt x="2405" y="691074"/>
                  <a:pt x="8734" y="671144"/>
                </a:cubicBezTo>
                <a:cubicBezTo>
                  <a:pt x="18916" y="638259"/>
                  <a:pt x="35221" y="605873"/>
                  <a:pt x="57649" y="573985"/>
                </a:cubicBezTo>
                <a:cubicBezTo>
                  <a:pt x="80077" y="542097"/>
                  <a:pt x="112480" y="505226"/>
                  <a:pt x="154859" y="463373"/>
                </a:cubicBezTo>
                <a:cubicBezTo>
                  <a:pt x="220628" y="398268"/>
                  <a:pt x="265071" y="346699"/>
                  <a:pt x="288187" y="308666"/>
                </a:cubicBezTo>
                <a:cubicBezTo>
                  <a:pt x="311302" y="270633"/>
                  <a:pt x="322860" y="234676"/>
                  <a:pt x="322860" y="200795"/>
                </a:cubicBezTo>
                <a:cubicBezTo>
                  <a:pt x="322860" y="165253"/>
                  <a:pt x="312334" y="135275"/>
                  <a:pt x="291282" y="110861"/>
                </a:cubicBezTo>
                <a:cubicBezTo>
                  <a:pt x="270231" y="86446"/>
                  <a:pt x="242781" y="74239"/>
                  <a:pt x="208933" y="74239"/>
                </a:cubicBezTo>
                <a:cubicBezTo>
                  <a:pt x="173159" y="74239"/>
                  <a:pt x="144539" y="87194"/>
                  <a:pt x="123075" y="113103"/>
                </a:cubicBezTo>
                <a:cubicBezTo>
                  <a:pt x="101610" y="139012"/>
                  <a:pt x="90740" y="174886"/>
                  <a:pt x="90465" y="220725"/>
                </a:cubicBezTo>
                <a:lnTo>
                  <a:pt x="14101" y="211258"/>
                </a:lnTo>
                <a:cubicBezTo>
                  <a:pt x="19329" y="142500"/>
                  <a:pt x="39005" y="90100"/>
                  <a:pt x="73128" y="54060"/>
                </a:cubicBezTo>
                <a:cubicBezTo>
                  <a:pt x="107251" y="18020"/>
                  <a:pt x="153070" y="0"/>
                  <a:pt x="210584" y="0"/>
                </a:cubicBezTo>
                <a:cubicBezTo>
                  <a:pt x="268648" y="0"/>
                  <a:pt x="314605" y="19432"/>
                  <a:pt x="348452" y="58295"/>
                </a:cubicBezTo>
                <a:cubicBezTo>
                  <a:pt x="382300" y="97159"/>
                  <a:pt x="399224" y="145323"/>
                  <a:pt x="399224" y="202788"/>
                </a:cubicBezTo>
                <a:cubicBezTo>
                  <a:pt x="399224" y="232019"/>
                  <a:pt x="394271" y="260751"/>
                  <a:pt x="384364" y="288985"/>
                </a:cubicBezTo>
                <a:cubicBezTo>
                  <a:pt x="374458" y="317220"/>
                  <a:pt x="358015" y="346949"/>
                  <a:pt x="335037" y="378172"/>
                </a:cubicBezTo>
                <a:cubicBezTo>
                  <a:pt x="312059" y="409396"/>
                  <a:pt x="273877" y="452246"/>
                  <a:pt x="220491" y="506721"/>
                </a:cubicBezTo>
                <a:cubicBezTo>
                  <a:pt x="175910" y="551896"/>
                  <a:pt x="147291" y="582538"/>
                  <a:pt x="134632" y="598648"/>
                </a:cubicBezTo>
                <a:cubicBezTo>
                  <a:pt x="121974" y="614758"/>
                  <a:pt x="111517" y="630951"/>
                  <a:pt x="103261" y="647228"/>
                </a:cubicBezTo>
                <a:close/>
              </a:path>
            </a:pathLst>
          </a:custGeom>
          <a:noFill xmlns:a="http://schemas.openxmlformats.org/drawingml/2006/main"/>
          <a:ln xmlns:a="http://schemas.openxmlformats.org/drawingml/2006/main" w="15240">
            <a:solidFill>
              <a:srgbClr val="FFE1C9"/>
            </a:solidFill>
            <a:prstDash val="solid"/>
          </a:ln>
        </p:spPr>
      </p:sp>
      <p:sp>
        <p:nvSpPr>
          <p:cNvPr id="133" name="Watermark 3">
            <a:extLst xmlns:a="http://schemas.openxmlformats.org/drawingml/2006/main">
              <a:ext uri="{FF2B5EF4-FFF2-40B4-BE49-F238E27FC236}">
                <a16:creationId xmlns:a16="http://schemas.microsoft.com/office/drawing/2014/main" id="{2CBA9489-EAA6-47E6-95E3-39600D24937F}"/>
              </a:ext>
            </a:extLst>
          </p:cNvPr>
          <p:cNvSpPr>
            <a:spLocks xmlns:a="http://schemas.openxmlformats.org/drawingml/2006/main" noGrp="1"/>
          </p:cNvSpPr>
          <p:nvPr/>
        </p:nvSpPr>
        <p:spPr>
          <a:xfrm xmlns:a="http://schemas.openxmlformats.org/drawingml/2006/main">
            <a:off x="12601575" y="1323975"/>
            <a:ext cx="390525" cy="742950"/>
          </a:xfrm>
          <a:custGeom xmlns:a="http://schemas.openxmlformats.org/drawingml/2006/main">
            <a:pathLst>
              <a:path w="390525" h="742950">
                <a:moveTo>
                  <a:pt x="0" y="538118"/>
                </a:moveTo>
                <a:lnTo>
                  <a:pt x="73223" y="526215"/>
                </a:lnTo>
                <a:cubicBezTo>
                  <a:pt x="81631" y="576803"/>
                  <a:pt x="95936" y="613256"/>
                  <a:pt x="116141" y="635574"/>
                </a:cubicBezTo>
                <a:cubicBezTo>
                  <a:pt x="136345" y="657893"/>
                  <a:pt x="160956" y="669052"/>
                  <a:pt x="189974" y="669052"/>
                </a:cubicBezTo>
                <a:cubicBezTo>
                  <a:pt x="224416" y="669052"/>
                  <a:pt x="253502" y="654504"/>
                  <a:pt x="277232" y="625407"/>
                </a:cubicBezTo>
                <a:cubicBezTo>
                  <a:pt x="300962" y="596311"/>
                  <a:pt x="312827" y="560271"/>
                  <a:pt x="312827" y="517288"/>
                </a:cubicBezTo>
                <a:cubicBezTo>
                  <a:pt x="312827" y="476288"/>
                  <a:pt x="301843" y="442480"/>
                  <a:pt x="279876" y="415864"/>
                </a:cubicBezTo>
                <a:cubicBezTo>
                  <a:pt x="257909" y="389247"/>
                  <a:pt x="229976" y="375939"/>
                  <a:pt x="196076" y="375939"/>
                </a:cubicBezTo>
                <a:cubicBezTo>
                  <a:pt x="182245" y="375939"/>
                  <a:pt x="165024" y="379245"/>
                  <a:pt x="144413" y="385858"/>
                </a:cubicBezTo>
                <a:lnTo>
                  <a:pt x="152549" y="307496"/>
                </a:lnTo>
                <a:cubicBezTo>
                  <a:pt x="157430" y="308157"/>
                  <a:pt x="161363" y="308488"/>
                  <a:pt x="164346" y="308488"/>
                </a:cubicBezTo>
                <a:cubicBezTo>
                  <a:pt x="195534" y="308488"/>
                  <a:pt x="223603" y="298569"/>
                  <a:pt x="248553" y="278730"/>
                </a:cubicBezTo>
                <a:cubicBezTo>
                  <a:pt x="273503" y="258892"/>
                  <a:pt x="285978" y="228308"/>
                  <a:pt x="285978" y="186977"/>
                </a:cubicBezTo>
                <a:cubicBezTo>
                  <a:pt x="285978" y="154244"/>
                  <a:pt x="276893" y="127131"/>
                  <a:pt x="258723" y="105640"/>
                </a:cubicBezTo>
                <a:cubicBezTo>
                  <a:pt x="240553" y="84148"/>
                  <a:pt x="217094" y="73402"/>
                  <a:pt x="188347" y="73402"/>
                </a:cubicBezTo>
                <a:cubicBezTo>
                  <a:pt x="159871" y="73402"/>
                  <a:pt x="136141" y="84313"/>
                  <a:pt x="117157" y="106136"/>
                </a:cubicBezTo>
                <a:cubicBezTo>
                  <a:pt x="98174" y="127958"/>
                  <a:pt x="85970" y="160691"/>
                  <a:pt x="80546" y="204336"/>
                </a:cubicBezTo>
                <a:lnTo>
                  <a:pt x="7322" y="188465"/>
                </a:lnTo>
                <a:cubicBezTo>
                  <a:pt x="16272" y="128619"/>
                  <a:pt x="36612" y="82247"/>
                  <a:pt x="68342" y="49348"/>
                </a:cubicBezTo>
                <a:cubicBezTo>
                  <a:pt x="100072" y="16449"/>
                  <a:pt x="139531" y="0"/>
                  <a:pt x="186720" y="0"/>
                </a:cubicBezTo>
                <a:cubicBezTo>
                  <a:pt x="219264" y="0"/>
                  <a:pt x="249231" y="8514"/>
                  <a:pt x="276622" y="25542"/>
                </a:cubicBezTo>
                <a:cubicBezTo>
                  <a:pt x="304013" y="42570"/>
                  <a:pt x="324963" y="65798"/>
                  <a:pt x="339472" y="95225"/>
                </a:cubicBezTo>
                <a:cubicBezTo>
                  <a:pt x="353981" y="124652"/>
                  <a:pt x="361236" y="155897"/>
                  <a:pt x="361236" y="188961"/>
                </a:cubicBezTo>
                <a:cubicBezTo>
                  <a:pt x="361236" y="220372"/>
                  <a:pt x="354320" y="248973"/>
                  <a:pt x="340489" y="274763"/>
                </a:cubicBezTo>
                <a:cubicBezTo>
                  <a:pt x="326658" y="300553"/>
                  <a:pt x="306182" y="321052"/>
                  <a:pt x="279063" y="336262"/>
                </a:cubicBezTo>
                <a:cubicBezTo>
                  <a:pt x="314318" y="346181"/>
                  <a:pt x="341709" y="366763"/>
                  <a:pt x="361236" y="398009"/>
                </a:cubicBezTo>
                <a:cubicBezTo>
                  <a:pt x="380762" y="429254"/>
                  <a:pt x="390525" y="468353"/>
                  <a:pt x="390525" y="515304"/>
                </a:cubicBezTo>
                <a:cubicBezTo>
                  <a:pt x="390525" y="578787"/>
                  <a:pt x="371541" y="632599"/>
                  <a:pt x="333573" y="676739"/>
                </a:cubicBezTo>
                <a:cubicBezTo>
                  <a:pt x="295606" y="720880"/>
                  <a:pt x="247604" y="742950"/>
                  <a:pt x="189567" y="742950"/>
                </a:cubicBezTo>
                <a:cubicBezTo>
                  <a:pt x="137226" y="742950"/>
                  <a:pt x="93767" y="723938"/>
                  <a:pt x="59189" y="685914"/>
                </a:cubicBezTo>
                <a:cubicBezTo>
                  <a:pt x="24611" y="647891"/>
                  <a:pt x="4882" y="598625"/>
                  <a:pt x="0" y="538118"/>
                </a:cubicBezTo>
                <a:close/>
              </a:path>
            </a:pathLst>
          </a:custGeom>
          <a:noFill xmlns:a="http://schemas.openxmlformats.org/drawingml/2006/main"/>
          <a:ln xmlns:a="http://schemas.openxmlformats.org/drawingml/2006/main" w="15240">
            <a:solidFill>
              <a:srgbClr val="FFE1C9"/>
            </a:solidFill>
            <a:prstDash val="solid"/>
          </a:ln>
        </p:spPr>
      </p:sp>
      <p:sp>
        <p:nvSpPr>
          <p:cNvPr id="134" name="Watermark 4">
            <a:extLst xmlns:a="http://schemas.openxmlformats.org/drawingml/2006/main">
              <a:ext uri="{FF2B5EF4-FFF2-40B4-BE49-F238E27FC236}">
                <a16:creationId xmlns:a16="http://schemas.microsoft.com/office/drawing/2014/main" id="{9292E139-65FD-4908-A3C6-4C36110E7ED5}"/>
              </a:ext>
            </a:extLst>
          </p:cNvPr>
          <p:cNvSpPr>
            <a:spLocks xmlns:a="http://schemas.openxmlformats.org/drawingml/2006/main" noGrp="1"/>
          </p:cNvSpPr>
          <p:nvPr/>
        </p:nvSpPr>
        <p:spPr>
          <a:xfrm xmlns:a="http://schemas.openxmlformats.org/drawingml/2006/main">
            <a:off x="16068675" y="1333500"/>
            <a:ext cx="476250" cy="733425"/>
          </a:xfrm>
          <a:custGeom xmlns:a="http://schemas.openxmlformats.org/drawingml/2006/main">
            <a:pathLst>
              <a:path w="476250" h="733425">
                <a:moveTo>
                  <a:pt x="298713" y="733425"/>
                </a:moveTo>
                <a:lnTo>
                  <a:pt x="298713" y="557823"/>
                </a:lnTo>
                <a:lnTo>
                  <a:pt x="0" y="557823"/>
                </a:lnTo>
                <a:lnTo>
                  <a:pt x="0" y="475275"/>
                </a:lnTo>
                <a:lnTo>
                  <a:pt x="314212" y="0"/>
                </a:lnTo>
                <a:lnTo>
                  <a:pt x="383254" y="0"/>
                </a:lnTo>
                <a:lnTo>
                  <a:pt x="383254" y="475275"/>
                </a:lnTo>
                <a:lnTo>
                  <a:pt x="476250" y="475275"/>
                </a:lnTo>
                <a:lnTo>
                  <a:pt x="476250" y="557823"/>
                </a:lnTo>
                <a:lnTo>
                  <a:pt x="383254" y="557823"/>
                </a:lnTo>
                <a:lnTo>
                  <a:pt x="383254" y="733425"/>
                </a:lnTo>
                <a:close/>
                <a:moveTo>
                  <a:pt x="298713" y="475275"/>
                </a:moveTo>
                <a:lnTo>
                  <a:pt x="298713" y="144584"/>
                </a:lnTo>
                <a:lnTo>
                  <a:pt x="83132" y="475275"/>
                </a:lnTo>
                <a:close/>
              </a:path>
            </a:pathLst>
          </a:custGeom>
          <a:noFill xmlns:a="http://schemas.openxmlformats.org/drawingml/2006/main"/>
          <a:ln xmlns:a="http://schemas.openxmlformats.org/drawingml/2006/main" w="15240">
            <a:solidFill>
              <a:srgbClr val="EEE3FA"/>
            </a:solidFill>
            <a:prstDash val="solid"/>
          </a:ln>
        </p:spPr>
      </p:sp>
      <p:sp>
        <p:nvSpPr>
          <p:cNvPr id="135" name="Watermark 5">
            <a:extLst xmlns:a="http://schemas.openxmlformats.org/drawingml/2006/main">
              <a:ext uri="{FF2B5EF4-FFF2-40B4-BE49-F238E27FC236}">
                <a16:creationId xmlns:a16="http://schemas.microsoft.com/office/drawing/2014/main" id="{11723FF0-54DC-426C-A8D0-47750EFFB691}"/>
              </a:ext>
            </a:extLst>
          </p:cNvPr>
          <p:cNvSpPr>
            <a:spLocks xmlns:a="http://schemas.openxmlformats.org/drawingml/2006/main" noGrp="1"/>
          </p:cNvSpPr>
          <p:nvPr/>
        </p:nvSpPr>
        <p:spPr>
          <a:xfrm xmlns:a="http://schemas.openxmlformats.org/drawingml/2006/main">
            <a:off x="18783300" y="1323975"/>
            <a:ext cx="390525" cy="752475"/>
          </a:xfrm>
          <a:custGeom xmlns:a="http://schemas.openxmlformats.org/drawingml/2006/main">
            <a:pathLst>
              <a:path w="390525" h="752475">
                <a:moveTo>
                  <a:pt x="0" y="543255"/>
                </a:moveTo>
                <a:lnTo>
                  <a:pt x="75935" y="535071"/>
                </a:lnTo>
                <a:cubicBezTo>
                  <a:pt x="81560" y="582132"/>
                  <a:pt x="94618" y="617514"/>
                  <a:pt x="115108" y="641215"/>
                </a:cubicBezTo>
                <a:cubicBezTo>
                  <a:pt x="135599" y="664916"/>
                  <a:pt x="160308" y="676767"/>
                  <a:pt x="189236" y="676767"/>
                </a:cubicBezTo>
                <a:cubicBezTo>
                  <a:pt x="224056" y="676767"/>
                  <a:pt x="253520" y="660057"/>
                  <a:pt x="277626" y="626636"/>
                </a:cubicBezTo>
                <a:cubicBezTo>
                  <a:pt x="301733" y="593216"/>
                  <a:pt x="313786" y="548882"/>
                  <a:pt x="313786" y="493636"/>
                </a:cubicBezTo>
                <a:cubicBezTo>
                  <a:pt x="313786" y="441118"/>
                  <a:pt x="302202" y="399683"/>
                  <a:pt x="279033" y="369332"/>
                </a:cubicBezTo>
                <a:cubicBezTo>
                  <a:pt x="255864" y="338980"/>
                  <a:pt x="225530" y="323805"/>
                  <a:pt x="188031" y="323805"/>
                </a:cubicBezTo>
                <a:cubicBezTo>
                  <a:pt x="164728" y="323805"/>
                  <a:pt x="143701" y="330540"/>
                  <a:pt x="124952" y="344010"/>
                </a:cubicBezTo>
                <a:cubicBezTo>
                  <a:pt x="106202" y="357481"/>
                  <a:pt x="91471" y="374959"/>
                  <a:pt x="80757" y="396443"/>
                </a:cubicBezTo>
                <a:lnTo>
                  <a:pt x="12857" y="385189"/>
                </a:lnTo>
                <a:lnTo>
                  <a:pt x="69909" y="0"/>
                </a:lnTo>
                <a:lnTo>
                  <a:pt x="362803" y="0"/>
                </a:lnTo>
                <a:lnTo>
                  <a:pt x="362803" y="87985"/>
                </a:lnTo>
                <a:lnTo>
                  <a:pt x="127764" y="87985"/>
                </a:lnTo>
                <a:lnTo>
                  <a:pt x="96024" y="289532"/>
                </a:lnTo>
                <a:cubicBezTo>
                  <a:pt x="131380" y="258157"/>
                  <a:pt x="168478" y="242470"/>
                  <a:pt x="207316" y="242470"/>
                </a:cubicBezTo>
                <a:cubicBezTo>
                  <a:pt x="258743" y="242470"/>
                  <a:pt x="302135" y="265148"/>
                  <a:pt x="337491" y="310505"/>
                </a:cubicBezTo>
                <a:cubicBezTo>
                  <a:pt x="372847" y="355861"/>
                  <a:pt x="390525" y="414177"/>
                  <a:pt x="390525" y="485451"/>
                </a:cubicBezTo>
                <a:cubicBezTo>
                  <a:pt x="390525" y="553316"/>
                  <a:pt x="374990" y="611972"/>
                  <a:pt x="343919" y="661421"/>
                </a:cubicBezTo>
                <a:cubicBezTo>
                  <a:pt x="306152" y="722124"/>
                  <a:pt x="254591" y="752475"/>
                  <a:pt x="189236" y="752475"/>
                </a:cubicBezTo>
                <a:cubicBezTo>
                  <a:pt x="135666" y="752475"/>
                  <a:pt x="91939" y="733378"/>
                  <a:pt x="58056" y="695183"/>
                </a:cubicBezTo>
                <a:cubicBezTo>
                  <a:pt x="24173" y="656988"/>
                  <a:pt x="4821" y="606345"/>
                  <a:pt x="0" y="543255"/>
                </a:cubicBezTo>
                <a:close/>
              </a:path>
            </a:pathLst>
          </a:custGeom>
          <a:noFill xmlns:a="http://schemas.openxmlformats.org/drawingml/2006/main"/>
          <a:ln xmlns:a="http://schemas.openxmlformats.org/drawingml/2006/main" w="15240">
            <a:solidFill>
              <a:srgbClr val="DDEBFC"/>
            </a:solidFill>
            <a:prstDash val="solid"/>
          </a:ln>
        </p:spPr>
      </p:sp>
      <p:sp>
        <p:nvSpPr>
          <p:cNvPr id="136" name="Watermark 1">
            <a:extLst xmlns:a="http://schemas.openxmlformats.org/drawingml/2006/main">
              <a:ext uri="{FF2B5EF4-FFF2-40B4-BE49-F238E27FC236}">
                <a16:creationId xmlns:a16="http://schemas.microsoft.com/office/drawing/2014/main" id="{F7262E92-29EA-4B9F-90C3-5A59B02A8F49}"/>
              </a:ext>
            </a:extLst>
          </p:cNvPr>
          <p:cNvSpPr>
            <a:spLocks xmlns:a="http://schemas.openxmlformats.org/drawingml/2006/main" noGrp="1"/>
          </p:cNvSpPr>
          <p:nvPr/>
        </p:nvSpPr>
        <p:spPr>
          <a:xfrm xmlns:a="http://schemas.openxmlformats.org/drawingml/2006/main">
            <a:off x="7162800" y="5410200"/>
            <a:ext cx="485775" cy="742950"/>
          </a:xfrm>
          <a:custGeom xmlns:a="http://schemas.openxmlformats.org/drawingml/2006/main">
            <a:pathLst>
              <a:path w="485775" h="742950">
                <a:moveTo>
                  <a:pt x="485775" y="742950"/>
                </a:moveTo>
                <a:lnTo>
                  <a:pt x="323850" y="742950"/>
                </a:lnTo>
                <a:lnTo>
                  <a:pt x="323850" y="164034"/>
                </a:lnTo>
                <a:cubicBezTo>
                  <a:pt x="284868" y="184896"/>
                  <a:pt x="233742" y="205758"/>
                  <a:pt x="170471" y="226620"/>
                </a:cubicBezTo>
                <a:cubicBezTo>
                  <a:pt x="107200" y="247482"/>
                  <a:pt x="50377" y="263128"/>
                  <a:pt x="0" y="273559"/>
                </a:cubicBezTo>
                <a:lnTo>
                  <a:pt x="0" y="185738"/>
                </a:lnTo>
                <a:cubicBezTo>
                  <a:pt x="90558" y="161847"/>
                  <a:pt x="169721" y="132910"/>
                  <a:pt x="237490" y="98925"/>
                </a:cubicBezTo>
                <a:cubicBezTo>
                  <a:pt x="305259" y="64941"/>
                  <a:pt x="353236" y="31966"/>
                  <a:pt x="381423" y="0"/>
                </a:cubicBezTo>
                <a:lnTo>
                  <a:pt x="485775" y="0"/>
                </a:lnTo>
                <a:close/>
              </a:path>
            </a:pathLst>
          </a:custGeom>
          <a:noFill xmlns:a="http://schemas.openxmlformats.org/drawingml/2006/main"/>
          <a:ln xmlns:a="http://schemas.openxmlformats.org/drawingml/2006/main" w="15240">
            <a:solidFill>
              <a:srgbClr val="FFDDCF"/>
            </a:solidFill>
            <a:prstDash val="solid"/>
          </a:ln>
        </p:spPr>
      </p:sp>
      <p:sp>
        <p:nvSpPr>
          <p:cNvPr id="137" name="Watermark 2">
            <a:extLst xmlns:a="http://schemas.openxmlformats.org/drawingml/2006/main">
              <a:ext uri="{FF2B5EF4-FFF2-40B4-BE49-F238E27FC236}">
                <a16:creationId xmlns:a16="http://schemas.microsoft.com/office/drawing/2014/main" id="{31898387-C866-4C40-ACFA-0E69DC31B49A}"/>
              </a:ext>
            </a:extLst>
          </p:cNvPr>
          <p:cNvSpPr>
            <a:spLocks xmlns:a="http://schemas.openxmlformats.org/drawingml/2006/main" noGrp="1"/>
          </p:cNvSpPr>
          <p:nvPr/>
        </p:nvSpPr>
        <p:spPr>
          <a:xfrm xmlns:a="http://schemas.openxmlformats.org/drawingml/2006/main">
            <a:off x="12496800" y="5429250"/>
            <a:ext cx="495300" cy="742950"/>
          </a:xfrm>
          <a:custGeom xmlns:a="http://schemas.openxmlformats.org/drawingml/2006/main">
            <a:pathLst>
              <a:path w="495300" h="742950">
                <a:moveTo>
                  <a:pt x="495300" y="655633"/>
                </a:moveTo>
                <a:lnTo>
                  <a:pt x="495300" y="742950"/>
                </a:lnTo>
                <a:lnTo>
                  <a:pt x="82" y="742950"/>
                </a:lnTo>
                <a:cubicBezTo>
                  <a:pt x="-600" y="721079"/>
                  <a:pt x="2978" y="700049"/>
                  <a:pt x="10814" y="679860"/>
                </a:cubicBezTo>
                <a:cubicBezTo>
                  <a:pt x="23420" y="646548"/>
                  <a:pt x="43607" y="613741"/>
                  <a:pt x="71375" y="581439"/>
                </a:cubicBezTo>
                <a:cubicBezTo>
                  <a:pt x="99142" y="549137"/>
                  <a:pt x="139261" y="511788"/>
                  <a:pt x="191730" y="469391"/>
                </a:cubicBezTo>
                <a:cubicBezTo>
                  <a:pt x="273159" y="403441"/>
                  <a:pt x="328183" y="351202"/>
                  <a:pt x="356802" y="312675"/>
                </a:cubicBezTo>
                <a:cubicBezTo>
                  <a:pt x="385422" y="274148"/>
                  <a:pt x="399732" y="237724"/>
                  <a:pt x="399732" y="203403"/>
                </a:cubicBezTo>
                <a:cubicBezTo>
                  <a:pt x="399732" y="167399"/>
                  <a:pt x="386700" y="137032"/>
                  <a:pt x="360635" y="112301"/>
                </a:cubicBezTo>
                <a:cubicBezTo>
                  <a:pt x="334571" y="87569"/>
                  <a:pt x="300586" y="75203"/>
                  <a:pt x="258679" y="75203"/>
                </a:cubicBezTo>
                <a:cubicBezTo>
                  <a:pt x="214387" y="75203"/>
                  <a:pt x="178953" y="88326"/>
                  <a:pt x="152378" y="114572"/>
                </a:cubicBezTo>
                <a:cubicBezTo>
                  <a:pt x="125803" y="140817"/>
                  <a:pt x="112345" y="177157"/>
                  <a:pt x="112004" y="223592"/>
                </a:cubicBezTo>
                <a:lnTo>
                  <a:pt x="17458" y="214002"/>
                </a:lnTo>
                <a:cubicBezTo>
                  <a:pt x="23931" y="144350"/>
                  <a:pt x="48292" y="91270"/>
                  <a:pt x="90540" y="54762"/>
                </a:cubicBezTo>
                <a:cubicBezTo>
                  <a:pt x="132787" y="18254"/>
                  <a:pt x="189515" y="0"/>
                  <a:pt x="260723" y="0"/>
                </a:cubicBezTo>
                <a:cubicBezTo>
                  <a:pt x="332612" y="0"/>
                  <a:pt x="389510" y="19684"/>
                  <a:pt x="431417" y="59052"/>
                </a:cubicBezTo>
                <a:cubicBezTo>
                  <a:pt x="473324" y="98421"/>
                  <a:pt x="494278" y="147210"/>
                  <a:pt x="494278" y="205422"/>
                </a:cubicBezTo>
                <a:cubicBezTo>
                  <a:pt x="494278" y="235032"/>
                  <a:pt x="488145" y="264138"/>
                  <a:pt x="475880" y="292738"/>
                </a:cubicBezTo>
                <a:cubicBezTo>
                  <a:pt x="463614" y="321339"/>
                  <a:pt x="443257" y="351454"/>
                  <a:pt x="414808" y="383084"/>
                </a:cubicBezTo>
                <a:cubicBezTo>
                  <a:pt x="386359" y="414713"/>
                  <a:pt x="339086" y="458119"/>
                  <a:pt x="272988" y="513302"/>
                </a:cubicBezTo>
                <a:cubicBezTo>
                  <a:pt x="217794" y="559063"/>
                  <a:pt x="182360" y="590104"/>
                  <a:pt x="166688" y="606423"/>
                </a:cubicBezTo>
                <a:cubicBezTo>
                  <a:pt x="151015" y="622742"/>
                  <a:pt x="138068" y="639146"/>
                  <a:pt x="127847" y="655633"/>
                </a:cubicBezTo>
                <a:close/>
              </a:path>
            </a:pathLst>
          </a:custGeom>
          <a:noFill xmlns:a="http://schemas.openxmlformats.org/drawingml/2006/main"/>
          <a:ln xmlns:a="http://schemas.openxmlformats.org/drawingml/2006/main" w="15240">
            <a:solidFill>
              <a:srgbClr val="F4DDF1"/>
            </a:solidFill>
            <a:prstDash val="solid"/>
          </a:ln>
        </p:spPr>
      </p:sp>
      <p:sp>
        <p:nvSpPr>
          <p:cNvPr id="138" name="Watermark 3">
            <a:extLst xmlns:a="http://schemas.openxmlformats.org/drawingml/2006/main">
              <a:ext uri="{FF2B5EF4-FFF2-40B4-BE49-F238E27FC236}">
                <a16:creationId xmlns:a16="http://schemas.microsoft.com/office/drawing/2014/main" id="{B58C13EC-9503-44AC-A1E3-A8B5DAB8E6DC}"/>
              </a:ext>
            </a:extLst>
          </p:cNvPr>
          <p:cNvSpPr>
            <a:spLocks xmlns:a="http://schemas.openxmlformats.org/drawingml/2006/main" noGrp="1"/>
          </p:cNvSpPr>
          <p:nvPr/>
        </p:nvSpPr>
        <p:spPr>
          <a:xfrm xmlns:a="http://schemas.openxmlformats.org/drawingml/2006/main">
            <a:off x="16078200" y="5429250"/>
            <a:ext cx="495300" cy="733425"/>
          </a:xfrm>
          <a:custGeom xmlns:a="http://schemas.openxmlformats.org/drawingml/2006/main">
            <a:pathLst>
              <a:path w="495300" h="733425">
                <a:moveTo>
                  <a:pt x="0" y="531219"/>
                </a:moveTo>
                <a:lnTo>
                  <a:pt x="92869" y="519469"/>
                </a:lnTo>
                <a:cubicBezTo>
                  <a:pt x="103531" y="569408"/>
                  <a:pt x="121675" y="605394"/>
                  <a:pt x="147300" y="627426"/>
                </a:cubicBezTo>
                <a:cubicBezTo>
                  <a:pt x="172925" y="649458"/>
                  <a:pt x="204139" y="660474"/>
                  <a:pt x="240943" y="660474"/>
                </a:cubicBezTo>
                <a:cubicBezTo>
                  <a:pt x="284626" y="660474"/>
                  <a:pt x="321515" y="646113"/>
                  <a:pt x="351611" y="617389"/>
                </a:cubicBezTo>
                <a:cubicBezTo>
                  <a:pt x="381708" y="588666"/>
                  <a:pt x="396756" y="553088"/>
                  <a:pt x="396756" y="510656"/>
                </a:cubicBezTo>
                <a:cubicBezTo>
                  <a:pt x="396756" y="470182"/>
                  <a:pt x="382826" y="436807"/>
                  <a:pt x="354965" y="410532"/>
                </a:cubicBezTo>
                <a:cubicBezTo>
                  <a:pt x="327104" y="384257"/>
                  <a:pt x="291677" y="371119"/>
                  <a:pt x="248682" y="371119"/>
                </a:cubicBezTo>
                <a:cubicBezTo>
                  <a:pt x="231140" y="371119"/>
                  <a:pt x="209299" y="374383"/>
                  <a:pt x="183158" y="380911"/>
                </a:cubicBezTo>
                <a:lnTo>
                  <a:pt x="193477" y="303554"/>
                </a:lnTo>
                <a:cubicBezTo>
                  <a:pt x="199668" y="304207"/>
                  <a:pt x="204655" y="304533"/>
                  <a:pt x="208439" y="304533"/>
                </a:cubicBezTo>
                <a:cubicBezTo>
                  <a:pt x="247994" y="304533"/>
                  <a:pt x="283594" y="294741"/>
                  <a:pt x="315238" y="275157"/>
                </a:cubicBezTo>
                <a:cubicBezTo>
                  <a:pt x="346882" y="255573"/>
                  <a:pt x="362704" y="225380"/>
                  <a:pt x="362704" y="184580"/>
                </a:cubicBezTo>
                <a:cubicBezTo>
                  <a:pt x="362704" y="152266"/>
                  <a:pt x="351181" y="125502"/>
                  <a:pt x="328136" y="104285"/>
                </a:cubicBezTo>
                <a:cubicBezTo>
                  <a:pt x="305091" y="83069"/>
                  <a:pt x="275339" y="72461"/>
                  <a:pt x="238879" y="72461"/>
                </a:cubicBezTo>
                <a:cubicBezTo>
                  <a:pt x="202763" y="72461"/>
                  <a:pt x="172667" y="83232"/>
                  <a:pt x="148590" y="104775"/>
                </a:cubicBezTo>
                <a:cubicBezTo>
                  <a:pt x="124513" y="126318"/>
                  <a:pt x="109035" y="158631"/>
                  <a:pt x="102156" y="201716"/>
                </a:cubicBezTo>
                <a:lnTo>
                  <a:pt x="9287" y="186049"/>
                </a:lnTo>
                <a:cubicBezTo>
                  <a:pt x="20638" y="126970"/>
                  <a:pt x="46434" y="81192"/>
                  <a:pt x="86677" y="48715"/>
                </a:cubicBezTo>
                <a:cubicBezTo>
                  <a:pt x="126921" y="16238"/>
                  <a:pt x="176967" y="0"/>
                  <a:pt x="236815" y="0"/>
                </a:cubicBezTo>
                <a:cubicBezTo>
                  <a:pt x="278090" y="0"/>
                  <a:pt x="316098" y="8405"/>
                  <a:pt x="350837" y="25215"/>
                </a:cubicBezTo>
                <a:cubicBezTo>
                  <a:pt x="385577" y="42024"/>
                  <a:pt x="412148" y="64954"/>
                  <a:pt x="430550" y="94004"/>
                </a:cubicBezTo>
                <a:cubicBezTo>
                  <a:pt x="448952" y="123054"/>
                  <a:pt x="458152" y="153898"/>
                  <a:pt x="458152" y="186539"/>
                </a:cubicBezTo>
                <a:cubicBezTo>
                  <a:pt x="458152" y="217547"/>
                  <a:pt x="449382" y="245781"/>
                  <a:pt x="431840" y="271240"/>
                </a:cubicBezTo>
                <a:cubicBezTo>
                  <a:pt x="414298" y="296699"/>
                  <a:pt x="388329" y="316936"/>
                  <a:pt x="353933" y="331951"/>
                </a:cubicBezTo>
                <a:cubicBezTo>
                  <a:pt x="398648" y="341743"/>
                  <a:pt x="433388" y="362061"/>
                  <a:pt x="458152" y="392906"/>
                </a:cubicBezTo>
                <a:cubicBezTo>
                  <a:pt x="482918" y="423751"/>
                  <a:pt x="495300" y="462348"/>
                  <a:pt x="495300" y="508697"/>
                </a:cubicBezTo>
                <a:cubicBezTo>
                  <a:pt x="495300" y="571366"/>
                  <a:pt x="471223" y="624488"/>
                  <a:pt x="423069" y="668063"/>
                </a:cubicBezTo>
                <a:cubicBezTo>
                  <a:pt x="374915" y="711638"/>
                  <a:pt x="314034" y="733425"/>
                  <a:pt x="240427" y="733425"/>
                </a:cubicBezTo>
                <a:cubicBezTo>
                  <a:pt x="174043" y="733425"/>
                  <a:pt x="118924" y="714657"/>
                  <a:pt x="75069" y="677121"/>
                </a:cubicBezTo>
                <a:cubicBezTo>
                  <a:pt x="31214" y="639584"/>
                  <a:pt x="6191" y="590951"/>
                  <a:pt x="0" y="531219"/>
                </a:cubicBezTo>
                <a:close/>
              </a:path>
            </a:pathLst>
          </a:custGeom>
          <a:noFill xmlns:a="http://schemas.openxmlformats.org/drawingml/2006/main"/>
          <a:ln xmlns:a="http://schemas.openxmlformats.org/drawingml/2006/main" w="15240">
            <a:solidFill>
              <a:srgbClr val="EEE3FA"/>
            </a:solidFill>
            <a:prstDash val="solid"/>
          </a:ln>
        </p:spPr>
      </p:sp>
      <p:sp>
        <p:nvSpPr>
          <p:cNvPr id="139" name="Watermark 4">
            <a:extLst xmlns:a="http://schemas.openxmlformats.org/drawingml/2006/main">
              <a:ext uri="{FF2B5EF4-FFF2-40B4-BE49-F238E27FC236}">
                <a16:creationId xmlns:a16="http://schemas.microsoft.com/office/drawing/2014/main" id="{D14E4845-04F5-42CC-A473-1142CA602395}"/>
              </a:ext>
            </a:extLst>
          </p:cNvPr>
          <p:cNvSpPr>
            <a:spLocks xmlns:a="http://schemas.openxmlformats.org/drawingml/2006/main" noGrp="1"/>
          </p:cNvSpPr>
          <p:nvPr/>
        </p:nvSpPr>
        <p:spPr>
          <a:xfrm xmlns:a="http://schemas.openxmlformats.org/drawingml/2006/main">
            <a:off x="18773775" y="5419725"/>
            <a:ext cx="457200" cy="742950"/>
          </a:xfrm>
          <a:custGeom xmlns:a="http://schemas.openxmlformats.org/drawingml/2006/main">
            <a:pathLst>
              <a:path w="457200" h="742950">
                <a:moveTo>
                  <a:pt x="286764" y="742950"/>
                </a:moveTo>
                <a:lnTo>
                  <a:pt x="286764" y="565068"/>
                </a:lnTo>
                <a:lnTo>
                  <a:pt x="0" y="565068"/>
                </a:lnTo>
                <a:lnTo>
                  <a:pt x="0" y="481448"/>
                </a:lnTo>
                <a:lnTo>
                  <a:pt x="301644" y="0"/>
                </a:lnTo>
                <a:lnTo>
                  <a:pt x="367924" y="0"/>
                </a:lnTo>
                <a:lnTo>
                  <a:pt x="367924" y="481448"/>
                </a:lnTo>
                <a:lnTo>
                  <a:pt x="457200" y="481448"/>
                </a:lnTo>
                <a:lnTo>
                  <a:pt x="457200" y="565068"/>
                </a:lnTo>
                <a:lnTo>
                  <a:pt x="367924" y="565068"/>
                </a:lnTo>
                <a:lnTo>
                  <a:pt x="367924" y="742950"/>
                </a:lnTo>
                <a:close/>
                <a:moveTo>
                  <a:pt x="286764" y="481448"/>
                </a:moveTo>
                <a:lnTo>
                  <a:pt x="286764" y="146461"/>
                </a:lnTo>
                <a:lnTo>
                  <a:pt x="79807" y="481448"/>
                </a:lnTo>
                <a:close/>
              </a:path>
            </a:pathLst>
          </a:custGeom>
          <a:noFill xmlns:a="http://schemas.openxmlformats.org/drawingml/2006/main"/>
          <a:ln xmlns:a="http://schemas.openxmlformats.org/drawingml/2006/main" w="15240">
            <a:solidFill>
              <a:srgbClr val="DDEBFC"/>
            </a:solidFill>
            <a:prstDash val="solid"/>
          </a:ln>
        </p:spPr>
      </p:sp>
      <p:sp>
        <p:nvSpPr>
          <p:cNvPr id="140" name="Reviewed text 1">
            <a:extLst xmlns:a="http://schemas.openxmlformats.org/drawingml/2006/main">
              <a:ext uri="{FF2B5EF4-FFF2-40B4-BE49-F238E27FC236}">
                <a16:creationId xmlns:a16="http://schemas.microsoft.com/office/drawing/2014/main" id="{774F8654-ADDB-44A7-8408-E2984417F5F8}"/>
              </a:ext>
            </a:extLst>
          </p:cNvPr>
          <p:cNvSpPr>
            <a:spLocks xmlns:a="http://schemas.openxmlformats.org/drawingml/2006/main" noGrp="1"/>
          </p:cNvSpPr>
          <p:nvPr/>
        </p:nvSpPr>
        <p:spPr>
          <a:xfrm xmlns:a="http://schemas.openxmlformats.org/drawingml/2006/main" rot="0">
            <a:off x="1375630" y="241526"/>
            <a:ext cx="649603" cy="3504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1" b="1" i="0">
                <a:solidFill>
                  <a:srgbClr val="101010"/>
                </a:solidFill>
                <a:latin typeface="Comic Sans MS"/>
                <a:ea typeface="Comic Sans MS"/>
                <a:cs typeface="Comic Sans MS"/>
              </a:defRPr>
            </a:defPPr>
          </a:lstStyle>
          <a:p xmlns:a="http://schemas.openxmlformats.org/drawingml/2006/main">
            <a:pPr algn="l">
              <a:lnSpc>
                <a:spcPct val="100000"/>
              </a:lnSpc>
              <a:buNone/>
              <a:defRPr sz="1971" b="1" i="0">
                <a:solidFill>
                  <a:srgbClr val="101010"/>
                </a:solidFill>
                <a:latin typeface="Comic Sans MS"/>
                <a:ea typeface="Comic Sans MS"/>
                <a:cs typeface="Comic Sans MS"/>
              </a:defRPr>
            </a:pPr>
            <a:r>
              <a:rPr sz="1971" b="1" i="0">
                <a:solidFill>
                  <a:srgbClr val="101010"/>
                </a:solidFill>
                <a:latin typeface="Comic Sans MS"/>
                <a:ea typeface="Comic Sans MS"/>
                <a:cs typeface="Comic Sans MS"/>
              </a:rPr>
              <a:t>Input</a:t>
            </a:r>
          </a:p>
        </p:txBody>
      </p:sp>
      <p:sp>
        <p:nvSpPr>
          <p:cNvPr id="141" name="Reviewed text 2">
            <a:extLst xmlns:a="http://schemas.openxmlformats.org/drawingml/2006/main">
              <a:ext uri="{FF2B5EF4-FFF2-40B4-BE49-F238E27FC236}">
                <a16:creationId xmlns:a16="http://schemas.microsoft.com/office/drawing/2014/main" id="{AC623917-C412-47DE-9981-7C11317F9622}"/>
              </a:ext>
            </a:extLst>
          </p:cNvPr>
          <p:cNvSpPr>
            <a:spLocks xmlns:a="http://schemas.openxmlformats.org/drawingml/2006/main" noGrp="1"/>
          </p:cNvSpPr>
          <p:nvPr/>
        </p:nvSpPr>
        <p:spPr>
          <a:xfrm xmlns:a="http://schemas.openxmlformats.org/drawingml/2006/main" rot="0">
            <a:off x="834294" y="762071"/>
            <a:ext cx="649603" cy="264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8" b="1" i="0">
                <a:solidFill>
                  <a:srgbClr val="101010"/>
                </a:solidFill>
                <a:latin typeface="Comic Sans MS"/>
                <a:ea typeface="Comic Sans MS"/>
                <a:cs typeface="Comic Sans MS"/>
              </a:defRPr>
            </a:defPPr>
          </a:lstStyle>
          <a:p xmlns:a="http://schemas.openxmlformats.org/drawingml/2006/main">
            <a:pPr algn="l">
              <a:lnSpc>
                <a:spcPct val="100000"/>
              </a:lnSpc>
              <a:buNone/>
              <a:defRPr sz="1488" b="1" i="0">
                <a:solidFill>
                  <a:srgbClr val="101010"/>
                </a:solidFill>
                <a:latin typeface="Comic Sans MS"/>
                <a:ea typeface="Comic Sans MS"/>
                <a:cs typeface="Comic Sans MS"/>
              </a:defRPr>
            </a:pPr>
            <a:r>
              <a:rPr sz="1488" b="1" i="0">
                <a:solidFill>
                  <a:srgbClr val="101010"/>
                </a:solidFill>
                <a:latin typeface="Comic Sans MS"/>
                <a:ea typeface="Comic Sans MS"/>
                <a:cs typeface="Comic Sans MS"/>
              </a:rPr>
              <a:t>Prompt</a:t>
            </a:r>
          </a:p>
        </p:txBody>
      </p:sp>
      <p:sp>
        <p:nvSpPr>
          <p:cNvPr id="142" name="Reviewed text 4">
            <a:extLst xmlns:a="http://schemas.openxmlformats.org/drawingml/2006/main">
              <a:ext uri="{FF2B5EF4-FFF2-40B4-BE49-F238E27FC236}">
                <a16:creationId xmlns:a16="http://schemas.microsoft.com/office/drawing/2014/main" id="{F2396204-4E5D-4522-A42C-71A0743F81F7}"/>
              </a:ext>
            </a:extLst>
          </p:cNvPr>
          <p:cNvSpPr>
            <a:spLocks xmlns:a="http://schemas.openxmlformats.org/drawingml/2006/main" noGrp="1"/>
          </p:cNvSpPr>
          <p:nvPr/>
        </p:nvSpPr>
        <p:spPr>
          <a:xfrm xmlns:a="http://schemas.openxmlformats.org/drawingml/2006/main" rot="0">
            <a:off x="433069" y="1163296"/>
            <a:ext cx="1942441" cy="264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8" b="0" i="0">
                <a:solidFill>
                  <a:srgbClr val="101010"/>
                </a:solidFill>
                <a:latin typeface="Comic Sans MS"/>
                <a:ea typeface="Comic Sans MS"/>
                <a:cs typeface="Comic Sans MS"/>
              </a:defRPr>
            </a:defPPr>
          </a:lstStyle>
          <a:p xmlns:a="http://schemas.openxmlformats.org/drawingml/2006/main">
            <a:pPr algn="l">
              <a:lnSpc>
                <a:spcPct val="100000"/>
              </a:lnSpc>
              <a:buNone/>
              <a:defRPr sz="1488" b="0" i="0">
                <a:solidFill>
                  <a:srgbClr val="101010"/>
                </a:solidFill>
                <a:latin typeface="Comic Sans MS"/>
                <a:ea typeface="Comic Sans MS"/>
                <a:cs typeface="Comic Sans MS"/>
              </a:defRPr>
            </a:pPr>
            <a:r>
              <a:rPr sz="1488" b="0" i="0">
                <a:solidFill>
                  <a:srgbClr val="101010"/>
                </a:solidFill>
                <a:latin typeface="Comic Sans MS"/>
                <a:ea typeface="Comic Sans MS"/>
                <a:cs typeface="Comic Sans MS"/>
              </a:rPr>
              <a:t>Generate an image of</a:t>
            </a:r>
          </a:p>
        </p:txBody>
      </p:sp>
      <p:sp>
        <p:nvSpPr>
          <p:cNvPr id="143" name="Reviewed text 5">
            <a:extLst xmlns:a="http://schemas.openxmlformats.org/drawingml/2006/main">
              <a:ext uri="{FF2B5EF4-FFF2-40B4-BE49-F238E27FC236}">
                <a16:creationId xmlns:a16="http://schemas.microsoft.com/office/drawing/2014/main" id="{9A42506C-2376-4046-8D61-951788F8BD87}"/>
              </a:ext>
            </a:extLst>
          </p:cNvPr>
          <p:cNvSpPr>
            <a:spLocks xmlns:a="http://schemas.openxmlformats.org/drawingml/2006/main" noGrp="1"/>
          </p:cNvSpPr>
          <p:nvPr/>
        </p:nvSpPr>
        <p:spPr>
          <a:xfrm xmlns:a="http://schemas.openxmlformats.org/drawingml/2006/main" rot="0">
            <a:off x="433069" y="1391470"/>
            <a:ext cx="2521989" cy="273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6" b="0" i="0">
                <a:solidFill>
                  <a:srgbClr val="101010"/>
                </a:solidFill>
                <a:latin typeface="Comic Sans MS"/>
                <a:ea typeface="Comic Sans MS"/>
                <a:cs typeface="Comic Sans MS"/>
              </a:defRPr>
            </a:defPPr>
          </a:lstStyle>
          <a:p xmlns:a="http://schemas.openxmlformats.org/drawingml/2006/main">
            <a:pPr algn="l">
              <a:lnSpc>
                <a:spcPct val="100000"/>
              </a:lnSpc>
              <a:buNone/>
              <a:defRPr sz="1536" b="0" i="0">
                <a:solidFill>
                  <a:srgbClr val="101010"/>
                </a:solidFill>
                <a:latin typeface="Comic Sans MS"/>
                <a:ea typeface="Comic Sans MS"/>
                <a:cs typeface="Comic Sans MS"/>
              </a:defRPr>
            </a:pPr>
            <a:r>
              <a:rPr sz="1536" b="0" i="0">
                <a:solidFill>
                  <a:srgbClr val="101010"/>
                </a:solidFill>
                <a:latin typeface="Comic Sans MS"/>
                <a:ea typeface="Comic Sans MS"/>
                <a:cs typeface="Comic Sans MS"/>
              </a:rPr>
              <a:t>famous YouTuber </a:t>
            </a:r>
            <a:r>
              <a:rPr sz="1536" b="1" i="0">
                <a:solidFill>
                  <a:srgbClr val="101010"/>
                </a:solidFill>
                <a:latin typeface="Comic Sans MS"/>
                <a:ea typeface="Comic Sans MS"/>
                <a:cs typeface="Comic Sans MS"/>
              </a:rPr>
              <a:t>Mr Beast</a:t>
            </a:r>
          </a:p>
        </p:txBody>
      </p:sp>
      <p:sp>
        <p:nvSpPr>
          <p:cNvPr id="144" name="Reviewed text 6">
            <a:extLst xmlns:a="http://schemas.openxmlformats.org/drawingml/2006/main">
              <a:ext uri="{FF2B5EF4-FFF2-40B4-BE49-F238E27FC236}">
                <a16:creationId xmlns:a16="http://schemas.microsoft.com/office/drawing/2014/main" id="{BE173CF3-4F86-4A93-B364-3CF11B28E714}"/>
              </a:ext>
            </a:extLst>
          </p:cNvPr>
          <p:cNvSpPr>
            <a:spLocks xmlns:a="http://schemas.openxmlformats.org/drawingml/2006/main" noGrp="1"/>
          </p:cNvSpPr>
          <p:nvPr/>
        </p:nvSpPr>
        <p:spPr>
          <a:xfrm xmlns:a="http://schemas.openxmlformats.org/drawingml/2006/main" rot="0">
            <a:off x="426700" y="1634909"/>
            <a:ext cx="2369141" cy="2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73" b="0" i="0">
                <a:solidFill>
                  <a:srgbClr val="101010"/>
                </a:solidFill>
                <a:latin typeface="Comic Sans MS"/>
                <a:ea typeface="Comic Sans MS"/>
                <a:cs typeface="Comic Sans MS"/>
              </a:defRPr>
            </a:defPPr>
          </a:lstStyle>
          <a:p xmlns:a="http://schemas.openxmlformats.org/drawingml/2006/main">
            <a:pPr algn="l">
              <a:lnSpc>
                <a:spcPct val="100000"/>
              </a:lnSpc>
              <a:buNone/>
              <a:defRPr sz="1473" b="0" i="0">
                <a:solidFill>
                  <a:srgbClr val="101010"/>
                </a:solidFill>
                <a:latin typeface="Comic Sans MS"/>
                <a:ea typeface="Comic Sans MS"/>
                <a:cs typeface="Comic Sans MS"/>
              </a:defRPr>
            </a:pPr>
            <a:r>
              <a:rPr sz="1473" b="0" i="0">
                <a:solidFill>
                  <a:srgbClr val="101010"/>
                </a:solidFill>
                <a:latin typeface="Comic Sans MS"/>
                <a:ea typeface="Comic Sans MS"/>
                <a:cs typeface="Comic Sans MS"/>
              </a:rPr>
              <a:t>and </a:t>
            </a:r>
            <a:r>
              <a:rPr sz="1473" b="1" i="0">
                <a:solidFill>
                  <a:srgbClr val="101010"/>
                </a:solidFill>
                <a:latin typeface="Comic Sans MS"/>
                <a:ea typeface="Comic Sans MS"/>
                <a:cs typeface="Comic Sans MS"/>
              </a:rPr>
              <a:t>Tim</a:t>
            </a:r>
            <a:r>
              <a:rPr sz="1473" b="0" i="0">
                <a:solidFill>
                  <a:srgbClr val="101010"/>
                </a:solidFill>
                <a:latin typeface="Comic Sans MS"/>
                <a:ea typeface="Comic Sans MS"/>
                <a:cs typeface="Comic Sans MS"/>
              </a:rPr>
              <a:t> from Mediastorm</a:t>
            </a:r>
          </a:p>
        </p:txBody>
      </p:sp>
      <p:sp>
        <p:nvSpPr>
          <p:cNvPr id="145" name="Reviewed text 7">
            <a:extLst xmlns:a="http://schemas.openxmlformats.org/drawingml/2006/main">
              <a:ext uri="{FF2B5EF4-FFF2-40B4-BE49-F238E27FC236}">
                <a16:creationId xmlns:a16="http://schemas.microsoft.com/office/drawing/2014/main" id="{635A5EED-2026-45D9-9B51-9F8D9C8FFCEE}"/>
              </a:ext>
            </a:extLst>
          </p:cNvPr>
          <p:cNvSpPr>
            <a:spLocks xmlns:a="http://schemas.openxmlformats.org/drawingml/2006/main" noGrp="1"/>
          </p:cNvSpPr>
          <p:nvPr/>
        </p:nvSpPr>
        <p:spPr>
          <a:xfrm xmlns:a="http://schemas.openxmlformats.org/drawingml/2006/main" rot="0">
            <a:off x="433069" y="1862989"/>
            <a:ext cx="2082551" cy="2712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25" b="0" i="0">
                <a:solidFill>
                  <a:srgbClr val="101010"/>
                </a:solidFill>
                <a:latin typeface="Comic Sans MS"/>
                <a:ea typeface="Comic Sans MS"/>
                <a:cs typeface="Comic Sans MS"/>
              </a:defRPr>
            </a:defPPr>
          </a:lstStyle>
          <a:p xmlns:a="http://schemas.openxmlformats.org/drawingml/2006/main">
            <a:pPr algn="l">
              <a:lnSpc>
                <a:spcPct val="100000"/>
              </a:lnSpc>
              <a:buNone/>
              <a:defRPr sz="1525" b="0" i="0">
                <a:solidFill>
                  <a:srgbClr val="101010"/>
                </a:solidFill>
                <a:latin typeface="Comic Sans MS"/>
                <a:ea typeface="Comic Sans MS"/>
                <a:cs typeface="Comic Sans MS"/>
              </a:defRPr>
            </a:pPr>
            <a:r>
              <a:rPr sz="1525" b="0" i="0">
                <a:solidFill>
                  <a:srgbClr val="101010"/>
                </a:solidFill>
                <a:latin typeface="Comic Sans MS"/>
                <a:ea typeface="Comic Sans MS"/>
                <a:cs typeface="Comic Sans MS"/>
              </a:rPr>
              <a:t>posing for a photo with</a:t>
            </a:r>
          </a:p>
        </p:txBody>
      </p:sp>
      <p:sp>
        <p:nvSpPr>
          <p:cNvPr id="146" name="Reviewed text 8">
            <a:extLst xmlns:a="http://schemas.openxmlformats.org/drawingml/2006/main">
              <a:ext uri="{FF2B5EF4-FFF2-40B4-BE49-F238E27FC236}">
                <a16:creationId xmlns:a16="http://schemas.microsoft.com/office/drawing/2014/main" id="{370D2ECB-3E7B-485E-89AA-90EB3F6480B7}"/>
              </a:ext>
            </a:extLst>
          </p:cNvPr>
          <p:cNvSpPr>
            <a:spLocks xmlns:a="http://schemas.openxmlformats.org/drawingml/2006/main" noGrp="1"/>
          </p:cNvSpPr>
          <p:nvPr/>
        </p:nvSpPr>
        <p:spPr>
          <a:xfrm xmlns:a="http://schemas.openxmlformats.org/drawingml/2006/main" rot="0">
            <a:off x="433069" y="2100723"/>
            <a:ext cx="2108026" cy="254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4" b="0" i="0">
                <a:solidFill>
                  <a:srgbClr val="101010"/>
                </a:solidFill>
                <a:latin typeface="Comic Sans MS"/>
                <a:ea typeface="Comic Sans MS"/>
                <a:cs typeface="Comic Sans MS"/>
              </a:defRPr>
            </a:defPPr>
          </a:lstStyle>
          <a:p xmlns:a="http://schemas.openxmlformats.org/drawingml/2006/main">
            <a:pPr algn="l">
              <a:lnSpc>
                <a:spcPct val="100000"/>
              </a:lnSpc>
              <a:buNone/>
              <a:defRPr sz="1434" b="0" i="0">
                <a:solidFill>
                  <a:srgbClr val="101010"/>
                </a:solidFill>
                <a:latin typeface="Comic Sans MS"/>
                <a:ea typeface="Comic Sans MS"/>
                <a:cs typeface="Comic Sans MS"/>
              </a:defRPr>
            </a:pPr>
            <a:r>
              <a:rPr sz="1434" b="0" i="0">
                <a:solidFill>
                  <a:srgbClr val="101010"/>
                </a:solidFill>
                <a:latin typeface="Comic Sans MS"/>
                <a:ea typeface="Comic Sans MS"/>
                <a:cs typeface="Comic Sans MS"/>
              </a:rPr>
              <a:t>their arms around each</a:t>
            </a:r>
          </a:p>
        </p:txBody>
      </p:sp>
      <p:sp>
        <p:nvSpPr>
          <p:cNvPr id="147" name="Reviewed text 9">
            <a:extLst xmlns:a="http://schemas.openxmlformats.org/drawingml/2006/main">
              <a:ext uri="{FF2B5EF4-FFF2-40B4-BE49-F238E27FC236}">
                <a16:creationId xmlns:a16="http://schemas.microsoft.com/office/drawing/2014/main" id="{16E34323-7828-475F-9BA2-3E78009CFE5D}"/>
              </a:ext>
            </a:extLst>
          </p:cNvPr>
          <p:cNvSpPr>
            <a:spLocks xmlns:a="http://schemas.openxmlformats.org/drawingml/2006/main" noGrp="1"/>
          </p:cNvSpPr>
          <p:nvPr/>
        </p:nvSpPr>
        <p:spPr>
          <a:xfrm xmlns:a="http://schemas.openxmlformats.org/drawingml/2006/main" rot="0">
            <a:off x="433069" y="2327145"/>
            <a:ext cx="1643114" cy="277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59" b="0" i="0">
                <a:solidFill>
                  <a:srgbClr val="101010"/>
                </a:solidFill>
                <a:latin typeface="Comic Sans MS"/>
                <a:ea typeface="Comic Sans MS"/>
                <a:cs typeface="Comic Sans MS"/>
              </a:defRPr>
            </a:defPPr>
          </a:lstStyle>
          <a:p xmlns:a="http://schemas.openxmlformats.org/drawingml/2006/main">
            <a:pPr algn="l">
              <a:lnSpc>
                <a:spcPct val="100000"/>
              </a:lnSpc>
              <a:buNone/>
              <a:defRPr sz="1559" b="0" i="0">
                <a:solidFill>
                  <a:srgbClr val="101010"/>
                </a:solidFill>
                <a:latin typeface="Comic Sans MS"/>
                <a:ea typeface="Comic Sans MS"/>
                <a:cs typeface="Comic Sans MS"/>
              </a:defRPr>
            </a:pPr>
            <a:r>
              <a:rPr sz="1559" b="0" i="0">
                <a:solidFill>
                  <a:srgbClr val="101010"/>
                </a:solidFill>
                <a:latin typeface="Comic Sans MS"/>
                <a:ea typeface="Comic Sans MS"/>
                <a:cs typeface="Comic Sans MS"/>
              </a:rPr>
              <a:t>other’s shoulders.</a:t>
            </a:r>
          </a:p>
        </p:txBody>
      </p:sp>
      <p:sp>
        <p:nvSpPr>
          <p:cNvPr id="148" name="Reviewed text 10">
            <a:extLst xmlns:a="http://schemas.openxmlformats.org/drawingml/2006/main">
              <a:ext uri="{FF2B5EF4-FFF2-40B4-BE49-F238E27FC236}">
                <a16:creationId xmlns:a16="http://schemas.microsoft.com/office/drawing/2014/main" id="{3F70DEAD-B6B0-4A33-B9BA-8EC5DE3A3DB0}"/>
              </a:ext>
            </a:extLst>
          </p:cNvPr>
          <p:cNvSpPr>
            <a:spLocks xmlns:a="http://schemas.openxmlformats.org/drawingml/2006/main" noGrp="1"/>
          </p:cNvSpPr>
          <p:nvPr/>
        </p:nvSpPr>
        <p:spPr>
          <a:xfrm xmlns:a="http://schemas.openxmlformats.org/drawingml/2006/main" rot="0">
            <a:off x="458543" y="3395856"/>
            <a:ext cx="1369262" cy="18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5" b="0" i="0">
                <a:solidFill>
                  <a:srgbClr val="101010"/>
                </a:solidFill>
                <a:latin typeface="Comic Sans MS"/>
                <a:ea typeface="Comic Sans MS"/>
                <a:cs typeface="Comic Sans MS"/>
              </a:defRPr>
            </a:defPPr>
          </a:lstStyle>
          <a:p xmlns:a="http://schemas.openxmlformats.org/drawingml/2006/main">
            <a:pPr algn="l">
              <a:lnSpc>
                <a:spcPct val="100000"/>
              </a:lnSpc>
              <a:buNone/>
              <a:defRPr sz="1055" b="0" i="0">
                <a:solidFill>
                  <a:srgbClr val="101010"/>
                </a:solidFill>
                <a:latin typeface="Comic Sans MS"/>
                <a:ea typeface="Comic Sans MS"/>
                <a:cs typeface="Comic Sans MS"/>
              </a:defRPr>
            </a:pPr>
            <a:r>
              <a:rPr sz="1055" b="0" i="0">
                <a:solidFill>
                  <a:srgbClr val="101010"/>
                </a:solidFill>
                <a:latin typeface="Comic Sans MS"/>
                <a:ea typeface="Comic Sans MS"/>
                <a:cs typeface="Comic Sans MS"/>
              </a:rPr>
              <a:t>Get user input, which</a:t>
            </a:r>
          </a:p>
        </p:txBody>
      </p:sp>
      <p:sp>
        <p:nvSpPr>
          <p:cNvPr id="149" name="Reviewed text 11">
            <a:extLst xmlns:a="http://schemas.openxmlformats.org/drawingml/2006/main">
              <a:ext uri="{FF2B5EF4-FFF2-40B4-BE49-F238E27FC236}">
                <a16:creationId xmlns:a16="http://schemas.microsoft.com/office/drawing/2014/main" id="{8F607F5C-37C5-4454-82E6-BB848E7E45B0}"/>
              </a:ext>
            </a:extLst>
          </p:cNvPr>
          <p:cNvSpPr>
            <a:spLocks xmlns:a="http://schemas.openxmlformats.org/drawingml/2006/main" noGrp="1"/>
          </p:cNvSpPr>
          <p:nvPr/>
        </p:nvSpPr>
        <p:spPr>
          <a:xfrm xmlns:a="http://schemas.openxmlformats.org/drawingml/2006/main" rot="0">
            <a:off x="464912" y="3561574"/>
            <a:ext cx="509493" cy="186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49" b="0" i="0">
                <a:solidFill>
                  <a:srgbClr val="101010"/>
                </a:solidFill>
                <a:latin typeface="Comic Sans MS"/>
                <a:ea typeface="Comic Sans MS"/>
                <a:cs typeface="Comic Sans MS"/>
              </a:defRPr>
            </a:defPPr>
          </a:lstStyle>
          <a:p xmlns:a="http://schemas.openxmlformats.org/drawingml/2006/main">
            <a:pPr algn="l">
              <a:lnSpc>
                <a:spcPct val="100000"/>
              </a:lnSpc>
              <a:buNone/>
              <a:defRPr sz="1049" b="0" i="0">
                <a:solidFill>
                  <a:srgbClr val="101010"/>
                </a:solidFill>
                <a:latin typeface="Comic Sans MS"/>
                <a:ea typeface="Comic Sans MS"/>
                <a:cs typeface="Comic Sans MS"/>
              </a:defRPr>
            </a:pPr>
            <a:r>
              <a:rPr sz="1049" b="0" i="0">
                <a:solidFill>
                  <a:srgbClr val="101010"/>
                </a:solidFill>
                <a:latin typeface="Comic Sans MS"/>
                <a:ea typeface="Comic Sans MS"/>
                <a:cs typeface="Comic Sans MS"/>
              </a:rPr>
              <a:t>includes</a:t>
            </a:r>
          </a:p>
        </p:txBody>
      </p:sp>
      <p:sp>
        <p:nvSpPr>
          <p:cNvPr id="150" name="Reviewed text 12">
            <a:extLst xmlns:a="http://schemas.openxmlformats.org/drawingml/2006/main">
              <a:ext uri="{FF2B5EF4-FFF2-40B4-BE49-F238E27FC236}">
                <a16:creationId xmlns:a16="http://schemas.microsoft.com/office/drawing/2014/main" id="{C4B9BDFB-9706-4FE7-813A-770860E0E1E7}"/>
              </a:ext>
            </a:extLst>
          </p:cNvPr>
          <p:cNvSpPr>
            <a:spLocks xmlns:a="http://schemas.openxmlformats.org/drawingml/2006/main" noGrp="1"/>
          </p:cNvSpPr>
          <p:nvPr/>
        </p:nvSpPr>
        <p:spPr>
          <a:xfrm xmlns:a="http://schemas.openxmlformats.org/drawingml/2006/main" rot="0">
            <a:off x="1375630" y="4438471"/>
            <a:ext cx="649603" cy="3504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1" b="1" i="0">
                <a:solidFill>
                  <a:srgbClr val="101010"/>
                </a:solidFill>
                <a:latin typeface="Comic Sans MS"/>
                <a:ea typeface="Comic Sans MS"/>
                <a:cs typeface="Comic Sans MS"/>
              </a:defRPr>
            </a:defPPr>
          </a:lstStyle>
          <a:p xmlns:a="http://schemas.openxmlformats.org/drawingml/2006/main">
            <a:pPr algn="l">
              <a:lnSpc>
                <a:spcPct val="100000"/>
              </a:lnSpc>
              <a:buNone/>
              <a:defRPr sz="1971" b="1" i="0">
                <a:solidFill>
                  <a:srgbClr val="101010"/>
                </a:solidFill>
                <a:latin typeface="Comic Sans MS"/>
                <a:ea typeface="Comic Sans MS"/>
                <a:cs typeface="Comic Sans MS"/>
              </a:defRPr>
            </a:pPr>
            <a:r>
              <a:rPr sz="1971" b="1" i="0">
                <a:solidFill>
                  <a:srgbClr val="101010"/>
                </a:solidFill>
                <a:latin typeface="Comic Sans MS"/>
                <a:ea typeface="Comic Sans MS"/>
                <a:cs typeface="Comic Sans MS"/>
              </a:rPr>
              <a:t>Input</a:t>
            </a:r>
          </a:p>
        </p:txBody>
      </p:sp>
      <p:sp>
        <p:nvSpPr>
          <p:cNvPr id="151" name="Reviewed text 13">
            <a:extLst xmlns:a="http://schemas.openxmlformats.org/drawingml/2006/main">
              <a:ext uri="{FF2B5EF4-FFF2-40B4-BE49-F238E27FC236}">
                <a16:creationId xmlns:a16="http://schemas.microsoft.com/office/drawing/2014/main" id="{5E8B4368-8B87-4664-A285-48CF545762BB}"/>
              </a:ext>
            </a:extLst>
          </p:cNvPr>
          <p:cNvSpPr>
            <a:spLocks xmlns:a="http://schemas.openxmlformats.org/drawingml/2006/main" noGrp="1"/>
          </p:cNvSpPr>
          <p:nvPr/>
        </p:nvSpPr>
        <p:spPr>
          <a:xfrm xmlns:a="http://schemas.openxmlformats.org/drawingml/2006/main" rot="0">
            <a:off x="3604661" y="278537"/>
            <a:ext cx="675078" cy="310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45" b="1" i="0">
                <a:solidFill>
                  <a:srgbClr val="101010"/>
                </a:solidFill>
                <a:latin typeface="Comic Sans MS"/>
                <a:ea typeface="Comic Sans MS"/>
                <a:cs typeface="Comic Sans MS"/>
              </a:defRPr>
            </a:defPPr>
          </a:lstStyle>
          <a:p xmlns:a="http://schemas.openxmlformats.org/drawingml/2006/main">
            <a:pPr algn="l">
              <a:lnSpc>
                <a:spcPct val="100000"/>
              </a:lnSpc>
              <a:buNone/>
              <a:defRPr sz="1745" b="1" i="0">
                <a:solidFill>
                  <a:srgbClr val="101010"/>
                </a:solidFill>
                <a:latin typeface="Comic Sans MS"/>
                <a:ea typeface="Comic Sans MS"/>
                <a:cs typeface="Comic Sans MS"/>
              </a:defRPr>
            </a:pPr>
            <a:r>
              <a:rPr sz="1745" b="1" i="0">
                <a:solidFill>
                  <a:srgbClr val="101010"/>
                </a:solidFill>
                <a:latin typeface="Comic Sans MS"/>
                <a:ea typeface="Comic Sans MS"/>
                <a:cs typeface="Comic Sans MS"/>
              </a:rPr>
              <a:t>Action</a:t>
            </a:r>
          </a:p>
        </p:txBody>
      </p:sp>
      <p:sp>
        <p:nvSpPr>
          <p:cNvPr id="152" name="Reviewed text 16">
            <a:extLst xmlns:a="http://schemas.openxmlformats.org/drawingml/2006/main">
              <a:ext uri="{FF2B5EF4-FFF2-40B4-BE49-F238E27FC236}">
                <a16:creationId xmlns:a16="http://schemas.microsoft.com/office/drawing/2014/main" id="{F3773C55-2C93-40DC-A319-F67E8F11AF04}"/>
              </a:ext>
            </a:extLst>
          </p:cNvPr>
          <p:cNvSpPr>
            <a:spLocks xmlns:a="http://schemas.openxmlformats.org/drawingml/2006/main" noGrp="1"/>
          </p:cNvSpPr>
          <p:nvPr/>
        </p:nvSpPr>
        <p:spPr>
          <a:xfrm xmlns:a="http://schemas.openxmlformats.org/drawingml/2006/main" rot="0">
            <a:off x="3050587" y="3395015"/>
            <a:ext cx="1286469" cy="194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2" b="0" i="0">
                <a:solidFill>
                  <a:srgbClr val="101010"/>
                </a:solidFill>
                <a:latin typeface="Comic Sans MS"/>
                <a:ea typeface="Comic Sans MS"/>
                <a:cs typeface="Comic Sans MS"/>
              </a:defRPr>
            </a:defPPr>
          </a:lstStyle>
          <a:p xmlns:a="http://schemas.openxmlformats.org/drawingml/2006/main">
            <a:pPr algn="l">
              <a:lnSpc>
                <a:spcPct val="100000"/>
              </a:lnSpc>
              <a:buNone/>
              <a:defRPr sz="1092" b="0" i="0">
                <a:solidFill>
                  <a:srgbClr val="101010"/>
                </a:solidFill>
                <a:latin typeface="Comic Sans MS"/>
                <a:ea typeface="Comic Sans MS"/>
                <a:cs typeface="Comic Sans MS"/>
              </a:defRPr>
            </a:pPr>
            <a:r>
              <a:rPr sz="1092" b="0" i="0">
                <a:solidFill>
                  <a:srgbClr val="101010"/>
                </a:solidFill>
                <a:latin typeface="Comic Sans MS"/>
                <a:ea typeface="Comic Sans MS"/>
                <a:cs typeface="Comic Sans MS"/>
              </a:rPr>
              <a:t>Planning the </a:t>
            </a:r>
            <a:r>
              <a:rPr sz="1092" b="1" i="0">
                <a:solidFill>
                  <a:srgbClr val="101010"/>
                </a:solidFill>
                <a:latin typeface="Comic Sans MS"/>
                <a:ea typeface="Comic Sans MS"/>
                <a:cs typeface="Comic Sans MS"/>
              </a:rPr>
              <a:t>Action</a:t>
            </a:r>
          </a:p>
        </p:txBody>
      </p:sp>
      <p:sp>
        <p:nvSpPr>
          <p:cNvPr id="153" name="Reviewed text 17">
            <a:extLst xmlns:a="http://schemas.openxmlformats.org/drawingml/2006/main">
              <a:ext uri="{FF2B5EF4-FFF2-40B4-BE49-F238E27FC236}">
                <a16:creationId xmlns:a16="http://schemas.microsoft.com/office/drawing/2014/main" id="{CD3A7B28-6353-437B-BCF5-1061565D3BD4}"/>
              </a:ext>
            </a:extLst>
          </p:cNvPr>
          <p:cNvSpPr>
            <a:spLocks xmlns:a="http://schemas.openxmlformats.org/drawingml/2006/main" noGrp="1"/>
          </p:cNvSpPr>
          <p:nvPr/>
        </p:nvSpPr>
        <p:spPr>
          <a:xfrm xmlns:a="http://schemas.openxmlformats.org/drawingml/2006/main" rot="0">
            <a:off x="3048000" y="3574514"/>
            <a:ext cx="1257300" cy="201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5" b="0" i="0">
                <a:solidFill>
                  <a:srgbClr val="101010"/>
                </a:solidFill>
                <a:latin typeface="Comic Sans MS"/>
                <a:ea typeface="Comic Sans MS"/>
                <a:cs typeface="Comic Sans MS"/>
              </a:defRPr>
            </a:defPPr>
          </a:lstStyle>
          <a:p xmlns:a="http://schemas.openxmlformats.org/drawingml/2006/main">
            <a:pPr algn="l">
              <a:lnSpc>
                <a:spcPct val="100000"/>
              </a:lnSpc>
              <a:buNone/>
              <a:defRPr sz="1135" b="0" i="0">
                <a:solidFill>
                  <a:srgbClr val="101010"/>
                </a:solidFill>
                <a:latin typeface="Comic Sans MS"/>
                <a:ea typeface="Comic Sans MS"/>
                <a:cs typeface="Comic Sans MS"/>
              </a:defRPr>
            </a:pPr>
            <a:r>
              <a:rPr sz="1135" b="1" i="0">
                <a:solidFill>
                  <a:srgbClr val="101010"/>
                </a:solidFill>
                <a:latin typeface="Comic Sans MS"/>
                <a:ea typeface="Comic Sans MS"/>
                <a:cs typeface="Comic Sans MS"/>
              </a:rPr>
              <a:t>Flow</a:t>
            </a:r>
            <a:r>
              <a:rPr sz="1135" b="0" i="0">
                <a:solidFill>
                  <a:srgbClr val="101010"/>
                </a:solidFill>
                <a:latin typeface="Comic Sans MS"/>
                <a:ea typeface="Comic Sans MS"/>
                <a:cs typeface="Comic Sans MS"/>
              </a:rPr>
              <a:t> by </a:t>
            </a:r>
            <a:r>
              <a:rPr sz="1135" b="1" i="0">
                <a:solidFill>
                  <a:srgbClr val="101010"/>
                </a:solidFill>
                <a:latin typeface="Comic Sans MS"/>
                <a:ea typeface="Comic Sans MS"/>
                <a:cs typeface="Comic Sans MS"/>
              </a:rPr>
              <a:t>Tools</a:t>
            </a:r>
            <a:r>
              <a:rPr sz="1135" b="0" i="0">
                <a:solidFill>
                  <a:srgbClr val="101010"/>
                </a:solidFill>
                <a:latin typeface="Comic Sans MS"/>
                <a:ea typeface="Comic Sans MS"/>
                <a:cs typeface="Comic Sans MS"/>
              </a:rPr>
              <a:t>...</a:t>
            </a:r>
          </a:p>
        </p:txBody>
      </p:sp>
      <p:sp>
        <p:nvSpPr>
          <p:cNvPr id="154" name="Reviewed text 19">
            <a:extLst xmlns:a="http://schemas.openxmlformats.org/drawingml/2006/main">
              <a:ext uri="{FF2B5EF4-FFF2-40B4-BE49-F238E27FC236}">
                <a16:creationId xmlns:a16="http://schemas.microsoft.com/office/drawing/2014/main" id="{62532DC8-9407-4D42-BF96-4A64394F209C}"/>
              </a:ext>
            </a:extLst>
          </p:cNvPr>
          <p:cNvSpPr>
            <a:spLocks xmlns:a="http://schemas.openxmlformats.org/drawingml/2006/main" noGrp="1"/>
          </p:cNvSpPr>
          <p:nvPr/>
        </p:nvSpPr>
        <p:spPr>
          <a:xfrm xmlns:a="http://schemas.openxmlformats.org/drawingml/2006/main" rot="0">
            <a:off x="6145755" y="273364"/>
            <a:ext cx="1859648" cy="3505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2" b="1" i="0">
                <a:solidFill>
                  <a:srgbClr val="101010"/>
                </a:solidFill>
                <a:latin typeface="Comic Sans MS"/>
                <a:ea typeface="Comic Sans MS"/>
                <a:cs typeface="Comic Sans MS"/>
              </a:defRPr>
            </a:defPPr>
          </a:lstStyle>
          <a:p xmlns:a="http://schemas.openxmlformats.org/drawingml/2006/main">
            <a:pPr algn="l">
              <a:lnSpc>
                <a:spcPct val="100000"/>
              </a:lnSpc>
              <a:buNone/>
              <a:defRPr sz="1972" b="1" i="0">
                <a:solidFill>
                  <a:srgbClr val="101010"/>
                </a:solidFill>
                <a:latin typeface="Comic Sans MS"/>
                <a:ea typeface="Comic Sans MS"/>
                <a:cs typeface="Comic Sans MS"/>
              </a:defRPr>
            </a:pPr>
            <a:r>
              <a:rPr sz="1972" b="1" i="0">
                <a:solidFill>
                  <a:srgbClr val="101010"/>
                </a:solidFill>
                <a:latin typeface="Comic Sans MS"/>
                <a:ea typeface="Comic Sans MS"/>
                <a:cs typeface="Comic Sans MS"/>
              </a:rPr>
              <a:t>Intent Analysis</a:t>
            </a:r>
          </a:p>
        </p:txBody>
      </p:sp>
      <p:sp>
        <p:nvSpPr>
          <p:cNvPr id="155" name="Reviewed text 21">
            <a:extLst xmlns:a="http://schemas.openxmlformats.org/drawingml/2006/main">
              <a:ext uri="{FF2B5EF4-FFF2-40B4-BE49-F238E27FC236}">
                <a16:creationId xmlns:a16="http://schemas.microsoft.com/office/drawing/2014/main" id="{048E8F87-6313-4CAA-A8A5-7BC04759D96D}"/>
              </a:ext>
            </a:extLst>
          </p:cNvPr>
          <p:cNvSpPr>
            <a:spLocks xmlns:a="http://schemas.openxmlformats.org/drawingml/2006/main" noGrp="1"/>
          </p:cNvSpPr>
          <p:nvPr/>
        </p:nvSpPr>
        <p:spPr>
          <a:xfrm xmlns:a="http://schemas.openxmlformats.org/drawingml/2006/main" rot="0">
            <a:off x="5610788" y="804881"/>
            <a:ext cx="764239" cy="228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7" b="1" i="0">
                <a:solidFill>
                  <a:srgbClr val="101010"/>
                </a:solidFill>
                <a:latin typeface="Comic Sans MS"/>
                <a:ea typeface="Comic Sans MS"/>
                <a:cs typeface="Comic Sans MS"/>
              </a:defRPr>
            </a:defPPr>
          </a:lstStyle>
          <a:p xmlns:a="http://schemas.openxmlformats.org/drawingml/2006/main">
            <a:pPr algn="l">
              <a:lnSpc>
                <a:spcPct val="100000"/>
              </a:lnSpc>
              <a:buNone/>
              <a:defRPr sz="1287" b="1" i="0">
                <a:solidFill>
                  <a:srgbClr val="101010"/>
                </a:solidFill>
                <a:latin typeface="Comic Sans MS"/>
                <a:ea typeface="Comic Sans MS"/>
                <a:cs typeface="Comic Sans MS"/>
              </a:defRPr>
            </a:pPr>
            <a:r>
              <a:rPr sz="1287" b="1" i="0">
                <a:solidFill>
                  <a:srgbClr val="101010"/>
                </a:solidFill>
                <a:latin typeface="Comic Sans MS"/>
                <a:ea typeface="Comic Sans MS"/>
                <a:cs typeface="Comic Sans MS"/>
              </a:rPr>
              <a:t>Question:</a:t>
            </a:r>
          </a:p>
        </p:txBody>
      </p:sp>
      <p:sp>
        <p:nvSpPr>
          <p:cNvPr id="156" name="Reviewed text 22">
            <a:extLst xmlns:a="http://schemas.openxmlformats.org/drawingml/2006/main">
              <a:ext uri="{FF2B5EF4-FFF2-40B4-BE49-F238E27FC236}">
                <a16:creationId xmlns:a16="http://schemas.microsoft.com/office/drawing/2014/main" id="{558E16ED-EB6C-4998-B2AC-B4D087950999}"/>
              </a:ext>
            </a:extLst>
          </p:cNvPr>
          <p:cNvSpPr>
            <a:spLocks xmlns:a="http://schemas.openxmlformats.org/drawingml/2006/main" noGrp="1"/>
          </p:cNvSpPr>
          <p:nvPr/>
        </p:nvSpPr>
        <p:spPr>
          <a:xfrm xmlns:a="http://schemas.openxmlformats.org/drawingml/2006/main" rot="0">
            <a:off x="5133138" y="1173633"/>
            <a:ext cx="3617398" cy="2336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4" b="0" i="0">
                <a:solidFill>
                  <a:srgbClr val="101010"/>
                </a:solidFill>
                <a:latin typeface="Comic Sans MS"/>
                <a:ea typeface="Comic Sans MS"/>
                <a:cs typeface="Comic Sans MS"/>
              </a:defRPr>
            </a:defPPr>
          </a:lstStyle>
          <a:p xmlns:a="http://schemas.openxmlformats.org/drawingml/2006/main">
            <a:pPr algn="l">
              <a:lnSpc>
                <a:spcPct val="100000"/>
              </a:lnSpc>
              <a:buNone/>
              <a:defRPr sz="1314" b="0" i="0">
                <a:solidFill>
                  <a:srgbClr val="101010"/>
                </a:solidFill>
                <a:latin typeface="Comic Sans MS"/>
                <a:ea typeface="Comic Sans MS"/>
                <a:cs typeface="Comic Sans MS"/>
              </a:defRPr>
            </a:pPr>
            <a:r>
              <a:rPr sz="1314" b="0" i="0">
                <a:solidFill>
                  <a:srgbClr val="101010"/>
                </a:solidFill>
                <a:latin typeface="Comic Sans MS"/>
                <a:ea typeface="Comic Sans MS"/>
                <a:cs typeface="Comic Sans MS"/>
              </a:rPr>
              <a:t>1. What does the YouTuber MrBeast look like?</a:t>
            </a:r>
          </a:p>
        </p:txBody>
      </p:sp>
      <p:sp>
        <p:nvSpPr>
          <p:cNvPr id="157" name="Reviewed text 23">
            <a:extLst xmlns:a="http://schemas.openxmlformats.org/drawingml/2006/main">
              <a:ext uri="{FF2B5EF4-FFF2-40B4-BE49-F238E27FC236}">
                <a16:creationId xmlns:a16="http://schemas.microsoft.com/office/drawing/2014/main" id="{0DF51417-3DCD-4966-8EBB-665E84F6572F}"/>
              </a:ext>
            </a:extLst>
          </p:cNvPr>
          <p:cNvSpPr>
            <a:spLocks xmlns:a="http://schemas.openxmlformats.org/drawingml/2006/main" noGrp="1"/>
          </p:cNvSpPr>
          <p:nvPr/>
        </p:nvSpPr>
        <p:spPr>
          <a:xfrm xmlns:a="http://schemas.openxmlformats.org/drawingml/2006/main" rot="0">
            <a:off x="5124450" y="1454913"/>
            <a:ext cx="3667125" cy="2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5" b="0" i="0">
                <a:solidFill>
                  <a:srgbClr val="101010"/>
                </a:solidFill>
                <a:latin typeface="Comic Sans MS"/>
                <a:ea typeface="Comic Sans MS"/>
                <a:cs typeface="Comic Sans MS"/>
              </a:defRPr>
            </a:defPPr>
          </a:lstStyle>
          <a:p xmlns:a="http://schemas.openxmlformats.org/drawingml/2006/main">
            <a:pPr algn="l">
              <a:lnSpc>
                <a:spcPct val="100000"/>
              </a:lnSpc>
              <a:buNone/>
              <a:defRPr sz="1355" b="0" i="0">
                <a:solidFill>
                  <a:srgbClr val="101010"/>
                </a:solidFill>
                <a:latin typeface="Comic Sans MS"/>
                <a:ea typeface="Comic Sans MS"/>
                <a:cs typeface="Comic Sans MS"/>
              </a:defRPr>
            </a:pPr>
            <a:r>
              <a:rPr sz="1355" b="0" i="0">
                <a:solidFill>
                  <a:srgbClr val="101010"/>
                </a:solidFill>
                <a:latin typeface="Comic Sans MS"/>
                <a:ea typeface="Comic Sans MS"/>
                <a:cs typeface="Comic Sans MS"/>
              </a:rPr>
              <a:t>2. What does Tim from Mediastorm look like?</a:t>
            </a:r>
          </a:p>
        </p:txBody>
      </p:sp>
      <p:sp>
        <p:nvSpPr>
          <p:cNvPr id="158" name="Reviewed text 24">
            <a:extLst xmlns:a="http://schemas.openxmlformats.org/drawingml/2006/main">
              <a:ext uri="{FF2B5EF4-FFF2-40B4-BE49-F238E27FC236}">
                <a16:creationId xmlns:a16="http://schemas.microsoft.com/office/drawing/2014/main" id="{53B103D8-7FA6-4EA2-8DD8-DAECBE02D89E}"/>
              </a:ext>
            </a:extLst>
          </p:cNvPr>
          <p:cNvSpPr>
            <a:spLocks xmlns:a="http://schemas.openxmlformats.org/drawingml/2006/main" noGrp="1"/>
          </p:cNvSpPr>
          <p:nvPr/>
        </p:nvSpPr>
        <p:spPr>
          <a:xfrm xmlns:a="http://schemas.openxmlformats.org/drawingml/2006/main" rot="0">
            <a:off x="5566207" y="1963564"/>
            <a:ext cx="1350156" cy="231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5" b="1" i="0">
                <a:solidFill>
                  <a:srgbClr val="101010"/>
                </a:solidFill>
                <a:latin typeface="Comic Sans MS"/>
                <a:ea typeface="Comic Sans MS"/>
                <a:cs typeface="Comic Sans MS"/>
              </a:defRPr>
            </a:defPPr>
          </a:lstStyle>
          <a:p xmlns:a="http://schemas.openxmlformats.org/drawingml/2006/main">
            <a:pPr algn="l">
              <a:lnSpc>
                <a:spcPct val="100000"/>
              </a:lnSpc>
              <a:buNone/>
              <a:defRPr sz="1305" b="1" i="0">
                <a:solidFill>
                  <a:srgbClr val="101010"/>
                </a:solidFill>
                <a:latin typeface="Comic Sans MS"/>
                <a:ea typeface="Comic Sans MS"/>
                <a:cs typeface="Comic Sans MS"/>
              </a:defRPr>
            </a:pPr>
            <a:r>
              <a:rPr sz="1305" b="1" i="0">
                <a:solidFill>
                  <a:srgbClr val="101010"/>
                </a:solidFill>
                <a:latin typeface="Comic Sans MS"/>
                <a:ea typeface="Comic Sans MS"/>
                <a:cs typeface="Comic Sans MS"/>
              </a:rPr>
              <a:t>Intent category:</a:t>
            </a:r>
          </a:p>
        </p:txBody>
      </p:sp>
      <p:sp>
        <p:nvSpPr>
          <p:cNvPr id="159" name="Reviewed text 26">
            <a:extLst xmlns:a="http://schemas.openxmlformats.org/drawingml/2006/main">
              <a:ext uri="{FF2B5EF4-FFF2-40B4-BE49-F238E27FC236}">
                <a16:creationId xmlns:a16="http://schemas.microsoft.com/office/drawing/2014/main" id="{F316185A-999B-4BAB-A0CA-839C49F14331}"/>
              </a:ext>
            </a:extLst>
          </p:cNvPr>
          <p:cNvSpPr>
            <a:spLocks xmlns:a="http://schemas.openxmlformats.org/drawingml/2006/main" noGrp="1"/>
          </p:cNvSpPr>
          <p:nvPr/>
        </p:nvSpPr>
        <p:spPr>
          <a:xfrm xmlns:a="http://schemas.openxmlformats.org/drawingml/2006/main" rot="0">
            <a:off x="5553470" y="2380560"/>
            <a:ext cx="1509372" cy="208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2" b="0" i="0">
                <a:solidFill>
                  <a:srgbClr val="101010"/>
                </a:solidFill>
                <a:latin typeface="Comic Sans MS"/>
                <a:ea typeface="Comic Sans MS"/>
                <a:cs typeface="Comic Sans MS"/>
              </a:defRPr>
            </a:defPPr>
          </a:lstStyle>
          <a:p xmlns:a="http://schemas.openxmlformats.org/drawingml/2006/main">
            <a:pPr algn="l">
              <a:lnSpc>
                <a:spcPct val="100000"/>
              </a:lnSpc>
              <a:buNone/>
              <a:defRPr sz="1172" b="0" i="0">
                <a:solidFill>
                  <a:srgbClr val="101010"/>
                </a:solidFill>
                <a:latin typeface="Comic Sans MS"/>
                <a:ea typeface="Comic Sans MS"/>
                <a:cs typeface="Comic Sans MS"/>
              </a:defRPr>
            </a:pPr>
            <a:r>
              <a:rPr sz="1172" b="0" i="0">
                <a:solidFill>
                  <a:srgbClr val="101010"/>
                </a:solidFill>
                <a:latin typeface="Comic Sans MS"/>
                <a:ea typeface="Comic Sans MS"/>
                <a:cs typeface="Comic Sans MS"/>
              </a:rPr>
              <a:t>Search_Generation</a:t>
            </a:r>
          </a:p>
        </p:txBody>
      </p:sp>
      <p:sp>
        <p:nvSpPr>
          <p:cNvPr id="160" name="Reviewed text 27">
            <a:extLst xmlns:a="http://schemas.openxmlformats.org/drawingml/2006/main">
              <a:ext uri="{FF2B5EF4-FFF2-40B4-BE49-F238E27FC236}">
                <a16:creationId xmlns:a16="http://schemas.microsoft.com/office/drawing/2014/main" id="{26991E4F-5F51-448C-AE94-C19C0E0FCBFB}"/>
              </a:ext>
            </a:extLst>
          </p:cNvPr>
          <p:cNvSpPr>
            <a:spLocks xmlns:a="http://schemas.openxmlformats.org/drawingml/2006/main" noGrp="1"/>
          </p:cNvSpPr>
          <p:nvPr/>
        </p:nvSpPr>
        <p:spPr>
          <a:xfrm xmlns:a="http://schemas.openxmlformats.org/drawingml/2006/main" rot="0">
            <a:off x="9820471" y="273719"/>
            <a:ext cx="1114515" cy="347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6" b="1" i="0">
                <a:solidFill>
                  <a:srgbClr val="101010"/>
                </a:solidFill>
                <a:latin typeface="Comic Sans MS"/>
                <a:ea typeface="Comic Sans MS"/>
                <a:cs typeface="Comic Sans MS"/>
              </a:defRPr>
            </a:defPPr>
          </a:lstStyle>
          <a:p xmlns:a="http://schemas.openxmlformats.org/drawingml/2006/main">
            <a:pPr algn="l">
              <a:lnSpc>
                <a:spcPct val="100000"/>
              </a:lnSpc>
              <a:buNone/>
              <a:defRPr sz="1956" b="1" i="0">
                <a:solidFill>
                  <a:srgbClr val="101010"/>
                </a:solidFill>
                <a:latin typeface="Comic Sans MS"/>
                <a:ea typeface="Comic Sans MS"/>
                <a:cs typeface="Comic Sans MS"/>
              </a:defRPr>
            </a:pPr>
            <a:r>
              <a:rPr sz="1956" b="1" i="0">
                <a:solidFill>
                  <a:srgbClr val="101010"/>
                </a:solidFill>
                <a:latin typeface="Comic Sans MS"/>
                <a:ea typeface="Comic Sans MS"/>
                <a:cs typeface="Comic Sans MS"/>
              </a:rPr>
              <a:t>Keywords</a:t>
            </a:r>
          </a:p>
        </p:txBody>
      </p:sp>
      <p:sp>
        <p:nvSpPr>
          <p:cNvPr id="161" name="Reviewed text 29">
            <a:extLst xmlns:a="http://schemas.openxmlformats.org/drawingml/2006/main">
              <a:ext uri="{FF2B5EF4-FFF2-40B4-BE49-F238E27FC236}">
                <a16:creationId xmlns:a16="http://schemas.microsoft.com/office/drawing/2014/main" id="{4B09F6A3-A54C-4A99-9F10-39060B6F1E10}"/>
              </a:ext>
            </a:extLst>
          </p:cNvPr>
          <p:cNvSpPr>
            <a:spLocks xmlns:a="http://schemas.openxmlformats.org/drawingml/2006/main" noGrp="1"/>
          </p:cNvSpPr>
          <p:nvPr/>
        </p:nvSpPr>
        <p:spPr>
          <a:xfrm xmlns:a="http://schemas.openxmlformats.org/drawingml/2006/main" rot="0">
            <a:off x="9826840" y="810943"/>
            <a:ext cx="1146358" cy="2311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0" b="1" i="0">
                <a:solidFill>
                  <a:srgbClr val="101010"/>
                </a:solidFill>
                <a:latin typeface="Comic Sans MS"/>
                <a:ea typeface="Comic Sans MS"/>
                <a:cs typeface="Comic Sans MS"/>
              </a:defRPr>
            </a:defPPr>
          </a:lstStyle>
          <a:p xmlns:a="http://schemas.openxmlformats.org/drawingml/2006/main">
            <a:pPr algn="l">
              <a:lnSpc>
                <a:spcPct val="100000"/>
              </a:lnSpc>
              <a:buNone/>
              <a:defRPr sz="1300" b="1" i="0">
                <a:solidFill>
                  <a:srgbClr val="101010"/>
                </a:solidFill>
                <a:latin typeface="Comic Sans MS"/>
                <a:ea typeface="Comic Sans MS"/>
                <a:cs typeface="Comic Sans MS"/>
              </a:defRPr>
            </a:pPr>
            <a:r>
              <a:rPr sz="1300" b="1" i="0">
                <a:solidFill>
                  <a:srgbClr val="101010"/>
                </a:solidFill>
                <a:latin typeface="Comic Sans MS"/>
                <a:ea typeface="Comic Sans MS"/>
                <a:cs typeface="Comic Sans MS"/>
              </a:rPr>
              <a:t>Text Queries:</a:t>
            </a:r>
          </a:p>
        </p:txBody>
      </p:sp>
      <p:sp>
        <p:nvSpPr>
          <p:cNvPr id="162" name="Reviewed text 30">
            <a:extLst xmlns:a="http://schemas.openxmlformats.org/drawingml/2006/main">
              <a:ext uri="{FF2B5EF4-FFF2-40B4-BE49-F238E27FC236}">
                <a16:creationId xmlns:a16="http://schemas.microsoft.com/office/drawing/2014/main" id="{8C4D9300-D6A8-4B52-80E4-83C83490ED75}"/>
              </a:ext>
            </a:extLst>
          </p:cNvPr>
          <p:cNvSpPr>
            <a:spLocks xmlns:a="http://schemas.openxmlformats.org/drawingml/2006/main" noGrp="1"/>
          </p:cNvSpPr>
          <p:nvPr/>
        </p:nvSpPr>
        <p:spPr>
          <a:xfrm xmlns:a="http://schemas.openxmlformats.org/drawingml/2006/main" rot="0">
            <a:off x="9355559" y="1129956"/>
            <a:ext cx="509493" cy="226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i="0">
                <a:solidFill>
                  <a:srgbClr val="101010"/>
                </a:solidFill>
                <a:latin typeface="Comic Sans MS"/>
                <a:ea typeface="Comic Sans MS"/>
                <a:cs typeface="Comic Sans MS"/>
              </a:defRPr>
            </a:defPPr>
          </a:lstStyle>
          <a:p xmlns:a="http://schemas.openxmlformats.org/drawingml/2006/main">
            <a:pPr algn="l">
              <a:lnSpc>
                <a:spcPct val="100000"/>
              </a:lnSpc>
              <a:buNone/>
              <a:defRPr sz="1275" b="0" i="0">
                <a:solidFill>
                  <a:srgbClr val="101010"/>
                </a:solidFill>
                <a:latin typeface="Comic Sans MS"/>
                <a:ea typeface="Comic Sans MS"/>
                <a:cs typeface="Comic Sans MS"/>
              </a:defRPr>
            </a:pPr>
            <a:r>
              <a:rPr sz="1275" b="0" i="0">
                <a:solidFill>
                  <a:srgbClr val="101010"/>
                </a:solidFill>
                <a:latin typeface="Comic Sans MS"/>
                <a:ea typeface="Comic Sans MS"/>
                <a:cs typeface="Comic Sans MS"/>
              </a:rPr>
              <a:t>[None]</a:t>
            </a:r>
          </a:p>
        </p:txBody>
      </p:sp>
      <p:sp>
        <p:nvSpPr>
          <p:cNvPr id="163" name="Reviewed text 31">
            <a:extLst xmlns:a="http://schemas.openxmlformats.org/drawingml/2006/main">
              <a:ext uri="{FF2B5EF4-FFF2-40B4-BE49-F238E27FC236}">
                <a16:creationId xmlns:a16="http://schemas.microsoft.com/office/drawing/2014/main" id="{E7F299C2-BB64-4FF4-B8EC-96EB5255698D}"/>
              </a:ext>
            </a:extLst>
          </p:cNvPr>
          <p:cNvSpPr>
            <a:spLocks xmlns:a="http://schemas.openxmlformats.org/drawingml/2006/main" noGrp="1"/>
          </p:cNvSpPr>
          <p:nvPr/>
        </p:nvSpPr>
        <p:spPr>
          <a:xfrm xmlns:a="http://schemas.openxmlformats.org/drawingml/2006/main" rot="0">
            <a:off x="9775890" y="1562431"/>
            <a:ext cx="1254626" cy="231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1" b="1" i="0">
                <a:solidFill>
                  <a:srgbClr val="101010"/>
                </a:solidFill>
                <a:latin typeface="Comic Sans MS"/>
                <a:ea typeface="Comic Sans MS"/>
                <a:cs typeface="Comic Sans MS"/>
              </a:defRPr>
            </a:defPPr>
          </a:lstStyle>
          <a:p xmlns:a="http://schemas.openxmlformats.org/drawingml/2006/main">
            <a:pPr algn="l">
              <a:lnSpc>
                <a:spcPct val="100000"/>
              </a:lnSpc>
              <a:buNone/>
              <a:defRPr sz="1301" b="1" i="0">
                <a:solidFill>
                  <a:srgbClr val="101010"/>
                </a:solidFill>
                <a:latin typeface="Comic Sans MS"/>
                <a:ea typeface="Comic Sans MS"/>
                <a:cs typeface="Comic Sans MS"/>
              </a:defRPr>
            </a:pPr>
            <a:r>
              <a:rPr sz="1301" b="1" i="0">
                <a:solidFill>
                  <a:srgbClr val="101010"/>
                </a:solidFill>
                <a:latin typeface="Comic Sans MS"/>
                <a:ea typeface="Comic Sans MS"/>
                <a:cs typeface="Comic Sans MS"/>
              </a:rPr>
              <a:t>Image Queries:</a:t>
            </a:r>
          </a:p>
        </p:txBody>
      </p:sp>
      <p:sp>
        <p:nvSpPr>
          <p:cNvPr id="164" name="Reviewed text 32">
            <a:extLst xmlns:a="http://schemas.openxmlformats.org/drawingml/2006/main">
              <a:ext uri="{FF2B5EF4-FFF2-40B4-BE49-F238E27FC236}">
                <a16:creationId xmlns:a16="http://schemas.microsoft.com/office/drawing/2014/main" id="{E376C99E-4768-4AAB-9C15-867A0267C552}"/>
              </a:ext>
            </a:extLst>
          </p:cNvPr>
          <p:cNvSpPr>
            <a:spLocks xmlns:a="http://schemas.openxmlformats.org/drawingml/2006/main" noGrp="1"/>
          </p:cNvSpPr>
          <p:nvPr/>
        </p:nvSpPr>
        <p:spPr>
          <a:xfrm xmlns:a="http://schemas.openxmlformats.org/drawingml/2006/main" rot="0">
            <a:off x="9495669" y="2049390"/>
            <a:ext cx="847032" cy="208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2" b="0" i="0">
                <a:solidFill>
                  <a:srgbClr val="101010"/>
                </a:solidFill>
                <a:latin typeface="Comic Sans MS"/>
                <a:ea typeface="Comic Sans MS"/>
                <a:cs typeface="Comic Sans MS"/>
              </a:defRPr>
            </a:defPPr>
          </a:lstStyle>
          <a:p xmlns:a="http://schemas.openxmlformats.org/drawingml/2006/main">
            <a:pPr algn="l">
              <a:lnSpc>
                <a:spcPct val="100000"/>
              </a:lnSpc>
              <a:buNone/>
              <a:defRPr sz="1172" b="0" i="0">
                <a:solidFill>
                  <a:srgbClr val="101010"/>
                </a:solidFill>
                <a:latin typeface="Comic Sans MS"/>
                <a:ea typeface="Comic Sans MS"/>
                <a:cs typeface="Comic Sans MS"/>
              </a:defRPr>
            </a:pPr>
            <a:r>
              <a:rPr sz="1172" b="0" i="0">
                <a:solidFill>
                  <a:srgbClr val="101010"/>
                </a:solidFill>
                <a:latin typeface="Comic Sans MS"/>
                <a:ea typeface="Comic Sans MS"/>
                <a:cs typeface="Comic Sans MS"/>
              </a:rPr>
              <a:t>“Mr Beast”,</a:t>
            </a:r>
          </a:p>
        </p:txBody>
      </p:sp>
      <p:sp>
        <p:nvSpPr>
          <p:cNvPr id="165" name="Reviewed text 33">
            <a:extLst xmlns:a="http://schemas.openxmlformats.org/drawingml/2006/main">
              <a:ext uri="{FF2B5EF4-FFF2-40B4-BE49-F238E27FC236}">
                <a16:creationId xmlns:a16="http://schemas.microsoft.com/office/drawing/2014/main" id="{5168809B-9F65-4960-B72B-1FA27A3EE9C1}"/>
              </a:ext>
            </a:extLst>
          </p:cNvPr>
          <p:cNvSpPr>
            <a:spLocks xmlns:a="http://schemas.openxmlformats.org/drawingml/2006/main" noGrp="1"/>
          </p:cNvSpPr>
          <p:nvPr/>
        </p:nvSpPr>
        <p:spPr>
          <a:xfrm xmlns:a="http://schemas.openxmlformats.org/drawingml/2006/main" rot="0">
            <a:off x="9495669" y="2238642"/>
            <a:ext cx="1362893" cy="222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1" b="0" i="0">
                <a:solidFill>
                  <a:srgbClr val="101010"/>
                </a:solidFill>
                <a:latin typeface="Comic Sans MS"/>
                <a:ea typeface="Comic Sans MS"/>
                <a:cs typeface="Comic Sans MS"/>
              </a:defRPr>
            </a:defPPr>
          </a:lstStyle>
          <a:p xmlns:a="http://schemas.openxmlformats.org/drawingml/2006/main">
            <a:pPr algn="l">
              <a:lnSpc>
                <a:spcPct val="100000"/>
              </a:lnSpc>
              <a:buNone/>
              <a:defRPr sz="1251" b="0" i="0">
                <a:solidFill>
                  <a:srgbClr val="101010"/>
                </a:solidFill>
                <a:latin typeface="Comic Sans MS"/>
                <a:ea typeface="Comic Sans MS"/>
                <a:cs typeface="Comic Sans MS"/>
              </a:defRPr>
            </a:pPr>
            <a:r>
              <a:rPr sz="1251" b="0" i="0">
                <a:solidFill>
                  <a:srgbClr val="101010"/>
                </a:solidFill>
                <a:latin typeface="Comic Sans MS"/>
                <a:ea typeface="Comic Sans MS"/>
                <a:cs typeface="Comic Sans MS"/>
              </a:rPr>
              <a:t>“Tim MediaStorm”</a:t>
            </a:r>
          </a:p>
        </p:txBody>
      </p:sp>
      <p:sp>
        <p:nvSpPr>
          <p:cNvPr id="166" name="Reviewed text 34">
            <a:extLst xmlns:a="http://schemas.openxmlformats.org/drawingml/2006/main">
              <a:ext uri="{FF2B5EF4-FFF2-40B4-BE49-F238E27FC236}">
                <a16:creationId xmlns:a16="http://schemas.microsoft.com/office/drawing/2014/main" id="{35181D8C-89BA-4F14-90AA-B105F260993F}"/>
              </a:ext>
            </a:extLst>
          </p:cNvPr>
          <p:cNvSpPr>
            <a:spLocks xmlns:a="http://schemas.openxmlformats.org/drawingml/2006/main" noGrp="1"/>
          </p:cNvSpPr>
          <p:nvPr/>
        </p:nvSpPr>
        <p:spPr>
          <a:xfrm xmlns:a="http://schemas.openxmlformats.org/drawingml/2006/main" rot="0">
            <a:off x="8992545" y="3820437"/>
            <a:ext cx="719658" cy="30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5" b="0" i="0">
                <a:solidFill>
                  <a:srgbClr val="101010"/>
                </a:solidFill>
                <a:latin typeface="Comic Sans MS"/>
                <a:ea typeface="Comic Sans MS"/>
                <a:cs typeface="Comic Sans MS"/>
              </a:defRPr>
            </a:defPPr>
          </a:lstStyle>
          <a:p xmlns:a="http://schemas.openxmlformats.org/drawingml/2006/main">
            <a:pPr algn="l">
              <a:lnSpc>
                <a:spcPct val="100000"/>
              </a:lnSpc>
              <a:buNone/>
              <a:defRPr sz="1705" b="0" i="0">
                <a:solidFill>
                  <a:srgbClr val="101010"/>
                </a:solidFill>
                <a:latin typeface="Comic Sans MS"/>
                <a:ea typeface="Comic Sans MS"/>
                <a:cs typeface="Comic Sans MS"/>
              </a:defRPr>
            </a:pPr>
            <a:r>
              <a:rPr sz="1705" b="0" i="0">
                <a:solidFill>
                  <a:srgbClr val="101010"/>
                </a:solidFill>
                <a:latin typeface="Comic Sans MS"/>
                <a:ea typeface="Comic Sans MS"/>
                <a:cs typeface="Comic Sans MS"/>
              </a:rPr>
              <a:t>Search</a:t>
            </a:r>
          </a:p>
        </p:txBody>
      </p:sp>
      <p:sp>
        <p:nvSpPr>
          <p:cNvPr id="167" name="Reviewed text 35">
            <a:extLst xmlns:a="http://schemas.openxmlformats.org/drawingml/2006/main">
              <a:ext uri="{FF2B5EF4-FFF2-40B4-BE49-F238E27FC236}">
                <a16:creationId xmlns:a16="http://schemas.microsoft.com/office/drawing/2014/main" id="{7BD79A67-D424-49FD-A202-E31F0FF93D45}"/>
              </a:ext>
            </a:extLst>
          </p:cNvPr>
          <p:cNvSpPr>
            <a:spLocks xmlns:a="http://schemas.openxmlformats.org/drawingml/2006/main" noGrp="1"/>
          </p:cNvSpPr>
          <p:nvPr/>
        </p:nvSpPr>
        <p:spPr>
          <a:xfrm xmlns:a="http://schemas.openxmlformats.org/drawingml/2006/main" rot="0">
            <a:off x="9177236" y="4508600"/>
            <a:ext cx="2477408" cy="349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68" b="1" i="0">
                <a:solidFill>
                  <a:srgbClr val="101010"/>
                </a:solidFill>
                <a:latin typeface="Comic Sans MS"/>
                <a:ea typeface="Comic Sans MS"/>
                <a:cs typeface="Comic Sans MS"/>
              </a:defRPr>
            </a:defPPr>
          </a:lstStyle>
          <a:p xmlns:a="http://schemas.openxmlformats.org/drawingml/2006/main">
            <a:pPr algn="l">
              <a:lnSpc>
                <a:spcPct val="100000"/>
              </a:lnSpc>
              <a:buNone/>
              <a:defRPr sz="1968" b="1" i="0">
                <a:solidFill>
                  <a:srgbClr val="101010"/>
                </a:solidFill>
                <a:latin typeface="Comic Sans MS"/>
                <a:ea typeface="Comic Sans MS"/>
                <a:cs typeface="Comic Sans MS"/>
              </a:defRPr>
            </a:pPr>
            <a:r>
              <a:rPr sz="1968" b="1" i="0">
                <a:solidFill>
                  <a:srgbClr val="101010"/>
                </a:solidFill>
                <a:latin typeface="Comic Sans MS"/>
                <a:ea typeface="Comic Sans MS"/>
                <a:cs typeface="Comic Sans MS"/>
              </a:rPr>
              <a:t>Knowledge Reasoning</a:t>
            </a:r>
          </a:p>
        </p:txBody>
      </p:sp>
      <p:sp>
        <p:nvSpPr>
          <p:cNvPr id="168" name="Reviewed text 36">
            <a:extLst xmlns:a="http://schemas.openxmlformats.org/drawingml/2006/main">
              <a:ext uri="{FF2B5EF4-FFF2-40B4-BE49-F238E27FC236}">
                <a16:creationId xmlns:a16="http://schemas.microsoft.com/office/drawing/2014/main" id="{78C4BA57-142F-4472-BF18-889308CE6A78}"/>
              </a:ext>
            </a:extLst>
          </p:cNvPr>
          <p:cNvSpPr>
            <a:spLocks xmlns:a="http://schemas.openxmlformats.org/drawingml/2006/main" noGrp="1"/>
          </p:cNvSpPr>
          <p:nvPr/>
        </p:nvSpPr>
        <p:spPr>
          <a:xfrm xmlns:a="http://schemas.openxmlformats.org/drawingml/2006/main" rot="0">
            <a:off x="11960340" y="274070"/>
            <a:ext cx="840663"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Search</a:t>
            </a:r>
          </a:p>
        </p:txBody>
      </p:sp>
      <p:sp>
        <p:nvSpPr>
          <p:cNvPr id="169" name="Reviewed text 38">
            <a:extLst xmlns:a="http://schemas.openxmlformats.org/drawingml/2006/main">
              <a:ext uri="{FF2B5EF4-FFF2-40B4-BE49-F238E27FC236}">
                <a16:creationId xmlns:a16="http://schemas.microsoft.com/office/drawing/2014/main" id="{4E5C97E1-842F-4834-ADCE-EBDC12F2BAA4}"/>
              </a:ext>
            </a:extLst>
          </p:cNvPr>
          <p:cNvSpPr>
            <a:spLocks xmlns:a="http://schemas.openxmlformats.org/drawingml/2006/main" noGrp="1"/>
          </p:cNvSpPr>
          <p:nvPr/>
        </p:nvSpPr>
        <p:spPr>
          <a:xfrm xmlns:a="http://schemas.openxmlformats.org/drawingml/2006/main" rot="0">
            <a:off x="11769280" y="3826038"/>
            <a:ext cx="1006248" cy="309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38" b="0" i="0">
                <a:solidFill>
                  <a:srgbClr val="101010"/>
                </a:solidFill>
                <a:latin typeface="Comic Sans MS"/>
                <a:ea typeface="Comic Sans MS"/>
                <a:cs typeface="Comic Sans MS"/>
              </a:defRPr>
            </a:defPPr>
          </a:lstStyle>
          <a:p xmlns:a="http://schemas.openxmlformats.org/drawingml/2006/main">
            <a:pPr algn="l">
              <a:lnSpc>
                <a:spcPct val="100000"/>
              </a:lnSpc>
              <a:buNone/>
              <a:defRPr sz="1738" b="0" i="0">
                <a:solidFill>
                  <a:srgbClr val="101010"/>
                </a:solidFill>
                <a:latin typeface="Comic Sans MS"/>
                <a:ea typeface="Comic Sans MS"/>
                <a:cs typeface="Comic Sans MS"/>
              </a:defRPr>
            </a:pPr>
            <a:r>
              <a:rPr sz="1738" b="0" i="0">
                <a:solidFill>
                  <a:srgbClr val="101010"/>
                </a:solidFill>
                <a:latin typeface="Comic Sans MS"/>
                <a:ea typeface="Comic Sans MS"/>
                <a:cs typeface="Comic Sans MS"/>
              </a:rPr>
              <a:t>Reasoning</a:t>
            </a:r>
          </a:p>
        </p:txBody>
      </p:sp>
      <p:sp>
        <p:nvSpPr>
          <p:cNvPr id="170" name="Reviewed text 39">
            <a:extLst xmlns:a="http://schemas.openxmlformats.org/drawingml/2006/main">
              <a:ext uri="{FF2B5EF4-FFF2-40B4-BE49-F238E27FC236}">
                <a16:creationId xmlns:a16="http://schemas.microsoft.com/office/drawing/2014/main" id="{81CA55C6-EC19-418C-9163-31677850D8D6}"/>
              </a:ext>
            </a:extLst>
          </p:cNvPr>
          <p:cNvSpPr>
            <a:spLocks xmlns:a="http://schemas.openxmlformats.org/drawingml/2006/main" noGrp="1"/>
          </p:cNvSpPr>
          <p:nvPr/>
        </p:nvSpPr>
        <p:spPr>
          <a:xfrm xmlns:a="http://schemas.openxmlformats.org/drawingml/2006/main" rot="0">
            <a:off x="14501435" y="280439"/>
            <a:ext cx="796082"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Review</a:t>
            </a:r>
          </a:p>
        </p:txBody>
      </p:sp>
      <p:sp>
        <p:nvSpPr>
          <p:cNvPr id="171" name="Reviewed text 40">
            <a:extLst xmlns:a="http://schemas.openxmlformats.org/drawingml/2006/main">
              <a:ext uri="{FF2B5EF4-FFF2-40B4-BE49-F238E27FC236}">
                <a16:creationId xmlns:a16="http://schemas.microsoft.com/office/drawing/2014/main" id="{EEFE0904-2874-4562-BF76-70D53E63E4DD}"/>
              </a:ext>
            </a:extLst>
          </p:cNvPr>
          <p:cNvSpPr>
            <a:spLocks xmlns:a="http://schemas.openxmlformats.org/drawingml/2006/main" noGrp="1"/>
          </p:cNvSpPr>
          <p:nvPr/>
        </p:nvSpPr>
        <p:spPr>
          <a:xfrm xmlns:a="http://schemas.openxmlformats.org/drawingml/2006/main" rot="0">
            <a:off x="13832726" y="805361"/>
            <a:ext cx="1292838"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Refined Prompt:</a:t>
            </a:r>
          </a:p>
        </p:txBody>
      </p:sp>
      <p:sp>
        <p:nvSpPr>
          <p:cNvPr id="172" name="Reviewed text 41">
            <a:extLst xmlns:a="http://schemas.openxmlformats.org/drawingml/2006/main">
              <a:ext uri="{FF2B5EF4-FFF2-40B4-BE49-F238E27FC236}">
                <a16:creationId xmlns:a16="http://schemas.microsoft.com/office/drawing/2014/main" id="{0B40183E-252D-4DC9-BC64-5DF2A63B1CF1}"/>
              </a:ext>
            </a:extLst>
          </p:cNvPr>
          <p:cNvSpPr>
            <a:spLocks xmlns:a="http://schemas.openxmlformats.org/drawingml/2006/main" noGrp="1"/>
          </p:cNvSpPr>
          <p:nvPr/>
        </p:nvSpPr>
        <p:spPr>
          <a:xfrm xmlns:a="http://schemas.openxmlformats.org/drawingml/2006/main" rot="0">
            <a:off x="13425131" y="1173487"/>
            <a:ext cx="2592044" cy="234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1" b="0" i="0">
                <a:solidFill>
                  <a:srgbClr val="101010"/>
                </a:solidFill>
                <a:latin typeface="Comic Sans MS"/>
                <a:ea typeface="Comic Sans MS"/>
                <a:cs typeface="Comic Sans MS"/>
              </a:defRPr>
            </a:defPPr>
          </a:lstStyle>
          <a:p xmlns:a="http://schemas.openxmlformats.org/drawingml/2006/main">
            <a:pPr algn="l">
              <a:lnSpc>
                <a:spcPct val="100000"/>
              </a:lnSpc>
              <a:buNone/>
              <a:defRPr sz="1321" b="0" i="0">
                <a:solidFill>
                  <a:srgbClr val="101010"/>
                </a:solidFill>
                <a:latin typeface="Comic Sans MS"/>
                <a:ea typeface="Comic Sans MS"/>
                <a:cs typeface="Comic Sans MS"/>
              </a:defRPr>
            </a:pPr>
            <a:r>
              <a:rPr sz="1321" b="0" i="0">
                <a:solidFill>
                  <a:srgbClr val="101010"/>
                </a:solidFill>
                <a:latin typeface="Comic Sans MS"/>
                <a:ea typeface="Comic Sans MS"/>
                <a:cs typeface="Comic Sans MS"/>
              </a:rPr>
              <a:t>Capture a cinematic medium-shot</a:t>
            </a:r>
          </a:p>
        </p:txBody>
      </p:sp>
      <p:sp>
        <p:nvSpPr>
          <p:cNvPr id="173" name="Reviewed text 42">
            <a:extLst xmlns:a="http://schemas.openxmlformats.org/drawingml/2006/main">
              <a:ext uri="{FF2B5EF4-FFF2-40B4-BE49-F238E27FC236}">
                <a16:creationId xmlns:a16="http://schemas.microsoft.com/office/drawing/2014/main" id="{FA545A34-7A78-43DA-87E6-4536F8EF70DE}"/>
              </a:ext>
            </a:extLst>
          </p:cNvPr>
          <p:cNvSpPr>
            <a:spLocks xmlns:a="http://schemas.openxmlformats.org/drawingml/2006/main" noGrp="1"/>
          </p:cNvSpPr>
          <p:nvPr/>
        </p:nvSpPr>
        <p:spPr>
          <a:xfrm xmlns:a="http://schemas.openxmlformats.org/drawingml/2006/main" rot="0">
            <a:off x="13431500" y="1377489"/>
            <a:ext cx="2662099" cy="2332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2" b="0" i="0">
                <a:solidFill>
                  <a:srgbClr val="101010"/>
                </a:solidFill>
                <a:latin typeface="Comic Sans MS"/>
                <a:ea typeface="Comic Sans MS"/>
                <a:cs typeface="Comic Sans MS"/>
              </a:defRPr>
            </a:defPPr>
          </a:lstStyle>
          <a:p xmlns:a="http://schemas.openxmlformats.org/drawingml/2006/main">
            <a:pPr algn="l">
              <a:lnSpc>
                <a:spcPct val="100000"/>
              </a:lnSpc>
              <a:buNone/>
              <a:defRPr sz="1312" b="0" i="0">
                <a:solidFill>
                  <a:srgbClr val="101010"/>
                </a:solidFill>
                <a:latin typeface="Comic Sans MS"/>
                <a:ea typeface="Comic Sans MS"/>
                <a:cs typeface="Comic Sans MS"/>
              </a:defRPr>
            </a:pPr>
            <a:r>
              <a:rPr sz="1312" b="0" i="0">
                <a:solidFill>
                  <a:srgbClr val="101010"/>
                </a:solidFill>
                <a:latin typeface="Comic Sans MS"/>
                <a:ea typeface="Comic Sans MS"/>
                <a:cs typeface="Comic Sans MS"/>
              </a:rPr>
              <a:t>photo of two young adult men with</a:t>
            </a:r>
          </a:p>
        </p:txBody>
      </p:sp>
      <p:sp>
        <p:nvSpPr>
          <p:cNvPr id="174" name="Reviewed text 43">
            <a:extLst xmlns:a="http://schemas.openxmlformats.org/drawingml/2006/main">
              <a:ext uri="{FF2B5EF4-FFF2-40B4-BE49-F238E27FC236}">
                <a16:creationId xmlns:a16="http://schemas.microsoft.com/office/drawing/2014/main" id="{C6C713A1-2377-40E2-8574-A2A33F00816C}"/>
              </a:ext>
            </a:extLst>
          </p:cNvPr>
          <p:cNvSpPr>
            <a:spLocks xmlns:a="http://schemas.openxmlformats.org/drawingml/2006/main" noGrp="1"/>
          </p:cNvSpPr>
          <p:nvPr/>
        </p:nvSpPr>
        <p:spPr>
          <a:xfrm xmlns:a="http://schemas.openxmlformats.org/drawingml/2006/main" rot="0">
            <a:off x="13401675" y="1592202"/>
            <a:ext cx="3038475" cy="28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00" b="0" i="0">
                <a:solidFill>
                  <a:srgbClr val="101010"/>
                </a:solidFill>
                <a:latin typeface="Comic Sans MS"/>
                <a:ea typeface="Comic Sans MS"/>
                <a:cs typeface="Comic Sans MS"/>
              </a:defRPr>
            </a:defPPr>
          </a:lstStyle>
          <a:p xmlns:a="http://schemas.openxmlformats.org/drawingml/2006/main">
            <a:pPr algn="l">
              <a:lnSpc>
                <a:spcPct val="100000"/>
              </a:lnSpc>
              <a:buNone/>
              <a:defRPr sz="1600" b="0" i="0">
                <a:solidFill>
                  <a:srgbClr val="101010"/>
                </a:solidFill>
                <a:latin typeface="Comic Sans MS"/>
                <a:ea typeface="Comic Sans MS"/>
                <a:cs typeface="Comic Sans MS"/>
              </a:defRPr>
            </a:pPr>
            <a:r>
              <a:rPr sz="1600" b="0" i="0">
                <a:solidFill>
                  <a:srgbClr val="101010"/>
                </a:solidFill>
                <a:latin typeface="Comic Sans MS"/>
                <a:ea typeface="Comic Sans MS"/>
                <a:cs typeface="Comic Sans MS"/>
              </a:rPr>
              <a:t>their arms around each other’s</a:t>
            </a:r>
          </a:p>
        </p:txBody>
      </p:sp>
      <p:sp>
        <p:nvSpPr>
          <p:cNvPr id="175" name="Reviewed text 44">
            <a:extLst xmlns:a="http://schemas.openxmlformats.org/drawingml/2006/main">
              <a:ext uri="{FF2B5EF4-FFF2-40B4-BE49-F238E27FC236}">
                <a16:creationId xmlns:a16="http://schemas.microsoft.com/office/drawing/2014/main" id="{E2CD2413-3412-4EC8-9799-AB272882C6D6}"/>
              </a:ext>
            </a:extLst>
          </p:cNvPr>
          <p:cNvSpPr>
            <a:spLocks xmlns:a="http://schemas.openxmlformats.org/drawingml/2006/main" noGrp="1"/>
          </p:cNvSpPr>
          <p:nvPr/>
        </p:nvSpPr>
        <p:spPr>
          <a:xfrm xmlns:a="http://schemas.openxmlformats.org/drawingml/2006/main" rot="0">
            <a:off x="13425131" y="1779493"/>
            <a:ext cx="2929583" cy="227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8" b="0" i="0">
                <a:solidFill>
                  <a:srgbClr val="101010"/>
                </a:solidFill>
                <a:latin typeface="Comic Sans MS"/>
                <a:ea typeface="Comic Sans MS"/>
                <a:cs typeface="Comic Sans MS"/>
              </a:defRPr>
            </a:defPPr>
          </a:lstStyle>
          <a:p xmlns:a="http://schemas.openxmlformats.org/drawingml/2006/main">
            <a:pPr algn="l">
              <a:lnSpc>
                <a:spcPct val="100000"/>
              </a:lnSpc>
              <a:buNone/>
              <a:defRPr sz="1278" b="0" i="0">
                <a:solidFill>
                  <a:srgbClr val="101010"/>
                </a:solidFill>
                <a:latin typeface="Comic Sans MS"/>
                <a:ea typeface="Comic Sans MS"/>
                <a:cs typeface="Comic Sans MS"/>
              </a:defRPr>
            </a:pPr>
            <a:r>
              <a:rPr sz="1278" b="0" i="0">
                <a:solidFill>
                  <a:srgbClr val="101010"/>
                </a:solidFill>
                <a:latin typeface="Comic Sans MS"/>
                <a:ea typeface="Comic Sans MS"/>
                <a:cs typeface="Comic Sans MS"/>
              </a:rPr>
              <a:t>shoulders, smiling toward the camera...</a:t>
            </a:r>
          </a:p>
        </p:txBody>
      </p:sp>
      <p:sp>
        <p:nvSpPr>
          <p:cNvPr id="176" name="Reviewed text 45">
            <a:extLst xmlns:a="http://schemas.openxmlformats.org/drawingml/2006/main">
              <a:ext uri="{FF2B5EF4-FFF2-40B4-BE49-F238E27FC236}">
                <a16:creationId xmlns:a16="http://schemas.microsoft.com/office/drawing/2014/main" id="{90D05D6E-7CAF-4DB0-8530-589250BE15B1}"/>
              </a:ext>
            </a:extLst>
          </p:cNvPr>
          <p:cNvSpPr>
            <a:spLocks xmlns:a="http://schemas.openxmlformats.org/drawingml/2006/main" noGrp="1"/>
          </p:cNvSpPr>
          <p:nvPr/>
        </p:nvSpPr>
        <p:spPr>
          <a:xfrm xmlns:a="http://schemas.openxmlformats.org/drawingml/2006/main" rot="0">
            <a:off x="13431500" y="1983563"/>
            <a:ext cx="700552"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0" i="0">
                <a:solidFill>
                  <a:srgbClr val="101010"/>
                </a:solidFill>
                <a:latin typeface="Comic Sans MS"/>
                <a:ea typeface="Comic Sans MS"/>
                <a:cs typeface="Comic Sans MS"/>
              </a:defRPr>
            </a:defPPr>
          </a:lstStyle>
          <a:p xmlns:a="http://schemas.openxmlformats.org/drawingml/2006/main">
            <a:pPr algn="l">
              <a:lnSpc>
                <a:spcPct val="100000"/>
              </a:lnSpc>
              <a:buNone/>
              <a:defRPr sz="1266" b="0" i="0">
                <a:solidFill>
                  <a:srgbClr val="101010"/>
                </a:solidFill>
                <a:latin typeface="Comic Sans MS"/>
                <a:ea typeface="Comic Sans MS"/>
                <a:cs typeface="Comic Sans MS"/>
              </a:defRPr>
            </a:pPr>
            <a:r>
              <a:rPr sz="1266" b="0" i="0">
                <a:solidFill>
                  <a:srgbClr val="101010"/>
                </a:solidFill>
                <a:latin typeface="Comic Sans MS"/>
                <a:ea typeface="Comic Sans MS"/>
                <a:cs typeface="Comic Sans MS"/>
              </a:rPr>
              <a:t>Ref_img:</a:t>
            </a:r>
          </a:p>
        </p:txBody>
      </p:sp>
      <p:sp>
        <p:nvSpPr>
          <p:cNvPr id="177" name="Reviewed text 46">
            <a:extLst xmlns:a="http://schemas.openxmlformats.org/drawingml/2006/main">
              <a:ext uri="{FF2B5EF4-FFF2-40B4-BE49-F238E27FC236}">
                <a16:creationId xmlns:a16="http://schemas.microsoft.com/office/drawing/2014/main" id="{86FAC58E-A74F-4790-97A3-F38651C9D707}"/>
              </a:ext>
            </a:extLst>
          </p:cNvPr>
          <p:cNvSpPr>
            <a:spLocks xmlns:a="http://schemas.openxmlformats.org/drawingml/2006/main" noGrp="1"/>
          </p:cNvSpPr>
          <p:nvPr/>
        </p:nvSpPr>
        <p:spPr>
          <a:xfrm xmlns:a="http://schemas.openxmlformats.org/drawingml/2006/main" rot="0">
            <a:off x="13425131" y="2187965"/>
            <a:ext cx="1025354" cy="220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39" b="0" i="0">
                <a:solidFill>
                  <a:srgbClr val="101010"/>
                </a:solidFill>
                <a:latin typeface="Comic Sans MS"/>
                <a:ea typeface="Comic Sans MS"/>
                <a:cs typeface="Comic Sans MS"/>
              </a:defRPr>
            </a:defPPr>
          </a:lstStyle>
          <a:p xmlns:a="http://schemas.openxmlformats.org/drawingml/2006/main">
            <a:pPr algn="l">
              <a:lnSpc>
                <a:spcPct val="100000"/>
              </a:lnSpc>
              <a:buNone/>
              <a:defRPr sz="1239" b="0" i="0">
                <a:solidFill>
                  <a:srgbClr val="101010"/>
                </a:solidFill>
                <a:latin typeface="Comic Sans MS"/>
                <a:ea typeface="Comic Sans MS"/>
                <a:cs typeface="Comic Sans MS"/>
              </a:defRPr>
            </a:pPr>
            <a:r>
              <a:rPr sz="1239" b="0" i="0">
                <a:solidFill>
                  <a:srgbClr val="101010"/>
                </a:solidFill>
                <a:latin typeface="Comic Sans MS"/>
                <a:ea typeface="Comic Sans MS"/>
                <a:cs typeface="Comic Sans MS"/>
              </a:rPr>
              <a:t>“MrBeast.jpg”</a:t>
            </a:r>
          </a:p>
        </p:txBody>
      </p:sp>
      <p:sp>
        <p:nvSpPr>
          <p:cNvPr id="178" name="Reviewed text 47">
            <a:extLst xmlns:a="http://schemas.openxmlformats.org/drawingml/2006/main">
              <a:ext uri="{FF2B5EF4-FFF2-40B4-BE49-F238E27FC236}">
                <a16:creationId xmlns:a16="http://schemas.microsoft.com/office/drawing/2014/main" id="{2F6E71F3-8304-49AE-BF31-B5E99C7ECBB5}"/>
              </a:ext>
            </a:extLst>
          </p:cNvPr>
          <p:cNvSpPr>
            <a:spLocks xmlns:a="http://schemas.openxmlformats.org/drawingml/2006/main" noGrp="1"/>
          </p:cNvSpPr>
          <p:nvPr/>
        </p:nvSpPr>
        <p:spPr>
          <a:xfrm xmlns:a="http://schemas.openxmlformats.org/drawingml/2006/main" rot="0">
            <a:off x="13425131" y="2384795"/>
            <a:ext cx="1706800" cy="2249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5" b="0" i="0">
                <a:solidFill>
                  <a:srgbClr val="101010"/>
                </a:solidFill>
                <a:latin typeface="Comic Sans MS"/>
                <a:ea typeface="Comic Sans MS"/>
                <a:cs typeface="Comic Sans MS"/>
              </a:defRPr>
            </a:defPPr>
          </a:lstStyle>
          <a:p xmlns:a="http://schemas.openxmlformats.org/drawingml/2006/main">
            <a:pPr algn="l">
              <a:lnSpc>
                <a:spcPct val="100000"/>
              </a:lnSpc>
              <a:buNone/>
              <a:defRPr sz="1265" b="0" i="0">
                <a:solidFill>
                  <a:srgbClr val="101010"/>
                </a:solidFill>
                <a:latin typeface="Comic Sans MS"/>
                <a:ea typeface="Comic Sans MS"/>
                <a:cs typeface="Comic Sans MS"/>
              </a:defRPr>
            </a:pPr>
            <a:r>
              <a:rPr sz="1265" b="0" i="0">
                <a:solidFill>
                  <a:srgbClr val="101010"/>
                </a:solidFill>
                <a:latin typeface="Comic Sans MS"/>
                <a:ea typeface="Comic Sans MS"/>
                <a:cs typeface="Comic Sans MS"/>
              </a:rPr>
              <a:t>“Tim_MediaStorm.jpg”</a:t>
            </a:r>
          </a:p>
        </p:txBody>
      </p:sp>
      <p:sp>
        <p:nvSpPr>
          <p:cNvPr id="179" name="Reviewed text 52">
            <a:extLst xmlns:a="http://schemas.openxmlformats.org/drawingml/2006/main">
              <a:ext uri="{FF2B5EF4-FFF2-40B4-BE49-F238E27FC236}">
                <a16:creationId xmlns:a16="http://schemas.microsoft.com/office/drawing/2014/main" id="{65E5EFFF-7971-4A93-91F6-8C52F4D2B2DA}"/>
              </a:ext>
            </a:extLst>
          </p:cNvPr>
          <p:cNvSpPr>
            <a:spLocks xmlns:a="http://schemas.openxmlformats.org/drawingml/2006/main" noGrp="1"/>
          </p:cNvSpPr>
          <p:nvPr/>
        </p:nvSpPr>
        <p:spPr>
          <a:xfrm xmlns:a="http://schemas.openxmlformats.org/drawingml/2006/main" rot="0">
            <a:off x="6171230" y="3820024"/>
            <a:ext cx="834294" cy="3063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3" b="0" i="0">
                <a:solidFill>
                  <a:srgbClr val="101010"/>
                </a:solidFill>
                <a:latin typeface="Comic Sans MS"/>
                <a:ea typeface="Comic Sans MS"/>
                <a:cs typeface="Comic Sans MS"/>
              </a:defRPr>
            </a:defPPr>
          </a:lstStyle>
          <a:p xmlns:a="http://schemas.openxmlformats.org/drawingml/2006/main">
            <a:pPr algn="l">
              <a:lnSpc>
                <a:spcPct val="100000"/>
              </a:lnSpc>
              <a:buNone/>
              <a:defRPr sz="1723" b="0" i="0">
                <a:solidFill>
                  <a:srgbClr val="101010"/>
                </a:solidFill>
                <a:latin typeface="Comic Sans MS"/>
                <a:ea typeface="Comic Sans MS"/>
                <a:cs typeface="Comic Sans MS"/>
              </a:defRPr>
            </a:pPr>
            <a:r>
              <a:rPr sz="1723" b="0" i="0">
                <a:solidFill>
                  <a:srgbClr val="101010"/>
                </a:solidFill>
                <a:latin typeface="Comic Sans MS"/>
                <a:ea typeface="Comic Sans MS"/>
                <a:cs typeface="Comic Sans MS"/>
              </a:rPr>
              <a:t>Analysis</a:t>
            </a:r>
          </a:p>
        </p:txBody>
      </p:sp>
      <p:sp>
        <p:nvSpPr>
          <p:cNvPr id="180" name="Reviewed text 53">
            <a:extLst xmlns:a="http://schemas.openxmlformats.org/drawingml/2006/main">
              <a:ext uri="{FF2B5EF4-FFF2-40B4-BE49-F238E27FC236}">
                <a16:creationId xmlns:a16="http://schemas.microsoft.com/office/drawing/2014/main" id="{74C181A2-3058-4B8A-8AE3-1498CBFC41EA}"/>
              </a:ext>
            </a:extLst>
          </p:cNvPr>
          <p:cNvSpPr>
            <a:spLocks xmlns:a="http://schemas.openxmlformats.org/drawingml/2006/main" noGrp="1"/>
          </p:cNvSpPr>
          <p:nvPr/>
        </p:nvSpPr>
        <p:spPr>
          <a:xfrm xmlns:a="http://schemas.openxmlformats.org/drawingml/2006/main" rot="0">
            <a:off x="15998069" y="3826801"/>
            <a:ext cx="1101778" cy="303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5" b="0" i="0">
                <a:solidFill>
                  <a:srgbClr val="101010"/>
                </a:solidFill>
                <a:latin typeface="Comic Sans MS"/>
                <a:ea typeface="Comic Sans MS"/>
                <a:cs typeface="Comic Sans MS"/>
              </a:defRPr>
            </a:defPPr>
          </a:lstStyle>
          <a:p xmlns:a="http://schemas.openxmlformats.org/drawingml/2006/main">
            <a:pPr algn="l">
              <a:lnSpc>
                <a:spcPct val="100000"/>
              </a:lnSpc>
              <a:buNone/>
              <a:defRPr sz="1705" b="0" i="0">
                <a:solidFill>
                  <a:srgbClr val="101010"/>
                </a:solidFill>
                <a:latin typeface="Comic Sans MS"/>
                <a:ea typeface="Comic Sans MS"/>
                <a:cs typeface="Comic Sans MS"/>
              </a:defRPr>
            </a:pPr>
            <a:r>
              <a:rPr sz="1705" b="0" i="0">
                <a:solidFill>
                  <a:srgbClr val="101010"/>
                </a:solidFill>
                <a:latin typeface="Comic Sans MS"/>
                <a:ea typeface="Comic Sans MS"/>
                <a:cs typeface="Comic Sans MS"/>
              </a:rPr>
              <a:t>Image Gen</a:t>
            </a:r>
          </a:p>
        </p:txBody>
      </p:sp>
      <p:sp>
        <p:nvSpPr>
          <p:cNvPr id="181" name="Reviewed text 56">
            <a:extLst xmlns:a="http://schemas.openxmlformats.org/drawingml/2006/main">
              <a:ext uri="{FF2B5EF4-FFF2-40B4-BE49-F238E27FC236}">
                <a16:creationId xmlns:a16="http://schemas.microsoft.com/office/drawing/2014/main" id="{E9473A3D-E704-4A55-9292-DBF671906278}"/>
              </a:ext>
            </a:extLst>
          </p:cNvPr>
          <p:cNvSpPr>
            <a:spLocks xmlns:a="http://schemas.openxmlformats.org/drawingml/2006/main" noGrp="1"/>
          </p:cNvSpPr>
          <p:nvPr/>
        </p:nvSpPr>
        <p:spPr>
          <a:xfrm xmlns:a="http://schemas.openxmlformats.org/drawingml/2006/main" rot="0">
            <a:off x="14170264" y="3826715"/>
            <a:ext cx="694184" cy="30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9" b="0" i="0">
                <a:solidFill>
                  <a:srgbClr val="101010"/>
                </a:solidFill>
                <a:latin typeface="Comic Sans MS"/>
                <a:ea typeface="Comic Sans MS"/>
                <a:cs typeface="Comic Sans MS"/>
              </a:defRPr>
            </a:defPPr>
          </a:lstStyle>
          <a:p xmlns:a="http://schemas.openxmlformats.org/drawingml/2006/main">
            <a:pPr algn="l">
              <a:lnSpc>
                <a:spcPct val="100000"/>
              </a:lnSpc>
              <a:buNone/>
              <a:defRPr sz="1709" b="0" i="0">
                <a:solidFill>
                  <a:srgbClr val="101010"/>
                </a:solidFill>
                <a:latin typeface="Comic Sans MS"/>
                <a:ea typeface="Comic Sans MS"/>
                <a:cs typeface="Comic Sans MS"/>
              </a:defRPr>
            </a:pPr>
            <a:r>
              <a:rPr sz="1709" b="0" i="0">
                <a:solidFill>
                  <a:srgbClr val="101010"/>
                </a:solidFill>
                <a:latin typeface="Comic Sans MS"/>
                <a:ea typeface="Comic Sans MS"/>
                <a:cs typeface="Comic Sans MS"/>
              </a:rPr>
              <a:t>Review</a:t>
            </a:r>
          </a:p>
        </p:txBody>
      </p:sp>
      <p:sp>
        <p:nvSpPr>
          <p:cNvPr id="182" name="Reviewed text 57">
            <a:extLst xmlns:a="http://schemas.openxmlformats.org/drawingml/2006/main">
              <a:ext uri="{FF2B5EF4-FFF2-40B4-BE49-F238E27FC236}">
                <a16:creationId xmlns:a16="http://schemas.microsoft.com/office/drawing/2014/main" id="{2C2B2120-2116-486C-AD01-B552E73C4F25}"/>
              </a:ext>
            </a:extLst>
          </p:cNvPr>
          <p:cNvSpPr>
            <a:spLocks xmlns:a="http://schemas.openxmlformats.org/drawingml/2006/main" noGrp="1"/>
          </p:cNvSpPr>
          <p:nvPr/>
        </p:nvSpPr>
        <p:spPr>
          <a:xfrm xmlns:a="http://schemas.openxmlformats.org/drawingml/2006/main" rot="0">
            <a:off x="14501435" y="4496490"/>
            <a:ext cx="796082"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Review</a:t>
            </a:r>
          </a:p>
        </p:txBody>
      </p:sp>
      <p:sp>
        <p:nvSpPr>
          <p:cNvPr id="183" name="Reviewed text 59">
            <a:extLst xmlns:a="http://schemas.openxmlformats.org/drawingml/2006/main">
              <a:ext uri="{FF2B5EF4-FFF2-40B4-BE49-F238E27FC236}">
                <a16:creationId xmlns:a16="http://schemas.microsoft.com/office/drawing/2014/main" id="{E4987B59-43FA-4AA1-A662-3D164CE887C8}"/>
              </a:ext>
            </a:extLst>
          </p:cNvPr>
          <p:cNvSpPr>
            <a:spLocks xmlns:a="http://schemas.openxmlformats.org/drawingml/2006/main" noGrp="1"/>
          </p:cNvSpPr>
          <p:nvPr/>
        </p:nvSpPr>
        <p:spPr>
          <a:xfrm xmlns:a="http://schemas.openxmlformats.org/drawingml/2006/main" rot="0">
            <a:off x="2292717" y="4932412"/>
            <a:ext cx="579548" cy="2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7" b="1" i="0">
                <a:solidFill>
                  <a:srgbClr val="101010"/>
                </a:solidFill>
                <a:latin typeface="Comic Sans MS"/>
                <a:ea typeface="Comic Sans MS"/>
                <a:cs typeface="Comic Sans MS"/>
              </a:defRPr>
            </a:defPPr>
          </a:lstStyle>
          <a:p xmlns:a="http://schemas.openxmlformats.org/drawingml/2006/main">
            <a:pPr algn="l">
              <a:lnSpc>
                <a:spcPct val="100000"/>
              </a:lnSpc>
              <a:buNone/>
              <a:defRPr sz="1537" b="1" i="0">
                <a:solidFill>
                  <a:srgbClr val="101010"/>
                </a:solidFill>
                <a:latin typeface="Comic Sans MS"/>
                <a:ea typeface="Comic Sans MS"/>
                <a:cs typeface="Comic Sans MS"/>
              </a:defRPr>
            </a:pPr>
            <a:r>
              <a:rPr sz="1537" b="1" i="0">
                <a:solidFill>
                  <a:srgbClr val="101010"/>
                </a:solidFill>
                <a:latin typeface="Comic Sans MS"/>
                <a:ea typeface="Comic Sans MS"/>
                <a:cs typeface="Comic Sans MS"/>
              </a:rPr>
              <a:t>Image</a:t>
            </a:r>
          </a:p>
        </p:txBody>
      </p:sp>
      <p:sp>
        <p:nvSpPr>
          <p:cNvPr id="184" name="Reviewed text 64">
            <a:extLst xmlns:a="http://schemas.openxmlformats.org/drawingml/2006/main">
              <a:ext uri="{FF2B5EF4-FFF2-40B4-BE49-F238E27FC236}">
                <a16:creationId xmlns:a16="http://schemas.microsoft.com/office/drawing/2014/main" id="{91D0FAD2-8784-461F-B620-5A8CDC334A19}"/>
              </a:ext>
            </a:extLst>
          </p:cNvPr>
          <p:cNvSpPr>
            <a:spLocks xmlns:a="http://schemas.openxmlformats.org/drawingml/2006/main" noGrp="1"/>
          </p:cNvSpPr>
          <p:nvPr/>
        </p:nvSpPr>
        <p:spPr>
          <a:xfrm xmlns:a="http://schemas.openxmlformats.org/drawingml/2006/main" rot="0">
            <a:off x="439437" y="5514739"/>
            <a:ext cx="1178202" cy="251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6" b="0" i="0">
                <a:solidFill>
                  <a:srgbClr val="101010"/>
                </a:solidFill>
                <a:latin typeface="Comic Sans MS"/>
                <a:ea typeface="Comic Sans MS"/>
                <a:cs typeface="Comic Sans MS"/>
              </a:defRPr>
            </a:defPPr>
          </a:lstStyle>
          <a:p xmlns:a="http://schemas.openxmlformats.org/drawingml/2006/main">
            <a:pPr algn="l">
              <a:lnSpc>
                <a:spcPct val="100000"/>
              </a:lnSpc>
              <a:buNone/>
              <a:defRPr sz="1416" b="0" i="0">
                <a:solidFill>
                  <a:srgbClr val="101010"/>
                </a:solidFill>
                <a:latin typeface="Comic Sans MS"/>
                <a:ea typeface="Comic Sans MS"/>
                <a:cs typeface="Comic Sans MS"/>
              </a:defRPr>
            </a:pPr>
            <a:r>
              <a:rPr sz="1416" b="0" i="0">
                <a:solidFill>
                  <a:srgbClr val="101010"/>
                </a:solidFill>
                <a:latin typeface="Comic Sans MS"/>
                <a:ea typeface="Comic Sans MS"/>
                <a:cs typeface="Comic Sans MS"/>
              </a:rPr>
              <a:t>image showing</a:t>
            </a:r>
          </a:p>
        </p:txBody>
      </p:sp>
      <p:sp>
        <p:nvSpPr>
          <p:cNvPr id="185" name="Reviewed text 65">
            <a:extLst xmlns:a="http://schemas.openxmlformats.org/drawingml/2006/main">
              <a:ext uri="{FF2B5EF4-FFF2-40B4-BE49-F238E27FC236}">
                <a16:creationId xmlns:a16="http://schemas.microsoft.com/office/drawing/2014/main" id="{791F1C37-7423-4F40-9AD5-EF15549606A6}"/>
              </a:ext>
            </a:extLst>
          </p:cNvPr>
          <p:cNvSpPr>
            <a:spLocks xmlns:a="http://schemas.openxmlformats.org/drawingml/2006/main" noGrp="1"/>
          </p:cNvSpPr>
          <p:nvPr/>
        </p:nvSpPr>
        <p:spPr>
          <a:xfrm xmlns:a="http://schemas.openxmlformats.org/drawingml/2006/main" rot="0">
            <a:off x="426700" y="5731750"/>
            <a:ext cx="968036"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1" i="0">
                <a:solidFill>
                  <a:srgbClr val="101010"/>
                </a:solidFill>
                <a:latin typeface="Comic Sans MS"/>
                <a:ea typeface="Comic Sans MS"/>
                <a:cs typeface="Comic Sans MS"/>
              </a:rPr>
              <a:t>the answer</a:t>
            </a:r>
          </a:p>
        </p:txBody>
      </p:sp>
      <p:sp>
        <p:nvSpPr>
          <p:cNvPr id="186" name="Reviewed text 66">
            <a:extLst xmlns:a="http://schemas.openxmlformats.org/drawingml/2006/main">
              <a:ext uri="{FF2B5EF4-FFF2-40B4-BE49-F238E27FC236}">
                <a16:creationId xmlns:a16="http://schemas.microsoft.com/office/drawing/2014/main" id="{6BB5B7E3-85E7-4E76-9BED-DBE83839A02F}"/>
              </a:ext>
            </a:extLst>
          </p:cNvPr>
          <p:cNvSpPr>
            <a:spLocks xmlns:a="http://schemas.openxmlformats.org/drawingml/2006/main" noGrp="1"/>
          </p:cNvSpPr>
          <p:nvPr/>
        </p:nvSpPr>
        <p:spPr>
          <a:xfrm xmlns:a="http://schemas.openxmlformats.org/drawingml/2006/main" rot="0">
            <a:off x="426700" y="5954653"/>
            <a:ext cx="1229151"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1" i="0">
                <a:solidFill>
                  <a:srgbClr val="101010"/>
                </a:solidFill>
                <a:latin typeface="Comic Sans MS"/>
                <a:ea typeface="Comic Sans MS"/>
                <a:cs typeface="Comic Sans MS"/>
              </a:rPr>
              <a:t>written in the</a:t>
            </a:r>
          </a:p>
        </p:txBody>
      </p:sp>
      <p:sp>
        <p:nvSpPr>
          <p:cNvPr id="187" name="Reviewed text 67">
            <a:extLst xmlns:a="http://schemas.openxmlformats.org/drawingml/2006/main">
              <a:ext uri="{FF2B5EF4-FFF2-40B4-BE49-F238E27FC236}">
                <a16:creationId xmlns:a16="http://schemas.microsoft.com/office/drawing/2014/main" id="{F4B21CBD-FC2C-49A0-8F7C-6D7A5260F0E3}"/>
              </a:ext>
            </a:extLst>
          </p:cNvPr>
          <p:cNvSpPr>
            <a:spLocks xmlns:a="http://schemas.openxmlformats.org/drawingml/2006/main" noGrp="1"/>
          </p:cNvSpPr>
          <p:nvPr/>
        </p:nvSpPr>
        <p:spPr>
          <a:xfrm xmlns:a="http://schemas.openxmlformats.org/drawingml/2006/main" rot="0">
            <a:off x="426700" y="6183580"/>
            <a:ext cx="1101778" cy="250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101010"/>
                </a:solidFill>
                <a:latin typeface="Comic Sans MS"/>
                <a:ea typeface="Comic Sans MS"/>
                <a:cs typeface="Comic Sans MS"/>
              </a:defRPr>
            </a:defPPr>
          </a:lstStyle>
          <a:p xmlns:a="http://schemas.openxmlformats.org/drawingml/2006/main">
            <a:pPr algn="l">
              <a:lnSpc>
                <a:spcPct val="100000"/>
              </a:lnSpc>
              <a:buNone/>
              <a:defRPr sz="1410" b="0" i="0">
                <a:solidFill>
                  <a:srgbClr val="101010"/>
                </a:solidFill>
                <a:latin typeface="Comic Sans MS"/>
                <a:ea typeface="Comic Sans MS"/>
                <a:cs typeface="Comic Sans MS"/>
              </a:defRPr>
            </a:pPr>
            <a:r>
              <a:rPr sz="1410" b="1" i="0">
                <a:solidFill>
                  <a:srgbClr val="101010"/>
                </a:solidFill>
                <a:latin typeface="Comic Sans MS"/>
                <a:ea typeface="Comic Sans MS"/>
                <a:cs typeface="Comic Sans MS"/>
              </a:rPr>
              <a:t>corr position</a:t>
            </a:r>
          </a:p>
        </p:txBody>
      </p:sp>
      <p:sp>
        <p:nvSpPr>
          <p:cNvPr id="188" name="Reviewed text 68">
            <a:extLst xmlns:a="http://schemas.openxmlformats.org/drawingml/2006/main">
              <a:ext uri="{FF2B5EF4-FFF2-40B4-BE49-F238E27FC236}">
                <a16:creationId xmlns:a16="http://schemas.microsoft.com/office/drawing/2014/main" id="{19A3381C-3340-4442-B701-647BAE431722}"/>
              </a:ext>
            </a:extLst>
          </p:cNvPr>
          <p:cNvSpPr>
            <a:spLocks xmlns:a="http://schemas.openxmlformats.org/drawingml/2006/main" noGrp="1"/>
          </p:cNvSpPr>
          <p:nvPr/>
        </p:nvSpPr>
        <p:spPr>
          <a:xfrm xmlns:a="http://schemas.openxmlformats.org/drawingml/2006/main" rot="0">
            <a:off x="433069" y="6387722"/>
            <a:ext cx="1082672"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0" i="0">
                <a:solidFill>
                  <a:srgbClr val="101010"/>
                </a:solidFill>
                <a:latin typeface="Comic Sans MS"/>
                <a:ea typeface="Comic Sans MS"/>
                <a:cs typeface="Comic Sans MS"/>
              </a:rPr>
              <a:t>based on the</a:t>
            </a:r>
          </a:p>
        </p:txBody>
      </p:sp>
      <p:sp>
        <p:nvSpPr>
          <p:cNvPr id="189" name="Reviewed text 69">
            <a:extLst xmlns:a="http://schemas.openxmlformats.org/drawingml/2006/main">
              <a:ext uri="{FF2B5EF4-FFF2-40B4-BE49-F238E27FC236}">
                <a16:creationId xmlns:a16="http://schemas.microsoft.com/office/drawing/2014/main" id="{BD14391F-1892-4752-AE4D-122CB13DBDB8}"/>
              </a:ext>
            </a:extLst>
          </p:cNvPr>
          <p:cNvSpPr>
            <a:spLocks xmlns:a="http://schemas.openxmlformats.org/drawingml/2006/main" noGrp="1"/>
          </p:cNvSpPr>
          <p:nvPr/>
        </p:nvSpPr>
        <p:spPr>
          <a:xfrm xmlns:a="http://schemas.openxmlformats.org/drawingml/2006/main" rot="0">
            <a:off x="426700" y="6623017"/>
            <a:ext cx="738764" cy="250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101010"/>
                </a:solidFill>
                <a:latin typeface="Comic Sans MS"/>
                <a:ea typeface="Comic Sans MS"/>
                <a:cs typeface="Comic Sans MS"/>
              </a:defRPr>
            </a:defPPr>
          </a:lstStyle>
          <a:p xmlns:a="http://schemas.openxmlformats.org/drawingml/2006/main">
            <a:pPr algn="l">
              <a:lnSpc>
                <a:spcPct val="100000"/>
              </a:lnSpc>
              <a:buNone/>
              <a:defRPr sz="1410" b="0" i="0">
                <a:solidFill>
                  <a:srgbClr val="101010"/>
                </a:solidFill>
                <a:latin typeface="Comic Sans MS"/>
                <a:ea typeface="Comic Sans MS"/>
                <a:cs typeface="Comic Sans MS"/>
              </a:defRPr>
            </a:pPr>
            <a:r>
              <a:rPr sz="1410" b="0" i="0">
                <a:solidFill>
                  <a:srgbClr val="101010"/>
                </a:solidFill>
                <a:latin typeface="Comic Sans MS"/>
                <a:ea typeface="Comic Sans MS"/>
                <a:cs typeface="Comic Sans MS"/>
              </a:rPr>
              <a:t>question.</a:t>
            </a:r>
          </a:p>
        </p:txBody>
      </p:sp>
      <p:sp>
        <p:nvSpPr>
          <p:cNvPr id="190" name="Reviewed text 72">
            <a:extLst xmlns:a="http://schemas.openxmlformats.org/drawingml/2006/main">
              <a:ext uri="{FF2B5EF4-FFF2-40B4-BE49-F238E27FC236}">
                <a16:creationId xmlns:a16="http://schemas.microsoft.com/office/drawing/2014/main" id="{064CD03B-BFD0-44CF-B5AC-1348BFDE4237}"/>
              </a:ext>
            </a:extLst>
          </p:cNvPr>
          <p:cNvSpPr>
            <a:spLocks xmlns:a="http://schemas.openxmlformats.org/drawingml/2006/main" noGrp="1"/>
          </p:cNvSpPr>
          <p:nvPr/>
        </p:nvSpPr>
        <p:spPr>
          <a:xfrm xmlns:a="http://schemas.openxmlformats.org/drawingml/2006/main" rot="0">
            <a:off x="3604661" y="4688123"/>
            <a:ext cx="675078" cy="291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37" b="1" i="0">
                <a:solidFill>
                  <a:srgbClr val="101010"/>
                </a:solidFill>
                <a:latin typeface="Comic Sans MS"/>
                <a:ea typeface="Comic Sans MS"/>
                <a:cs typeface="Comic Sans MS"/>
              </a:defRPr>
            </a:defPPr>
          </a:lstStyle>
          <a:p xmlns:a="http://schemas.openxmlformats.org/drawingml/2006/main">
            <a:pPr algn="l">
              <a:lnSpc>
                <a:spcPct val="100000"/>
              </a:lnSpc>
              <a:buNone/>
              <a:defRPr sz="1637" b="1" i="0">
                <a:solidFill>
                  <a:srgbClr val="101010"/>
                </a:solidFill>
                <a:latin typeface="Comic Sans MS"/>
                <a:ea typeface="Comic Sans MS"/>
                <a:cs typeface="Comic Sans MS"/>
              </a:defRPr>
            </a:pPr>
            <a:r>
              <a:rPr sz="1637" b="1" i="0">
                <a:solidFill>
                  <a:srgbClr val="101010"/>
                </a:solidFill>
                <a:latin typeface="Comic Sans MS"/>
                <a:ea typeface="Comic Sans MS"/>
                <a:cs typeface="Comic Sans MS"/>
              </a:rPr>
              <a:t>Action</a:t>
            </a:r>
          </a:p>
        </p:txBody>
      </p:sp>
      <p:sp>
        <p:nvSpPr>
          <p:cNvPr id="191" name="Reviewed text 77">
            <a:extLst xmlns:a="http://schemas.openxmlformats.org/drawingml/2006/main">
              <a:ext uri="{FF2B5EF4-FFF2-40B4-BE49-F238E27FC236}">
                <a16:creationId xmlns:a16="http://schemas.microsoft.com/office/drawing/2014/main" id="{F1946AE5-3D89-4AEA-9CA9-B6C20FA95104}"/>
              </a:ext>
            </a:extLst>
          </p:cNvPr>
          <p:cNvSpPr>
            <a:spLocks xmlns:a="http://schemas.openxmlformats.org/drawingml/2006/main" noGrp="1"/>
          </p:cNvSpPr>
          <p:nvPr/>
        </p:nvSpPr>
        <p:spPr>
          <a:xfrm xmlns:a="http://schemas.openxmlformats.org/drawingml/2006/main" rot="0">
            <a:off x="5572576" y="4508521"/>
            <a:ext cx="1866017" cy="3505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2" b="1" i="0">
                <a:solidFill>
                  <a:srgbClr val="101010"/>
                </a:solidFill>
                <a:latin typeface="Comic Sans MS"/>
                <a:ea typeface="Comic Sans MS"/>
                <a:cs typeface="Comic Sans MS"/>
              </a:defRPr>
            </a:defPPr>
          </a:lstStyle>
          <a:p xmlns:a="http://schemas.openxmlformats.org/drawingml/2006/main">
            <a:pPr algn="l">
              <a:lnSpc>
                <a:spcPct val="100000"/>
              </a:lnSpc>
              <a:buNone/>
              <a:defRPr sz="1972" b="1" i="0">
                <a:solidFill>
                  <a:srgbClr val="101010"/>
                </a:solidFill>
                <a:latin typeface="Comic Sans MS"/>
                <a:ea typeface="Comic Sans MS"/>
                <a:cs typeface="Comic Sans MS"/>
              </a:defRPr>
            </a:pPr>
            <a:r>
              <a:rPr sz="1972" b="1" i="0">
                <a:solidFill>
                  <a:srgbClr val="101010"/>
                </a:solidFill>
                <a:latin typeface="Comic Sans MS"/>
                <a:ea typeface="Comic Sans MS"/>
                <a:cs typeface="Comic Sans MS"/>
              </a:rPr>
              <a:t>Intent Analysis</a:t>
            </a:r>
          </a:p>
        </p:txBody>
      </p:sp>
      <p:sp>
        <p:nvSpPr>
          <p:cNvPr id="192" name="Reviewed text 79">
            <a:extLst xmlns:a="http://schemas.openxmlformats.org/drawingml/2006/main">
              <a:ext uri="{FF2B5EF4-FFF2-40B4-BE49-F238E27FC236}">
                <a16:creationId xmlns:a16="http://schemas.microsoft.com/office/drawing/2014/main" id="{8FA6479B-2666-45D8-ACF5-07357D0EB48A}"/>
              </a:ext>
            </a:extLst>
          </p:cNvPr>
          <p:cNvSpPr>
            <a:spLocks xmlns:a="http://schemas.openxmlformats.org/drawingml/2006/main" noGrp="1"/>
          </p:cNvSpPr>
          <p:nvPr/>
        </p:nvSpPr>
        <p:spPr>
          <a:xfrm xmlns:a="http://schemas.openxmlformats.org/drawingml/2006/main" rot="0">
            <a:off x="5610788" y="5040027"/>
            <a:ext cx="764239" cy="228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7" b="1" i="0">
                <a:solidFill>
                  <a:srgbClr val="101010"/>
                </a:solidFill>
                <a:latin typeface="Comic Sans MS"/>
                <a:ea typeface="Comic Sans MS"/>
                <a:cs typeface="Comic Sans MS"/>
              </a:defRPr>
            </a:defPPr>
          </a:lstStyle>
          <a:p xmlns:a="http://schemas.openxmlformats.org/drawingml/2006/main">
            <a:pPr algn="l">
              <a:lnSpc>
                <a:spcPct val="100000"/>
              </a:lnSpc>
              <a:buNone/>
              <a:defRPr sz="1287" b="1" i="0">
                <a:solidFill>
                  <a:srgbClr val="101010"/>
                </a:solidFill>
                <a:latin typeface="Comic Sans MS"/>
                <a:ea typeface="Comic Sans MS"/>
                <a:cs typeface="Comic Sans MS"/>
              </a:defRPr>
            </a:pPr>
            <a:r>
              <a:rPr sz="1287" b="1" i="0">
                <a:solidFill>
                  <a:srgbClr val="101010"/>
                </a:solidFill>
                <a:latin typeface="Comic Sans MS"/>
                <a:ea typeface="Comic Sans MS"/>
                <a:cs typeface="Comic Sans MS"/>
              </a:rPr>
              <a:t>Question:</a:t>
            </a:r>
          </a:p>
        </p:txBody>
      </p:sp>
      <p:sp>
        <p:nvSpPr>
          <p:cNvPr id="193" name="Reviewed text 80">
            <a:extLst xmlns:a="http://schemas.openxmlformats.org/drawingml/2006/main">
              <a:ext uri="{FF2B5EF4-FFF2-40B4-BE49-F238E27FC236}">
                <a16:creationId xmlns:a16="http://schemas.microsoft.com/office/drawing/2014/main" id="{6E280B33-239C-49B1-B81B-B89932E06194}"/>
              </a:ext>
            </a:extLst>
          </p:cNvPr>
          <p:cNvSpPr>
            <a:spLocks xmlns:a="http://schemas.openxmlformats.org/drawingml/2006/main" noGrp="1"/>
          </p:cNvSpPr>
          <p:nvPr/>
        </p:nvSpPr>
        <p:spPr>
          <a:xfrm xmlns:a="http://schemas.openxmlformats.org/drawingml/2006/main" rot="0">
            <a:off x="5145876" y="5383381"/>
            <a:ext cx="2299086" cy="2331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What is the measure of </a:t>
            </a:r>
            <a:r>
              <a:rPr sz="1311" b="1" i="0">
                <a:solidFill>
                  <a:srgbClr val="101010"/>
                </a:solidFill>
                <a:latin typeface="Comic Sans MS"/>
                <a:ea typeface="Comic Sans MS"/>
                <a:cs typeface="Comic Sans MS"/>
              </a:rPr>
              <a:t>angle</a:t>
            </a:r>
          </a:p>
        </p:txBody>
      </p:sp>
      <p:sp>
        <p:nvSpPr>
          <p:cNvPr id="194" name="Reviewed text 81">
            <a:extLst xmlns:a="http://schemas.openxmlformats.org/drawingml/2006/main">
              <a:ext uri="{FF2B5EF4-FFF2-40B4-BE49-F238E27FC236}">
                <a16:creationId xmlns:a16="http://schemas.microsoft.com/office/drawing/2014/main" id="{7D52E65F-737E-4770-A8E8-14CD6696EF12}"/>
              </a:ext>
            </a:extLst>
          </p:cNvPr>
          <p:cNvSpPr>
            <a:spLocks xmlns:a="http://schemas.openxmlformats.org/drawingml/2006/main" noGrp="1"/>
          </p:cNvSpPr>
          <p:nvPr/>
        </p:nvSpPr>
        <p:spPr>
          <a:xfrm xmlns:a="http://schemas.openxmlformats.org/drawingml/2006/main" rot="0">
            <a:off x="5139507" y="5669978"/>
            <a:ext cx="2267242" cy="233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1" i="0">
                <a:solidFill>
                  <a:srgbClr val="101010"/>
                </a:solidFill>
                <a:latin typeface="Comic Sans MS"/>
                <a:ea typeface="Comic Sans MS"/>
                <a:cs typeface="Comic Sans MS"/>
              </a:rPr>
              <a:t>AFC</a:t>
            </a:r>
            <a:r>
              <a:rPr sz="1311" b="0" i="0">
                <a:solidFill>
                  <a:srgbClr val="101010"/>
                </a:solidFill>
                <a:latin typeface="Comic Sans MS"/>
                <a:ea typeface="Comic Sans MS"/>
                <a:cs typeface="Comic Sans MS"/>
              </a:rPr>
              <a:t> in the geometric figure?</a:t>
            </a:r>
          </a:p>
        </p:txBody>
      </p:sp>
      <p:sp>
        <p:nvSpPr>
          <p:cNvPr id="195" name="Reviewed text 82">
            <a:extLst xmlns:a="http://schemas.openxmlformats.org/drawingml/2006/main">
              <a:ext uri="{FF2B5EF4-FFF2-40B4-BE49-F238E27FC236}">
                <a16:creationId xmlns:a16="http://schemas.microsoft.com/office/drawing/2014/main" id="{6EFF03AC-2436-4CA4-BF2C-53F05036D054}"/>
              </a:ext>
            </a:extLst>
          </p:cNvPr>
          <p:cNvSpPr>
            <a:spLocks xmlns:a="http://schemas.openxmlformats.org/drawingml/2006/main" noGrp="1"/>
          </p:cNvSpPr>
          <p:nvPr/>
        </p:nvSpPr>
        <p:spPr>
          <a:xfrm xmlns:a="http://schemas.openxmlformats.org/drawingml/2006/main" rot="0">
            <a:off x="5598051" y="6217651"/>
            <a:ext cx="1375630" cy="233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2" b="1" i="0">
                <a:solidFill>
                  <a:srgbClr val="101010"/>
                </a:solidFill>
                <a:latin typeface="Comic Sans MS"/>
                <a:ea typeface="Comic Sans MS"/>
                <a:cs typeface="Comic Sans MS"/>
              </a:defRPr>
            </a:defPPr>
          </a:lstStyle>
          <a:p xmlns:a="http://schemas.openxmlformats.org/drawingml/2006/main">
            <a:pPr algn="l">
              <a:lnSpc>
                <a:spcPct val="100000"/>
              </a:lnSpc>
              <a:buNone/>
              <a:defRPr sz="1312" b="1" i="0">
                <a:solidFill>
                  <a:srgbClr val="101010"/>
                </a:solidFill>
                <a:latin typeface="Comic Sans MS"/>
                <a:ea typeface="Comic Sans MS"/>
                <a:cs typeface="Comic Sans MS"/>
              </a:defRPr>
            </a:pPr>
            <a:r>
              <a:rPr sz="1312" b="1" i="0">
                <a:solidFill>
                  <a:srgbClr val="101010"/>
                </a:solidFill>
                <a:latin typeface="Comic Sans MS"/>
                <a:ea typeface="Comic Sans MS"/>
                <a:cs typeface="Comic Sans MS"/>
              </a:rPr>
              <a:t>Intent Category:</a:t>
            </a:r>
          </a:p>
        </p:txBody>
      </p:sp>
      <p:sp>
        <p:nvSpPr>
          <p:cNvPr id="196" name="Reviewed text 84">
            <a:extLst xmlns:a="http://schemas.openxmlformats.org/drawingml/2006/main">
              <a:ext uri="{FF2B5EF4-FFF2-40B4-BE49-F238E27FC236}">
                <a16:creationId xmlns:a16="http://schemas.microsoft.com/office/drawing/2014/main" id="{DA51DBCD-63F2-4CF4-8FF3-16941C6CF36C}"/>
              </a:ext>
            </a:extLst>
          </p:cNvPr>
          <p:cNvSpPr>
            <a:spLocks xmlns:a="http://schemas.openxmlformats.org/drawingml/2006/main" noGrp="1"/>
          </p:cNvSpPr>
          <p:nvPr/>
        </p:nvSpPr>
        <p:spPr>
          <a:xfrm xmlns:a="http://schemas.openxmlformats.org/drawingml/2006/main" rot="0">
            <a:off x="5495925" y="6561211"/>
            <a:ext cx="1743075" cy="2340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6" b="0" i="0">
                <a:solidFill>
                  <a:srgbClr val="101010"/>
                </a:solidFill>
                <a:latin typeface="Comic Sans MS"/>
                <a:ea typeface="Comic Sans MS"/>
                <a:cs typeface="Comic Sans MS"/>
              </a:defRPr>
            </a:defPPr>
          </a:lstStyle>
          <a:p xmlns:a="http://schemas.openxmlformats.org/drawingml/2006/main">
            <a:pPr algn="l">
              <a:lnSpc>
                <a:spcPct val="100000"/>
              </a:lnSpc>
              <a:buNone/>
              <a:defRPr sz="1316" b="0" i="0">
                <a:solidFill>
                  <a:srgbClr val="101010"/>
                </a:solidFill>
                <a:latin typeface="Comic Sans MS"/>
                <a:ea typeface="Comic Sans MS"/>
                <a:cs typeface="Comic Sans MS"/>
              </a:defRPr>
            </a:pPr>
            <a:r>
              <a:rPr sz="1316" b="0" i="0">
                <a:solidFill>
                  <a:srgbClr val="101010"/>
                </a:solidFill>
                <a:latin typeface="Comic Sans MS"/>
                <a:ea typeface="Comic Sans MS"/>
                <a:cs typeface="Comic Sans MS"/>
              </a:rPr>
              <a:t>Reasoning_Generation</a:t>
            </a:r>
          </a:p>
        </p:txBody>
      </p:sp>
      <p:sp>
        <p:nvSpPr>
          <p:cNvPr id="197" name="Reviewed text 85">
            <a:extLst xmlns:a="http://schemas.openxmlformats.org/drawingml/2006/main">
              <a:ext uri="{FF2B5EF4-FFF2-40B4-BE49-F238E27FC236}">
                <a16:creationId xmlns:a16="http://schemas.microsoft.com/office/drawing/2014/main" id="{45B56A99-4D91-459C-8F13-6B81C4860275}"/>
              </a:ext>
            </a:extLst>
          </p:cNvPr>
          <p:cNvSpPr>
            <a:spLocks xmlns:a="http://schemas.openxmlformats.org/drawingml/2006/main" noGrp="1"/>
          </p:cNvSpPr>
          <p:nvPr/>
        </p:nvSpPr>
        <p:spPr>
          <a:xfrm xmlns:a="http://schemas.openxmlformats.org/drawingml/2006/main" rot="0">
            <a:off x="8514896" y="4964095"/>
            <a:ext cx="1700432"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Reasoning Knowledge:</a:t>
            </a:r>
          </a:p>
        </p:txBody>
      </p:sp>
      <p:sp>
        <p:nvSpPr>
          <p:cNvPr id="198" name="Reviewed text 87">
            <a:extLst xmlns:a="http://schemas.openxmlformats.org/drawingml/2006/main">
              <a:ext uri="{FF2B5EF4-FFF2-40B4-BE49-F238E27FC236}">
                <a16:creationId xmlns:a16="http://schemas.microsoft.com/office/drawing/2014/main" id="{DA6FD1D7-CB06-4514-840B-991E70A0673D}"/>
              </a:ext>
            </a:extLst>
          </p:cNvPr>
          <p:cNvSpPr>
            <a:spLocks xmlns:a="http://schemas.openxmlformats.org/drawingml/2006/main" noGrp="1"/>
          </p:cNvSpPr>
          <p:nvPr/>
        </p:nvSpPr>
        <p:spPr>
          <a:xfrm xmlns:a="http://schemas.openxmlformats.org/drawingml/2006/main" rot="0">
            <a:off x="8425735" y="5261318"/>
            <a:ext cx="3751140" cy="241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8" b="0" i="0">
                <a:solidFill>
                  <a:srgbClr val="101010"/>
                </a:solidFill>
                <a:latin typeface="Comic Sans MS"/>
                <a:ea typeface="Comic Sans MS"/>
                <a:cs typeface="Comic Sans MS"/>
              </a:defRPr>
            </a:defPPr>
          </a:lstStyle>
          <a:p xmlns:a="http://schemas.openxmlformats.org/drawingml/2006/main">
            <a:pPr algn="l">
              <a:lnSpc>
                <a:spcPct val="100000"/>
              </a:lnSpc>
              <a:buNone/>
              <a:defRPr sz="1358" b="0" i="0">
                <a:solidFill>
                  <a:srgbClr val="101010"/>
                </a:solidFill>
                <a:latin typeface="Comic Sans MS"/>
                <a:ea typeface="Comic Sans MS"/>
                <a:cs typeface="Comic Sans MS"/>
              </a:defRPr>
            </a:pPr>
            <a:r>
              <a:rPr sz="1358" b="0" i="0">
                <a:solidFill>
                  <a:srgbClr val="101010"/>
                </a:solidFill>
                <a:latin typeface="Comic Sans MS"/>
                <a:ea typeface="Comic Sans MS"/>
                <a:cs typeface="Comic Sans MS"/>
              </a:rPr>
              <a:t>From the figure, ∠BAC = </a:t>
            </a:r>
            <a:r>
              <a:rPr sz="1358" b="1" i="0">
                <a:solidFill>
                  <a:srgbClr val="101010"/>
                </a:solidFill>
                <a:latin typeface="Comic Sans MS"/>
                <a:ea typeface="Comic Sans MS"/>
                <a:cs typeface="Comic Sans MS"/>
              </a:rPr>
              <a:t>60°</a:t>
            </a:r>
            <a:r>
              <a:rPr sz="1358" b="0" i="0">
                <a:solidFill>
                  <a:srgbClr val="101010"/>
                </a:solidFill>
                <a:latin typeface="Comic Sans MS"/>
                <a:ea typeface="Comic Sans MS"/>
                <a:cs typeface="Comic Sans MS"/>
              </a:rPr>
              <a:t> and ∠ACB = </a:t>
            </a:r>
            <a:r>
              <a:rPr sz="1358" b="1" i="0">
                <a:solidFill>
                  <a:srgbClr val="101010"/>
                </a:solidFill>
                <a:latin typeface="Comic Sans MS"/>
                <a:ea typeface="Comic Sans MS"/>
                <a:cs typeface="Comic Sans MS"/>
              </a:rPr>
              <a:t>36°</a:t>
            </a:r>
            <a:r>
              <a:rPr sz="1358" b="0" i="0">
                <a:solidFill>
                  <a:srgbClr val="101010"/>
                </a:solidFill>
                <a:latin typeface="Comic Sans MS"/>
                <a:ea typeface="Comic Sans MS"/>
                <a:cs typeface="Comic Sans MS"/>
              </a:rPr>
              <a:t>.</a:t>
            </a:r>
          </a:p>
        </p:txBody>
      </p:sp>
      <p:sp>
        <p:nvSpPr>
          <p:cNvPr id="199" name="Reviewed text 89">
            <a:extLst xmlns:a="http://schemas.openxmlformats.org/drawingml/2006/main">
              <a:ext uri="{FF2B5EF4-FFF2-40B4-BE49-F238E27FC236}">
                <a16:creationId xmlns:a16="http://schemas.microsoft.com/office/drawing/2014/main" id="{F02872A9-981A-42E4-9618-0939D010AE10}"/>
              </a:ext>
            </a:extLst>
          </p:cNvPr>
          <p:cNvSpPr>
            <a:spLocks xmlns:a="http://schemas.openxmlformats.org/drawingml/2006/main" noGrp="1"/>
          </p:cNvSpPr>
          <p:nvPr/>
        </p:nvSpPr>
        <p:spPr>
          <a:xfrm xmlns:a="http://schemas.openxmlformats.org/drawingml/2006/main" rot="0">
            <a:off x="8410575" y="5580424"/>
            <a:ext cx="4248150" cy="2317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4" b="0" i="0">
                <a:solidFill>
                  <a:srgbClr val="101010"/>
                </a:solidFill>
                <a:latin typeface="Comic Sans MS"/>
                <a:ea typeface="Comic Sans MS"/>
                <a:cs typeface="Comic Sans MS"/>
              </a:defRPr>
            </a:defPPr>
          </a:lstStyle>
          <a:p xmlns:a="http://schemas.openxmlformats.org/drawingml/2006/main">
            <a:pPr algn="l">
              <a:lnSpc>
                <a:spcPct val="100000"/>
              </a:lnSpc>
              <a:buNone/>
              <a:defRPr sz="1304" b="0" i="0">
                <a:solidFill>
                  <a:srgbClr val="101010"/>
                </a:solidFill>
                <a:latin typeface="Comic Sans MS"/>
                <a:ea typeface="Comic Sans MS"/>
                <a:cs typeface="Comic Sans MS"/>
              </a:defRPr>
            </a:pPr>
            <a:r>
              <a:rPr sz="1304" b="0" i="0">
                <a:solidFill>
                  <a:srgbClr val="101010"/>
                </a:solidFill>
                <a:latin typeface="Comic Sans MS"/>
                <a:ea typeface="Comic Sans MS"/>
                <a:cs typeface="Comic Sans MS"/>
              </a:rPr>
              <a:t>Thus, in triangle ABC, ∠ABC = 180°−60°−36° = </a:t>
            </a:r>
            <a:r>
              <a:rPr sz="1304" b="1" i="0">
                <a:solidFill>
                  <a:srgbClr val="101010"/>
                </a:solidFill>
                <a:latin typeface="Comic Sans MS"/>
                <a:ea typeface="Comic Sans MS"/>
                <a:cs typeface="Comic Sans MS"/>
              </a:rPr>
              <a:t>84°</a:t>
            </a:r>
            <a:r>
              <a:rPr sz="1304" b="0" i="0">
                <a:solidFill>
                  <a:srgbClr val="101010"/>
                </a:solidFill>
                <a:latin typeface="Comic Sans MS"/>
                <a:ea typeface="Comic Sans MS"/>
                <a:cs typeface="Comic Sans MS"/>
              </a:rPr>
              <a:t>.</a:t>
            </a:r>
          </a:p>
        </p:txBody>
      </p:sp>
      <p:sp>
        <p:nvSpPr>
          <p:cNvPr id="200" name="Reviewed text 90">
            <a:extLst xmlns:a="http://schemas.openxmlformats.org/drawingml/2006/main">
              <a:ext uri="{FF2B5EF4-FFF2-40B4-BE49-F238E27FC236}">
                <a16:creationId xmlns:a16="http://schemas.microsoft.com/office/drawing/2014/main" id="{4464166B-D940-4949-8C74-8EA69A260C66}"/>
              </a:ext>
            </a:extLst>
          </p:cNvPr>
          <p:cNvSpPr>
            <a:spLocks xmlns:a="http://schemas.openxmlformats.org/drawingml/2006/main" noGrp="1"/>
          </p:cNvSpPr>
          <p:nvPr/>
        </p:nvSpPr>
        <p:spPr>
          <a:xfrm xmlns:a="http://schemas.openxmlformats.org/drawingml/2006/main" rot="0">
            <a:off x="8425735" y="5911937"/>
            <a:ext cx="4368900" cy="23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b="0" i="0">
                <a:solidFill>
                  <a:srgbClr val="101010"/>
                </a:solidFill>
                <a:latin typeface="Comic Sans MS"/>
                <a:ea typeface="Comic Sans MS"/>
                <a:cs typeface="Comic Sans MS"/>
              </a:defRPr>
            </a:defPPr>
          </a:lstStyle>
          <a:p xmlns:a="http://schemas.openxmlformats.org/drawingml/2006/main">
            <a:pPr algn="l">
              <a:lnSpc>
                <a:spcPct val="100000"/>
              </a:lnSpc>
              <a:buNone/>
              <a:defRPr sz="1313" b="0" i="0">
                <a:solidFill>
                  <a:srgbClr val="101010"/>
                </a:solidFill>
                <a:latin typeface="Comic Sans MS"/>
                <a:ea typeface="Comic Sans MS"/>
                <a:cs typeface="Comic Sans MS"/>
              </a:defRPr>
            </a:pPr>
            <a:r>
              <a:rPr sz="1313" b="0" i="0">
                <a:solidFill>
                  <a:srgbClr val="101010"/>
                </a:solidFill>
                <a:latin typeface="Comic Sans MS"/>
                <a:ea typeface="Comic Sans MS"/>
                <a:cs typeface="Comic Sans MS"/>
              </a:rPr>
              <a:t>The lines from A and C through F form vertical opposite</a:t>
            </a:r>
          </a:p>
        </p:txBody>
      </p:sp>
      <p:sp>
        <p:nvSpPr>
          <p:cNvPr id="201" name="Reviewed text 92">
            <a:extLst xmlns:a="http://schemas.openxmlformats.org/drawingml/2006/main">
              <a:ext uri="{FF2B5EF4-FFF2-40B4-BE49-F238E27FC236}">
                <a16:creationId xmlns:a16="http://schemas.microsoft.com/office/drawing/2014/main" id="{5BC5C9A0-2B84-4AA3-B47A-88E9508EBFA5}"/>
              </a:ext>
            </a:extLst>
          </p:cNvPr>
          <p:cNvSpPr>
            <a:spLocks xmlns:a="http://schemas.openxmlformats.org/drawingml/2006/main" noGrp="1"/>
          </p:cNvSpPr>
          <p:nvPr/>
        </p:nvSpPr>
        <p:spPr>
          <a:xfrm xmlns:a="http://schemas.openxmlformats.org/drawingml/2006/main" rot="0">
            <a:off x="8419366" y="6114718"/>
            <a:ext cx="3719296" cy="241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8" b="0" i="0">
                <a:solidFill>
                  <a:srgbClr val="101010"/>
                </a:solidFill>
                <a:latin typeface="Comic Sans MS"/>
                <a:ea typeface="Comic Sans MS"/>
                <a:cs typeface="Comic Sans MS"/>
              </a:defRPr>
            </a:defPPr>
          </a:lstStyle>
          <a:p xmlns:a="http://schemas.openxmlformats.org/drawingml/2006/main">
            <a:pPr algn="l">
              <a:lnSpc>
                <a:spcPct val="100000"/>
              </a:lnSpc>
              <a:buNone/>
              <a:defRPr sz="1358" b="0" i="0">
                <a:solidFill>
                  <a:srgbClr val="101010"/>
                </a:solidFill>
                <a:latin typeface="Comic Sans MS"/>
                <a:ea typeface="Comic Sans MS"/>
                <a:cs typeface="Comic Sans MS"/>
              </a:defRPr>
            </a:pPr>
            <a:r>
              <a:rPr sz="1358" b="0" i="0">
                <a:solidFill>
                  <a:srgbClr val="101010"/>
                </a:solidFill>
                <a:latin typeface="Comic Sans MS"/>
                <a:ea typeface="Comic Sans MS"/>
                <a:cs typeface="Comic Sans MS"/>
              </a:rPr>
              <a:t>angles with those at B, so </a:t>
            </a:r>
            <a:r>
              <a:rPr sz="1358" b="1" i="0">
                <a:solidFill>
                  <a:srgbClr val="101010"/>
                </a:solidFill>
                <a:latin typeface="Comic Sans MS"/>
                <a:ea typeface="Comic Sans MS"/>
                <a:cs typeface="Comic Sans MS"/>
              </a:rPr>
              <a:t>∠AFC equals ∠ABC.</a:t>
            </a:r>
          </a:p>
        </p:txBody>
      </p:sp>
      <p:sp>
        <p:nvSpPr>
          <p:cNvPr id="202" name="Reviewed text 94">
            <a:extLst xmlns:a="http://schemas.openxmlformats.org/drawingml/2006/main">
              <a:ext uri="{FF2B5EF4-FFF2-40B4-BE49-F238E27FC236}">
                <a16:creationId xmlns:a16="http://schemas.microsoft.com/office/drawing/2014/main" id="{89A3A76B-CF86-46F1-B6B6-08E0E5957320}"/>
              </a:ext>
            </a:extLst>
          </p:cNvPr>
          <p:cNvSpPr>
            <a:spLocks xmlns:a="http://schemas.openxmlformats.org/drawingml/2006/main" noGrp="1"/>
          </p:cNvSpPr>
          <p:nvPr/>
        </p:nvSpPr>
        <p:spPr>
          <a:xfrm xmlns:a="http://schemas.openxmlformats.org/drawingml/2006/main" rot="0">
            <a:off x="8425735" y="6415154"/>
            <a:ext cx="4024992" cy="232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9" b="0" i="0">
                <a:solidFill>
                  <a:srgbClr val="101010"/>
                </a:solidFill>
                <a:latin typeface="Comic Sans MS"/>
                <a:ea typeface="Comic Sans MS"/>
                <a:cs typeface="Comic Sans MS"/>
              </a:defRPr>
            </a:defPPr>
          </a:lstStyle>
          <a:p xmlns:a="http://schemas.openxmlformats.org/drawingml/2006/main">
            <a:pPr algn="l">
              <a:lnSpc>
                <a:spcPct val="100000"/>
              </a:lnSpc>
              <a:buNone/>
              <a:defRPr sz="1309" b="0" i="0">
                <a:solidFill>
                  <a:srgbClr val="101010"/>
                </a:solidFill>
                <a:latin typeface="Comic Sans MS"/>
                <a:ea typeface="Comic Sans MS"/>
                <a:cs typeface="Comic Sans MS"/>
              </a:defRPr>
            </a:pPr>
            <a:r>
              <a:rPr sz="1309" b="0" i="0">
                <a:solidFill>
                  <a:srgbClr val="101010"/>
                </a:solidFill>
                <a:latin typeface="Comic Sans MS"/>
                <a:ea typeface="Comic Sans MS"/>
                <a:cs typeface="Comic Sans MS"/>
              </a:rPr>
              <a:t>Therefore, the measure of angle </a:t>
            </a:r>
            <a:r>
              <a:rPr sz="1309" b="1" i="0">
                <a:solidFill>
                  <a:srgbClr val="101010"/>
                </a:solidFill>
                <a:latin typeface="Comic Sans MS"/>
                <a:ea typeface="Comic Sans MS"/>
                <a:cs typeface="Comic Sans MS"/>
              </a:rPr>
              <a:t>AFC</a:t>
            </a:r>
            <a:r>
              <a:rPr sz="1309" b="0" i="0">
                <a:solidFill>
                  <a:srgbClr val="101010"/>
                </a:solidFill>
                <a:latin typeface="Comic Sans MS"/>
                <a:ea typeface="Comic Sans MS"/>
                <a:cs typeface="Comic Sans MS"/>
              </a:rPr>
              <a:t> is </a:t>
            </a:r>
            <a:r>
              <a:rPr sz="1309" b="1" i="0">
                <a:solidFill>
                  <a:srgbClr val="101010"/>
                </a:solidFill>
                <a:latin typeface="Comic Sans MS"/>
                <a:ea typeface="Comic Sans MS"/>
                <a:cs typeface="Comic Sans MS"/>
              </a:rPr>
              <a:t>84°</a:t>
            </a:r>
            <a:r>
              <a:rPr sz="1309" b="0" i="0">
                <a:solidFill>
                  <a:srgbClr val="101010"/>
                </a:solidFill>
                <a:latin typeface="Comic Sans MS"/>
                <a:ea typeface="Comic Sans MS"/>
                <a:cs typeface="Comic Sans MS"/>
              </a:rPr>
              <a:t>, which</a:t>
            </a:r>
          </a:p>
        </p:txBody>
      </p:sp>
      <p:sp>
        <p:nvSpPr>
          <p:cNvPr id="203" name="Reviewed text 95">
            <a:extLst xmlns:a="http://schemas.openxmlformats.org/drawingml/2006/main">
              <a:ext uri="{FF2B5EF4-FFF2-40B4-BE49-F238E27FC236}">
                <a16:creationId xmlns:a16="http://schemas.microsoft.com/office/drawing/2014/main" id="{D4C98964-57C2-4080-BE17-20EBB6B9979A}"/>
              </a:ext>
            </a:extLst>
          </p:cNvPr>
          <p:cNvSpPr>
            <a:spLocks xmlns:a="http://schemas.openxmlformats.org/drawingml/2006/main" noGrp="1"/>
          </p:cNvSpPr>
          <p:nvPr/>
        </p:nvSpPr>
        <p:spPr>
          <a:xfrm xmlns:a="http://schemas.openxmlformats.org/drawingml/2006/main" rot="0">
            <a:off x="8419366" y="6625406"/>
            <a:ext cx="1910597" cy="23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5" b="0" i="0">
                <a:solidFill>
                  <a:srgbClr val="101010"/>
                </a:solidFill>
                <a:latin typeface="Comic Sans MS"/>
                <a:ea typeface="Comic Sans MS"/>
                <a:cs typeface="Comic Sans MS"/>
              </a:defRPr>
            </a:defPPr>
          </a:lstStyle>
          <a:p xmlns:a="http://schemas.openxmlformats.org/drawingml/2006/main">
            <a:pPr algn="l">
              <a:lnSpc>
                <a:spcPct val="100000"/>
              </a:lnSpc>
              <a:buNone/>
              <a:defRPr sz="1305" b="0" i="0">
                <a:solidFill>
                  <a:srgbClr val="101010"/>
                </a:solidFill>
                <a:latin typeface="Comic Sans MS"/>
                <a:ea typeface="Comic Sans MS"/>
                <a:cs typeface="Comic Sans MS"/>
              </a:defRPr>
            </a:pPr>
            <a:r>
              <a:rPr sz="1305" b="0" i="0">
                <a:solidFill>
                  <a:srgbClr val="101010"/>
                </a:solidFill>
                <a:latin typeface="Comic Sans MS"/>
                <a:ea typeface="Comic Sans MS"/>
                <a:cs typeface="Comic Sans MS"/>
              </a:rPr>
              <a:t>corresponds to choice A.</a:t>
            </a:r>
          </a:p>
        </p:txBody>
      </p:sp>
      <p:sp>
        <p:nvSpPr>
          <p:cNvPr id="204" name="Reviewed text 97">
            <a:extLst xmlns:a="http://schemas.openxmlformats.org/drawingml/2006/main">
              <a:ext uri="{FF2B5EF4-FFF2-40B4-BE49-F238E27FC236}">
                <a16:creationId xmlns:a16="http://schemas.microsoft.com/office/drawing/2014/main" id="{3933B6F7-86A9-4A41-A65E-D107DE2CA856}"/>
              </a:ext>
            </a:extLst>
          </p:cNvPr>
          <p:cNvSpPr>
            <a:spLocks xmlns:a="http://schemas.openxmlformats.org/drawingml/2006/main" noGrp="1"/>
          </p:cNvSpPr>
          <p:nvPr/>
        </p:nvSpPr>
        <p:spPr>
          <a:xfrm xmlns:a="http://schemas.openxmlformats.org/drawingml/2006/main" rot="0">
            <a:off x="13832726" y="5027781"/>
            <a:ext cx="1292838"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Refined Prompt:</a:t>
            </a:r>
          </a:p>
        </p:txBody>
      </p:sp>
      <p:sp>
        <p:nvSpPr>
          <p:cNvPr id="205" name="Reviewed text 98">
            <a:extLst xmlns:a="http://schemas.openxmlformats.org/drawingml/2006/main">
              <a:ext uri="{FF2B5EF4-FFF2-40B4-BE49-F238E27FC236}">
                <a16:creationId xmlns:a16="http://schemas.microsoft.com/office/drawing/2014/main" id="{D1AB9AAB-2C92-4A0D-AFA9-148A668781AE}"/>
              </a:ext>
            </a:extLst>
          </p:cNvPr>
          <p:cNvSpPr>
            <a:spLocks xmlns:a="http://schemas.openxmlformats.org/drawingml/2006/main" noGrp="1"/>
          </p:cNvSpPr>
          <p:nvPr/>
        </p:nvSpPr>
        <p:spPr>
          <a:xfrm xmlns:a="http://schemas.openxmlformats.org/drawingml/2006/main" rot="0">
            <a:off x="13393288" y="5383238"/>
            <a:ext cx="2993269" cy="2342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8" b="0" i="0">
                <a:solidFill>
                  <a:srgbClr val="101010"/>
                </a:solidFill>
                <a:latin typeface="Comic Sans MS"/>
                <a:ea typeface="Comic Sans MS"/>
                <a:cs typeface="Comic Sans MS"/>
              </a:defRPr>
            </a:defPPr>
          </a:lstStyle>
          <a:p xmlns:a="http://schemas.openxmlformats.org/drawingml/2006/main">
            <a:pPr algn="l">
              <a:lnSpc>
                <a:spcPct val="100000"/>
              </a:lnSpc>
              <a:buNone/>
              <a:defRPr sz="1318" b="0" i="0">
                <a:solidFill>
                  <a:srgbClr val="101010"/>
                </a:solidFill>
                <a:latin typeface="Comic Sans MS"/>
                <a:ea typeface="Comic Sans MS"/>
                <a:cs typeface="Comic Sans MS"/>
              </a:defRPr>
            </a:pPr>
            <a:r>
              <a:rPr sz="1318" b="0" i="0">
                <a:solidFill>
                  <a:srgbClr val="101010"/>
                </a:solidFill>
                <a:latin typeface="Comic Sans MS"/>
                <a:ea typeface="Comic Sans MS"/>
                <a:cs typeface="Comic Sans MS"/>
              </a:rPr>
              <a:t>Create a educational diagram based on</a:t>
            </a:r>
          </a:p>
        </p:txBody>
      </p:sp>
      <p:sp>
        <p:nvSpPr>
          <p:cNvPr id="206" name="Reviewed text 99">
            <a:extLst xmlns:a="http://schemas.openxmlformats.org/drawingml/2006/main">
              <a:ext uri="{FF2B5EF4-FFF2-40B4-BE49-F238E27FC236}">
                <a16:creationId xmlns:a16="http://schemas.microsoft.com/office/drawing/2014/main" id="{4948F80C-E409-4913-8297-A1A6EEF8521B}"/>
              </a:ext>
            </a:extLst>
          </p:cNvPr>
          <p:cNvSpPr>
            <a:spLocks xmlns:a="http://schemas.openxmlformats.org/drawingml/2006/main" noGrp="1"/>
          </p:cNvSpPr>
          <p:nvPr/>
        </p:nvSpPr>
        <p:spPr>
          <a:xfrm xmlns:a="http://schemas.openxmlformats.org/drawingml/2006/main" rot="0">
            <a:off x="13393288" y="5587193"/>
            <a:ext cx="2840422" cy="233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the user input image... At the vertex</a:t>
            </a:r>
          </a:p>
        </p:txBody>
      </p:sp>
      <p:sp>
        <p:nvSpPr>
          <p:cNvPr id="207" name="Reviewed text 100">
            <a:extLst xmlns:a="http://schemas.openxmlformats.org/drawingml/2006/main">
              <a:ext uri="{FF2B5EF4-FFF2-40B4-BE49-F238E27FC236}">
                <a16:creationId xmlns:a16="http://schemas.microsoft.com/office/drawing/2014/main" id="{8537F397-EC08-40F4-B532-35407D006853}"/>
              </a:ext>
            </a:extLst>
          </p:cNvPr>
          <p:cNvSpPr>
            <a:spLocks xmlns:a="http://schemas.openxmlformats.org/drawingml/2006/main" noGrp="1"/>
          </p:cNvSpPr>
          <p:nvPr/>
        </p:nvSpPr>
        <p:spPr>
          <a:xfrm xmlns:a="http://schemas.openxmlformats.org/drawingml/2006/main" rot="0">
            <a:off x="13393288" y="5784154"/>
            <a:ext cx="2929583" cy="2366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31" b="0" i="0">
                <a:solidFill>
                  <a:srgbClr val="101010"/>
                </a:solidFill>
                <a:latin typeface="Comic Sans MS"/>
                <a:ea typeface="Comic Sans MS"/>
                <a:cs typeface="Comic Sans MS"/>
              </a:defRPr>
            </a:defPPr>
          </a:lstStyle>
          <a:p xmlns:a="http://schemas.openxmlformats.org/drawingml/2006/main">
            <a:pPr algn="l">
              <a:lnSpc>
                <a:spcPct val="100000"/>
              </a:lnSpc>
              <a:buNone/>
              <a:defRPr sz="1331" b="0" i="0">
                <a:solidFill>
                  <a:srgbClr val="101010"/>
                </a:solidFill>
                <a:latin typeface="Comic Sans MS"/>
                <a:ea typeface="Comic Sans MS"/>
                <a:cs typeface="Comic Sans MS"/>
              </a:defRPr>
            </a:pPr>
            <a:r>
              <a:rPr sz="1331" b="0" i="0">
                <a:solidFill>
                  <a:srgbClr val="101010"/>
                </a:solidFill>
                <a:latin typeface="Comic Sans MS"/>
                <a:ea typeface="Comic Sans MS"/>
                <a:cs typeface="Comic Sans MS"/>
              </a:rPr>
              <a:t>correspo-nding to angle AFC, add the</a:t>
            </a:r>
          </a:p>
        </p:txBody>
      </p:sp>
      <p:sp>
        <p:nvSpPr>
          <p:cNvPr id="208" name="Reviewed text 101">
            <a:extLst xmlns:a="http://schemas.openxmlformats.org/drawingml/2006/main">
              <a:ext uri="{FF2B5EF4-FFF2-40B4-BE49-F238E27FC236}">
                <a16:creationId xmlns:a16="http://schemas.microsoft.com/office/drawing/2014/main" id="{00DA8981-EDFC-4000-A2AF-A050D3E4A44D}"/>
              </a:ext>
            </a:extLst>
          </p:cNvPr>
          <p:cNvSpPr>
            <a:spLocks xmlns:a="http://schemas.openxmlformats.org/drawingml/2006/main" noGrp="1"/>
          </p:cNvSpPr>
          <p:nvPr/>
        </p:nvSpPr>
        <p:spPr>
          <a:xfrm xmlns:a="http://schemas.openxmlformats.org/drawingml/2006/main" rot="0">
            <a:off x="13393288" y="5992026"/>
            <a:ext cx="2935951" cy="20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3" b="0" i="0">
                <a:solidFill>
                  <a:srgbClr val="101010"/>
                </a:solidFill>
                <a:latin typeface="Comic Sans MS"/>
                <a:ea typeface="Comic Sans MS"/>
                <a:cs typeface="Comic Sans MS"/>
              </a:defRPr>
            </a:defPPr>
          </a:lstStyle>
          <a:p xmlns:a="http://schemas.openxmlformats.org/drawingml/2006/main">
            <a:pPr algn="l">
              <a:lnSpc>
                <a:spcPct val="100000"/>
              </a:lnSpc>
              <a:buNone/>
              <a:defRPr sz="1153" b="0" i="0">
                <a:solidFill>
                  <a:srgbClr val="101010"/>
                </a:solidFill>
                <a:latin typeface="Comic Sans MS"/>
                <a:ea typeface="Comic Sans MS"/>
                <a:cs typeface="Comic Sans MS"/>
              </a:defRPr>
            </a:pPr>
            <a:r>
              <a:rPr sz="1153" b="0" i="0">
                <a:solidFill>
                  <a:srgbClr val="101010"/>
                </a:solidFill>
                <a:latin typeface="Comic Sans MS"/>
                <a:ea typeface="Comic Sans MS"/>
                <a:cs typeface="Comic Sans MS"/>
              </a:rPr>
              <a:t>final answer label text </a:t>
            </a:r>
            <a:r>
              <a:rPr sz="1153" b="1" i="0">
                <a:solidFill>
                  <a:srgbClr val="101010"/>
                </a:solidFill>
                <a:latin typeface="Comic Sans MS"/>
                <a:ea typeface="Comic Sans MS"/>
                <a:cs typeface="Comic Sans MS"/>
              </a:rPr>
              <a:t>“A:84°”</a:t>
            </a:r>
            <a:r>
              <a:rPr sz="1153" b="0" i="0">
                <a:solidFill>
                  <a:srgbClr val="101010"/>
                </a:solidFill>
                <a:latin typeface="Comic Sans MS"/>
                <a:ea typeface="Comic Sans MS"/>
                <a:cs typeface="Comic Sans MS"/>
              </a:rPr>
              <a:t> close</a:t>
            </a:r>
          </a:p>
        </p:txBody>
      </p:sp>
      <p:sp>
        <p:nvSpPr>
          <p:cNvPr id="209" name="Reviewed text 102">
            <a:extLst xmlns:a="http://schemas.openxmlformats.org/drawingml/2006/main">
              <a:ext uri="{FF2B5EF4-FFF2-40B4-BE49-F238E27FC236}">
                <a16:creationId xmlns:a16="http://schemas.microsoft.com/office/drawing/2014/main" id="{285FF46E-7872-44AF-BE5B-05241518D829}"/>
              </a:ext>
            </a:extLst>
          </p:cNvPr>
          <p:cNvSpPr>
            <a:spLocks xmlns:a="http://schemas.openxmlformats.org/drawingml/2006/main" noGrp="1"/>
          </p:cNvSpPr>
          <p:nvPr/>
        </p:nvSpPr>
        <p:spPr>
          <a:xfrm xmlns:a="http://schemas.openxmlformats.org/drawingml/2006/main" rot="0">
            <a:off x="13393288" y="6192147"/>
            <a:ext cx="2891371" cy="233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4" b="0" i="0">
                <a:solidFill>
                  <a:srgbClr val="101010"/>
                </a:solidFill>
                <a:latin typeface="Comic Sans MS"/>
                <a:ea typeface="Comic Sans MS"/>
                <a:cs typeface="Comic Sans MS"/>
              </a:defRPr>
            </a:defPPr>
          </a:lstStyle>
          <a:p xmlns:a="http://schemas.openxmlformats.org/drawingml/2006/main">
            <a:pPr algn="l">
              <a:lnSpc>
                <a:spcPct val="100000"/>
              </a:lnSpc>
              <a:buNone/>
              <a:defRPr sz="1314" b="0" i="0">
                <a:solidFill>
                  <a:srgbClr val="101010"/>
                </a:solidFill>
                <a:latin typeface="Comic Sans MS"/>
                <a:ea typeface="Comic Sans MS"/>
                <a:cs typeface="Comic Sans MS"/>
              </a:defRPr>
            </a:pPr>
            <a:r>
              <a:rPr sz="1314" b="0" i="0">
                <a:solidFill>
                  <a:srgbClr val="101010"/>
                </a:solidFill>
                <a:latin typeface="Comic Sans MS"/>
                <a:ea typeface="Comic Sans MS"/>
                <a:cs typeface="Comic Sans MS"/>
              </a:rPr>
              <a:t>to the angle arc in bold, dark-colored</a:t>
            </a:r>
          </a:p>
        </p:txBody>
      </p:sp>
      <p:sp>
        <p:nvSpPr>
          <p:cNvPr id="210" name="Reviewed text 103">
            <a:extLst xmlns:a="http://schemas.openxmlformats.org/drawingml/2006/main">
              <a:ext uri="{FF2B5EF4-FFF2-40B4-BE49-F238E27FC236}">
                <a16:creationId xmlns:a16="http://schemas.microsoft.com/office/drawing/2014/main" id="{A131CE23-37D8-43B5-9A2C-62F6590724B3}"/>
              </a:ext>
            </a:extLst>
          </p:cNvPr>
          <p:cNvSpPr>
            <a:spLocks xmlns:a="http://schemas.openxmlformats.org/drawingml/2006/main" noGrp="1"/>
          </p:cNvSpPr>
          <p:nvPr/>
        </p:nvSpPr>
        <p:spPr>
          <a:xfrm xmlns:a="http://schemas.openxmlformats.org/drawingml/2006/main" rot="0">
            <a:off x="13399657" y="6396017"/>
            <a:ext cx="2846790" cy="2330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math font while matching the overall</a:t>
            </a:r>
          </a:p>
        </p:txBody>
      </p:sp>
      <p:sp>
        <p:nvSpPr>
          <p:cNvPr id="211" name="Reviewed text 104">
            <a:extLst xmlns:a="http://schemas.openxmlformats.org/drawingml/2006/main">
              <a:ext uri="{FF2B5EF4-FFF2-40B4-BE49-F238E27FC236}">
                <a16:creationId xmlns:a16="http://schemas.microsoft.com/office/drawing/2014/main" id="{43D1A6BE-793B-4E0D-BC0A-91148D54EF8F}"/>
              </a:ext>
            </a:extLst>
          </p:cNvPr>
          <p:cNvSpPr>
            <a:spLocks xmlns:a="http://schemas.openxmlformats.org/drawingml/2006/main" noGrp="1"/>
          </p:cNvSpPr>
          <p:nvPr/>
        </p:nvSpPr>
        <p:spPr>
          <a:xfrm xmlns:a="http://schemas.openxmlformats.org/drawingml/2006/main" rot="0">
            <a:off x="13393288" y="6600840"/>
            <a:ext cx="2496514"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0" i="0">
                <a:solidFill>
                  <a:srgbClr val="101010"/>
                </a:solidFill>
                <a:latin typeface="Comic Sans MS"/>
                <a:ea typeface="Comic Sans MS"/>
                <a:cs typeface="Comic Sans MS"/>
              </a:defRPr>
            </a:defPPr>
          </a:lstStyle>
          <a:p xmlns:a="http://schemas.openxmlformats.org/drawingml/2006/main">
            <a:pPr algn="l">
              <a:lnSpc>
                <a:spcPct val="100000"/>
              </a:lnSpc>
              <a:buNone/>
              <a:defRPr sz="1266" b="0"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black-and-white line-art style.</a:t>
            </a:r>
          </a:p>
        </p:txBody>
      </p:sp>
      <p:sp>
        <p:nvSpPr>
          <p:cNvPr id="212" name="Reviewed text 105">
            <a:extLst xmlns:a="http://schemas.openxmlformats.org/drawingml/2006/main">
              <a:ext uri="{FF2B5EF4-FFF2-40B4-BE49-F238E27FC236}">
                <a16:creationId xmlns:a16="http://schemas.microsoft.com/office/drawing/2014/main" id="{87504F12-F9B6-4AAE-95FA-86844A3A616B}"/>
              </a:ext>
            </a:extLst>
          </p:cNvPr>
          <p:cNvSpPr>
            <a:spLocks xmlns:a="http://schemas.openxmlformats.org/drawingml/2006/main" noGrp="1"/>
          </p:cNvSpPr>
          <p:nvPr/>
        </p:nvSpPr>
        <p:spPr>
          <a:xfrm xmlns:a="http://schemas.openxmlformats.org/drawingml/2006/main" rot="0">
            <a:off x="17443755" y="281853"/>
            <a:ext cx="1292838" cy="334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9" b="1" i="0">
                <a:solidFill>
                  <a:srgbClr val="101010"/>
                </a:solidFill>
                <a:latin typeface="Comic Sans MS"/>
                <a:ea typeface="Comic Sans MS"/>
                <a:cs typeface="Comic Sans MS"/>
              </a:defRPr>
            </a:defPPr>
          </a:lstStyle>
          <a:p xmlns:a="http://schemas.openxmlformats.org/drawingml/2006/main">
            <a:pPr algn="l">
              <a:lnSpc>
                <a:spcPct val="100000"/>
              </a:lnSpc>
              <a:buNone/>
              <a:defRPr sz="1879" b="1" i="0">
                <a:solidFill>
                  <a:srgbClr val="101010"/>
                </a:solidFill>
                <a:latin typeface="Comic Sans MS"/>
                <a:ea typeface="Comic Sans MS"/>
                <a:cs typeface="Comic Sans MS"/>
              </a:defRPr>
            </a:pPr>
            <a:r>
              <a:rPr sz="1879" b="1" i="0">
                <a:solidFill>
                  <a:srgbClr val="101010"/>
                </a:solidFill>
                <a:latin typeface="Comic Sans MS"/>
                <a:ea typeface="Comic Sans MS"/>
                <a:cs typeface="Comic Sans MS"/>
              </a:rPr>
              <a:t>Image Gen</a:t>
            </a:r>
          </a:p>
        </p:txBody>
      </p:sp>
      <p:sp>
        <p:nvSpPr>
          <p:cNvPr id="213" name="Reviewed text 107">
            <a:extLst xmlns:a="http://schemas.openxmlformats.org/drawingml/2006/main">
              <a:ext uri="{FF2B5EF4-FFF2-40B4-BE49-F238E27FC236}">
                <a16:creationId xmlns:a16="http://schemas.microsoft.com/office/drawing/2014/main" id="{F42B5365-AAC2-434E-93A5-AE4C85122D45}"/>
              </a:ext>
            </a:extLst>
          </p:cNvPr>
          <p:cNvSpPr>
            <a:spLocks xmlns:a="http://schemas.openxmlformats.org/drawingml/2006/main" noGrp="1"/>
          </p:cNvSpPr>
          <p:nvPr/>
        </p:nvSpPr>
        <p:spPr>
          <a:xfrm xmlns:a="http://schemas.openxmlformats.org/drawingml/2006/main" rot="0">
            <a:off x="18023303" y="3819851"/>
            <a:ext cx="738764" cy="3076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30" b="0" i="0">
                <a:solidFill>
                  <a:srgbClr val="101010"/>
                </a:solidFill>
                <a:latin typeface="Comic Sans MS"/>
                <a:ea typeface="Comic Sans MS"/>
                <a:cs typeface="Comic Sans MS"/>
              </a:defRPr>
            </a:defPPr>
          </a:lstStyle>
          <a:p xmlns:a="http://schemas.openxmlformats.org/drawingml/2006/main">
            <a:pPr algn="l">
              <a:lnSpc>
                <a:spcPct val="100000"/>
              </a:lnSpc>
              <a:buNone/>
              <a:defRPr sz="1730" b="0" i="0">
                <a:solidFill>
                  <a:srgbClr val="101010"/>
                </a:solidFill>
                <a:latin typeface="Comic Sans MS"/>
                <a:ea typeface="Comic Sans MS"/>
                <a:cs typeface="Comic Sans MS"/>
              </a:defRPr>
            </a:pPr>
            <a:r>
              <a:rPr sz="1730" b="0" i="0">
                <a:solidFill>
                  <a:srgbClr val="101010"/>
                </a:solidFill>
                <a:latin typeface="Comic Sans MS"/>
                <a:ea typeface="Comic Sans MS"/>
                <a:cs typeface="Comic Sans MS"/>
              </a:rPr>
              <a:t>Others</a:t>
            </a:r>
          </a:p>
        </p:txBody>
      </p:sp>
      <p:sp>
        <p:nvSpPr>
          <p:cNvPr id="214" name="Reviewed text 108">
            <a:extLst xmlns:a="http://schemas.openxmlformats.org/drawingml/2006/main">
              <a:ext uri="{FF2B5EF4-FFF2-40B4-BE49-F238E27FC236}">
                <a16:creationId xmlns:a16="http://schemas.microsoft.com/office/drawing/2014/main" id="{95868763-AF5F-4784-A780-71B691432E63}"/>
              </a:ext>
            </a:extLst>
          </p:cNvPr>
          <p:cNvSpPr>
            <a:spLocks xmlns:a="http://schemas.openxmlformats.org/drawingml/2006/main" noGrp="1"/>
          </p:cNvSpPr>
          <p:nvPr/>
        </p:nvSpPr>
        <p:spPr>
          <a:xfrm xmlns:a="http://schemas.openxmlformats.org/drawingml/2006/main" rot="0">
            <a:off x="17443755" y="4504273"/>
            <a:ext cx="1292838" cy="334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9" b="1" i="0">
                <a:solidFill>
                  <a:srgbClr val="101010"/>
                </a:solidFill>
                <a:latin typeface="Comic Sans MS"/>
                <a:ea typeface="Comic Sans MS"/>
                <a:cs typeface="Comic Sans MS"/>
              </a:defRPr>
            </a:defPPr>
          </a:lstStyle>
          <a:p xmlns:a="http://schemas.openxmlformats.org/drawingml/2006/main">
            <a:pPr algn="l">
              <a:lnSpc>
                <a:spcPct val="100000"/>
              </a:lnSpc>
              <a:buNone/>
              <a:defRPr sz="1879" b="1" i="0">
                <a:solidFill>
                  <a:srgbClr val="101010"/>
                </a:solidFill>
                <a:latin typeface="Comic Sans MS"/>
                <a:ea typeface="Comic Sans MS"/>
                <a:cs typeface="Comic Sans MS"/>
              </a:defRPr>
            </a:pPr>
            <a:r>
              <a:rPr sz="1879" b="1" i="0">
                <a:solidFill>
                  <a:srgbClr val="101010"/>
                </a:solidFill>
                <a:latin typeface="Comic Sans MS"/>
                <a:ea typeface="Comic Sans MS"/>
                <a:cs typeface="Comic Sans MS"/>
              </a:rPr>
              <a:t>Image Gen</a:t>
            </a:r>
          </a:p>
        </p:txBody>
      </p:sp>
      <p:sp>
        <p:nvSpPr>
          <p:cNvPr id="215" name="Bottom input prompt heading">
            <a:extLst xmlns:a="http://schemas.openxmlformats.org/drawingml/2006/main">
              <a:ext uri="{FF2B5EF4-FFF2-40B4-BE49-F238E27FC236}">
                <a16:creationId xmlns:a16="http://schemas.microsoft.com/office/drawing/2014/main" id="{109D3156-EC1E-4452-89D5-C9FF88255373}"/>
              </a:ext>
            </a:extLst>
          </p:cNvPr>
          <p:cNvSpPr>
            <a:spLocks xmlns:a="http://schemas.openxmlformats.org/drawingml/2006/main" noGrp="1"/>
          </p:cNvSpPr>
          <p:nvPr/>
        </p:nvSpPr>
        <p:spPr>
          <a:xfrm xmlns:a="http://schemas.openxmlformats.org/drawingml/2006/main" rot="0">
            <a:off x="809625" y="4903207"/>
            <a:ext cx="714375" cy="23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5" b="1" i="0">
                <a:solidFill>
                  <a:srgbClr val="101010"/>
                </a:solidFill>
                <a:latin typeface="Comic Sans MS"/>
                <a:ea typeface="Comic Sans MS"/>
                <a:cs typeface="Comic Sans MS"/>
              </a:defRPr>
            </a:defPPr>
          </a:lstStyle>
          <a:p xmlns:a="http://schemas.openxmlformats.org/drawingml/2006/main">
            <a:pPr algn="l">
              <a:lnSpc>
                <a:spcPct val="100000"/>
              </a:lnSpc>
              <a:buNone/>
              <a:defRPr sz="1345" b="1" i="0">
                <a:solidFill>
                  <a:srgbClr val="101010"/>
                </a:solidFill>
                <a:latin typeface="Comic Sans MS"/>
                <a:ea typeface="Comic Sans MS"/>
                <a:cs typeface="Comic Sans MS"/>
              </a:defRPr>
            </a:pPr>
            <a:r>
              <a:rPr sz="1345" b="1" i="0">
                <a:solidFill>
                  <a:srgbClr val="101010"/>
                </a:solidFill>
                <a:latin typeface="Comic Sans MS"/>
                <a:ea typeface="Comic Sans MS"/>
                <a:cs typeface="Comic Sans MS"/>
              </a:rPr>
              <a:t>Prompt</a:t>
            </a:r>
          </a:p>
        </p:txBody>
      </p:sp>
      <p:sp>
        <p:nvSpPr>
          <p:cNvPr id="216" name="Bottom input first line">
            <a:extLst xmlns:a="http://schemas.openxmlformats.org/drawingml/2006/main">
              <a:ext uri="{FF2B5EF4-FFF2-40B4-BE49-F238E27FC236}">
                <a16:creationId xmlns:a16="http://schemas.microsoft.com/office/drawing/2014/main" id="{517D4022-78D0-4554-A821-5AE7E94107DA}"/>
              </a:ext>
            </a:extLst>
          </p:cNvPr>
          <p:cNvSpPr>
            <a:spLocks xmlns:a="http://schemas.openxmlformats.org/drawingml/2006/main" noGrp="1"/>
          </p:cNvSpPr>
          <p:nvPr/>
        </p:nvSpPr>
        <p:spPr>
          <a:xfrm xmlns:a="http://schemas.openxmlformats.org/drawingml/2006/main" rot="0">
            <a:off x="409575" y="5276635"/>
            <a:ext cx="1219200" cy="298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76" b="0" i="0">
                <a:solidFill>
                  <a:srgbClr val="101010"/>
                </a:solidFill>
                <a:latin typeface="Comic Sans MS"/>
                <a:ea typeface="Comic Sans MS"/>
                <a:cs typeface="Comic Sans MS"/>
              </a:defRPr>
            </a:defPPr>
          </a:lstStyle>
          <a:p xmlns:a="http://schemas.openxmlformats.org/drawingml/2006/main">
            <a:pPr algn="l">
              <a:lnSpc>
                <a:spcPct val="100000"/>
              </a:lnSpc>
              <a:buNone/>
              <a:defRPr sz="1676" b="0" i="0">
                <a:solidFill>
                  <a:srgbClr val="101010"/>
                </a:solidFill>
                <a:latin typeface="Comic Sans MS"/>
                <a:ea typeface="Comic Sans MS"/>
                <a:cs typeface="Comic Sans MS"/>
              </a:defRPr>
            </a:pPr>
            <a:r>
              <a:rPr sz="1676" b="0" i="0">
                <a:solidFill>
                  <a:srgbClr val="101010"/>
                </a:solidFill>
                <a:latin typeface="Comic Sans MS"/>
                <a:ea typeface="Comic Sans MS"/>
                <a:cs typeface="Comic Sans MS"/>
              </a:rPr>
              <a:t>Generate an</a:t>
            </a:r>
          </a:p>
        </p:txBody>
      </p:sp>
      <p:sp>
        <p:nvSpPr>
          <p:cNvPr id="217" name="Keywords opening bracket">
            <a:extLst xmlns:a="http://schemas.openxmlformats.org/drawingml/2006/main">
              <a:ext uri="{FF2B5EF4-FFF2-40B4-BE49-F238E27FC236}">
                <a16:creationId xmlns:a16="http://schemas.microsoft.com/office/drawing/2014/main" id="{A13F87C0-0B24-4261-B282-5251FD84A7AF}"/>
              </a:ext>
            </a:extLst>
          </p:cNvPr>
          <p:cNvSpPr>
            <a:spLocks xmlns:a="http://schemas.openxmlformats.org/drawingml/2006/main" noGrp="1"/>
          </p:cNvSpPr>
          <p:nvPr/>
        </p:nvSpPr>
        <p:spPr>
          <a:xfrm xmlns:a="http://schemas.openxmlformats.org/drawingml/2006/main" rot="0">
            <a:off x="9401175" y="1834075"/>
            <a:ext cx="76200" cy="25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6" b="0" i="0">
                <a:solidFill>
                  <a:srgbClr val="101010"/>
                </a:solidFill>
                <a:latin typeface="Comic Sans MS"/>
                <a:ea typeface="Comic Sans MS"/>
                <a:cs typeface="Comic Sans MS"/>
              </a:defRPr>
            </a:defPPr>
          </a:lstStyle>
          <a:p xmlns:a="http://schemas.openxmlformats.org/drawingml/2006/main">
            <a:pPr algn="l">
              <a:lnSpc>
                <a:spcPct val="100000"/>
              </a:lnSpc>
              <a:buNone/>
              <a:defRPr sz="1436" b="0" i="0">
                <a:solidFill>
                  <a:srgbClr val="101010"/>
                </a:solidFill>
                <a:latin typeface="Comic Sans MS"/>
                <a:ea typeface="Comic Sans MS"/>
                <a:cs typeface="Comic Sans MS"/>
              </a:defRPr>
            </a:pPr>
            <a:r>
              <a:rPr sz="1436" b="0" i="0">
                <a:solidFill>
                  <a:srgbClr val="101010"/>
                </a:solidFill>
                <a:latin typeface="Comic Sans MS"/>
                <a:ea typeface="Comic Sans MS"/>
                <a:cs typeface="Comic Sans MS"/>
              </a:rPr>
              <a:t>[</a:t>
            </a:r>
          </a:p>
        </p:txBody>
      </p:sp>
      <p:sp>
        <p:nvSpPr>
          <p:cNvPr id="218" name="Keywords closing bracket">
            <a:extLst xmlns:a="http://schemas.openxmlformats.org/drawingml/2006/main">
              <a:ext uri="{FF2B5EF4-FFF2-40B4-BE49-F238E27FC236}">
                <a16:creationId xmlns:a16="http://schemas.microsoft.com/office/drawing/2014/main" id="{7BED78CD-A620-456A-BE62-D611DF750144}"/>
              </a:ext>
            </a:extLst>
          </p:cNvPr>
          <p:cNvSpPr>
            <a:spLocks xmlns:a="http://schemas.openxmlformats.org/drawingml/2006/main" noGrp="1"/>
          </p:cNvSpPr>
          <p:nvPr/>
        </p:nvSpPr>
        <p:spPr>
          <a:xfrm xmlns:a="http://schemas.openxmlformats.org/drawingml/2006/main" rot="0">
            <a:off x="9401175" y="2443675"/>
            <a:ext cx="76200" cy="25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6" b="0" i="0">
                <a:solidFill>
                  <a:srgbClr val="101010"/>
                </a:solidFill>
                <a:latin typeface="Comic Sans MS"/>
                <a:ea typeface="Comic Sans MS"/>
                <a:cs typeface="Comic Sans MS"/>
              </a:defRPr>
            </a:defPPr>
          </a:lstStyle>
          <a:p xmlns:a="http://schemas.openxmlformats.org/drawingml/2006/main">
            <a:pPr algn="l">
              <a:lnSpc>
                <a:spcPct val="100000"/>
              </a:lnSpc>
              <a:buNone/>
              <a:defRPr sz="1436" b="0" i="0">
                <a:solidFill>
                  <a:srgbClr val="101010"/>
                </a:solidFill>
                <a:latin typeface="Comic Sans MS"/>
                <a:ea typeface="Comic Sans MS"/>
                <a:cs typeface="Comic Sans MS"/>
              </a:defRPr>
            </a:pPr>
            <a:r>
              <a:rPr sz="1436" b="0" i="0">
                <a:solidFill>
                  <a:srgbClr val="101010"/>
                </a:solidFill>
                <a:latin typeface="Comic Sans MS"/>
                <a:ea typeface="Comic Sans MS"/>
                <a:cs typeface="Comic Sans MS"/>
              </a:rPr>
              <a:t>]</a:t>
            </a:r>
          </a:p>
        </p:txBody>
      </p:sp>
    </p:spTree>
    <p:extLst>
      <p:ext uri="{BB962C8B-B14F-4D97-AF65-F5344CB8AC3E}">
        <p14:creationId xmlns:p14="http://schemas.microsoft.com/office/powerpoint/2010/main" val="1041836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2026-10-18T16:30:59.4030000Z</dcterms:created>
  <dcterms:modified xsi:type="dcterms:W3CDTF">2026-10-18T16:30:59.4030000Z</dcterms:modified>
</coreProperties>
</file>