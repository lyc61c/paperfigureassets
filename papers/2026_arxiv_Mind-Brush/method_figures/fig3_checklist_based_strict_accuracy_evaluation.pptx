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3876a5a67144ed" /><Relationship Type="http://schemas.openxmlformats.org/officeDocument/2006/relationships/extended-properties" Target="/docProps/app.xml" Id="Rbc442e2b71524474" /><Relationship Type="http://schemas.openxmlformats.org/officeDocument/2006/relationships/officeDocument" Target="/ppt/presentation.xml" Id="R341924c4db674a13" /></Relationships>
</file>

<file path=ppt/presentation.xml><?xml version="1.0" encoding="utf-8"?>
<p:presentation xmlns:p="http://schemas.openxmlformats.org/presentationml/2006/main">
  <p:sldMasterIdLst>
    <p:sldMasterId xmlns:r="http://schemas.openxmlformats.org/officeDocument/2006/relationships" id="2147483648" r:id="Redb8c020f69740d0"/>
  </p:sldMasterIdLst>
  <p:notesMasterIdLst>
    <p:notesMasterId xmlns:r="http://schemas.openxmlformats.org/officeDocument/2006/relationships" r:id="R9b9678943ed448bb"/>
  </p:notesMasterIdLst>
  <p:sldIdLst>
    <p:sldId xmlns:r="http://schemas.openxmlformats.org/officeDocument/2006/relationships" id="256" r:id="R8e4cd8377fdc428f"/>
  </p:sldIdLst>
  <p:sldSz cx="14173200" cy="103346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207ea7462945ef" /><Relationship Type="http://schemas.openxmlformats.org/officeDocument/2006/relationships/slideMaster" Target="/ppt/slideMasters/slideMaster1.xml" Id="Redb8c020f69740d0" /><Relationship Type="http://schemas.openxmlformats.org/officeDocument/2006/relationships/notesMaster" Target="/ppt/notesMasters/notesMaster1.xml" Id="R9b9678943ed448bb" /><Relationship Type="http://schemas.openxmlformats.org/officeDocument/2006/relationships/presProps" Target="/ppt/presProps.xml" Id="Rb9699c1489864d0e" /><Relationship Type="http://schemas.openxmlformats.org/officeDocument/2006/relationships/tableStyles" Target="/ppt/tableStyles.xml" Id="Rfea6cabf8c534a12" /><Relationship Type="http://schemas.openxmlformats.org/officeDocument/2006/relationships/slide" Target="/ppt/slides/slide1.xml" Id="R8e4cd8377fdc42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536ee4568049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09cc6eb92945c3" /><Relationship Type="http://schemas.openxmlformats.org/officeDocument/2006/relationships/notesMaster" Target="/ppt/notesMasters/notesMaster1.xml" Id="R5d260c18dbbc47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ReFigure editable reconstruction, not author-provided PowerPoint.</a:t>
            </a:r>
          </a:p>
          <a:p xmlns:a="http://schemas.openxmlformats.org/drawingml/2006/main">
            <a:r>
              <a:t>fig3 checklist based strict accuracy evaluation</a:t>
            </a:r>
          </a:p>
          <a:p xmlns:a="http://schemas.openxmlformats.org/drawingml/2006/main">
            <a:r>
              <a:t>Source: https://arxiv.org/abs/2602.01756v1</a:t>
            </a:r>
          </a:p>
          <a:p xmlns:a="http://schemas.openxmlformats.org/drawingml/2006/main">
            <a:r>
              <a:t>Approved image: fig3_checklist_based_strict_accuracy_evaluation.png; SHA-256: 96a0a48db8c6030015031b0c16a61874a33d543d4b4bb19c4e7f94339871047a.</a:t>
            </a:r>
          </a:p>
          <a:p xmlns:a="http://schemas.openxmlformats.org/drawingml/2006/main">
            <a:r>
              <a:t>Diagram containers, arrows and readable narrative labels are native editable PowerPoint objects. Arrows are editable freeform paths, not endpoint-bound connectors. Photographs, generated scientific example images, retrieved-image strips, maps, logos, heraldic artwork and complex pictograms remain 5 independent raster objects; their internal pixels and embedded example labels are not editable. Some central MindBrush logo lettering belongs to original logo artwork. The annotated scoreboard and geometry examples remain unmodified raster evidence, not native charts or recreated measurements.</a:t>
            </a:r>
          </a:p>
          <a:p xmlns:a="http://schemas.openxmlformats.org/drawingml/2006/main">
            <a:r>
              <a:t>Font approximation: Arial. Chinese characters use platform font fallback. Mixed weight, dotted spacing, gradients, shadows, borders and antialiasing have minor visual approximations. This is not pixel-identical rendering or the authors' original source.</a:t>
            </a:r>
          </a:p>
          <a:p xmlns:a="http://schemas.openxmlformats.org/drawingml/2006/main">
            <a:r>
              <a:t>Final-file renderer: Artifact Tool PPTX export/import roundtrip. This is not a PowerPoint application compatibility test.</a:t>
            </a:r>
          </a:p>
          <a:p xmlns:a="http://schemas.openxmlformats.org/drawingml/2006/main">
            <a:r>
              <a:t>Paper: Mind-Brush: Integrating Agentic Cognitive Search and Reasoning into Image Generation.</a:t>
            </a:r>
          </a:p>
          <a:p xmlns:a="http://schemas.openxmlformats.org/drawingml/2006/main">
            <a:r>
              <a:t>Authors: Jun He, Junyan Ye, Zilong Huang, Dongzhi Jiang, Chenjue Zhang, Leqi Zhu, Renrui Zhang, Xiang Zhang, Weijia Li.</a:t>
            </a:r>
          </a:p>
          <a:p xmlns:a="http://schemas.openxmlformats.org/drawingml/2006/main">
            <a:r>
              <a:t>Paper license: CC BY 4.0, https://creativecommons.org/licenses/by/4.0/. Third-party imagery retains its own conditions; see paper Appendix B.3. ReFigure adaptation reconstructs the layout and editable diagram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9646b908784b3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6ff5ecab61400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a557c19f8e47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3fed3816bc40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0352d72fe174b5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682d2d1a11842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F82F53-A052-4682-ABEA-DFDD8033353F}"/>
              </a:ext>
            </a:extLst>
          </p:cNvPr>
          <p:cNvSpPr>
            <a:spLocks xmlns:a="http://schemas.openxmlformats.org/drawingml/2006/main" noGrp="1"/>
          </p:cNvSpPr>
          <p:nvPr>
            <p:ph type="title" idx="0"/>
          </p:nvPr>
        </p:nvSpPr>
        <p:spPr>
          <a:xfrm xmlns:a="http://schemas.openxmlformats.org/drawingml/2006/main">
            <a:off x="1417320" y="3904192"/>
            <a:ext cx="11338560" cy="1492779"/>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58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63024BC-3ADB-4C95-B696-859DBD090BCD}"/>
              </a:ext>
            </a:extLst>
          </p:cNvPr>
          <p:cNvSpPr>
            <a:spLocks xmlns:a="http://schemas.openxmlformats.org/drawingml/2006/main" noGrp="1"/>
          </p:cNvSpPr>
          <p:nvPr>
            <p:ph type="subTitle" idx="1"/>
          </p:nvPr>
        </p:nvSpPr>
        <p:spPr>
          <a:xfrm xmlns:a="http://schemas.openxmlformats.org/drawingml/2006/main">
            <a:off x="2125980" y="5684044"/>
            <a:ext cx="9921240" cy="114829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441"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78BED99-112B-4C63-92B7-7D62ADF3D4A5}"/>
              </a:ext>
            </a:extLst>
          </p:cNvPr>
          <p:cNvSpPr>
            <a:spLocks xmlns:a="http://schemas.openxmlformats.org/drawingml/2006/main" noGrp="1"/>
          </p:cNvSpPr>
          <p:nvPr>
            <p:ph type="title" idx="0"/>
          </p:nvPr>
        </p:nvSpPr>
        <p:spPr>
          <a:xfrm xmlns:a="http://schemas.openxmlformats.org/drawingml/2006/main">
            <a:off x="1417320" y="4306094"/>
            <a:ext cx="11338560" cy="172243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8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14C97C-1710-44D9-907B-6D60A9CEEB3A}"/>
              </a:ext>
            </a:extLst>
          </p:cNvPr>
          <p:cNvSpPr>
            <a:spLocks xmlns:a="http://schemas.openxmlformats.org/drawingml/2006/main" noGrp="1"/>
          </p:cNvSpPr>
          <p:nvPr>
            <p:ph type="title" idx="0"/>
          </p:nvPr>
        </p:nvSpPr>
        <p:spPr>
          <a:xfrm xmlns:a="http://schemas.openxmlformats.org/drawingml/2006/main">
            <a:off x="797243" y="803804"/>
            <a:ext cx="12578715" cy="126312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83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1036011-4009-4AE4-916B-1C8968C635AC}"/>
              </a:ext>
            </a:extLst>
          </p:cNvPr>
          <p:cNvSpPr>
            <a:spLocks xmlns:a="http://schemas.openxmlformats.org/drawingml/2006/main" noGrp="1"/>
          </p:cNvSpPr>
          <p:nvPr>
            <p:ph type="body" idx="1"/>
          </p:nvPr>
        </p:nvSpPr>
        <p:spPr>
          <a:xfrm xmlns:a="http://schemas.openxmlformats.org/drawingml/2006/main">
            <a:off x="797243" y="2870729"/>
            <a:ext cx="12578715" cy="64304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16" b="0">
                <a:solidFill>
                  <a:schemeClr val="tx1"/>
                </a:solidFill>
                <a:latin typeface="+mn-lt"/>
                <a:ea typeface="+mn-lt"/>
                <a:cs typeface="+mn-lt"/>
              </a:defRPr>
            </a:defPPr>
            <a:lvl1pPr marL="265748" indent="-265747">
              <a:lnSpc>
                <a:spcPct val="110000"/>
              </a:lnSpc>
              <a:spcBef>
                <a:spcPts val="0"/>
              </a:spcBef>
              <a:spcAft>
                <a:spcPts val="1395"/>
              </a:spcAft>
              <a:buChar char="•"/>
            </a:lvl1pPr>
            <a:lvl2pPr marL="620078" indent="-265747">
              <a:lnSpc>
                <a:spcPct val="110000"/>
              </a:lnSpc>
              <a:spcBef>
                <a:spcPts val="0"/>
              </a:spcBef>
              <a:spcAft>
                <a:spcPts val="1395"/>
              </a:spcAft>
              <a:buChar char="•"/>
            </a:lvl2pPr>
            <a:lvl3pPr marL="974408" indent="-265747">
              <a:lnSpc>
                <a:spcPct val="110000"/>
              </a:lnSpc>
              <a:spcBef>
                <a:spcPts val="0"/>
              </a:spcBef>
              <a:spcAft>
                <a:spcPts val="1395"/>
              </a:spcAft>
              <a:buChar char="•"/>
            </a:lvl3pPr>
            <a:lvl4pPr marL="1328738" indent="-265747">
              <a:lnSpc>
                <a:spcPct val="110000"/>
              </a:lnSpc>
              <a:spcBef>
                <a:spcPts val="0"/>
              </a:spcBef>
              <a:spcAft>
                <a:spcPts val="1395"/>
              </a:spcAft>
              <a:buChar char="•"/>
            </a:lvl4pPr>
            <a:lvl5pPr marL="1683068" indent="-265747">
              <a:lnSpc>
                <a:spcPct val="110000"/>
              </a:lnSpc>
              <a:spcBef>
                <a:spcPts val="0"/>
              </a:spcBef>
              <a:spcAft>
                <a:spcPts val="1395"/>
              </a:spcAft>
              <a:buChar char="•"/>
            </a:lvl5pPr>
            <a:lvl6pPr marL="2037398" indent="-265747">
              <a:lnSpc>
                <a:spcPct val="110000"/>
              </a:lnSpc>
              <a:spcBef>
                <a:spcPts val="0"/>
              </a:spcBef>
              <a:spcAft>
                <a:spcPts val="1395"/>
              </a:spcAft>
              <a:buChar char="•"/>
            </a:lvl6pPr>
            <a:lvl7pPr marL="2391728" indent="-265747">
              <a:lnSpc>
                <a:spcPct val="110000"/>
              </a:lnSpc>
              <a:spcBef>
                <a:spcPts val="0"/>
              </a:spcBef>
              <a:spcAft>
                <a:spcPts val="1395"/>
              </a:spcAft>
              <a:buChar char="•"/>
            </a:lvl7pPr>
            <a:lvl8pPr marL="2746058" indent="-265747">
              <a:lnSpc>
                <a:spcPct val="110000"/>
              </a:lnSpc>
              <a:spcBef>
                <a:spcPts val="0"/>
              </a:spcBef>
              <a:spcAft>
                <a:spcPts val="1395"/>
              </a:spcAft>
              <a:buChar char="•"/>
            </a:lvl8pPr>
            <a:lvl9pPr marL="3100388" indent="-265747">
              <a:lnSpc>
                <a:spcPct val="110000"/>
              </a:lnSpc>
              <a:spcBef>
                <a:spcPts val="0"/>
              </a:spcBef>
              <a:spcAft>
                <a:spcPts val="139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09C3693-C6B9-4AF0-845D-FDAB4451CED4}"/>
              </a:ext>
            </a:extLst>
          </p:cNvPr>
          <p:cNvSpPr>
            <a:spLocks xmlns:a="http://schemas.openxmlformats.org/drawingml/2006/main" noGrp="1"/>
          </p:cNvSpPr>
          <p:nvPr>
            <p:ph type="title" idx="0"/>
          </p:nvPr>
        </p:nvSpPr>
        <p:spPr>
          <a:xfrm xmlns:a="http://schemas.openxmlformats.org/drawingml/2006/main">
            <a:off x="797243" y="803804"/>
            <a:ext cx="12578715" cy="126312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83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0C31F90-62FD-45FD-B4C8-F9DF76156B61}"/>
              </a:ext>
            </a:extLst>
          </p:cNvPr>
          <p:cNvSpPr>
            <a:spLocks xmlns:a="http://schemas.openxmlformats.org/drawingml/2006/main" noGrp="1"/>
          </p:cNvSpPr>
          <p:nvPr>
            <p:ph type="body" idx="1"/>
          </p:nvPr>
        </p:nvSpPr>
        <p:spPr>
          <a:xfrm xmlns:a="http://schemas.openxmlformats.org/drawingml/2006/main">
            <a:off x="797243" y="2870729"/>
            <a:ext cx="5846445" cy="64304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41" b="0">
                <a:solidFill>
                  <a:schemeClr val="tx1"/>
                </a:solidFill>
                <a:latin typeface="+mn-lt"/>
                <a:ea typeface="+mn-lt"/>
                <a:cs typeface="+mn-lt"/>
              </a:defRPr>
            </a:defPPr>
            <a:lvl1pPr marL="265748" indent="-265747">
              <a:lnSpc>
                <a:spcPct val="110000"/>
              </a:lnSpc>
              <a:spcBef>
                <a:spcPts val="0"/>
              </a:spcBef>
              <a:spcAft>
                <a:spcPts val="1395"/>
              </a:spcAft>
              <a:buChar char="•"/>
            </a:lvl1pPr>
            <a:lvl2pPr marL="620078" indent="-265747">
              <a:lnSpc>
                <a:spcPct val="110000"/>
              </a:lnSpc>
              <a:spcBef>
                <a:spcPts val="0"/>
              </a:spcBef>
              <a:spcAft>
                <a:spcPts val="1395"/>
              </a:spcAft>
              <a:buChar char="•"/>
            </a:lvl2pPr>
            <a:lvl3pPr marL="974408" indent="-265747">
              <a:lnSpc>
                <a:spcPct val="110000"/>
              </a:lnSpc>
              <a:spcBef>
                <a:spcPts val="0"/>
              </a:spcBef>
              <a:spcAft>
                <a:spcPts val="1395"/>
              </a:spcAft>
              <a:buChar char="•"/>
            </a:lvl3pPr>
            <a:lvl4pPr marL="1328738" indent="-265747">
              <a:lnSpc>
                <a:spcPct val="110000"/>
              </a:lnSpc>
              <a:spcBef>
                <a:spcPts val="0"/>
              </a:spcBef>
              <a:spcAft>
                <a:spcPts val="1395"/>
              </a:spcAft>
              <a:buChar char="•"/>
            </a:lvl4pPr>
            <a:lvl5pPr marL="1683068" indent="-265747">
              <a:lnSpc>
                <a:spcPct val="110000"/>
              </a:lnSpc>
              <a:spcBef>
                <a:spcPts val="0"/>
              </a:spcBef>
              <a:spcAft>
                <a:spcPts val="1395"/>
              </a:spcAft>
              <a:buChar char="•"/>
            </a:lvl5pPr>
            <a:lvl6pPr marL="2037398" indent="-265747">
              <a:lnSpc>
                <a:spcPct val="110000"/>
              </a:lnSpc>
              <a:spcBef>
                <a:spcPts val="0"/>
              </a:spcBef>
              <a:spcAft>
                <a:spcPts val="1395"/>
              </a:spcAft>
              <a:buChar char="•"/>
            </a:lvl6pPr>
            <a:lvl7pPr marL="2391728" indent="-265747">
              <a:lnSpc>
                <a:spcPct val="110000"/>
              </a:lnSpc>
              <a:spcBef>
                <a:spcPts val="0"/>
              </a:spcBef>
              <a:spcAft>
                <a:spcPts val="1395"/>
              </a:spcAft>
              <a:buChar char="•"/>
            </a:lvl7pPr>
            <a:lvl8pPr marL="2746058" indent="-265747">
              <a:lnSpc>
                <a:spcPct val="110000"/>
              </a:lnSpc>
              <a:spcBef>
                <a:spcPts val="0"/>
              </a:spcBef>
              <a:spcAft>
                <a:spcPts val="1395"/>
              </a:spcAft>
              <a:buChar char="•"/>
            </a:lvl8pPr>
            <a:lvl9pPr marL="3100388" indent="-265747">
              <a:lnSpc>
                <a:spcPct val="110000"/>
              </a:lnSpc>
              <a:spcBef>
                <a:spcPts val="0"/>
              </a:spcBef>
              <a:spcAft>
                <a:spcPts val="1395"/>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57112ED-E734-482C-9671-39C78F535929}"/>
              </a:ext>
            </a:extLst>
          </p:cNvPr>
          <p:cNvSpPr>
            <a:spLocks xmlns:a="http://schemas.openxmlformats.org/drawingml/2006/main" noGrp="1"/>
          </p:cNvSpPr>
          <p:nvPr>
            <p:ph type="body" idx="2"/>
          </p:nvPr>
        </p:nvSpPr>
        <p:spPr>
          <a:xfrm xmlns:a="http://schemas.openxmlformats.org/drawingml/2006/main">
            <a:off x="7529513" y="2870729"/>
            <a:ext cx="5846445" cy="64304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41" b="0">
                <a:solidFill>
                  <a:schemeClr val="tx1"/>
                </a:solidFill>
                <a:latin typeface="+mn-lt"/>
                <a:ea typeface="+mn-lt"/>
                <a:cs typeface="+mn-lt"/>
              </a:defRPr>
            </a:defPPr>
            <a:lvl1pPr marL="265748" indent="-265747">
              <a:lnSpc>
                <a:spcPct val="110000"/>
              </a:lnSpc>
              <a:spcBef>
                <a:spcPts val="0"/>
              </a:spcBef>
              <a:spcAft>
                <a:spcPts val="1395"/>
              </a:spcAft>
              <a:buChar char="•"/>
            </a:lvl1pPr>
            <a:lvl2pPr marL="620078" indent="-265747">
              <a:lnSpc>
                <a:spcPct val="110000"/>
              </a:lnSpc>
              <a:spcBef>
                <a:spcPts val="0"/>
              </a:spcBef>
              <a:spcAft>
                <a:spcPts val="1395"/>
              </a:spcAft>
              <a:buChar char="•"/>
            </a:lvl2pPr>
            <a:lvl3pPr marL="974408" indent="-265747">
              <a:lnSpc>
                <a:spcPct val="110000"/>
              </a:lnSpc>
              <a:spcBef>
                <a:spcPts val="0"/>
              </a:spcBef>
              <a:spcAft>
                <a:spcPts val="1395"/>
              </a:spcAft>
              <a:buChar char="•"/>
            </a:lvl3pPr>
            <a:lvl4pPr marL="1328738" indent="-265747">
              <a:lnSpc>
                <a:spcPct val="110000"/>
              </a:lnSpc>
              <a:spcBef>
                <a:spcPts val="0"/>
              </a:spcBef>
              <a:spcAft>
                <a:spcPts val="1395"/>
              </a:spcAft>
              <a:buChar char="•"/>
            </a:lvl4pPr>
            <a:lvl5pPr marL="1683068" indent="-265747">
              <a:lnSpc>
                <a:spcPct val="110000"/>
              </a:lnSpc>
              <a:spcBef>
                <a:spcPts val="0"/>
              </a:spcBef>
              <a:spcAft>
                <a:spcPts val="1395"/>
              </a:spcAft>
              <a:buChar char="•"/>
            </a:lvl5pPr>
            <a:lvl6pPr marL="2037398" indent="-265747">
              <a:lnSpc>
                <a:spcPct val="110000"/>
              </a:lnSpc>
              <a:spcBef>
                <a:spcPts val="0"/>
              </a:spcBef>
              <a:spcAft>
                <a:spcPts val="1395"/>
              </a:spcAft>
              <a:buChar char="•"/>
            </a:lvl6pPr>
            <a:lvl7pPr marL="2391728" indent="-265747">
              <a:lnSpc>
                <a:spcPct val="110000"/>
              </a:lnSpc>
              <a:spcBef>
                <a:spcPts val="0"/>
              </a:spcBef>
              <a:spcAft>
                <a:spcPts val="1395"/>
              </a:spcAft>
              <a:buChar char="•"/>
            </a:lvl7pPr>
            <a:lvl8pPr marL="2746058" indent="-265747">
              <a:lnSpc>
                <a:spcPct val="110000"/>
              </a:lnSpc>
              <a:spcBef>
                <a:spcPts val="0"/>
              </a:spcBef>
              <a:spcAft>
                <a:spcPts val="1395"/>
              </a:spcAft>
              <a:buChar char="•"/>
            </a:lvl8pPr>
            <a:lvl9pPr marL="3100388" indent="-265747">
              <a:lnSpc>
                <a:spcPct val="110000"/>
              </a:lnSpc>
              <a:spcBef>
                <a:spcPts val="0"/>
              </a:spcBef>
              <a:spcAft>
                <a:spcPts val="139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9491DD-203D-4F3B-9D2F-6E14F1044429}"/>
              </a:ext>
            </a:extLst>
          </p:cNvPr>
          <p:cNvSpPr>
            <a:spLocks xmlns:a="http://schemas.openxmlformats.org/drawingml/2006/main" noGrp="1"/>
          </p:cNvSpPr>
          <p:nvPr>
            <p:ph type="title" idx="0"/>
          </p:nvPr>
        </p:nvSpPr>
        <p:spPr>
          <a:xfrm xmlns:a="http://schemas.openxmlformats.org/drawingml/2006/main">
            <a:off x="797243" y="803804"/>
            <a:ext cx="12578715" cy="126312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836"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925A7E-A8EC-437B-8FD6-F613E739AD07}"/>
              </a:ext>
            </a:extLst>
          </p:cNvPr>
          <p:cNvSpPr>
            <a:spLocks xmlns:a="http://schemas.openxmlformats.org/drawingml/2006/main" noGrp="1"/>
          </p:cNvSpPr>
          <p:nvPr>
            <p:ph type="body" idx="1"/>
          </p:nvPr>
        </p:nvSpPr>
        <p:spPr>
          <a:xfrm xmlns:a="http://schemas.openxmlformats.org/drawingml/2006/main">
            <a:off x="797243" y="2870729"/>
            <a:ext cx="5846445" cy="64304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16" b="0">
                <a:solidFill>
                  <a:schemeClr val="tx1"/>
                </a:solidFill>
                <a:latin typeface="+mn-lt"/>
                <a:ea typeface="+mn-lt"/>
                <a:cs typeface="+mn-lt"/>
              </a:defRPr>
            </a:defPPr>
            <a:lvl1pPr marL="265748" indent="-265747">
              <a:lnSpc>
                <a:spcPct val="110000"/>
              </a:lnSpc>
              <a:spcBef>
                <a:spcPts val="0"/>
              </a:spcBef>
              <a:spcAft>
                <a:spcPts val="1395"/>
              </a:spcAft>
              <a:buChar char="•"/>
            </a:lvl1pPr>
            <a:lvl2pPr marL="620078" indent="-265747">
              <a:lnSpc>
                <a:spcPct val="110000"/>
              </a:lnSpc>
              <a:spcBef>
                <a:spcPts val="0"/>
              </a:spcBef>
              <a:spcAft>
                <a:spcPts val="1395"/>
              </a:spcAft>
              <a:buChar char="•"/>
            </a:lvl2pPr>
            <a:lvl3pPr marL="974408" indent="-265747">
              <a:lnSpc>
                <a:spcPct val="110000"/>
              </a:lnSpc>
              <a:spcBef>
                <a:spcPts val="0"/>
              </a:spcBef>
              <a:spcAft>
                <a:spcPts val="1395"/>
              </a:spcAft>
              <a:buChar char="•"/>
            </a:lvl3pPr>
            <a:lvl4pPr marL="1328738" indent="-265747">
              <a:lnSpc>
                <a:spcPct val="110000"/>
              </a:lnSpc>
              <a:spcBef>
                <a:spcPts val="0"/>
              </a:spcBef>
              <a:spcAft>
                <a:spcPts val="1395"/>
              </a:spcAft>
              <a:buChar char="•"/>
            </a:lvl4pPr>
            <a:lvl5pPr marL="1683068" indent="-265747">
              <a:lnSpc>
                <a:spcPct val="110000"/>
              </a:lnSpc>
              <a:spcBef>
                <a:spcPts val="0"/>
              </a:spcBef>
              <a:spcAft>
                <a:spcPts val="1395"/>
              </a:spcAft>
              <a:buChar char="•"/>
            </a:lvl5pPr>
            <a:lvl6pPr marL="2037398" indent="-265747">
              <a:lnSpc>
                <a:spcPct val="110000"/>
              </a:lnSpc>
              <a:spcBef>
                <a:spcPts val="0"/>
              </a:spcBef>
              <a:spcAft>
                <a:spcPts val="1395"/>
              </a:spcAft>
              <a:buChar char="•"/>
            </a:lvl6pPr>
            <a:lvl7pPr marL="2391728" indent="-265747">
              <a:lnSpc>
                <a:spcPct val="110000"/>
              </a:lnSpc>
              <a:spcBef>
                <a:spcPts val="0"/>
              </a:spcBef>
              <a:spcAft>
                <a:spcPts val="1395"/>
              </a:spcAft>
              <a:buChar char="•"/>
            </a:lvl7pPr>
            <a:lvl8pPr marL="2746058" indent="-265747">
              <a:lnSpc>
                <a:spcPct val="110000"/>
              </a:lnSpc>
              <a:spcBef>
                <a:spcPts val="0"/>
              </a:spcBef>
              <a:spcAft>
                <a:spcPts val="1395"/>
              </a:spcAft>
              <a:buChar char="•"/>
            </a:lvl8pPr>
            <a:lvl9pPr marL="3100388" indent="-265747">
              <a:lnSpc>
                <a:spcPct val="110000"/>
              </a:lnSpc>
              <a:spcBef>
                <a:spcPts val="0"/>
              </a:spcBef>
              <a:spcAft>
                <a:spcPts val="139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90faceea4f4b70" /><Relationship Type="http://schemas.openxmlformats.org/officeDocument/2006/relationships/slideLayout" Target="/ppt/slideLayouts/slideLayout1.xml" Id="Rc6e3111b4ce54035" /><Relationship Type="http://schemas.openxmlformats.org/officeDocument/2006/relationships/slideLayout" Target="/ppt/slideLayouts/slideLayout2.xml" Id="Rdd0716c6e6a74b70" /><Relationship Type="http://schemas.openxmlformats.org/officeDocument/2006/relationships/slideLayout" Target="/ppt/slideLayouts/slideLayout3.xml" Id="R0fea30a242f84926" /><Relationship Type="http://schemas.openxmlformats.org/officeDocument/2006/relationships/slideLayout" Target="/ppt/slideLayouts/slideLayout4.xml" Id="R893ee661011c4561" /><Relationship Type="http://schemas.openxmlformats.org/officeDocument/2006/relationships/slideLayout" Target="/ppt/slideLayouts/slideLayout5.xml" Id="R35dd056307e64410" /><Relationship Type="http://schemas.openxmlformats.org/officeDocument/2006/relationships/slideLayout" Target="/ppt/slideLayouts/slideLayout6.xml" Id="R46d09bf789b74c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e3111b4ce54035"/>
    <p:sldLayoutId xmlns:r="http://schemas.openxmlformats.org/officeDocument/2006/relationships" id="2147483650" r:id="Rdd0716c6e6a74b70"/>
    <p:sldLayoutId xmlns:r="http://schemas.openxmlformats.org/officeDocument/2006/relationships" id="2147483651" r:id="R0fea30a242f84926"/>
    <p:sldLayoutId xmlns:r="http://schemas.openxmlformats.org/officeDocument/2006/relationships" id="2147483652" r:id="R893ee661011c4561"/>
    <p:sldLayoutId xmlns:r="http://schemas.openxmlformats.org/officeDocument/2006/relationships" id="2147483653" r:id="R35dd056307e64410"/>
    <p:sldLayoutId xmlns:r="http://schemas.openxmlformats.org/officeDocument/2006/relationships" id="2147483654" r:id="R46d09bf789b74c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f3f5b46f4c4295" /><Relationship Type="http://schemas.openxmlformats.org/officeDocument/2006/relationships/image" Target="/ppt/media/image.png" Id="R3b08b9434aa84e0a" /><Relationship Type="http://schemas.openxmlformats.org/officeDocument/2006/relationships/image" Target="/ppt/media/image2.png" Id="Rb6f20709e8c04147" /><Relationship Type="http://schemas.openxmlformats.org/officeDocument/2006/relationships/image" Target="/ppt/media/image3.png" Id="Rb56d4fe222e94868" /><Relationship Type="http://schemas.openxmlformats.org/officeDocument/2006/relationships/image" Target="/ppt/media/image4.png" Id="R27a1750d47d04f84" /><Relationship Type="http://schemas.openxmlformats.org/officeDocument/2006/relationships/image" Target="/ppt/media/image5.png" Id="R73b18fc7ccd943cb" /><Relationship Type="http://schemas.openxmlformats.org/officeDocument/2006/relationships/notesSlide" Target="/ppt/notesSlides/notesSlide1.xml" Id="R6a1f99c466f84d2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 name="Prompt container">
            <a:extLst xmlns:a="http://schemas.openxmlformats.org/drawingml/2006/main">
              <a:ext uri="{FF2B5EF4-FFF2-40B4-BE49-F238E27FC236}">
                <a16:creationId xmlns:a16="http://schemas.microsoft.com/office/drawing/2014/main" id="{882B79F4-B8DB-4741-AFA0-718A0206FEAA}"/>
              </a:ext>
            </a:extLst>
          </p:cNvPr>
          <p:cNvSpPr>
            <a:spLocks xmlns:a="http://schemas.openxmlformats.org/drawingml/2006/main" noGrp="1"/>
          </p:cNvSpPr>
          <p:nvPr/>
        </p:nvSpPr>
        <p:spPr>
          <a:xfrm xmlns:a="http://schemas.openxmlformats.org/drawingml/2006/main">
            <a:off x="342900" y="381000"/>
            <a:ext cx="6981825" cy="3124200"/>
          </a:xfrm>
          <a:custGeom xmlns:a="http://schemas.openxmlformats.org/drawingml/2006/main">
            <a:pathLst>
              <a:path w="6981825" h="3124200">
                <a:moveTo>
                  <a:pt x="409575" y="0"/>
                </a:moveTo>
                <a:lnTo>
                  <a:pt x="6572250" y="0"/>
                </a:lnTo>
                <a:cubicBezTo>
                  <a:pt x="6798452" y="0"/>
                  <a:pt x="6981825" y="183373"/>
                  <a:pt x="6981825" y="409575"/>
                </a:cubicBezTo>
                <a:lnTo>
                  <a:pt x="6981825" y="2714625"/>
                </a:lnTo>
                <a:cubicBezTo>
                  <a:pt x="6981825" y="2940827"/>
                  <a:pt x="6798452" y="3124200"/>
                  <a:pt x="6572250" y="3124200"/>
                </a:cubicBezTo>
                <a:lnTo>
                  <a:pt x="409575" y="3124200"/>
                </a:lnTo>
                <a:cubicBezTo>
                  <a:pt x="183373" y="3124200"/>
                  <a:pt x="0" y="2940827"/>
                  <a:pt x="0" y="2714625"/>
                </a:cubicBezTo>
                <a:lnTo>
                  <a:pt x="0" y="409575"/>
                </a:lnTo>
                <a:cubicBezTo>
                  <a:pt x="0" y="183373"/>
                  <a:pt x="183373" y="0"/>
                  <a:pt x="409575" y="0"/>
                </a:cubicBezTo>
                <a:close/>
              </a:path>
            </a:pathLst>
          </a:custGeom>
          <a:solidFill xmlns:a="http://schemas.openxmlformats.org/drawingml/2006/main">
            <a:srgbClr val="EEF8FE"/>
          </a:solidFill>
          <a:ln xmlns:a="http://schemas.openxmlformats.org/drawingml/2006/main" w="76200">
            <a:solidFill>
              <a:srgbClr val="1A9FEA"/>
            </a:solidFill>
            <a:prstDash val="solid"/>
          </a:ln>
        </p:spPr>
      </p:sp>
      <p:sp>
        <p:nvSpPr>
          <p:cNvPr id="2" name="Reference container">
            <a:extLst xmlns:a="http://schemas.openxmlformats.org/drawingml/2006/main">
              <a:ext uri="{FF2B5EF4-FFF2-40B4-BE49-F238E27FC236}">
                <a16:creationId xmlns:a16="http://schemas.microsoft.com/office/drawing/2014/main" id="{29058AEB-E849-4463-82B7-609012A4C37B}"/>
              </a:ext>
            </a:extLst>
          </p:cNvPr>
          <p:cNvSpPr>
            <a:spLocks xmlns:a="http://schemas.openxmlformats.org/drawingml/2006/main" noGrp="1"/>
          </p:cNvSpPr>
          <p:nvPr/>
        </p:nvSpPr>
        <p:spPr>
          <a:xfrm xmlns:a="http://schemas.openxmlformats.org/drawingml/2006/main">
            <a:off x="8039100" y="381000"/>
            <a:ext cx="5934075" cy="3124200"/>
          </a:xfrm>
          <a:custGeom xmlns:a="http://schemas.openxmlformats.org/drawingml/2006/main">
            <a:pathLst>
              <a:path w="5934075" h="3124200">
                <a:moveTo>
                  <a:pt x="409575" y="0"/>
                </a:moveTo>
                <a:lnTo>
                  <a:pt x="5524500" y="0"/>
                </a:lnTo>
                <a:cubicBezTo>
                  <a:pt x="5750702" y="0"/>
                  <a:pt x="5934075" y="183373"/>
                  <a:pt x="5934075" y="409575"/>
                </a:cubicBezTo>
                <a:lnTo>
                  <a:pt x="5934075" y="2714625"/>
                </a:lnTo>
                <a:cubicBezTo>
                  <a:pt x="5934075" y="2940827"/>
                  <a:pt x="5750702" y="3124200"/>
                  <a:pt x="5524500" y="3124200"/>
                </a:cubicBezTo>
                <a:lnTo>
                  <a:pt x="409575" y="3124200"/>
                </a:lnTo>
                <a:cubicBezTo>
                  <a:pt x="183373" y="3124200"/>
                  <a:pt x="0" y="2940827"/>
                  <a:pt x="0" y="2714625"/>
                </a:cubicBezTo>
                <a:lnTo>
                  <a:pt x="0" y="409575"/>
                </a:lnTo>
                <a:cubicBezTo>
                  <a:pt x="0" y="183373"/>
                  <a:pt x="183373" y="0"/>
                  <a:pt x="409575" y="0"/>
                </a:cubicBezTo>
                <a:close/>
              </a:path>
            </a:pathLst>
          </a:custGeom>
          <a:solidFill xmlns:a="http://schemas.openxmlformats.org/drawingml/2006/main">
            <a:srgbClr val="FFF8F8"/>
          </a:solidFill>
          <a:ln xmlns:a="http://schemas.openxmlformats.org/drawingml/2006/main" w="76200">
            <a:solidFill>
              <a:srgbClr val="EE9298"/>
            </a:solidFill>
            <a:prstDash val="solid"/>
          </a:ln>
        </p:spPr>
      </p:sp>
      <p:sp>
        <p:nvSpPr>
          <p:cNvPr id="3" name="Evaluation container">
            <a:extLst xmlns:a="http://schemas.openxmlformats.org/drawingml/2006/main">
              <a:ext uri="{FF2B5EF4-FFF2-40B4-BE49-F238E27FC236}">
                <a16:creationId xmlns:a16="http://schemas.microsoft.com/office/drawing/2014/main" id="{FE9B9E62-0BEE-4A94-8CEC-11A52CC96754}"/>
              </a:ext>
            </a:extLst>
          </p:cNvPr>
          <p:cNvSpPr>
            <a:spLocks xmlns:a="http://schemas.openxmlformats.org/drawingml/2006/main" noGrp="1"/>
          </p:cNvSpPr>
          <p:nvPr/>
        </p:nvSpPr>
        <p:spPr>
          <a:xfrm xmlns:a="http://schemas.openxmlformats.org/drawingml/2006/main">
            <a:off x="152400" y="3790950"/>
            <a:ext cx="13877925" cy="6372225"/>
          </a:xfrm>
          <a:custGeom xmlns:a="http://schemas.openxmlformats.org/drawingml/2006/main">
            <a:pathLst>
              <a:path w="13877925" h="6372225">
                <a:moveTo>
                  <a:pt x="457200" y="0"/>
                </a:moveTo>
                <a:lnTo>
                  <a:pt x="13420725" y="0"/>
                </a:lnTo>
                <a:cubicBezTo>
                  <a:pt x="13673230" y="0"/>
                  <a:pt x="13877925" y="204695"/>
                  <a:pt x="13877925" y="457200"/>
                </a:cubicBezTo>
                <a:lnTo>
                  <a:pt x="13877925" y="5915025"/>
                </a:lnTo>
                <a:cubicBezTo>
                  <a:pt x="13877925" y="6167530"/>
                  <a:pt x="13673230" y="6372225"/>
                  <a:pt x="13420725" y="6372225"/>
                </a:cubicBezTo>
                <a:lnTo>
                  <a:pt x="457200" y="6372225"/>
                </a:lnTo>
                <a:cubicBezTo>
                  <a:pt x="204695" y="6372225"/>
                  <a:pt x="0" y="6167530"/>
                  <a:pt x="0" y="5915025"/>
                </a:cubicBezTo>
                <a:lnTo>
                  <a:pt x="0" y="457200"/>
                </a:lnTo>
                <a:cubicBezTo>
                  <a:pt x="0" y="204695"/>
                  <a:pt x="204695" y="0"/>
                  <a:pt x="457200" y="0"/>
                </a:cubicBezTo>
                <a:close/>
              </a:path>
            </a:pathLst>
          </a:custGeom>
          <a:solidFill xmlns:a="http://schemas.openxmlformats.org/drawingml/2006/main">
            <a:srgbClr val="FFFFFF"/>
          </a:solidFill>
          <a:ln xmlns:a="http://schemas.openxmlformats.org/drawingml/2006/main" w="76200">
            <a:solidFill>
              <a:srgbClr val="F9D965"/>
            </a:solidFill>
            <a:prstDash val="solid"/>
          </a:ln>
        </p:spPr>
      </p:sp>
      <p:sp>
        <p:nvSpPr>
          <p:cNvPr id="4" name="Spanish flag border">
            <a:extLst xmlns:a="http://schemas.openxmlformats.org/drawingml/2006/main">
              <a:ext uri="{FF2B5EF4-FFF2-40B4-BE49-F238E27FC236}">
                <a16:creationId xmlns:a16="http://schemas.microsoft.com/office/drawing/2014/main" id="{01A91C90-143B-4E26-9986-4A8A28FD8990}"/>
              </a:ext>
            </a:extLst>
          </p:cNvPr>
          <p:cNvSpPr>
            <a:spLocks xmlns:a="http://schemas.openxmlformats.org/drawingml/2006/main" noGrp="1"/>
          </p:cNvSpPr>
          <p:nvPr/>
        </p:nvSpPr>
        <p:spPr>
          <a:xfrm xmlns:a="http://schemas.openxmlformats.org/drawingml/2006/main">
            <a:off x="8429625" y="514350"/>
            <a:ext cx="2733675" cy="1847850"/>
          </a:xfrm>
          <a:custGeom xmlns:a="http://schemas.openxmlformats.org/drawingml/2006/main">
            <a:pathLst>
              <a:path w="2733675" h="1847850">
                <a:moveTo>
                  <a:pt x="0" y="0"/>
                </a:moveTo>
                <a:lnTo>
                  <a:pt x="2733675" y="0"/>
                </a:lnTo>
                <a:lnTo>
                  <a:pt x="2733675" y="1847850"/>
                </a:lnTo>
                <a:lnTo>
                  <a:pt x="0" y="1847850"/>
                </a:lnTo>
                <a:close/>
              </a:path>
            </a:pathLst>
          </a:custGeom>
          <a:solidFill xmlns:a="http://schemas.openxmlformats.org/drawingml/2006/main">
            <a:srgbClr val="B3131B"/>
          </a:solidFill>
          <a:ln xmlns:a="http://schemas.openxmlformats.org/drawingml/2006/main" w="47625">
            <a:solidFill>
              <a:srgbClr val="080808"/>
            </a:solidFill>
            <a:prstDash val="solid"/>
          </a:ln>
        </p:spPr>
      </p:sp>
      <p:sp>
        <p:nvSpPr>
          <p:cNvPr id="5" name="Spanish flag yellow stripe">
            <a:extLst xmlns:a="http://schemas.openxmlformats.org/drawingml/2006/main">
              <a:ext uri="{FF2B5EF4-FFF2-40B4-BE49-F238E27FC236}">
                <a16:creationId xmlns:a16="http://schemas.microsoft.com/office/drawing/2014/main" id="{BC8BA92A-199E-4492-B685-C6F0D245BC70}"/>
              </a:ext>
            </a:extLst>
          </p:cNvPr>
          <p:cNvSpPr>
            <a:spLocks xmlns:a="http://schemas.openxmlformats.org/drawingml/2006/main" noGrp="1"/>
          </p:cNvSpPr>
          <p:nvPr/>
        </p:nvSpPr>
        <p:spPr>
          <a:xfrm xmlns:a="http://schemas.openxmlformats.org/drawingml/2006/main">
            <a:off x="8467725" y="990600"/>
            <a:ext cx="2647950" cy="904875"/>
          </a:xfrm>
          <a:custGeom xmlns:a="http://schemas.openxmlformats.org/drawingml/2006/main">
            <a:pathLst>
              <a:path w="2647950" h="904875">
                <a:moveTo>
                  <a:pt x="0" y="0"/>
                </a:moveTo>
                <a:lnTo>
                  <a:pt x="2647950" y="0"/>
                </a:lnTo>
                <a:lnTo>
                  <a:pt x="2647950" y="904875"/>
                </a:lnTo>
                <a:lnTo>
                  <a:pt x="0" y="904875"/>
                </a:lnTo>
                <a:close/>
              </a:path>
            </a:pathLst>
          </a:custGeom>
          <a:solidFill xmlns:a="http://schemas.openxmlformats.org/drawingml/2006/main">
            <a:srgbClr val="F5CA06"/>
          </a:solidFill>
          <a:ln xmlns:a="http://schemas.openxmlformats.org/drawingml/2006/main" w="9525">
            <a:noFill/>
            <a:prstDash val="solid"/>
          </a:ln>
        </p:spPr>
      </p:sp>
      <p:pic>
        <p:nvPicPr>
          <p:cNvPr id="6" name="">
            <a:extLst xmlns:a="http://schemas.openxmlformats.org/drawingml/2006/main">
              <a:ext uri="{FF2B5EF4-FFF2-40B4-BE49-F238E27FC236}">
                <a16:creationId xmlns:a16="http://schemas.microsoft.com/office/drawing/2014/main" id="{B87C05C8-0746-42C0-ABF4-58C24C747368}"/>
              </a:ext>
            </a:extLst>
          </p:cNvPr>
          <p:cNvPicPr>
            <a:picLocks xmlns:a="http://schemas.openxmlformats.org/drawingml/2006/main" noChangeAspect="1"/>
          </p:cNvPicPr>
          <p:nvPr/>
        </p:nvPicPr>
        <p:blipFill>
          <a:blip xmlns:r="http://schemas.openxmlformats.org/officeDocument/2006/relationships" xmlns:a="http://schemas.openxmlformats.org/drawingml/2006/main" r:embed="R3b08b9434aa84e0a"/>
          <a:stretch xmlns:a="http://schemas.openxmlformats.org/drawingml/2006/main"/>
        </p:blipFill>
        <p:spPr>
          <a:xfrm xmlns:a="http://schemas.openxmlformats.org/drawingml/2006/main">
            <a:off x="8991600" y="1028700"/>
            <a:ext cx="781050" cy="895350"/>
          </a:xfrm>
          <a:prstGeom xmlns:a="http://schemas.openxmlformats.org/drawingml/2006/main" prst="rect">
            <a:avLst/>
          </a:prstGeom>
        </p:spPr>
      </p:pic>
      <p:sp>
        <p:nvSpPr>
          <p:cNvPr id="7" name="England flag border">
            <a:extLst xmlns:a="http://schemas.openxmlformats.org/drawingml/2006/main">
              <a:ext uri="{FF2B5EF4-FFF2-40B4-BE49-F238E27FC236}">
                <a16:creationId xmlns:a16="http://schemas.microsoft.com/office/drawing/2014/main" id="{02E635F6-5741-4B1B-AFD8-E33A78AC1DCD}"/>
              </a:ext>
            </a:extLst>
          </p:cNvPr>
          <p:cNvSpPr>
            <a:spLocks xmlns:a="http://schemas.openxmlformats.org/drawingml/2006/main" noGrp="1"/>
          </p:cNvSpPr>
          <p:nvPr/>
        </p:nvSpPr>
        <p:spPr>
          <a:xfrm xmlns:a="http://schemas.openxmlformats.org/drawingml/2006/main">
            <a:off x="10544175" y="1638300"/>
            <a:ext cx="2838450" cy="1733550"/>
          </a:xfrm>
          <a:custGeom xmlns:a="http://schemas.openxmlformats.org/drawingml/2006/main">
            <a:pathLst>
              <a:path w="2838450" h="1733550">
                <a:moveTo>
                  <a:pt x="0" y="0"/>
                </a:moveTo>
                <a:lnTo>
                  <a:pt x="2838450" y="0"/>
                </a:lnTo>
                <a:lnTo>
                  <a:pt x="2838450" y="1733550"/>
                </a:lnTo>
                <a:lnTo>
                  <a:pt x="0" y="1733550"/>
                </a:lnTo>
                <a:close/>
              </a:path>
            </a:pathLst>
          </a:custGeom>
          <a:solidFill xmlns:a="http://schemas.openxmlformats.org/drawingml/2006/main">
            <a:srgbClr val="FFFFFF"/>
          </a:solidFill>
          <a:ln xmlns:a="http://schemas.openxmlformats.org/drawingml/2006/main" w="47625">
            <a:solidFill>
              <a:srgbClr val="080808"/>
            </a:solidFill>
            <a:prstDash val="solid"/>
          </a:ln>
        </p:spPr>
      </p:sp>
      <p:sp>
        <p:nvSpPr>
          <p:cNvPr id="8" name="England flag vertical cross">
            <a:extLst xmlns:a="http://schemas.openxmlformats.org/drawingml/2006/main">
              <a:ext uri="{FF2B5EF4-FFF2-40B4-BE49-F238E27FC236}">
                <a16:creationId xmlns:a16="http://schemas.microsoft.com/office/drawing/2014/main" id="{AD15FB9D-15E4-4BE9-93D7-A85B163EF528}"/>
              </a:ext>
            </a:extLst>
          </p:cNvPr>
          <p:cNvSpPr>
            <a:spLocks xmlns:a="http://schemas.openxmlformats.org/drawingml/2006/main" noGrp="1"/>
          </p:cNvSpPr>
          <p:nvPr/>
        </p:nvSpPr>
        <p:spPr>
          <a:xfrm xmlns:a="http://schemas.openxmlformats.org/drawingml/2006/main">
            <a:off x="11791950" y="1676400"/>
            <a:ext cx="352425" cy="1647825"/>
          </a:xfrm>
          <a:custGeom xmlns:a="http://schemas.openxmlformats.org/drawingml/2006/main">
            <a:pathLst>
              <a:path w="352425" h="1647825">
                <a:moveTo>
                  <a:pt x="0" y="0"/>
                </a:moveTo>
                <a:lnTo>
                  <a:pt x="352425" y="0"/>
                </a:lnTo>
                <a:lnTo>
                  <a:pt x="352425" y="1647825"/>
                </a:lnTo>
                <a:lnTo>
                  <a:pt x="0" y="1647825"/>
                </a:lnTo>
                <a:close/>
              </a:path>
            </a:pathLst>
          </a:custGeom>
          <a:solidFill xmlns:a="http://schemas.openxmlformats.org/drawingml/2006/main">
            <a:srgbClr val="C80D32"/>
          </a:solidFill>
          <a:ln xmlns:a="http://schemas.openxmlformats.org/drawingml/2006/main" w="9525">
            <a:noFill/>
            <a:prstDash val="solid"/>
          </a:ln>
        </p:spPr>
      </p:sp>
      <p:sp>
        <p:nvSpPr>
          <p:cNvPr id="9" name="England flag horizontal cross">
            <a:extLst xmlns:a="http://schemas.openxmlformats.org/drawingml/2006/main">
              <a:ext uri="{FF2B5EF4-FFF2-40B4-BE49-F238E27FC236}">
                <a16:creationId xmlns:a16="http://schemas.microsoft.com/office/drawing/2014/main" id="{0C848FB7-6236-4A91-9AD7-14FB346E77D1}"/>
              </a:ext>
            </a:extLst>
          </p:cNvPr>
          <p:cNvSpPr>
            <a:spLocks xmlns:a="http://schemas.openxmlformats.org/drawingml/2006/main" noGrp="1"/>
          </p:cNvSpPr>
          <p:nvPr/>
        </p:nvSpPr>
        <p:spPr>
          <a:xfrm xmlns:a="http://schemas.openxmlformats.org/drawingml/2006/main">
            <a:off x="10582275" y="2324100"/>
            <a:ext cx="2762250" cy="352425"/>
          </a:xfrm>
          <a:custGeom xmlns:a="http://schemas.openxmlformats.org/drawingml/2006/main">
            <a:pathLst>
              <a:path w="2762250" h="352425">
                <a:moveTo>
                  <a:pt x="0" y="0"/>
                </a:moveTo>
                <a:lnTo>
                  <a:pt x="2762250" y="0"/>
                </a:lnTo>
                <a:lnTo>
                  <a:pt x="2762250" y="352425"/>
                </a:lnTo>
                <a:lnTo>
                  <a:pt x="0" y="352425"/>
                </a:lnTo>
                <a:close/>
              </a:path>
            </a:pathLst>
          </a:custGeom>
          <a:solidFill xmlns:a="http://schemas.openxmlformats.org/drawingml/2006/main">
            <a:srgbClr val="C80D32"/>
          </a:solidFill>
          <a:ln xmlns:a="http://schemas.openxmlformats.org/drawingml/2006/main" w="9525">
            <a:noFill/>
            <a:prstDash val="solid"/>
          </a:ln>
        </p:spPr>
      </p:sp>
      <p:pic>
        <p:nvPicPr>
          <p:cNvPr id="10" name="">
            <a:extLst xmlns:a="http://schemas.openxmlformats.org/drawingml/2006/main">
              <a:ext uri="{FF2B5EF4-FFF2-40B4-BE49-F238E27FC236}">
                <a16:creationId xmlns:a16="http://schemas.microsoft.com/office/drawing/2014/main" id="{E6EDED4F-A63F-4B71-A16A-EE66212042D7}"/>
              </a:ext>
            </a:extLst>
          </p:cNvPr>
          <p:cNvPicPr>
            <a:picLocks xmlns:a="http://schemas.openxmlformats.org/drawingml/2006/main" noChangeAspect="1"/>
          </p:cNvPicPr>
          <p:nvPr/>
        </p:nvPicPr>
        <p:blipFill>
          <a:blip xmlns:r="http://schemas.openxmlformats.org/officeDocument/2006/relationships" xmlns:a="http://schemas.openxmlformats.org/drawingml/2006/main" r:embed="Rb6f20709e8c04147"/>
          <a:stretch xmlns:a="http://schemas.openxmlformats.org/drawingml/2006/main"/>
        </p:blipFill>
        <p:spPr>
          <a:xfrm xmlns:a="http://schemas.openxmlformats.org/drawingml/2006/main">
            <a:off x="6543675" y="171450"/>
            <a:ext cx="1257300" cy="12668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F388DF5E-C99A-4E99-9B47-8AA33F96B0DE}"/>
              </a:ext>
            </a:extLst>
          </p:cNvPr>
          <p:cNvPicPr>
            <a:picLocks xmlns:a="http://schemas.openxmlformats.org/drawingml/2006/main" noChangeAspect="1"/>
          </p:cNvPicPr>
          <p:nvPr/>
        </p:nvPicPr>
        <p:blipFill>
          <a:blip xmlns:r="http://schemas.openxmlformats.org/officeDocument/2006/relationships" xmlns:a="http://schemas.openxmlformats.org/drawingml/2006/main" r:embed="Rb56d4fe222e94868"/>
          <a:stretch xmlns:a="http://schemas.openxmlformats.org/drawingml/2006/main"/>
        </p:blipFill>
        <p:spPr>
          <a:xfrm xmlns:a="http://schemas.openxmlformats.org/drawingml/2006/main">
            <a:off x="7524750" y="2457450"/>
            <a:ext cx="1190625" cy="1143000"/>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1DCFA673-4500-462E-A467-D38ECB394E35}"/>
              </a:ext>
            </a:extLst>
          </p:cNvPr>
          <p:cNvPicPr>
            <a:picLocks xmlns:a="http://schemas.openxmlformats.org/drawingml/2006/main" noChangeAspect="1"/>
          </p:cNvPicPr>
          <p:nvPr/>
        </p:nvPicPr>
        <p:blipFill>
          <a:blip xmlns:r="http://schemas.openxmlformats.org/officeDocument/2006/relationships" xmlns:a="http://schemas.openxmlformats.org/drawingml/2006/main" r:embed="R27a1750d47d04f84"/>
          <a:stretch xmlns:a="http://schemas.openxmlformats.org/drawingml/2006/main"/>
        </p:blipFill>
        <p:spPr>
          <a:xfrm xmlns:a="http://schemas.openxmlformats.org/drawingml/2006/main">
            <a:off x="5753100" y="3886200"/>
            <a:ext cx="1209675" cy="1228725"/>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584A6C8F-C8EC-45D3-947A-C80522237FD3}"/>
              </a:ext>
            </a:extLst>
          </p:cNvPr>
          <p:cNvPicPr>
            <a:picLocks xmlns:a="http://schemas.openxmlformats.org/drawingml/2006/main" noChangeAspect="1"/>
          </p:cNvPicPr>
          <p:nvPr/>
        </p:nvPicPr>
        <p:blipFill>
          <a:blip xmlns:r="http://schemas.openxmlformats.org/officeDocument/2006/relationships" xmlns:a="http://schemas.openxmlformats.org/drawingml/2006/main" r:embed="R73b18fc7ccd943cb"/>
          <a:stretch xmlns:a="http://schemas.openxmlformats.org/drawingml/2006/main"/>
        </p:blipFill>
        <p:spPr>
          <a:xfrm xmlns:a="http://schemas.openxmlformats.org/drawingml/2006/main">
            <a:off x="428625" y="4305300"/>
            <a:ext cx="5200650" cy="5229225"/>
          </a:xfrm>
          <a:prstGeom xmlns:a="http://schemas.openxmlformats.org/drawingml/2006/main" prst="rect">
            <a:avLst/>
          </a:prstGeom>
        </p:spPr>
      </p:pic>
      <p:sp>
        <p:nvSpPr>
          <p:cNvPr id="14" name="Prompt vertical label">
            <a:extLst xmlns:a="http://schemas.openxmlformats.org/drawingml/2006/main">
              <a:ext uri="{FF2B5EF4-FFF2-40B4-BE49-F238E27FC236}">
                <a16:creationId xmlns:a16="http://schemas.microsoft.com/office/drawing/2014/main" id="{01E1833C-975A-4666-8A44-1F91016BCABB}"/>
              </a:ext>
            </a:extLst>
          </p:cNvPr>
          <p:cNvSpPr>
            <a:spLocks xmlns:a="http://schemas.openxmlformats.org/drawingml/2006/main" noGrp="1"/>
          </p:cNvSpPr>
          <p:nvPr/>
        </p:nvSpPr>
        <p:spPr>
          <a:xfrm xmlns:a="http://schemas.openxmlformats.org/drawingml/2006/main" rot="5400000">
            <a:off x="-619125" y="1768836"/>
            <a:ext cx="2286000" cy="68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873" b="1" i="0">
                <a:ln w="38100">
                  <a:solidFill>
                    <a:srgbClr val="259FE6"/>
                  </a:solidFill>
                </a:ln>
                <a:solidFill>
                  <a:srgbClr val="FFFFFF"/>
                </a:solidFill>
                <a:latin typeface="Arial"/>
                <a:ea typeface="Arial"/>
                <a:cs typeface="Arial"/>
              </a:defRPr>
            </a:defPPr>
          </a:lstStyle>
          <a:p xmlns:a="http://schemas.openxmlformats.org/drawingml/2006/main">
            <a:pPr algn="l">
              <a:lnSpc>
                <a:spcPct val="100000"/>
              </a:lnSpc>
              <a:buNone/>
              <a:defRPr sz="3873" b="1" i="0">
                <a:solidFill>
                  <a:srgbClr val="259FE6"/>
                </a:solidFill>
                <a:latin typeface="Arial"/>
                <a:ea typeface="Arial"/>
                <a:cs typeface="Arial"/>
              </a:defRPr>
            </a:pPr>
            <a:r>
              <a:rPr sz="3873" b="1" i="0">
                <a:ln w="38100">
                  <a:solidFill>
                    <a:srgbClr val="259FE6"/>
                  </a:solidFill>
                </a:ln>
                <a:solidFill>
                  <a:srgbClr val="FFFFFF"/>
                </a:solidFill>
                <a:latin typeface="Arial"/>
                <a:ea typeface="Arial"/>
                <a:cs typeface="Arial"/>
              </a:rPr>
              <a:t>Prompt</a:t>
            </a:r>
          </a:p>
        </p:txBody>
      </p:sp>
      <p:sp>
        <p:nvSpPr>
          <p:cNvPr id="15" name="Reference vertical label">
            <a:extLst xmlns:a="http://schemas.openxmlformats.org/drawingml/2006/main">
              <a:ext uri="{FF2B5EF4-FFF2-40B4-BE49-F238E27FC236}">
                <a16:creationId xmlns:a16="http://schemas.microsoft.com/office/drawing/2014/main" id="{51A65B8F-6BBB-448E-8AD2-197F2D5355FA}"/>
              </a:ext>
            </a:extLst>
          </p:cNvPr>
          <p:cNvSpPr>
            <a:spLocks xmlns:a="http://schemas.openxmlformats.org/drawingml/2006/main" noGrp="1"/>
          </p:cNvSpPr>
          <p:nvPr/>
        </p:nvSpPr>
        <p:spPr>
          <a:xfrm xmlns:a="http://schemas.openxmlformats.org/drawingml/2006/main" rot="16200000">
            <a:off x="12382500" y="1713855"/>
            <a:ext cx="2790825" cy="7458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195" b="1" i="0">
                <a:ln w="38100">
                  <a:solidFill>
                    <a:srgbClr val="E99399"/>
                  </a:solidFill>
                </a:ln>
                <a:solidFill>
                  <a:srgbClr val="FFFFFF"/>
                </a:solidFill>
                <a:latin typeface="Arial"/>
                <a:ea typeface="Arial"/>
                <a:cs typeface="Arial"/>
              </a:defRPr>
            </a:defPPr>
          </a:lstStyle>
          <a:p xmlns:a="http://schemas.openxmlformats.org/drawingml/2006/main">
            <a:pPr algn="l">
              <a:lnSpc>
                <a:spcPct val="100000"/>
              </a:lnSpc>
              <a:buNone/>
              <a:defRPr sz="4195" b="1" i="0">
                <a:solidFill>
                  <a:srgbClr val="E99399"/>
                </a:solidFill>
                <a:latin typeface="Arial"/>
                <a:ea typeface="Arial"/>
                <a:cs typeface="Arial"/>
              </a:defRPr>
            </a:pPr>
            <a:r>
              <a:rPr sz="4195" b="1" i="0">
                <a:ln w="38100">
                  <a:solidFill>
                    <a:srgbClr val="E99399"/>
                  </a:solidFill>
                </a:ln>
                <a:solidFill>
                  <a:srgbClr val="FFFFFF"/>
                </a:solidFill>
                <a:latin typeface="Arial"/>
                <a:ea typeface="Arial"/>
                <a:cs typeface="Arial"/>
              </a:rPr>
              <a:t>Reference</a:t>
            </a:r>
          </a:p>
        </p:txBody>
      </p:sp>
      <p:sp>
        <p:nvSpPr>
          <p:cNvPr id="16" name="Checklist number diamond 1">
            <a:extLst xmlns:a="http://schemas.openxmlformats.org/drawingml/2006/main">
              <a:ext uri="{FF2B5EF4-FFF2-40B4-BE49-F238E27FC236}">
                <a16:creationId xmlns:a16="http://schemas.microsoft.com/office/drawing/2014/main" id="{1D4C75EF-3D4A-4FD8-B165-BD8083EAC453}"/>
              </a:ext>
            </a:extLst>
          </p:cNvPr>
          <p:cNvSpPr>
            <a:spLocks xmlns:a="http://schemas.openxmlformats.org/drawingml/2006/main" noGrp="1"/>
          </p:cNvSpPr>
          <p:nvPr/>
        </p:nvSpPr>
        <p:spPr>
          <a:xfrm xmlns:a="http://schemas.openxmlformats.org/drawingml/2006/main">
            <a:off x="5838825" y="5191125"/>
            <a:ext cx="571500" cy="571500"/>
          </a:xfrm>
          <a:custGeom xmlns:a="http://schemas.openxmlformats.org/drawingml/2006/main">
            <a:pathLst>
              <a:path w="571500" h="571500">
                <a:moveTo>
                  <a:pt x="285750" y="0"/>
                </a:moveTo>
                <a:lnTo>
                  <a:pt x="571500" y="285750"/>
                </a:lnTo>
                <a:lnTo>
                  <a:pt x="285750" y="571500"/>
                </a:lnTo>
                <a:lnTo>
                  <a:pt x="0" y="285750"/>
                </a:lnTo>
                <a:close/>
              </a:path>
            </a:pathLst>
          </a:custGeom>
          <a:solidFill xmlns:a="http://schemas.openxmlformats.org/drawingml/2006/main">
            <a:srgbClr val="EEE2F7"/>
          </a:solidFill>
          <a:ln xmlns:a="http://schemas.openxmlformats.org/drawingml/2006/main" w="57150">
            <a:solidFill>
              <a:srgbClr val="8037A3"/>
            </a:solidFill>
            <a:prstDash val="solid"/>
          </a:ln>
        </p:spPr>
      </p:sp>
      <p:sp>
        <p:nvSpPr>
          <p:cNvPr id="17" name="Checklist number 1">
            <a:extLst xmlns:a="http://schemas.openxmlformats.org/drawingml/2006/main">
              <a:ext uri="{FF2B5EF4-FFF2-40B4-BE49-F238E27FC236}">
                <a16:creationId xmlns:a16="http://schemas.microsoft.com/office/drawing/2014/main" id="{508A6055-627D-4C83-880C-9A748B92D225}"/>
              </a:ext>
            </a:extLst>
          </p:cNvPr>
          <p:cNvSpPr>
            <a:spLocks xmlns:a="http://schemas.openxmlformats.org/drawingml/2006/main" noGrp="1"/>
          </p:cNvSpPr>
          <p:nvPr/>
        </p:nvSpPr>
        <p:spPr>
          <a:xfrm xmlns:a="http://schemas.openxmlformats.org/drawingml/2006/main" rot="0">
            <a:off x="6019800" y="5231410"/>
            <a:ext cx="228600" cy="575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38" b="1" i="0">
                <a:solidFill>
                  <a:srgbClr val="8037A3"/>
                </a:solidFill>
                <a:latin typeface="Arial"/>
                <a:ea typeface="Arial"/>
                <a:cs typeface="Arial"/>
              </a:defRPr>
            </a:defPPr>
          </a:lstStyle>
          <a:p xmlns:a="http://schemas.openxmlformats.org/drawingml/2006/main">
            <a:pPr algn="l">
              <a:lnSpc>
                <a:spcPct val="100000"/>
              </a:lnSpc>
              <a:buNone/>
              <a:defRPr sz="3238" b="1" i="0">
                <a:solidFill>
                  <a:srgbClr val="8037A3"/>
                </a:solidFill>
                <a:latin typeface="Arial"/>
                <a:ea typeface="Arial"/>
                <a:cs typeface="Arial"/>
              </a:defRPr>
            </a:pPr>
            <a:r>
              <a:rPr sz="3238" b="1" i="0">
                <a:solidFill>
                  <a:srgbClr val="8037A3"/>
                </a:solidFill>
                <a:latin typeface="Arial"/>
                <a:ea typeface="Arial"/>
                <a:cs typeface="Arial"/>
              </a:rPr>
              <a:t>1</a:t>
            </a:r>
          </a:p>
        </p:txBody>
      </p:sp>
      <p:sp>
        <p:nvSpPr>
          <p:cNvPr id="18" name="Checklist number diamond 2">
            <a:extLst xmlns:a="http://schemas.openxmlformats.org/drawingml/2006/main">
              <a:ext uri="{FF2B5EF4-FFF2-40B4-BE49-F238E27FC236}">
                <a16:creationId xmlns:a16="http://schemas.microsoft.com/office/drawing/2014/main" id="{07E53BD4-0EC8-421B-B0E3-62E0A250E749}"/>
              </a:ext>
            </a:extLst>
          </p:cNvPr>
          <p:cNvSpPr>
            <a:spLocks xmlns:a="http://schemas.openxmlformats.org/drawingml/2006/main" noGrp="1"/>
          </p:cNvSpPr>
          <p:nvPr/>
        </p:nvSpPr>
        <p:spPr>
          <a:xfrm xmlns:a="http://schemas.openxmlformats.org/drawingml/2006/main">
            <a:off x="5838825" y="6219825"/>
            <a:ext cx="571500" cy="571500"/>
          </a:xfrm>
          <a:custGeom xmlns:a="http://schemas.openxmlformats.org/drawingml/2006/main">
            <a:pathLst>
              <a:path w="571500" h="571500">
                <a:moveTo>
                  <a:pt x="285750" y="0"/>
                </a:moveTo>
                <a:lnTo>
                  <a:pt x="571500" y="285750"/>
                </a:lnTo>
                <a:lnTo>
                  <a:pt x="285750" y="571500"/>
                </a:lnTo>
                <a:lnTo>
                  <a:pt x="0" y="285750"/>
                </a:lnTo>
                <a:close/>
              </a:path>
            </a:pathLst>
          </a:custGeom>
          <a:solidFill xmlns:a="http://schemas.openxmlformats.org/drawingml/2006/main">
            <a:srgbClr val="FFE9E7"/>
          </a:solidFill>
          <a:ln xmlns:a="http://schemas.openxmlformats.org/drawingml/2006/main" w="57150">
            <a:solidFill>
              <a:srgbClr val="D3262E"/>
            </a:solidFill>
            <a:prstDash val="solid"/>
          </a:ln>
        </p:spPr>
      </p:sp>
      <p:sp>
        <p:nvSpPr>
          <p:cNvPr id="19" name="Checklist number 2">
            <a:extLst xmlns:a="http://schemas.openxmlformats.org/drawingml/2006/main">
              <a:ext uri="{FF2B5EF4-FFF2-40B4-BE49-F238E27FC236}">
                <a16:creationId xmlns:a16="http://schemas.microsoft.com/office/drawing/2014/main" id="{1180A945-B220-4AE1-938B-112E77BAA01C}"/>
              </a:ext>
            </a:extLst>
          </p:cNvPr>
          <p:cNvSpPr>
            <a:spLocks xmlns:a="http://schemas.openxmlformats.org/drawingml/2006/main" noGrp="1"/>
          </p:cNvSpPr>
          <p:nvPr/>
        </p:nvSpPr>
        <p:spPr>
          <a:xfrm xmlns:a="http://schemas.openxmlformats.org/drawingml/2006/main" rot="0">
            <a:off x="6019800" y="6260110"/>
            <a:ext cx="228600" cy="575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38" b="1" i="0">
                <a:solidFill>
                  <a:srgbClr val="D3262E"/>
                </a:solidFill>
                <a:latin typeface="Arial"/>
                <a:ea typeface="Arial"/>
                <a:cs typeface="Arial"/>
              </a:defRPr>
            </a:defPPr>
          </a:lstStyle>
          <a:p xmlns:a="http://schemas.openxmlformats.org/drawingml/2006/main">
            <a:pPr algn="l">
              <a:lnSpc>
                <a:spcPct val="100000"/>
              </a:lnSpc>
              <a:buNone/>
              <a:defRPr sz="3238" b="1" i="0">
                <a:solidFill>
                  <a:srgbClr val="D3262E"/>
                </a:solidFill>
                <a:latin typeface="Arial"/>
                <a:ea typeface="Arial"/>
                <a:cs typeface="Arial"/>
              </a:defRPr>
            </a:pPr>
            <a:r>
              <a:rPr sz="3238" b="1" i="0">
                <a:solidFill>
                  <a:srgbClr val="D3262E"/>
                </a:solidFill>
                <a:latin typeface="Arial"/>
                <a:ea typeface="Arial"/>
                <a:cs typeface="Arial"/>
              </a:rPr>
              <a:t>2</a:t>
            </a:r>
          </a:p>
        </p:txBody>
      </p:sp>
      <p:sp>
        <p:nvSpPr>
          <p:cNvPr id="20" name="Checklist number diamond 3">
            <a:extLst xmlns:a="http://schemas.openxmlformats.org/drawingml/2006/main">
              <a:ext uri="{FF2B5EF4-FFF2-40B4-BE49-F238E27FC236}">
                <a16:creationId xmlns:a16="http://schemas.microsoft.com/office/drawing/2014/main" id="{969DC217-78B5-4C14-B228-7FAEFED4286E}"/>
              </a:ext>
            </a:extLst>
          </p:cNvPr>
          <p:cNvSpPr>
            <a:spLocks xmlns:a="http://schemas.openxmlformats.org/drawingml/2006/main" noGrp="1"/>
          </p:cNvSpPr>
          <p:nvPr/>
        </p:nvSpPr>
        <p:spPr>
          <a:xfrm xmlns:a="http://schemas.openxmlformats.org/drawingml/2006/main">
            <a:off x="5838825" y="7229475"/>
            <a:ext cx="571500" cy="571500"/>
          </a:xfrm>
          <a:custGeom xmlns:a="http://schemas.openxmlformats.org/drawingml/2006/main">
            <a:pathLst>
              <a:path w="571500" h="571500">
                <a:moveTo>
                  <a:pt x="285750" y="0"/>
                </a:moveTo>
                <a:lnTo>
                  <a:pt x="571500" y="285750"/>
                </a:lnTo>
                <a:lnTo>
                  <a:pt x="285750" y="571500"/>
                </a:lnTo>
                <a:lnTo>
                  <a:pt x="0" y="285750"/>
                </a:lnTo>
                <a:close/>
              </a:path>
            </a:pathLst>
          </a:custGeom>
          <a:solidFill xmlns:a="http://schemas.openxmlformats.org/drawingml/2006/main">
            <a:srgbClr val="E8F0D7"/>
          </a:solidFill>
          <a:ln xmlns:a="http://schemas.openxmlformats.org/drawingml/2006/main" w="57150">
            <a:solidFill>
              <a:srgbClr val="60893D"/>
            </a:solidFill>
            <a:prstDash val="solid"/>
          </a:ln>
        </p:spPr>
      </p:sp>
      <p:sp>
        <p:nvSpPr>
          <p:cNvPr id="21" name="Checklist number 3">
            <a:extLst xmlns:a="http://schemas.openxmlformats.org/drawingml/2006/main">
              <a:ext uri="{FF2B5EF4-FFF2-40B4-BE49-F238E27FC236}">
                <a16:creationId xmlns:a16="http://schemas.microsoft.com/office/drawing/2014/main" id="{66C07DD4-89FF-402A-8F66-D893947B3454}"/>
              </a:ext>
            </a:extLst>
          </p:cNvPr>
          <p:cNvSpPr>
            <a:spLocks xmlns:a="http://schemas.openxmlformats.org/drawingml/2006/main" noGrp="1"/>
          </p:cNvSpPr>
          <p:nvPr/>
        </p:nvSpPr>
        <p:spPr>
          <a:xfrm xmlns:a="http://schemas.openxmlformats.org/drawingml/2006/main" rot="0">
            <a:off x="6019800" y="7269760"/>
            <a:ext cx="228600" cy="575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38" b="1" i="0">
                <a:solidFill>
                  <a:srgbClr val="60893D"/>
                </a:solidFill>
                <a:latin typeface="Arial"/>
                <a:ea typeface="Arial"/>
                <a:cs typeface="Arial"/>
              </a:defRPr>
            </a:defPPr>
          </a:lstStyle>
          <a:p xmlns:a="http://schemas.openxmlformats.org/drawingml/2006/main">
            <a:pPr algn="l">
              <a:lnSpc>
                <a:spcPct val="100000"/>
              </a:lnSpc>
              <a:buNone/>
              <a:defRPr sz="3238" b="1" i="0">
                <a:solidFill>
                  <a:srgbClr val="60893D"/>
                </a:solidFill>
                <a:latin typeface="Arial"/>
                <a:ea typeface="Arial"/>
                <a:cs typeface="Arial"/>
              </a:defRPr>
            </a:pPr>
            <a:r>
              <a:rPr sz="3238" b="1" i="0">
                <a:solidFill>
                  <a:srgbClr val="60893D"/>
                </a:solidFill>
                <a:latin typeface="Arial"/>
                <a:ea typeface="Arial"/>
                <a:cs typeface="Arial"/>
              </a:rPr>
              <a:t>3</a:t>
            </a:r>
          </a:p>
        </p:txBody>
      </p:sp>
      <p:sp>
        <p:nvSpPr>
          <p:cNvPr id="22" name="Checklist number diamond 4">
            <a:extLst xmlns:a="http://schemas.openxmlformats.org/drawingml/2006/main">
              <a:ext uri="{FF2B5EF4-FFF2-40B4-BE49-F238E27FC236}">
                <a16:creationId xmlns:a16="http://schemas.microsoft.com/office/drawing/2014/main" id="{2E379795-4D2D-4C40-AB74-B29FDC5C51DC}"/>
              </a:ext>
            </a:extLst>
          </p:cNvPr>
          <p:cNvSpPr>
            <a:spLocks xmlns:a="http://schemas.openxmlformats.org/drawingml/2006/main" noGrp="1"/>
          </p:cNvSpPr>
          <p:nvPr/>
        </p:nvSpPr>
        <p:spPr>
          <a:xfrm xmlns:a="http://schemas.openxmlformats.org/drawingml/2006/main">
            <a:off x="5838825" y="8258175"/>
            <a:ext cx="571500" cy="571500"/>
          </a:xfrm>
          <a:custGeom xmlns:a="http://schemas.openxmlformats.org/drawingml/2006/main">
            <a:pathLst>
              <a:path w="571500" h="571500">
                <a:moveTo>
                  <a:pt x="285750" y="0"/>
                </a:moveTo>
                <a:lnTo>
                  <a:pt x="571500" y="285750"/>
                </a:lnTo>
                <a:lnTo>
                  <a:pt x="285750" y="571500"/>
                </a:lnTo>
                <a:lnTo>
                  <a:pt x="0" y="285750"/>
                </a:lnTo>
                <a:close/>
              </a:path>
            </a:pathLst>
          </a:custGeom>
          <a:solidFill xmlns:a="http://schemas.openxmlformats.org/drawingml/2006/main">
            <a:srgbClr val="E3EEFB"/>
          </a:solidFill>
          <a:ln xmlns:a="http://schemas.openxmlformats.org/drawingml/2006/main" w="57150">
            <a:solidFill>
              <a:srgbClr val="6C9CD3"/>
            </a:solidFill>
            <a:prstDash val="solid"/>
          </a:ln>
        </p:spPr>
      </p:sp>
      <p:sp>
        <p:nvSpPr>
          <p:cNvPr id="23" name="Checklist number 4">
            <a:extLst xmlns:a="http://schemas.openxmlformats.org/drawingml/2006/main">
              <a:ext uri="{FF2B5EF4-FFF2-40B4-BE49-F238E27FC236}">
                <a16:creationId xmlns:a16="http://schemas.microsoft.com/office/drawing/2014/main" id="{81C66354-3C56-4F2D-B674-E2B2A01518A8}"/>
              </a:ext>
            </a:extLst>
          </p:cNvPr>
          <p:cNvSpPr>
            <a:spLocks xmlns:a="http://schemas.openxmlformats.org/drawingml/2006/main" noGrp="1"/>
          </p:cNvSpPr>
          <p:nvPr/>
        </p:nvSpPr>
        <p:spPr>
          <a:xfrm xmlns:a="http://schemas.openxmlformats.org/drawingml/2006/main" rot="0">
            <a:off x="6019800" y="8298460"/>
            <a:ext cx="228600" cy="5756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38" b="1" i="0">
                <a:solidFill>
                  <a:srgbClr val="6C9CD3"/>
                </a:solidFill>
                <a:latin typeface="Arial"/>
                <a:ea typeface="Arial"/>
                <a:cs typeface="Arial"/>
              </a:defRPr>
            </a:defPPr>
          </a:lstStyle>
          <a:p xmlns:a="http://schemas.openxmlformats.org/drawingml/2006/main">
            <a:pPr algn="l">
              <a:lnSpc>
                <a:spcPct val="100000"/>
              </a:lnSpc>
              <a:buNone/>
              <a:defRPr sz="3238" b="1" i="0">
                <a:solidFill>
                  <a:srgbClr val="6C9CD3"/>
                </a:solidFill>
                <a:latin typeface="Arial"/>
                <a:ea typeface="Arial"/>
                <a:cs typeface="Arial"/>
              </a:defRPr>
            </a:pPr>
            <a:r>
              <a:rPr sz="3238" b="1" i="0">
                <a:solidFill>
                  <a:srgbClr val="6C9CD3"/>
                </a:solidFill>
                <a:latin typeface="Arial"/>
                <a:ea typeface="Arial"/>
                <a:cs typeface="Arial"/>
              </a:rPr>
              <a:t>4</a:t>
            </a:r>
          </a:p>
        </p:txBody>
      </p:sp>
      <p:sp>
        <p:nvSpPr>
          <p:cNvPr id="24" name="Check result 1">
            <a:extLst xmlns:a="http://schemas.openxmlformats.org/drawingml/2006/main">
              <a:ext uri="{FF2B5EF4-FFF2-40B4-BE49-F238E27FC236}">
                <a16:creationId xmlns:a16="http://schemas.microsoft.com/office/drawing/2014/main" id="{F18F336E-24AF-42EB-BD8D-536F028F8BFB}"/>
              </a:ext>
            </a:extLst>
          </p:cNvPr>
          <p:cNvSpPr>
            <a:spLocks xmlns:a="http://schemas.openxmlformats.org/drawingml/2006/main" noGrp="1"/>
          </p:cNvSpPr>
          <p:nvPr/>
        </p:nvSpPr>
        <p:spPr>
          <a:xfrm xmlns:a="http://schemas.openxmlformats.org/drawingml/2006/main">
            <a:off x="12925425" y="5143500"/>
            <a:ext cx="485775" cy="495300"/>
          </a:xfrm>
          <a:custGeom xmlns:a="http://schemas.openxmlformats.org/drawingml/2006/main">
            <a:pathLst>
              <a:path w="485775" h="495300">
                <a:moveTo>
                  <a:pt x="95250" y="0"/>
                </a:moveTo>
                <a:lnTo>
                  <a:pt x="390525" y="0"/>
                </a:lnTo>
                <a:cubicBezTo>
                  <a:pt x="443130" y="0"/>
                  <a:pt x="485775" y="42645"/>
                  <a:pt x="485775" y="95250"/>
                </a:cubicBezTo>
                <a:lnTo>
                  <a:pt x="485775" y="400050"/>
                </a:lnTo>
                <a:cubicBezTo>
                  <a:pt x="485775" y="452655"/>
                  <a:pt x="443130" y="495300"/>
                  <a:pt x="390525" y="495300"/>
                </a:cubicBezTo>
                <a:lnTo>
                  <a:pt x="95250" y="495300"/>
                </a:lnTo>
                <a:cubicBezTo>
                  <a:pt x="42645" y="495300"/>
                  <a:pt x="0" y="452655"/>
                  <a:pt x="0" y="400050"/>
                </a:cubicBezTo>
                <a:lnTo>
                  <a:pt x="0" y="95250"/>
                </a:lnTo>
                <a:cubicBezTo>
                  <a:pt x="0" y="42645"/>
                  <a:pt x="42645" y="0"/>
                  <a:pt x="95250" y="0"/>
                </a:cubicBezTo>
                <a:close/>
              </a:path>
            </a:pathLst>
          </a:custGeom>
          <a:solidFill xmlns:a="http://schemas.openxmlformats.org/drawingml/2006/main">
            <a:srgbClr val="2AAA84"/>
          </a:solidFill>
          <a:ln xmlns:a="http://schemas.openxmlformats.org/drawingml/2006/main" w="47625">
            <a:solidFill>
              <a:srgbClr val="169369"/>
            </a:solidFill>
            <a:prstDash val="solid"/>
          </a:ln>
        </p:spPr>
      </p:sp>
      <p:sp>
        <p:nvSpPr>
          <p:cNvPr id="25" name="Native checkmark short">
            <a:extLst xmlns:a="http://schemas.openxmlformats.org/drawingml/2006/main">
              <a:ext uri="{FF2B5EF4-FFF2-40B4-BE49-F238E27FC236}">
                <a16:creationId xmlns:a16="http://schemas.microsoft.com/office/drawing/2014/main" id="{1D7EB4E6-2974-43A4-8D54-2413A6E5A14D}"/>
              </a:ext>
            </a:extLst>
          </p:cNvPr>
          <p:cNvSpPr>
            <a:spLocks xmlns:a="http://schemas.openxmlformats.org/drawingml/2006/main" noGrp="1"/>
          </p:cNvSpPr>
          <p:nvPr/>
        </p:nvSpPr>
        <p:spPr>
          <a:xfrm xmlns:a="http://schemas.openxmlformats.org/drawingml/2006/main">
            <a:off x="13049250" y="5372100"/>
            <a:ext cx="95250" cy="95250"/>
          </a:xfrm>
          <a:custGeom xmlns:a="http://schemas.openxmlformats.org/drawingml/2006/main">
            <a:pathLst>
              <a:path w="95250" h="95250">
                <a:moveTo>
                  <a:pt x="0" y="0"/>
                </a:moveTo>
                <a:lnTo>
                  <a:pt x="95250" y="95250"/>
                </a:lnTo>
              </a:path>
            </a:pathLst>
          </a:custGeom>
          <a:noFill xmlns:a="http://schemas.openxmlformats.org/drawingml/2006/main"/>
          <a:ln xmlns:a="http://schemas.openxmlformats.org/drawingml/2006/main" w="47625">
            <a:solidFill>
              <a:srgbClr val="FFFFFF"/>
            </a:solidFill>
            <a:prstDash val="solid"/>
          </a:ln>
        </p:spPr>
      </p:sp>
      <p:sp>
        <p:nvSpPr>
          <p:cNvPr id="26" name="Native checkmark long">
            <a:extLst xmlns:a="http://schemas.openxmlformats.org/drawingml/2006/main">
              <a:ext uri="{FF2B5EF4-FFF2-40B4-BE49-F238E27FC236}">
                <a16:creationId xmlns:a16="http://schemas.microsoft.com/office/drawing/2014/main" id="{11C4F9EE-1445-4BA7-AB7A-4E5B5995F7B0}"/>
              </a:ext>
            </a:extLst>
          </p:cNvPr>
          <p:cNvSpPr>
            <a:spLocks xmlns:a="http://schemas.openxmlformats.org/drawingml/2006/main" noGrp="1"/>
          </p:cNvSpPr>
          <p:nvPr/>
        </p:nvSpPr>
        <p:spPr>
          <a:xfrm xmlns:a="http://schemas.openxmlformats.org/drawingml/2006/main">
            <a:off x="13144500" y="5295900"/>
            <a:ext cx="152400" cy="171450"/>
          </a:xfrm>
          <a:custGeom xmlns:a="http://schemas.openxmlformats.org/drawingml/2006/main">
            <a:pathLst>
              <a:path w="152400" h="171450">
                <a:moveTo>
                  <a:pt x="0" y="171450"/>
                </a:moveTo>
                <a:lnTo>
                  <a:pt x="152400" y="0"/>
                </a:lnTo>
              </a:path>
            </a:pathLst>
          </a:custGeom>
          <a:noFill xmlns:a="http://schemas.openxmlformats.org/drawingml/2006/main"/>
          <a:ln xmlns:a="http://schemas.openxmlformats.org/drawingml/2006/main" w="47625">
            <a:solidFill>
              <a:srgbClr val="FFFFFF"/>
            </a:solidFill>
            <a:prstDash val="solid"/>
          </a:ln>
        </p:spPr>
      </p:sp>
      <p:sp>
        <p:nvSpPr>
          <p:cNvPr id="27" name="Check result 2">
            <a:extLst xmlns:a="http://schemas.openxmlformats.org/drawingml/2006/main">
              <a:ext uri="{FF2B5EF4-FFF2-40B4-BE49-F238E27FC236}">
                <a16:creationId xmlns:a16="http://schemas.microsoft.com/office/drawing/2014/main" id="{FAFA1AD7-E6FB-425B-AE61-81633CD9C14F}"/>
              </a:ext>
            </a:extLst>
          </p:cNvPr>
          <p:cNvSpPr>
            <a:spLocks xmlns:a="http://schemas.openxmlformats.org/drawingml/2006/main" noGrp="1"/>
          </p:cNvSpPr>
          <p:nvPr/>
        </p:nvSpPr>
        <p:spPr>
          <a:xfrm xmlns:a="http://schemas.openxmlformats.org/drawingml/2006/main">
            <a:off x="12925425" y="6181725"/>
            <a:ext cx="485775" cy="495300"/>
          </a:xfrm>
          <a:custGeom xmlns:a="http://schemas.openxmlformats.org/drawingml/2006/main">
            <a:pathLst>
              <a:path w="485775" h="495300">
                <a:moveTo>
                  <a:pt x="95250" y="0"/>
                </a:moveTo>
                <a:lnTo>
                  <a:pt x="390525" y="0"/>
                </a:lnTo>
                <a:cubicBezTo>
                  <a:pt x="443130" y="0"/>
                  <a:pt x="485775" y="42645"/>
                  <a:pt x="485775" y="95250"/>
                </a:cubicBezTo>
                <a:lnTo>
                  <a:pt x="485775" y="400050"/>
                </a:lnTo>
                <a:cubicBezTo>
                  <a:pt x="485775" y="452655"/>
                  <a:pt x="443130" y="495300"/>
                  <a:pt x="390525" y="495300"/>
                </a:cubicBezTo>
                <a:lnTo>
                  <a:pt x="95250" y="495300"/>
                </a:lnTo>
                <a:cubicBezTo>
                  <a:pt x="42645" y="495300"/>
                  <a:pt x="0" y="452655"/>
                  <a:pt x="0" y="400050"/>
                </a:cubicBezTo>
                <a:lnTo>
                  <a:pt x="0" y="95250"/>
                </a:lnTo>
                <a:cubicBezTo>
                  <a:pt x="0" y="42645"/>
                  <a:pt x="42645" y="0"/>
                  <a:pt x="95250" y="0"/>
                </a:cubicBezTo>
                <a:close/>
              </a:path>
            </a:pathLst>
          </a:custGeom>
          <a:solidFill xmlns:a="http://schemas.openxmlformats.org/drawingml/2006/main">
            <a:srgbClr val="2AAA84"/>
          </a:solidFill>
          <a:ln xmlns:a="http://schemas.openxmlformats.org/drawingml/2006/main" w="47625">
            <a:solidFill>
              <a:srgbClr val="169369"/>
            </a:solidFill>
            <a:prstDash val="solid"/>
          </a:ln>
        </p:spPr>
      </p:sp>
      <p:sp>
        <p:nvSpPr>
          <p:cNvPr id="28" name="Native checkmark short">
            <a:extLst xmlns:a="http://schemas.openxmlformats.org/drawingml/2006/main">
              <a:ext uri="{FF2B5EF4-FFF2-40B4-BE49-F238E27FC236}">
                <a16:creationId xmlns:a16="http://schemas.microsoft.com/office/drawing/2014/main" id="{6154DB4B-7A90-4A2E-9F82-73B6C988FD46}"/>
              </a:ext>
            </a:extLst>
          </p:cNvPr>
          <p:cNvSpPr>
            <a:spLocks xmlns:a="http://schemas.openxmlformats.org/drawingml/2006/main" noGrp="1"/>
          </p:cNvSpPr>
          <p:nvPr/>
        </p:nvSpPr>
        <p:spPr>
          <a:xfrm xmlns:a="http://schemas.openxmlformats.org/drawingml/2006/main">
            <a:off x="13049250" y="6410325"/>
            <a:ext cx="95250" cy="95250"/>
          </a:xfrm>
          <a:custGeom xmlns:a="http://schemas.openxmlformats.org/drawingml/2006/main">
            <a:pathLst>
              <a:path w="95250" h="95250">
                <a:moveTo>
                  <a:pt x="0" y="0"/>
                </a:moveTo>
                <a:lnTo>
                  <a:pt x="95250" y="95250"/>
                </a:lnTo>
              </a:path>
            </a:pathLst>
          </a:custGeom>
          <a:noFill xmlns:a="http://schemas.openxmlformats.org/drawingml/2006/main"/>
          <a:ln xmlns:a="http://schemas.openxmlformats.org/drawingml/2006/main" w="47625">
            <a:solidFill>
              <a:srgbClr val="FFFFFF"/>
            </a:solidFill>
            <a:prstDash val="solid"/>
          </a:ln>
        </p:spPr>
      </p:sp>
      <p:sp>
        <p:nvSpPr>
          <p:cNvPr id="29" name="Native checkmark long">
            <a:extLst xmlns:a="http://schemas.openxmlformats.org/drawingml/2006/main">
              <a:ext uri="{FF2B5EF4-FFF2-40B4-BE49-F238E27FC236}">
                <a16:creationId xmlns:a16="http://schemas.microsoft.com/office/drawing/2014/main" id="{C02102C8-F1E9-4CEE-8EE4-9C96E2AC9235}"/>
              </a:ext>
            </a:extLst>
          </p:cNvPr>
          <p:cNvSpPr>
            <a:spLocks xmlns:a="http://schemas.openxmlformats.org/drawingml/2006/main" noGrp="1"/>
          </p:cNvSpPr>
          <p:nvPr/>
        </p:nvSpPr>
        <p:spPr>
          <a:xfrm xmlns:a="http://schemas.openxmlformats.org/drawingml/2006/main">
            <a:off x="13144500" y="6334125"/>
            <a:ext cx="152400" cy="171450"/>
          </a:xfrm>
          <a:custGeom xmlns:a="http://schemas.openxmlformats.org/drawingml/2006/main">
            <a:pathLst>
              <a:path w="152400" h="171450">
                <a:moveTo>
                  <a:pt x="0" y="171450"/>
                </a:moveTo>
                <a:lnTo>
                  <a:pt x="152400" y="0"/>
                </a:lnTo>
              </a:path>
            </a:pathLst>
          </a:custGeom>
          <a:noFill xmlns:a="http://schemas.openxmlformats.org/drawingml/2006/main"/>
          <a:ln xmlns:a="http://schemas.openxmlformats.org/drawingml/2006/main" w="47625">
            <a:solidFill>
              <a:srgbClr val="FFFFFF"/>
            </a:solidFill>
            <a:prstDash val="solid"/>
          </a:ln>
        </p:spPr>
      </p:sp>
      <p:sp>
        <p:nvSpPr>
          <p:cNvPr id="30" name="Check result 3">
            <a:extLst xmlns:a="http://schemas.openxmlformats.org/drawingml/2006/main">
              <a:ext uri="{FF2B5EF4-FFF2-40B4-BE49-F238E27FC236}">
                <a16:creationId xmlns:a16="http://schemas.microsoft.com/office/drawing/2014/main" id="{EA3770EE-A278-4F25-B594-4113CF7867F3}"/>
              </a:ext>
            </a:extLst>
          </p:cNvPr>
          <p:cNvSpPr>
            <a:spLocks xmlns:a="http://schemas.openxmlformats.org/drawingml/2006/main" noGrp="1"/>
          </p:cNvSpPr>
          <p:nvPr/>
        </p:nvSpPr>
        <p:spPr>
          <a:xfrm xmlns:a="http://schemas.openxmlformats.org/drawingml/2006/main">
            <a:off x="12925425" y="7229475"/>
            <a:ext cx="485775" cy="495300"/>
          </a:xfrm>
          <a:custGeom xmlns:a="http://schemas.openxmlformats.org/drawingml/2006/main">
            <a:pathLst>
              <a:path w="485775" h="495300">
                <a:moveTo>
                  <a:pt x="95250" y="0"/>
                </a:moveTo>
                <a:lnTo>
                  <a:pt x="390525" y="0"/>
                </a:lnTo>
                <a:cubicBezTo>
                  <a:pt x="443130" y="0"/>
                  <a:pt x="485775" y="42645"/>
                  <a:pt x="485775" y="95250"/>
                </a:cubicBezTo>
                <a:lnTo>
                  <a:pt x="485775" y="400050"/>
                </a:lnTo>
                <a:cubicBezTo>
                  <a:pt x="485775" y="452655"/>
                  <a:pt x="443130" y="495300"/>
                  <a:pt x="390525" y="495300"/>
                </a:cubicBezTo>
                <a:lnTo>
                  <a:pt x="95250" y="495300"/>
                </a:lnTo>
                <a:cubicBezTo>
                  <a:pt x="42645" y="495300"/>
                  <a:pt x="0" y="452655"/>
                  <a:pt x="0" y="400050"/>
                </a:cubicBezTo>
                <a:lnTo>
                  <a:pt x="0" y="95250"/>
                </a:lnTo>
                <a:cubicBezTo>
                  <a:pt x="0" y="42645"/>
                  <a:pt x="42645" y="0"/>
                  <a:pt x="95250" y="0"/>
                </a:cubicBezTo>
                <a:close/>
              </a:path>
            </a:pathLst>
          </a:custGeom>
          <a:solidFill xmlns:a="http://schemas.openxmlformats.org/drawingml/2006/main">
            <a:srgbClr val="2AAA84"/>
          </a:solidFill>
          <a:ln xmlns:a="http://schemas.openxmlformats.org/drawingml/2006/main" w="47625">
            <a:solidFill>
              <a:srgbClr val="169369"/>
            </a:solidFill>
            <a:prstDash val="solid"/>
          </a:ln>
        </p:spPr>
      </p:sp>
      <p:sp>
        <p:nvSpPr>
          <p:cNvPr id="31" name="Native checkmark short">
            <a:extLst xmlns:a="http://schemas.openxmlformats.org/drawingml/2006/main">
              <a:ext uri="{FF2B5EF4-FFF2-40B4-BE49-F238E27FC236}">
                <a16:creationId xmlns:a16="http://schemas.microsoft.com/office/drawing/2014/main" id="{BEF50AB6-7942-4B09-8EED-4AA9076787D3}"/>
              </a:ext>
            </a:extLst>
          </p:cNvPr>
          <p:cNvSpPr>
            <a:spLocks xmlns:a="http://schemas.openxmlformats.org/drawingml/2006/main" noGrp="1"/>
          </p:cNvSpPr>
          <p:nvPr/>
        </p:nvSpPr>
        <p:spPr>
          <a:xfrm xmlns:a="http://schemas.openxmlformats.org/drawingml/2006/main">
            <a:off x="13049250" y="7458075"/>
            <a:ext cx="95250" cy="95250"/>
          </a:xfrm>
          <a:custGeom xmlns:a="http://schemas.openxmlformats.org/drawingml/2006/main">
            <a:pathLst>
              <a:path w="95250" h="95250">
                <a:moveTo>
                  <a:pt x="0" y="0"/>
                </a:moveTo>
                <a:lnTo>
                  <a:pt x="95250" y="95250"/>
                </a:lnTo>
              </a:path>
            </a:pathLst>
          </a:custGeom>
          <a:noFill xmlns:a="http://schemas.openxmlformats.org/drawingml/2006/main"/>
          <a:ln xmlns:a="http://schemas.openxmlformats.org/drawingml/2006/main" w="47625">
            <a:solidFill>
              <a:srgbClr val="FFFFFF"/>
            </a:solidFill>
            <a:prstDash val="solid"/>
          </a:ln>
        </p:spPr>
      </p:sp>
      <p:sp>
        <p:nvSpPr>
          <p:cNvPr id="32" name="Native checkmark long">
            <a:extLst xmlns:a="http://schemas.openxmlformats.org/drawingml/2006/main">
              <a:ext uri="{FF2B5EF4-FFF2-40B4-BE49-F238E27FC236}">
                <a16:creationId xmlns:a16="http://schemas.microsoft.com/office/drawing/2014/main" id="{7ACF7874-BEF5-41E9-8451-FB0B2B446228}"/>
              </a:ext>
            </a:extLst>
          </p:cNvPr>
          <p:cNvSpPr>
            <a:spLocks xmlns:a="http://schemas.openxmlformats.org/drawingml/2006/main" noGrp="1"/>
          </p:cNvSpPr>
          <p:nvPr/>
        </p:nvSpPr>
        <p:spPr>
          <a:xfrm xmlns:a="http://schemas.openxmlformats.org/drawingml/2006/main">
            <a:off x="13144500" y="7381875"/>
            <a:ext cx="152400" cy="171450"/>
          </a:xfrm>
          <a:custGeom xmlns:a="http://schemas.openxmlformats.org/drawingml/2006/main">
            <a:pathLst>
              <a:path w="152400" h="171450">
                <a:moveTo>
                  <a:pt x="0" y="171450"/>
                </a:moveTo>
                <a:lnTo>
                  <a:pt x="152400" y="0"/>
                </a:lnTo>
              </a:path>
            </a:pathLst>
          </a:custGeom>
          <a:noFill xmlns:a="http://schemas.openxmlformats.org/drawingml/2006/main"/>
          <a:ln xmlns:a="http://schemas.openxmlformats.org/drawingml/2006/main" w="47625">
            <a:solidFill>
              <a:srgbClr val="FFFFFF"/>
            </a:solidFill>
            <a:prstDash val="solid"/>
          </a:ln>
        </p:spPr>
      </p:sp>
      <p:sp>
        <p:nvSpPr>
          <p:cNvPr id="33" name="Check result 4">
            <a:extLst xmlns:a="http://schemas.openxmlformats.org/drawingml/2006/main">
              <a:ext uri="{FF2B5EF4-FFF2-40B4-BE49-F238E27FC236}">
                <a16:creationId xmlns:a16="http://schemas.microsoft.com/office/drawing/2014/main" id="{5B8D153C-381D-4383-8215-7F6431D05B21}"/>
              </a:ext>
            </a:extLst>
          </p:cNvPr>
          <p:cNvSpPr>
            <a:spLocks xmlns:a="http://schemas.openxmlformats.org/drawingml/2006/main" noGrp="1"/>
          </p:cNvSpPr>
          <p:nvPr/>
        </p:nvSpPr>
        <p:spPr>
          <a:xfrm xmlns:a="http://schemas.openxmlformats.org/drawingml/2006/main">
            <a:off x="12925425" y="8296275"/>
            <a:ext cx="485775" cy="495300"/>
          </a:xfrm>
          <a:custGeom xmlns:a="http://schemas.openxmlformats.org/drawingml/2006/main">
            <a:pathLst>
              <a:path w="485775" h="495300">
                <a:moveTo>
                  <a:pt x="95250" y="0"/>
                </a:moveTo>
                <a:lnTo>
                  <a:pt x="390525" y="0"/>
                </a:lnTo>
                <a:cubicBezTo>
                  <a:pt x="443130" y="0"/>
                  <a:pt x="485775" y="42645"/>
                  <a:pt x="485775" y="95250"/>
                </a:cubicBezTo>
                <a:lnTo>
                  <a:pt x="485775" y="400050"/>
                </a:lnTo>
                <a:cubicBezTo>
                  <a:pt x="485775" y="452655"/>
                  <a:pt x="443130" y="495300"/>
                  <a:pt x="390525" y="495300"/>
                </a:cubicBezTo>
                <a:lnTo>
                  <a:pt x="95250" y="495300"/>
                </a:lnTo>
                <a:cubicBezTo>
                  <a:pt x="42645" y="495300"/>
                  <a:pt x="0" y="452655"/>
                  <a:pt x="0" y="400050"/>
                </a:cubicBezTo>
                <a:lnTo>
                  <a:pt x="0" y="95250"/>
                </a:lnTo>
                <a:cubicBezTo>
                  <a:pt x="0" y="42645"/>
                  <a:pt x="42645" y="0"/>
                  <a:pt x="95250" y="0"/>
                </a:cubicBezTo>
                <a:close/>
              </a:path>
            </a:pathLst>
          </a:custGeom>
          <a:solidFill xmlns:a="http://schemas.openxmlformats.org/drawingml/2006/main">
            <a:srgbClr val="EF7074"/>
          </a:solidFill>
          <a:ln xmlns:a="http://schemas.openxmlformats.org/drawingml/2006/main" w="47625">
            <a:solidFill>
              <a:srgbClr val="C9232C"/>
            </a:solidFill>
            <a:prstDash val="solid"/>
          </a:ln>
        </p:spPr>
      </p:sp>
      <p:sp>
        <p:nvSpPr>
          <p:cNvPr id="34" name="Native cross one">
            <a:extLst xmlns:a="http://schemas.openxmlformats.org/drawingml/2006/main">
              <a:ext uri="{FF2B5EF4-FFF2-40B4-BE49-F238E27FC236}">
                <a16:creationId xmlns:a16="http://schemas.microsoft.com/office/drawing/2014/main" id="{FC240135-0BFF-450D-8576-1CEC4B27296F}"/>
              </a:ext>
            </a:extLst>
          </p:cNvPr>
          <p:cNvSpPr>
            <a:spLocks xmlns:a="http://schemas.openxmlformats.org/drawingml/2006/main" noGrp="1"/>
          </p:cNvSpPr>
          <p:nvPr/>
        </p:nvSpPr>
        <p:spPr>
          <a:xfrm xmlns:a="http://schemas.openxmlformats.org/drawingml/2006/main">
            <a:off x="13077825" y="8458200"/>
            <a:ext cx="190500" cy="190500"/>
          </a:xfrm>
          <a:custGeom xmlns:a="http://schemas.openxmlformats.org/drawingml/2006/main">
            <a:pathLst>
              <a:path w="190500" h="190500">
                <a:moveTo>
                  <a:pt x="0" y="0"/>
                </a:moveTo>
                <a:lnTo>
                  <a:pt x="190500" y="190500"/>
                </a:lnTo>
              </a:path>
            </a:pathLst>
          </a:custGeom>
          <a:noFill xmlns:a="http://schemas.openxmlformats.org/drawingml/2006/main"/>
          <a:ln xmlns:a="http://schemas.openxmlformats.org/drawingml/2006/main" w="47625">
            <a:solidFill>
              <a:srgbClr val="FFFFFF"/>
            </a:solidFill>
            <a:prstDash val="solid"/>
          </a:ln>
        </p:spPr>
      </p:sp>
      <p:sp>
        <p:nvSpPr>
          <p:cNvPr id="35" name="Native cross two">
            <a:extLst xmlns:a="http://schemas.openxmlformats.org/drawingml/2006/main">
              <a:ext uri="{FF2B5EF4-FFF2-40B4-BE49-F238E27FC236}">
                <a16:creationId xmlns:a16="http://schemas.microsoft.com/office/drawing/2014/main" id="{AF374A80-4161-4EA5-8022-3A5BD9A116A2}"/>
              </a:ext>
            </a:extLst>
          </p:cNvPr>
          <p:cNvSpPr>
            <a:spLocks xmlns:a="http://schemas.openxmlformats.org/drawingml/2006/main" noGrp="1"/>
          </p:cNvSpPr>
          <p:nvPr/>
        </p:nvSpPr>
        <p:spPr>
          <a:xfrm xmlns:a="http://schemas.openxmlformats.org/drawingml/2006/main">
            <a:off x="13077825" y="8458200"/>
            <a:ext cx="190500" cy="190500"/>
          </a:xfrm>
          <a:custGeom xmlns:a="http://schemas.openxmlformats.org/drawingml/2006/main">
            <a:pathLst>
              <a:path w="190500" h="190500">
                <a:moveTo>
                  <a:pt x="190500" y="0"/>
                </a:moveTo>
                <a:lnTo>
                  <a:pt x="0" y="190500"/>
                </a:lnTo>
              </a:path>
            </a:pathLst>
          </a:custGeom>
          <a:noFill xmlns:a="http://schemas.openxmlformats.org/drawingml/2006/main"/>
          <a:ln xmlns:a="http://schemas.openxmlformats.org/drawingml/2006/main" w="47625">
            <a:solidFill>
              <a:srgbClr val="FFFFFF"/>
            </a:solidFill>
            <a:prstDash val="solid"/>
          </a:ln>
        </p:spPr>
      </p:sp>
      <p:sp>
        <p:nvSpPr>
          <p:cNvPr id="36" name="Reviewed text 1">
            <a:extLst xmlns:a="http://schemas.openxmlformats.org/drawingml/2006/main">
              <a:ext uri="{FF2B5EF4-FFF2-40B4-BE49-F238E27FC236}">
                <a16:creationId xmlns:a16="http://schemas.microsoft.com/office/drawing/2014/main" id="{5CFCAB12-B4DA-4ED8-89B2-01FD2ED8D9EB}"/>
              </a:ext>
            </a:extLst>
          </p:cNvPr>
          <p:cNvSpPr>
            <a:spLocks xmlns:a="http://schemas.openxmlformats.org/drawingml/2006/main" noGrp="1"/>
          </p:cNvSpPr>
          <p:nvPr/>
        </p:nvSpPr>
        <p:spPr>
          <a:xfrm xmlns:a="http://schemas.openxmlformats.org/drawingml/2006/main" rot="0">
            <a:off x="1247775" y="774559"/>
            <a:ext cx="4362450" cy="4949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84" b="0" i="0">
                <a:solidFill>
                  <a:srgbClr val="101010"/>
                </a:solidFill>
                <a:latin typeface="Arial"/>
                <a:ea typeface="Arial"/>
                <a:cs typeface="Arial"/>
              </a:defRPr>
            </a:defPPr>
          </a:lstStyle>
          <a:p xmlns:a="http://schemas.openxmlformats.org/drawingml/2006/main">
            <a:pPr algn="l">
              <a:lnSpc>
                <a:spcPct val="100000"/>
              </a:lnSpc>
              <a:buNone/>
              <a:defRPr sz="2784" b="0" i="0">
                <a:solidFill>
                  <a:srgbClr val="101010"/>
                </a:solidFill>
                <a:latin typeface="Arial"/>
                <a:ea typeface="Arial"/>
                <a:cs typeface="Arial"/>
              </a:defRPr>
            </a:pPr>
            <a:r>
              <a:rPr sz="2784" b="0" i="0">
                <a:solidFill>
                  <a:srgbClr val="101010"/>
                </a:solidFill>
                <a:latin typeface="Arial"/>
                <a:ea typeface="Arial"/>
                <a:cs typeface="Arial"/>
              </a:rPr>
              <a:t>Generate a photo of the live</a:t>
            </a:r>
          </a:p>
        </p:txBody>
      </p:sp>
      <p:sp>
        <p:nvSpPr>
          <p:cNvPr id="37" name="Reviewed text 2">
            <a:extLst xmlns:a="http://schemas.openxmlformats.org/drawingml/2006/main">
              <a:ext uri="{FF2B5EF4-FFF2-40B4-BE49-F238E27FC236}">
                <a16:creationId xmlns:a16="http://schemas.microsoft.com/office/drawing/2014/main" id="{5392534E-8CE1-42F2-BA8A-B64DF55FC98E}"/>
              </a:ext>
            </a:extLst>
          </p:cNvPr>
          <p:cNvSpPr>
            <a:spLocks xmlns:a="http://schemas.openxmlformats.org/drawingml/2006/main" noGrp="1"/>
          </p:cNvSpPr>
          <p:nvPr/>
        </p:nvSpPr>
        <p:spPr>
          <a:xfrm xmlns:a="http://schemas.openxmlformats.org/drawingml/2006/main" rot="0">
            <a:off x="1238250" y="1231798"/>
            <a:ext cx="5086350" cy="4946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82" b="0" i="0">
                <a:solidFill>
                  <a:srgbClr val="101010"/>
                </a:solidFill>
                <a:latin typeface="Arial"/>
                <a:ea typeface="Arial"/>
                <a:cs typeface="Arial"/>
              </a:defRPr>
            </a:defPPr>
          </a:lstStyle>
          <a:p xmlns:a="http://schemas.openxmlformats.org/drawingml/2006/main">
            <a:pPr algn="l">
              <a:lnSpc>
                <a:spcPct val="100000"/>
              </a:lnSpc>
              <a:buNone/>
              <a:defRPr sz="2782" b="0" i="0">
                <a:solidFill>
                  <a:srgbClr val="101010"/>
                </a:solidFill>
                <a:latin typeface="Arial"/>
                <a:ea typeface="Arial"/>
                <a:cs typeface="Arial"/>
              </a:defRPr>
            </a:pPr>
            <a:r>
              <a:rPr sz="2782" b="0" i="0">
                <a:solidFill>
                  <a:srgbClr val="101010"/>
                </a:solidFill>
                <a:latin typeface="Arial"/>
                <a:ea typeface="Arial"/>
                <a:cs typeface="Arial"/>
              </a:rPr>
              <a:t>scoreboard from the </a:t>
            </a:r>
            <a:r>
              <a:rPr sz="2782" b="1" i="0">
                <a:solidFill>
                  <a:srgbClr val="101010"/>
                </a:solidFill>
                <a:latin typeface="Arial"/>
                <a:ea typeface="Arial"/>
                <a:cs typeface="Arial"/>
              </a:rPr>
              <a:t>2024 UEFA</a:t>
            </a:r>
          </a:p>
        </p:txBody>
      </p:sp>
      <p:sp>
        <p:nvSpPr>
          <p:cNvPr id="38" name="Reviewed text 3">
            <a:extLst xmlns:a="http://schemas.openxmlformats.org/drawingml/2006/main">
              <a:ext uri="{FF2B5EF4-FFF2-40B4-BE49-F238E27FC236}">
                <a16:creationId xmlns:a16="http://schemas.microsoft.com/office/drawing/2014/main" id="{250D2D60-4119-42DC-9162-5773980C56F0}"/>
              </a:ext>
            </a:extLst>
          </p:cNvPr>
          <p:cNvSpPr>
            <a:spLocks xmlns:a="http://schemas.openxmlformats.org/drawingml/2006/main" noGrp="1"/>
          </p:cNvSpPr>
          <p:nvPr/>
        </p:nvSpPr>
        <p:spPr>
          <a:xfrm xmlns:a="http://schemas.openxmlformats.org/drawingml/2006/main" rot="0">
            <a:off x="1257300" y="1689698"/>
            <a:ext cx="3067050" cy="4892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52" b="1" i="0">
                <a:solidFill>
                  <a:srgbClr val="101010"/>
                </a:solidFill>
                <a:latin typeface="Arial"/>
                <a:ea typeface="Arial"/>
                <a:cs typeface="Arial"/>
              </a:defRPr>
            </a:defPPr>
          </a:lstStyle>
          <a:p xmlns:a="http://schemas.openxmlformats.org/drawingml/2006/main">
            <a:pPr algn="l">
              <a:lnSpc>
                <a:spcPct val="100000"/>
              </a:lnSpc>
              <a:buNone/>
              <a:defRPr sz="2752" b="1" i="0">
                <a:solidFill>
                  <a:srgbClr val="101010"/>
                </a:solidFill>
                <a:latin typeface="Arial"/>
                <a:ea typeface="Arial"/>
                <a:cs typeface="Arial"/>
              </a:defRPr>
            </a:pPr>
            <a:r>
              <a:rPr sz="2752" b="1" i="0">
                <a:solidFill>
                  <a:srgbClr val="101010"/>
                </a:solidFill>
                <a:latin typeface="Arial"/>
                <a:ea typeface="Arial"/>
                <a:cs typeface="Arial"/>
              </a:rPr>
              <a:t>European Football</a:t>
            </a:r>
          </a:p>
        </p:txBody>
      </p:sp>
      <p:sp>
        <p:nvSpPr>
          <p:cNvPr id="39" name="Reviewed text 4">
            <a:extLst xmlns:a="http://schemas.openxmlformats.org/drawingml/2006/main">
              <a:ext uri="{FF2B5EF4-FFF2-40B4-BE49-F238E27FC236}">
                <a16:creationId xmlns:a16="http://schemas.microsoft.com/office/drawing/2014/main" id="{3E8C5E7F-251B-4C62-9C05-E47BA16D0428}"/>
              </a:ext>
            </a:extLst>
          </p:cNvPr>
          <p:cNvSpPr>
            <a:spLocks xmlns:a="http://schemas.openxmlformats.org/drawingml/2006/main" noGrp="1"/>
          </p:cNvSpPr>
          <p:nvPr/>
        </p:nvSpPr>
        <p:spPr>
          <a:xfrm xmlns:a="http://schemas.openxmlformats.org/drawingml/2006/main" rot="0">
            <a:off x="1247775" y="2136136"/>
            <a:ext cx="4810125" cy="4988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6" b="0" i="0">
                <a:solidFill>
                  <a:srgbClr val="101010"/>
                </a:solidFill>
                <a:latin typeface="Arial"/>
                <a:ea typeface="Arial"/>
                <a:cs typeface="Arial"/>
              </a:defRPr>
            </a:defPPr>
          </a:lstStyle>
          <a:p xmlns:a="http://schemas.openxmlformats.org/drawingml/2006/main">
            <a:pPr algn="l">
              <a:lnSpc>
                <a:spcPct val="100000"/>
              </a:lnSpc>
              <a:buNone/>
              <a:defRPr sz="2806" b="0" i="0">
                <a:solidFill>
                  <a:srgbClr val="101010"/>
                </a:solidFill>
                <a:latin typeface="Arial"/>
                <a:ea typeface="Arial"/>
                <a:cs typeface="Arial"/>
              </a:defRPr>
            </a:pPr>
            <a:r>
              <a:rPr sz="2806" b="1" i="0">
                <a:solidFill>
                  <a:srgbClr val="101010"/>
                </a:solidFill>
                <a:latin typeface="Arial"/>
                <a:ea typeface="Arial"/>
                <a:cs typeface="Arial"/>
              </a:rPr>
              <a:t>Championship final,</a:t>
            </a:r>
            <a:r>
              <a:rPr sz="2806" b="0" i="0">
                <a:solidFill>
                  <a:srgbClr val="101010"/>
                </a:solidFill>
                <a:latin typeface="Arial"/>
                <a:ea typeface="Arial"/>
                <a:cs typeface="Arial"/>
              </a:rPr>
              <a:t> showing</a:t>
            </a:r>
          </a:p>
        </p:txBody>
      </p:sp>
      <p:sp>
        <p:nvSpPr>
          <p:cNvPr id="40" name="Reviewed text 5">
            <a:extLst xmlns:a="http://schemas.openxmlformats.org/drawingml/2006/main">
              <a:ext uri="{FF2B5EF4-FFF2-40B4-BE49-F238E27FC236}">
                <a16:creationId xmlns:a16="http://schemas.microsoft.com/office/drawing/2014/main" id="{1369081A-9303-4FA3-BFEC-AAAC170D8587}"/>
              </a:ext>
            </a:extLst>
          </p:cNvPr>
          <p:cNvSpPr>
            <a:spLocks xmlns:a="http://schemas.openxmlformats.org/drawingml/2006/main" noGrp="1"/>
          </p:cNvSpPr>
          <p:nvPr/>
        </p:nvSpPr>
        <p:spPr>
          <a:xfrm xmlns:a="http://schemas.openxmlformats.org/drawingml/2006/main" rot="0">
            <a:off x="1238250" y="2593704"/>
            <a:ext cx="5295900" cy="4959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90" b="0" i="0">
                <a:solidFill>
                  <a:srgbClr val="101010"/>
                </a:solidFill>
                <a:latin typeface="Arial"/>
                <a:ea typeface="Arial"/>
                <a:cs typeface="Arial"/>
              </a:defRPr>
            </a:defPPr>
          </a:lstStyle>
          <a:p xmlns:a="http://schemas.openxmlformats.org/drawingml/2006/main">
            <a:pPr algn="l">
              <a:lnSpc>
                <a:spcPct val="100000"/>
              </a:lnSpc>
              <a:buNone/>
              <a:defRPr sz="2790" b="0" i="0">
                <a:solidFill>
                  <a:srgbClr val="101010"/>
                </a:solidFill>
                <a:latin typeface="Arial"/>
                <a:ea typeface="Arial"/>
                <a:cs typeface="Arial"/>
              </a:defRPr>
            </a:pPr>
            <a:r>
              <a:rPr sz="2790" b="0" i="0">
                <a:solidFill>
                  <a:srgbClr val="101010"/>
                </a:solidFill>
                <a:latin typeface="Arial"/>
                <a:ea typeface="Arial"/>
                <a:cs typeface="Arial"/>
              </a:rPr>
              <a:t>the </a:t>
            </a:r>
            <a:r>
              <a:rPr sz="2790" b="1" i="0">
                <a:solidFill>
                  <a:srgbClr val="101010"/>
                </a:solidFill>
                <a:latin typeface="Arial"/>
                <a:ea typeface="Arial"/>
                <a:cs typeface="Arial"/>
              </a:rPr>
              <a:t>national flags</a:t>
            </a:r>
            <a:r>
              <a:rPr sz="2790" b="0" i="0">
                <a:solidFill>
                  <a:srgbClr val="101010"/>
                </a:solidFill>
                <a:latin typeface="Arial"/>
                <a:ea typeface="Arial"/>
                <a:cs typeface="Arial"/>
              </a:rPr>
              <a:t> and the </a:t>
            </a:r>
            <a:r>
              <a:rPr sz="2790" b="1" i="0">
                <a:solidFill>
                  <a:srgbClr val="101010"/>
                </a:solidFill>
                <a:latin typeface="Arial"/>
                <a:ea typeface="Arial"/>
                <a:cs typeface="Arial"/>
              </a:rPr>
              <a:t>score.</a:t>
            </a:r>
          </a:p>
        </p:txBody>
      </p:sp>
      <p:sp>
        <p:nvSpPr>
          <p:cNvPr id="41" name="Reviewed text 6">
            <a:extLst xmlns:a="http://schemas.openxmlformats.org/drawingml/2006/main">
              <a:ext uri="{FF2B5EF4-FFF2-40B4-BE49-F238E27FC236}">
                <a16:creationId xmlns:a16="http://schemas.microsoft.com/office/drawing/2014/main" id="{4043DC1E-1BD5-49D2-8B80-E45F0E6441CD}"/>
              </a:ext>
            </a:extLst>
          </p:cNvPr>
          <p:cNvSpPr>
            <a:spLocks xmlns:a="http://schemas.openxmlformats.org/drawingml/2006/main" noGrp="1"/>
          </p:cNvSpPr>
          <p:nvPr/>
        </p:nvSpPr>
        <p:spPr>
          <a:xfrm xmlns:a="http://schemas.openxmlformats.org/drawingml/2006/main" rot="0">
            <a:off x="11277600" y="539234"/>
            <a:ext cx="1314450" cy="4732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61" b="1" i="0">
                <a:solidFill>
                  <a:srgbClr val="101010"/>
                </a:solidFill>
                <a:latin typeface="Arial"/>
                <a:ea typeface="Arial"/>
                <a:cs typeface="Arial"/>
              </a:defRPr>
            </a:defPPr>
          </a:lstStyle>
          <a:p xmlns:a="http://schemas.openxmlformats.org/drawingml/2006/main">
            <a:pPr algn="l">
              <a:lnSpc>
                <a:spcPct val="100000"/>
              </a:lnSpc>
              <a:buNone/>
              <a:defRPr sz="2661" b="1" i="0">
                <a:solidFill>
                  <a:srgbClr val="101010"/>
                </a:solidFill>
                <a:latin typeface="Arial"/>
                <a:ea typeface="Arial"/>
                <a:cs typeface="Arial"/>
              </a:defRPr>
            </a:pPr>
            <a:r>
              <a:rPr sz="2661" b="1" i="0">
                <a:solidFill>
                  <a:srgbClr val="101010"/>
                </a:solidFill>
                <a:latin typeface="Arial"/>
                <a:ea typeface="Arial"/>
                <a:cs typeface="Arial"/>
              </a:rPr>
              <a:t>Spanish</a:t>
            </a:r>
          </a:p>
        </p:txBody>
      </p:sp>
      <p:sp>
        <p:nvSpPr>
          <p:cNvPr id="42" name="Reviewed text 7">
            <a:extLst xmlns:a="http://schemas.openxmlformats.org/drawingml/2006/main">
              <a:ext uri="{FF2B5EF4-FFF2-40B4-BE49-F238E27FC236}">
                <a16:creationId xmlns:a16="http://schemas.microsoft.com/office/drawing/2014/main" id="{C8B33378-CC16-48DE-99C0-D6383F48CC39}"/>
              </a:ext>
            </a:extLst>
          </p:cNvPr>
          <p:cNvSpPr>
            <a:spLocks xmlns:a="http://schemas.openxmlformats.org/drawingml/2006/main" noGrp="1"/>
          </p:cNvSpPr>
          <p:nvPr/>
        </p:nvSpPr>
        <p:spPr>
          <a:xfrm xmlns:a="http://schemas.openxmlformats.org/drawingml/2006/main" rot="0">
            <a:off x="11639550" y="948752"/>
            <a:ext cx="695325" cy="4736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64" b="1" i="0">
                <a:solidFill>
                  <a:srgbClr val="101010"/>
                </a:solidFill>
                <a:latin typeface="Arial"/>
                <a:ea typeface="Arial"/>
                <a:cs typeface="Arial"/>
              </a:defRPr>
            </a:defPPr>
          </a:lstStyle>
          <a:p xmlns:a="http://schemas.openxmlformats.org/drawingml/2006/main">
            <a:pPr algn="l">
              <a:lnSpc>
                <a:spcPct val="100000"/>
              </a:lnSpc>
              <a:buNone/>
              <a:defRPr sz="2664" b="1" i="0">
                <a:solidFill>
                  <a:srgbClr val="101010"/>
                </a:solidFill>
                <a:latin typeface="Arial"/>
                <a:ea typeface="Arial"/>
                <a:cs typeface="Arial"/>
              </a:defRPr>
            </a:pPr>
            <a:r>
              <a:rPr sz="2664" b="1" i="0">
                <a:solidFill>
                  <a:srgbClr val="101010"/>
                </a:solidFill>
                <a:latin typeface="Arial"/>
                <a:ea typeface="Arial"/>
                <a:cs typeface="Arial"/>
              </a:rPr>
              <a:t>Flag</a:t>
            </a:r>
          </a:p>
        </p:txBody>
      </p:sp>
      <p:sp>
        <p:nvSpPr>
          <p:cNvPr id="43" name="Reviewed text 8">
            <a:extLst xmlns:a="http://schemas.openxmlformats.org/drawingml/2006/main">
              <a:ext uri="{FF2B5EF4-FFF2-40B4-BE49-F238E27FC236}">
                <a16:creationId xmlns:a16="http://schemas.microsoft.com/office/drawing/2014/main" id="{98F61FE7-0F84-462F-ADAB-0D3484EDD0C3}"/>
              </a:ext>
            </a:extLst>
          </p:cNvPr>
          <p:cNvSpPr>
            <a:spLocks xmlns:a="http://schemas.openxmlformats.org/drawingml/2006/main" noGrp="1"/>
          </p:cNvSpPr>
          <p:nvPr/>
        </p:nvSpPr>
        <p:spPr>
          <a:xfrm xmlns:a="http://schemas.openxmlformats.org/drawingml/2006/main" rot="0">
            <a:off x="9086850" y="2558073"/>
            <a:ext cx="1343025" cy="4767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82" b="1" i="0">
                <a:solidFill>
                  <a:srgbClr val="101010"/>
                </a:solidFill>
                <a:latin typeface="Arial"/>
                <a:ea typeface="Arial"/>
                <a:cs typeface="Arial"/>
              </a:defRPr>
            </a:defPPr>
          </a:lstStyle>
          <a:p xmlns:a="http://schemas.openxmlformats.org/drawingml/2006/main">
            <a:pPr algn="l">
              <a:lnSpc>
                <a:spcPct val="100000"/>
              </a:lnSpc>
              <a:buNone/>
              <a:defRPr sz="2682" b="1" i="0">
                <a:solidFill>
                  <a:srgbClr val="101010"/>
                </a:solidFill>
                <a:latin typeface="Arial"/>
                <a:ea typeface="Arial"/>
                <a:cs typeface="Arial"/>
              </a:defRPr>
            </a:pPr>
            <a:r>
              <a:rPr sz="2682" b="1" i="0">
                <a:solidFill>
                  <a:srgbClr val="101010"/>
                </a:solidFill>
                <a:latin typeface="Arial"/>
                <a:ea typeface="Arial"/>
                <a:cs typeface="Arial"/>
              </a:rPr>
              <a:t>England</a:t>
            </a:r>
          </a:p>
        </p:txBody>
      </p:sp>
      <p:sp>
        <p:nvSpPr>
          <p:cNvPr id="44" name="Reviewed text 9">
            <a:extLst xmlns:a="http://schemas.openxmlformats.org/drawingml/2006/main">
              <a:ext uri="{FF2B5EF4-FFF2-40B4-BE49-F238E27FC236}">
                <a16:creationId xmlns:a16="http://schemas.microsoft.com/office/drawing/2014/main" id="{2ACF1E46-D1B1-4EF0-AED4-581C84705D14}"/>
              </a:ext>
            </a:extLst>
          </p:cNvPr>
          <p:cNvSpPr>
            <a:spLocks xmlns:a="http://schemas.openxmlformats.org/drawingml/2006/main" noGrp="1"/>
          </p:cNvSpPr>
          <p:nvPr/>
        </p:nvSpPr>
        <p:spPr>
          <a:xfrm xmlns:a="http://schemas.openxmlformats.org/drawingml/2006/main" rot="0">
            <a:off x="9467850" y="2968888"/>
            <a:ext cx="685800" cy="4671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627" b="1" i="0">
                <a:solidFill>
                  <a:srgbClr val="101010"/>
                </a:solidFill>
                <a:latin typeface="Arial"/>
                <a:ea typeface="Arial"/>
                <a:cs typeface="Arial"/>
              </a:defRPr>
            </a:defPPr>
          </a:lstStyle>
          <a:p xmlns:a="http://schemas.openxmlformats.org/drawingml/2006/main">
            <a:pPr algn="l">
              <a:lnSpc>
                <a:spcPct val="100000"/>
              </a:lnSpc>
              <a:buNone/>
              <a:defRPr sz="2627" b="1" i="0">
                <a:solidFill>
                  <a:srgbClr val="101010"/>
                </a:solidFill>
                <a:latin typeface="Arial"/>
                <a:ea typeface="Arial"/>
                <a:cs typeface="Arial"/>
              </a:defRPr>
            </a:pPr>
            <a:r>
              <a:rPr sz="2627" b="1" i="0">
                <a:solidFill>
                  <a:srgbClr val="101010"/>
                </a:solidFill>
                <a:latin typeface="Arial"/>
                <a:ea typeface="Arial"/>
                <a:cs typeface="Arial"/>
              </a:rPr>
              <a:t>Flag</a:t>
            </a:r>
          </a:p>
        </p:txBody>
      </p:sp>
      <p:sp>
        <p:nvSpPr>
          <p:cNvPr id="45" name="Reviewed text 10">
            <a:extLst xmlns:a="http://schemas.openxmlformats.org/drawingml/2006/main">
              <a:ext uri="{FF2B5EF4-FFF2-40B4-BE49-F238E27FC236}">
                <a16:creationId xmlns:a16="http://schemas.microsoft.com/office/drawing/2014/main" id="{62FE6FA7-F2C0-4424-919D-BD3F39D8187C}"/>
              </a:ext>
            </a:extLst>
          </p:cNvPr>
          <p:cNvSpPr>
            <a:spLocks xmlns:a="http://schemas.openxmlformats.org/drawingml/2006/main" noGrp="1"/>
          </p:cNvSpPr>
          <p:nvPr/>
        </p:nvSpPr>
        <p:spPr>
          <a:xfrm xmlns:a="http://schemas.openxmlformats.org/drawingml/2006/main" rot="0">
            <a:off x="7448550" y="4100237"/>
            <a:ext cx="5448300" cy="780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387" b="1" i="0">
                <a:solidFill>
                  <a:srgbClr val="101010"/>
                </a:solidFill>
                <a:latin typeface="Arial"/>
                <a:ea typeface="Arial"/>
                <a:cs typeface="Arial"/>
              </a:defRPr>
            </a:defPPr>
          </a:lstStyle>
          <a:p xmlns:a="http://schemas.openxmlformats.org/drawingml/2006/main">
            <a:pPr algn="l">
              <a:lnSpc>
                <a:spcPct val="100000"/>
              </a:lnSpc>
              <a:buNone/>
              <a:defRPr sz="4387" b="1" i="0">
                <a:solidFill>
                  <a:srgbClr val="101010"/>
                </a:solidFill>
                <a:latin typeface="Arial"/>
                <a:ea typeface="Arial"/>
                <a:cs typeface="Arial"/>
              </a:defRPr>
            </a:pPr>
            <a:r>
              <a:rPr sz="4387" b="1" i="0">
                <a:solidFill>
                  <a:srgbClr val="101010"/>
                </a:solidFill>
                <a:latin typeface="Arial"/>
                <a:ea typeface="Arial"/>
                <a:cs typeface="Arial"/>
              </a:rPr>
              <a:t>Evaluation Checklist</a:t>
            </a:r>
          </a:p>
        </p:txBody>
      </p:sp>
      <p:sp>
        <p:nvSpPr>
          <p:cNvPr id="46" name="Reviewed text 13">
            <a:extLst xmlns:a="http://schemas.openxmlformats.org/drawingml/2006/main">
              <a:ext uri="{FF2B5EF4-FFF2-40B4-BE49-F238E27FC236}">
                <a16:creationId xmlns:a16="http://schemas.microsoft.com/office/drawing/2014/main" id="{BF4C93E8-A675-482F-9845-3CA9D6299E1B}"/>
              </a:ext>
            </a:extLst>
          </p:cNvPr>
          <p:cNvSpPr>
            <a:spLocks xmlns:a="http://schemas.openxmlformats.org/drawingml/2006/main" noGrp="1"/>
          </p:cNvSpPr>
          <p:nvPr/>
        </p:nvSpPr>
        <p:spPr>
          <a:xfrm xmlns:a="http://schemas.openxmlformats.org/drawingml/2006/main" rot="0">
            <a:off x="6619875" y="5032751"/>
            <a:ext cx="5124450" cy="4909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61" b="0" i="0">
                <a:solidFill>
                  <a:srgbClr val="101010"/>
                </a:solidFill>
                <a:latin typeface="Arial"/>
                <a:ea typeface="Arial"/>
                <a:cs typeface="Arial"/>
              </a:defRPr>
            </a:defPPr>
          </a:lstStyle>
          <a:p xmlns:a="http://schemas.openxmlformats.org/drawingml/2006/main">
            <a:pPr algn="l">
              <a:lnSpc>
                <a:spcPct val="100000"/>
              </a:lnSpc>
              <a:buNone/>
              <a:defRPr sz="2761" b="0" i="0">
                <a:solidFill>
                  <a:srgbClr val="101010"/>
                </a:solidFill>
                <a:latin typeface="Arial"/>
                <a:ea typeface="Arial"/>
                <a:cs typeface="Arial"/>
              </a:defRPr>
            </a:pPr>
            <a:r>
              <a:rPr sz="2761" b="0" i="0">
                <a:solidFill>
                  <a:srgbClr val="101010"/>
                </a:solidFill>
                <a:latin typeface="Arial"/>
                <a:ea typeface="Arial"/>
                <a:cs typeface="Arial"/>
              </a:rPr>
              <a:t>A </a:t>
            </a:r>
            <a:r>
              <a:rPr sz="2761" b="1" i="0">
                <a:solidFill>
                  <a:srgbClr val="101010"/>
                </a:solidFill>
                <a:latin typeface="Arial"/>
                <a:ea typeface="Arial"/>
                <a:cs typeface="Arial"/>
              </a:rPr>
              <a:t>scoreboard</a:t>
            </a:r>
            <a:r>
              <a:rPr sz="2761" b="0" i="0">
                <a:solidFill>
                  <a:srgbClr val="101010"/>
                </a:solidFill>
                <a:latin typeface="Arial"/>
                <a:ea typeface="Arial"/>
                <a:cs typeface="Arial"/>
              </a:rPr>
              <a:t> is clearly visible in</a:t>
            </a:r>
          </a:p>
        </p:txBody>
      </p:sp>
      <p:sp>
        <p:nvSpPr>
          <p:cNvPr id="47" name="Reviewed text 14">
            <a:extLst xmlns:a="http://schemas.openxmlformats.org/drawingml/2006/main">
              <a:ext uri="{FF2B5EF4-FFF2-40B4-BE49-F238E27FC236}">
                <a16:creationId xmlns:a16="http://schemas.microsoft.com/office/drawing/2014/main" id="{6BD4E6E0-D13B-42B3-89C7-E268BC4E7D51}"/>
              </a:ext>
            </a:extLst>
          </p:cNvPr>
          <p:cNvSpPr>
            <a:spLocks xmlns:a="http://schemas.openxmlformats.org/drawingml/2006/main" noGrp="1"/>
          </p:cNvSpPr>
          <p:nvPr/>
        </p:nvSpPr>
        <p:spPr>
          <a:xfrm xmlns:a="http://schemas.openxmlformats.org/drawingml/2006/main" rot="0">
            <a:off x="6629400" y="5451075"/>
            <a:ext cx="1657350" cy="4969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95" b="0" i="0">
                <a:solidFill>
                  <a:srgbClr val="101010"/>
                </a:solidFill>
                <a:latin typeface="Arial"/>
                <a:ea typeface="Arial"/>
                <a:cs typeface="Arial"/>
              </a:defRPr>
            </a:defPPr>
          </a:lstStyle>
          <a:p xmlns:a="http://schemas.openxmlformats.org/drawingml/2006/main">
            <a:pPr algn="l">
              <a:lnSpc>
                <a:spcPct val="100000"/>
              </a:lnSpc>
              <a:buNone/>
              <a:defRPr sz="2795" b="0" i="0">
                <a:solidFill>
                  <a:srgbClr val="101010"/>
                </a:solidFill>
                <a:latin typeface="Arial"/>
                <a:ea typeface="Arial"/>
                <a:cs typeface="Arial"/>
              </a:defRPr>
            </a:pPr>
            <a:r>
              <a:rPr sz="2795" b="0" i="0">
                <a:solidFill>
                  <a:srgbClr val="101010"/>
                </a:solidFill>
                <a:latin typeface="Arial"/>
                <a:ea typeface="Arial"/>
                <a:cs typeface="Arial"/>
              </a:rPr>
              <a:t>the image.</a:t>
            </a:r>
          </a:p>
        </p:txBody>
      </p:sp>
      <p:sp>
        <p:nvSpPr>
          <p:cNvPr id="48" name="Reviewed text 15">
            <a:extLst xmlns:a="http://schemas.openxmlformats.org/drawingml/2006/main">
              <a:ext uri="{FF2B5EF4-FFF2-40B4-BE49-F238E27FC236}">
                <a16:creationId xmlns:a16="http://schemas.microsoft.com/office/drawing/2014/main" id="{C878C50A-60DA-477B-90A0-1C374A6FDEEB}"/>
              </a:ext>
            </a:extLst>
          </p:cNvPr>
          <p:cNvSpPr>
            <a:spLocks xmlns:a="http://schemas.openxmlformats.org/drawingml/2006/main" noGrp="1"/>
          </p:cNvSpPr>
          <p:nvPr/>
        </p:nvSpPr>
        <p:spPr>
          <a:xfrm xmlns:a="http://schemas.openxmlformats.org/drawingml/2006/main" rot="0">
            <a:off x="6629400" y="6060793"/>
            <a:ext cx="4981575" cy="49608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90" b="0" i="0">
                <a:solidFill>
                  <a:srgbClr val="101010"/>
                </a:solidFill>
                <a:latin typeface="Arial"/>
                <a:ea typeface="Arial"/>
                <a:cs typeface="Arial"/>
              </a:defRPr>
            </a:defPPr>
          </a:lstStyle>
          <a:p xmlns:a="http://schemas.openxmlformats.org/drawingml/2006/main">
            <a:pPr algn="l">
              <a:lnSpc>
                <a:spcPct val="100000"/>
              </a:lnSpc>
              <a:buNone/>
              <a:defRPr sz="2790" b="0" i="0">
                <a:solidFill>
                  <a:srgbClr val="101010"/>
                </a:solidFill>
                <a:latin typeface="Arial"/>
                <a:ea typeface="Arial"/>
                <a:cs typeface="Arial"/>
              </a:defRPr>
            </a:pPr>
            <a:r>
              <a:rPr sz="2790" b="0" i="0">
                <a:solidFill>
                  <a:srgbClr val="101010"/>
                </a:solidFill>
                <a:latin typeface="Arial"/>
                <a:ea typeface="Arial"/>
                <a:cs typeface="Arial"/>
              </a:rPr>
              <a:t>The national flags of </a:t>
            </a:r>
            <a:r>
              <a:rPr sz="2790" b="1" i="0">
                <a:solidFill>
                  <a:srgbClr val="101010"/>
                </a:solidFill>
                <a:latin typeface="Arial"/>
                <a:ea typeface="Arial"/>
                <a:cs typeface="Arial"/>
              </a:rPr>
              <a:t>Spain and</a:t>
            </a:r>
          </a:p>
        </p:txBody>
      </p:sp>
      <p:sp>
        <p:nvSpPr>
          <p:cNvPr id="49" name="Reviewed text 17">
            <a:extLst xmlns:a="http://schemas.openxmlformats.org/drawingml/2006/main">
              <a:ext uri="{FF2B5EF4-FFF2-40B4-BE49-F238E27FC236}">
                <a16:creationId xmlns:a16="http://schemas.microsoft.com/office/drawing/2014/main" id="{A47A5AD3-6C69-4240-ACEA-9BC0D61D210A}"/>
              </a:ext>
            </a:extLst>
          </p:cNvPr>
          <p:cNvSpPr>
            <a:spLocks xmlns:a="http://schemas.openxmlformats.org/drawingml/2006/main" noGrp="1"/>
          </p:cNvSpPr>
          <p:nvPr/>
        </p:nvSpPr>
        <p:spPr>
          <a:xfrm xmlns:a="http://schemas.openxmlformats.org/drawingml/2006/main" rot="0">
            <a:off x="6648450" y="6480811"/>
            <a:ext cx="3143250" cy="4889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50" b="0" i="0">
                <a:solidFill>
                  <a:srgbClr val="101010"/>
                </a:solidFill>
                <a:latin typeface="Arial"/>
                <a:ea typeface="Arial"/>
                <a:cs typeface="Arial"/>
              </a:defRPr>
            </a:defPPr>
          </a:lstStyle>
          <a:p xmlns:a="http://schemas.openxmlformats.org/drawingml/2006/main">
            <a:pPr algn="l">
              <a:lnSpc>
                <a:spcPct val="100000"/>
              </a:lnSpc>
              <a:buNone/>
              <a:defRPr sz="2750" b="0" i="0">
                <a:solidFill>
                  <a:srgbClr val="101010"/>
                </a:solidFill>
                <a:latin typeface="Arial"/>
                <a:ea typeface="Arial"/>
                <a:cs typeface="Arial"/>
              </a:defRPr>
            </a:pPr>
            <a:r>
              <a:rPr sz="2750" b="1" i="0">
                <a:solidFill>
                  <a:srgbClr val="101010"/>
                </a:solidFill>
                <a:latin typeface="Arial"/>
                <a:ea typeface="Arial"/>
                <a:cs typeface="Arial"/>
              </a:rPr>
              <a:t>England</a:t>
            </a:r>
            <a:r>
              <a:rPr sz="2750" b="0" i="0">
                <a:solidFill>
                  <a:srgbClr val="101010"/>
                </a:solidFill>
                <a:latin typeface="Arial"/>
                <a:ea typeface="Arial"/>
                <a:cs typeface="Arial"/>
              </a:rPr>
              <a:t> are visible.</a:t>
            </a:r>
          </a:p>
        </p:txBody>
      </p:sp>
      <p:sp>
        <p:nvSpPr>
          <p:cNvPr id="50" name="Reviewed text 18">
            <a:extLst xmlns:a="http://schemas.openxmlformats.org/drawingml/2006/main">
              <a:ext uri="{FF2B5EF4-FFF2-40B4-BE49-F238E27FC236}">
                <a16:creationId xmlns:a16="http://schemas.microsoft.com/office/drawing/2014/main" id="{B397E96C-1280-460D-A4A6-D433EF073769}"/>
              </a:ext>
            </a:extLst>
          </p:cNvPr>
          <p:cNvSpPr>
            <a:spLocks xmlns:a="http://schemas.openxmlformats.org/drawingml/2006/main" noGrp="1"/>
          </p:cNvSpPr>
          <p:nvPr/>
        </p:nvSpPr>
        <p:spPr>
          <a:xfrm xmlns:a="http://schemas.openxmlformats.org/drawingml/2006/main" rot="0">
            <a:off x="6629400" y="7089888"/>
            <a:ext cx="5000625" cy="4930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73" b="0" i="0">
                <a:solidFill>
                  <a:srgbClr val="101010"/>
                </a:solidFill>
                <a:latin typeface="Arial"/>
                <a:ea typeface="Arial"/>
                <a:cs typeface="Arial"/>
              </a:defRPr>
            </a:defPPr>
          </a:lstStyle>
          <a:p xmlns:a="http://schemas.openxmlformats.org/drawingml/2006/main">
            <a:pPr algn="l">
              <a:lnSpc>
                <a:spcPct val="100000"/>
              </a:lnSpc>
              <a:buNone/>
              <a:defRPr sz="2773" b="0" i="0">
                <a:solidFill>
                  <a:srgbClr val="101010"/>
                </a:solidFill>
                <a:latin typeface="Arial"/>
                <a:ea typeface="Arial"/>
                <a:cs typeface="Arial"/>
              </a:defRPr>
            </a:pPr>
            <a:r>
              <a:rPr sz="2773" b="0" i="0">
                <a:solidFill>
                  <a:srgbClr val="101010"/>
                </a:solidFill>
                <a:latin typeface="Arial"/>
                <a:ea typeface="Arial"/>
                <a:cs typeface="Arial"/>
              </a:rPr>
              <a:t>The score is displayed as </a:t>
            </a:r>
            <a:r>
              <a:rPr sz="2773" b="1" i="0">
                <a:solidFill>
                  <a:srgbClr val="101010"/>
                </a:solidFill>
                <a:latin typeface="Arial"/>
                <a:ea typeface="Arial"/>
                <a:cs typeface="Arial"/>
              </a:rPr>
              <a:t>'2' for</a:t>
            </a:r>
          </a:p>
        </p:txBody>
      </p:sp>
      <p:sp>
        <p:nvSpPr>
          <p:cNvPr id="51" name="Reviewed text 20">
            <a:extLst xmlns:a="http://schemas.openxmlformats.org/drawingml/2006/main">
              <a:ext uri="{FF2B5EF4-FFF2-40B4-BE49-F238E27FC236}">
                <a16:creationId xmlns:a16="http://schemas.microsoft.com/office/drawing/2014/main" id="{89867F02-B6C4-4429-BD76-100EC28A3F0E}"/>
              </a:ext>
            </a:extLst>
          </p:cNvPr>
          <p:cNvSpPr>
            <a:spLocks xmlns:a="http://schemas.openxmlformats.org/drawingml/2006/main" noGrp="1"/>
          </p:cNvSpPr>
          <p:nvPr/>
        </p:nvSpPr>
        <p:spPr>
          <a:xfrm xmlns:a="http://schemas.openxmlformats.org/drawingml/2006/main" rot="0">
            <a:off x="6638925" y="7500150"/>
            <a:ext cx="4248150" cy="4876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43" b="0" i="0">
                <a:solidFill>
                  <a:srgbClr val="101010"/>
                </a:solidFill>
                <a:latin typeface="Arial"/>
                <a:ea typeface="Arial"/>
                <a:cs typeface="Arial"/>
              </a:defRPr>
            </a:defPPr>
          </a:lstStyle>
          <a:p xmlns:a="http://schemas.openxmlformats.org/drawingml/2006/main">
            <a:pPr algn="l">
              <a:lnSpc>
                <a:spcPct val="100000"/>
              </a:lnSpc>
              <a:buNone/>
              <a:defRPr sz="2743" b="0" i="0">
                <a:solidFill>
                  <a:srgbClr val="101010"/>
                </a:solidFill>
                <a:latin typeface="Arial"/>
                <a:ea typeface="Arial"/>
                <a:cs typeface="Arial"/>
              </a:defRPr>
            </a:pPr>
            <a:r>
              <a:rPr sz="2743" b="1" i="0">
                <a:solidFill>
                  <a:srgbClr val="101010"/>
                </a:solidFill>
                <a:latin typeface="Arial"/>
                <a:ea typeface="Arial"/>
                <a:cs typeface="Arial"/>
              </a:rPr>
              <a:t>Spain and '1' for England.</a:t>
            </a:r>
          </a:p>
        </p:txBody>
      </p:sp>
      <p:sp>
        <p:nvSpPr>
          <p:cNvPr id="52" name="Reviewed text 24">
            <a:extLst xmlns:a="http://schemas.openxmlformats.org/drawingml/2006/main">
              <a:ext uri="{FF2B5EF4-FFF2-40B4-BE49-F238E27FC236}">
                <a16:creationId xmlns:a16="http://schemas.microsoft.com/office/drawing/2014/main" id="{6803EFFF-AC67-4071-B96A-94E514B017C4}"/>
              </a:ext>
            </a:extLst>
          </p:cNvPr>
          <p:cNvSpPr>
            <a:spLocks xmlns:a="http://schemas.openxmlformats.org/drawingml/2006/main" noGrp="1"/>
          </p:cNvSpPr>
          <p:nvPr/>
        </p:nvSpPr>
        <p:spPr>
          <a:xfrm xmlns:a="http://schemas.openxmlformats.org/drawingml/2006/main" rot="0">
            <a:off x="6562725" y="8119245"/>
            <a:ext cx="6076950" cy="487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44" b="0" i="0">
                <a:solidFill>
                  <a:srgbClr val="101010"/>
                </a:solidFill>
                <a:latin typeface="Arial"/>
                <a:ea typeface="Arial"/>
                <a:cs typeface="Arial"/>
              </a:defRPr>
            </a:defPPr>
          </a:lstStyle>
          <a:p xmlns:a="http://schemas.openxmlformats.org/drawingml/2006/main">
            <a:pPr algn="l">
              <a:lnSpc>
                <a:spcPct val="100000"/>
              </a:lnSpc>
              <a:buNone/>
              <a:defRPr sz="2744" b="0" i="0">
                <a:solidFill>
                  <a:srgbClr val="101010"/>
                </a:solidFill>
                <a:latin typeface="Arial"/>
                <a:ea typeface="Arial"/>
                <a:cs typeface="Arial"/>
              </a:defRPr>
            </a:pPr>
            <a:r>
              <a:rPr sz="2744" b="0" i="0">
                <a:solidFill>
                  <a:srgbClr val="101010"/>
                </a:solidFill>
                <a:latin typeface="Arial"/>
                <a:ea typeface="Arial"/>
                <a:cs typeface="Arial"/>
              </a:rPr>
              <a:t>Text or logos referencing </a:t>
            </a:r>
            <a:r>
              <a:rPr sz="2744" b="1" i="0">
                <a:solidFill>
                  <a:srgbClr val="101010"/>
                </a:solidFill>
                <a:latin typeface="Arial"/>
                <a:ea typeface="Arial"/>
                <a:cs typeface="Arial"/>
              </a:rPr>
              <a:t>'UEFA', 'Euro</a:t>
            </a:r>
          </a:p>
        </p:txBody>
      </p:sp>
      <p:sp>
        <p:nvSpPr>
          <p:cNvPr id="53" name="Reviewed text 27">
            <a:extLst xmlns:a="http://schemas.openxmlformats.org/drawingml/2006/main">
              <a:ext uri="{FF2B5EF4-FFF2-40B4-BE49-F238E27FC236}">
                <a16:creationId xmlns:a16="http://schemas.microsoft.com/office/drawing/2014/main" id="{DFAD5B99-6187-4C9C-95C6-CEC7D3F8F907}"/>
              </a:ext>
            </a:extLst>
          </p:cNvPr>
          <p:cNvSpPr>
            <a:spLocks xmlns:a="http://schemas.openxmlformats.org/drawingml/2006/main" noGrp="1"/>
          </p:cNvSpPr>
          <p:nvPr/>
        </p:nvSpPr>
        <p:spPr>
          <a:xfrm xmlns:a="http://schemas.openxmlformats.org/drawingml/2006/main" rot="0">
            <a:off x="6562725" y="8537203"/>
            <a:ext cx="6315075" cy="496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94" b="0" i="0">
                <a:solidFill>
                  <a:srgbClr val="101010"/>
                </a:solidFill>
                <a:latin typeface="Arial"/>
                <a:ea typeface="Arial"/>
                <a:cs typeface="Arial"/>
              </a:defRPr>
            </a:defPPr>
          </a:lstStyle>
          <a:p xmlns:a="http://schemas.openxmlformats.org/drawingml/2006/main">
            <a:pPr algn="l">
              <a:lnSpc>
                <a:spcPct val="100000"/>
              </a:lnSpc>
              <a:buNone/>
              <a:defRPr sz="2794" b="0" i="0">
                <a:solidFill>
                  <a:srgbClr val="101010"/>
                </a:solidFill>
                <a:latin typeface="Arial"/>
                <a:ea typeface="Arial"/>
                <a:cs typeface="Arial"/>
              </a:defRPr>
            </a:pPr>
            <a:r>
              <a:rPr sz="2794" b="1" i="0">
                <a:solidFill>
                  <a:srgbClr val="101010"/>
                </a:solidFill>
                <a:latin typeface="Arial"/>
                <a:ea typeface="Arial"/>
                <a:cs typeface="Arial"/>
              </a:rPr>
              <a:t>2024',</a:t>
            </a:r>
            <a:r>
              <a:rPr sz="2794" b="0" i="0">
                <a:solidFill>
                  <a:srgbClr val="101010"/>
                </a:solidFill>
                <a:latin typeface="Arial"/>
                <a:ea typeface="Arial"/>
                <a:cs typeface="Arial"/>
              </a:rPr>
              <a:t> or </a:t>
            </a:r>
            <a:r>
              <a:rPr sz="2794" b="1" i="0">
                <a:solidFill>
                  <a:srgbClr val="101010"/>
                </a:solidFill>
                <a:latin typeface="Arial"/>
                <a:ea typeface="Arial"/>
                <a:cs typeface="Arial"/>
              </a:rPr>
              <a:t>the championship</a:t>
            </a:r>
            <a:r>
              <a:rPr sz="2794" b="0" i="0">
                <a:solidFill>
                  <a:srgbClr val="101010"/>
                </a:solidFill>
                <a:latin typeface="Arial"/>
                <a:ea typeface="Arial"/>
                <a:cs typeface="Arial"/>
              </a:rPr>
              <a:t> are visible.</a:t>
            </a:r>
          </a:p>
        </p:txBody>
      </p:sp>
      <p:sp>
        <p:nvSpPr>
          <p:cNvPr id="54" name="Reviewed text 28">
            <a:extLst xmlns:a="http://schemas.openxmlformats.org/drawingml/2006/main">
              <a:ext uri="{FF2B5EF4-FFF2-40B4-BE49-F238E27FC236}">
                <a16:creationId xmlns:a16="http://schemas.microsoft.com/office/drawing/2014/main" id="{F1C52F72-A5C5-4A4F-AEAB-69B4E33FC9A4}"/>
              </a:ext>
            </a:extLst>
          </p:cNvPr>
          <p:cNvSpPr>
            <a:spLocks xmlns:a="http://schemas.openxmlformats.org/drawingml/2006/main" noGrp="1"/>
          </p:cNvSpPr>
          <p:nvPr/>
        </p:nvSpPr>
        <p:spPr>
          <a:xfrm xmlns:a="http://schemas.openxmlformats.org/drawingml/2006/main" rot="0">
            <a:off x="6076950" y="9137930"/>
            <a:ext cx="7162800" cy="7880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32" b="1" i="0">
                <a:solidFill>
                  <a:srgbClr val="D01010"/>
                </a:solidFill>
                <a:latin typeface="Arial"/>
                <a:ea typeface="Arial"/>
                <a:cs typeface="Arial"/>
              </a:defRPr>
            </a:defPPr>
          </a:lstStyle>
          <a:p xmlns:a="http://schemas.openxmlformats.org/drawingml/2006/main">
            <a:pPr algn="l">
              <a:lnSpc>
                <a:spcPct val="100000"/>
              </a:lnSpc>
              <a:buNone/>
              <a:defRPr sz="4432" b="1" i="0">
                <a:solidFill>
                  <a:srgbClr val="D01010"/>
                </a:solidFill>
                <a:latin typeface="Arial"/>
                <a:ea typeface="Arial"/>
                <a:cs typeface="Arial"/>
              </a:defRPr>
            </a:pPr>
            <a:r>
              <a:rPr sz="4432" b="1" i="0">
                <a:solidFill>
                  <a:srgbClr val="D01010"/>
                </a:solidFill>
                <a:latin typeface="Arial"/>
                <a:ea typeface="Arial"/>
                <a:cs typeface="Arial"/>
              </a:rPr>
              <a:t>Incorrect Generation (3 / 4)</a:t>
            </a:r>
          </a:p>
        </p:txBody>
      </p:sp>
      <p:sp>
        <p:nvSpPr>
          <p:cNvPr id="55" name="Checklist underline">
            <a:extLst xmlns:a="http://schemas.openxmlformats.org/drawingml/2006/main">
              <a:ext uri="{FF2B5EF4-FFF2-40B4-BE49-F238E27FC236}">
                <a16:creationId xmlns:a16="http://schemas.microsoft.com/office/drawing/2014/main" id="{9F57315C-A20C-4117-AA23-0B2CE4C258F1}"/>
              </a:ext>
            </a:extLst>
          </p:cNvPr>
          <p:cNvSpPr>
            <a:spLocks xmlns:a="http://schemas.openxmlformats.org/drawingml/2006/main" noGrp="1"/>
          </p:cNvSpPr>
          <p:nvPr/>
        </p:nvSpPr>
        <p:spPr>
          <a:xfrm xmlns:a="http://schemas.openxmlformats.org/drawingml/2006/main">
            <a:off x="6619875" y="5438775"/>
            <a:ext cx="5162550" cy="191"/>
          </a:xfrm>
          <a:custGeom xmlns:a="http://schemas.openxmlformats.org/drawingml/2006/main">
            <a:pathLst>
              <a:path w="5162550" h="191">
                <a:moveTo>
                  <a:pt x="0" y="0"/>
                </a:moveTo>
                <a:lnTo>
                  <a:pt x="5162550" y="0"/>
                </a:lnTo>
              </a:path>
            </a:pathLst>
          </a:custGeom>
          <a:noFill xmlns:a="http://schemas.openxmlformats.org/drawingml/2006/main"/>
          <a:ln xmlns:a="http://schemas.openxmlformats.org/drawingml/2006/main" w="17145">
            <a:solidFill>
              <a:srgbClr val="000000"/>
            </a:solidFill>
            <a:prstDash val="solid"/>
          </a:ln>
        </p:spPr>
      </p:sp>
      <p:sp>
        <p:nvSpPr>
          <p:cNvPr id="56" name="Checklist underline">
            <a:extLst xmlns:a="http://schemas.openxmlformats.org/drawingml/2006/main">
              <a:ext uri="{FF2B5EF4-FFF2-40B4-BE49-F238E27FC236}">
                <a16:creationId xmlns:a16="http://schemas.microsoft.com/office/drawing/2014/main" id="{E529ED87-BD5F-4F65-AAFF-C097EA665EA7}"/>
              </a:ext>
            </a:extLst>
          </p:cNvPr>
          <p:cNvSpPr>
            <a:spLocks xmlns:a="http://schemas.openxmlformats.org/drawingml/2006/main" noGrp="1"/>
          </p:cNvSpPr>
          <p:nvPr/>
        </p:nvSpPr>
        <p:spPr>
          <a:xfrm xmlns:a="http://schemas.openxmlformats.org/drawingml/2006/main">
            <a:off x="6629400" y="5838825"/>
            <a:ext cx="1666875" cy="191"/>
          </a:xfrm>
          <a:custGeom xmlns:a="http://schemas.openxmlformats.org/drawingml/2006/main">
            <a:pathLst>
              <a:path w="1666875" h="191">
                <a:moveTo>
                  <a:pt x="0" y="0"/>
                </a:moveTo>
                <a:lnTo>
                  <a:pt x="1666875" y="0"/>
                </a:lnTo>
              </a:path>
            </a:pathLst>
          </a:custGeom>
          <a:noFill xmlns:a="http://schemas.openxmlformats.org/drawingml/2006/main"/>
          <a:ln xmlns:a="http://schemas.openxmlformats.org/drawingml/2006/main" w="17145">
            <a:solidFill>
              <a:srgbClr val="000000"/>
            </a:solidFill>
            <a:prstDash val="solid"/>
          </a:ln>
        </p:spPr>
      </p:sp>
      <p:sp>
        <p:nvSpPr>
          <p:cNvPr id="57" name="Checklist underline">
            <a:extLst xmlns:a="http://schemas.openxmlformats.org/drawingml/2006/main">
              <a:ext uri="{FF2B5EF4-FFF2-40B4-BE49-F238E27FC236}">
                <a16:creationId xmlns:a16="http://schemas.microsoft.com/office/drawing/2014/main" id="{68BFB19F-1850-43CC-8C6D-57A7FF1425C5}"/>
              </a:ext>
            </a:extLst>
          </p:cNvPr>
          <p:cNvSpPr>
            <a:spLocks xmlns:a="http://schemas.openxmlformats.org/drawingml/2006/main" noGrp="1"/>
          </p:cNvSpPr>
          <p:nvPr/>
        </p:nvSpPr>
        <p:spPr>
          <a:xfrm xmlns:a="http://schemas.openxmlformats.org/drawingml/2006/main">
            <a:off x="6629400" y="6457950"/>
            <a:ext cx="5019675" cy="191"/>
          </a:xfrm>
          <a:custGeom xmlns:a="http://schemas.openxmlformats.org/drawingml/2006/main">
            <a:pathLst>
              <a:path w="5019675" h="191">
                <a:moveTo>
                  <a:pt x="0" y="0"/>
                </a:moveTo>
                <a:lnTo>
                  <a:pt x="5019675" y="0"/>
                </a:lnTo>
              </a:path>
            </a:pathLst>
          </a:custGeom>
          <a:noFill xmlns:a="http://schemas.openxmlformats.org/drawingml/2006/main"/>
          <a:ln xmlns:a="http://schemas.openxmlformats.org/drawingml/2006/main" w="17145">
            <a:solidFill>
              <a:srgbClr val="000000"/>
            </a:solidFill>
            <a:prstDash val="solid"/>
          </a:ln>
        </p:spPr>
      </p:sp>
      <p:sp>
        <p:nvSpPr>
          <p:cNvPr id="58" name="Checklist underline">
            <a:extLst xmlns:a="http://schemas.openxmlformats.org/drawingml/2006/main">
              <a:ext uri="{FF2B5EF4-FFF2-40B4-BE49-F238E27FC236}">
                <a16:creationId xmlns:a16="http://schemas.microsoft.com/office/drawing/2014/main" id="{28C6B758-822E-4FA6-9B77-6724AF52355F}"/>
              </a:ext>
            </a:extLst>
          </p:cNvPr>
          <p:cNvSpPr>
            <a:spLocks xmlns:a="http://schemas.openxmlformats.org/drawingml/2006/main" noGrp="1"/>
          </p:cNvSpPr>
          <p:nvPr/>
        </p:nvSpPr>
        <p:spPr>
          <a:xfrm xmlns:a="http://schemas.openxmlformats.org/drawingml/2006/main">
            <a:off x="6648450" y="6858000"/>
            <a:ext cx="3228975" cy="191"/>
          </a:xfrm>
          <a:custGeom xmlns:a="http://schemas.openxmlformats.org/drawingml/2006/main">
            <a:pathLst>
              <a:path w="3228975" h="191">
                <a:moveTo>
                  <a:pt x="0" y="0"/>
                </a:moveTo>
                <a:lnTo>
                  <a:pt x="3228975" y="0"/>
                </a:lnTo>
              </a:path>
            </a:pathLst>
          </a:custGeom>
          <a:noFill xmlns:a="http://schemas.openxmlformats.org/drawingml/2006/main"/>
          <a:ln xmlns:a="http://schemas.openxmlformats.org/drawingml/2006/main" w="17145">
            <a:solidFill>
              <a:srgbClr val="000000"/>
            </a:solidFill>
            <a:prstDash val="solid"/>
          </a:ln>
        </p:spPr>
      </p:sp>
      <p:sp>
        <p:nvSpPr>
          <p:cNvPr id="59" name="Checklist underline">
            <a:extLst xmlns:a="http://schemas.openxmlformats.org/drawingml/2006/main">
              <a:ext uri="{FF2B5EF4-FFF2-40B4-BE49-F238E27FC236}">
                <a16:creationId xmlns:a16="http://schemas.microsoft.com/office/drawing/2014/main" id="{4D319D79-2570-44BB-BC89-52A1A303D0E2}"/>
              </a:ext>
            </a:extLst>
          </p:cNvPr>
          <p:cNvSpPr>
            <a:spLocks xmlns:a="http://schemas.openxmlformats.org/drawingml/2006/main" noGrp="1"/>
          </p:cNvSpPr>
          <p:nvPr/>
        </p:nvSpPr>
        <p:spPr>
          <a:xfrm xmlns:a="http://schemas.openxmlformats.org/drawingml/2006/main">
            <a:off x="6629400" y="7496175"/>
            <a:ext cx="5067300" cy="191"/>
          </a:xfrm>
          <a:custGeom xmlns:a="http://schemas.openxmlformats.org/drawingml/2006/main">
            <a:pathLst>
              <a:path w="5067300" h="191">
                <a:moveTo>
                  <a:pt x="0" y="0"/>
                </a:moveTo>
                <a:lnTo>
                  <a:pt x="5067300" y="0"/>
                </a:lnTo>
              </a:path>
            </a:pathLst>
          </a:custGeom>
          <a:noFill xmlns:a="http://schemas.openxmlformats.org/drawingml/2006/main"/>
          <a:ln xmlns:a="http://schemas.openxmlformats.org/drawingml/2006/main" w="17145">
            <a:solidFill>
              <a:srgbClr val="000000"/>
            </a:solidFill>
            <a:prstDash val="solid"/>
          </a:ln>
        </p:spPr>
      </p:sp>
      <p:sp>
        <p:nvSpPr>
          <p:cNvPr id="60" name="Checklist underline">
            <a:extLst xmlns:a="http://schemas.openxmlformats.org/drawingml/2006/main">
              <a:ext uri="{FF2B5EF4-FFF2-40B4-BE49-F238E27FC236}">
                <a16:creationId xmlns:a16="http://schemas.microsoft.com/office/drawing/2014/main" id="{D070F139-FA03-48CB-8520-12DB6304002E}"/>
              </a:ext>
            </a:extLst>
          </p:cNvPr>
          <p:cNvSpPr>
            <a:spLocks xmlns:a="http://schemas.openxmlformats.org/drawingml/2006/main" noGrp="1"/>
          </p:cNvSpPr>
          <p:nvPr/>
        </p:nvSpPr>
        <p:spPr>
          <a:xfrm xmlns:a="http://schemas.openxmlformats.org/drawingml/2006/main">
            <a:off x="6638925" y="7905750"/>
            <a:ext cx="4610100" cy="191"/>
          </a:xfrm>
          <a:custGeom xmlns:a="http://schemas.openxmlformats.org/drawingml/2006/main">
            <a:pathLst>
              <a:path w="4610100" h="191">
                <a:moveTo>
                  <a:pt x="0" y="0"/>
                </a:moveTo>
                <a:lnTo>
                  <a:pt x="4610100" y="0"/>
                </a:lnTo>
              </a:path>
            </a:pathLst>
          </a:custGeom>
          <a:noFill xmlns:a="http://schemas.openxmlformats.org/drawingml/2006/main"/>
          <a:ln xmlns:a="http://schemas.openxmlformats.org/drawingml/2006/main" w="17145">
            <a:solidFill>
              <a:srgbClr val="000000"/>
            </a:solidFill>
            <a:prstDash val="solid"/>
          </a:ln>
        </p:spPr>
      </p:sp>
      <p:sp>
        <p:nvSpPr>
          <p:cNvPr id="61" name="Checklist underline">
            <a:extLst xmlns:a="http://schemas.openxmlformats.org/drawingml/2006/main">
              <a:ext uri="{FF2B5EF4-FFF2-40B4-BE49-F238E27FC236}">
                <a16:creationId xmlns:a16="http://schemas.microsoft.com/office/drawing/2014/main" id="{9835216B-5C4E-4B8F-82A9-EEC6B8461B17}"/>
              </a:ext>
            </a:extLst>
          </p:cNvPr>
          <p:cNvSpPr>
            <a:spLocks xmlns:a="http://schemas.openxmlformats.org/drawingml/2006/main" noGrp="1"/>
          </p:cNvSpPr>
          <p:nvPr/>
        </p:nvSpPr>
        <p:spPr>
          <a:xfrm xmlns:a="http://schemas.openxmlformats.org/drawingml/2006/main">
            <a:off x="6562725" y="8553450"/>
            <a:ext cx="6105525" cy="191"/>
          </a:xfrm>
          <a:custGeom xmlns:a="http://schemas.openxmlformats.org/drawingml/2006/main">
            <a:pathLst>
              <a:path w="6105525" h="191">
                <a:moveTo>
                  <a:pt x="0" y="0"/>
                </a:moveTo>
                <a:lnTo>
                  <a:pt x="6105525" y="0"/>
                </a:lnTo>
              </a:path>
            </a:pathLst>
          </a:custGeom>
          <a:noFill xmlns:a="http://schemas.openxmlformats.org/drawingml/2006/main"/>
          <a:ln xmlns:a="http://schemas.openxmlformats.org/drawingml/2006/main" w="17145">
            <a:solidFill>
              <a:srgbClr val="000000"/>
            </a:solidFill>
            <a:prstDash val="solid"/>
          </a:ln>
        </p:spPr>
      </p:sp>
      <p:sp>
        <p:nvSpPr>
          <p:cNvPr id="62" name="Checklist underline">
            <a:extLst xmlns:a="http://schemas.openxmlformats.org/drawingml/2006/main">
              <a:ext uri="{FF2B5EF4-FFF2-40B4-BE49-F238E27FC236}">
                <a16:creationId xmlns:a16="http://schemas.microsoft.com/office/drawing/2014/main" id="{8862D4A0-6F1F-4B07-951B-14AF341CCF6F}"/>
              </a:ext>
            </a:extLst>
          </p:cNvPr>
          <p:cNvSpPr>
            <a:spLocks xmlns:a="http://schemas.openxmlformats.org/drawingml/2006/main" noGrp="1"/>
          </p:cNvSpPr>
          <p:nvPr/>
        </p:nvSpPr>
        <p:spPr>
          <a:xfrm xmlns:a="http://schemas.openxmlformats.org/drawingml/2006/main">
            <a:off x="6562725" y="8953500"/>
            <a:ext cx="6315075" cy="191"/>
          </a:xfrm>
          <a:custGeom xmlns:a="http://schemas.openxmlformats.org/drawingml/2006/main">
            <a:pathLst>
              <a:path w="6315075" h="191">
                <a:moveTo>
                  <a:pt x="0" y="0"/>
                </a:moveTo>
                <a:lnTo>
                  <a:pt x="6315075" y="0"/>
                </a:lnTo>
              </a:path>
            </a:pathLst>
          </a:custGeom>
          <a:noFill xmlns:a="http://schemas.openxmlformats.org/drawingml/2006/main"/>
          <a:ln xmlns:a="http://schemas.openxmlformats.org/drawingml/2006/main" w="17145">
            <a:solidFill>
              <a:srgbClr val="000000"/>
            </a:solidFill>
            <a:prstDash val="solid"/>
          </a:ln>
        </p:spPr>
      </p:sp>
    </p:spTree>
    <p:extLst>
      <p:ext uri="{BB962C8B-B14F-4D97-AF65-F5344CB8AC3E}">
        <p14:creationId xmlns:p14="http://schemas.microsoft.com/office/powerpoint/2010/main" val="778456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2026-10-18T16:31:05.0510000Z</dcterms:created>
  <dcterms:modified xsi:type="dcterms:W3CDTF">2026-10-18T16:31:05.0510000Z</dcterms:modified>
</coreProperties>
</file>