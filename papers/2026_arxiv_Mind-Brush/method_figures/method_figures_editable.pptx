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fd166f6af2644b31" /><Relationship Type="http://schemas.openxmlformats.org/officeDocument/2006/relationships/extended-properties" Target="/docProps/app.xml" Id="Recc366a29d2b4b02" /><Relationship Type="http://schemas.openxmlformats.org/officeDocument/2006/relationships/officeDocument" Target="/ppt/presentation.xml" Id="Rc44a164f61004ad9" /></Relationships>
</file>

<file path=ppt/presentation.xml><?xml version="1.0" encoding="utf-8"?>
<p:presentation xmlns:p="http://schemas.openxmlformats.org/presentationml/2006/main">
  <p:sldMasterIdLst>
    <p:sldMasterId xmlns:r="http://schemas.openxmlformats.org/officeDocument/2006/relationships" id="2147483648" r:id="R1d7f11714b9048a9"/>
  </p:sldMasterIdLst>
  <p:notesMasterIdLst>
    <p:notesMasterId xmlns:r="http://schemas.openxmlformats.org/officeDocument/2006/relationships" r:id="Rf02acb36c7274012"/>
  </p:notesMasterIdLst>
  <p:sldIdLst>
    <p:sldId xmlns:r="http://schemas.openxmlformats.org/officeDocument/2006/relationships" id="256" r:id="Re4463229b3704f3b"/>
    <p:sldId xmlns:r="http://schemas.openxmlformats.org/officeDocument/2006/relationships" id="257" r:id="R0960c8d9bbfd4112"/>
    <p:sldId xmlns:r="http://schemas.openxmlformats.org/officeDocument/2006/relationships" id="258" r:id="R906a6a067fc646b0"/>
  </p:sldIdLst>
  <p:sldSz cx="19507200" cy="10334625"/>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f8fd1a3619784cef" /><Relationship Type="http://schemas.openxmlformats.org/officeDocument/2006/relationships/slideMaster" Target="/ppt/slideMasters/slideMaster1.xml" Id="R1d7f11714b9048a9" /><Relationship Type="http://schemas.openxmlformats.org/officeDocument/2006/relationships/notesMaster" Target="/ppt/notesMasters/notesMaster1.xml" Id="Rf02acb36c7274012" /><Relationship Type="http://schemas.openxmlformats.org/officeDocument/2006/relationships/presProps" Target="/ppt/presProps.xml" Id="Rb2e6881edf8542a4" /><Relationship Type="http://schemas.openxmlformats.org/officeDocument/2006/relationships/tableStyles" Target="/ppt/tableStyles.xml" Id="R9df737f74f4347bb" /><Relationship Type="http://schemas.openxmlformats.org/officeDocument/2006/relationships/slide" Target="/ppt/slides/slide1.xml" Id="Re4463229b3704f3b" /><Relationship Type="http://schemas.openxmlformats.org/officeDocument/2006/relationships/slide" Target="/ppt/slides/slide2.xml" Id="R0960c8d9bbfd4112" /><Relationship Type="http://schemas.openxmlformats.org/officeDocument/2006/relationships/slide" Target="/ppt/slides/slide3.xml" Id="R906a6a067fc646b0"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91a778080be94004"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1c7e134a23b54fa6" /><Relationship Type="http://schemas.openxmlformats.org/officeDocument/2006/relationships/notesMaster" Target="/ppt/notesMasters/notesMaster1.xml" Id="R90ed671daa734142" /></Relationships>
</file>

<file path=ppt/notesSlides/_rels/notesSlide2.xml.rels>&#65279;<?xml version="1.0" encoding="utf-8"?><Relationships xmlns="http://schemas.openxmlformats.org/package/2006/relationships"><Relationship Type="http://schemas.openxmlformats.org/officeDocument/2006/relationships/slide" Target="/ppt/slides/slide2.xml" Id="R7d7cc9551a3e4bff" /><Relationship Type="http://schemas.openxmlformats.org/officeDocument/2006/relationships/notesMaster" Target="/ppt/notesMasters/notesMaster1.xml" Id="Rc6feaccaf5104b07" /></Relationships>
</file>

<file path=ppt/notesSlides/_rels/notesSlide3.xml.rels>&#65279;<?xml version="1.0" encoding="utf-8"?><Relationships xmlns="http://schemas.openxmlformats.org/package/2006/relationships"><Relationship Type="http://schemas.openxmlformats.org/officeDocument/2006/relationships/slide" Target="/ppt/slides/slide3.xml" Id="R3e287ca69dc646a3" /><Relationship Type="http://schemas.openxmlformats.org/officeDocument/2006/relationships/notesMaster" Target="/ppt/notesMasters/notesMaster1.xml" Id="R363fd83ab6f64fc4"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ReFigure editable reconstruction, not author-provided PowerPoint.</a:t>
            </a:r>
          </a:p>
          <a:p xmlns:a="http://schemas.openxmlformats.org/drawingml/2006/main">
            <a:r>
              <a:t>fig1 cognitive generation capability overview</a:t>
            </a:r>
          </a:p>
          <a:p xmlns:a="http://schemas.openxmlformats.org/drawingml/2006/main">
            <a:r>
              <a:t>Source: https://arxiv.org/abs/2602.01756v1</a:t>
            </a:r>
          </a:p>
          <a:p xmlns:a="http://schemas.openxmlformats.org/drawingml/2006/main">
            <a:r>
              <a:t>Approved image: fig1_cognitive_generation_capability_overview.png; SHA-256: 8fbc88250aa1a109cc053d83fe3cb5cb35af1cd369f8d2dd87c25d39dc70d3de.</a:t>
            </a:r>
          </a:p>
          <a:p xmlns:a="http://schemas.openxmlformats.org/drawingml/2006/main">
            <a:r>
              <a:t>Diagram containers, arrows and readable narrative labels are native editable PowerPoint objects. Arrows are editable freeform paths, not endpoint-bound connectors. Photographs, generated scientific example images, retrieved-image strips, maps, logos, heraldic artwork and complex pictograms remain 49 independent raster objects; their internal pixels and embedded example labels are not editable. Some central MindBrush logo lettering belongs to original logo artwork. The annotated scoreboard and geometry examples remain unmodified raster evidence, not native charts or recreated measurements.</a:t>
            </a:r>
          </a:p>
          <a:p xmlns:a="http://schemas.openxmlformats.org/drawingml/2006/main">
            <a:r>
              <a:t>Font approximation: Comic Sans MS. Chinese characters use platform font fallback. Mixed weight, dotted spacing, gradients, shadows, borders and antialiasing have minor visual approximations. This is not pixel-identical rendering or the authors' original source.</a:t>
            </a:r>
          </a:p>
          <a:p xmlns:a="http://schemas.openxmlformats.org/drawingml/2006/main">
            <a:r>
              <a:t>Final-file renderer: Artifact Tool PPTX export/import roundtrip. This is not a PowerPoint application compatibility test.</a:t>
            </a:r>
          </a:p>
          <a:p xmlns:a="http://schemas.openxmlformats.org/drawingml/2006/main">
            <a:r>
              <a:t>Paper: Mind-Brush: Integrating Agentic Cognitive Search and Reasoning into Image Generation.</a:t>
            </a:r>
          </a:p>
          <a:p xmlns:a="http://schemas.openxmlformats.org/drawingml/2006/main">
            <a:r>
              <a:t>Authors: Jun He, Junyan Ye, Zilong Huang, Dongzhi Jiang, Chenjue Zhang, Leqi Zhu, Renrui Zhang, Xiang Zhang, Weijia Li.</a:t>
            </a:r>
          </a:p>
          <a:p xmlns:a="http://schemas.openxmlformats.org/drawingml/2006/main">
            <a:r>
              <a:t>Paper license: CC BY 4.0, https://creativecommons.org/licenses/by/4.0/. Third-party imagery retains its own conditions; see paper Appendix B.3. ReFigure adaptation reconstructs the layout and editable diagram objects.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ReFigure editable reconstruction, not author-provided PowerPoint.</a:t>
            </a:r>
          </a:p>
          <a:p xmlns:a="http://schemas.openxmlformats.org/drawingml/2006/main">
            <a:r>
              <a:t>fig2 mind brush framework</a:t>
            </a:r>
          </a:p>
          <a:p xmlns:a="http://schemas.openxmlformats.org/drawingml/2006/main">
            <a:r>
              <a:t>Source: https://arxiv.org/abs/2602.01756v1</a:t>
            </a:r>
          </a:p>
          <a:p xmlns:a="http://schemas.openxmlformats.org/drawingml/2006/main">
            <a:r>
              <a:t>Approved image: fig2_mind_brush_framework.png; SHA-256: c774d1026df3ac246e2e84a469675ff5d5d90dfa5df4aaafe3a4350eb289939d.</a:t>
            </a:r>
          </a:p>
          <a:p xmlns:a="http://schemas.openxmlformats.org/drawingml/2006/main">
            <a:r>
              <a:t>Diagram containers, arrows and readable narrative labels are native editable PowerPoint objects. Arrows are editable freeform paths, not endpoint-bound connectors. Photographs, generated scientific example images, retrieved-image strips, maps, logos, heraldic artwork and complex pictograms remain 46 independent raster objects; their internal pixels and embedded example labels are not editable. Some central MindBrush logo lettering belongs to original logo artwork. The annotated scoreboard and geometry examples remain unmodified raster evidence, not native charts or recreated measurements.</a:t>
            </a:r>
          </a:p>
          <a:p xmlns:a="http://schemas.openxmlformats.org/drawingml/2006/main">
            <a:r>
              <a:t>Font approximation: Comic Sans MS. Chinese characters use platform font fallback. Mixed weight, dotted spacing, gradients, shadows, borders and antialiasing have minor visual approximations. This is not pixel-identical rendering or the authors' original source.</a:t>
            </a:r>
          </a:p>
          <a:p xmlns:a="http://schemas.openxmlformats.org/drawingml/2006/main">
            <a:r>
              <a:t>Final-file renderer: Artifact Tool PPTX export/import roundtrip. This is not a PowerPoint application compatibility test.</a:t>
            </a:r>
          </a:p>
          <a:p xmlns:a="http://schemas.openxmlformats.org/drawingml/2006/main">
            <a:r>
              <a:t>Paper: Mind-Brush: Integrating Agentic Cognitive Search and Reasoning into Image Generation.</a:t>
            </a:r>
          </a:p>
          <a:p xmlns:a="http://schemas.openxmlformats.org/drawingml/2006/main">
            <a:r>
              <a:t>Authors: Jun He, Junyan Ye, Zilong Huang, Dongzhi Jiang, Chenjue Zhang, Leqi Zhu, Renrui Zhang, Xiang Zhang, Weijia Li.</a:t>
            </a:r>
          </a:p>
          <a:p xmlns:a="http://schemas.openxmlformats.org/drawingml/2006/main">
            <a:r>
              <a:t>Paper license: CC BY 4.0, https://creativecommons.org/licenses/by/4.0/. Third-party imagery retains its own conditions; see paper Appendix B.3. ReFigure adaptation reconstructs the layout and editable diagram objects.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ReFigure editable reconstruction, not author-provided PowerPoint.</a:t>
            </a:r>
          </a:p>
          <a:p xmlns:a="http://schemas.openxmlformats.org/drawingml/2006/main">
            <a:r>
              <a:t>fig3 checklist based strict accuracy evaluation</a:t>
            </a:r>
          </a:p>
          <a:p xmlns:a="http://schemas.openxmlformats.org/drawingml/2006/main">
            <a:r>
              <a:t>Source: https://arxiv.org/abs/2602.01756v1</a:t>
            </a:r>
          </a:p>
          <a:p xmlns:a="http://schemas.openxmlformats.org/drawingml/2006/main">
            <a:r>
              <a:t>Approved image: fig3_checklist_based_strict_accuracy_evaluation.png; SHA-256: 96a0a48db8c6030015031b0c16a61874a33d543d4b4bb19c4e7f94339871047a.</a:t>
            </a:r>
          </a:p>
          <a:p xmlns:a="http://schemas.openxmlformats.org/drawingml/2006/main">
            <a:r>
              <a:t>Diagram containers, arrows and readable narrative labels are native editable PowerPoint objects. Arrows are editable freeform paths, not endpoint-bound connectors. Photographs, generated scientific example images, retrieved-image strips, maps, logos, heraldic artwork and complex pictograms remain 5 independent raster objects; their internal pixels and embedded example labels are not editable. Some central MindBrush logo lettering belongs to original logo artwork. The annotated scoreboard and geometry examples remain unmodified raster evidence, not native charts or recreated measurements.</a:t>
            </a:r>
          </a:p>
          <a:p xmlns:a="http://schemas.openxmlformats.org/drawingml/2006/main">
            <a:r>
              <a:t>Font approximation: Arial. Chinese characters use platform font fallback. Mixed weight, dotted spacing, gradients, shadows, borders and antialiasing have minor visual approximations. This is not pixel-identical rendering or the authors' original source.</a:t>
            </a:r>
          </a:p>
          <a:p xmlns:a="http://schemas.openxmlformats.org/drawingml/2006/main">
            <a:r>
              <a:t>Final-file renderer: Artifact Tool PPTX export/import roundtrip. This is not a PowerPoint application compatibility test.</a:t>
            </a:r>
          </a:p>
          <a:p xmlns:a="http://schemas.openxmlformats.org/drawingml/2006/main">
            <a:r>
              <a:t>Paper: Mind-Brush: Integrating Agentic Cognitive Search and Reasoning into Image Generation.</a:t>
            </a:r>
          </a:p>
          <a:p xmlns:a="http://schemas.openxmlformats.org/drawingml/2006/main">
            <a:r>
              <a:t>Authors: Jun He, Junyan Ye, Zilong Huang, Dongzhi Jiang, Chenjue Zhang, Leqi Zhu, Renrui Zhang, Xiang Zhang, Weijia Li.</a:t>
            </a:r>
          </a:p>
          <a:p xmlns:a="http://schemas.openxmlformats.org/drawingml/2006/main">
            <a:r>
              <a:t>Paper license: CC BY 4.0, https://creativecommons.org/licenses/by/4.0/. Third-party imagery retains its own conditions; see paper Appendix B.3. ReFigure adaptation reconstructs the layout and editable diagram objects.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21d296d2f8304737"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2393d5674cb14fa7"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2055022e7b1e4cfb"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bc429509fbd540db"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088305a7ff314e63"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c2216304da854f13"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1124FD3B-02F7-467B-9906-99A3C72B9267}"/>
              </a:ext>
            </a:extLst>
          </p:cNvPr>
          <p:cNvSpPr>
            <a:spLocks xmlns:a="http://schemas.openxmlformats.org/drawingml/2006/main" noGrp="1"/>
          </p:cNvSpPr>
          <p:nvPr>
            <p:ph type="title" idx="0"/>
          </p:nvPr>
        </p:nvSpPr>
        <p:spPr>
          <a:xfrm xmlns:a="http://schemas.openxmlformats.org/drawingml/2006/main">
            <a:off x="1950720" y="3904192"/>
            <a:ext cx="15605760" cy="1492779"/>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7233"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BB4CF03B-2618-43D1-8216-1386E9ACF99B}"/>
              </a:ext>
            </a:extLst>
          </p:cNvPr>
          <p:cNvSpPr>
            <a:spLocks xmlns:a="http://schemas.openxmlformats.org/drawingml/2006/main" noGrp="1"/>
          </p:cNvSpPr>
          <p:nvPr>
            <p:ph type="subTitle" idx="1"/>
          </p:nvPr>
        </p:nvSpPr>
        <p:spPr>
          <a:xfrm xmlns:a="http://schemas.openxmlformats.org/drawingml/2006/main">
            <a:off x="2926080" y="5684044"/>
            <a:ext cx="13655040" cy="1148292"/>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3165" b="0">
                <a:solidFill>
                  <a:schemeClr val="tx1"/>
                </a:solidFill>
                <a:latin typeface="+mn-lt"/>
                <a:ea typeface="+mn-lt"/>
                <a:cs typeface="+mn-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90A73537-8239-4AB8-8C41-0925C68A2EB5}"/>
              </a:ext>
            </a:extLst>
          </p:cNvPr>
          <p:cNvSpPr>
            <a:spLocks xmlns:a="http://schemas.openxmlformats.org/drawingml/2006/main" noGrp="1"/>
          </p:cNvSpPr>
          <p:nvPr>
            <p:ph type="title" idx="0"/>
          </p:nvPr>
        </p:nvSpPr>
        <p:spPr>
          <a:xfrm xmlns:a="http://schemas.openxmlformats.org/drawingml/2006/main">
            <a:off x="1950720" y="4306094"/>
            <a:ext cx="15605760" cy="1722438"/>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6329"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4DC355BE-35F5-4C87-A66C-C4B0E108E786}"/>
              </a:ext>
            </a:extLst>
          </p:cNvPr>
          <p:cNvSpPr>
            <a:spLocks xmlns:a="http://schemas.openxmlformats.org/drawingml/2006/main" noGrp="1"/>
          </p:cNvSpPr>
          <p:nvPr>
            <p:ph type="title" idx="0"/>
          </p:nvPr>
        </p:nvSpPr>
        <p:spPr>
          <a:xfrm xmlns:a="http://schemas.openxmlformats.org/drawingml/2006/main">
            <a:off x="1097280" y="803804"/>
            <a:ext cx="17312640" cy="1263121"/>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4973"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28F22A7E-8686-485A-B4BA-F854DF3E7AC7}"/>
              </a:ext>
            </a:extLst>
          </p:cNvPr>
          <p:cNvSpPr>
            <a:spLocks xmlns:a="http://schemas.openxmlformats.org/drawingml/2006/main" noGrp="1"/>
          </p:cNvSpPr>
          <p:nvPr>
            <p:ph type="body" idx="1"/>
          </p:nvPr>
        </p:nvSpPr>
        <p:spPr>
          <a:xfrm xmlns:a="http://schemas.openxmlformats.org/drawingml/2006/main">
            <a:off x="1097280" y="2870729"/>
            <a:ext cx="17312640" cy="6430433"/>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91" b="0">
                <a:solidFill>
                  <a:schemeClr val="tx1"/>
                </a:solidFill>
                <a:latin typeface="+mn-lt"/>
                <a:ea typeface="+mn-lt"/>
                <a:cs typeface="+mn-lt"/>
              </a:defRPr>
            </a:defPPr>
            <a:lvl1pPr marL="344488" indent="-344487">
              <a:lnSpc>
                <a:spcPct val="110000"/>
              </a:lnSpc>
              <a:spcBef>
                <a:spcPts val="0"/>
              </a:spcBef>
              <a:spcAft>
                <a:spcPts val="1808"/>
              </a:spcAft>
              <a:buChar char="•"/>
            </a:lvl1pPr>
            <a:lvl2pPr marL="803804" indent="-344487">
              <a:lnSpc>
                <a:spcPct val="110000"/>
              </a:lnSpc>
              <a:spcBef>
                <a:spcPts val="0"/>
              </a:spcBef>
              <a:spcAft>
                <a:spcPts val="1808"/>
              </a:spcAft>
              <a:buChar char="•"/>
            </a:lvl2pPr>
            <a:lvl3pPr marL="1263121" indent="-344487">
              <a:lnSpc>
                <a:spcPct val="110000"/>
              </a:lnSpc>
              <a:spcBef>
                <a:spcPts val="0"/>
              </a:spcBef>
              <a:spcAft>
                <a:spcPts val="1808"/>
              </a:spcAft>
              <a:buChar char="•"/>
            </a:lvl3pPr>
            <a:lvl4pPr marL="1722438" indent="-344487">
              <a:lnSpc>
                <a:spcPct val="110000"/>
              </a:lnSpc>
              <a:spcBef>
                <a:spcPts val="0"/>
              </a:spcBef>
              <a:spcAft>
                <a:spcPts val="1808"/>
              </a:spcAft>
              <a:buChar char="•"/>
            </a:lvl4pPr>
            <a:lvl5pPr marL="2181754" indent="-344487">
              <a:lnSpc>
                <a:spcPct val="110000"/>
              </a:lnSpc>
              <a:spcBef>
                <a:spcPts val="0"/>
              </a:spcBef>
              <a:spcAft>
                <a:spcPts val="1808"/>
              </a:spcAft>
              <a:buChar char="•"/>
            </a:lvl5pPr>
            <a:lvl6pPr marL="2641071" indent="-344487">
              <a:lnSpc>
                <a:spcPct val="110000"/>
              </a:lnSpc>
              <a:spcBef>
                <a:spcPts val="0"/>
              </a:spcBef>
              <a:spcAft>
                <a:spcPts val="1808"/>
              </a:spcAft>
              <a:buChar char="•"/>
            </a:lvl6pPr>
            <a:lvl7pPr marL="3100388" indent="-344487">
              <a:lnSpc>
                <a:spcPct val="110000"/>
              </a:lnSpc>
              <a:spcBef>
                <a:spcPts val="0"/>
              </a:spcBef>
              <a:spcAft>
                <a:spcPts val="1808"/>
              </a:spcAft>
              <a:buChar char="•"/>
            </a:lvl7pPr>
            <a:lvl8pPr marL="3559704" indent="-344487">
              <a:lnSpc>
                <a:spcPct val="110000"/>
              </a:lnSpc>
              <a:spcBef>
                <a:spcPts val="0"/>
              </a:spcBef>
              <a:spcAft>
                <a:spcPts val="1808"/>
              </a:spcAft>
              <a:buChar char="•"/>
            </a:lvl8pPr>
            <a:lvl9pPr marL="4019021" indent="-344487">
              <a:lnSpc>
                <a:spcPct val="110000"/>
              </a:lnSpc>
              <a:spcBef>
                <a:spcPts val="0"/>
              </a:spcBef>
              <a:spcAft>
                <a:spcPts val="1808"/>
              </a:spcAft>
              <a:buChar cha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20D38F31-0457-42A3-859F-5B3983EE4A97}"/>
              </a:ext>
            </a:extLst>
          </p:cNvPr>
          <p:cNvSpPr>
            <a:spLocks xmlns:a="http://schemas.openxmlformats.org/drawingml/2006/main" noGrp="1"/>
          </p:cNvSpPr>
          <p:nvPr>
            <p:ph type="title" idx="0"/>
          </p:nvPr>
        </p:nvSpPr>
        <p:spPr>
          <a:xfrm xmlns:a="http://schemas.openxmlformats.org/drawingml/2006/main">
            <a:off x="1097280" y="803804"/>
            <a:ext cx="17312640" cy="1263121"/>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4973"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8B5E497A-F017-4157-AE3C-8E43675487AF}"/>
              </a:ext>
            </a:extLst>
          </p:cNvPr>
          <p:cNvSpPr>
            <a:spLocks xmlns:a="http://schemas.openxmlformats.org/drawingml/2006/main" noGrp="1"/>
          </p:cNvSpPr>
          <p:nvPr>
            <p:ph type="body" idx="1"/>
          </p:nvPr>
        </p:nvSpPr>
        <p:spPr>
          <a:xfrm xmlns:a="http://schemas.openxmlformats.org/drawingml/2006/main">
            <a:off x="1097280" y="2870729"/>
            <a:ext cx="8046720" cy="6430433"/>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165" b="0">
                <a:solidFill>
                  <a:schemeClr val="tx1"/>
                </a:solidFill>
                <a:latin typeface="+mn-lt"/>
                <a:ea typeface="+mn-lt"/>
                <a:cs typeface="+mn-lt"/>
              </a:defRPr>
            </a:defPPr>
            <a:lvl1pPr marL="344488" indent="-344487">
              <a:lnSpc>
                <a:spcPct val="110000"/>
              </a:lnSpc>
              <a:spcBef>
                <a:spcPts val="0"/>
              </a:spcBef>
              <a:spcAft>
                <a:spcPts val="1808"/>
              </a:spcAft>
              <a:buChar char="•"/>
            </a:lvl1pPr>
            <a:lvl2pPr marL="803804" indent="-344487">
              <a:lnSpc>
                <a:spcPct val="110000"/>
              </a:lnSpc>
              <a:spcBef>
                <a:spcPts val="0"/>
              </a:spcBef>
              <a:spcAft>
                <a:spcPts val="1808"/>
              </a:spcAft>
              <a:buChar char="•"/>
            </a:lvl2pPr>
            <a:lvl3pPr marL="1263121" indent="-344487">
              <a:lnSpc>
                <a:spcPct val="110000"/>
              </a:lnSpc>
              <a:spcBef>
                <a:spcPts val="0"/>
              </a:spcBef>
              <a:spcAft>
                <a:spcPts val="1808"/>
              </a:spcAft>
              <a:buChar char="•"/>
            </a:lvl3pPr>
            <a:lvl4pPr marL="1722438" indent="-344487">
              <a:lnSpc>
                <a:spcPct val="110000"/>
              </a:lnSpc>
              <a:spcBef>
                <a:spcPts val="0"/>
              </a:spcBef>
              <a:spcAft>
                <a:spcPts val="1808"/>
              </a:spcAft>
              <a:buChar char="•"/>
            </a:lvl4pPr>
            <a:lvl5pPr marL="2181754" indent="-344487">
              <a:lnSpc>
                <a:spcPct val="110000"/>
              </a:lnSpc>
              <a:spcBef>
                <a:spcPts val="0"/>
              </a:spcBef>
              <a:spcAft>
                <a:spcPts val="1808"/>
              </a:spcAft>
              <a:buChar char="•"/>
            </a:lvl5pPr>
            <a:lvl6pPr marL="2641071" indent="-344487">
              <a:lnSpc>
                <a:spcPct val="110000"/>
              </a:lnSpc>
              <a:spcBef>
                <a:spcPts val="0"/>
              </a:spcBef>
              <a:spcAft>
                <a:spcPts val="1808"/>
              </a:spcAft>
              <a:buChar char="•"/>
            </a:lvl6pPr>
            <a:lvl7pPr marL="3100388" indent="-344487">
              <a:lnSpc>
                <a:spcPct val="110000"/>
              </a:lnSpc>
              <a:spcBef>
                <a:spcPts val="0"/>
              </a:spcBef>
              <a:spcAft>
                <a:spcPts val="1808"/>
              </a:spcAft>
              <a:buChar char="•"/>
            </a:lvl7pPr>
            <a:lvl8pPr marL="3559704" indent="-344487">
              <a:lnSpc>
                <a:spcPct val="110000"/>
              </a:lnSpc>
              <a:spcBef>
                <a:spcPts val="0"/>
              </a:spcBef>
              <a:spcAft>
                <a:spcPts val="1808"/>
              </a:spcAft>
              <a:buChar char="•"/>
            </a:lvl8pPr>
            <a:lvl9pPr marL="4019021" indent="-344487">
              <a:lnSpc>
                <a:spcPct val="110000"/>
              </a:lnSpc>
              <a:spcBef>
                <a:spcPts val="0"/>
              </a:spcBef>
              <a:spcAft>
                <a:spcPts val="1808"/>
              </a:spcAft>
              <a:buChar cha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81662556-7DB8-440B-9352-2CE01E1E6372}"/>
              </a:ext>
            </a:extLst>
          </p:cNvPr>
          <p:cNvSpPr>
            <a:spLocks xmlns:a="http://schemas.openxmlformats.org/drawingml/2006/main" noGrp="1"/>
          </p:cNvSpPr>
          <p:nvPr>
            <p:ph type="body" idx="2"/>
          </p:nvPr>
        </p:nvSpPr>
        <p:spPr>
          <a:xfrm xmlns:a="http://schemas.openxmlformats.org/drawingml/2006/main">
            <a:off x="10363200" y="2870729"/>
            <a:ext cx="8046720" cy="6430433"/>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165" b="0">
                <a:solidFill>
                  <a:schemeClr val="tx1"/>
                </a:solidFill>
                <a:latin typeface="+mn-lt"/>
                <a:ea typeface="+mn-lt"/>
                <a:cs typeface="+mn-lt"/>
              </a:defRPr>
            </a:defPPr>
            <a:lvl1pPr marL="344488" indent="-344487">
              <a:lnSpc>
                <a:spcPct val="110000"/>
              </a:lnSpc>
              <a:spcBef>
                <a:spcPts val="0"/>
              </a:spcBef>
              <a:spcAft>
                <a:spcPts val="1808"/>
              </a:spcAft>
              <a:buChar char="•"/>
            </a:lvl1pPr>
            <a:lvl2pPr marL="803804" indent="-344487">
              <a:lnSpc>
                <a:spcPct val="110000"/>
              </a:lnSpc>
              <a:spcBef>
                <a:spcPts val="0"/>
              </a:spcBef>
              <a:spcAft>
                <a:spcPts val="1808"/>
              </a:spcAft>
              <a:buChar char="•"/>
            </a:lvl2pPr>
            <a:lvl3pPr marL="1263121" indent="-344487">
              <a:lnSpc>
                <a:spcPct val="110000"/>
              </a:lnSpc>
              <a:spcBef>
                <a:spcPts val="0"/>
              </a:spcBef>
              <a:spcAft>
                <a:spcPts val="1808"/>
              </a:spcAft>
              <a:buChar char="•"/>
            </a:lvl3pPr>
            <a:lvl4pPr marL="1722438" indent="-344487">
              <a:lnSpc>
                <a:spcPct val="110000"/>
              </a:lnSpc>
              <a:spcBef>
                <a:spcPts val="0"/>
              </a:spcBef>
              <a:spcAft>
                <a:spcPts val="1808"/>
              </a:spcAft>
              <a:buChar char="•"/>
            </a:lvl4pPr>
            <a:lvl5pPr marL="2181754" indent="-344487">
              <a:lnSpc>
                <a:spcPct val="110000"/>
              </a:lnSpc>
              <a:spcBef>
                <a:spcPts val="0"/>
              </a:spcBef>
              <a:spcAft>
                <a:spcPts val="1808"/>
              </a:spcAft>
              <a:buChar char="•"/>
            </a:lvl5pPr>
            <a:lvl6pPr marL="2641071" indent="-344487">
              <a:lnSpc>
                <a:spcPct val="110000"/>
              </a:lnSpc>
              <a:spcBef>
                <a:spcPts val="0"/>
              </a:spcBef>
              <a:spcAft>
                <a:spcPts val="1808"/>
              </a:spcAft>
              <a:buChar char="•"/>
            </a:lvl6pPr>
            <a:lvl7pPr marL="3100388" indent="-344487">
              <a:lnSpc>
                <a:spcPct val="110000"/>
              </a:lnSpc>
              <a:spcBef>
                <a:spcPts val="0"/>
              </a:spcBef>
              <a:spcAft>
                <a:spcPts val="1808"/>
              </a:spcAft>
              <a:buChar char="•"/>
            </a:lvl7pPr>
            <a:lvl8pPr marL="3559704" indent="-344487">
              <a:lnSpc>
                <a:spcPct val="110000"/>
              </a:lnSpc>
              <a:spcBef>
                <a:spcPts val="0"/>
              </a:spcBef>
              <a:spcAft>
                <a:spcPts val="1808"/>
              </a:spcAft>
              <a:buChar char="•"/>
            </a:lvl8pPr>
            <a:lvl9pPr marL="4019021" indent="-344487">
              <a:lnSpc>
                <a:spcPct val="110000"/>
              </a:lnSpc>
              <a:spcBef>
                <a:spcPts val="0"/>
              </a:spcBef>
              <a:spcAft>
                <a:spcPts val="1808"/>
              </a:spcAft>
              <a:buChar cha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6114FB4C-C0A6-4554-8F03-CD2010807F4F}"/>
              </a:ext>
            </a:extLst>
          </p:cNvPr>
          <p:cNvSpPr>
            <a:spLocks xmlns:a="http://schemas.openxmlformats.org/drawingml/2006/main" noGrp="1"/>
          </p:cNvSpPr>
          <p:nvPr>
            <p:ph type="title" idx="0"/>
          </p:nvPr>
        </p:nvSpPr>
        <p:spPr>
          <a:xfrm xmlns:a="http://schemas.openxmlformats.org/drawingml/2006/main">
            <a:off x="1097280" y="803804"/>
            <a:ext cx="17312640" cy="1263121"/>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4973"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F9095CDC-15BB-4EBE-BE84-2374395A1C6B}"/>
              </a:ext>
            </a:extLst>
          </p:cNvPr>
          <p:cNvSpPr>
            <a:spLocks xmlns:a="http://schemas.openxmlformats.org/drawingml/2006/main" noGrp="1"/>
          </p:cNvSpPr>
          <p:nvPr>
            <p:ph type="body" idx="1"/>
          </p:nvPr>
        </p:nvSpPr>
        <p:spPr>
          <a:xfrm xmlns:a="http://schemas.openxmlformats.org/drawingml/2006/main">
            <a:off x="1097280" y="2870729"/>
            <a:ext cx="8046720" cy="6430433"/>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91" b="0">
                <a:solidFill>
                  <a:schemeClr val="tx1"/>
                </a:solidFill>
                <a:latin typeface="+mn-lt"/>
                <a:ea typeface="+mn-lt"/>
                <a:cs typeface="+mn-lt"/>
              </a:defRPr>
            </a:defPPr>
            <a:lvl1pPr marL="344488" indent="-344487">
              <a:lnSpc>
                <a:spcPct val="110000"/>
              </a:lnSpc>
              <a:spcBef>
                <a:spcPts val="0"/>
              </a:spcBef>
              <a:spcAft>
                <a:spcPts val="1808"/>
              </a:spcAft>
              <a:buChar char="•"/>
            </a:lvl1pPr>
            <a:lvl2pPr marL="803804" indent="-344487">
              <a:lnSpc>
                <a:spcPct val="110000"/>
              </a:lnSpc>
              <a:spcBef>
                <a:spcPts val="0"/>
              </a:spcBef>
              <a:spcAft>
                <a:spcPts val="1808"/>
              </a:spcAft>
              <a:buChar char="•"/>
            </a:lvl2pPr>
            <a:lvl3pPr marL="1263121" indent="-344487">
              <a:lnSpc>
                <a:spcPct val="110000"/>
              </a:lnSpc>
              <a:spcBef>
                <a:spcPts val="0"/>
              </a:spcBef>
              <a:spcAft>
                <a:spcPts val="1808"/>
              </a:spcAft>
              <a:buChar char="•"/>
            </a:lvl3pPr>
            <a:lvl4pPr marL="1722438" indent="-344487">
              <a:lnSpc>
                <a:spcPct val="110000"/>
              </a:lnSpc>
              <a:spcBef>
                <a:spcPts val="0"/>
              </a:spcBef>
              <a:spcAft>
                <a:spcPts val="1808"/>
              </a:spcAft>
              <a:buChar char="•"/>
            </a:lvl4pPr>
            <a:lvl5pPr marL="2181754" indent="-344487">
              <a:lnSpc>
                <a:spcPct val="110000"/>
              </a:lnSpc>
              <a:spcBef>
                <a:spcPts val="0"/>
              </a:spcBef>
              <a:spcAft>
                <a:spcPts val="1808"/>
              </a:spcAft>
              <a:buChar char="•"/>
            </a:lvl5pPr>
            <a:lvl6pPr marL="2641071" indent="-344487">
              <a:lnSpc>
                <a:spcPct val="110000"/>
              </a:lnSpc>
              <a:spcBef>
                <a:spcPts val="0"/>
              </a:spcBef>
              <a:spcAft>
                <a:spcPts val="1808"/>
              </a:spcAft>
              <a:buChar char="•"/>
            </a:lvl6pPr>
            <a:lvl7pPr marL="3100388" indent="-344487">
              <a:lnSpc>
                <a:spcPct val="110000"/>
              </a:lnSpc>
              <a:spcBef>
                <a:spcPts val="0"/>
              </a:spcBef>
              <a:spcAft>
                <a:spcPts val="1808"/>
              </a:spcAft>
              <a:buChar char="•"/>
            </a:lvl7pPr>
            <a:lvl8pPr marL="3559704" indent="-344487">
              <a:lnSpc>
                <a:spcPct val="110000"/>
              </a:lnSpc>
              <a:spcBef>
                <a:spcPts val="0"/>
              </a:spcBef>
              <a:spcAft>
                <a:spcPts val="1808"/>
              </a:spcAft>
              <a:buChar char="•"/>
            </a:lvl8pPr>
            <a:lvl9pPr marL="4019021" indent="-344487">
              <a:lnSpc>
                <a:spcPct val="110000"/>
              </a:lnSpc>
              <a:spcBef>
                <a:spcPts val="0"/>
              </a:spcBef>
              <a:spcAft>
                <a:spcPts val="1808"/>
              </a:spcAft>
              <a:buChar cha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76624dab973a4d7c" /><Relationship Type="http://schemas.openxmlformats.org/officeDocument/2006/relationships/slideLayout" Target="/ppt/slideLayouts/slideLayout1.xml" Id="Rdb063f135cce49a0" /><Relationship Type="http://schemas.openxmlformats.org/officeDocument/2006/relationships/slideLayout" Target="/ppt/slideLayouts/slideLayout2.xml" Id="R6a023f091efd481a" /><Relationship Type="http://schemas.openxmlformats.org/officeDocument/2006/relationships/slideLayout" Target="/ppt/slideLayouts/slideLayout3.xml" Id="Rdb663828b3a04a32" /><Relationship Type="http://schemas.openxmlformats.org/officeDocument/2006/relationships/slideLayout" Target="/ppt/slideLayouts/slideLayout4.xml" Id="R51984538447f4966" /><Relationship Type="http://schemas.openxmlformats.org/officeDocument/2006/relationships/slideLayout" Target="/ppt/slideLayouts/slideLayout5.xml" Id="R8dc5e69680da451a" /><Relationship Type="http://schemas.openxmlformats.org/officeDocument/2006/relationships/slideLayout" Target="/ppt/slideLayouts/slideLayout6.xml" Id="Rd943f77af8e5406f"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db063f135cce49a0"/>
    <p:sldLayoutId xmlns:r="http://schemas.openxmlformats.org/officeDocument/2006/relationships" id="2147483650" r:id="R6a023f091efd481a"/>
    <p:sldLayoutId xmlns:r="http://schemas.openxmlformats.org/officeDocument/2006/relationships" id="2147483651" r:id="Rdb663828b3a04a32"/>
    <p:sldLayoutId xmlns:r="http://schemas.openxmlformats.org/officeDocument/2006/relationships" id="2147483652" r:id="R51984538447f4966"/>
    <p:sldLayoutId xmlns:r="http://schemas.openxmlformats.org/officeDocument/2006/relationships" id="2147483653" r:id="R8dc5e69680da451a"/>
    <p:sldLayoutId xmlns:r="http://schemas.openxmlformats.org/officeDocument/2006/relationships" id="2147483654" r:id="Rd943f77af8e5406f"/>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e4d625fe90fd4df6" /><Relationship Type="http://schemas.openxmlformats.org/officeDocument/2006/relationships/image" Target="/ppt/media/image.png" Id="R15bd77d037224c6d" /><Relationship Type="http://schemas.openxmlformats.org/officeDocument/2006/relationships/image" Target="/ppt/media/image2.png" Id="R16e8276ac79e476e" /><Relationship Type="http://schemas.openxmlformats.org/officeDocument/2006/relationships/image" Target="/ppt/media/image3.png" Id="Rf8da1e09e9554fc4" /><Relationship Type="http://schemas.openxmlformats.org/officeDocument/2006/relationships/image" Target="/ppt/media/image4.png" Id="Re9b4ab694de74f9f" /><Relationship Type="http://schemas.openxmlformats.org/officeDocument/2006/relationships/image" Target="/ppt/media/image5.png" Id="R4436cd0ba5a34d93" /><Relationship Type="http://schemas.openxmlformats.org/officeDocument/2006/relationships/image" Target="/ppt/media/image6.png" Id="R8e199c3dec734a62" /><Relationship Type="http://schemas.openxmlformats.org/officeDocument/2006/relationships/image" Target="/ppt/media/image7.png" Id="R330e3a6bda6a46d5" /><Relationship Type="http://schemas.openxmlformats.org/officeDocument/2006/relationships/image" Target="/ppt/media/image8.png" Id="R9dd077ae5a844a05" /><Relationship Type="http://schemas.openxmlformats.org/officeDocument/2006/relationships/image" Target="/ppt/media/image9.png" Id="Rfd60c22411e1410c" /><Relationship Type="http://schemas.openxmlformats.org/officeDocument/2006/relationships/image" Target="/ppt/media/image10.png" Id="R0df850443bff4382" /><Relationship Type="http://schemas.openxmlformats.org/officeDocument/2006/relationships/image" Target="/ppt/media/image11.png" Id="R13c4d367fad94073" /><Relationship Type="http://schemas.openxmlformats.org/officeDocument/2006/relationships/image" Target="/ppt/media/image12.png" Id="R14bb4613e97249a0" /><Relationship Type="http://schemas.openxmlformats.org/officeDocument/2006/relationships/image" Target="/ppt/media/image13.png" Id="R9f3a854a487d4434" /><Relationship Type="http://schemas.openxmlformats.org/officeDocument/2006/relationships/image" Target="/ppt/media/image14.png" Id="Rb268d3ccbe3b4297" /><Relationship Type="http://schemas.openxmlformats.org/officeDocument/2006/relationships/image" Target="/ppt/media/image15.png" Id="Rbd0ee39f732b4b35" /><Relationship Type="http://schemas.openxmlformats.org/officeDocument/2006/relationships/image" Target="/ppt/media/image16.png" Id="R3488623f9fd542c7" /><Relationship Type="http://schemas.openxmlformats.org/officeDocument/2006/relationships/image" Target="/ppt/media/image17.png" Id="R4d691a20a008433e" /><Relationship Type="http://schemas.openxmlformats.org/officeDocument/2006/relationships/image" Target="/ppt/media/image18.png" Id="R768327f3ee964740" /><Relationship Type="http://schemas.openxmlformats.org/officeDocument/2006/relationships/image" Target="/ppt/media/image19.png" Id="R520e1b24e18b4752" /><Relationship Type="http://schemas.openxmlformats.org/officeDocument/2006/relationships/image" Target="/ppt/media/image20.png" Id="R9ac62b402de84000" /><Relationship Type="http://schemas.openxmlformats.org/officeDocument/2006/relationships/image" Target="/ppt/media/image21.png" Id="R98fe9e3c7cbf4ca0" /><Relationship Type="http://schemas.openxmlformats.org/officeDocument/2006/relationships/image" Target="/ppt/media/image22.png" Id="R61a29b2798174873" /><Relationship Type="http://schemas.openxmlformats.org/officeDocument/2006/relationships/image" Target="/ppt/media/image23.png" Id="Re56799619a9b4123" /><Relationship Type="http://schemas.openxmlformats.org/officeDocument/2006/relationships/image" Target="/ppt/media/image24.png" Id="R49bdf1a7fba048ce" /><Relationship Type="http://schemas.openxmlformats.org/officeDocument/2006/relationships/image" Target="/ppt/media/image25.png" Id="R65ab625b0033411d" /><Relationship Type="http://schemas.openxmlformats.org/officeDocument/2006/relationships/image" Target="/ppt/media/image26.png" Id="R596781e134134623" /><Relationship Type="http://schemas.openxmlformats.org/officeDocument/2006/relationships/image" Target="/ppt/media/image27.png" Id="Ra9137ae2300b444c" /><Relationship Type="http://schemas.openxmlformats.org/officeDocument/2006/relationships/image" Target="/ppt/media/image28.png" Id="Racf528afe6f943b4" /><Relationship Type="http://schemas.openxmlformats.org/officeDocument/2006/relationships/image" Target="/ppt/media/image29.png" Id="R5a5152b053e74bd9" /><Relationship Type="http://schemas.openxmlformats.org/officeDocument/2006/relationships/image" Target="/ppt/media/image30.png" Id="R16761936a58849a9" /><Relationship Type="http://schemas.openxmlformats.org/officeDocument/2006/relationships/image" Target="/ppt/media/image31.png" Id="R55cea34f1e30428c" /><Relationship Type="http://schemas.openxmlformats.org/officeDocument/2006/relationships/image" Target="/ppt/media/image32.png" Id="R945296c32e9140b0" /><Relationship Type="http://schemas.openxmlformats.org/officeDocument/2006/relationships/image" Target="/ppt/media/image33.png" Id="Raddc18c86fe24273" /><Relationship Type="http://schemas.openxmlformats.org/officeDocument/2006/relationships/image" Target="/ppt/media/image34.png" Id="Re54ef51c977f4b81" /><Relationship Type="http://schemas.openxmlformats.org/officeDocument/2006/relationships/image" Target="/ppt/media/image35.png" Id="R9d022d896b4c4670" /><Relationship Type="http://schemas.openxmlformats.org/officeDocument/2006/relationships/image" Target="/ppt/media/image36.png" Id="Rb0d829082f43463c" /><Relationship Type="http://schemas.openxmlformats.org/officeDocument/2006/relationships/image" Target="/ppt/media/image37.png" Id="Rbe31a8307fdb460f" /><Relationship Type="http://schemas.openxmlformats.org/officeDocument/2006/relationships/image" Target="/ppt/media/image38.png" Id="R0a1f8e1ef32641e5" /><Relationship Type="http://schemas.openxmlformats.org/officeDocument/2006/relationships/image" Target="/ppt/media/image39.png" Id="R29ea9506cb2d4048" /><Relationship Type="http://schemas.openxmlformats.org/officeDocument/2006/relationships/image" Target="/ppt/media/image40.png" Id="R48d61cf60ce84de4" /><Relationship Type="http://schemas.openxmlformats.org/officeDocument/2006/relationships/image" Target="/ppt/media/image41.png" Id="R7fa50d96783045b9" /><Relationship Type="http://schemas.openxmlformats.org/officeDocument/2006/relationships/image" Target="/ppt/media/image42.png" Id="R85faf4b1e35b4a2f" /><Relationship Type="http://schemas.openxmlformats.org/officeDocument/2006/relationships/image" Target="/ppt/media/image43.png" Id="R4fe943e2b1c04958" /><Relationship Type="http://schemas.openxmlformats.org/officeDocument/2006/relationships/image" Target="/ppt/media/image44.png" Id="R13c54aa1831642b7" /><Relationship Type="http://schemas.openxmlformats.org/officeDocument/2006/relationships/image" Target="/ppt/media/image45.png" Id="Rba0b2764fd19436b" /><Relationship Type="http://schemas.openxmlformats.org/officeDocument/2006/relationships/image" Target="/ppt/media/image46.png" Id="R94c49b606bed49cc" /><Relationship Type="http://schemas.openxmlformats.org/officeDocument/2006/relationships/image" Target="/ppt/media/image47.png" Id="R4d8d8d9add824e3e" /><Relationship Type="http://schemas.openxmlformats.org/officeDocument/2006/relationships/image" Target="/ppt/media/image48.png" Id="R2e62e933a4164742" /><Relationship Type="http://schemas.openxmlformats.org/officeDocument/2006/relationships/image" Target="/ppt/media/image49.png" Id="R93179c64b3de434e" /><Relationship Type="http://schemas.openxmlformats.org/officeDocument/2006/relationships/notesSlide" Target="/ppt/notesSlides/notesSlide1.xml" Id="R044b6db77a924237"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6cf40b61e48e4478" /><Relationship Type="http://schemas.openxmlformats.org/officeDocument/2006/relationships/image" Target="/ppt/media/image50.png" Id="R3ebb70eb209442d0" /><Relationship Type="http://schemas.openxmlformats.org/officeDocument/2006/relationships/image" Target="/ppt/media/image51.png" Id="R00544fd0230d41ac" /><Relationship Type="http://schemas.openxmlformats.org/officeDocument/2006/relationships/image" Target="/ppt/media/image52.png" Id="R9b775920de514411" /><Relationship Type="http://schemas.openxmlformats.org/officeDocument/2006/relationships/image" Target="/ppt/media/image53.png" Id="Rdca7e06ac1154d72" /><Relationship Type="http://schemas.openxmlformats.org/officeDocument/2006/relationships/image" Target="/ppt/media/image54.png" Id="R2392d114141c4350" /><Relationship Type="http://schemas.openxmlformats.org/officeDocument/2006/relationships/image" Target="/ppt/media/image55.png" Id="R36a3ab146ea44ae9" /><Relationship Type="http://schemas.openxmlformats.org/officeDocument/2006/relationships/image" Target="/ppt/media/image56.png" Id="R1d884b361b094b85" /><Relationship Type="http://schemas.openxmlformats.org/officeDocument/2006/relationships/image" Target="/ppt/media/image57.png" Id="Rbf91cb94ef634e64" /><Relationship Type="http://schemas.openxmlformats.org/officeDocument/2006/relationships/image" Target="/ppt/media/image58.png" Id="Rdb69d94d56a544ed" /><Relationship Type="http://schemas.openxmlformats.org/officeDocument/2006/relationships/image" Target="/ppt/media/image59.png" Id="Rf040843c942a41a8" /><Relationship Type="http://schemas.openxmlformats.org/officeDocument/2006/relationships/image" Target="/ppt/media/image60.png" Id="Rc269ffb24149466b" /><Relationship Type="http://schemas.openxmlformats.org/officeDocument/2006/relationships/image" Target="/ppt/media/image61.png" Id="R58f754615320493a" /><Relationship Type="http://schemas.openxmlformats.org/officeDocument/2006/relationships/image" Target="/ppt/media/image62.png" Id="Rf8b8b62229474e4c" /><Relationship Type="http://schemas.openxmlformats.org/officeDocument/2006/relationships/image" Target="/ppt/media/image63.png" Id="R0af1d341949745c0" /><Relationship Type="http://schemas.openxmlformats.org/officeDocument/2006/relationships/image" Target="/ppt/media/image64.png" Id="R89d67fdd8a314657" /><Relationship Type="http://schemas.openxmlformats.org/officeDocument/2006/relationships/image" Target="/ppt/media/image65.png" Id="Rd14175c9b2ca43a7" /><Relationship Type="http://schemas.openxmlformats.org/officeDocument/2006/relationships/image" Target="/ppt/media/image66.png" Id="R430399332d524b0d" /><Relationship Type="http://schemas.openxmlformats.org/officeDocument/2006/relationships/image" Target="/ppt/media/image67.png" Id="Rbe738f4bb49245b2" /><Relationship Type="http://schemas.openxmlformats.org/officeDocument/2006/relationships/image" Target="/ppt/media/image68.png" Id="R98f3e855f8224989" /><Relationship Type="http://schemas.openxmlformats.org/officeDocument/2006/relationships/image" Target="/ppt/media/image69.png" Id="R96b0e27e578e481d" /><Relationship Type="http://schemas.openxmlformats.org/officeDocument/2006/relationships/image" Target="/ppt/media/image70.png" Id="Rb755a32822df49a6" /><Relationship Type="http://schemas.openxmlformats.org/officeDocument/2006/relationships/image" Target="/ppt/media/image71.png" Id="Rbf102376989a4626" /><Relationship Type="http://schemas.openxmlformats.org/officeDocument/2006/relationships/image" Target="/ppt/media/image72.png" Id="R2b8d93b8fbb146cc" /><Relationship Type="http://schemas.openxmlformats.org/officeDocument/2006/relationships/image" Target="/ppt/media/image73.png" Id="Rb7e54b7e43ca473c" /><Relationship Type="http://schemas.openxmlformats.org/officeDocument/2006/relationships/image" Target="/ppt/media/image74.png" Id="R070321b9d92d4def" /><Relationship Type="http://schemas.openxmlformats.org/officeDocument/2006/relationships/image" Target="/ppt/media/image75.png" Id="R0dd0208359654ad1" /><Relationship Type="http://schemas.openxmlformats.org/officeDocument/2006/relationships/image" Target="/ppt/media/image76.png" Id="Rf60629dbf36746bd" /><Relationship Type="http://schemas.openxmlformats.org/officeDocument/2006/relationships/image" Target="/ppt/media/image77.png" Id="R5b92af2eac5d4585" /><Relationship Type="http://schemas.openxmlformats.org/officeDocument/2006/relationships/image" Target="/ppt/media/image78.png" Id="R3c0e31343aac4832" /><Relationship Type="http://schemas.openxmlformats.org/officeDocument/2006/relationships/image" Target="/ppt/media/image79.png" Id="R1973e30399fd4323" /><Relationship Type="http://schemas.openxmlformats.org/officeDocument/2006/relationships/image" Target="/ppt/media/image80.png" Id="R45b06432ffee405c" /><Relationship Type="http://schemas.openxmlformats.org/officeDocument/2006/relationships/image" Target="/ppt/media/image81.png" Id="Rea35f48426fd48ee" /><Relationship Type="http://schemas.openxmlformats.org/officeDocument/2006/relationships/image" Target="/ppt/media/image82.png" Id="Rf43ce23d89644f66" /><Relationship Type="http://schemas.openxmlformats.org/officeDocument/2006/relationships/image" Target="/ppt/media/image83.png" Id="Red48cadac9ce4daf" /><Relationship Type="http://schemas.openxmlformats.org/officeDocument/2006/relationships/image" Target="/ppt/media/image84.png" Id="R16cf0732efca4dcf" /><Relationship Type="http://schemas.openxmlformats.org/officeDocument/2006/relationships/image" Target="/ppt/media/image85.png" Id="Rd434565a581d41a0" /><Relationship Type="http://schemas.openxmlformats.org/officeDocument/2006/relationships/image" Target="/ppt/media/image86.png" Id="R558e2bc782284552" /><Relationship Type="http://schemas.openxmlformats.org/officeDocument/2006/relationships/image" Target="/ppt/media/image87.png" Id="R9743343b3a4c4e25" /><Relationship Type="http://schemas.openxmlformats.org/officeDocument/2006/relationships/image" Target="/ppt/media/image88.png" Id="Re8e3b0674e274a7d" /><Relationship Type="http://schemas.openxmlformats.org/officeDocument/2006/relationships/image" Target="/ppt/media/image89.png" Id="R8364c67584024e5e" /><Relationship Type="http://schemas.openxmlformats.org/officeDocument/2006/relationships/image" Target="/ppt/media/image90.png" Id="R4fe785630c174992" /><Relationship Type="http://schemas.openxmlformats.org/officeDocument/2006/relationships/image" Target="/ppt/media/image91.png" Id="R39da60873f6442d6" /><Relationship Type="http://schemas.openxmlformats.org/officeDocument/2006/relationships/image" Target="/ppt/media/image92.png" Id="R2fea731fc8974a73" /><Relationship Type="http://schemas.openxmlformats.org/officeDocument/2006/relationships/image" Target="/ppt/media/image93.png" Id="Rcc9250a3692a46cb" /><Relationship Type="http://schemas.openxmlformats.org/officeDocument/2006/relationships/image" Target="/ppt/media/image94.png" Id="R2cb14c5523f74c85" /><Relationship Type="http://schemas.openxmlformats.org/officeDocument/2006/relationships/image" Target="/ppt/media/image95.png" Id="Rf7314c5007bd43f8" /><Relationship Type="http://schemas.openxmlformats.org/officeDocument/2006/relationships/notesSlide" Target="/ppt/notesSlides/notesSlide2.xml" Id="R60ae2a028cc24202"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47847ae657d542e9" /><Relationship Type="http://schemas.openxmlformats.org/officeDocument/2006/relationships/image" Target="/ppt/media/image96.png" Id="R69c8f1e34d83411c" /><Relationship Type="http://schemas.openxmlformats.org/officeDocument/2006/relationships/image" Target="/ppt/media/image97.png" Id="R8180f9930dd244f1" /><Relationship Type="http://schemas.openxmlformats.org/officeDocument/2006/relationships/image" Target="/ppt/media/image98.png" Id="Radbd91d1ba5b4b21" /><Relationship Type="http://schemas.openxmlformats.org/officeDocument/2006/relationships/image" Target="/ppt/media/image99.png" Id="R43c28b33c5944e6c" /><Relationship Type="http://schemas.openxmlformats.org/officeDocument/2006/relationships/image" Target="/ppt/media/image100.png" Id="R947514bbfd444a8c" /><Relationship Type="http://schemas.openxmlformats.org/officeDocument/2006/relationships/notesSlide" Target="/ppt/notesSlides/notesSlide3.xml" Id="R1d97868d93ca4cc0"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73" name="Object card">
            <a:extLst xmlns:a="http://schemas.openxmlformats.org/drawingml/2006/main">
              <a:ext uri="{FF2B5EF4-FFF2-40B4-BE49-F238E27FC236}">
                <a16:creationId xmlns:a16="http://schemas.microsoft.com/office/drawing/2014/main" id="{7B8F4B23-7E33-4BDF-8498-C5D27D8C5E51}"/>
              </a:ext>
            </a:extLst>
          </p:cNvPr>
          <p:cNvSpPr>
            <a:spLocks xmlns:a="http://schemas.openxmlformats.org/drawingml/2006/main" noGrp="1"/>
          </p:cNvSpPr>
          <p:nvPr/>
        </p:nvSpPr>
        <p:spPr>
          <a:xfrm xmlns:a="http://schemas.openxmlformats.org/drawingml/2006/main">
            <a:off x="76386" y="445673"/>
            <a:ext cx="4659576" cy="2854945"/>
          </a:xfrm>
          <a:custGeom xmlns:a="http://schemas.openxmlformats.org/drawingml/2006/main">
            <a:pathLst>
              <a:path w="4648200" h="2847975">
                <a:moveTo>
                  <a:pt x="57150" y="0"/>
                </a:moveTo>
                <a:lnTo>
                  <a:pt x="4591050" y="0"/>
                </a:lnTo>
                <a:cubicBezTo>
                  <a:pt x="4622613" y="0"/>
                  <a:pt x="4648200" y="25587"/>
                  <a:pt x="4648200" y="57150"/>
                </a:cubicBezTo>
                <a:lnTo>
                  <a:pt x="4648200" y="2790825"/>
                </a:lnTo>
                <a:cubicBezTo>
                  <a:pt x="4648200" y="2822388"/>
                  <a:pt x="4622613" y="2847975"/>
                  <a:pt x="4591050" y="2847975"/>
                </a:cubicBezTo>
                <a:lnTo>
                  <a:pt x="57150" y="2847975"/>
                </a:lnTo>
                <a:cubicBezTo>
                  <a:pt x="25587" y="2847975"/>
                  <a:pt x="0" y="2822388"/>
                  <a:pt x="0" y="2790825"/>
                </a:cubicBezTo>
                <a:lnTo>
                  <a:pt x="0" y="57150"/>
                </a:lnTo>
                <a:cubicBezTo>
                  <a:pt x="0" y="25587"/>
                  <a:pt x="25587" y="0"/>
                  <a:pt x="57150" y="0"/>
                </a:cubicBezTo>
                <a:close/>
              </a:path>
            </a:pathLst>
          </a:custGeom>
          <a:solidFill xmlns:a="http://schemas.openxmlformats.org/drawingml/2006/main">
            <a:srgbClr val="F6FDF5"/>
          </a:solidFill>
          <a:ln xmlns:a="http://schemas.openxmlformats.org/drawingml/2006/main" w="25780">
            <a:solidFill>
              <a:srgbClr val="A6ECAE"/>
            </a:solidFill>
            <a:prstDash val="solid"/>
          </a:ln>
        </p:spPr>
      </p:sp>
      <p:sp>
        <p:nvSpPr>
          <p:cNvPr id="2" name="Object header">
            <a:extLst xmlns:a="http://schemas.openxmlformats.org/drawingml/2006/main">
              <a:ext uri="{FF2B5EF4-FFF2-40B4-BE49-F238E27FC236}">
                <a16:creationId xmlns:a16="http://schemas.microsoft.com/office/drawing/2014/main" id="{9FFEA6D1-29BA-42A1-8920-38443B24E164}"/>
              </a:ext>
            </a:extLst>
          </p:cNvPr>
          <p:cNvSpPr>
            <a:spLocks xmlns:a="http://schemas.openxmlformats.org/drawingml/2006/main" noGrp="1"/>
          </p:cNvSpPr>
          <p:nvPr/>
        </p:nvSpPr>
        <p:spPr>
          <a:xfrm xmlns:a="http://schemas.openxmlformats.org/drawingml/2006/main">
            <a:off x="76386" y="445673"/>
            <a:ext cx="4659576" cy="448771"/>
          </a:xfrm>
          <a:custGeom xmlns:a="http://schemas.openxmlformats.org/drawingml/2006/main">
            <a:pathLst>
              <a:path w="4648200" h="447675">
                <a:moveTo>
                  <a:pt x="57150" y="0"/>
                </a:moveTo>
                <a:lnTo>
                  <a:pt x="4591050" y="0"/>
                </a:lnTo>
                <a:cubicBezTo>
                  <a:pt x="4622613" y="0"/>
                  <a:pt x="4648200" y="25587"/>
                  <a:pt x="4648200" y="57150"/>
                </a:cubicBezTo>
                <a:lnTo>
                  <a:pt x="4648200" y="390525"/>
                </a:lnTo>
                <a:cubicBezTo>
                  <a:pt x="4648200" y="422088"/>
                  <a:pt x="4622613" y="447675"/>
                  <a:pt x="4591050" y="447675"/>
                </a:cubicBezTo>
                <a:lnTo>
                  <a:pt x="57150" y="447675"/>
                </a:lnTo>
                <a:cubicBezTo>
                  <a:pt x="25587" y="447675"/>
                  <a:pt x="0" y="422088"/>
                  <a:pt x="0" y="390525"/>
                </a:cubicBezTo>
                <a:lnTo>
                  <a:pt x="0" y="57150"/>
                </a:lnTo>
                <a:cubicBezTo>
                  <a:pt x="0" y="25587"/>
                  <a:pt x="25587" y="0"/>
                  <a:pt x="57150" y="0"/>
                </a:cubicBezTo>
                <a:close/>
              </a:path>
            </a:pathLst>
          </a:custGeom>
          <a:solidFill xmlns:a="http://schemas.openxmlformats.org/drawingml/2006/main">
            <a:srgbClr val="A6ECAE"/>
          </a:solidFill>
          <a:ln xmlns:a="http://schemas.openxmlformats.org/drawingml/2006/main" w="9548">
            <a:noFill/>
            <a:prstDash val="solid"/>
          </a:ln>
        </p:spPr>
      </p:sp>
      <p:pic>
        <p:nvPicPr>
          <p:cNvPr id="3" name="">
            <a:extLst xmlns:a="http://schemas.openxmlformats.org/drawingml/2006/main">
              <a:ext uri="{FF2B5EF4-FFF2-40B4-BE49-F238E27FC236}">
                <a16:creationId xmlns:a16="http://schemas.microsoft.com/office/drawing/2014/main" id="{2EDFC7ED-CA3D-4FDC-BDBB-D7EF8A000D37}"/>
              </a:ext>
            </a:extLst>
          </p:cNvPr>
          <p:cNvPicPr>
            <a:picLocks xmlns:a="http://schemas.openxmlformats.org/drawingml/2006/main" noChangeAspect="1"/>
          </p:cNvPicPr>
          <p:nvPr/>
        </p:nvPicPr>
        <p:blipFill>
          <a:blip xmlns:r="http://schemas.openxmlformats.org/officeDocument/2006/relationships" xmlns:a="http://schemas.openxmlformats.org/drawingml/2006/main" r:embed="R15bd77d037224c6d"/>
          <a:stretch xmlns:a="http://schemas.openxmlformats.org/drawingml/2006/main"/>
        </p:blipFill>
        <p:spPr>
          <a:xfrm xmlns:a="http://schemas.openxmlformats.org/drawingml/2006/main">
            <a:off x="1775986" y="512511"/>
            <a:ext cx="334191" cy="324643"/>
          </a:xfrm>
          <a:prstGeom xmlns:a="http://schemas.openxmlformats.org/drawingml/2006/main" prst="rect">
            <a:avLst/>
          </a:prstGeom>
        </p:spPr>
      </p:pic>
      <p:sp>
        <p:nvSpPr>
          <p:cNvPr id="4" name="Object prompt divider">
            <a:extLst xmlns:a="http://schemas.openxmlformats.org/drawingml/2006/main">
              <a:ext uri="{FF2B5EF4-FFF2-40B4-BE49-F238E27FC236}">
                <a16:creationId xmlns:a16="http://schemas.microsoft.com/office/drawing/2014/main" id="{B13FAEE4-C868-4BDF-9E1F-4AD286C026E7}"/>
              </a:ext>
            </a:extLst>
          </p:cNvPr>
          <p:cNvSpPr>
            <a:spLocks xmlns:a="http://schemas.openxmlformats.org/drawingml/2006/main" noGrp="1"/>
          </p:cNvSpPr>
          <p:nvPr/>
        </p:nvSpPr>
        <p:spPr>
          <a:xfrm xmlns:a="http://schemas.openxmlformats.org/drawingml/2006/main">
            <a:off x="152773" y="1419600"/>
            <a:ext cx="4497255" cy="191"/>
          </a:xfrm>
          <a:custGeom xmlns:a="http://schemas.openxmlformats.org/drawingml/2006/main">
            <a:pathLst>
              <a:path w="4486275" h="191">
                <a:moveTo>
                  <a:pt x="0" y="0"/>
                </a:moveTo>
                <a:lnTo>
                  <a:pt x="4486275" y="0"/>
                </a:lnTo>
              </a:path>
            </a:pathLst>
          </a:custGeom>
          <a:noFill xmlns:a="http://schemas.openxmlformats.org/drawingml/2006/main"/>
          <a:ln xmlns:a="http://schemas.openxmlformats.org/drawingml/2006/main" w="28645">
            <a:solidFill>
              <a:srgbClr val="51D66E"/>
            </a:solidFill>
            <a:prstDash val="dash"/>
          </a:ln>
        </p:spPr>
      </p:sp>
      <p:sp>
        <p:nvSpPr>
          <p:cNvPr id="5" name="Object user disk">
            <a:extLst xmlns:a="http://schemas.openxmlformats.org/drawingml/2006/main">
              <a:ext uri="{FF2B5EF4-FFF2-40B4-BE49-F238E27FC236}">
                <a16:creationId xmlns:a16="http://schemas.microsoft.com/office/drawing/2014/main" id="{F2FCE8EC-CC5A-4FA4-83AA-DF608EB650EC}"/>
              </a:ext>
            </a:extLst>
          </p:cNvPr>
          <p:cNvSpPr>
            <a:spLocks xmlns:a="http://schemas.openxmlformats.org/drawingml/2006/main" noGrp="1"/>
          </p:cNvSpPr>
          <p:nvPr/>
        </p:nvSpPr>
        <p:spPr>
          <a:xfrm xmlns:a="http://schemas.openxmlformats.org/drawingml/2006/main">
            <a:off x="210063" y="980378"/>
            <a:ext cx="324643" cy="324643"/>
          </a:xfrm>
          <a:custGeom xmlns:a="http://schemas.openxmlformats.org/drawingml/2006/main">
            <a:pathLst>
              <a:path w="323850" h="323850">
                <a:moveTo>
                  <a:pt x="323850" y="161925"/>
                </a:moveTo>
                <a:cubicBezTo>
                  <a:pt x="323850" y="251354"/>
                  <a:pt x="251354" y="323850"/>
                  <a:pt x="161925" y="323850"/>
                </a:cubicBezTo>
                <a:cubicBezTo>
                  <a:pt x="72496" y="323850"/>
                  <a:pt x="0" y="251354"/>
                  <a:pt x="0" y="161925"/>
                </a:cubicBezTo>
                <a:cubicBezTo>
                  <a:pt x="0" y="72496"/>
                  <a:pt x="72496" y="0"/>
                  <a:pt x="161925" y="0"/>
                </a:cubicBezTo>
                <a:cubicBezTo>
                  <a:pt x="251354" y="0"/>
                  <a:pt x="323850" y="72496"/>
                  <a:pt x="323850" y="161925"/>
                </a:cubicBezTo>
                <a:close/>
              </a:path>
            </a:pathLst>
          </a:custGeom>
          <a:solidFill xmlns:a="http://schemas.openxmlformats.org/drawingml/2006/main">
            <a:srgbClr val="51D66E"/>
          </a:solidFill>
          <a:ln xmlns:a="http://schemas.openxmlformats.org/drawingml/2006/main" w="9548">
            <a:noFill/>
            <a:prstDash val="solid"/>
          </a:ln>
        </p:spPr>
      </p:sp>
      <p:sp>
        <p:nvSpPr>
          <p:cNvPr id="6" name="Object user head">
            <a:extLst xmlns:a="http://schemas.openxmlformats.org/drawingml/2006/main">
              <a:ext uri="{FF2B5EF4-FFF2-40B4-BE49-F238E27FC236}">
                <a16:creationId xmlns:a16="http://schemas.microsoft.com/office/drawing/2014/main" id="{19BC1101-636A-4E30-B0BD-7D519B43FDD4}"/>
              </a:ext>
            </a:extLst>
          </p:cNvPr>
          <p:cNvSpPr>
            <a:spLocks xmlns:a="http://schemas.openxmlformats.org/drawingml/2006/main" noGrp="1"/>
          </p:cNvSpPr>
          <p:nvPr/>
        </p:nvSpPr>
        <p:spPr>
          <a:xfrm xmlns:a="http://schemas.openxmlformats.org/drawingml/2006/main">
            <a:off x="305546" y="1018571"/>
            <a:ext cx="143225" cy="143225"/>
          </a:xfrm>
          <a:custGeom xmlns:a="http://schemas.openxmlformats.org/drawingml/2006/main">
            <a:pathLst>
              <a:path w="142875" h="142875">
                <a:moveTo>
                  <a:pt x="142875" y="71438"/>
                </a:moveTo>
                <a:cubicBezTo>
                  <a:pt x="142875" y="110891"/>
                  <a:pt x="110891" y="142875"/>
                  <a:pt x="71438" y="142875"/>
                </a:cubicBezTo>
                <a:cubicBezTo>
                  <a:pt x="31984" y="142875"/>
                  <a:pt x="0" y="110891"/>
                  <a:pt x="0" y="71438"/>
                </a:cubicBezTo>
                <a:cubicBezTo>
                  <a:pt x="0" y="31984"/>
                  <a:pt x="31984" y="0"/>
                  <a:pt x="71438" y="0"/>
                </a:cubicBezTo>
                <a:cubicBezTo>
                  <a:pt x="110891" y="0"/>
                  <a:pt x="142875" y="31984"/>
                  <a:pt x="142875" y="71438"/>
                </a:cubicBezTo>
                <a:close/>
              </a:path>
            </a:pathLst>
          </a:custGeom>
          <a:solidFill xmlns:a="http://schemas.openxmlformats.org/drawingml/2006/main">
            <a:srgbClr val="FFFFFF"/>
          </a:solidFill>
          <a:ln xmlns:a="http://schemas.openxmlformats.org/drawingml/2006/main" w="9548">
            <a:noFill/>
            <a:prstDash val="solid"/>
          </a:ln>
        </p:spPr>
      </p:sp>
      <p:sp>
        <p:nvSpPr>
          <p:cNvPr id="7" name="Object user shoulders">
            <a:extLst xmlns:a="http://schemas.openxmlformats.org/drawingml/2006/main">
              <a:ext uri="{FF2B5EF4-FFF2-40B4-BE49-F238E27FC236}">
                <a16:creationId xmlns:a16="http://schemas.microsoft.com/office/drawing/2014/main" id="{8EC424BC-BCAF-4CA4-A800-66E4D6E10E3C}"/>
              </a:ext>
            </a:extLst>
          </p:cNvPr>
          <p:cNvSpPr>
            <a:spLocks xmlns:a="http://schemas.openxmlformats.org/drawingml/2006/main" noGrp="1"/>
          </p:cNvSpPr>
          <p:nvPr/>
        </p:nvSpPr>
        <p:spPr>
          <a:xfrm xmlns:a="http://schemas.openxmlformats.org/drawingml/2006/main">
            <a:off x="267353" y="1152248"/>
            <a:ext cx="219611" cy="114580"/>
          </a:xfrm>
          <a:custGeom xmlns:a="http://schemas.openxmlformats.org/drawingml/2006/main">
            <a:pathLst>
              <a:path w="219075" h="114300">
                <a:moveTo>
                  <a:pt x="219075" y="57150"/>
                </a:moveTo>
                <a:cubicBezTo>
                  <a:pt x="219075" y="88713"/>
                  <a:pt x="170033" y="114300"/>
                  <a:pt x="109538" y="114300"/>
                </a:cubicBezTo>
                <a:cubicBezTo>
                  <a:pt x="49042" y="114300"/>
                  <a:pt x="0" y="88713"/>
                  <a:pt x="0" y="57150"/>
                </a:cubicBezTo>
                <a:cubicBezTo>
                  <a:pt x="0" y="25587"/>
                  <a:pt x="49042" y="0"/>
                  <a:pt x="109538" y="0"/>
                </a:cubicBezTo>
                <a:cubicBezTo>
                  <a:pt x="170033" y="0"/>
                  <a:pt x="219075" y="25587"/>
                  <a:pt x="219075" y="57150"/>
                </a:cubicBezTo>
                <a:close/>
              </a:path>
            </a:pathLst>
          </a:custGeom>
          <a:solidFill xmlns:a="http://schemas.openxmlformats.org/drawingml/2006/main">
            <a:srgbClr val="FFFFFF"/>
          </a:solidFill>
          <a:ln xmlns:a="http://schemas.openxmlformats.org/drawingml/2006/main" w="9548">
            <a:noFill/>
            <a:prstDash val="solid"/>
          </a:ln>
        </p:spPr>
      </p:sp>
      <p:sp>
        <p:nvSpPr>
          <p:cNvPr id="8" name="Object evidence container">
            <a:extLst xmlns:a="http://schemas.openxmlformats.org/drawingml/2006/main">
              <a:ext uri="{FF2B5EF4-FFF2-40B4-BE49-F238E27FC236}">
                <a16:creationId xmlns:a16="http://schemas.microsoft.com/office/drawing/2014/main" id="{6CA0FD4E-8F85-479B-AA80-B37B736CC621}"/>
              </a:ext>
            </a:extLst>
          </p:cNvPr>
          <p:cNvSpPr>
            <a:spLocks xmlns:a="http://schemas.openxmlformats.org/drawingml/2006/main" noGrp="1"/>
          </p:cNvSpPr>
          <p:nvPr/>
        </p:nvSpPr>
        <p:spPr>
          <a:xfrm xmlns:a="http://schemas.openxmlformats.org/drawingml/2006/main">
            <a:off x="620640" y="1505535"/>
            <a:ext cx="2014694" cy="725672"/>
          </a:xfrm>
          <a:custGeom xmlns:a="http://schemas.openxmlformats.org/drawingml/2006/main">
            <a:pathLst>
              <a:path w="2009775" h="723900">
                <a:moveTo>
                  <a:pt x="19050" y="0"/>
                </a:moveTo>
                <a:lnTo>
                  <a:pt x="1990725" y="0"/>
                </a:lnTo>
                <a:cubicBezTo>
                  <a:pt x="2001246" y="0"/>
                  <a:pt x="2009775" y="8529"/>
                  <a:pt x="2009775" y="19050"/>
                </a:cubicBezTo>
                <a:lnTo>
                  <a:pt x="2009775" y="704850"/>
                </a:lnTo>
                <a:cubicBezTo>
                  <a:pt x="2009775" y="715371"/>
                  <a:pt x="2001246" y="723900"/>
                  <a:pt x="1990725" y="723900"/>
                </a:cubicBezTo>
                <a:lnTo>
                  <a:pt x="19050" y="723900"/>
                </a:lnTo>
                <a:cubicBezTo>
                  <a:pt x="8529" y="723900"/>
                  <a:pt x="0" y="715371"/>
                  <a:pt x="0" y="704850"/>
                </a:cubicBezTo>
                <a:lnTo>
                  <a:pt x="0" y="19050"/>
                </a:lnTo>
                <a:cubicBezTo>
                  <a:pt x="0" y="8529"/>
                  <a:pt x="8529" y="0"/>
                  <a:pt x="19050" y="0"/>
                </a:cubicBezTo>
                <a:close/>
              </a:path>
            </a:pathLst>
          </a:custGeom>
          <a:solidFill xmlns:a="http://schemas.openxmlformats.org/drawingml/2006/main">
            <a:srgbClr val="FFFFFF"/>
          </a:solidFill>
          <a:ln xmlns:a="http://schemas.openxmlformats.org/drawingml/2006/main" w="28645">
            <a:solidFill>
              <a:srgbClr val="51D66E"/>
            </a:solidFill>
            <a:prstDash val="solid"/>
          </a:ln>
        </p:spPr>
      </p:sp>
      <p:sp>
        <p:nvSpPr>
          <p:cNvPr id="9" name="Object tool rail">
            <a:extLst xmlns:a="http://schemas.openxmlformats.org/drawingml/2006/main">
              <a:ext uri="{FF2B5EF4-FFF2-40B4-BE49-F238E27FC236}">
                <a16:creationId xmlns:a16="http://schemas.microsoft.com/office/drawing/2014/main" id="{2112B0DA-868D-49BE-B34F-83DB35A0C9AE}"/>
              </a:ext>
            </a:extLst>
          </p:cNvPr>
          <p:cNvSpPr>
            <a:spLocks xmlns:a="http://schemas.openxmlformats.org/drawingml/2006/main" noGrp="1"/>
          </p:cNvSpPr>
          <p:nvPr/>
        </p:nvSpPr>
        <p:spPr>
          <a:xfrm xmlns:a="http://schemas.openxmlformats.org/drawingml/2006/main">
            <a:off x="238708" y="1897016"/>
            <a:ext cx="229159" cy="1269925"/>
          </a:xfrm>
          <a:custGeom xmlns:a="http://schemas.openxmlformats.org/drawingml/2006/main">
            <a:pathLst>
              <a:path w="228600" h="1266825">
                <a:moveTo>
                  <a:pt x="114300" y="0"/>
                </a:moveTo>
                <a:lnTo>
                  <a:pt x="114300" y="0"/>
                </a:lnTo>
                <a:cubicBezTo>
                  <a:pt x="177426" y="0"/>
                  <a:pt x="228600" y="51174"/>
                  <a:pt x="228600" y="114300"/>
                </a:cubicBezTo>
                <a:lnTo>
                  <a:pt x="228600" y="1152525"/>
                </a:lnTo>
                <a:cubicBezTo>
                  <a:pt x="228600" y="1215651"/>
                  <a:pt x="177426" y="1266825"/>
                  <a:pt x="114300" y="1266825"/>
                </a:cubicBezTo>
                <a:lnTo>
                  <a:pt x="114300" y="1266825"/>
                </a:lnTo>
                <a:cubicBezTo>
                  <a:pt x="51174" y="1266825"/>
                  <a:pt x="0" y="1215651"/>
                  <a:pt x="0" y="1152525"/>
                </a:cubicBezTo>
                <a:lnTo>
                  <a:pt x="0" y="114300"/>
                </a:lnTo>
                <a:cubicBezTo>
                  <a:pt x="0" y="51174"/>
                  <a:pt x="51174" y="0"/>
                  <a:pt x="114300" y="0"/>
                </a:cubicBezTo>
                <a:close/>
              </a:path>
            </a:pathLst>
          </a:custGeom>
          <a:solidFill xmlns:a="http://schemas.openxmlformats.org/drawingml/2006/main">
            <a:srgbClr val="FFFFFF"/>
          </a:solidFill>
          <a:ln xmlns:a="http://schemas.openxmlformats.org/drawingml/2006/main" w="19097">
            <a:solidFill>
              <a:srgbClr val="51D66E"/>
            </a:solidFill>
            <a:prstDash val="solid"/>
          </a:ln>
        </p:spPr>
      </p:sp>
      <p:sp>
        <p:nvSpPr>
          <p:cNvPr id="10" name="Object tool label">
            <a:extLst xmlns:a="http://schemas.openxmlformats.org/drawingml/2006/main">
              <a:ext uri="{FF2B5EF4-FFF2-40B4-BE49-F238E27FC236}">
                <a16:creationId xmlns:a16="http://schemas.microsoft.com/office/drawing/2014/main" id="{BF925099-7062-4C4D-BC1F-02102A2954CE}"/>
              </a:ext>
            </a:extLst>
          </p:cNvPr>
          <p:cNvSpPr>
            <a:spLocks xmlns:a="http://schemas.openxmlformats.org/drawingml/2006/main" noGrp="1"/>
          </p:cNvSpPr>
          <p:nvPr/>
        </p:nvSpPr>
        <p:spPr>
          <a:xfrm xmlns:a="http://schemas.openxmlformats.org/drawingml/2006/main" rot="5400000">
            <a:off x="0" y="2444111"/>
            <a:ext cx="725672" cy="16355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920" b="0" i="0">
                <a:solidFill>
                  <a:srgbClr val="101010"/>
                </a:solidFill>
                <a:latin typeface="Comic Sans MS"/>
                <a:ea typeface="Comic Sans MS"/>
                <a:cs typeface="Comic Sans MS"/>
              </a:defRPr>
            </a:defPPr>
          </a:lstStyle>
          <a:p xmlns:a="http://schemas.openxmlformats.org/drawingml/2006/main">
            <a:pPr algn="l">
              <a:lnSpc>
                <a:spcPct val="100000"/>
              </a:lnSpc>
              <a:buNone/>
              <a:defRPr sz="920" b="0" i="0">
                <a:solidFill>
                  <a:srgbClr val="101010"/>
                </a:solidFill>
                <a:latin typeface="Comic Sans MS"/>
                <a:ea typeface="Comic Sans MS"/>
                <a:cs typeface="Comic Sans MS"/>
              </a:defRPr>
            </a:pPr>
            <a:r>
              <a:rPr sz="920" b="0" i="0">
                <a:solidFill>
                  <a:srgbClr val="101010"/>
                </a:solidFill>
                <a:latin typeface="Comic Sans MS"/>
                <a:ea typeface="Comic Sans MS"/>
                <a:cs typeface="Comic Sans MS"/>
              </a:rPr>
              <a:t>Searching...</a:t>
            </a:r>
          </a:p>
        </p:txBody>
      </p:sp>
      <p:pic>
        <p:nvPicPr>
          <p:cNvPr id="11" name="">
            <a:extLst xmlns:a="http://schemas.openxmlformats.org/drawingml/2006/main">
              <a:ext uri="{FF2B5EF4-FFF2-40B4-BE49-F238E27FC236}">
                <a16:creationId xmlns:a16="http://schemas.microsoft.com/office/drawing/2014/main" id="{D9C74E57-A12A-437B-B7E5-32B3A7545C10}"/>
              </a:ext>
            </a:extLst>
          </p:cNvPr>
          <p:cNvPicPr>
            <a:picLocks xmlns:a="http://schemas.openxmlformats.org/drawingml/2006/main" noChangeAspect="1"/>
          </p:cNvPicPr>
          <p:nvPr/>
        </p:nvPicPr>
        <p:blipFill>
          <a:blip xmlns:r="http://schemas.openxmlformats.org/officeDocument/2006/relationships" xmlns:a="http://schemas.openxmlformats.org/drawingml/2006/main" r:embed="R16e8276ac79e476e"/>
          <a:stretch xmlns:a="http://schemas.openxmlformats.org/drawingml/2006/main"/>
        </p:blipFill>
        <p:spPr>
          <a:xfrm xmlns:a="http://schemas.openxmlformats.org/drawingml/2006/main">
            <a:off x="267353" y="1935209"/>
            <a:ext cx="181418" cy="200515"/>
          </a:xfrm>
          <a:prstGeom xmlns:a="http://schemas.openxmlformats.org/drawingml/2006/main" prst="rect">
            <a:avLst/>
          </a:prstGeom>
        </p:spPr>
      </p:pic>
      <p:pic>
        <p:nvPicPr>
          <p:cNvPr id="12" name="">
            <a:extLst xmlns:a="http://schemas.openxmlformats.org/drawingml/2006/main">
              <a:ext uri="{FF2B5EF4-FFF2-40B4-BE49-F238E27FC236}">
                <a16:creationId xmlns:a16="http://schemas.microsoft.com/office/drawing/2014/main" id="{937428EB-0674-4888-B00D-921A5D887743}"/>
              </a:ext>
            </a:extLst>
          </p:cNvPr>
          <p:cNvPicPr>
            <a:picLocks xmlns:a="http://schemas.openxmlformats.org/drawingml/2006/main" noChangeAspect="1"/>
          </p:cNvPicPr>
          <p:nvPr/>
        </p:nvPicPr>
        <p:blipFill>
          <a:blip xmlns:r="http://schemas.openxmlformats.org/officeDocument/2006/relationships" xmlns:a="http://schemas.openxmlformats.org/drawingml/2006/main" r:embed="Rf8da1e09e9554fc4"/>
          <a:stretch xmlns:a="http://schemas.openxmlformats.org/drawingml/2006/main"/>
        </p:blipFill>
        <p:spPr>
          <a:xfrm xmlns:a="http://schemas.openxmlformats.org/drawingml/2006/main">
            <a:off x="143225" y="1524632"/>
            <a:ext cx="429674" cy="257804"/>
          </a:xfrm>
          <a:prstGeom xmlns:a="http://schemas.openxmlformats.org/drawingml/2006/main" prst="rect">
            <a:avLst/>
          </a:prstGeom>
        </p:spPr>
      </p:pic>
      <p:sp>
        <p:nvSpPr>
          <p:cNvPr id="13" name="Object text tag">
            <a:extLst xmlns:a="http://schemas.openxmlformats.org/drawingml/2006/main">
              <a:ext uri="{FF2B5EF4-FFF2-40B4-BE49-F238E27FC236}">
                <a16:creationId xmlns:a16="http://schemas.microsoft.com/office/drawing/2014/main" id="{DF32EA0B-7FCC-4EA0-93E8-723F038F4B91}"/>
              </a:ext>
            </a:extLst>
          </p:cNvPr>
          <p:cNvSpPr>
            <a:spLocks xmlns:a="http://schemas.openxmlformats.org/drawingml/2006/main" noGrp="1"/>
          </p:cNvSpPr>
          <p:nvPr/>
        </p:nvSpPr>
        <p:spPr>
          <a:xfrm xmlns:a="http://schemas.openxmlformats.org/drawingml/2006/main">
            <a:off x="620640" y="2240755"/>
            <a:ext cx="697027" cy="152773"/>
          </a:xfrm>
          <a:custGeom xmlns:a="http://schemas.openxmlformats.org/drawingml/2006/main">
            <a:pathLst>
              <a:path w="695325" h="152400">
                <a:moveTo>
                  <a:pt x="19050" y="0"/>
                </a:moveTo>
                <a:lnTo>
                  <a:pt x="676275" y="0"/>
                </a:lnTo>
                <a:cubicBezTo>
                  <a:pt x="686796" y="0"/>
                  <a:pt x="695325" y="8529"/>
                  <a:pt x="695325" y="19050"/>
                </a:cubicBezTo>
                <a:lnTo>
                  <a:pt x="695325" y="133350"/>
                </a:lnTo>
                <a:cubicBezTo>
                  <a:pt x="695325" y="143871"/>
                  <a:pt x="686796" y="152400"/>
                  <a:pt x="676275" y="152400"/>
                </a:cubicBezTo>
                <a:lnTo>
                  <a:pt x="19050" y="152400"/>
                </a:lnTo>
                <a:cubicBezTo>
                  <a:pt x="8529" y="152400"/>
                  <a:pt x="0" y="143871"/>
                  <a:pt x="0" y="133350"/>
                </a:cubicBezTo>
                <a:lnTo>
                  <a:pt x="0" y="19050"/>
                </a:lnTo>
                <a:cubicBezTo>
                  <a:pt x="0" y="8529"/>
                  <a:pt x="8529" y="0"/>
                  <a:pt x="19050" y="0"/>
                </a:cubicBezTo>
                <a:close/>
              </a:path>
            </a:pathLst>
          </a:custGeom>
          <a:solidFill xmlns:a="http://schemas.openxmlformats.org/drawingml/2006/main">
            <a:srgbClr val="51D66E"/>
          </a:solidFill>
          <a:ln xmlns:a="http://schemas.openxmlformats.org/drawingml/2006/main" w="9548">
            <a:noFill/>
            <a:prstDash val="solid"/>
          </a:ln>
        </p:spPr>
      </p:sp>
      <p:sp>
        <p:nvSpPr>
          <p:cNvPr id="14" name="Object text tag label">
            <a:extLst xmlns:a="http://schemas.openxmlformats.org/drawingml/2006/main">
              <a:ext uri="{FF2B5EF4-FFF2-40B4-BE49-F238E27FC236}">
                <a16:creationId xmlns:a16="http://schemas.microsoft.com/office/drawing/2014/main" id="{160E5C29-1A4A-49E8-8182-300B1D516394}"/>
              </a:ext>
            </a:extLst>
          </p:cNvPr>
          <p:cNvSpPr>
            <a:spLocks xmlns:a="http://schemas.openxmlformats.org/drawingml/2006/main" noGrp="1"/>
          </p:cNvSpPr>
          <p:nvPr/>
        </p:nvSpPr>
        <p:spPr>
          <a:xfrm xmlns:a="http://schemas.openxmlformats.org/drawingml/2006/main" rot="0">
            <a:off x="687478" y="2236289"/>
            <a:ext cx="439222" cy="18326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031" b="0" i="0">
                <a:solidFill>
                  <a:srgbClr val="FFFFFF"/>
                </a:solidFill>
                <a:latin typeface="Comic Sans MS"/>
                <a:ea typeface="Comic Sans MS"/>
                <a:cs typeface="Comic Sans MS"/>
              </a:defRPr>
            </a:defPPr>
          </a:lstStyle>
          <a:p xmlns:a="http://schemas.openxmlformats.org/drawingml/2006/main">
            <a:pPr algn="l">
              <a:lnSpc>
                <a:spcPct val="100000"/>
              </a:lnSpc>
              <a:buNone/>
              <a:defRPr sz="1031" b="0" i="0">
                <a:solidFill>
                  <a:srgbClr val="FFFFFF"/>
                </a:solidFill>
                <a:latin typeface="Comic Sans MS"/>
                <a:ea typeface="Comic Sans MS"/>
                <a:cs typeface="Comic Sans MS"/>
              </a:defRPr>
            </a:pPr>
            <a:r>
              <a:rPr sz="1031" b="0" i="0">
                <a:solidFill>
                  <a:srgbClr val="FFFFFF"/>
                </a:solidFill>
                <a:latin typeface="Comic Sans MS"/>
                <a:ea typeface="Comic Sans MS"/>
                <a:cs typeface="Comic Sans MS"/>
              </a:rPr>
              <a:t>T  text</a:t>
            </a:r>
          </a:p>
        </p:txBody>
      </p:sp>
      <p:sp>
        <p:nvSpPr>
          <p:cNvPr id="15" name="Object reference frame">
            <a:extLst xmlns:a="http://schemas.openxmlformats.org/drawingml/2006/main">
              <a:ext uri="{FF2B5EF4-FFF2-40B4-BE49-F238E27FC236}">
                <a16:creationId xmlns:a16="http://schemas.microsoft.com/office/drawing/2014/main" id="{38C631E6-BBC0-40E5-9354-D26F000DDEEF}"/>
              </a:ext>
            </a:extLst>
          </p:cNvPr>
          <p:cNvSpPr>
            <a:spLocks xmlns:a="http://schemas.openxmlformats.org/drawingml/2006/main" noGrp="1"/>
          </p:cNvSpPr>
          <p:nvPr/>
        </p:nvSpPr>
        <p:spPr>
          <a:xfrm xmlns:a="http://schemas.openxmlformats.org/drawingml/2006/main">
            <a:off x="601544" y="2450818"/>
            <a:ext cx="2052887" cy="763865"/>
          </a:xfrm>
          <a:custGeom xmlns:a="http://schemas.openxmlformats.org/drawingml/2006/main">
            <a:pathLst>
              <a:path w="2047875" h="762000">
                <a:moveTo>
                  <a:pt x="19050" y="0"/>
                </a:moveTo>
                <a:lnTo>
                  <a:pt x="2028825" y="0"/>
                </a:lnTo>
                <a:cubicBezTo>
                  <a:pt x="2039346" y="0"/>
                  <a:pt x="2047875" y="8529"/>
                  <a:pt x="2047875" y="19050"/>
                </a:cubicBezTo>
                <a:lnTo>
                  <a:pt x="2047875" y="742950"/>
                </a:lnTo>
                <a:cubicBezTo>
                  <a:pt x="2047875" y="753471"/>
                  <a:pt x="2039346" y="762000"/>
                  <a:pt x="2028825" y="762000"/>
                </a:cubicBezTo>
                <a:lnTo>
                  <a:pt x="19050" y="762000"/>
                </a:lnTo>
                <a:cubicBezTo>
                  <a:pt x="8529" y="762000"/>
                  <a:pt x="0" y="753471"/>
                  <a:pt x="0" y="742950"/>
                </a:cubicBezTo>
                <a:lnTo>
                  <a:pt x="0" y="19050"/>
                </a:lnTo>
                <a:cubicBezTo>
                  <a:pt x="0" y="8529"/>
                  <a:pt x="8529" y="0"/>
                  <a:pt x="19050" y="0"/>
                </a:cubicBezTo>
                <a:close/>
              </a:path>
            </a:pathLst>
          </a:custGeom>
          <a:solidFill xmlns:a="http://schemas.openxmlformats.org/drawingml/2006/main">
            <a:srgbClr val="FFFFFF"/>
          </a:solidFill>
          <a:ln xmlns:a="http://schemas.openxmlformats.org/drawingml/2006/main" w="28645">
            <a:solidFill>
              <a:srgbClr val="51D66E"/>
            </a:solidFill>
            <a:prstDash val="solid"/>
          </a:ln>
        </p:spPr>
      </p:sp>
      <p:pic>
        <p:nvPicPr>
          <p:cNvPr id="16" name="">
            <a:extLst xmlns:a="http://schemas.openxmlformats.org/drawingml/2006/main">
              <a:ext uri="{FF2B5EF4-FFF2-40B4-BE49-F238E27FC236}">
                <a16:creationId xmlns:a16="http://schemas.microsoft.com/office/drawing/2014/main" id="{6FA6177D-DD4B-43EE-BCB3-49D1E4A42566}"/>
              </a:ext>
            </a:extLst>
          </p:cNvPr>
          <p:cNvPicPr>
            <a:picLocks xmlns:a="http://schemas.openxmlformats.org/drawingml/2006/main" noChangeAspect="1"/>
          </p:cNvPicPr>
          <p:nvPr/>
        </p:nvPicPr>
        <p:blipFill>
          <a:blip xmlns:r="http://schemas.openxmlformats.org/officeDocument/2006/relationships" xmlns:a="http://schemas.openxmlformats.org/drawingml/2006/main" r:embed="Re9b4ab694de74f9f"/>
          <a:stretch xmlns:a="http://schemas.openxmlformats.org/drawingml/2006/main"/>
        </p:blipFill>
        <p:spPr>
          <a:xfrm xmlns:a="http://schemas.openxmlformats.org/drawingml/2006/main">
            <a:off x="620640" y="2469915"/>
            <a:ext cx="2014694" cy="725672"/>
          </a:xfrm>
          <a:prstGeom xmlns:a="http://schemas.openxmlformats.org/drawingml/2006/main" prst="rect">
            <a:avLst/>
          </a:prstGeom>
        </p:spPr>
      </p:pic>
      <p:sp>
        <p:nvSpPr>
          <p:cNvPr id="17" name="Object images tag">
            <a:extLst xmlns:a="http://schemas.openxmlformats.org/drawingml/2006/main">
              <a:ext uri="{FF2B5EF4-FFF2-40B4-BE49-F238E27FC236}">
                <a16:creationId xmlns:a16="http://schemas.microsoft.com/office/drawing/2014/main" id="{C3ECDD42-3E0D-4FF4-8DA5-3FC0842FB689}"/>
              </a:ext>
            </a:extLst>
          </p:cNvPr>
          <p:cNvSpPr>
            <a:spLocks xmlns:a="http://schemas.openxmlformats.org/drawingml/2006/main" noGrp="1"/>
          </p:cNvSpPr>
          <p:nvPr/>
        </p:nvSpPr>
        <p:spPr>
          <a:xfrm xmlns:a="http://schemas.openxmlformats.org/drawingml/2006/main">
            <a:off x="1919211" y="2317142"/>
            <a:ext cx="735220" cy="143225"/>
          </a:xfrm>
          <a:custGeom xmlns:a="http://schemas.openxmlformats.org/drawingml/2006/main">
            <a:pathLst>
              <a:path w="733425" h="142875">
                <a:moveTo>
                  <a:pt x="19050" y="0"/>
                </a:moveTo>
                <a:lnTo>
                  <a:pt x="714375" y="0"/>
                </a:lnTo>
                <a:cubicBezTo>
                  <a:pt x="724896" y="0"/>
                  <a:pt x="733425" y="8529"/>
                  <a:pt x="733425" y="19050"/>
                </a:cubicBezTo>
                <a:lnTo>
                  <a:pt x="733425" y="123825"/>
                </a:lnTo>
                <a:cubicBezTo>
                  <a:pt x="733425" y="134346"/>
                  <a:pt x="724896" y="142875"/>
                  <a:pt x="714375" y="142875"/>
                </a:cubicBezTo>
                <a:lnTo>
                  <a:pt x="19050" y="142875"/>
                </a:lnTo>
                <a:cubicBezTo>
                  <a:pt x="8529" y="142875"/>
                  <a:pt x="0" y="134346"/>
                  <a:pt x="0" y="123825"/>
                </a:cubicBezTo>
                <a:lnTo>
                  <a:pt x="0" y="19050"/>
                </a:lnTo>
                <a:cubicBezTo>
                  <a:pt x="0" y="8529"/>
                  <a:pt x="8529" y="0"/>
                  <a:pt x="19050" y="0"/>
                </a:cubicBezTo>
                <a:close/>
              </a:path>
            </a:pathLst>
          </a:custGeom>
          <a:solidFill xmlns:a="http://schemas.openxmlformats.org/drawingml/2006/main">
            <a:srgbClr val="51D66E"/>
          </a:solidFill>
          <a:ln xmlns:a="http://schemas.openxmlformats.org/drawingml/2006/main" w="9548">
            <a:noFill/>
            <a:prstDash val="solid"/>
          </a:ln>
        </p:spPr>
      </p:sp>
      <p:sp>
        <p:nvSpPr>
          <p:cNvPr id="18" name="Object images tag label">
            <a:extLst xmlns:a="http://schemas.openxmlformats.org/drawingml/2006/main">
              <a:ext uri="{FF2B5EF4-FFF2-40B4-BE49-F238E27FC236}">
                <a16:creationId xmlns:a16="http://schemas.microsoft.com/office/drawing/2014/main" id="{65846471-1B24-4542-AC06-01E9E35D162A}"/>
              </a:ext>
            </a:extLst>
          </p:cNvPr>
          <p:cNvSpPr>
            <a:spLocks xmlns:a="http://schemas.openxmlformats.org/drawingml/2006/main" noGrp="1"/>
          </p:cNvSpPr>
          <p:nvPr/>
        </p:nvSpPr>
        <p:spPr>
          <a:xfrm xmlns:a="http://schemas.openxmlformats.org/drawingml/2006/main" rot="0">
            <a:off x="1986049" y="2313654"/>
            <a:ext cx="611092" cy="17565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988" b="0" i="0">
                <a:solidFill>
                  <a:srgbClr val="FFFFFF"/>
                </a:solidFill>
                <a:latin typeface="Comic Sans MS"/>
                <a:ea typeface="Comic Sans MS"/>
                <a:cs typeface="Comic Sans MS"/>
              </a:defRPr>
            </a:defPPr>
          </a:lstStyle>
          <a:p xmlns:a="http://schemas.openxmlformats.org/drawingml/2006/main">
            <a:pPr algn="l">
              <a:lnSpc>
                <a:spcPct val="100000"/>
              </a:lnSpc>
              <a:buNone/>
              <a:defRPr sz="988" b="0" i="0">
                <a:solidFill>
                  <a:srgbClr val="FFFFFF"/>
                </a:solidFill>
                <a:latin typeface="Comic Sans MS"/>
                <a:ea typeface="Comic Sans MS"/>
                <a:cs typeface="Comic Sans MS"/>
              </a:defRPr>
            </a:pPr>
            <a:r>
              <a:rPr sz="988" b="0" i="0">
                <a:solidFill>
                  <a:srgbClr val="FFFFFF"/>
                </a:solidFill>
                <a:latin typeface="Comic Sans MS"/>
                <a:ea typeface="Comic Sans MS"/>
                <a:cs typeface="Comic Sans MS"/>
              </a:rPr>
              <a:t>▧ images</a:t>
            </a:r>
          </a:p>
        </p:txBody>
      </p:sp>
      <p:sp>
        <p:nvSpPr>
          <p:cNvPr id="19" name="Object evidence to generation">
            <a:extLst xmlns:a="http://schemas.openxmlformats.org/drawingml/2006/main">
              <a:ext uri="{FF2B5EF4-FFF2-40B4-BE49-F238E27FC236}">
                <a16:creationId xmlns:a16="http://schemas.microsoft.com/office/drawing/2014/main" id="{4F83280A-8F38-4993-A1C3-BE467DF6F98E}"/>
              </a:ext>
            </a:extLst>
          </p:cNvPr>
          <p:cNvSpPr>
            <a:spLocks xmlns:a="http://schemas.openxmlformats.org/drawingml/2006/main" noGrp="1"/>
          </p:cNvSpPr>
          <p:nvPr/>
        </p:nvSpPr>
        <p:spPr>
          <a:xfrm xmlns:a="http://schemas.openxmlformats.org/drawingml/2006/main">
            <a:off x="2654431" y="2140498"/>
            <a:ext cx="410577" cy="401029"/>
          </a:xfrm>
          <a:custGeom xmlns:a="http://schemas.openxmlformats.org/drawingml/2006/main">
            <a:pathLst>
              <a:path w="409575" h="400050">
                <a:moveTo>
                  <a:pt x="0" y="112014"/>
                </a:moveTo>
                <a:lnTo>
                  <a:pt x="225266" y="112014"/>
                </a:lnTo>
                <a:lnTo>
                  <a:pt x="225266" y="0"/>
                </a:lnTo>
                <a:lnTo>
                  <a:pt x="409575" y="200025"/>
                </a:lnTo>
                <a:lnTo>
                  <a:pt x="225266" y="400050"/>
                </a:lnTo>
                <a:lnTo>
                  <a:pt x="225266" y="288036"/>
                </a:lnTo>
                <a:lnTo>
                  <a:pt x="0" y="288036"/>
                </a:lnTo>
                <a:close/>
              </a:path>
            </a:pathLst>
          </a:custGeom>
          <a:solidFill xmlns:a="http://schemas.openxmlformats.org/drawingml/2006/main">
            <a:srgbClr val="A6ECAE"/>
          </a:solidFill>
          <a:ln xmlns:a="http://schemas.openxmlformats.org/drawingml/2006/main" w="9548">
            <a:noFill/>
            <a:prstDash val="solid"/>
          </a:ln>
        </p:spPr>
      </p:sp>
      <p:pic>
        <p:nvPicPr>
          <p:cNvPr id="20" name="">
            <a:extLst xmlns:a="http://schemas.openxmlformats.org/drawingml/2006/main">
              <a:ext uri="{FF2B5EF4-FFF2-40B4-BE49-F238E27FC236}">
                <a16:creationId xmlns:a16="http://schemas.microsoft.com/office/drawing/2014/main" id="{134C5CEF-B8FB-4A82-8359-E4DAF388D6FD}"/>
              </a:ext>
            </a:extLst>
          </p:cNvPr>
          <p:cNvPicPr>
            <a:picLocks xmlns:a="http://schemas.openxmlformats.org/drawingml/2006/main" noChangeAspect="1"/>
          </p:cNvPicPr>
          <p:nvPr/>
        </p:nvPicPr>
        <p:blipFill>
          <a:blip xmlns:r="http://schemas.openxmlformats.org/officeDocument/2006/relationships" xmlns:a="http://schemas.openxmlformats.org/drawingml/2006/main" r:embed="R4436cd0ba5a34d93"/>
          <a:stretch xmlns:a="http://schemas.openxmlformats.org/drawingml/2006/main"/>
        </p:blipFill>
        <p:spPr>
          <a:xfrm xmlns:a="http://schemas.openxmlformats.org/drawingml/2006/main">
            <a:off x="3074556" y="1734695"/>
            <a:ext cx="1508633" cy="1212636"/>
          </a:xfrm>
          <a:prstGeom xmlns:a="http://schemas.openxmlformats.org/drawingml/2006/main" prst="rect">
            <a:avLst/>
          </a:prstGeom>
        </p:spPr>
      </p:pic>
      <p:sp>
        <p:nvSpPr>
          <p:cNvPr id="21" name="Object corner horizontal">
            <a:extLst xmlns:a="http://schemas.openxmlformats.org/drawingml/2006/main">
              <a:ext uri="{FF2B5EF4-FFF2-40B4-BE49-F238E27FC236}">
                <a16:creationId xmlns:a16="http://schemas.microsoft.com/office/drawing/2014/main" id="{ABADF107-4567-4647-A6E2-2C918B716BCF}"/>
              </a:ext>
            </a:extLst>
          </p:cNvPr>
          <p:cNvSpPr>
            <a:spLocks xmlns:a="http://schemas.openxmlformats.org/drawingml/2006/main" noGrp="1"/>
          </p:cNvSpPr>
          <p:nvPr/>
        </p:nvSpPr>
        <p:spPr>
          <a:xfrm xmlns:a="http://schemas.openxmlformats.org/drawingml/2006/main">
            <a:off x="3026815" y="1677405"/>
            <a:ext cx="238708" cy="191"/>
          </a:xfrm>
          <a:custGeom xmlns:a="http://schemas.openxmlformats.org/drawingml/2006/main">
            <a:pathLst>
              <a:path w="238125" h="191">
                <a:moveTo>
                  <a:pt x="0" y="0"/>
                </a:moveTo>
                <a:lnTo>
                  <a:pt x="238125" y="0"/>
                </a:lnTo>
              </a:path>
            </a:pathLst>
          </a:custGeom>
          <a:noFill xmlns:a="http://schemas.openxmlformats.org/drawingml/2006/main"/>
          <a:ln xmlns:a="http://schemas.openxmlformats.org/drawingml/2006/main" w="19097">
            <a:solidFill>
              <a:srgbClr val="51D66E"/>
            </a:solidFill>
            <a:prstDash val="solid"/>
          </a:ln>
        </p:spPr>
      </p:sp>
      <p:sp>
        <p:nvSpPr>
          <p:cNvPr id="22" name="Object corner vertical">
            <a:extLst xmlns:a="http://schemas.openxmlformats.org/drawingml/2006/main">
              <a:ext uri="{FF2B5EF4-FFF2-40B4-BE49-F238E27FC236}">
                <a16:creationId xmlns:a16="http://schemas.microsoft.com/office/drawing/2014/main" id="{D7FC98B2-A7E7-42B5-B9EA-120D734B0548}"/>
              </a:ext>
            </a:extLst>
          </p:cNvPr>
          <p:cNvSpPr>
            <a:spLocks xmlns:a="http://schemas.openxmlformats.org/drawingml/2006/main" noGrp="1"/>
          </p:cNvSpPr>
          <p:nvPr/>
        </p:nvSpPr>
        <p:spPr>
          <a:xfrm xmlns:a="http://schemas.openxmlformats.org/drawingml/2006/main">
            <a:off x="3026815" y="1677405"/>
            <a:ext cx="191" cy="200515"/>
          </a:xfrm>
          <a:custGeom xmlns:a="http://schemas.openxmlformats.org/drawingml/2006/main">
            <a:pathLst>
              <a:path w="191" h="200025">
                <a:moveTo>
                  <a:pt x="0" y="0"/>
                </a:moveTo>
                <a:lnTo>
                  <a:pt x="0" y="200025"/>
                </a:lnTo>
              </a:path>
            </a:pathLst>
          </a:custGeom>
          <a:noFill xmlns:a="http://schemas.openxmlformats.org/drawingml/2006/main"/>
          <a:ln xmlns:a="http://schemas.openxmlformats.org/drawingml/2006/main" w="19097">
            <a:solidFill>
              <a:srgbClr val="51D66E"/>
            </a:solidFill>
            <a:prstDash val="solid"/>
          </a:ln>
        </p:spPr>
      </p:sp>
      <p:sp>
        <p:nvSpPr>
          <p:cNvPr id="23" name="Object corner horizontal">
            <a:extLst xmlns:a="http://schemas.openxmlformats.org/drawingml/2006/main">
              <a:ext uri="{FF2B5EF4-FFF2-40B4-BE49-F238E27FC236}">
                <a16:creationId xmlns:a16="http://schemas.microsoft.com/office/drawing/2014/main" id="{A16316F7-2D4E-4AE4-81E9-032B506A71B2}"/>
              </a:ext>
            </a:extLst>
          </p:cNvPr>
          <p:cNvSpPr>
            <a:spLocks xmlns:a="http://schemas.openxmlformats.org/drawingml/2006/main" noGrp="1"/>
          </p:cNvSpPr>
          <p:nvPr/>
        </p:nvSpPr>
        <p:spPr>
          <a:xfrm xmlns:a="http://schemas.openxmlformats.org/drawingml/2006/main">
            <a:off x="4392223" y="1677405"/>
            <a:ext cx="238708" cy="191"/>
          </a:xfrm>
          <a:custGeom xmlns:a="http://schemas.openxmlformats.org/drawingml/2006/main">
            <a:pathLst>
              <a:path w="238125" h="191">
                <a:moveTo>
                  <a:pt x="238125" y="0"/>
                </a:moveTo>
                <a:lnTo>
                  <a:pt x="0" y="0"/>
                </a:lnTo>
              </a:path>
            </a:pathLst>
          </a:custGeom>
          <a:noFill xmlns:a="http://schemas.openxmlformats.org/drawingml/2006/main"/>
          <a:ln xmlns:a="http://schemas.openxmlformats.org/drawingml/2006/main" w="19097">
            <a:solidFill>
              <a:srgbClr val="51D66E"/>
            </a:solidFill>
            <a:prstDash val="solid"/>
          </a:ln>
        </p:spPr>
      </p:sp>
      <p:sp>
        <p:nvSpPr>
          <p:cNvPr id="24" name="Object corner vertical">
            <a:extLst xmlns:a="http://schemas.openxmlformats.org/drawingml/2006/main">
              <a:ext uri="{FF2B5EF4-FFF2-40B4-BE49-F238E27FC236}">
                <a16:creationId xmlns:a16="http://schemas.microsoft.com/office/drawing/2014/main" id="{032053D5-C3C7-416E-90DB-E880CBDD3B56}"/>
              </a:ext>
            </a:extLst>
          </p:cNvPr>
          <p:cNvSpPr>
            <a:spLocks xmlns:a="http://schemas.openxmlformats.org/drawingml/2006/main" noGrp="1"/>
          </p:cNvSpPr>
          <p:nvPr/>
        </p:nvSpPr>
        <p:spPr>
          <a:xfrm xmlns:a="http://schemas.openxmlformats.org/drawingml/2006/main">
            <a:off x="4630931" y="1677405"/>
            <a:ext cx="191" cy="200515"/>
          </a:xfrm>
          <a:custGeom xmlns:a="http://schemas.openxmlformats.org/drawingml/2006/main">
            <a:pathLst>
              <a:path w="191" h="200025">
                <a:moveTo>
                  <a:pt x="0" y="0"/>
                </a:moveTo>
                <a:lnTo>
                  <a:pt x="0" y="200025"/>
                </a:lnTo>
              </a:path>
            </a:pathLst>
          </a:custGeom>
          <a:noFill xmlns:a="http://schemas.openxmlformats.org/drawingml/2006/main"/>
          <a:ln xmlns:a="http://schemas.openxmlformats.org/drawingml/2006/main" w="19097">
            <a:solidFill>
              <a:srgbClr val="51D66E"/>
            </a:solidFill>
            <a:prstDash val="solid"/>
          </a:ln>
        </p:spPr>
      </p:sp>
      <p:sp>
        <p:nvSpPr>
          <p:cNvPr id="25" name="Object corner horizontal">
            <a:extLst xmlns:a="http://schemas.openxmlformats.org/drawingml/2006/main">
              <a:ext uri="{FF2B5EF4-FFF2-40B4-BE49-F238E27FC236}">
                <a16:creationId xmlns:a16="http://schemas.microsoft.com/office/drawing/2014/main" id="{B24066EF-6776-44E6-88C3-AF1960050A79}"/>
              </a:ext>
            </a:extLst>
          </p:cNvPr>
          <p:cNvSpPr>
            <a:spLocks xmlns:a="http://schemas.openxmlformats.org/drawingml/2006/main" noGrp="1"/>
          </p:cNvSpPr>
          <p:nvPr/>
        </p:nvSpPr>
        <p:spPr>
          <a:xfrm xmlns:a="http://schemas.openxmlformats.org/drawingml/2006/main">
            <a:off x="3026815" y="3004620"/>
            <a:ext cx="238708" cy="191"/>
          </a:xfrm>
          <a:custGeom xmlns:a="http://schemas.openxmlformats.org/drawingml/2006/main">
            <a:pathLst>
              <a:path w="238125" h="191">
                <a:moveTo>
                  <a:pt x="0" y="0"/>
                </a:moveTo>
                <a:lnTo>
                  <a:pt x="238125" y="0"/>
                </a:lnTo>
              </a:path>
            </a:pathLst>
          </a:custGeom>
          <a:noFill xmlns:a="http://schemas.openxmlformats.org/drawingml/2006/main"/>
          <a:ln xmlns:a="http://schemas.openxmlformats.org/drawingml/2006/main" w="19097">
            <a:solidFill>
              <a:srgbClr val="51D66E"/>
            </a:solidFill>
            <a:prstDash val="solid"/>
          </a:ln>
        </p:spPr>
      </p:sp>
      <p:sp>
        <p:nvSpPr>
          <p:cNvPr id="26" name="Object corner vertical">
            <a:extLst xmlns:a="http://schemas.openxmlformats.org/drawingml/2006/main">
              <a:ext uri="{FF2B5EF4-FFF2-40B4-BE49-F238E27FC236}">
                <a16:creationId xmlns:a16="http://schemas.microsoft.com/office/drawing/2014/main" id="{0093798F-C35F-4CF5-9AA2-892970D2D8FC}"/>
              </a:ext>
            </a:extLst>
          </p:cNvPr>
          <p:cNvSpPr>
            <a:spLocks xmlns:a="http://schemas.openxmlformats.org/drawingml/2006/main" noGrp="1"/>
          </p:cNvSpPr>
          <p:nvPr/>
        </p:nvSpPr>
        <p:spPr>
          <a:xfrm xmlns:a="http://schemas.openxmlformats.org/drawingml/2006/main">
            <a:off x="3026815" y="2804105"/>
            <a:ext cx="191" cy="200515"/>
          </a:xfrm>
          <a:custGeom xmlns:a="http://schemas.openxmlformats.org/drawingml/2006/main">
            <a:pathLst>
              <a:path w="191" h="200025">
                <a:moveTo>
                  <a:pt x="0" y="200025"/>
                </a:moveTo>
                <a:lnTo>
                  <a:pt x="0" y="0"/>
                </a:lnTo>
              </a:path>
            </a:pathLst>
          </a:custGeom>
          <a:noFill xmlns:a="http://schemas.openxmlformats.org/drawingml/2006/main"/>
          <a:ln xmlns:a="http://schemas.openxmlformats.org/drawingml/2006/main" w="19097">
            <a:solidFill>
              <a:srgbClr val="51D66E"/>
            </a:solidFill>
            <a:prstDash val="solid"/>
          </a:ln>
        </p:spPr>
      </p:sp>
      <p:sp>
        <p:nvSpPr>
          <p:cNvPr id="27" name="Object corner horizontal">
            <a:extLst xmlns:a="http://schemas.openxmlformats.org/drawingml/2006/main">
              <a:ext uri="{FF2B5EF4-FFF2-40B4-BE49-F238E27FC236}">
                <a16:creationId xmlns:a16="http://schemas.microsoft.com/office/drawing/2014/main" id="{0C9BA60A-48AE-448E-850B-6F9E963B3DF5}"/>
              </a:ext>
            </a:extLst>
          </p:cNvPr>
          <p:cNvSpPr>
            <a:spLocks xmlns:a="http://schemas.openxmlformats.org/drawingml/2006/main" noGrp="1"/>
          </p:cNvSpPr>
          <p:nvPr/>
        </p:nvSpPr>
        <p:spPr>
          <a:xfrm xmlns:a="http://schemas.openxmlformats.org/drawingml/2006/main">
            <a:off x="4392223" y="3004620"/>
            <a:ext cx="238708" cy="191"/>
          </a:xfrm>
          <a:custGeom xmlns:a="http://schemas.openxmlformats.org/drawingml/2006/main">
            <a:pathLst>
              <a:path w="238125" h="191">
                <a:moveTo>
                  <a:pt x="238125" y="0"/>
                </a:moveTo>
                <a:lnTo>
                  <a:pt x="0" y="0"/>
                </a:lnTo>
              </a:path>
            </a:pathLst>
          </a:custGeom>
          <a:noFill xmlns:a="http://schemas.openxmlformats.org/drawingml/2006/main"/>
          <a:ln xmlns:a="http://schemas.openxmlformats.org/drawingml/2006/main" w="19097">
            <a:solidFill>
              <a:srgbClr val="51D66E"/>
            </a:solidFill>
            <a:prstDash val="solid"/>
          </a:ln>
        </p:spPr>
      </p:sp>
      <p:sp>
        <p:nvSpPr>
          <p:cNvPr id="28" name="Object corner vertical">
            <a:extLst xmlns:a="http://schemas.openxmlformats.org/drawingml/2006/main">
              <a:ext uri="{FF2B5EF4-FFF2-40B4-BE49-F238E27FC236}">
                <a16:creationId xmlns:a16="http://schemas.microsoft.com/office/drawing/2014/main" id="{CF4DB2FC-0076-4AA6-9184-AB311EFEB25B}"/>
              </a:ext>
            </a:extLst>
          </p:cNvPr>
          <p:cNvSpPr>
            <a:spLocks xmlns:a="http://schemas.openxmlformats.org/drawingml/2006/main" noGrp="1"/>
          </p:cNvSpPr>
          <p:nvPr/>
        </p:nvSpPr>
        <p:spPr>
          <a:xfrm xmlns:a="http://schemas.openxmlformats.org/drawingml/2006/main">
            <a:off x="4630931" y="2804105"/>
            <a:ext cx="191" cy="200515"/>
          </a:xfrm>
          <a:custGeom xmlns:a="http://schemas.openxmlformats.org/drawingml/2006/main">
            <a:pathLst>
              <a:path w="191" h="200025">
                <a:moveTo>
                  <a:pt x="0" y="200025"/>
                </a:moveTo>
                <a:lnTo>
                  <a:pt x="0" y="0"/>
                </a:lnTo>
              </a:path>
            </a:pathLst>
          </a:custGeom>
          <a:noFill xmlns:a="http://schemas.openxmlformats.org/drawingml/2006/main"/>
          <a:ln xmlns:a="http://schemas.openxmlformats.org/drawingml/2006/main" w="19097">
            <a:solidFill>
              <a:srgbClr val="51D66E"/>
            </a:solidFill>
            <a:prstDash val="solid"/>
          </a:ln>
        </p:spPr>
      </p:sp>
      <p:sp>
        <p:nvSpPr>
          <p:cNvPr id="29" name="Special Event card">
            <a:extLst xmlns:a="http://schemas.openxmlformats.org/drawingml/2006/main">
              <a:ext uri="{FF2B5EF4-FFF2-40B4-BE49-F238E27FC236}">
                <a16:creationId xmlns:a16="http://schemas.microsoft.com/office/drawing/2014/main" id="{5C747812-CD9C-46B8-8462-A185CB6E7F7C}"/>
              </a:ext>
            </a:extLst>
          </p:cNvPr>
          <p:cNvSpPr>
            <a:spLocks xmlns:a="http://schemas.openxmlformats.org/drawingml/2006/main" noGrp="1"/>
          </p:cNvSpPr>
          <p:nvPr/>
        </p:nvSpPr>
        <p:spPr>
          <a:xfrm xmlns:a="http://schemas.openxmlformats.org/drawingml/2006/main">
            <a:off x="4984219" y="445673"/>
            <a:ext cx="4659576" cy="2854945"/>
          </a:xfrm>
          <a:custGeom xmlns:a="http://schemas.openxmlformats.org/drawingml/2006/main">
            <a:pathLst>
              <a:path w="4648200" h="2847975">
                <a:moveTo>
                  <a:pt x="57150" y="0"/>
                </a:moveTo>
                <a:lnTo>
                  <a:pt x="4591050" y="0"/>
                </a:lnTo>
                <a:cubicBezTo>
                  <a:pt x="4622613" y="0"/>
                  <a:pt x="4648200" y="25587"/>
                  <a:pt x="4648200" y="57150"/>
                </a:cubicBezTo>
                <a:lnTo>
                  <a:pt x="4648200" y="2790825"/>
                </a:lnTo>
                <a:cubicBezTo>
                  <a:pt x="4648200" y="2822388"/>
                  <a:pt x="4622613" y="2847975"/>
                  <a:pt x="4591050" y="2847975"/>
                </a:cubicBezTo>
                <a:lnTo>
                  <a:pt x="57150" y="2847975"/>
                </a:lnTo>
                <a:cubicBezTo>
                  <a:pt x="25587" y="2847975"/>
                  <a:pt x="0" y="2822388"/>
                  <a:pt x="0" y="2790825"/>
                </a:cubicBezTo>
                <a:lnTo>
                  <a:pt x="0" y="57150"/>
                </a:lnTo>
                <a:cubicBezTo>
                  <a:pt x="0" y="25587"/>
                  <a:pt x="25587" y="0"/>
                  <a:pt x="57150" y="0"/>
                </a:cubicBezTo>
                <a:close/>
              </a:path>
            </a:pathLst>
          </a:custGeom>
          <a:solidFill xmlns:a="http://schemas.openxmlformats.org/drawingml/2006/main">
            <a:srgbClr val="EFFEFB"/>
          </a:solidFill>
          <a:ln xmlns:a="http://schemas.openxmlformats.org/drawingml/2006/main" w="25780">
            <a:solidFill>
              <a:srgbClr val="98F5E2"/>
            </a:solidFill>
            <a:prstDash val="solid"/>
          </a:ln>
        </p:spPr>
      </p:sp>
      <p:sp>
        <p:nvSpPr>
          <p:cNvPr id="30" name="Special Event header">
            <a:extLst xmlns:a="http://schemas.openxmlformats.org/drawingml/2006/main">
              <a:ext uri="{FF2B5EF4-FFF2-40B4-BE49-F238E27FC236}">
                <a16:creationId xmlns:a16="http://schemas.microsoft.com/office/drawing/2014/main" id="{BF23F710-2B19-404C-89A7-D96E9AB42FD7}"/>
              </a:ext>
            </a:extLst>
          </p:cNvPr>
          <p:cNvSpPr>
            <a:spLocks xmlns:a="http://schemas.openxmlformats.org/drawingml/2006/main" noGrp="1"/>
          </p:cNvSpPr>
          <p:nvPr/>
        </p:nvSpPr>
        <p:spPr>
          <a:xfrm xmlns:a="http://schemas.openxmlformats.org/drawingml/2006/main">
            <a:off x="4984219" y="445673"/>
            <a:ext cx="4659576" cy="448771"/>
          </a:xfrm>
          <a:custGeom xmlns:a="http://schemas.openxmlformats.org/drawingml/2006/main">
            <a:pathLst>
              <a:path w="4648200" h="447675">
                <a:moveTo>
                  <a:pt x="57150" y="0"/>
                </a:moveTo>
                <a:lnTo>
                  <a:pt x="4591050" y="0"/>
                </a:lnTo>
                <a:cubicBezTo>
                  <a:pt x="4622613" y="0"/>
                  <a:pt x="4648200" y="25587"/>
                  <a:pt x="4648200" y="57150"/>
                </a:cubicBezTo>
                <a:lnTo>
                  <a:pt x="4648200" y="390525"/>
                </a:lnTo>
                <a:cubicBezTo>
                  <a:pt x="4648200" y="422088"/>
                  <a:pt x="4622613" y="447675"/>
                  <a:pt x="4591050" y="447675"/>
                </a:cubicBezTo>
                <a:lnTo>
                  <a:pt x="57150" y="447675"/>
                </a:lnTo>
                <a:cubicBezTo>
                  <a:pt x="25587" y="447675"/>
                  <a:pt x="0" y="422088"/>
                  <a:pt x="0" y="390525"/>
                </a:cubicBezTo>
                <a:lnTo>
                  <a:pt x="0" y="57150"/>
                </a:lnTo>
                <a:cubicBezTo>
                  <a:pt x="0" y="25587"/>
                  <a:pt x="25587" y="0"/>
                  <a:pt x="57150" y="0"/>
                </a:cubicBezTo>
                <a:close/>
              </a:path>
            </a:pathLst>
          </a:custGeom>
          <a:solidFill xmlns:a="http://schemas.openxmlformats.org/drawingml/2006/main">
            <a:srgbClr val="98F5E2"/>
          </a:solidFill>
          <a:ln xmlns:a="http://schemas.openxmlformats.org/drawingml/2006/main" w="9548">
            <a:noFill/>
            <a:prstDash val="solid"/>
          </a:ln>
        </p:spPr>
      </p:sp>
      <p:pic>
        <p:nvPicPr>
          <p:cNvPr id="31" name="">
            <a:extLst xmlns:a="http://schemas.openxmlformats.org/drawingml/2006/main">
              <a:ext uri="{FF2B5EF4-FFF2-40B4-BE49-F238E27FC236}">
                <a16:creationId xmlns:a16="http://schemas.microsoft.com/office/drawing/2014/main" id="{556001E8-36FA-48FE-ABED-B6909785EA2A}"/>
              </a:ext>
            </a:extLst>
          </p:cNvPr>
          <p:cNvPicPr>
            <a:picLocks xmlns:a="http://schemas.openxmlformats.org/drawingml/2006/main" noChangeAspect="1"/>
          </p:cNvPicPr>
          <p:nvPr/>
        </p:nvPicPr>
        <p:blipFill>
          <a:blip xmlns:r="http://schemas.openxmlformats.org/officeDocument/2006/relationships" xmlns:a="http://schemas.openxmlformats.org/drawingml/2006/main" r:embed="R8e199c3dec734a62"/>
          <a:stretch xmlns:a="http://schemas.openxmlformats.org/drawingml/2006/main"/>
        </p:blipFill>
        <p:spPr>
          <a:xfrm xmlns:a="http://schemas.openxmlformats.org/drawingml/2006/main">
            <a:off x="6292337" y="512511"/>
            <a:ext cx="343739" cy="334191"/>
          </a:xfrm>
          <a:prstGeom xmlns:a="http://schemas.openxmlformats.org/drawingml/2006/main" prst="rect">
            <a:avLst/>
          </a:prstGeom>
        </p:spPr>
      </p:pic>
      <p:sp>
        <p:nvSpPr>
          <p:cNvPr id="32" name="Special Event prompt divider">
            <a:extLst xmlns:a="http://schemas.openxmlformats.org/drawingml/2006/main">
              <a:ext uri="{FF2B5EF4-FFF2-40B4-BE49-F238E27FC236}">
                <a16:creationId xmlns:a16="http://schemas.microsoft.com/office/drawing/2014/main" id="{B7E96D21-8B5D-4869-AB6E-4F3069E7BF42}"/>
              </a:ext>
            </a:extLst>
          </p:cNvPr>
          <p:cNvSpPr>
            <a:spLocks xmlns:a="http://schemas.openxmlformats.org/drawingml/2006/main" noGrp="1"/>
          </p:cNvSpPr>
          <p:nvPr/>
        </p:nvSpPr>
        <p:spPr>
          <a:xfrm xmlns:a="http://schemas.openxmlformats.org/drawingml/2006/main">
            <a:off x="5060605" y="1419600"/>
            <a:ext cx="4497255" cy="191"/>
          </a:xfrm>
          <a:custGeom xmlns:a="http://schemas.openxmlformats.org/drawingml/2006/main">
            <a:pathLst>
              <a:path w="4486275" h="191">
                <a:moveTo>
                  <a:pt x="0" y="0"/>
                </a:moveTo>
                <a:lnTo>
                  <a:pt x="4486275" y="0"/>
                </a:lnTo>
              </a:path>
            </a:pathLst>
          </a:custGeom>
          <a:noFill xmlns:a="http://schemas.openxmlformats.org/drawingml/2006/main"/>
          <a:ln xmlns:a="http://schemas.openxmlformats.org/drawingml/2006/main" w="28645">
            <a:solidFill>
              <a:srgbClr val="26DCC1"/>
            </a:solidFill>
            <a:prstDash val="dash"/>
          </a:ln>
        </p:spPr>
      </p:sp>
      <p:sp>
        <p:nvSpPr>
          <p:cNvPr id="33" name="Special Event user disk">
            <a:extLst xmlns:a="http://schemas.openxmlformats.org/drawingml/2006/main">
              <a:ext uri="{FF2B5EF4-FFF2-40B4-BE49-F238E27FC236}">
                <a16:creationId xmlns:a16="http://schemas.microsoft.com/office/drawing/2014/main" id="{DBFBE366-44C0-4BF6-9B59-B4308AB16B05}"/>
              </a:ext>
            </a:extLst>
          </p:cNvPr>
          <p:cNvSpPr>
            <a:spLocks xmlns:a="http://schemas.openxmlformats.org/drawingml/2006/main" noGrp="1"/>
          </p:cNvSpPr>
          <p:nvPr/>
        </p:nvSpPr>
        <p:spPr>
          <a:xfrm xmlns:a="http://schemas.openxmlformats.org/drawingml/2006/main">
            <a:off x="5117895" y="980378"/>
            <a:ext cx="324643" cy="324643"/>
          </a:xfrm>
          <a:custGeom xmlns:a="http://schemas.openxmlformats.org/drawingml/2006/main">
            <a:pathLst>
              <a:path w="323850" h="323850">
                <a:moveTo>
                  <a:pt x="323850" y="161925"/>
                </a:moveTo>
                <a:cubicBezTo>
                  <a:pt x="323850" y="251354"/>
                  <a:pt x="251354" y="323850"/>
                  <a:pt x="161925" y="323850"/>
                </a:cubicBezTo>
                <a:cubicBezTo>
                  <a:pt x="72496" y="323850"/>
                  <a:pt x="0" y="251354"/>
                  <a:pt x="0" y="161925"/>
                </a:cubicBezTo>
                <a:cubicBezTo>
                  <a:pt x="0" y="72496"/>
                  <a:pt x="72496" y="0"/>
                  <a:pt x="161925" y="0"/>
                </a:cubicBezTo>
                <a:cubicBezTo>
                  <a:pt x="251354" y="0"/>
                  <a:pt x="323850" y="72496"/>
                  <a:pt x="323850" y="161925"/>
                </a:cubicBezTo>
                <a:close/>
              </a:path>
            </a:pathLst>
          </a:custGeom>
          <a:solidFill xmlns:a="http://schemas.openxmlformats.org/drawingml/2006/main">
            <a:srgbClr val="26DCC1"/>
          </a:solidFill>
          <a:ln xmlns:a="http://schemas.openxmlformats.org/drawingml/2006/main" w="9548">
            <a:noFill/>
            <a:prstDash val="solid"/>
          </a:ln>
        </p:spPr>
      </p:sp>
      <p:sp>
        <p:nvSpPr>
          <p:cNvPr id="34" name="Special Event user head">
            <a:extLst xmlns:a="http://schemas.openxmlformats.org/drawingml/2006/main">
              <a:ext uri="{FF2B5EF4-FFF2-40B4-BE49-F238E27FC236}">
                <a16:creationId xmlns:a16="http://schemas.microsoft.com/office/drawing/2014/main" id="{34293835-43A9-46A4-A61B-1326C6FA2EE3}"/>
              </a:ext>
            </a:extLst>
          </p:cNvPr>
          <p:cNvSpPr>
            <a:spLocks xmlns:a="http://schemas.openxmlformats.org/drawingml/2006/main" noGrp="1"/>
          </p:cNvSpPr>
          <p:nvPr/>
        </p:nvSpPr>
        <p:spPr>
          <a:xfrm xmlns:a="http://schemas.openxmlformats.org/drawingml/2006/main">
            <a:off x="5213378" y="1018571"/>
            <a:ext cx="143225" cy="143225"/>
          </a:xfrm>
          <a:custGeom xmlns:a="http://schemas.openxmlformats.org/drawingml/2006/main">
            <a:pathLst>
              <a:path w="142875" h="142875">
                <a:moveTo>
                  <a:pt x="142875" y="71438"/>
                </a:moveTo>
                <a:cubicBezTo>
                  <a:pt x="142875" y="110891"/>
                  <a:pt x="110891" y="142875"/>
                  <a:pt x="71438" y="142875"/>
                </a:cubicBezTo>
                <a:cubicBezTo>
                  <a:pt x="31984" y="142875"/>
                  <a:pt x="0" y="110891"/>
                  <a:pt x="0" y="71438"/>
                </a:cubicBezTo>
                <a:cubicBezTo>
                  <a:pt x="0" y="31984"/>
                  <a:pt x="31984" y="0"/>
                  <a:pt x="71438" y="0"/>
                </a:cubicBezTo>
                <a:cubicBezTo>
                  <a:pt x="110891" y="0"/>
                  <a:pt x="142875" y="31984"/>
                  <a:pt x="142875" y="71438"/>
                </a:cubicBezTo>
                <a:close/>
              </a:path>
            </a:pathLst>
          </a:custGeom>
          <a:solidFill xmlns:a="http://schemas.openxmlformats.org/drawingml/2006/main">
            <a:srgbClr val="FFFFFF"/>
          </a:solidFill>
          <a:ln xmlns:a="http://schemas.openxmlformats.org/drawingml/2006/main" w="9548">
            <a:noFill/>
            <a:prstDash val="solid"/>
          </a:ln>
        </p:spPr>
      </p:sp>
      <p:sp>
        <p:nvSpPr>
          <p:cNvPr id="35" name="Special Event user shoulders">
            <a:extLst xmlns:a="http://schemas.openxmlformats.org/drawingml/2006/main">
              <a:ext uri="{FF2B5EF4-FFF2-40B4-BE49-F238E27FC236}">
                <a16:creationId xmlns:a16="http://schemas.microsoft.com/office/drawing/2014/main" id="{A457E311-6624-4369-9254-A4388FA9F08D}"/>
              </a:ext>
            </a:extLst>
          </p:cNvPr>
          <p:cNvSpPr>
            <a:spLocks xmlns:a="http://schemas.openxmlformats.org/drawingml/2006/main" noGrp="1"/>
          </p:cNvSpPr>
          <p:nvPr/>
        </p:nvSpPr>
        <p:spPr>
          <a:xfrm xmlns:a="http://schemas.openxmlformats.org/drawingml/2006/main">
            <a:off x="5175185" y="1152248"/>
            <a:ext cx="219611" cy="114580"/>
          </a:xfrm>
          <a:custGeom xmlns:a="http://schemas.openxmlformats.org/drawingml/2006/main">
            <a:pathLst>
              <a:path w="219075" h="114300">
                <a:moveTo>
                  <a:pt x="219075" y="57150"/>
                </a:moveTo>
                <a:cubicBezTo>
                  <a:pt x="219075" y="88713"/>
                  <a:pt x="170033" y="114300"/>
                  <a:pt x="109538" y="114300"/>
                </a:cubicBezTo>
                <a:cubicBezTo>
                  <a:pt x="49042" y="114300"/>
                  <a:pt x="0" y="88713"/>
                  <a:pt x="0" y="57150"/>
                </a:cubicBezTo>
                <a:cubicBezTo>
                  <a:pt x="0" y="25587"/>
                  <a:pt x="49042" y="0"/>
                  <a:pt x="109538" y="0"/>
                </a:cubicBezTo>
                <a:cubicBezTo>
                  <a:pt x="170033" y="0"/>
                  <a:pt x="219075" y="25587"/>
                  <a:pt x="219075" y="57150"/>
                </a:cubicBezTo>
                <a:close/>
              </a:path>
            </a:pathLst>
          </a:custGeom>
          <a:solidFill xmlns:a="http://schemas.openxmlformats.org/drawingml/2006/main">
            <a:srgbClr val="FFFFFF"/>
          </a:solidFill>
          <a:ln xmlns:a="http://schemas.openxmlformats.org/drawingml/2006/main" w="9548">
            <a:noFill/>
            <a:prstDash val="solid"/>
          </a:ln>
        </p:spPr>
      </p:sp>
      <p:sp>
        <p:nvSpPr>
          <p:cNvPr id="36" name="Special Event evidence container">
            <a:extLst xmlns:a="http://schemas.openxmlformats.org/drawingml/2006/main">
              <a:ext uri="{FF2B5EF4-FFF2-40B4-BE49-F238E27FC236}">
                <a16:creationId xmlns:a16="http://schemas.microsoft.com/office/drawing/2014/main" id="{9BE2B6D1-BA22-4B1F-935C-EA6557D0B470}"/>
              </a:ext>
            </a:extLst>
          </p:cNvPr>
          <p:cNvSpPr>
            <a:spLocks xmlns:a="http://schemas.openxmlformats.org/drawingml/2006/main" noGrp="1"/>
          </p:cNvSpPr>
          <p:nvPr/>
        </p:nvSpPr>
        <p:spPr>
          <a:xfrm xmlns:a="http://schemas.openxmlformats.org/drawingml/2006/main">
            <a:off x="5576214" y="1505535"/>
            <a:ext cx="1995597" cy="725672"/>
          </a:xfrm>
          <a:custGeom xmlns:a="http://schemas.openxmlformats.org/drawingml/2006/main">
            <a:pathLst>
              <a:path w="1990725" h="723900">
                <a:moveTo>
                  <a:pt x="19050" y="0"/>
                </a:moveTo>
                <a:lnTo>
                  <a:pt x="1971675" y="0"/>
                </a:lnTo>
                <a:cubicBezTo>
                  <a:pt x="1982196" y="0"/>
                  <a:pt x="1990725" y="8529"/>
                  <a:pt x="1990725" y="19050"/>
                </a:cubicBezTo>
                <a:lnTo>
                  <a:pt x="1990725" y="704850"/>
                </a:lnTo>
                <a:cubicBezTo>
                  <a:pt x="1990725" y="715371"/>
                  <a:pt x="1982196" y="723900"/>
                  <a:pt x="1971675" y="723900"/>
                </a:cubicBezTo>
                <a:lnTo>
                  <a:pt x="19050" y="723900"/>
                </a:lnTo>
                <a:cubicBezTo>
                  <a:pt x="8529" y="723900"/>
                  <a:pt x="0" y="715371"/>
                  <a:pt x="0" y="704850"/>
                </a:cubicBezTo>
                <a:lnTo>
                  <a:pt x="0" y="19050"/>
                </a:lnTo>
                <a:cubicBezTo>
                  <a:pt x="0" y="8529"/>
                  <a:pt x="8529" y="0"/>
                  <a:pt x="19050" y="0"/>
                </a:cubicBezTo>
                <a:close/>
              </a:path>
            </a:pathLst>
          </a:custGeom>
          <a:solidFill xmlns:a="http://schemas.openxmlformats.org/drawingml/2006/main">
            <a:srgbClr val="FFFFFF"/>
          </a:solidFill>
          <a:ln xmlns:a="http://schemas.openxmlformats.org/drawingml/2006/main" w="28645">
            <a:solidFill>
              <a:srgbClr val="26DCC1"/>
            </a:solidFill>
            <a:prstDash val="solid"/>
          </a:ln>
        </p:spPr>
      </p:sp>
      <p:sp>
        <p:nvSpPr>
          <p:cNvPr id="37" name="Special Event tool rail">
            <a:extLst xmlns:a="http://schemas.openxmlformats.org/drawingml/2006/main">
              <a:ext uri="{FF2B5EF4-FFF2-40B4-BE49-F238E27FC236}">
                <a16:creationId xmlns:a16="http://schemas.microsoft.com/office/drawing/2014/main" id="{CBB9BF6C-683D-42C4-864E-08B1E2D60062}"/>
              </a:ext>
            </a:extLst>
          </p:cNvPr>
          <p:cNvSpPr>
            <a:spLocks xmlns:a="http://schemas.openxmlformats.org/drawingml/2006/main" noGrp="1"/>
          </p:cNvSpPr>
          <p:nvPr/>
        </p:nvSpPr>
        <p:spPr>
          <a:xfrm xmlns:a="http://schemas.openxmlformats.org/drawingml/2006/main">
            <a:off x="5146540" y="1897016"/>
            <a:ext cx="229159" cy="1269925"/>
          </a:xfrm>
          <a:custGeom xmlns:a="http://schemas.openxmlformats.org/drawingml/2006/main">
            <a:pathLst>
              <a:path w="228600" h="1266825">
                <a:moveTo>
                  <a:pt x="114300" y="0"/>
                </a:moveTo>
                <a:lnTo>
                  <a:pt x="114300" y="0"/>
                </a:lnTo>
                <a:cubicBezTo>
                  <a:pt x="177426" y="0"/>
                  <a:pt x="228600" y="51174"/>
                  <a:pt x="228600" y="114300"/>
                </a:cubicBezTo>
                <a:lnTo>
                  <a:pt x="228600" y="1152525"/>
                </a:lnTo>
                <a:cubicBezTo>
                  <a:pt x="228600" y="1215651"/>
                  <a:pt x="177426" y="1266825"/>
                  <a:pt x="114300" y="1266825"/>
                </a:cubicBezTo>
                <a:lnTo>
                  <a:pt x="114300" y="1266825"/>
                </a:lnTo>
                <a:cubicBezTo>
                  <a:pt x="51174" y="1266825"/>
                  <a:pt x="0" y="1215651"/>
                  <a:pt x="0" y="1152525"/>
                </a:cubicBezTo>
                <a:lnTo>
                  <a:pt x="0" y="114300"/>
                </a:lnTo>
                <a:cubicBezTo>
                  <a:pt x="0" y="51174"/>
                  <a:pt x="51174" y="0"/>
                  <a:pt x="114300" y="0"/>
                </a:cubicBezTo>
                <a:close/>
              </a:path>
            </a:pathLst>
          </a:custGeom>
          <a:solidFill xmlns:a="http://schemas.openxmlformats.org/drawingml/2006/main">
            <a:srgbClr val="FFFFFF"/>
          </a:solidFill>
          <a:ln xmlns:a="http://schemas.openxmlformats.org/drawingml/2006/main" w="19097">
            <a:solidFill>
              <a:srgbClr val="26DCC1"/>
            </a:solidFill>
            <a:prstDash val="solid"/>
          </a:ln>
        </p:spPr>
      </p:sp>
      <p:sp>
        <p:nvSpPr>
          <p:cNvPr id="38" name="Special Event tool label">
            <a:extLst xmlns:a="http://schemas.openxmlformats.org/drawingml/2006/main">
              <a:ext uri="{FF2B5EF4-FFF2-40B4-BE49-F238E27FC236}">
                <a16:creationId xmlns:a16="http://schemas.microsoft.com/office/drawing/2014/main" id="{1F443802-534B-4F5E-A910-0102A71F7855}"/>
              </a:ext>
            </a:extLst>
          </p:cNvPr>
          <p:cNvSpPr>
            <a:spLocks xmlns:a="http://schemas.openxmlformats.org/drawingml/2006/main" noGrp="1"/>
          </p:cNvSpPr>
          <p:nvPr/>
        </p:nvSpPr>
        <p:spPr>
          <a:xfrm xmlns:a="http://schemas.openxmlformats.org/drawingml/2006/main" rot="5400000">
            <a:off x="4898284" y="2444111"/>
            <a:ext cx="735220" cy="16355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920" b="0" i="0">
                <a:solidFill>
                  <a:srgbClr val="101010"/>
                </a:solidFill>
                <a:latin typeface="Comic Sans MS"/>
                <a:ea typeface="Comic Sans MS"/>
                <a:cs typeface="Comic Sans MS"/>
              </a:defRPr>
            </a:defPPr>
          </a:lstStyle>
          <a:p xmlns:a="http://schemas.openxmlformats.org/drawingml/2006/main">
            <a:pPr algn="l">
              <a:lnSpc>
                <a:spcPct val="100000"/>
              </a:lnSpc>
              <a:buNone/>
              <a:defRPr sz="920" b="0" i="0">
                <a:solidFill>
                  <a:srgbClr val="101010"/>
                </a:solidFill>
                <a:latin typeface="Comic Sans MS"/>
                <a:ea typeface="Comic Sans MS"/>
                <a:cs typeface="Comic Sans MS"/>
              </a:defRPr>
            </a:pPr>
            <a:r>
              <a:rPr sz="920" b="0" i="0">
                <a:solidFill>
                  <a:srgbClr val="101010"/>
                </a:solidFill>
                <a:latin typeface="Comic Sans MS"/>
                <a:ea typeface="Comic Sans MS"/>
                <a:cs typeface="Comic Sans MS"/>
              </a:rPr>
              <a:t>Searching...</a:t>
            </a:r>
          </a:p>
        </p:txBody>
      </p:sp>
      <p:pic>
        <p:nvPicPr>
          <p:cNvPr id="39" name="">
            <a:extLst xmlns:a="http://schemas.openxmlformats.org/drawingml/2006/main">
              <a:ext uri="{FF2B5EF4-FFF2-40B4-BE49-F238E27FC236}">
                <a16:creationId xmlns:a16="http://schemas.microsoft.com/office/drawing/2014/main" id="{8C72CA34-45ED-4F9F-99B0-2161896BDD59}"/>
              </a:ext>
            </a:extLst>
          </p:cNvPr>
          <p:cNvPicPr>
            <a:picLocks xmlns:a="http://schemas.openxmlformats.org/drawingml/2006/main" noChangeAspect="1"/>
          </p:cNvPicPr>
          <p:nvPr/>
        </p:nvPicPr>
        <p:blipFill>
          <a:blip xmlns:r="http://schemas.openxmlformats.org/officeDocument/2006/relationships" xmlns:a="http://schemas.openxmlformats.org/drawingml/2006/main" r:embed="R330e3a6bda6a46d5"/>
          <a:stretch xmlns:a="http://schemas.openxmlformats.org/drawingml/2006/main"/>
        </p:blipFill>
        <p:spPr>
          <a:xfrm xmlns:a="http://schemas.openxmlformats.org/drawingml/2006/main">
            <a:off x="5175185" y="1935209"/>
            <a:ext cx="181418" cy="200515"/>
          </a:xfrm>
          <a:prstGeom xmlns:a="http://schemas.openxmlformats.org/drawingml/2006/main" prst="rect">
            <a:avLst/>
          </a:prstGeom>
        </p:spPr>
      </p:pic>
      <p:pic>
        <p:nvPicPr>
          <p:cNvPr id="40" name="">
            <a:extLst xmlns:a="http://schemas.openxmlformats.org/drawingml/2006/main">
              <a:ext uri="{FF2B5EF4-FFF2-40B4-BE49-F238E27FC236}">
                <a16:creationId xmlns:a16="http://schemas.microsoft.com/office/drawing/2014/main" id="{E34EC353-2A9F-4CC9-858A-095692CCB2A1}"/>
              </a:ext>
            </a:extLst>
          </p:cNvPr>
          <p:cNvPicPr>
            <a:picLocks xmlns:a="http://schemas.openxmlformats.org/drawingml/2006/main" noChangeAspect="1"/>
          </p:cNvPicPr>
          <p:nvPr/>
        </p:nvPicPr>
        <p:blipFill>
          <a:blip xmlns:r="http://schemas.openxmlformats.org/officeDocument/2006/relationships" xmlns:a="http://schemas.openxmlformats.org/drawingml/2006/main" r:embed="R9dd077ae5a844a05"/>
          <a:stretch xmlns:a="http://schemas.openxmlformats.org/drawingml/2006/main"/>
        </p:blipFill>
        <p:spPr>
          <a:xfrm xmlns:a="http://schemas.openxmlformats.org/drawingml/2006/main">
            <a:off x="5051057" y="1524632"/>
            <a:ext cx="429674" cy="257804"/>
          </a:xfrm>
          <a:prstGeom xmlns:a="http://schemas.openxmlformats.org/drawingml/2006/main" prst="rect">
            <a:avLst/>
          </a:prstGeom>
        </p:spPr>
      </p:pic>
      <p:sp>
        <p:nvSpPr>
          <p:cNvPr id="41" name="Special Event text tag">
            <a:extLst xmlns:a="http://schemas.openxmlformats.org/drawingml/2006/main">
              <a:ext uri="{FF2B5EF4-FFF2-40B4-BE49-F238E27FC236}">
                <a16:creationId xmlns:a16="http://schemas.microsoft.com/office/drawing/2014/main" id="{9DCA734E-B78A-4891-B89B-D803A0D6A1E6}"/>
              </a:ext>
            </a:extLst>
          </p:cNvPr>
          <p:cNvSpPr>
            <a:spLocks xmlns:a="http://schemas.openxmlformats.org/drawingml/2006/main" noGrp="1"/>
          </p:cNvSpPr>
          <p:nvPr/>
        </p:nvSpPr>
        <p:spPr>
          <a:xfrm xmlns:a="http://schemas.openxmlformats.org/drawingml/2006/main">
            <a:off x="5576214" y="2240755"/>
            <a:ext cx="697027" cy="152773"/>
          </a:xfrm>
          <a:custGeom xmlns:a="http://schemas.openxmlformats.org/drawingml/2006/main">
            <a:pathLst>
              <a:path w="695325" h="152400">
                <a:moveTo>
                  <a:pt x="19050" y="0"/>
                </a:moveTo>
                <a:lnTo>
                  <a:pt x="676275" y="0"/>
                </a:lnTo>
                <a:cubicBezTo>
                  <a:pt x="686796" y="0"/>
                  <a:pt x="695325" y="8529"/>
                  <a:pt x="695325" y="19050"/>
                </a:cubicBezTo>
                <a:lnTo>
                  <a:pt x="695325" y="133350"/>
                </a:lnTo>
                <a:cubicBezTo>
                  <a:pt x="695325" y="143871"/>
                  <a:pt x="686796" y="152400"/>
                  <a:pt x="676275" y="152400"/>
                </a:cubicBezTo>
                <a:lnTo>
                  <a:pt x="19050" y="152400"/>
                </a:lnTo>
                <a:cubicBezTo>
                  <a:pt x="8529" y="152400"/>
                  <a:pt x="0" y="143871"/>
                  <a:pt x="0" y="133350"/>
                </a:cubicBezTo>
                <a:lnTo>
                  <a:pt x="0" y="19050"/>
                </a:lnTo>
                <a:cubicBezTo>
                  <a:pt x="0" y="8529"/>
                  <a:pt x="8529" y="0"/>
                  <a:pt x="19050" y="0"/>
                </a:cubicBezTo>
                <a:close/>
              </a:path>
            </a:pathLst>
          </a:custGeom>
          <a:solidFill xmlns:a="http://schemas.openxmlformats.org/drawingml/2006/main">
            <a:srgbClr val="26DCC1"/>
          </a:solidFill>
          <a:ln xmlns:a="http://schemas.openxmlformats.org/drawingml/2006/main" w="9548">
            <a:noFill/>
            <a:prstDash val="solid"/>
          </a:ln>
        </p:spPr>
      </p:sp>
      <p:sp>
        <p:nvSpPr>
          <p:cNvPr id="42" name="Special Event text tag label">
            <a:extLst xmlns:a="http://schemas.openxmlformats.org/drawingml/2006/main">
              <a:ext uri="{FF2B5EF4-FFF2-40B4-BE49-F238E27FC236}">
                <a16:creationId xmlns:a16="http://schemas.microsoft.com/office/drawing/2014/main" id="{55FFCC03-66B0-4DB2-9806-59DAD3CEC4F7}"/>
              </a:ext>
            </a:extLst>
          </p:cNvPr>
          <p:cNvSpPr>
            <a:spLocks xmlns:a="http://schemas.openxmlformats.org/drawingml/2006/main" noGrp="1"/>
          </p:cNvSpPr>
          <p:nvPr/>
        </p:nvSpPr>
        <p:spPr>
          <a:xfrm xmlns:a="http://schemas.openxmlformats.org/drawingml/2006/main" rot="0">
            <a:off x="5643052" y="2236289"/>
            <a:ext cx="439222" cy="18326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031" b="0" i="0">
                <a:solidFill>
                  <a:srgbClr val="FFFFFF"/>
                </a:solidFill>
                <a:latin typeface="Comic Sans MS"/>
                <a:ea typeface="Comic Sans MS"/>
                <a:cs typeface="Comic Sans MS"/>
              </a:defRPr>
            </a:defPPr>
          </a:lstStyle>
          <a:p xmlns:a="http://schemas.openxmlformats.org/drawingml/2006/main">
            <a:pPr algn="l">
              <a:lnSpc>
                <a:spcPct val="100000"/>
              </a:lnSpc>
              <a:buNone/>
              <a:defRPr sz="1031" b="0" i="0">
                <a:solidFill>
                  <a:srgbClr val="FFFFFF"/>
                </a:solidFill>
                <a:latin typeface="Comic Sans MS"/>
                <a:ea typeface="Comic Sans MS"/>
                <a:cs typeface="Comic Sans MS"/>
              </a:defRPr>
            </a:pPr>
            <a:r>
              <a:rPr sz="1031" b="0" i="0">
                <a:solidFill>
                  <a:srgbClr val="FFFFFF"/>
                </a:solidFill>
                <a:latin typeface="Comic Sans MS"/>
                <a:ea typeface="Comic Sans MS"/>
                <a:cs typeface="Comic Sans MS"/>
              </a:rPr>
              <a:t>T  text</a:t>
            </a:r>
          </a:p>
        </p:txBody>
      </p:sp>
      <p:sp>
        <p:nvSpPr>
          <p:cNvPr id="43" name="Special Event reference frame">
            <a:extLst xmlns:a="http://schemas.openxmlformats.org/drawingml/2006/main">
              <a:ext uri="{FF2B5EF4-FFF2-40B4-BE49-F238E27FC236}">
                <a16:creationId xmlns:a16="http://schemas.microsoft.com/office/drawing/2014/main" id="{66FB36F0-0094-489C-9E76-AA64C8E7F260}"/>
              </a:ext>
            </a:extLst>
          </p:cNvPr>
          <p:cNvSpPr>
            <a:spLocks xmlns:a="http://schemas.openxmlformats.org/drawingml/2006/main" noGrp="1"/>
          </p:cNvSpPr>
          <p:nvPr/>
        </p:nvSpPr>
        <p:spPr>
          <a:xfrm xmlns:a="http://schemas.openxmlformats.org/drawingml/2006/main">
            <a:off x="5557117" y="2469915"/>
            <a:ext cx="2033790" cy="744768"/>
          </a:xfrm>
          <a:custGeom xmlns:a="http://schemas.openxmlformats.org/drawingml/2006/main">
            <a:pathLst>
              <a:path w="2028825" h="742950">
                <a:moveTo>
                  <a:pt x="19050" y="0"/>
                </a:moveTo>
                <a:lnTo>
                  <a:pt x="2009775" y="0"/>
                </a:lnTo>
                <a:cubicBezTo>
                  <a:pt x="2020296" y="0"/>
                  <a:pt x="2028825" y="8529"/>
                  <a:pt x="2028825" y="19050"/>
                </a:cubicBezTo>
                <a:lnTo>
                  <a:pt x="2028825" y="723900"/>
                </a:lnTo>
                <a:cubicBezTo>
                  <a:pt x="2028825" y="734421"/>
                  <a:pt x="2020296" y="742950"/>
                  <a:pt x="2009775" y="742950"/>
                </a:cubicBezTo>
                <a:lnTo>
                  <a:pt x="19050" y="742950"/>
                </a:lnTo>
                <a:cubicBezTo>
                  <a:pt x="8529" y="742950"/>
                  <a:pt x="0" y="734421"/>
                  <a:pt x="0" y="723900"/>
                </a:cubicBezTo>
                <a:lnTo>
                  <a:pt x="0" y="19050"/>
                </a:lnTo>
                <a:cubicBezTo>
                  <a:pt x="0" y="8529"/>
                  <a:pt x="8529" y="0"/>
                  <a:pt x="19050" y="0"/>
                </a:cubicBezTo>
                <a:close/>
              </a:path>
            </a:pathLst>
          </a:custGeom>
          <a:solidFill xmlns:a="http://schemas.openxmlformats.org/drawingml/2006/main">
            <a:srgbClr val="FFFFFF"/>
          </a:solidFill>
          <a:ln xmlns:a="http://schemas.openxmlformats.org/drawingml/2006/main" w="28645">
            <a:solidFill>
              <a:srgbClr val="26DCC1"/>
            </a:solidFill>
            <a:prstDash val="solid"/>
          </a:ln>
        </p:spPr>
      </p:sp>
      <p:pic>
        <p:nvPicPr>
          <p:cNvPr id="44" name="">
            <a:extLst xmlns:a="http://schemas.openxmlformats.org/drawingml/2006/main">
              <a:ext uri="{FF2B5EF4-FFF2-40B4-BE49-F238E27FC236}">
                <a16:creationId xmlns:a16="http://schemas.microsoft.com/office/drawing/2014/main" id="{B9A93419-C224-42D8-BD3F-8781EBDB96A8}"/>
              </a:ext>
            </a:extLst>
          </p:cNvPr>
          <p:cNvPicPr>
            <a:picLocks xmlns:a="http://schemas.openxmlformats.org/drawingml/2006/main" noChangeAspect="1"/>
          </p:cNvPicPr>
          <p:nvPr/>
        </p:nvPicPr>
        <p:blipFill>
          <a:blip xmlns:r="http://schemas.openxmlformats.org/officeDocument/2006/relationships" xmlns:a="http://schemas.openxmlformats.org/drawingml/2006/main" r:embed="Rfd60c22411e1410c"/>
          <a:stretch xmlns:a="http://schemas.openxmlformats.org/drawingml/2006/main"/>
        </p:blipFill>
        <p:spPr>
          <a:xfrm xmlns:a="http://schemas.openxmlformats.org/drawingml/2006/main">
            <a:off x="5576214" y="2489011"/>
            <a:ext cx="1995597" cy="706575"/>
          </a:xfrm>
          <a:prstGeom xmlns:a="http://schemas.openxmlformats.org/drawingml/2006/main" prst="rect">
            <a:avLst/>
          </a:prstGeom>
        </p:spPr>
      </p:pic>
      <p:sp>
        <p:nvSpPr>
          <p:cNvPr id="45" name="Special Event images tag">
            <a:extLst xmlns:a="http://schemas.openxmlformats.org/drawingml/2006/main">
              <a:ext uri="{FF2B5EF4-FFF2-40B4-BE49-F238E27FC236}">
                <a16:creationId xmlns:a16="http://schemas.microsoft.com/office/drawing/2014/main" id="{832A0CE1-D7CC-48E8-8021-B72E9DC4458C}"/>
              </a:ext>
            </a:extLst>
          </p:cNvPr>
          <p:cNvSpPr>
            <a:spLocks xmlns:a="http://schemas.openxmlformats.org/drawingml/2006/main" noGrp="1"/>
          </p:cNvSpPr>
          <p:nvPr/>
        </p:nvSpPr>
        <p:spPr>
          <a:xfrm xmlns:a="http://schemas.openxmlformats.org/drawingml/2006/main">
            <a:off x="6855688" y="2336238"/>
            <a:ext cx="735220" cy="143225"/>
          </a:xfrm>
          <a:custGeom xmlns:a="http://schemas.openxmlformats.org/drawingml/2006/main">
            <a:pathLst>
              <a:path w="733425" h="142875">
                <a:moveTo>
                  <a:pt x="19050" y="0"/>
                </a:moveTo>
                <a:lnTo>
                  <a:pt x="714375" y="0"/>
                </a:lnTo>
                <a:cubicBezTo>
                  <a:pt x="724896" y="0"/>
                  <a:pt x="733425" y="8529"/>
                  <a:pt x="733425" y="19050"/>
                </a:cubicBezTo>
                <a:lnTo>
                  <a:pt x="733425" y="123825"/>
                </a:lnTo>
                <a:cubicBezTo>
                  <a:pt x="733425" y="134346"/>
                  <a:pt x="724896" y="142875"/>
                  <a:pt x="714375" y="142875"/>
                </a:cubicBezTo>
                <a:lnTo>
                  <a:pt x="19050" y="142875"/>
                </a:lnTo>
                <a:cubicBezTo>
                  <a:pt x="8529" y="142875"/>
                  <a:pt x="0" y="134346"/>
                  <a:pt x="0" y="123825"/>
                </a:cubicBezTo>
                <a:lnTo>
                  <a:pt x="0" y="19050"/>
                </a:lnTo>
                <a:cubicBezTo>
                  <a:pt x="0" y="8529"/>
                  <a:pt x="8529" y="0"/>
                  <a:pt x="19050" y="0"/>
                </a:cubicBezTo>
                <a:close/>
              </a:path>
            </a:pathLst>
          </a:custGeom>
          <a:solidFill xmlns:a="http://schemas.openxmlformats.org/drawingml/2006/main">
            <a:srgbClr val="26DCC1"/>
          </a:solidFill>
          <a:ln xmlns:a="http://schemas.openxmlformats.org/drawingml/2006/main" w="9548">
            <a:noFill/>
            <a:prstDash val="solid"/>
          </a:ln>
        </p:spPr>
      </p:sp>
      <p:sp>
        <p:nvSpPr>
          <p:cNvPr id="46" name="Special Event images tag label">
            <a:extLst xmlns:a="http://schemas.openxmlformats.org/drawingml/2006/main">
              <a:ext uri="{FF2B5EF4-FFF2-40B4-BE49-F238E27FC236}">
                <a16:creationId xmlns:a16="http://schemas.microsoft.com/office/drawing/2014/main" id="{0E032D71-F661-4E01-8DB5-F4ECB29783A7}"/>
              </a:ext>
            </a:extLst>
          </p:cNvPr>
          <p:cNvSpPr>
            <a:spLocks xmlns:a="http://schemas.openxmlformats.org/drawingml/2006/main" noGrp="1"/>
          </p:cNvSpPr>
          <p:nvPr/>
        </p:nvSpPr>
        <p:spPr>
          <a:xfrm xmlns:a="http://schemas.openxmlformats.org/drawingml/2006/main" rot="0">
            <a:off x="6922526" y="2332750"/>
            <a:ext cx="611092" cy="17565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988" b="0" i="0">
                <a:solidFill>
                  <a:srgbClr val="FFFFFF"/>
                </a:solidFill>
                <a:latin typeface="Comic Sans MS"/>
                <a:ea typeface="Comic Sans MS"/>
                <a:cs typeface="Comic Sans MS"/>
              </a:defRPr>
            </a:defPPr>
          </a:lstStyle>
          <a:p xmlns:a="http://schemas.openxmlformats.org/drawingml/2006/main">
            <a:pPr algn="l">
              <a:lnSpc>
                <a:spcPct val="100000"/>
              </a:lnSpc>
              <a:buNone/>
              <a:defRPr sz="988" b="0" i="0">
                <a:solidFill>
                  <a:srgbClr val="FFFFFF"/>
                </a:solidFill>
                <a:latin typeface="Comic Sans MS"/>
                <a:ea typeface="Comic Sans MS"/>
                <a:cs typeface="Comic Sans MS"/>
              </a:defRPr>
            </a:pPr>
            <a:r>
              <a:rPr sz="988" b="0" i="0">
                <a:solidFill>
                  <a:srgbClr val="FFFFFF"/>
                </a:solidFill>
                <a:latin typeface="Comic Sans MS"/>
                <a:ea typeface="Comic Sans MS"/>
                <a:cs typeface="Comic Sans MS"/>
              </a:rPr>
              <a:t>▧ images</a:t>
            </a:r>
          </a:p>
        </p:txBody>
      </p:sp>
      <p:sp>
        <p:nvSpPr>
          <p:cNvPr id="47" name="Special Event evidence to generation">
            <a:extLst xmlns:a="http://schemas.openxmlformats.org/drawingml/2006/main">
              <a:ext uri="{FF2B5EF4-FFF2-40B4-BE49-F238E27FC236}">
                <a16:creationId xmlns:a16="http://schemas.microsoft.com/office/drawing/2014/main" id="{8FFC7AC4-1F93-4A78-B2B1-AFE995130452}"/>
              </a:ext>
            </a:extLst>
          </p:cNvPr>
          <p:cNvSpPr>
            <a:spLocks xmlns:a="http://schemas.openxmlformats.org/drawingml/2006/main" noGrp="1"/>
          </p:cNvSpPr>
          <p:nvPr/>
        </p:nvSpPr>
        <p:spPr>
          <a:xfrm xmlns:a="http://schemas.openxmlformats.org/drawingml/2006/main">
            <a:off x="7590907" y="2197788"/>
            <a:ext cx="410577" cy="401029"/>
          </a:xfrm>
          <a:custGeom xmlns:a="http://schemas.openxmlformats.org/drawingml/2006/main">
            <a:pathLst>
              <a:path w="409575" h="400050">
                <a:moveTo>
                  <a:pt x="0" y="112014"/>
                </a:moveTo>
                <a:lnTo>
                  <a:pt x="225266" y="112014"/>
                </a:lnTo>
                <a:lnTo>
                  <a:pt x="225266" y="0"/>
                </a:lnTo>
                <a:lnTo>
                  <a:pt x="409575" y="200025"/>
                </a:lnTo>
                <a:lnTo>
                  <a:pt x="225266" y="400050"/>
                </a:lnTo>
                <a:lnTo>
                  <a:pt x="225266" y="288036"/>
                </a:lnTo>
                <a:lnTo>
                  <a:pt x="0" y="288036"/>
                </a:lnTo>
                <a:close/>
              </a:path>
            </a:pathLst>
          </a:custGeom>
          <a:solidFill xmlns:a="http://schemas.openxmlformats.org/drawingml/2006/main">
            <a:srgbClr val="98F5E2"/>
          </a:solidFill>
          <a:ln xmlns:a="http://schemas.openxmlformats.org/drawingml/2006/main" w="9548">
            <a:noFill/>
            <a:prstDash val="solid"/>
          </a:ln>
        </p:spPr>
      </p:sp>
      <p:pic>
        <p:nvPicPr>
          <p:cNvPr id="48" name="">
            <a:extLst xmlns:a="http://schemas.openxmlformats.org/drawingml/2006/main">
              <a:ext uri="{FF2B5EF4-FFF2-40B4-BE49-F238E27FC236}">
                <a16:creationId xmlns:a16="http://schemas.microsoft.com/office/drawing/2014/main" id="{0566FE94-0F65-40B6-86BE-3E318E6A782B}"/>
              </a:ext>
            </a:extLst>
          </p:cNvPr>
          <p:cNvPicPr>
            <a:picLocks xmlns:a="http://schemas.openxmlformats.org/drawingml/2006/main" noChangeAspect="1"/>
          </p:cNvPicPr>
          <p:nvPr/>
        </p:nvPicPr>
        <p:blipFill>
          <a:blip xmlns:r="http://schemas.openxmlformats.org/officeDocument/2006/relationships" xmlns:a="http://schemas.openxmlformats.org/drawingml/2006/main" r:embed="R0df850443bff4382"/>
          <a:stretch xmlns:a="http://schemas.openxmlformats.org/drawingml/2006/main"/>
        </p:blipFill>
        <p:spPr>
          <a:xfrm xmlns:a="http://schemas.openxmlformats.org/drawingml/2006/main">
            <a:off x="8011033" y="1744243"/>
            <a:ext cx="1489537" cy="1308119"/>
          </a:xfrm>
          <a:prstGeom xmlns:a="http://schemas.openxmlformats.org/drawingml/2006/main" prst="rect">
            <a:avLst/>
          </a:prstGeom>
        </p:spPr>
      </p:pic>
      <p:sp>
        <p:nvSpPr>
          <p:cNvPr id="49" name="Special Event corner horizontal">
            <a:extLst xmlns:a="http://schemas.openxmlformats.org/drawingml/2006/main">
              <a:ext uri="{FF2B5EF4-FFF2-40B4-BE49-F238E27FC236}">
                <a16:creationId xmlns:a16="http://schemas.microsoft.com/office/drawing/2014/main" id="{30897934-6BB2-4954-AB51-9C0EF3E65D12}"/>
              </a:ext>
            </a:extLst>
          </p:cNvPr>
          <p:cNvSpPr>
            <a:spLocks xmlns:a="http://schemas.openxmlformats.org/drawingml/2006/main" noGrp="1"/>
          </p:cNvSpPr>
          <p:nvPr/>
        </p:nvSpPr>
        <p:spPr>
          <a:xfrm xmlns:a="http://schemas.openxmlformats.org/drawingml/2006/main">
            <a:off x="7963292" y="1686953"/>
            <a:ext cx="238708" cy="191"/>
          </a:xfrm>
          <a:custGeom xmlns:a="http://schemas.openxmlformats.org/drawingml/2006/main">
            <a:pathLst>
              <a:path w="238125" h="191">
                <a:moveTo>
                  <a:pt x="0" y="0"/>
                </a:moveTo>
                <a:lnTo>
                  <a:pt x="238125" y="0"/>
                </a:lnTo>
              </a:path>
            </a:pathLst>
          </a:custGeom>
          <a:noFill xmlns:a="http://schemas.openxmlformats.org/drawingml/2006/main"/>
          <a:ln xmlns:a="http://schemas.openxmlformats.org/drawingml/2006/main" w="19097">
            <a:solidFill>
              <a:srgbClr val="26DCC1"/>
            </a:solidFill>
            <a:prstDash val="solid"/>
          </a:ln>
        </p:spPr>
      </p:sp>
      <p:sp>
        <p:nvSpPr>
          <p:cNvPr id="50" name="Special Event corner vertical">
            <a:extLst xmlns:a="http://schemas.openxmlformats.org/drawingml/2006/main">
              <a:ext uri="{FF2B5EF4-FFF2-40B4-BE49-F238E27FC236}">
                <a16:creationId xmlns:a16="http://schemas.microsoft.com/office/drawing/2014/main" id="{297F998B-4F1B-49F1-BC08-1E10F10AAB9D}"/>
              </a:ext>
            </a:extLst>
          </p:cNvPr>
          <p:cNvSpPr>
            <a:spLocks xmlns:a="http://schemas.openxmlformats.org/drawingml/2006/main" noGrp="1"/>
          </p:cNvSpPr>
          <p:nvPr/>
        </p:nvSpPr>
        <p:spPr>
          <a:xfrm xmlns:a="http://schemas.openxmlformats.org/drawingml/2006/main">
            <a:off x="7963292" y="1686953"/>
            <a:ext cx="191" cy="200515"/>
          </a:xfrm>
          <a:custGeom xmlns:a="http://schemas.openxmlformats.org/drawingml/2006/main">
            <a:pathLst>
              <a:path w="191" h="200025">
                <a:moveTo>
                  <a:pt x="0" y="0"/>
                </a:moveTo>
                <a:lnTo>
                  <a:pt x="0" y="200025"/>
                </a:lnTo>
              </a:path>
            </a:pathLst>
          </a:custGeom>
          <a:noFill xmlns:a="http://schemas.openxmlformats.org/drawingml/2006/main"/>
          <a:ln xmlns:a="http://schemas.openxmlformats.org/drawingml/2006/main" w="19097">
            <a:solidFill>
              <a:srgbClr val="26DCC1"/>
            </a:solidFill>
            <a:prstDash val="solid"/>
          </a:ln>
        </p:spPr>
      </p:sp>
      <p:sp>
        <p:nvSpPr>
          <p:cNvPr id="51" name="Special Event corner horizontal">
            <a:extLst xmlns:a="http://schemas.openxmlformats.org/drawingml/2006/main">
              <a:ext uri="{FF2B5EF4-FFF2-40B4-BE49-F238E27FC236}">
                <a16:creationId xmlns:a16="http://schemas.microsoft.com/office/drawing/2014/main" id="{B390F6C6-52CC-4279-B6B6-66337E4C3B36}"/>
              </a:ext>
            </a:extLst>
          </p:cNvPr>
          <p:cNvSpPr>
            <a:spLocks xmlns:a="http://schemas.openxmlformats.org/drawingml/2006/main" noGrp="1"/>
          </p:cNvSpPr>
          <p:nvPr/>
        </p:nvSpPr>
        <p:spPr>
          <a:xfrm xmlns:a="http://schemas.openxmlformats.org/drawingml/2006/main">
            <a:off x="9309604" y="1686953"/>
            <a:ext cx="238708" cy="191"/>
          </a:xfrm>
          <a:custGeom xmlns:a="http://schemas.openxmlformats.org/drawingml/2006/main">
            <a:pathLst>
              <a:path w="238125" h="191">
                <a:moveTo>
                  <a:pt x="238125" y="0"/>
                </a:moveTo>
                <a:lnTo>
                  <a:pt x="0" y="0"/>
                </a:lnTo>
              </a:path>
            </a:pathLst>
          </a:custGeom>
          <a:noFill xmlns:a="http://schemas.openxmlformats.org/drawingml/2006/main"/>
          <a:ln xmlns:a="http://schemas.openxmlformats.org/drawingml/2006/main" w="19097">
            <a:solidFill>
              <a:srgbClr val="26DCC1"/>
            </a:solidFill>
            <a:prstDash val="solid"/>
          </a:ln>
        </p:spPr>
      </p:sp>
      <p:sp>
        <p:nvSpPr>
          <p:cNvPr id="52" name="Special Event corner vertical">
            <a:extLst xmlns:a="http://schemas.openxmlformats.org/drawingml/2006/main">
              <a:ext uri="{FF2B5EF4-FFF2-40B4-BE49-F238E27FC236}">
                <a16:creationId xmlns:a16="http://schemas.microsoft.com/office/drawing/2014/main" id="{0E1C6A78-D306-47DA-BCCA-B68BD9CE1FD2}"/>
              </a:ext>
            </a:extLst>
          </p:cNvPr>
          <p:cNvSpPr>
            <a:spLocks xmlns:a="http://schemas.openxmlformats.org/drawingml/2006/main" noGrp="1"/>
          </p:cNvSpPr>
          <p:nvPr/>
        </p:nvSpPr>
        <p:spPr>
          <a:xfrm xmlns:a="http://schemas.openxmlformats.org/drawingml/2006/main">
            <a:off x="9548311" y="1686953"/>
            <a:ext cx="191" cy="200515"/>
          </a:xfrm>
          <a:custGeom xmlns:a="http://schemas.openxmlformats.org/drawingml/2006/main">
            <a:pathLst>
              <a:path w="191" h="200025">
                <a:moveTo>
                  <a:pt x="0" y="0"/>
                </a:moveTo>
                <a:lnTo>
                  <a:pt x="0" y="200025"/>
                </a:lnTo>
              </a:path>
            </a:pathLst>
          </a:custGeom>
          <a:noFill xmlns:a="http://schemas.openxmlformats.org/drawingml/2006/main"/>
          <a:ln xmlns:a="http://schemas.openxmlformats.org/drawingml/2006/main" w="19097">
            <a:solidFill>
              <a:srgbClr val="26DCC1"/>
            </a:solidFill>
            <a:prstDash val="solid"/>
          </a:ln>
        </p:spPr>
      </p:sp>
      <p:sp>
        <p:nvSpPr>
          <p:cNvPr id="53" name="Special Event corner horizontal">
            <a:extLst xmlns:a="http://schemas.openxmlformats.org/drawingml/2006/main">
              <a:ext uri="{FF2B5EF4-FFF2-40B4-BE49-F238E27FC236}">
                <a16:creationId xmlns:a16="http://schemas.microsoft.com/office/drawing/2014/main" id="{F83351A9-617B-403F-B8A0-B5A376AA54E6}"/>
              </a:ext>
            </a:extLst>
          </p:cNvPr>
          <p:cNvSpPr>
            <a:spLocks xmlns:a="http://schemas.openxmlformats.org/drawingml/2006/main" noGrp="1"/>
          </p:cNvSpPr>
          <p:nvPr/>
        </p:nvSpPr>
        <p:spPr>
          <a:xfrm xmlns:a="http://schemas.openxmlformats.org/drawingml/2006/main">
            <a:off x="7963292" y="3109651"/>
            <a:ext cx="238708" cy="191"/>
          </a:xfrm>
          <a:custGeom xmlns:a="http://schemas.openxmlformats.org/drawingml/2006/main">
            <a:pathLst>
              <a:path w="238125" h="191">
                <a:moveTo>
                  <a:pt x="0" y="0"/>
                </a:moveTo>
                <a:lnTo>
                  <a:pt x="238125" y="0"/>
                </a:lnTo>
              </a:path>
            </a:pathLst>
          </a:custGeom>
          <a:noFill xmlns:a="http://schemas.openxmlformats.org/drawingml/2006/main"/>
          <a:ln xmlns:a="http://schemas.openxmlformats.org/drawingml/2006/main" w="19097">
            <a:solidFill>
              <a:srgbClr val="26DCC1"/>
            </a:solidFill>
            <a:prstDash val="solid"/>
          </a:ln>
        </p:spPr>
      </p:sp>
      <p:sp>
        <p:nvSpPr>
          <p:cNvPr id="54" name="Special Event corner vertical">
            <a:extLst xmlns:a="http://schemas.openxmlformats.org/drawingml/2006/main">
              <a:ext uri="{FF2B5EF4-FFF2-40B4-BE49-F238E27FC236}">
                <a16:creationId xmlns:a16="http://schemas.microsoft.com/office/drawing/2014/main" id="{A1187187-1B91-4C1F-A7B6-F7F247EF3962}"/>
              </a:ext>
            </a:extLst>
          </p:cNvPr>
          <p:cNvSpPr>
            <a:spLocks xmlns:a="http://schemas.openxmlformats.org/drawingml/2006/main" noGrp="1"/>
          </p:cNvSpPr>
          <p:nvPr/>
        </p:nvSpPr>
        <p:spPr>
          <a:xfrm xmlns:a="http://schemas.openxmlformats.org/drawingml/2006/main">
            <a:off x="7963292" y="2909137"/>
            <a:ext cx="191" cy="200515"/>
          </a:xfrm>
          <a:custGeom xmlns:a="http://schemas.openxmlformats.org/drawingml/2006/main">
            <a:pathLst>
              <a:path w="191" h="200025">
                <a:moveTo>
                  <a:pt x="0" y="200025"/>
                </a:moveTo>
                <a:lnTo>
                  <a:pt x="0" y="0"/>
                </a:lnTo>
              </a:path>
            </a:pathLst>
          </a:custGeom>
          <a:noFill xmlns:a="http://schemas.openxmlformats.org/drawingml/2006/main"/>
          <a:ln xmlns:a="http://schemas.openxmlformats.org/drawingml/2006/main" w="19097">
            <a:solidFill>
              <a:srgbClr val="26DCC1"/>
            </a:solidFill>
            <a:prstDash val="solid"/>
          </a:ln>
        </p:spPr>
      </p:sp>
      <p:sp>
        <p:nvSpPr>
          <p:cNvPr id="55" name="Special Event corner horizontal">
            <a:extLst xmlns:a="http://schemas.openxmlformats.org/drawingml/2006/main">
              <a:ext uri="{FF2B5EF4-FFF2-40B4-BE49-F238E27FC236}">
                <a16:creationId xmlns:a16="http://schemas.microsoft.com/office/drawing/2014/main" id="{8CDE8AEE-A7C3-468E-BD9E-FB13BA904EA2}"/>
              </a:ext>
            </a:extLst>
          </p:cNvPr>
          <p:cNvSpPr>
            <a:spLocks xmlns:a="http://schemas.openxmlformats.org/drawingml/2006/main" noGrp="1"/>
          </p:cNvSpPr>
          <p:nvPr/>
        </p:nvSpPr>
        <p:spPr>
          <a:xfrm xmlns:a="http://schemas.openxmlformats.org/drawingml/2006/main">
            <a:off x="9309604" y="3109651"/>
            <a:ext cx="238708" cy="191"/>
          </a:xfrm>
          <a:custGeom xmlns:a="http://schemas.openxmlformats.org/drawingml/2006/main">
            <a:pathLst>
              <a:path w="238125" h="191">
                <a:moveTo>
                  <a:pt x="238125" y="0"/>
                </a:moveTo>
                <a:lnTo>
                  <a:pt x="0" y="0"/>
                </a:lnTo>
              </a:path>
            </a:pathLst>
          </a:custGeom>
          <a:noFill xmlns:a="http://schemas.openxmlformats.org/drawingml/2006/main"/>
          <a:ln xmlns:a="http://schemas.openxmlformats.org/drawingml/2006/main" w="19097">
            <a:solidFill>
              <a:srgbClr val="26DCC1"/>
            </a:solidFill>
            <a:prstDash val="solid"/>
          </a:ln>
        </p:spPr>
      </p:sp>
      <p:sp>
        <p:nvSpPr>
          <p:cNvPr id="56" name="Special Event corner vertical">
            <a:extLst xmlns:a="http://schemas.openxmlformats.org/drawingml/2006/main">
              <a:ext uri="{FF2B5EF4-FFF2-40B4-BE49-F238E27FC236}">
                <a16:creationId xmlns:a16="http://schemas.microsoft.com/office/drawing/2014/main" id="{2A0690FF-6D44-42F2-96D0-4908D986C09B}"/>
              </a:ext>
            </a:extLst>
          </p:cNvPr>
          <p:cNvSpPr>
            <a:spLocks xmlns:a="http://schemas.openxmlformats.org/drawingml/2006/main" noGrp="1"/>
          </p:cNvSpPr>
          <p:nvPr/>
        </p:nvSpPr>
        <p:spPr>
          <a:xfrm xmlns:a="http://schemas.openxmlformats.org/drawingml/2006/main">
            <a:off x="9548311" y="2909137"/>
            <a:ext cx="191" cy="200515"/>
          </a:xfrm>
          <a:custGeom xmlns:a="http://schemas.openxmlformats.org/drawingml/2006/main">
            <a:pathLst>
              <a:path w="191" h="200025">
                <a:moveTo>
                  <a:pt x="0" y="200025"/>
                </a:moveTo>
                <a:lnTo>
                  <a:pt x="0" y="0"/>
                </a:lnTo>
              </a:path>
            </a:pathLst>
          </a:custGeom>
          <a:noFill xmlns:a="http://schemas.openxmlformats.org/drawingml/2006/main"/>
          <a:ln xmlns:a="http://schemas.openxmlformats.org/drawingml/2006/main" w="19097">
            <a:solidFill>
              <a:srgbClr val="26DCC1"/>
            </a:solidFill>
            <a:prstDash val="solid"/>
          </a:ln>
        </p:spPr>
      </p:sp>
      <p:sp>
        <p:nvSpPr>
          <p:cNvPr id="57" name="Weather card">
            <a:extLst xmlns:a="http://schemas.openxmlformats.org/drawingml/2006/main">
              <a:ext uri="{FF2B5EF4-FFF2-40B4-BE49-F238E27FC236}">
                <a16:creationId xmlns:a16="http://schemas.microsoft.com/office/drawing/2014/main" id="{8D9B146D-EBE7-4764-A072-39DB01F913B3}"/>
              </a:ext>
            </a:extLst>
          </p:cNvPr>
          <p:cNvSpPr>
            <a:spLocks xmlns:a="http://schemas.openxmlformats.org/drawingml/2006/main" noGrp="1"/>
          </p:cNvSpPr>
          <p:nvPr/>
        </p:nvSpPr>
        <p:spPr>
          <a:xfrm xmlns:a="http://schemas.openxmlformats.org/drawingml/2006/main">
            <a:off x="9872954" y="445673"/>
            <a:ext cx="4659576" cy="2854945"/>
          </a:xfrm>
          <a:custGeom xmlns:a="http://schemas.openxmlformats.org/drawingml/2006/main">
            <a:pathLst>
              <a:path w="4648200" h="2847975">
                <a:moveTo>
                  <a:pt x="57150" y="0"/>
                </a:moveTo>
                <a:lnTo>
                  <a:pt x="4591050" y="0"/>
                </a:lnTo>
                <a:cubicBezTo>
                  <a:pt x="4622613" y="0"/>
                  <a:pt x="4648200" y="25587"/>
                  <a:pt x="4648200" y="57150"/>
                </a:cubicBezTo>
                <a:lnTo>
                  <a:pt x="4648200" y="2790825"/>
                </a:lnTo>
                <a:cubicBezTo>
                  <a:pt x="4648200" y="2822388"/>
                  <a:pt x="4622613" y="2847975"/>
                  <a:pt x="4591050" y="2847975"/>
                </a:cubicBezTo>
                <a:lnTo>
                  <a:pt x="57150" y="2847975"/>
                </a:lnTo>
                <a:cubicBezTo>
                  <a:pt x="25587" y="2847975"/>
                  <a:pt x="0" y="2822388"/>
                  <a:pt x="0" y="2790825"/>
                </a:cubicBezTo>
                <a:lnTo>
                  <a:pt x="0" y="57150"/>
                </a:lnTo>
                <a:cubicBezTo>
                  <a:pt x="0" y="25587"/>
                  <a:pt x="25587" y="0"/>
                  <a:pt x="57150" y="0"/>
                </a:cubicBezTo>
                <a:close/>
              </a:path>
            </a:pathLst>
          </a:custGeom>
          <a:solidFill xmlns:a="http://schemas.openxmlformats.org/drawingml/2006/main">
            <a:srgbClr val="EFFDFE"/>
          </a:solidFill>
          <a:ln xmlns:a="http://schemas.openxmlformats.org/drawingml/2006/main" w="25780">
            <a:solidFill>
              <a:srgbClr val="8EECF4"/>
            </a:solidFill>
            <a:prstDash val="solid"/>
          </a:ln>
        </p:spPr>
      </p:sp>
      <p:sp>
        <p:nvSpPr>
          <p:cNvPr id="58" name="Weather header">
            <a:extLst xmlns:a="http://schemas.openxmlformats.org/drawingml/2006/main">
              <a:ext uri="{FF2B5EF4-FFF2-40B4-BE49-F238E27FC236}">
                <a16:creationId xmlns:a16="http://schemas.microsoft.com/office/drawing/2014/main" id="{F63995CE-7CBD-451D-A728-F8CC2385C322}"/>
              </a:ext>
            </a:extLst>
          </p:cNvPr>
          <p:cNvSpPr>
            <a:spLocks xmlns:a="http://schemas.openxmlformats.org/drawingml/2006/main" noGrp="1"/>
          </p:cNvSpPr>
          <p:nvPr/>
        </p:nvSpPr>
        <p:spPr>
          <a:xfrm xmlns:a="http://schemas.openxmlformats.org/drawingml/2006/main">
            <a:off x="9872954" y="445673"/>
            <a:ext cx="4659576" cy="448771"/>
          </a:xfrm>
          <a:custGeom xmlns:a="http://schemas.openxmlformats.org/drawingml/2006/main">
            <a:pathLst>
              <a:path w="4648200" h="447675">
                <a:moveTo>
                  <a:pt x="57150" y="0"/>
                </a:moveTo>
                <a:lnTo>
                  <a:pt x="4591050" y="0"/>
                </a:lnTo>
                <a:cubicBezTo>
                  <a:pt x="4622613" y="0"/>
                  <a:pt x="4648200" y="25587"/>
                  <a:pt x="4648200" y="57150"/>
                </a:cubicBezTo>
                <a:lnTo>
                  <a:pt x="4648200" y="390525"/>
                </a:lnTo>
                <a:cubicBezTo>
                  <a:pt x="4648200" y="422088"/>
                  <a:pt x="4622613" y="447675"/>
                  <a:pt x="4591050" y="447675"/>
                </a:cubicBezTo>
                <a:lnTo>
                  <a:pt x="57150" y="447675"/>
                </a:lnTo>
                <a:cubicBezTo>
                  <a:pt x="25587" y="447675"/>
                  <a:pt x="0" y="422088"/>
                  <a:pt x="0" y="390525"/>
                </a:cubicBezTo>
                <a:lnTo>
                  <a:pt x="0" y="57150"/>
                </a:lnTo>
                <a:cubicBezTo>
                  <a:pt x="0" y="25587"/>
                  <a:pt x="25587" y="0"/>
                  <a:pt x="57150" y="0"/>
                </a:cubicBezTo>
                <a:close/>
              </a:path>
            </a:pathLst>
          </a:custGeom>
          <a:solidFill xmlns:a="http://schemas.openxmlformats.org/drawingml/2006/main">
            <a:srgbClr val="8EECF4"/>
          </a:solidFill>
          <a:ln xmlns:a="http://schemas.openxmlformats.org/drawingml/2006/main" w="9548">
            <a:noFill/>
            <a:prstDash val="solid"/>
          </a:ln>
        </p:spPr>
      </p:sp>
      <p:pic>
        <p:nvPicPr>
          <p:cNvPr id="59" name="">
            <a:extLst xmlns:a="http://schemas.openxmlformats.org/drawingml/2006/main">
              <a:ext uri="{FF2B5EF4-FFF2-40B4-BE49-F238E27FC236}">
                <a16:creationId xmlns:a16="http://schemas.microsoft.com/office/drawing/2014/main" id="{AADCEEC3-86F7-4BA4-86D9-43B7374B56A8}"/>
              </a:ext>
            </a:extLst>
          </p:cNvPr>
          <p:cNvPicPr>
            <a:picLocks xmlns:a="http://schemas.openxmlformats.org/drawingml/2006/main" noChangeAspect="1"/>
          </p:cNvPicPr>
          <p:nvPr/>
        </p:nvPicPr>
        <p:blipFill>
          <a:blip xmlns:r="http://schemas.openxmlformats.org/officeDocument/2006/relationships" xmlns:a="http://schemas.openxmlformats.org/drawingml/2006/main" r:embed="R13c4d367fad94073"/>
          <a:stretch xmlns:a="http://schemas.openxmlformats.org/drawingml/2006/main"/>
        </p:blipFill>
        <p:spPr>
          <a:xfrm xmlns:a="http://schemas.openxmlformats.org/drawingml/2006/main">
            <a:off x="11438877" y="502962"/>
            <a:ext cx="353288" cy="353288"/>
          </a:xfrm>
          <a:prstGeom xmlns:a="http://schemas.openxmlformats.org/drawingml/2006/main" prst="rect">
            <a:avLst/>
          </a:prstGeom>
        </p:spPr>
      </p:pic>
      <p:sp>
        <p:nvSpPr>
          <p:cNvPr id="60" name="Weather prompt divider">
            <a:extLst xmlns:a="http://schemas.openxmlformats.org/drawingml/2006/main">
              <a:ext uri="{FF2B5EF4-FFF2-40B4-BE49-F238E27FC236}">
                <a16:creationId xmlns:a16="http://schemas.microsoft.com/office/drawing/2014/main" id="{39FE2822-E0A5-4B08-99AC-7E50AE0A325E}"/>
              </a:ext>
            </a:extLst>
          </p:cNvPr>
          <p:cNvSpPr>
            <a:spLocks xmlns:a="http://schemas.openxmlformats.org/drawingml/2006/main" noGrp="1"/>
          </p:cNvSpPr>
          <p:nvPr/>
        </p:nvSpPr>
        <p:spPr>
          <a:xfrm xmlns:a="http://schemas.openxmlformats.org/drawingml/2006/main">
            <a:off x="9949340" y="1419600"/>
            <a:ext cx="4497255" cy="191"/>
          </a:xfrm>
          <a:custGeom xmlns:a="http://schemas.openxmlformats.org/drawingml/2006/main">
            <a:pathLst>
              <a:path w="4486275" h="191">
                <a:moveTo>
                  <a:pt x="0" y="0"/>
                </a:moveTo>
                <a:lnTo>
                  <a:pt x="4486275" y="0"/>
                </a:lnTo>
              </a:path>
            </a:pathLst>
          </a:custGeom>
          <a:noFill xmlns:a="http://schemas.openxmlformats.org/drawingml/2006/main"/>
          <a:ln xmlns:a="http://schemas.openxmlformats.org/drawingml/2006/main" w="28645">
            <a:solidFill>
              <a:srgbClr val="18C7DE"/>
            </a:solidFill>
            <a:prstDash val="dash"/>
          </a:ln>
        </p:spPr>
      </p:sp>
      <p:sp>
        <p:nvSpPr>
          <p:cNvPr id="61" name="Weather user disk">
            <a:extLst xmlns:a="http://schemas.openxmlformats.org/drawingml/2006/main">
              <a:ext uri="{FF2B5EF4-FFF2-40B4-BE49-F238E27FC236}">
                <a16:creationId xmlns:a16="http://schemas.microsoft.com/office/drawing/2014/main" id="{E35F5AA6-7C13-4B33-A2B6-7E36CF321F21}"/>
              </a:ext>
            </a:extLst>
          </p:cNvPr>
          <p:cNvSpPr>
            <a:spLocks xmlns:a="http://schemas.openxmlformats.org/drawingml/2006/main" noGrp="1"/>
          </p:cNvSpPr>
          <p:nvPr/>
        </p:nvSpPr>
        <p:spPr>
          <a:xfrm xmlns:a="http://schemas.openxmlformats.org/drawingml/2006/main">
            <a:off x="10006630" y="980378"/>
            <a:ext cx="324643" cy="324643"/>
          </a:xfrm>
          <a:custGeom xmlns:a="http://schemas.openxmlformats.org/drawingml/2006/main">
            <a:pathLst>
              <a:path w="323850" h="323850">
                <a:moveTo>
                  <a:pt x="323850" y="161925"/>
                </a:moveTo>
                <a:cubicBezTo>
                  <a:pt x="323850" y="251354"/>
                  <a:pt x="251354" y="323850"/>
                  <a:pt x="161925" y="323850"/>
                </a:cubicBezTo>
                <a:cubicBezTo>
                  <a:pt x="72496" y="323850"/>
                  <a:pt x="0" y="251354"/>
                  <a:pt x="0" y="161925"/>
                </a:cubicBezTo>
                <a:cubicBezTo>
                  <a:pt x="0" y="72496"/>
                  <a:pt x="72496" y="0"/>
                  <a:pt x="161925" y="0"/>
                </a:cubicBezTo>
                <a:cubicBezTo>
                  <a:pt x="251354" y="0"/>
                  <a:pt x="323850" y="72496"/>
                  <a:pt x="323850" y="161925"/>
                </a:cubicBezTo>
                <a:close/>
              </a:path>
            </a:pathLst>
          </a:custGeom>
          <a:solidFill xmlns:a="http://schemas.openxmlformats.org/drawingml/2006/main">
            <a:srgbClr val="18C7DE"/>
          </a:solidFill>
          <a:ln xmlns:a="http://schemas.openxmlformats.org/drawingml/2006/main" w="9548">
            <a:noFill/>
            <a:prstDash val="solid"/>
          </a:ln>
        </p:spPr>
      </p:sp>
      <p:sp>
        <p:nvSpPr>
          <p:cNvPr id="62" name="Weather user head">
            <a:extLst xmlns:a="http://schemas.openxmlformats.org/drawingml/2006/main">
              <a:ext uri="{FF2B5EF4-FFF2-40B4-BE49-F238E27FC236}">
                <a16:creationId xmlns:a16="http://schemas.microsoft.com/office/drawing/2014/main" id="{E2C747E1-EEFE-4604-B824-5A8C3DFF467A}"/>
              </a:ext>
            </a:extLst>
          </p:cNvPr>
          <p:cNvSpPr>
            <a:spLocks xmlns:a="http://schemas.openxmlformats.org/drawingml/2006/main" noGrp="1"/>
          </p:cNvSpPr>
          <p:nvPr/>
        </p:nvSpPr>
        <p:spPr>
          <a:xfrm xmlns:a="http://schemas.openxmlformats.org/drawingml/2006/main">
            <a:off x="10102113" y="1018571"/>
            <a:ext cx="143225" cy="143225"/>
          </a:xfrm>
          <a:custGeom xmlns:a="http://schemas.openxmlformats.org/drawingml/2006/main">
            <a:pathLst>
              <a:path w="142875" h="142875">
                <a:moveTo>
                  <a:pt x="142875" y="71438"/>
                </a:moveTo>
                <a:cubicBezTo>
                  <a:pt x="142875" y="110891"/>
                  <a:pt x="110891" y="142875"/>
                  <a:pt x="71438" y="142875"/>
                </a:cubicBezTo>
                <a:cubicBezTo>
                  <a:pt x="31984" y="142875"/>
                  <a:pt x="0" y="110891"/>
                  <a:pt x="0" y="71438"/>
                </a:cubicBezTo>
                <a:cubicBezTo>
                  <a:pt x="0" y="31984"/>
                  <a:pt x="31984" y="0"/>
                  <a:pt x="71438" y="0"/>
                </a:cubicBezTo>
                <a:cubicBezTo>
                  <a:pt x="110891" y="0"/>
                  <a:pt x="142875" y="31984"/>
                  <a:pt x="142875" y="71438"/>
                </a:cubicBezTo>
                <a:close/>
              </a:path>
            </a:pathLst>
          </a:custGeom>
          <a:solidFill xmlns:a="http://schemas.openxmlformats.org/drawingml/2006/main">
            <a:srgbClr val="FFFFFF"/>
          </a:solidFill>
          <a:ln xmlns:a="http://schemas.openxmlformats.org/drawingml/2006/main" w="9548">
            <a:noFill/>
            <a:prstDash val="solid"/>
          </a:ln>
        </p:spPr>
      </p:sp>
      <p:sp>
        <p:nvSpPr>
          <p:cNvPr id="63" name="Weather user shoulders">
            <a:extLst xmlns:a="http://schemas.openxmlformats.org/drawingml/2006/main">
              <a:ext uri="{FF2B5EF4-FFF2-40B4-BE49-F238E27FC236}">
                <a16:creationId xmlns:a16="http://schemas.microsoft.com/office/drawing/2014/main" id="{E296DC9B-9DF3-4380-A584-F6F09EF39A3D}"/>
              </a:ext>
            </a:extLst>
          </p:cNvPr>
          <p:cNvSpPr>
            <a:spLocks xmlns:a="http://schemas.openxmlformats.org/drawingml/2006/main" noGrp="1"/>
          </p:cNvSpPr>
          <p:nvPr/>
        </p:nvSpPr>
        <p:spPr>
          <a:xfrm xmlns:a="http://schemas.openxmlformats.org/drawingml/2006/main">
            <a:off x="10063920" y="1152248"/>
            <a:ext cx="219611" cy="114580"/>
          </a:xfrm>
          <a:custGeom xmlns:a="http://schemas.openxmlformats.org/drawingml/2006/main">
            <a:pathLst>
              <a:path w="219075" h="114300">
                <a:moveTo>
                  <a:pt x="219075" y="57150"/>
                </a:moveTo>
                <a:cubicBezTo>
                  <a:pt x="219075" y="88713"/>
                  <a:pt x="170033" y="114300"/>
                  <a:pt x="109538" y="114300"/>
                </a:cubicBezTo>
                <a:cubicBezTo>
                  <a:pt x="49042" y="114300"/>
                  <a:pt x="0" y="88713"/>
                  <a:pt x="0" y="57150"/>
                </a:cubicBezTo>
                <a:cubicBezTo>
                  <a:pt x="0" y="25587"/>
                  <a:pt x="49042" y="0"/>
                  <a:pt x="109538" y="0"/>
                </a:cubicBezTo>
                <a:cubicBezTo>
                  <a:pt x="170033" y="0"/>
                  <a:pt x="219075" y="25587"/>
                  <a:pt x="219075" y="57150"/>
                </a:cubicBezTo>
                <a:close/>
              </a:path>
            </a:pathLst>
          </a:custGeom>
          <a:solidFill xmlns:a="http://schemas.openxmlformats.org/drawingml/2006/main">
            <a:srgbClr val="FFFFFF"/>
          </a:solidFill>
          <a:ln xmlns:a="http://schemas.openxmlformats.org/drawingml/2006/main" w="9548">
            <a:noFill/>
            <a:prstDash val="solid"/>
          </a:ln>
        </p:spPr>
      </p:sp>
      <p:sp>
        <p:nvSpPr>
          <p:cNvPr id="64" name="Weather evidence container">
            <a:extLst xmlns:a="http://schemas.openxmlformats.org/drawingml/2006/main">
              <a:ext uri="{FF2B5EF4-FFF2-40B4-BE49-F238E27FC236}">
                <a16:creationId xmlns:a16="http://schemas.microsoft.com/office/drawing/2014/main" id="{250DC9E4-5FBD-479A-9B6B-C35974ACBFF0}"/>
              </a:ext>
            </a:extLst>
          </p:cNvPr>
          <p:cNvSpPr>
            <a:spLocks xmlns:a="http://schemas.openxmlformats.org/drawingml/2006/main" noGrp="1"/>
          </p:cNvSpPr>
          <p:nvPr/>
        </p:nvSpPr>
        <p:spPr>
          <a:xfrm xmlns:a="http://schemas.openxmlformats.org/drawingml/2006/main">
            <a:off x="10484046" y="1505535"/>
            <a:ext cx="2005145" cy="725672"/>
          </a:xfrm>
          <a:custGeom xmlns:a="http://schemas.openxmlformats.org/drawingml/2006/main">
            <a:pathLst>
              <a:path w="2000250" h="723900">
                <a:moveTo>
                  <a:pt x="19050" y="0"/>
                </a:moveTo>
                <a:lnTo>
                  <a:pt x="1981200" y="0"/>
                </a:lnTo>
                <a:cubicBezTo>
                  <a:pt x="1991721" y="0"/>
                  <a:pt x="2000250" y="8529"/>
                  <a:pt x="2000250" y="19050"/>
                </a:cubicBezTo>
                <a:lnTo>
                  <a:pt x="2000250" y="704850"/>
                </a:lnTo>
                <a:cubicBezTo>
                  <a:pt x="2000250" y="715371"/>
                  <a:pt x="1991721" y="723900"/>
                  <a:pt x="1981200" y="723900"/>
                </a:cubicBezTo>
                <a:lnTo>
                  <a:pt x="19050" y="723900"/>
                </a:lnTo>
                <a:cubicBezTo>
                  <a:pt x="8529" y="723900"/>
                  <a:pt x="0" y="715371"/>
                  <a:pt x="0" y="704850"/>
                </a:cubicBezTo>
                <a:lnTo>
                  <a:pt x="0" y="19050"/>
                </a:lnTo>
                <a:cubicBezTo>
                  <a:pt x="0" y="8529"/>
                  <a:pt x="8529" y="0"/>
                  <a:pt x="19050" y="0"/>
                </a:cubicBezTo>
                <a:close/>
              </a:path>
            </a:pathLst>
          </a:custGeom>
          <a:solidFill xmlns:a="http://schemas.openxmlformats.org/drawingml/2006/main">
            <a:srgbClr val="FFFFFF"/>
          </a:solidFill>
          <a:ln xmlns:a="http://schemas.openxmlformats.org/drawingml/2006/main" w="28645">
            <a:solidFill>
              <a:srgbClr val="18C7DE"/>
            </a:solidFill>
            <a:prstDash val="solid"/>
          </a:ln>
        </p:spPr>
      </p:sp>
      <p:sp>
        <p:nvSpPr>
          <p:cNvPr id="65" name="Weather tool rail">
            <a:extLst xmlns:a="http://schemas.openxmlformats.org/drawingml/2006/main">
              <a:ext uri="{FF2B5EF4-FFF2-40B4-BE49-F238E27FC236}">
                <a16:creationId xmlns:a16="http://schemas.microsoft.com/office/drawing/2014/main" id="{FE880E71-54D1-44CF-B9E9-BF16A94CC5B4}"/>
              </a:ext>
            </a:extLst>
          </p:cNvPr>
          <p:cNvSpPr>
            <a:spLocks xmlns:a="http://schemas.openxmlformats.org/drawingml/2006/main" noGrp="1"/>
          </p:cNvSpPr>
          <p:nvPr/>
        </p:nvSpPr>
        <p:spPr>
          <a:xfrm xmlns:a="http://schemas.openxmlformats.org/drawingml/2006/main">
            <a:off x="10054372" y="1897016"/>
            <a:ext cx="229159" cy="1269925"/>
          </a:xfrm>
          <a:custGeom xmlns:a="http://schemas.openxmlformats.org/drawingml/2006/main">
            <a:pathLst>
              <a:path w="228600" h="1266825">
                <a:moveTo>
                  <a:pt x="114300" y="0"/>
                </a:moveTo>
                <a:lnTo>
                  <a:pt x="114300" y="0"/>
                </a:lnTo>
                <a:cubicBezTo>
                  <a:pt x="177426" y="0"/>
                  <a:pt x="228600" y="51174"/>
                  <a:pt x="228600" y="114300"/>
                </a:cubicBezTo>
                <a:lnTo>
                  <a:pt x="228600" y="1152525"/>
                </a:lnTo>
                <a:cubicBezTo>
                  <a:pt x="228600" y="1215651"/>
                  <a:pt x="177426" y="1266825"/>
                  <a:pt x="114300" y="1266825"/>
                </a:cubicBezTo>
                <a:lnTo>
                  <a:pt x="114300" y="1266825"/>
                </a:lnTo>
                <a:cubicBezTo>
                  <a:pt x="51174" y="1266825"/>
                  <a:pt x="0" y="1215651"/>
                  <a:pt x="0" y="1152525"/>
                </a:cubicBezTo>
                <a:lnTo>
                  <a:pt x="0" y="114300"/>
                </a:lnTo>
                <a:cubicBezTo>
                  <a:pt x="0" y="51174"/>
                  <a:pt x="51174" y="0"/>
                  <a:pt x="114300" y="0"/>
                </a:cubicBezTo>
                <a:close/>
              </a:path>
            </a:pathLst>
          </a:custGeom>
          <a:solidFill xmlns:a="http://schemas.openxmlformats.org/drawingml/2006/main">
            <a:srgbClr val="FFFFFF"/>
          </a:solidFill>
          <a:ln xmlns:a="http://schemas.openxmlformats.org/drawingml/2006/main" w="19097">
            <a:solidFill>
              <a:srgbClr val="18C7DE"/>
            </a:solidFill>
            <a:prstDash val="solid"/>
          </a:ln>
        </p:spPr>
      </p:sp>
      <p:sp>
        <p:nvSpPr>
          <p:cNvPr id="66" name="Weather tool label">
            <a:extLst xmlns:a="http://schemas.openxmlformats.org/drawingml/2006/main">
              <a:ext uri="{FF2B5EF4-FFF2-40B4-BE49-F238E27FC236}">
                <a16:creationId xmlns:a16="http://schemas.microsoft.com/office/drawing/2014/main" id="{30CDB084-AAE1-425C-9019-03D900E4C73E}"/>
              </a:ext>
            </a:extLst>
          </p:cNvPr>
          <p:cNvSpPr>
            <a:spLocks xmlns:a="http://schemas.openxmlformats.org/drawingml/2006/main" noGrp="1"/>
          </p:cNvSpPr>
          <p:nvPr/>
        </p:nvSpPr>
        <p:spPr>
          <a:xfrm xmlns:a="http://schemas.openxmlformats.org/drawingml/2006/main" rot="5400000">
            <a:off x="9806116" y="2444111"/>
            <a:ext cx="735220" cy="16355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920" b="0" i="0">
                <a:solidFill>
                  <a:srgbClr val="101010"/>
                </a:solidFill>
                <a:latin typeface="Comic Sans MS"/>
                <a:ea typeface="Comic Sans MS"/>
                <a:cs typeface="Comic Sans MS"/>
              </a:defRPr>
            </a:defPPr>
          </a:lstStyle>
          <a:p xmlns:a="http://schemas.openxmlformats.org/drawingml/2006/main">
            <a:pPr algn="l">
              <a:lnSpc>
                <a:spcPct val="100000"/>
              </a:lnSpc>
              <a:buNone/>
              <a:defRPr sz="920" b="0" i="0">
                <a:solidFill>
                  <a:srgbClr val="101010"/>
                </a:solidFill>
                <a:latin typeface="Comic Sans MS"/>
                <a:ea typeface="Comic Sans MS"/>
                <a:cs typeface="Comic Sans MS"/>
              </a:defRPr>
            </a:pPr>
            <a:r>
              <a:rPr sz="920" b="0" i="0">
                <a:solidFill>
                  <a:srgbClr val="101010"/>
                </a:solidFill>
                <a:latin typeface="Comic Sans MS"/>
                <a:ea typeface="Comic Sans MS"/>
                <a:cs typeface="Comic Sans MS"/>
              </a:rPr>
              <a:t>Searching...</a:t>
            </a:r>
          </a:p>
        </p:txBody>
      </p:sp>
      <p:pic>
        <p:nvPicPr>
          <p:cNvPr id="67" name="">
            <a:extLst xmlns:a="http://schemas.openxmlformats.org/drawingml/2006/main">
              <a:ext uri="{FF2B5EF4-FFF2-40B4-BE49-F238E27FC236}">
                <a16:creationId xmlns:a16="http://schemas.microsoft.com/office/drawing/2014/main" id="{236442E9-AEDC-4613-994F-C0753856F422}"/>
              </a:ext>
            </a:extLst>
          </p:cNvPr>
          <p:cNvPicPr>
            <a:picLocks xmlns:a="http://schemas.openxmlformats.org/drawingml/2006/main" noChangeAspect="1"/>
          </p:cNvPicPr>
          <p:nvPr/>
        </p:nvPicPr>
        <p:blipFill>
          <a:blip xmlns:r="http://schemas.openxmlformats.org/officeDocument/2006/relationships" xmlns:a="http://schemas.openxmlformats.org/drawingml/2006/main" r:embed="R14bb4613e97249a0"/>
          <a:stretch xmlns:a="http://schemas.openxmlformats.org/drawingml/2006/main"/>
        </p:blipFill>
        <p:spPr>
          <a:xfrm xmlns:a="http://schemas.openxmlformats.org/drawingml/2006/main">
            <a:off x="10083017" y="1935209"/>
            <a:ext cx="181418" cy="200515"/>
          </a:xfrm>
          <a:prstGeom xmlns:a="http://schemas.openxmlformats.org/drawingml/2006/main" prst="rect">
            <a:avLst/>
          </a:prstGeom>
        </p:spPr>
      </p:pic>
      <p:pic>
        <p:nvPicPr>
          <p:cNvPr id="68" name="">
            <a:extLst xmlns:a="http://schemas.openxmlformats.org/drawingml/2006/main">
              <a:ext uri="{FF2B5EF4-FFF2-40B4-BE49-F238E27FC236}">
                <a16:creationId xmlns:a16="http://schemas.microsoft.com/office/drawing/2014/main" id="{B310FD18-9B87-46C4-A950-27D3D936980E}"/>
              </a:ext>
            </a:extLst>
          </p:cNvPr>
          <p:cNvPicPr>
            <a:picLocks xmlns:a="http://schemas.openxmlformats.org/drawingml/2006/main" noChangeAspect="1"/>
          </p:cNvPicPr>
          <p:nvPr/>
        </p:nvPicPr>
        <p:blipFill>
          <a:blip xmlns:r="http://schemas.openxmlformats.org/officeDocument/2006/relationships" xmlns:a="http://schemas.openxmlformats.org/drawingml/2006/main" r:embed="R9f3a854a487d4434"/>
          <a:stretch xmlns:a="http://schemas.openxmlformats.org/drawingml/2006/main"/>
        </p:blipFill>
        <p:spPr>
          <a:xfrm xmlns:a="http://schemas.openxmlformats.org/drawingml/2006/main">
            <a:off x="9939792" y="1524632"/>
            <a:ext cx="429674" cy="257804"/>
          </a:xfrm>
          <a:prstGeom xmlns:a="http://schemas.openxmlformats.org/drawingml/2006/main" prst="rect">
            <a:avLst/>
          </a:prstGeom>
        </p:spPr>
      </p:pic>
      <p:sp>
        <p:nvSpPr>
          <p:cNvPr id="69" name="Weather text tag">
            <a:extLst xmlns:a="http://schemas.openxmlformats.org/drawingml/2006/main">
              <a:ext uri="{FF2B5EF4-FFF2-40B4-BE49-F238E27FC236}">
                <a16:creationId xmlns:a16="http://schemas.microsoft.com/office/drawing/2014/main" id="{829F68FE-C252-45CC-8FC7-CF7D3F06DECE}"/>
              </a:ext>
            </a:extLst>
          </p:cNvPr>
          <p:cNvSpPr>
            <a:spLocks xmlns:a="http://schemas.openxmlformats.org/drawingml/2006/main" noGrp="1"/>
          </p:cNvSpPr>
          <p:nvPr/>
        </p:nvSpPr>
        <p:spPr>
          <a:xfrm xmlns:a="http://schemas.openxmlformats.org/drawingml/2006/main">
            <a:off x="10484046" y="2240755"/>
            <a:ext cx="697027" cy="152773"/>
          </a:xfrm>
          <a:custGeom xmlns:a="http://schemas.openxmlformats.org/drawingml/2006/main">
            <a:pathLst>
              <a:path w="695325" h="152400">
                <a:moveTo>
                  <a:pt x="19050" y="0"/>
                </a:moveTo>
                <a:lnTo>
                  <a:pt x="676275" y="0"/>
                </a:lnTo>
                <a:cubicBezTo>
                  <a:pt x="686796" y="0"/>
                  <a:pt x="695325" y="8529"/>
                  <a:pt x="695325" y="19050"/>
                </a:cubicBezTo>
                <a:lnTo>
                  <a:pt x="695325" y="133350"/>
                </a:lnTo>
                <a:cubicBezTo>
                  <a:pt x="695325" y="143871"/>
                  <a:pt x="686796" y="152400"/>
                  <a:pt x="676275" y="152400"/>
                </a:cubicBezTo>
                <a:lnTo>
                  <a:pt x="19050" y="152400"/>
                </a:lnTo>
                <a:cubicBezTo>
                  <a:pt x="8529" y="152400"/>
                  <a:pt x="0" y="143871"/>
                  <a:pt x="0" y="133350"/>
                </a:cubicBezTo>
                <a:lnTo>
                  <a:pt x="0" y="19050"/>
                </a:lnTo>
                <a:cubicBezTo>
                  <a:pt x="0" y="8529"/>
                  <a:pt x="8529" y="0"/>
                  <a:pt x="19050" y="0"/>
                </a:cubicBezTo>
                <a:close/>
              </a:path>
            </a:pathLst>
          </a:custGeom>
          <a:solidFill xmlns:a="http://schemas.openxmlformats.org/drawingml/2006/main">
            <a:srgbClr val="18C7DE"/>
          </a:solidFill>
          <a:ln xmlns:a="http://schemas.openxmlformats.org/drawingml/2006/main" w="9548">
            <a:noFill/>
            <a:prstDash val="solid"/>
          </a:ln>
        </p:spPr>
      </p:sp>
      <p:sp>
        <p:nvSpPr>
          <p:cNvPr id="70" name="Weather text tag label">
            <a:extLst xmlns:a="http://schemas.openxmlformats.org/drawingml/2006/main">
              <a:ext uri="{FF2B5EF4-FFF2-40B4-BE49-F238E27FC236}">
                <a16:creationId xmlns:a16="http://schemas.microsoft.com/office/drawing/2014/main" id="{2C0171A9-D7D5-41FE-8914-36A63C363566}"/>
              </a:ext>
            </a:extLst>
          </p:cNvPr>
          <p:cNvSpPr>
            <a:spLocks xmlns:a="http://schemas.openxmlformats.org/drawingml/2006/main" noGrp="1"/>
          </p:cNvSpPr>
          <p:nvPr/>
        </p:nvSpPr>
        <p:spPr>
          <a:xfrm xmlns:a="http://schemas.openxmlformats.org/drawingml/2006/main" rot="0">
            <a:off x="10550884" y="2236289"/>
            <a:ext cx="439222" cy="18326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031" b="0" i="0">
                <a:solidFill>
                  <a:srgbClr val="FFFFFF"/>
                </a:solidFill>
                <a:latin typeface="Comic Sans MS"/>
                <a:ea typeface="Comic Sans MS"/>
                <a:cs typeface="Comic Sans MS"/>
              </a:defRPr>
            </a:defPPr>
          </a:lstStyle>
          <a:p xmlns:a="http://schemas.openxmlformats.org/drawingml/2006/main">
            <a:pPr algn="l">
              <a:lnSpc>
                <a:spcPct val="100000"/>
              </a:lnSpc>
              <a:buNone/>
              <a:defRPr sz="1031" b="0" i="0">
                <a:solidFill>
                  <a:srgbClr val="FFFFFF"/>
                </a:solidFill>
                <a:latin typeface="Comic Sans MS"/>
                <a:ea typeface="Comic Sans MS"/>
                <a:cs typeface="Comic Sans MS"/>
              </a:defRPr>
            </a:pPr>
            <a:r>
              <a:rPr sz="1031" b="0" i="0">
                <a:solidFill>
                  <a:srgbClr val="FFFFFF"/>
                </a:solidFill>
                <a:latin typeface="Comic Sans MS"/>
                <a:ea typeface="Comic Sans MS"/>
                <a:cs typeface="Comic Sans MS"/>
              </a:rPr>
              <a:t>T  text</a:t>
            </a:r>
          </a:p>
        </p:txBody>
      </p:sp>
      <p:sp>
        <p:nvSpPr>
          <p:cNvPr id="71" name="Weather reference frame">
            <a:extLst xmlns:a="http://schemas.openxmlformats.org/drawingml/2006/main">
              <a:ext uri="{FF2B5EF4-FFF2-40B4-BE49-F238E27FC236}">
                <a16:creationId xmlns:a16="http://schemas.microsoft.com/office/drawing/2014/main" id="{1E23A860-8CF0-4C46-ABA5-221EA2B8D2B4}"/>
              </a:ext>
            </a:extLst>
          </p:cNvPr>
          <p:cNvSpPr>
            <a:spLocks xmlns:a="http://schemas.openxmlformats.org/drawingml/2006/main" noGrp="1"/>
          </p:cNvSpPr>
          <p:nvPr/>
        </p:nvSpPr>
        <p:spPr>
          <a:xfrm xmlns:a="http://schemas.openxmlformats.org/drawingml/2006/main">
            <a:off x="10464949" y="2469915"/>
            <a:ext cx="2052887" cy="744768"/>
          </a:xfrm>
          <a:custGeom xmlns:a="http://schemas.openxmlformats.org/drawingml/2006/main">
            <a:pathLst>
              <a:path w="2047875" h="742950">
                <a:moveTo>
                  <a:pt x="19050" y="0"/>
                </a:moveTo>
                <a:lnTo>
                  <a:pt x="2028825" y="0"/>
                </a:lnTo>
                <a:cubicBezTo>
                  <a:pt x="2039346" y="0"/>
                  <a:pt x="2047875" y="8529"/>
                  <a:pt x="2047875" y="19050"/>
                </a:cubicBezTo>
                <a:lnTo>
                  <a:pt x="2047875" y="723900"/>
                </a:lnTo>
                <a:cubicBezTo>
                  <a:pt x="2047875" y="734421"/>
                  <a:pt x="2039346" y="742950"/>
                  <a:pt x="2028825" y="742950"/>
                </a:cubicBezTo>
                <a:lnTo>
                  <a:pt x="19050" y="742950"/>
                </a:lnTo>
                <a:cubicBezTo>
                  <a:pt x="8529" y="742950"/>
                  <a:pt x="0" y="734421"/>
                  <a:pt x="0" y="723900"/>
                </a:cubicBezTo>
                <a:lnTo>
                  <a:pt x="0" y="19050"/>
                </a:lnTo>
                <a:cubicBezTo>
                  <a:pt x="0" y="8529"/>
                  <a:pt x="8529" y="0"/>
                  <a:pt x="19050" y="0"/>
                </a:cubicBezTo>
                <a:close/>
              </a:path>
            </a:pathLst>
          </a:custGeom>
          <a:solidFill xmlns:a="http://schemas.openxmlformats.org/drawingml/2006/main">
            <a:srgbClr val="FFFFFF"/>
          </a:solidFill>
          <a:ln xmlns:a="http://schemas.openxmlformats.org/drawingml/2006/main" w="28645">
            <a:solidFill>
              <a:srgbClr val="18C7DE"/>
            </a:solidFill>
            <a:prstDash val="solid"/>
          </a:ln>
        </p:spPr>
      </p:sp>
      <p:pic>
        <p:nvPicPr>
          <p:cNvPr id="72" name="">
            <a:extLst xmlns:a="http://schemas.openxmlformats.org/drawingml/2006/main">
              <a:ext uri="{FF2B5EF4-FFF2-40B4-BE49-F238E27FC236}">
                <a16:creationId xmlns:a16="http://schemas.microsoft.com/office/drawing/2014/main" id="{C41D80BD-8F81-4837-AD7D-A4DE9FBBB8C6}"/>
              </a:ext>
            </a:extLst>
          </p:cNvPr>
          <p:cNvPicPr>
            <a:picLocks xmlns:a="http://schemas.openxmlformats.org/drawingml/2006/main" noChangeAspect="1"/>
          </p:cNvPicPr>
          <p:nvPr/>
        </p:nvPicPr>
        <p:blipFill>
          <a:blip xmlns:r="http://schemas.openxmlformats.org/officeDocument/2006/relationships" xmlns:a="http://schemas.openxmlformats.org/drawingml/2006/main" r:embed="Rb268d3ccbe3b4297"/>
          <a:stretch xmlns:a="http://schemas.openxmlformats.org/drawingml/2006/main"/>
        </p:blipFill>
        <p:spPr>
          <a:xfrm xmlns:a="http://schemas.openxmlformats.org/drawingml/2006/main">
            <a:off x="10484046" y="2489011"/>
            <a:ext cx="2014694" cy="706575"/>
          </a:xfrm>
          <a:prstGeom xmlns:a="http://schemas.openxmlformats.org/drawingml/2006/main" prst="rect">
            <a:avLst/>
          </a:prstGeom>
        </p:spPr>
      </p:pic>
      <p:sp>
        <p:nvSpPr>
          <p:cNvPr id="73" name="Weather images tag">
            <a:extLst xmlns:a="http://schemas.openxmlformats.org/drawingml/2006/main">
              <a:ext uri="{FF2B5EF4-FFF2-40B4-BE49-F238E27FC236}">
                <a16:creationId xmlns:a16="http://schemas.microsoft.com/office/drawing/2014/main" id="{7165061F-367F-4982-8111-4FD43487495F}"/>
              </a:ext>
            </a:extLst>
          </p:cNvPr>
          <p:cNvSpPr>
            <a:spLocks xmlns:a="http://schemas.openxmlformats.org/drawingml/2006/main" noGrp="1"/>
          </p:cNvSpPr>
          <p:nvPr/>
        </p:nvSpPr>
        <p:spPr>
          <a:xfrm xmlns:a="http://schemas.openxmlformats.org/drawingml/2006/main">
            <a:off x="11782616" y="2336238"/>
            <a:ext cx="735220" cy="143225"/>
          </a:xfrm>
          <a:custGeom xmlns:a="http://schemas.openxmlformats.org/drawingml/2006/main">
            <a:pathLst>
              <a:path w="733425" h="142875">
                <a:moveTo>
                  <a:pt x="19050" y="0"/>
                </a:moveTo>
                <a:lnTo>
                  <a:pt x="714375" y="0"/>
                </a:lnTo>
                <a:cubicBezTo>
                  <a:pt x="724896" y="0"/>
                  <a:pt x="733425" y="8529"/>
                  <a:pt x="733425" y="19050"/>
                </a:cubicBezTo>
                <a:lnTo>
                  <a:pt x="733425" y="123825"/>
                </a:lnTo>
                <a:cubicBezTo>
                  <a:pt x="733425" y="134346"/>
                  <a:pt x="724896" y="142875"/>
                  <a:pt x="714375" y="142875"/>
                </a:cubicBezTo>
                <a:lnTo>
                  <a:pt x="19050" y="142875"/>
                </a:lnTo>
                <a:cubicBezTo>
                  <a:pt x="8529" y="142875"/>
                  <a:pt x="0" y="134346"/>
                  <a:pt x="0" y="123825"/>
                </a:cubicBezTo>
                <a:lnTo>
                  <a:pt x="0" y="19050"/>
                </a:lnTo>
                <a:cubicBezTo>
                  <a:pt x="0" y="8529"/>
                  <a:pt x="8529" y="0"/>
                  <a:pt x="19050" y="0"/>
                </a:cubicBezTo>
                <a:close/>
              </a:path>
            </a:pathLst>
          </a:custGeom>
          <a:solidFill xmlns:a="http://schemas.openxmlformats.org/drawingml/2006/main">
            <a:srgbClr val="18C7DE"/>
          </a:solidFill>
          <a:ln xmlns:a="http://schemas.openxmlformats.org/drawingml/2006/main" w="9548">
            <a:noFill/>
            <a:prstDash val="solid"/>
          </a:ln>
        </p:spPr>
      </p:sp>
      <p:sp>
        <p:nvSpPr>
          <p:cNvPr id="74" name="Weather images tag label">
            <a:extLst xmlns:a="http://schemas.openxmlformats.org/drawingml/2006/main">
              <a:ext uri="{FF2B5EF4-FFF2-40B4-BE49-F238E27FC236}">
                <a16:creationId xmlns:a16="http://schemas.microsoft.com/office/drawing/2014/main" id="{852FA051-85DE-4C04-8B92-882A973A0C6F}"/>
              </a:ext>
            </a:extLst>
          </p:cNvPr>
          <p:cNvSpPr>
            <a:spLocks xmlns:a="http://schemas.openxmlformats.org/drawingml/2006/main" noGrp="1"/>
          </p:cNvSpPr>
          <p:nvPr/>
        </p:nvSpPr>
        <p:spPr>
          <a:xfrm xmlns:a="http://schemas.openxmlformats.org/drawingml/2006/main" rot="0">
            <a:off x="11849454" y="2332750"/>
            <a:ext cx="611092" cy="17565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988" b="0" i="0">
                <a:solidFill>
                  <a:srgbClr val="FFFFFF"/>
                </a:solidFill>
                <a:latin typeface="Comic Sans MS"/>
                <a:ea typeface="Comic Sans MS"/>
                <a:cs typeface="Comic Sans MS"/>
              </a:defRPr>
            </a:defPPr>
          </a:lstStyle>
          <a:p xmlns:a="http://schemas.openxmlformats.org/drawingml/2006/main">
            <a:pPr algn="l">
              <a:lnSpc>
                <a:spcPct val="100000"/>
              </a:lnSpc>
              <a:buNone/>
              <a:defRPr sz="988" b="0" i="0">
                <a:solidFill>
                  <a:srgbClr val="FFFFFF"/>
                </a:solidFill>
                <a:latin typeface="Comic Sans MS"/>
                <a:ea typeface="Comic Sans MS"/>
                <a:cs typeface="Comic Sans MS"/>
              </a:defRPr>
            </a:pPr>
            <a:r>
              <a:rPr sz="988" b="0" i="0">
                <a:solidFill>
                  <a:srgbClr val="FFFFFF"/>
                </a:solidFill>
                <a:latin typeface="Comic Sans MS"/>
                <a:ea typeface="Comic Sans MS"/>
                <a:cs typeface="Comic Sans MS"/>
              </a:rPr>
              <a:t>▧ images</a:t>
            </a:r>
          </a:p>
        </p:txBody>
      </p:sp>
      <p:sp>
        <p:nvSpPr>
          <p:cNvPr id="75" name="Weather evidence to generation">
            <a:extLst xmlns:a="http://schemas.openxmlformats.org/drawingml/2006/main">
              <a:ext uri="{FF2B5EF4-FFF2-40B4-BE49-F238E27FC236}">
                <a16:creationId xmlns:a16="http://schemas.microsoft.com/office/drawing/2014/main" id="{CE1C4E6A-BBB5-43F3-93FE-E185DEE7088C}"/>
              </a:ext>
            </a:extLst>
          </p:cNvPr>
          <p:cNvSpPr>
            <a:spLocks xmlns:a="http://schemas.openxmlformats.org/drawingml/2006/main" noGrp="1"/>
          </p:cNvSpPr>
          <p:nvPr/>
        </p:nvSpPr>
        <p:spPr>
          <a:xfrm xmlns:a="http://schemas.openxmlformats.org/drawingml/2006/main">
            <a:off x="12508288" y="2126175"/>
            <a:ext cx="410577" cy="401029"/>
          </a:xfrm>
          <a:custGeom xmlns:a="http://schemas.openxmlformats.org/drawingml/2006/main">
            <a:pathLst>
              <a:path w="409575" h="400050">
                <a:moveTo>
                  <a:pt x="0" y="112014"/>
                </a:moveTo>
                <a:lnTo>
                  <a:pt x="225266" y="112014"/>
                </a:lnTo>
                <a:lnTo>
                  <a:pt x="225266" y="0"/>
                </a:lnTo>
                <a:lnTo>
                  <a:pt x="409575" y="200025"/>
                </a:lnTo>
                <a:lnTo>
                  <a:pt x="225266" y="400050"/>
                </a:lnTo>
                <a:lnTo>
                  <a:pt x="225266" y="288036"/>
                </a:lnTo>
                <a:lnTo>
                  <a:pt x="0" y="288036"/>
                </a:lnTo>
                <a:close/>
              </a:path>
            </a:pathLst>
          </a:custGeom>
          <a:solidFill xmlns:a="http://schemas.openxmlformats.org/drawingml/2006/main">
            <a:srgbClr val="8EECF4"/>
          </a:solidFill>
          <a:ln xmlns:a="http://schemas.openxmlformats.org/drawingml/2006/main" w="9548">
            <a:noFill/>
            <a:prstDash val="solid"/>
          </a:ln>
        </p:spPr>
      </p:sp>
      <p:pic>
        <p:nvPicPr>
          <p:cNvPr id="76" name="">
            <a:extLst xmlns:a="http://schemas.openxmlformats.org/drawingml/2006/main">
              <a:ext uri="{FF2B5EF4-FFF2-40B4-BE49-F238E27FC236}">
                <a16:creationId xmlns:a16="http://schemas.microsoft.com/office/drawing/2014/main" id="{BA9917F6-388B-4B02-AFB1-2769026CB0DB}"/>
              </a:ext>
            </a:extLst>
          </p:cNvPr>
          <p:cNvPicPr>
            <a:picLocks xmlns:a="http://schemas.openxmlformats.org/drawingml/2006/main" noChangeAspect="1"/>
          </p:cNvPicPr>
          <p:nvPr/>
        </p:nvPicPr>
        <p:blipFill>
          <a:blip xmlns:r="http://schemas.openxmlformats.org/officeDocument/2006/relationships" xmlns:a="http://schemas.openxmlformats.org/drawingml/2006/main" r:embed="Rbd0ee39f732b4b35"/>
          <a:stretch xmlns:a="http://schemas.openxmlformats.org/drawingml/2006/main"/>
        </p:blipFill>
        <p:spPr>
          <a:xfrm xmlns:a="http://schemas.openxmlformats.org/drawingml/2006/main">
            <a:off x="12928414" y="1581922"/>
            <a:ext cx="1422698" cy="1489537"/>
          </a:xfrm>
          <a:prstGeom xmlns:a="http://schemas.openxmlformats.org/drawingml/2006/main" prst="rect">
            <a:avLst/>
          </a:prstGeom>
        </p:spPr>
      </p:pic>
      <p:sp>
        <p:nvSpPr>
          <p:cNvPr id="77" name="Weather corner horizontal">
            <a:extLst xmlns:a="http://schemas.openxmlformats.org/drawingml/2006/main">
              <a:ext uri="{FF2B5EF4-FFF2-40B4-BE49-F238E27FC236}">
                <a16:creationId xmlns:a16="http://schemas.microsoft.com/office/drawing/2014/main" id="{304E9805-0057-4246-8881-1283D5197A9E}"/>
              </a:ext>
            </a:extLst>
          </p:cNvPr>
          <p:cNvSpPr>
            <a:spLocks xmlns:a="http://schemas.openxmlformats.org/drawingml/2006/main" noGrp="1"/>
          </p:cNvSpPr>
          <p:nvPr/>
        </p:nvSpPr>
        <p:spPr>
          <a:xfrm xmlns:a="http://schemas.openxmlformats.org/drawingml/2006/main">
            <a:off x="12880672" y="1524632"/>
            <a:ext cx="238708" cy="191"/>
          </a:xfrm>
          <a:custGeom xmlns:a="http://schemas.openxmlformats.org/drawingml/2006/main">
            <a:pathLst>
              <a:path w="238125" h="191">
                <a:moveTo>
                  <a:pt x="0" y="0"/>
                </a:moveTo>
                <a:lnTo>
                  <a:pt x="238125" y="0"/>
                </a:lnTo>
              </a:path>
            </a:pathLst>
          </a:custGeom>
          <a:noFill xmlns:a="http://schemas.openxmlformats.org/drawingml/2006/main"/>
          <a:ln xmlns:a="http://schemas.openxmlformats.org/drawingml/2006/main" w="19097">
            <a:solidFill>
              <a:srgbClr val="18C7DE"/>
            </a:solidFill>
            <a:prstDash val="solid"/>
          </a:ln>
        </p:spPr>
      </p:sp>
      <p:sp>
        <p:nvSpPr>
          <p:cNvPr id="78" name="Weather corner vertical">
            <a:extLst xmlns:a="http://schemas.openxmlformats.org/drawingml/2006/main">
              <a:ext uri="{FF2B5EF4-FFF2-40B4-BE49-F238E27FC236}">
                <a16:creationId xmlns:a16="http://schemas.microsoft.com/office/drawing/2014/main" id="{7C795E98-A234-4730-BE8E-B46A0333893F}"/>
              </a:ext>
            </a:extLst>
          </p:cNvPr>
          <p:cNvSpPr>
            <a:spLocks xmlns:a="http://schemas.openxmlformats.org/drawingml/2006/main" noGrp="1"/>
          </p:cNvSpPr>
          <p:nvPr/>
        </p:nvSpPr>
        <p:spPr>
          <a:xfrm xmlns:a="http://schemas.openxmlformats.org/drawingml/2006/main">
            <a:off x="12880672" y="1524632"/>
            <a:ext cx="191" cy="200515"/>
          </a:xfrm>
          <a:custGeom xmlns:a="http://schemas.openxmlformats.org/drawingml/2006/main">
            <a:pathLst>
              <a:path w="191" h="200025">
                <a:moveTo>
                  <a:pt x="0" y="0"/>
                </a:moveTo>
                <a:lnTo>
                  <a:pt x="0" y="200025"/>
                </a:lnTo>
              </a:path>
            </a:pathLst>
          </a:custGeom>
          <a:noFill xmlns:a="http://schemas.openxmlformats.org/drawingml/2006/main"/>
          <a:ln xmlns:a="http://schemas.openxmlformats.org/drawingml/2006/main" w="19097">
            <a:solidFill>
              <a:srgbClr val="18C7DE"/>
            </a:solidFill>
            <a:prstDash val="solid"/>
          </a:ln>
        </p:spPr>
      </p:sp>
      <p:sp>
        <p:nvSpPr>
          <p:cNvPr id="79" name="Weather corner horizontal">
            <a:extLst xmlns:a="http://schemas.openxmlformats.org/drawingml/2006/main">
              <a:ext uri="{FF2B5EF4-FFF2-40B4-BE49-F238E27FC236}">
                <a16:creationId xmlns:a16="http://schemas.microsoft.com/office/drawing/2014/main" id="{D2A3DAED-3ABE-47B8-A6C7-BB11CFF75261}"/>
              </a:ext>
            </a:extLst>
          </p:cNvPr>
          <p:cNvSpPr>
            <a:spLocks xmlns:a="http://schemas.openxmlformats.org/drawingml/2006/main" noGrp="1"/>
          </p:cNvSpPr>
          <p:nvPr/>
        </p:nvSpPr>
        <p:spPr>
          <a:xfrm xmlns:a="http://schemas.openxmlformats.org/drawingml/2006/main">
            <a:off x="14160146" y="1524632"/>
            <a:ext cx="238708" cy="191"/>
          </a:xfrm>
          <a:custGeom xmlns:a="http://schemas.openxmlformats.org/drawingml/2006/main">
            <a:pathLst>
              <a:path w="238125" h="191">
                <a:moveTo>
                  <a:pt x="238125" y="0"/>
                </a:moveTo>
                <a:lnTo>
                  <a:pt x="0" y="0"/>
                </a:lnTo>
              </a:path>
            </a:pathLst>
          </a:custGeom>
          <a:noFill xmlns:a="http://schemas.openxmlformats.org/drawingml/2006/main"/>
          <a:ln xmlns:a="http://schemas.openxmlformats.org/drawingml/2006/main" w="19097">
            <a:solidFill>
              <a:srgbClr val="18C7DE"/>
            </a:solidFill>
            <a:prstDash val="solid"/>
          </a:ln>
        </p:spPr>
      </p:sp>
      <p:sp>
        <p:nvSpPr>
          <p:cNvPr id="80" name="Weather corner vertical">
            <a:extLst xmlns:a="http://schemas.openxmlformats.org/drawingml/2006/main">
              <a:ext uri="{FF2B5EF4-FFF2-40B4-BE49-F238E27FC236}">
                <a16:creationId xmlns:a16="http://schemas.microsoft.com/office/drawing/2014/main" id="{F9B7F791-56F9-4164-8DEE-593BDD700D17}"/>
              </a:ext>
            </a:extLst>
          </p:cNvPr>
          <p:cNvSpPr>
            <a:spLocks xmlns:a="http://schemas.openxmlformats.org/drawingml/2006/main" noGrp="1"/>
          </p:cNvSpPr>
          <p:nvPr/>
        </p:nvSpPr>
        <p:spPr>
          <a:xfrm xmlns:a="http://schemas.openxmlformats.org/drawingml/2006/main">
            <a:off x="14398853" y="1524632"/>
            <a:ext cx="191" cy="200515"/>
          </a:xfrm>
          <a:custGeom xmlns:a="http://schemas.openxmlformats.org/drawingml/2006/main">
            <a:pathLst>
              <a:path w="191" h="200025">
                <a:moveTo>
                  <a:pt x="0" y="0"/>
                </a:moveTo>
                <a:lnTo>
                  <a:pt x="0" y="200025"/>
                </a:lnTo>
              </a:path>
            </a:pathLst>
          </a:custGeom>
          <a:noFill xmlns:a="http://schemas.openxmlformats.org/drawingml/2006/main"/>
          <a:ln xmlns:a="http://schemas.openxmlformats.org/drawingml/2006/main" w="19097">
            <a:solidFill>
              <a:srgbClr val="18C7DE"/>
            </a:solidFill>
            <a:prstDash val="solid"/>
          </a:ln>
        </p:spPr>
      </p:sp>
      <p:sp>
        <p:nvSpPr>
          <p:cNvPr id="81" name="Weather corner horizontal">
            <a:extLst xmlns:a="http://schemas.openxmlformats.org/drawingml/2006/main">
              <a:ext uri="{FF2B5EF4-FFF2-40B4-BE49-F238E27FC236}">
                <a16:creationId xmlns:a16="http://schemas.microsoft.com/office/drawing/2014/main" id="{078867F8-CEE2-4319-9EA7-07E7919E560E}"/>
              </a:ext>
            </a:extLst>
          </p:cNvPr>
          <p:cNvSpPr>
            <a:spLocks xmlns:a="http://schemas.openxmlformats.org/drawingml/2006/main" noGrp="1"/>
          </p:cNvSpPr>
          <p:nvPr/>
        </p:nvSpPr>
        <p:spPr>
          <a:xfrm xmlns:a="http://schemas.openxmlformats.org/drawingml/2006/main">
            <a:off x="12880672" y="3128748"/>
            <a:ext cx="238708" cy="191"/>
          </a:xfrm>
          <a:custGeom xmlns:a="http://schemas.openxmlformats.org/drawingml/2006/main">
            <a:pathLst>
              <a:path w="238125" h="191">
                <a:moveTo>
                  <a:pt x="0" y="0"/>
                </a:moveTo>
                <a:lnTo>
                  <a:pt x="238125" y="0"/>
                </a:lnTo>
              </a:path>
            </a:pathLst>
          </a:custGeom>
          <a:noFill xmlns:a="http://schemas.openxmlformats.org/drawingml/2006/main"/>
          <a:ln xmlns:a="http://schemas.openxmlformats.org/drawingml/2006/main" w="19097">
            <a:solidFill>
              <a:srgbClr val="18C7DE"/>
            </a:solidFill>
            <a:prstDash val="solid"/>
          </a:ln>
        </p:spPr>
      </p:sp>
      <p:sp>
        <p:nvSpPr>
          <p:cNvPr id="82" name="Weather corner vertical">
            <a:extLst xmlns:a="http://schemas.openxmlformats.org/drawingml/2006/main">
              <a:ext uri="{FF2B5EF4-FFF2-40B4-BE49-F238E27FC236}">
                <a16:creationId xmlns:a16="http://schemas.microsoft.com/office/drawing/2014/main" id="{F6666151-2AF6-4481-AFF4-81C58D1ED89E}"/>
              </a:ext>
            </a:extLst>
          </p:cNvPr>
          <p:cNvSpPr>
            <a:spLocks xmlns:a="http://schemas.openxmlformats.org/drawingml/2006/main" noGrp="1"/>
          </p:cNvSpPr>
          <p:nvPr/>
        </p:nvSpPr>
        <p:spPr>
          <a:xfrm xmlns:a="http://schemas.openxmlformats.org/drawingml/2006/main">
            <a:off x="12880672" y="2928233"/>
            <a:ext cx="191" cy="200515"/>
          </a:xfrm>
          <a:custGeom xmlns:a="http://schemas.openxmlformats.org/drawingml/2006/main">
            <a:pathLst>
              <a:path w="191" h="200025">
                <a:moveTo>
                  <a:pt x="0" y="200025"/>
                </a:moveTo>
                <a:lnTo>
                  <a:pt x="0" y="0"/>
                </a:lnTo>
              </a:path>
            </a:pathLst>
          </a:custGeom>
          <a:noFill xmlns:a="http://schemas.openxmlformats.org/drawingml/2006/main"/>
          <a:ln xmlns:a="http://schemas.openxmlformats.org/drawingml/2006/main" w="19097">
            <a:solidFill>
              <a:srgbClr val="18C7DE"/>
            </a:solidFill>
            <a:prstDash val="solid"/>
          </a:ln>
        </p:spPr>
      </p:sp>
      <p:sp>
        <p:nvSpPr>
          <p:cNvPr id="83" name="Weather corner horizontal">
            <a:extLst xmlns:a="http://schemas.openxmlformats.org/drawingml/2006/main">
              <a:ext uri="{FF2B5EF4-FFF2-40B4-BE49-F238E27FC236}">
                <a16:creationId xmlns:a16="http://schemas.microsoft.com/office/drawing/2014/main" id="{43C4F2A2-8BEC-4019-A713-89AF43D6A81A}"/>
              </a:ext>
            </a:extLst>
          </p:cNvPr>
          <p:cNvSpPr>
            <a:spLocks xmlns:a="http://schemas.openxmlformats.org/drawingml/2006/main" noGrp="1"/>
          </p:cNvSpPr>
          <p:nvPr/>
        </p:nvSpPr>
        <p:spPr>
          <a:xfrm xmlns:a="http://schemas.openxmlformats.org/drawingml/2006/main">
            <a:off x="14160146" y="3128748"/>
            <a:ext cx="238708" cy="191"/>
          </a:xfrm>
          <a:custGeom xmlns:a="http://schemas.openxmlformats.org/drawingml/2006/main">
            <a:pathLst>
              <a:path w="238125" h="191">
                <a:moveTo>
                  <a:pt x="238125" y="0"/>
                </a:moveTo>
                <a:lnTo>
                  <a:pt x="0" y="0"/>
                </a:lnTo>
              </a:path>
            </a:pathLst>
          </a:custGeom>
          <a:noFill xmlns:a="http://schemas.openxmlformats.org/drawingml/2006/main"/>
          <a:ln xmlns:a="http://schemas.openxmlformats.org/drawingml/2006/main" w="19097">
            <a:solidFill>
              <a:srgbClr val="18C7DE"/>
            </a:solidFill>
            <a:prstDash val="solid"/>
          </a:ln>
        </p:spPr>
      </p:sp>
      <p:sp>
        <p:nvSpPr>
          <p:cNvPr id="84" name="Weather corner vertical">
            <a:extLst xmlns:a="http://schemas.openxmlformats.org/drawingml/2006/main">
              <a:ext uri="{FF2B5EF4-FFF2-40B4-BE49-F238E27FC236}">
                <a16:creationId xmlns:a16="http://schemas.microsoft.com/office/drawing/2014/main" id="{1FBADFB9-E21B-40BF-84BF-22BDB92D9C3E}"/>
              </a:ext>
            </a:extLst>
          </p:cNvPr>
          <p:cNvSpPr>
            <a:spLocks xmlns:a="http://schemas.openxmlformats.org/drawingml/2006/main" noGrp="1"/>
          </p:cNvSpPr>
          <p:nvPr/>
        </p:nvSpPr>
        <p:spPr>
          <a:xfrm xmlns:a="http://schemas.openxmlformats.org/drawingml/2006/main">
            <a:off x="14398853" y="2928233"/>
            <a:ext cx="191" cy="200515"/>
          </a:xfrm>
          <a:custGeom xmlns:a="http://schemas.openxmlformats.org/drawingml/2006/main">
            <a:pathLst>
              <a:path w="191" h="200025">
                <a:moveTo>
                  <a:pt x="0" y="200025"/>
                </a:moveTo>
                <a:lnTo>
                  <a:pt x="0" y="0"/>
                </a:lnTo>
              </a:path>
            </a:pathLst>
          </a:custGeom>
          <a:noFill xmlns:a="http://schemas.openxmlformats.org/drawingml/2006/main"/>
          <a:ln xmlns:a="http://schemas.openxmlformats.org/drawingml/2006/main" w="19097">
            <a:solidFill>
              <a:srgbClr val="18C7DE"/>
            </a:solidFill>
            <a:prstDash val="solid"/>
          </a:ln>
        </p:spPr>
      </p:sp>
      <p:sp>
        <p:nvSpPr>
          <p:cNvPr id="85" name="Character card">
            <a:extLst xmlns:a="http://schemas.openxmlformats.org/drawingml/2006/main">
              <a:ext uri="{FF2B5EF4-FFF2-40B4-BE49-F238E27FC236}">
                <a16:creationId xmlns:a16="http://schemas.microsoft.com/office/drawing/2014/main" id="{32BCBBEC-BA85-4C81-8BA6-87711CCD6D72}"/>
              </a:ext>
            </a:extLst>
          </p:cNvPr>
          <p:cNvSpPr>
            <a:spLocks xmlns:a="http://schemas.openxmlformats.org/drawingml/2006/main" noGrp="1"/>
          </p:cNvSpPr>
          <p:nvPr/>
        </p:nvSpPr>
        <p:spPr>
          <a:xfrm xmlns:a="http://schemas.openxmlformats.org/drawingml/2006/main">
            <a:off x="14752141" y="445673"/>
            <a:ext cx="4659576" cy="2854945"/>
          </a:xfrm>
          <a:custGeom xmlns:a="http://schemas.openxmlformats.org/drawingml/2006/main">
            <a:pathLst>
              <a:path w="4648200" h="2847975">
                <a:moveTo>
                  <a:pt x="57150" y="0"/>
                </a:moveTo>
                <a:lnTo>
                  <a:pt x="4591050" y="0"/>
                </a:lnTo>
                <a:cubicBezTo>
                  <a:pt x="4622613" y="0"/>
                  <a:pt x="4648200" y="25587"/>
                  <a:pt x="4648200" y="57150"/>
                </a:cubicBezTo>
                <a:lnTo>
                  <a:pt x="4648200" y="2790825"/>
                </a:lnTo>
                <a:cubicBezTo>
                  <a:pt x="4648200" y="2822388"/>
                  <a:pt x="4622613" y="2847975"/>
                  <a:pt x="4591050" y="2847975"/>
                </a:cubicBezTo>
                <a:lnTo>
                  <a:pt x="57150" y="2847975"/>
                </a:lnTo>
                <a:cubicBezTo>
                  <a:pt x="25587" y="2847975"/>
                  <a:pt x="0" y="2822388"/>
                  <a:pt x="0" y="2790825"/>
                </a:cubicBezTo>
                <a:lnTo>
                  <a:pt x="0" y="57150"/>
                </a:lnTo>
                <a:cubicBezTo>
                  <a:pt x="0" y="25587"/>
                  <a:pt x="25587" y="0"/>
                  <a:pt x="57150" y="0"/>
                </a:cubicBezTo>
                <a:close/>
              </a:path>
            </a:pathLst>
          </a:custGeom>
          <a:solidFill xmlns:a="http://schemas.openxmlformats.org/drawingml/2006/main">
            <a:srgbClr val="EEF9FE"/>
          </a:solidFill>
          <a:ln xmlns:a="http://schemas.openxmlformats.org/drawingml/2006/main" w="25780">
            <a:solidFill>
              <a:srgbClr val="8FDBF3"/>
            </a:solidFill>
            <a:prstDash val="solid"/>
          </a:ln>
        </p:spPr>
      </p:sp>
      <p:sp>
        <p:nvSpPr>
          <p:cNvPr id="86" name="Character header">
            <a:extLst xmlns:a="http://schemas.openxmlformats.org/drawingml/2006/main">
              <a:ext uri="{FF2B5EF4-FFF2-40B4-BE49-F238E27FC236}">
                <a16:creationId xmlns:a16="http://schemas.microsoft.com/office/drawing/2014/main" id="{68C22993-08AF-41A7-A68D-48082D35F4B3}"/>
              </a:ext>
            </a:extLst>
          </p:cNvPr>
          <p:cNvSpPr>
            <a:spLocks xmlns:a="http://schemas.openxmlformats.org/drawingml/2006/main" noGrp="1"/>
          </p:cNvSpPr>
          <p:nvPr/>
        </p:nvSpPr>
        <p:spPr>
          <a:xfrm xmlns:a="http://schemas.openxmlformats.org/drawingml/2006/main">
            <a:off x="14752141" y="445673"/>
            <a:ext cx="4659576" cy="448771"/>
          </a:xfrm>
          <a:custGeom xmlns:a="http://schemas.openxmlformats.org/drawingml/2006/main">
            <a:pathLst>
              <a:path w="4648200" h="447675">
                <a:moveTo>
                  <a:pt x="57150" y="0"/>
                </a:moveTo>
                <a:lnTo>
                  <a:pt x="4591050" y="0"/>
                </a:lnTo>
                <a:cubicBezTo>
                  <a:pt x="4622613" y="0"/>
                  <a:pt x="4648200" y="25587"/>
                  <a:pt x="4648200" y="57150"/>
                </a:cubicBezTo>
                <a:lnTo>
                  <a:pt x="4648200" y="390525"/>
                </a:lnTo>
                <a:cubicBezTo>
                  <a:pt x="4648200" y="422088"/>
                  <a:pt x="4622613" y="447675"/>
                  <a:pt x="4591050" y="447675"/>
                </a:cubicBezTo>
                <a:lnTo>
                  <a:pt x="57150" y="447675"/>
                </a:lnTo>
                <a:cubicBezTo>
                  <a:pt x="25587" y="447675"/>
                  <a:pt x="0" y="422088"/>
                  <a:pt x="0" y="390525"/>
                </a:cubicBezTo>
                <a:lnTo>
                  <a:pt x="0" y="57150"/>
                </a:lnTo>
                <a:cubicBezTo>
                  <a:pt x="0" y="25587"/>
                  <a:pt x="25587" y="0"/>
                  <a:pt x="57150" y="0"/>
                </a:cubicBezTo>
                <a:close/>
              </a:path>
            </a:pathLst>
          </a:custGeom>
          <a:solidFill xmlns:a="http://schemas.openxmlformats.org/drawingml/2006/main">
            <a:srgbClr val="8FDBF3"/>
          </a:solidFill>
          <a:ln xmlns:a="http://schemas.openxmlformats.org/drawingml/2006/main" w="9548">
            <a:noFill/>
            <a:prstDash val="solid"/>
          </a:ln>
        </p:spPr>
      </p:sp>
      <p:pic>
        <p:nvPicPr>
          <p:cNvPr id="87" name="">
            <a:extLst xmlns:a="http://schemas.openxmlformats.org/drawingml/2006/main">
              <a:ext uri="{FF2B5EF4-FFF2-40B4-BE49-F238E27FC236}">
                <a16:creationId xmlns:a16="http://schemas.microsoft.com/office/drawing/2014/main" id="{4BCE5397-35F4-42FC-90A6-C67B9DB36B93}"/>
              </a:ext>
            </a:extLst>
          </p:cNvPr>
          <p:cNvPicPr>
            <a:picLocks xmlns:a="http://schemas.openxmlformats.org/drawingml/2006/main" noChangeAspect="1"/>
          </p:cNvPicPr>
          <p:nvPr/>
        </p:nvPicPr>
        <p:blipFill>
          <a:blip xmlns:r="http://schemas.openxmlformats.org/officeDocument/2006/relationships" xmlns:a="http://schemas.openxmlformats.org/drawingml/2006/main" r:embed="R3488623f9fd542c7"/>
          <a:stretch xmlns:a="http://schemas.openxmlformats.org/drawingml/2006/main"/>
        </p:blipFill>
        <p:spPr>
          <a:xfrm xmlns:a="http://schemas.openxmlformats.org/drawingml/2006/main">
            <a:off x="16279871" y="493414"/>
            <a:ext cx="343739" cy="353288"/>
          </a:xfrm>
          <a:prstGeom xmlns:a="http://schemas.openxmlformats.org/drawingml/2006/main" prst="rect">
            <a:avLst/>
          </a:prstGeom>
        </p:spPr>
      </p:pic>
      <p:sp>
        <p:nvSpPr>
          <p:cNvPr id="88" name="Character prompt divider">
            <a:extLst xmlns:a="http://schemas.openxmlformats.org/drawingml/2006/main">
              <a:ext uri="{FF2B5EF4-FFF2-40B4-BE49-F238E27FC236}">
                <a16:creationId xmlns:a16="http://schemas.microsoft.com/office/drawing/2014/main" id="{3C3D847F-2C36-430E-8C17-6BC8793A194E}"/>
              </a:ext>
            </a:extLst>
          </p:cNvPr>
          <p:cNvSpPr>
            <a:spLocks xmlns:a="http://schemas.openxmlformats.org/drawingml/2006/main" noGrp="1"/>
          </p:cNvSpPr>
          <p:nvPr/>
        </p:nvSpPr>
        <p:spPr>
          <a:xfrm xmlns:a="http://schemas.openxmlformats.org/drawingml/2006/main">
            <a:off x="14828527" y="1419600"/>
            <a:ext cx="4497255" cy="191"/>
          </a:xfrm>
          <a:custGeom xmlns:a="http://schemas.openxmlformats.org/drawingml/2006/main">
            <a:pathLst>
              <a:path w="4486275" h="191">
                <a:moveTo>
                  <a:pt x="0" y="0"/>
                </a:moveTo>
                <a:lnTo>
                  <a:pt x="4486275" y="0"/>
                </a:lnTo>
              </a:path>
            </a:pathLst>
          </a:custGeom>
          <a:noFill xmlns:a="http://schemas.openxmlformats.org/drawingml/2006/main"/>
          <a:ln xmlns:a="http://schemas.openxmlformats.org/drawingml/2006/main" w="28645">
            <a:solidFill>
              <a:srgbClr val="53BFE3"/>
            </a:solidFill>
            <a:prstDash val="dash"/>
          </a:ln>
        </p:spPr>
      </p:sp>
      <p:sp>
        <p:nvSpPr>
          <p:cNvPr id="89" name="Character user disk">
            <a:extLst xmlns:a="http://schemas.openxmlformats.org/drawingml/2006/main">
              <a:ext uri="{FF2B5EF4-FFF2-40B4-BE49-F238E27FC236}">
                <a16:creationId xmlns:a16="http://schemas.microsoft.com/office/drawing/2014/main" id="{CA8185A7-9025-4245-B087-48FAAA82517A}"/>
              </a:ext>
            </a:extLst>
          </p:cNvPr>
          <p:cNvSpPr>
            <a:spLocks xmlns:a="http://schemas.openxmlformats.org/drawingml/2006/main" noGrp="1"/>
          </p:cNvSpPr>
          <p:nvPr/>
        </p:nvSpPr>
        <p:spPr>
          <a:xfrm xmlns:a="http://schemas.openxmlformats.org/drawingml/2006/main">
            <a:off x="14885817" y="980378"/>
            <a:ext cx="324643" cy="324643"/>
          </a:xfrm>
          <a:custGeom xmlns:a="http://schemas.openxmlformats.org/drawingml/2006/main">
            <a:pathLst>
              <a:path w="323850" h="323850">
                <a:moveTo>
                  <a:pt x="323850" y="161925"/>
                </a:moveTo>
                <a:cubicBezTo>
                  <a:pt x="323850" y="251354"/>
                  <a:pt x="251354" y="323850"/>
                  <a:pt x="161925" y="323850"/>
                </a:cubicBezTo>
                <a:cubicBezTo>
                  <a:pt x="72496" y="323850"/>
                  <a:pt x="0" y="251354"/>
                  <a:pt x="0" y="161925"/>
                </a:cubicBezTo>
                <a:cubicBezTo>
                  <a:pt x="0" y="72496"/>
                  <a:pt x="72496" y="0"/>
                  <a:pt x="161925" y="0"/>
                </a:cubicBezTo>
                <a:cubicBezTo>
                  <a:pt x="251354" y="0"/>
                  <a:pt x="323850" y="72496"/>
                  <a:pt x="323850" y="161925"/>
                </a:cubicBezTo>
                <a:close/>
              </a:path>
            </a:pathLst>
          </a:custGeom>
          <a:solidFill xmlns:a="http://schemas.openxmlformats.org/drawingml/2006/main">
            <a:srgbClr val="53BFE3"/>
          </a:solidFill>
          <a:ln xmlns:a="http://schemas.openxmlformats.org/drawingml/2006/main" w="9548">
            <a:noFill/>
            <a:prstDash val="solid"/>
          </a:ln>
        </p:spPr>
      </p:sp>
      <p:sp>
        <p:nvSpPr>
          <p:cNvPr id="90" name="Character user head">
            <a:extLst xmlns:a="http://schemas.openxmlformats.org/drawingml/2006/main">
              <a:ext uri="{FF2B5EF4-FFF2-40B4-BE49-F238E27FC236}">
                <a16:creationId xmlns:a16="http://schemas.microsoft.com/office/drawing/2014/main" id="{EFD153B1-BAB4-4385-B608-4314746C0326}"/>
              </a:ext>
            </a:extLst>
          </p:cNvPr>
          <p:cNvSpPr>
            <a:spLocks xmlns:a="http://schemas.openxmlformats.org/drawingml/2006/main" noGrp="1"/>
          </p:cNvSpPr>
          <p:nvPr/>
        </p:nvSpPr>
        <p:spPr>
          <a:xfrm xmlns:a="http://schemas.openxmlformats.org/drawingml/2006/main">
            <a:off x="14981300" y="1018571"/>
            <a:ext cx="143225" cy="143225"/>
          </a:xfrm>
          <a:custGeom xmlns:a="http://schemas.openxmlformats.org/drawingml/2006/main">
            <a:pathLst>
              <a:path w="142875" h="142875">
                <a:moveTo>
                  <a:pt x="142875" y="71438"/>
                </a:moveTo>
                <a:cubicBezTo>
                  <a:pt x="142875" y="110891"/>
                  <a:pt x="110891" y="142875"/>
                  <a:pt x="71438" y="142875"/>
                </a:cubicBezTo>
                <a:cubicBezTo>
                  <a:pt x="31984" y="142875"/>
                  <a:pt x="0" y="110891"/>
                  <a:pt x="0" y="71438"/>
                </a:cubicBezTo>
                <a:cubicBezTo>
                  <a:pt x="0" y="31984"/>
                  <a:pt x="31984" y="0"/>
                  <a:pt x="71438" y="0"/>
                </a:cubicBezTo>
                <a:cubicBezTo>
                  <a:pt x="110891" y="0"/>
                  <a:pt x="142875" y="31984"/>
                  <a:pt x="142875" y="71438"/>
                </a:cubicBezTo>
                <a:close/>
              </a:path>
            </a:pathLst>
          </a:custGeom>
          <a:solidFill xmlns:a="http://schemas.openxmlformats.org/drawingml/2006/main">
            <a:srgbClr val="FFFFFF"/>
          </a:solidFill>
          <a:ln xmlns:a="http://schemas.openxmlformats.org/drawingml/2006/main" w="9548">
            <a:noFill/>
            <a:prstDash val="solid"/>
          </a:ln>
        </p:spPr>
      </p:sp>
      <p:sp>
        <p:nvSpPr>
          <p:cNvPr id="91" name="Character user shoulders">
            <a:extLst xmlns:a="http://schemas.openxmlformats.org/drawingml/2006/main">
              <a:ext uri="{FF2B5EF4-FFF2-40B4-BE49-F238E27FC236}">
                <a16:creationId xmlns:a16="http://schemas.microsoft.com/office/drawing/2014/main" id="{0E259B42-62A5-4CAF-83D2-7665AC1A36D0}"/>
              </a:ext>
            </a:extLst>
          </p:cNvPr>
          <p:cNvSpPr>
            <a:spLocks xmlns:a="http://schemas.openxmlformats.org/drawingml/2006/main" noGrp="1"/>
          </p:cNvSpPr>
          <p:nvPr/>
        </p:nvSpPr>
        <p:spPr>
          <a:xfrm xmlns:a="http://schemas.openxmlformats.org/drawingml/2006/main">
            <a:off x="14943107" y="1152248"/>
            <a:ext cx="219611" cy="114580"/>
          </a:xfrm>
          <a:custGeom xmlns:a="http://schemas.openxmlformats.org/drawingml/2006/main">
            <a:pathLst>
              <a:path w="219075" h="114300">
                <a:moveTo>
                  <a:pt x="219075" y="57150"/>
                </a:moveTo>
                <a:cubicBezTo>
                  <a:pt x="219075" y="88713"/>
                  <a:pt x="170033" y="114300"/>
                  <a:pt x="109538" y="114300"/>
                </a:cubicBezTo>
                <a:cubicBezTo>
                  <a:pt x="49042" y="114300"/>
                  <a:pt x="0" y="88713"/>
                  <a:pt x="0" y="57150"/>
                </a:cubicBezTo>
                <a:cubicBezTo>
                  <a:pt x="0" y="25587"/>
                  <a:pt x="49042" y="0"/>
                  <a:pt x="109538" y="0"/>
                </a:cubicBezTo>
                <a:cubicBezTo>
                  <a:pt x="170033" y="0"/>
                  <a:pt x="219075" y="25587"/>
                  <a:pt x="219075" y="57150"/>
                </a:cubicBezTo>
                <a:close/>
              </a:path>
            </a:pathLst>
          </a:custGeom>
          <a:solidFill xmlns:a="http://schemas.openxmlformats.org/drawingml/2006/main">
            <a:srgbClr val="FFFFFF"/>
          </a:solidFill>
          <a:ln xmlns:a="http://schemas.openxmlformats.org/drawingml/2006/main" w="9548">
            <a:noFill/>
            <a:prstDash val="solid"/>
          </a:ln>
        </p:spPr>
      </p:sp>
      <p:sp>
        <p:nvSpPr>
          <p:cNvPr id="92" name="Character evidence container">
            <a:extLst xmlns:a="http://schemas.openxmlformats.org/drawingml/2006/main">
              <a:ext uri="{FF2B5EF4-FFF2-40B4-BE49-F238E27FC236}">
                <a16:creationId xmlns:a16="http://schemas.microsoft.com/office/drawing/2014/main" id="{B480F9D7-9180-4FBF-A07E-78404579C98A}"/>
              </a:ext>
            </a:extLst>
          </p:cNvPr>
          <p:cNvSpPr>
            <a:spLocks xmlns:a="http://schemas.openxmlformats.org/drawingml/2006/main" noGrp="1"/>
          </p:cNvSpPr>
          <p:nvPr/>
        </p:nvSpPr>
        <p:spPr>
          <a:xfrm xmlns:a="http://schemas.openxmlformats.org/drawingml/2006/main">
            <a:off x="15363233" y="1505535"/>
            <a:ext cx="2014694" cy="725672"/>
          </a:xfrm>
          <a:custGeom xmlns:a="http://schemas.openxmlformats.org/drawingml/2006/main">
            <a:pathLst>
              <a:path w="2009775" h="723900">
                <a:moveTo>
                  <a:pt x="19050" y="0"/>
                </a:moveTo>
                <a:lnTo>
                  <a:pt x="1990725" y="0"/>
                </a:lnTo>
                <a:cubicBezTo>
                  <a:pt x="2001246" y="0"/>
                  <a:pt x="2009775" y="8529"/>
                  <a:pt x="2009775" y="19050"/>
                </a:cubicBezTo>
                <a:lnTo>
                  <a:pt x="2009775" y="704850"/>
                </a:lnTo>
                <a:cubicBezTo>
                  <a:pt x="2009775" y="715371"/>
                  <a:pt x="2001246" y="723900"/>
                  <a:pt x="1990725" y="723900"/>
                </a:cubicBezTo>
                <a:lnTo>
                  <a:pt x="19050" y="723900"/>
                </a:lnTo>
                <a:cubicBezTo>
                  <a:pt x="8529" y="723900"/>
                  <a:pt x="0" y="715371"/>
                  <a:pt x="0" y="704850"/>
                </a:cubicBezTo>
                <a:lnTo>
                  <a:pt x="0" y="19050"/>
                </a:lnTo>
                <a:cubicBezTo>
                  <a:pt x="0" y="8529"/>
                  <a:pt x="8529" y="0"/>
                  <a:pt x="19050" y="0"/>
                </a:cubicBezTo>
                <a:close/>
              </a:path>
            </a:pathLst>
          </a:custGeom>
          <a:solidFill xmlns:a="http://schemas.openxmlformats.org/drawingml/2006/main">
            <a:srgbClr val="FFFFFF"/>
          </a:solidFill>
          <a:ln xmlns:a="http://schemas.openxmlformats.org/drawingml/2006/main" w="28645">
            <a:solidFill>
              <a:srgbClr val="53BFE3"/>
            </a:solidFill>
            <a:prstDash val="solid"/>
          </a:ln>
        </p:spPr>
      </p:sp>
      <p:sp>
        <p:nvSpPr>
          <p:cNvPr id="93" name="Character tool rail">
            <a:extLst xmlns:a="http://schemas.openxmlformats.org/drawingml/2006/main">
              <a:ext uri="{FF2B5EF4-FFF2-40B4-BE49-F238E27FC236}">
                <a16:creationId xmlns:a16="http://schemas.microsoft.com/office/drawing/2014/main" id="{BF48CBF4-23EF-45F8-8DAD-393C2F4A2BCC}"/>
              </a:ext>
            </a:extLst>
          </p:cNvPr>
          <p:cNvSpPr>
            <a:spLocks xmlns:a="http://schemas.openxmlformats.org/drawingml/2006/main" noGrp="1"/>
          </p:cNvSpPr>
          <p:nvPr/>
        </p:nvSpPr>
        <p:spPr>
          <a:xfrm xmlns:a="http://schemas.openxmlformats.org/drawingml/2006/main">
            <a:off x="14933559" y="1897016"/>
            <a:ext cx="229159" cy="1269925"/>
          </a:xfrm>
          <a:custGeom xmlns:a="http://schemas.openxmlformats.org/drawingml/2006/main">
            <a:pathLst>
              <a:path w="228600" h="1266825">
                <a:moveTo>
                  <a:pt x="114300" y="0"/>
                </a:moveTo>
                <a:lnTo>
                  <a:pt x="114300" y="0"/>
                </a:lnTo>
                <a:cubicBezTo>
                  <a:pt x="177426" y="0"/>
                  <a:pt x="228600" y="51174"/>
                  <a:pt x="228600" y="114300"/>
                </a:cubicBezTo>
                <a:lnTo>
                  <a:pt x="228600" y="1152525"/>
                </a:lnTo>
                <a:cubicBezTo>
                  <a:pt x="228600" y="1215651"/>
                  <a:pt x="177426" y="1266825"/>
                  <a:pt x="114300" y="1266825"/>
                </a:cubicBezTo>
                <a:lnTo>
                  <a:pt x="114300" y="1266825"/>
                </a:lnTo>
                <a:cubicBezTo>
                  <a:pt x="51174" y="1266825"/>
                  <a:pt x="0" y="1215651"/>
                  <a:pt x="0" y="1152525"/>
                </a:cubicBezTo>
                <a:lnTo>
                  <a:pt x="0" y="114300"/>
                </a:lnTo>
                <a:cubicBezTo>
                  <a:pt x="0" y="51174"/>
                  <a:pt x="51174" y="0"/>
                  <a:pt x="114300" y="0"/>
                </a:cubicBezTo>
                <a:close/>
              </a:path>
            </a:pathLst>
          </a:custGeom>
          <a:solidFill xmlns:a="http://schemas.openxmlformats.org/drawingml/2006/main">
            <a:srgbClr val="FFFFFF"/>
          </a:solidFill>
          <a:ln xmlns:a="http://schemas.openxmlformats.org/drawingml/2006/main" w="19097">
            <a:solidFill>
              <a:srgbClr val="53BFE3"/>
            </a:solidFill>
            <a:prstDash val="solid"/>
          </a:ln>
        </p:spPr>
      </p:sp>
      <p:sp>
        <p:nvSpPr>
          <p:cNvPr id="94" name="Character tool label">
            <a:extLst xmlns:a="http://schemas.openxmlformats.org/drawingml/2006/main">
              <a:ext uri="{FF2B5EF4-FFF2-40B4-BE49-F238E27FC236}">
                <a16:creationId xmlns:a16="http://schemas.microsoft.com/office/drawing/2014/main" id="{5012708A-2015-4688-83BE-8E77FF6F9CD9}"/>
              </a:ext>
            </a:extLst>
          </p:cNvPr>
          <p:cNvSpPr>
            <a:spLocks xmlns:a="http://schemas.openxmlformats.org/drawingml/2006/main" noGrp="1"/>
          </p:cNvSpPr>
          <p:nvPr/>
        </p:nvSpPr>
        <p:spPr>
          <a:xfrm xmlns:a="http://schemas.openxmlformats.org/drawingml/2006/main" rot="5400000">
            <a:off x="14685303" y="2444111"/>
            <a:ext cx="735220" cy="16355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920" b="0" i="0">
                <a:solidFill>
                  <a:srgbClr val="101010"/>
                </a:solidFill>
                <a:latin typeface="Comic Sans MS"/>
                <a:ea typeface="Comic Sans MS"/>
                <a:cs typeface="Comic Sans MS"/>
              </a:defRPr>
            </a:defPPr>
          </a:lstStyle>
          <a:p xmlns:a="http://schemas.openxmlformats.org/drawingml/2006/main">
            <a:pPr algn="l">
              <a:lnSpc>
                <a:spcPct val="100000"/>
              </a:lnSpc>
              <a:buNone/>
              <a:defRPr sz="920" b="0" i="0">
                <a:solidFill>
                  <a:srgbClr val="101010"/>
                </a:solidFill>
                <a:latin typeface="Comic Sans MS"/>
                <a:ea typeface="Comic Sans MS"/>
                <a:cs typeface="Comic Sans MS"/>
              </a:defRPr>
            </a:pPr>
            <a:r>
              <a:rPr sz="920" b="0" i="0">
                <a:solidFill>
                  <a:srgbClr val="101010"/>
                </a:solidFill>
                <a:latin typeface="Comic Sans MS"/>
                <a:ea typeface="Comic Sans MS"/>
                <a:cs typeface="Comic Sans MS"/>
              </a:rPr>
              <a:t>Searching...</a:t>
            </a:r>
          </a:p>
        </p:txBody>
      </p:sp>
      <p:pic>
        <p:nvPicPr>
          <p:cNvPr id="95" name="">
            <a:extLst xmlns:a="http://schemas.openxmlformats.org/drawingml/2006/main">
              <a:ext uri="{FF2B5EF4-FFF2-40B4-BE49-F238E27FC236}">
                <a16:creationId xmlns:a16="http://schemas.microsoft.com/office/drawing/2014/main" id="{291F234A-9A78-435C-B277-31DA67225319}"/>
              </a:ext>
            </a:extLst>
          </p:cNvPr>
          <p:cNvPicPr>
            <a:picLocks xmlns:a="http://schemas.openxmlformats.org/drawingml/2006/main" noChangeAspect="1"/>
          </p:cNvPicPr>
          <p:nvPr/>
        </p:nvPicPr>
        <p:blipFill>
          <a:blip xmlns:r="http://schemas.openxmlformats.org/officeDocument/2006/relationships" xmlns:a="http://schemas.openxmlformats.org/drawingml/2006/main" r:embed="R4d691a20a008433e"/>
          <a:stretch xmlns:a="http://schemas.openxmlformats.org/drawingml/2006/main"/>
        </p:blipFill>
        <p:spPr>
          <a:xfrm xmlns:a="http://schemas.openxmlformats.org/drawingml/2006/main">
            <a:off x="14962204" y="1935209"/>
            <a:ext cx="181418" cy="200515"/>
          </a:xfrm>
          <a:prstGeom xmlns:a="http://schemas.openxmlformats.org/drawingml/2006/main" prst="rect">
            <a:avLst/>
          </a:prstGeom>
        </p:spPr>
      </p:pic>
      <p:sp>
        <p:nvSpPr>
          <p:cNvPr id="96" name="Character text tag">
            <a:extLst xmlns:a="http://schemas.openxmlformats.org/drawingml/2006/main">
              <a:ext uri="{FF2B5EF4-FFF2-40B4-BE49-F238E27FC236}">
                <a16:creationId xmlns:a16="http://schemas.microsoft.com/office/drawing/2014/main" id="{FE007191-8719-47DC-A2C4-B5D48AF31702}"/>
              </a:ext>
            </a:extLst>
          </p:cNvPr>
          <p:cNvSpPr>
            <a:spLocks xmlns:a="http://schemas.openxmlformats.org/drawingml/2006/main" noGrp="1"/>
          </p:cNvSpPr>
          <p:nvPr/>
        </p:nvSpPr>
        <p:spPr>
          <a:xfrm xmlns:a="http://schemas.openxmlformats.org/drawingml/2006/main">
            <a:off x="15363233" y="2240755"/>
            <a:ext cx="697027" cy="152773"/>
          </a:xfrm>
          <a:custGeom xmlns:a="http://schemas.openxmlformats.org/drawingml/2006/main">
            <a:pathLst>
              <a:path w="695325" h="152400">
                <a:moveTo>
                  <a:pt x="19050" y="0"/>
                </a:moveTo>
                <a:lnTo>
                  <a:pt x="676275" y="0"/>
                </a:lnTo>
                <a:cubicBezTo>
                  <a:pt x="686796" y="0"/>
                  <a:pt x="695325" y="8529"/>
                  <a:pt x="695325" y="19050"/>
                </a:cubicBezTo>
                <a:lnTo>
                  <a:pt x="695325" y="133350"/>
                </a:lnTo>
                <a:cubicBezTo>
                  <a:pt x="695325" y="143871"/>
                  <a:pt x="686796" y="152400"/>
                  <a:pt x="676275" y="152400"/>
                </a:cubicBezTo>
                <a:lnTo>
                  <a:pt x="19050" y="152400"/>
                </a:lnTo>
                <a:cubicBezTo>
                  <a:pt x="8529" y="152400"/>
                  <a:pt x="0" y="143871"/>
                  <a:pt x="0" y="133350"/>
                </a:cubicBezTo>
                <a:lnTo>
                  <a:pt x="0" y="19050"/>
                </a:lnTo>
                <a:cubicBezTo>
                  <a:pt x="0" y="8529"/>
                  <a:pt x="8529" y="0"/>
                  <a:pt x="19050" y="0"/>
                </a:cubicBezTo>
                <a:close/>
              </a:path>
            </a:pathLst>
          </a:custGeom>
          <a:solidFill xmlns:a="http://schemas.openxmlformats.org/drawingml/2006/main">
            <a:srgbClr val="53BFE3"/>
          </a:solidFill>
          <a:ln xmlns:a="http://schemas.openxmlformats.org/drawingml/2006/main" w="9548">
            <a:noFill/>
            <a:prstDash val="solid"/>
          </a:ln>
        </p:spPr>
      </p:sp>
      <p:sp>
        <p:nvSpPr>
          <p:cNvPr id="97" name="Character text tag label">
            <a:extLst xmlns:a="http://schemas.openxmlformats.org/drawingml/2006/main">
              <a:ext uri="{FF2B5EF4-FFF2-40B4-BE49-F238E27FC236}">
                <a16:creationId xmlns:a16="http://schemas.microsoft.com/office/drawing/2014/main" id="{22A97605-F64C-4C17-B67C-D3C266EE866B}"/>
              </a:ext>
            </a:extLst>
          </p:cNvPr>
          <p:cNvSpPr>
            <a:spLocks xmlns:a="http://schemas.openxmlformats.org/drawingml/2006/main" noGrp="1"/>
          </p:cNvSpPr>
          <p:nvPr/>
        </p:nvSpPr>
        <p:spPr>
          <a:xfrm xmlns:a="http://schemas.openxmlformats.org/drawingml/2006/main" rot="0">
            <a:off x="15430071" y="2236289"/>
            <a:ext cx="439222" cy="18326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031" b="0" i="0">
                <a:solidFill>
                  <a:srgbClr val="FFFFFF"/>
                </a:solidFill>
                <a:latin typeface="Comic Sans MS"/>
                <a:ea typeface="Comic Sans MS"/>
                <a:cs typeface="Comic Sans MS"/>
              </a:defRPr>
            </a:defPPr>
          </a:lstStyle>
          <a:p xmlns:a="http://schemas.openxmlformats.org/drawingml/2006/main">
            <a:pPr algn="l">
              <a:lnSpc>
                <a:spcPct val="100000"/>
              </a:lnSpc>
              <a:buNone/>
              <a:defRPr sz="1031" b="0" i="0">
                <a:solidFill>
                  <a:srgbClr val="FFFFFF"/>
                </a:solidFill>
                <a:latin typeface="Comic Sans MS"/>
                <a:ea typeface="Comic Sans MS"/>
                <a:cs typeface="Comic Sans MS"/>
              </a:defRPr>
            </a:pPr>
            <a:r>
              <a:rPr sz="1031" b="0" i="0">
                <a:solidFill>
                  <a:srgbClr val="FFFFFF"/>
                </a:solidFill>
                <a:latin typeface="Comic Sans MS"/>
                <a:ea typeface="Comic Sans MS"/>
                <a:cs typeface="Comic Sans MS"/>
              </a:rPr>
              <a:t>T  text</a:t>
            </a:r>
          </a:p>
        </p:txBody>
      </p:sp>
      <p:sp>
        <p:nvSpPr>
          <p:cNvPr id="98" name="Character reference frame">
            <a:extLst xmlns:a="http://schemas.openxmlformats.org/drawingml/2006/main">
              <a:ext uri="{FF2B5EF4-FFF2-40B4-BE49-F238E27FC236}">
                <a16:creationId xmlns:a16="http://schemas.microsoft.com/office/drawing/2014/main" id="{2BE67110-5527-4832-858C-7D61B614CDD6}"/>
              </a:ext>
            </a:extLst>
          </p:cNvPr>
          <p:cNvSpPr>
            <a:spLocks xmlns:a="http://schemas.openxmlformats.org/drawingml/2006/main" noGrp="1"/>
          </p:cNvSpPr>
          <p:nvPr/>
        </p:nvSpPr>
        <p:spPr>
          <a:xfrm xmlns:a="http://schemas.openxmlformats.org/drawingml/2006/main">
            <a:off x="15344136" y="2460366"/>
            <a:ext cx="2052887" cy="754317"/>
          </a:xfrm>
          <a:custGeom xmlns:a="http://schemas.openxmlformats.org/drawingml/2006/main">
            <a:pathLst>
              <a:path w="2047875" h="752475">
                <a:moveTo>
                  <a:pt x="19050" y="0"/>
                </a:moveTo>
                <a:lnTo>
                  <a:pt x="2028825" y="0"/>
                </a:lnTo>
                <a:cubicBezTo>
                  <a:pt x="2039346" y="0"/>
                  <a:pt x="2047875" y="8529"/>
                  <a:pt x="2047875" y="19050"/>
                </a:cubicBezTo>
                <a:lnTo>
                  <a:pt x="2047875" y="733425"/>
                </a:lnTo>
                <a:cubicBezTo>
                  <a:pt x="2047875" y="743946"/>
                  <a:pt x="2039346" y="752475"/>
                  <a:pt x="2028825" y="752475"/>
                </a:cubicBezTo>
                <a:lnTo>
                  <a:pt x="19050" y="752475"/>
                </a:lnTo>
                <a:cubicBezTo>
                  <a:pt x="8529" y="752475"/>
                  <a:pt x="0" y="743946"/>
                  <a:pt x="0" y="733425"/>
                </a:cubicBezTo>
                <a:lnTo>
                  <a:pt x="0" y="19050"/>
                </a:lnTo>
                <a:cubicBezTo>
                  <a:pt x="0" y="8529"/>
                  <a:pt x="8529" y="0"/>
                  <a:pt x="19050" y="0"/>
                </a:cubicBezTo>
                <a:close/>
              </a:path>
            </a:pathLst>
          </a:custGeom>
          <a:solidFill xmlns:a="http://schemas.openxmlformats.org/drawingml/2006/main">
            <a:srgbClr val="FFFFFF"/>
          </a:solidFill>
          <a:ln xmlns:a="http://schemas.openxmlformats.org/drawingml/2006/main" w="28645">
            <a:solidFill>
              <a:srgbClr val="53BFE3"/>
            </a:solidFill>
            <a:prstDash val="solid"/>
          </a:ln>
        </p:spPr>
      </p:sp>
      <p:pic>
        <p:nvPicPr>
          <p:cNvPr id="99" name="">
            <a:extLst xmlns:a="http://schemas.openxmlformats.org/drawingml/2006/main">
              <a:ext uri="{FF2B5EF4-FFF2-40B4-BE49-F238E27FC236}">
                <a16:creationId xmlns:a16="http://schemas.microsoft.com/office/drawing/2014/main" id="{08144A6D-3619-4CAF-AD86-7A946063F7AE}"/>
              </a:ext>
            </a:extLst>
          </p:cNvPr>
          <p:cNvPicPr>
            <a:picLocks xmlns:a="http://schemas.openxmlformats.org/drawingml/2006/main" noChangeAspect="1"/>
          </p:cNvPicPr>
          <p:nvPr/>
        </p:nvPicPr>
        <p:blipFill>
          <a:blip xmlns:r="http://schemas.openxmlformats.org/officeDocument/2006/relationships" xmlns:a="http://schemas.openxmlformats.org/drawingml/2006/main" r:embed="R768327f3ee964740"/>
          <a:stretch xmlns:a="http://schemas.openxmlformats.org/drawingml/2006/main"/>
        </p:blipFill>
        <p:spPr>
          <a:xfrm xmlns:a="http://schemas.openxmlformats.org/drawingml/2006/main">
            <a:off x="15363233" y="2479463"/>
            <a:ext cx="2014694" cy="716123"/>
          </a:xfrm>
          <a:prstGeom xmlns:a="http://schemas.openxmlformats.org/drawingml/2006/main" prst="rect">
            <a:avLst/>
          </a:prstGeom>
        </p:spPr>
      </p:pic>
      <p:sp>
        <p:nvSpPr>
          <p:cNvPr id="100" name="Character images tag">
            <a:extLst xmlns:a="http://schemas.openxmlformats.org/drawingml/2006/main">
              <a:ext uri="{FF2B5EF4-FFF2-40B4-BE49-F238E27FC236}">
                <a16:creationId xmlns:a16="http://schemas.microsoft.com/office/drawing/2014/main" id="{807585F4-277C-4B50-A607-4B68246AA371}"/>
              </a:ext>
            </a:extLst>
          </p:cNvPr>
          <p:cNvSpPr>
            <a:spLocks xmlns:a="http://schemas.openxmlformats.org/drawingml/2006/main" noGrp="1"/>
          </p:cNvSpPr>
          <p:nvPr/>
        </p:nvSpPr>
        <p:spPr>
          <a:xfrm xmlns:a="http://schemas.openxmlformats.org/drawingml/2006/main">
            <a:off x="16661803" y="2326690"/>
            <a:ext cx="735220" cy="143225"/>
          </a:xfrm>
          <a:custGeom xmlns:a="http://schemas.openxmlformats.org/drawingml/2006/main">
            <a:pathLst>
              <a:path w="733425" h="142875">
                <a:moveTo>
                  <a:pt x="19050" y="0"/>
                </a:moveTo>
                <a:lnTo>
                  <a:pt x="714375" y="0"/>
                </a:lnTo>
                <a:cubicBezTo>
                  <a:pt x="724896" y="0"/>
                  <a:pt x="733425" y="8529"/>
                  <a:pt x="733425" y="19050"/>
                </a:cubicBezTo>
                <a:lnTo>
                  <a:pt x="733425" y="123825"/>
                </a:lnTo>
                <a:cubicBezTo>
                  <a:pt x="733425" y="134346"/>
                  <a:pt x="724896" y="142875"/>
                  <a:pt x="714375" y="142875"/>
                </a:cubicBezTo>
                <a:lnTo>
                  <a:pt x="19050" y="142875"/>
                </a:lnTo>
                <a:cubicBezTo>
                  <a:pt x="8529" y="142875"/>
                  <a:pt x="0" y="134346"/>
                  <a:pt x="0" y="123825"/>
                </a:cubicBezTo>
                <a:lnTo>
                  <a:pt x="0" y="19050"/>
                </a:lnTo>
                <a:cubicBezTo>
                  <a:pt x="0" y="8529"/>
                  <a:pt x="8529" y="0"/>
                  <a:pt x="19050" y="0"/>
                </a:cubicBezTo>
                <a:close/>
              </a:path>
            </a:pathLst>
          </a:custGeom>
          <a:solidFill xmlns:a="http://schemas.openxmlformats.org/drawingml/2006/main">
            <a:srgbClr val="53BFE3"/>
          </a:solidFill>
          <a:ln xmlns:a="http://schemas.openxmlformats.org/drawingml/2006/main" w="9548">
            <a:noFill/>
            <a:prstDash val="solid"/>
          </a:ln>
        </p:spPr>
      </p:sp>
      <p:sp>
        <p:nvSpPr>
          <p:cNvPr id="101" name="Character images tag label">
            <a:extLst xmlns:a="http://schemas.openxmlformats.org/drawingml/2006/main">
              <a:ext uri="{FF2B5EF4-FFF2-40B4-BE49-F238E27FC236}">
                <a16:creationId xmlns:a16="http://schemas.microsoft.com/office/drawing/2014/main" id="{2B6EBDFB-FA87-44DA-BF69-6B3AC04CE9C9}"/>
              </a:ext>
            </a:extLst>
          </p:cNvPr>
          <p:cNvSpPr>
            <a:spLocks xmlns:a="http://schemas.openxmlformats.org/drawingml/2006/main" noGrp="1"/>
          </p:cNvSpPr>
          <p:nvPr/>
        </p:nvSpPr>
        <p:spPr>
          <a:xfrm xmlns:a="http://schemas.openxmlformats.org/drawingml/2006/main" rot="0">
            <a:off x="16728641" y="2323202"/>
            <a:ext cx="611092" cy="17565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988" b="0" i="0">
                <a:solidFill>
                  <a:srgbClr val="FFFFFF"/>
                </a:solidFill>
                <a:latin typeface="Comic Sans MS"/>
                <a:ea typeface="Comic Sans MS"/>
                <a:cs typeface="Comic Sans MS"/>
              </a:defRPr>
            </a:defPPr>
          </a:lstStyle>
          <a:p xmlns:a="http://schemas.openxmlformats.org/drawingml/2006/main">
            <a:pPr algn="l">
              <a:lnSpc>
                <a:spcPct val="100000"/>
              </a:lnSpc>
              <a:buNone/>
              <a:defRPr sz="988" b="0" i="0">
                <a:solidFill>
                  <a:srgbClr val="FFFFFF"/>
                </a:solidFill>
                <a:latin typeface="Comic Sans MS"/>
                <a:ea typeface="Comic Sans MS"/>
                <a:cs typeface="Comic Sans MS"/>
              </a:defRPr>
            </a:pPr>
            <a:r>
              <a:rPr sz="988" b="0" i="0">
                <a:solidFill>
                  <a:srgbClr val="FFFFFF"/>
                </a:solidFill>
                <a:latin typeface="Comic Sans MS"/>
                <a:ea typeface="Comic Sans MS"/>
                <a:cs typeface="Comic Sans MS"/>
              </a:rPr>
              <a:t>▧ images</a:t>
            </a:r>
          </a:p>
        </p:txBody>
      </p:sp>
      <p:sp>
        <p:nvSpPr>
          <p:cNvPr id="102" name="Character evidence to generation">
            <a:extLst xmlns:a="http://schemas.openxmlformats.org/drawingml/2006/main">
              <a:ext uri="{FF2B5EF4-FFF2-40B4-BE49-F238E27FC236}">
                <a16:creationId xmlns:a16="http://schemas.microsoft.com/office/drawing/2014/main" id="{8550B873-6364-4EBA-B35A-E1816E14338E}"/>
              </a:ext>
            </a:extLst>
          </p:cNvPr>
          <p:cNvSpPr>
            <a:spLocks xmlns:a="http://schemas.openxmlformats.org/drawingml/2006/main" noGrp="1"/>
          </p:cNvSpPr>
          <p:nvPr/>
        </p:nvSpPr>
        <p:spPr>
          <a:xfrm xmlns:a="http://schemas.openxmlformats.org/drawingml/2006/main">
            <a:off x="17397023" y="2121401"/>
            <a:ext cx="391481" cy="401029"/>
          </a:xfrm>
          <a:custGeom xmlns:a="http://schemas.openxmlformats.org/drawingml/2006/main">
            <a:pathLst>
              <a:path w="390525" h="400050">
                <a:moveTo>
                  <a:pt x="0" y="112014"/>
                </a:moveTo>
                <a:lnTo>
                  <a:pt x="214789" y="112014"/>
                </a:lnTo>
                <a:lnTo>
                  <a:pt x="214789" y="0"/>
                </a:lnTo>
                <a:lnTo>
                  <a:pt x="390525" y="200025"/>
                </a:lnTo>
                <a:lnTo>
                  <a:pt x="214789" y="400050"/>
                </a:lnTo>
                <a:lnTo>
                  <a:pt x="214789" y="288036"/>
                </a:lnTo>
                <a:lnTo>
                  <a:pt x="0" y="288036"/>
                </a:lnTo>
                <a:close/>
              </a:path>
            </a:pathLst>
          </a:custGeom>
          <a:solidFill xmlns:a="http://schemas.openxmlformats.org/drawingml/2006/main">
            <a:srgbClr val="8FDBF3"/>
          </a:solidFill>
          <a:ln xmlns:a="http://schemas.openxmlformats.org/drawingml/2006/main" w="9548">
            <a:noFill/>
            <a:prstDash val="solid"/>
          </a:ln>
        </p:spPr>
      </p:sp>
      <p:pic>
        <p:nvPicPr>
          <p:cNvPr id="103" name="">
            <a:extLst xmlns:a="http://schemas.openxmlformats.org/drawingml/2006/main">
              <a:ext uri="{FF2B5EF4-FFF2-40B4-BE49-F238E27FC236}">
                <a16:creationId xmlns:a16="http://schemas.microsoft.com/office/drawing/2014/main" id="{5EF7A801-6B99-4B0A-B780-AD39F91E99D5}"/>
              </a:ext>
            </a:extLst>
          </p:cNvPr>
          <p:cNvPicPr>
            <a:picLocks xmlns:a="http://schemas.openxmlformats.org/drawingml/2006/main" noChangeAspect="1"/>
          </p:cNvPicPr>
          <p:nvPr/>
        </p:nvPicPr>
        <p:blipFill>
          <a:blip xmlns:r="http://schemas.openxmlformats.org/officeDocument/2006/relationships" xmlns:a="http://schemas.openxmlformats.org/drawingml/2006/main" r:embed="R520e1b24e18b4752"/>
          <a:stretch xmlns:a="http://schemas.openxmlformats.org/drawingml/2006/main"/>
        </p:blipFill>
        <p:spPr>
          <a:xfrm xmlns:a="http://schemas.openxmlformats.org/drawingml/2006/main">
            <a:off x="17798052" y="1572373"/>
            <a:ext cx="1432247" cy="1499085"/>
          </a:xfrm>
          <a:prstGeom xmlns:a="http://schemas.openxmlformats.org/drawingml/2006/main" prst="rect">
            <a:avLst/>
          </a:prstGeom>
        </p:spPr>
      </p:pic>
      <p:sp>
        <p:nvSpPr>
          <p:cNvPr id="104" name="Character corner horizontal">
            <a:extLst xmlns:a="http://schemas.openxmlformats.org/drawingml/2006/main">
              <a:ext uri="{FF2B5EF4-FFF2-40B4-BE49-F238E27FC236}">
                <a16:creationId xmlns:a16="http://schemas.microsoft.com/office/drawing/2014/main" id="{5CB8B483-FFB6-450C-B686-978B927187DC}"/>
              </a:ext>
            </a:extLst>
          </p:cNvPr>
          <p:cNvSpPr>
            <a:spLocks xmlns:a="http://schemas.openxmlformats.org/drawingml/2006/main" noGrp="1"/>
          </p:cNvSpPr>
          <p:nvPr/>
        </p:nvSpPr>
        <p:spPr>
          <a:xfrm xmlns:a="http://schemas.openxmlformats.org/drawingml/2006/main">
            <a:off x="17750311" y="1515083"/>
            <a:ext cx="238708" cy="191"/>
          </a:xfrm>
          <a:custGeom xmlns:a="http://schemas.openxmlformats.org/drawingml/2006/main">
            <a:pathLst>
              <a:path w="238125" h="191">
                <a:moveTo>
                  <a:pt x="0" y="0"/>
                </a:moveTo>
                <a:lnTo>
                  <a:pt x="238125" y="0"/>
                </a:lnTo>
              </a:path>
            </a:pathLst>
          </a:custGeom>
          <a:noFill xmlns:a="http://schemas.openxmlformats.org/drawingml/2006/main"/>
          <a:ln xmlns:a="http://schemas.openxmlformats.org/drawingml/2006/main" w="19097">
            <a:solidFill>
              <a:srgbClr val="53BFE3"/>
            </a:solidFill>
            <a:prstDash val="solid"/>
          </a:ln>
        </p:spPr>
      </p:sp>
      <p:sp>
        <p:nvSpPr>
          <p:cNvPr id="105" name="Character corner vertical">
            <a:extLst xmlns:a="http://schemas.openxmlformats.org/drawingml/2006/main">
              <a:ext uri="{FF2B5EF4-FFF2-40B4-BE49-F238E27FC236}">
                <a16:creationId xmlns:a16="http://schemas.microsoft.com/office/drawing/2014/main" id="{837F93EC-8BF9-4500-8C87-51583FFCEC3E}"/>
              </a:ext>
            </a:extLst>
          </p:cNvPr>
          <p:cNvSpPr>
            <a:spLocks xmlns:a="http://schemas.openxmlformats.org/drawingml/2006/main" noGrp="1"/>
          </p:cNvSpPr>
          <p:nvPr/>
        </p:nvSpPr>
        <p:spPr>
          <a:xfrm xmlns:a="http://schemas.openxmlformats.org/drawingml/2006/main">
            <a:off x="17750311" y="1515083"/>
            <a:ext cx="191" cy="200515"/>
          </a:xfrm>
          <a:custGeom xmlns:a="http://schemas.openxmlformats.org/drawingml/2006/main">
            <a:pathLst>
              <a:path w="191" h="200025">
                <a:moveTo>
                  <a:pt x="0" y="0"/>
                </a:moveTo>
                <a:lnTo>
                  <a:pt x="0" y="200025"/>
                </a:lnTo>
              </a:path>
            </a:pathLst>
          </a:custGeom>
          <a:noFill xmlns:a="http://schemas.openxmlformats.org/drawingml/2006/main"/>
          <a:ln xmlns:a="http://schemas.openxmlformats.org/drawingml/2006/main" w="19097">
            <a:solidFill>
              <a:srgbClr val="53BFE3"/>
            </a:solidFill>
            <a:prstDash val="solid"/>
          </a:ln>
        </p:spPr>
      </p:sp>
      <p:sp>
        <p:nvSpPr>
          <p:cNvPr id="106" name="Character corner horizontal">
            <a:extLst xmlns:a="http://schemas.openxmlformats.org/drawingml/2006/main">
              <a:ext uri="{FF2B5EF4-FFF2-40B4-BE49-F238E27FC236}">
                <a16:creationId xmlns:a16="http://schemas.microsoft.com/office/drawing/2014/main" id="{C9127779-7900-40E5-9456-CF4BB35A6219}"/>
              </a:ext>
            </a:extLst>
          </p:cNvPr>
          <p:cNvSpPr>
            <a:spLocks xmlns:a="http://schemas.openxmlformats.org/drawingml/2006/main" noGrp="1"/>
          </p:cNvSpPr>
          <p:nvPr/>
        </p:nvSpPr>
        <p:spPr>
          <a:xfrm xmlns:a="http://schemas.openxmlformats.org/drawingml/2006/main">
            <a:off x="19039333" y="1515083"/>
            <a:ext cx="238708" cy="191"/>
          </a:xfrm>
          <a:custGeom xmlns:a="http://schemas.openxmlformats.org/drawingml/2006/main">
            <a:pathLst>
              <a:path w="238125" h="191">
                <a:moveTo>
                  <a:pt x="238125" y="0"/>
                </a:moveTo>
                <a:lnTo>
                  <a:pt x="0" y="0"/>
                </a:lnTo>
              </a:path>
            </a:pathLst>
          </a:custGeom>
          <a:noFill xmlns:a="http://schemas.openxmlformats.org/drawingml/2006/main"/>
          <a:ln xmlns:a="http://schemas.openxmlformats.org/drawingml/2006/main" w="19097">
            <a:solidFill>
              <a:srgbClr val="53BFE3"/>
            </a:solidFill>
            <a:prstDash val="solid"/>
          </a:ln>
        </p:spPr>
      </p:sp>
      <p:sp>
        <p:nvSpPr>
          <p:cNvPr id="107" name="Character corner vertical">
            <a:extLst xmlns:a="http://schemas.openxmlformats.org/drawingml/2006/main">
              <a:ext uri="{FF2B5EF4-FFF2-40B4-BE49-F238E27FC236}">
                <a16:creationId xmlns:a16="http://schemas.microsoft.com/office/drawing/2014/main" id="{4268C3DD-38ED-4A69-BFCC-EFEF642F7C06}"/>
              </a:ext>
            </a:extLst>
          </p:cNvPr>
          <p:cNvSpPr>
            <a:spLocks xmlns:a="http://schemas.openxmlformats.org/drawingml/2006/main" noGrp="1"/>
          </p:cNvSpPr>
          <p:nvPr/>
        </p:nvSpPr>
        <p:spPr>
          <a:xfrm xmlns:a="http://schemas.openxmlformats.org/drawingml/2006/main">
            <a:off x="19278041" y="1515083"/>
            <a:ext cx="191" cy="200515"/>
          </a:xfrm>
          <a:custGeom xmlns:a="http://schemas.openxmlformats.org/drawingml/2006/main">
            <a:pathLst>
              <a:path w="191" h="200025">
                <a:moveTo>
                  <a:pt x="0" y="0"/>
                </a:moveTo>
                <a:lnTo>
                  <a:pt x="0" y="200025"/>
                </a:lnTo>
              </a:path>
            </a:pathLst>
          </a:custGeom>
          <a:noFill xmlns:a="http://schemas.openxmlformats.org/drawingml/2006/main"/>
          <a:ln xmlns:a="http://schemas.openxmlformats.org/drawingml/2006/main" w="19097">
            <a:solidFill>
              <a:srgbClr val="53BFE3"/>
            </a:solidFill>
            <a:prstDash val="solid"/>
          </a:ln>
        </p:spPr>
      </p:sp>
      <p:sp>
        <p:nvSpPr>
          <p:cNvPr id="108" name="Character corner horizontal">
            <a:extLst xmlns:a="http://schemas.openxmlformats.org/drawingml/2006/main">
              <a:ext uri="{FF2B5EF4-FFF2-40B4-BE49-F238E27FC236}">
                <a16:creationId xmlns:a16="http://schemas.microsoft.com/office/drawing/2014/main" id="{B841FA8A-FCB5-4755-BB45-BBD5FD05D7B8}"/>
              </a:ext>
            </a:extLst>
          </p:cNvPr>
          <p:cNvSpPr>
            <a:spLocks xmlns:a="http://schemas.openxmlformats.org/drawingml/2006/main" noGrp="1"/>
          </p:cNvSpPr>
          <p:nvPr/>
        </p:nvSpPr>
        <p:spPr>
          <a:xfrm xmlns:a="http://schemas.openxmlformats.org/drawingml/2006/main">
            <a:off x="17750311" y="3128748"/>
            <a:ext cx="238708" cy="191"/>
          </a:xfrm>
          <a:custGeom xmlns:a="http://schemas.openxmlformats.org/drawingml/2006/main">
            <a:pathLst>
              <a:path w="238125" h="191">
                <a:moveTo>
                  <a:pt x="0" y="0"/>
                </a:moveTo>
                <a:lnTo>
                  <a:pt x="238125" y="0"/>
                </a:lnTo>
              </a:path>
            </a:pathLst>
          </a:custGeom>
          <a:noFill xmlns:a="http://schemas.openxmlformats.org/drawingml/2006/main"/>
          <a:ln xmlns:a="http://schemas.openxmlformats.org/drawingml/2006/main" w="19097">
            <a:solidFill>
              <a:srgbClr val="53BFE3"/>
            </a:solidFill>
            <a:prstDash val="solid"/>
          </a:ln>
        </p:spPr>
      </p:sp>
      <p:sp>
        <p:nvSpPr>
          <p:cNvPr id="109" name="Character corner vertical">
            <a:extLst xmlns:a="http://schemas.openxmlformats.org/drawingml/2006/main">
              <a:ext uri="{FF2B5EF4-FFF2-40B4-BE49-F238E27FC236}">
                <a16:creationId xmlns:a16="http://schemas.microsoft.com/office/drawing/2014/main" id="{A020E0FE-57F8-4913-BB0D-6FC659243A5A}"/>
              </a:ext>
            </a:extLst>
          </p:cNvPr>
          <p:cNvSpPr>
            <a:spLocks xmlns:a="http://schemas.openxmlformats.org/drawingml/2006/main" noGrp="1"/>
          </p:cNvSpPr>
          <p:nvPr/>
        </p:nvSpPr>
        <p:spPr>
          <a:xfrm xmlns:a="http://schemas.openxmlformats.org/drawingml/2006/main">
            <a:off x="17750311" y="2928233"/>
            <a:ext cx="191" cy="200515"/>
          </a:xfrm>
          <a:custGeom xmlns:a="http://schemas.openxmlformats.org/drawingml/2006/main">
            <a:pathLst>
              <a:path w="191" h="200025">
                <a:moveTo>
                  <a:pt x="0" y="200025"/>
                </a:moveTo>
                <a:lnTo>
                  <a:pt x="0" y="0"/>
                </a:lnTo>
              </a:path>
            </a:pathLst>
          </a:custGeom>
          <a:noFill xmlns:a="http://schemas.openxmlformats.org/drawingml/2006/main"/>
          <a:ln xmlns:a="http://schemas.openxmlformats.org/drawingml/2006/main" w="19097">
            <a:solidFill>
              <a:srgbClr val="53BFE3"/>
            </a:solidFill>
            <a:prstDash val="solid"/>
          </a:ln>
        </p:spPr>
      </p:sp>
      <p:sp>
        <p:nvSpPr>
          <p:cNvPr id="110" name="Character corner horizontal">
            <a:extLst xmlns:a="http://schemas.openxmlformats.org/drawingml/2006/main">
              <a:ext uri="{FF2B5EF4-FFF2-40B4-BE49-F238E27FC236}">
                <a16:creationId xmlns:a16="http://schemas.microsoft.com/office/drawing/2014/main" id="{288D2439-DFB4-47DA-B25B-ED64188314F2}"/>
              </a:ext>
            </a:extLst>
          </p:cNvPr>
          <p:cNvSpPr>
            <a:spLocks xmlns:a="http://schemas.openxmlformats.org/drawingml/2006/main" noGrp="1"/>
          </p:cNvSpPr>
          <p:nvPr/>
        </p:nvSpPr>
        <p:spPr>
          <a:xfrm xmlns:a="http://schemas.openxmlformats.org/drawingml/2006/main">
            <a:off x="19039333" y="3128748"/>
            <a:ext cx="238708" cy="191"/>
          </a:xfrm>
          <a:custGeom xmlns:a="http://schemas.openxmlformats.org/drawingml/2006/main">
            <a:pathLst>
              <a:path w="238125" h="191">
                <a:moveTo>
                  <a:pt x="238125" y="0"/>
                </a:moveTo>
                <a:lnTo>
                  <a:pt x="0" y="0"/>
                </a:lnTo>
              </a:path>
            </a:pathLst>
          </a:custGeom>
          <a:noFill xmlns:a="http://schemas.openxmlformats.org/drawingml/2006/main"/>
          <a:ln xmlns:a="http://schemas.openxmlformats.org/drawingml/2006/main" w="19097">
            <a:solidFill>
              <a:srgbClr val="53BFE3"/>
            </a:solidFill>
            <a:prstDash val="solid"/>
          </a:ln>
        </p:spPr>
      </p:sp>
      <p:sp>
        <p:nvSpPr>
          <p:cNvPr id="111" name="Character corner vertical">
            <a:extLst xmlns:a="http://schemas.openxmlformats.org/drawingml/2006/main">
              <a:ext uri="{FF2B5EF4-FFF2-40B4-BE49-F238E27FC236}">
                <a16:creationId xmlns:a16="http://schemas.microsoft.com/office/drawing/2014/main" id="{A3CBD8F3-0E9E-4EAE-A08B-12E643794C31}"/>
              </a:ext>
            </a:extLst>
          </p:cNvPr>
          <p:cNvSpPr>
            <a:spLocks xmlns:a="http://schemas.openxmlformats.org/drawingml/2006/main" noGrp="1"/>
          </p:cNvSpPr>
          <p:nvPr/>
        </p:nvSpPr>
        <p:spPr>
          <a:xfrm xmlns:a="http://schemas.openxmlformats.org/drawingml/2006/main">
            <a:off x="19278041" y="2928233"/>
            <a:ext cx="191" cy="200515"/>
          </a:xfrm>
          <a:custGeom xmlns:a="http://schemas.openxmlformats.org/drawingml/2006/main">
            <a:pathLst>
              <a:path w="191" h="200025">
                <a:moveTo>
                  <a:pt x="0" y="200025"/>
                </a:moveTo>
                <a:lnTo>
                  <a:pt x="0" y="0"/>
                </a:lnTo>
              </a:path>
            </a:pathLst>
          </a:custGeom>
          <a:noFill xmlns:a="http://schemas.openxmlformats.org/drawingml/2006/main"/>
          <a:ln xmlns:a="http://schemas.openxmlformats.org/drawingml/2006/main" w="19097">
            <a:solidFill>
              <a:srgbClr val="53BFE3"/>
            </a:solidFill>
            <a:prstDash val="solid"/>
          </a:ln>
        </p:spPr>
      </p:sp>
      <p:sp>
        <p:nvSpPr>
          <p:cNvPr id="112" name="World Knowledge card">
            <a:extLst xmlns:a="http://schemas.openxmlformats.org/drawingml/2006/main">
              <a:ext uri="{FF2B5EF4-FFF2-40B4-BE49-F238E27FC236}">
                <a16:creationId xmlns:a16="http://schemas.microsoft.com/office/drawing/2014/main" id="{03FED0D5-67AC-491E-BFF3-4DEB2DD588B1}"/>
              </a:ext>
            </a:extLst>
          </p:cNvPr>
          <p:cNvSpPr>
            <a:spLocks xmlns:a="http://schemas.openxmlformats.org/drawingml/2006/main" noGrp="1"/>
          </p:cNvSpPr>
          <p:nvPr/>
        </p:nvSpPr>
        <p:spPr>
          <a:xfrm xmlns:a="http://schemas.openxmlformats.org/drawingml/2006/main">
            <a:off x="76386" y="3510680"/>
            <a:ext cx="4659576" cy="2854945"/>
          </a:xfrm>
          <a:custGeom xmlns:a="http://schemas.openxmlformats.org/drawingml/2006/main">
            <a:pathLst>
              <a:path w="4648200" h="2847975">
                <a:moveTo>
                  <a:pt x="57150" y="0"/>
                </a:moveTo>
                <a:lnTo>
                  <a:pt x="4591050" y="0"/>
                </a:lnTo>
                <a:cubicBezTo>
                  <a:pt x="4622613" y="0"/>
                  <a:pt x="4648200" y="25587"/>
                  <a:pt x="4648200" y="57150"/>
                </a:cubicBezTo>
                <a:lnTo>
                  <a:pt x="4648200" y="2790825"/>
                </a:lnTo>
                <a:cubicBezTo>
                  <a:pt x="4648200" y="2822388"/>
                  <a:pt x="4622613" y="2847975"/>
                  <a:pt x="4591050" y="2847975"/>
                </a:cubicBezTo>
                <a:lnTo>
                  <a:pt x="57150" y="2847975"/>
                </a:lnTo>
                <a:cubicBezTo>
                  <a:pt x="25587" y="2847975"/>
                  <a:pt x="0" y="2822388"/>
                  <a:pt x="0" y="2790825"/>
                </a:cubicBezTo>
                <a:lnTo>
                  <a:pt x="0" y="57150"/>
                </a:lnTo>
                <a:cubicBezTo>
                  <a:pt x="0" y="25587"/>
                  <a:pt x="25587" y="0"/>
                  <a:pt x="57150" y="0"/>
                </a:cubicBezTo>
                <a:close/>
              </a:path>
            </a:pathLst>
          </a:custGeom>
          <a:solidFill xmlns:a="http://schemas.openxmlformats.org/drawingml/2006/main">
            <a:srgbClr val="FFFDF1"/>
          </a:solidFill>
          <a:ln xmlns:a="http://schemas.openxmlformats.org/drawingml/2006/main" w="25780">
            <a:solidFill>
              <a:srgbClr val="F6F092"/>
            </a:solidFill>
            <a:prstDash val="solid"/>
          </a:ln>
        </p:spPr>
      </p:sp>
      <p:sp>
        <p:nvSpPr>
          <p:cNvPr id="113" name="World Knowledge header">
            <a:extLst xmlns:a="http://schemas.openxmlformats.org/drawingml/2006/main">
              <a:ext uri="{FF2B5EF4-FFF2-40B4-BE49-F238E27FC236}">
                <a16:creationId xmlns:a16="http://schemas.microsoft.com/office/drawing/2014/main" id="{40ED149D-49D2-4C05-B693-796487BEB00F}"/>
              </a:ext>
            </a:extLst>
          </p:cNvPr>
          <p:cNvSpPr>
            <a:spLocks xmlns:a="http://schemas.openxmlformats.org/drawingml/2006/main" noGrp="1"/>
          </p:cNvSpPr>
          <p:nvPr/>
        </p:nvSpPr>
        <p:spPr>
          <a:xfrm xmlns:a="http://schemas.openxmlformats.org/drawingml/2006/main">
            <a:off x="76386" y="3510680"/>
            <a:ext cx="4659576" cy="448771"/>
          </a:xfrm>
          <a:custGeom xmlns:a="http://schemas.openxmlformats.org/drawingml/2006/main">
            <a:pathLst>
              <a:path w="4648200" h="447675">
                <a:moveTo>
                  <a:pt x="57150" y="0"/>
                </a:moveTo>
                <a:lnTo>
                  <a:pt x="4591050" y="0"/>
                </a:lnTo>
                <a:cubicBezTo>
                  <a:pt x="4622613" y="0"/>
                  <a:pt x="4648200" y="25587"/>
                  <a:pt x="4648200" y="57150"/>
                </a:cubicBezTo>
                <a:lnTo>
                  <a:pt x="4648200" y="390525"/>
                </a:lnTo>
                <a:cubicBezTo>
                  <a:pt x="4648200" y="422088"/>
                  <a:pt x="4622613" y="447675"/>
                  <a:pt x="4591050" y="447675"/>
                </a:cubicBezTo>
                <a:lnTo>
                  <a:pt x="57150" y="447675"/>
                </a:lnTo>
                <a:cubicBezTo>
                  <a:pt x="25587" y="447675"/>
                  <a:pt x="0" y="422088"/>
                  <a:pt x="0" y="390525"/>
                </a:cubicBezTo>
                <a:lnTo>
                  <a:pt x="0" y="57150"/>
                </a:lnTo>
                <a:cubicBezTo>
                  <a:pt x="0" y="25587"/>
                  <a:pt x="25587" y="0"/>
                  <a:pt x="57150" y="0"/>
                </a:cubicBezTo>
                <a:close/>
              </a:path>
            </a:pathLst>
          </a:custGeom>
          <a:solidFill xmlns:a="http://schemas.openxmlformats.org/drawingml/2006/main">
            <a:srgbClr val="F6F092"/>
          </a:solidFill>
          <a:ln xmlns:a="http://schemas.openxmlformats.org/drawingml/2006/main" w="9548">
            <a:noFill/>
            <a:prstDash val="solid"/>
          </a:ln>
        </p:spPr>
      </p:sp>
      <p:pic>
        <p:nvPicPr>
          <p:cNvPr id="114" name="">
            <a:extLst xmlns:a="http://schemas.openxmlformats.org/drawingml/2006/main">
              <a:ext uri="{FF2B5EF4-FFF2-40B4-BE49-F238E27FC236}">
                <a16:creationId xmlns:a16="http://schemas.microsoft.com/office/drawing/2014/main" id="{371098BF-CE4D-4E99-92A5-4EEEC5C850C8}"/>
              </a:ext>
            </a:extLst>
          </p:cNvPr>
          <p:cNvPicPr>
            <a:picLocks xmlns:a="http://schemas.openxmlformats.org/drawingml/2006/main" noChangeAspect="1"/>
          </p:cNvPicPr>
          <p:nvPr/>
        </p:nvPicPr>
        <p:blipFill>
          <a:blip xmlns:r="http://schemas.openxmlformats.org/officeDocument/2006/relationships" xmlns:a="http://schemas.openxmlformats.org/drawingml/2006/main" r:embed="R9ac62b402de84000"/>
          <a:stretch xmlns:a="http://schemas.openxmlformats.org/drawingml/2006/main"/>
        </p:blipFill>
        <p:spPr>
          <a:xfrm xmlns:a="http://schemas.openxmlformats.org/drawingml/2006/main">
            <a:off x="1231732" y="3567970"/>
            <a:ext cx="343739" cy="334191"/>
          </a:xfrm>
          <a:prstGeom xmlns:a="http://schemas.openxmlformats.org/drawingml/2006/main" prst="rect">
            <a:avLst/>
          </a:prstGeom>
        </p:spPr>
      </p:pic>
      <p:sp>
        <p:nvSpPr>
          <p:cNvPr id="115" name="World Knowledge prompt divider">
            <a:extLst xmlns:a="http://schemas.openxmlformats.org/drawingml/2006/main">
              <a:ext uri="{FF2B5EF4-FFF2-40B4-BE49-F238E27FC236}">
                <a16:creationId xmlns:a16="http://schemas.microsoft.com/office/drawing/2014/main" id="{634A795D-3985-47E8-AA73-625C0C10D8CF}"/>
              </a:ext>
            </a:extLst>
          </p:cNvPr>
          <p:cNvSpPr>
            <a:spLocks xmlns:a="http://schemas.openxmlformats.org/drawingml/2006/main" noGrp="1"/>
          </p:cNvSpPr>
          <p:nvPr/>
        </p:nvSpPr>
        <p:spPr>
          <a:xfrm xmlns:a="http://schemas.openxmlformats.org/drawingml/2006/main">
            <a:off x="152773" y="4494157"/>
            <a:ext cx="4497255" cy="191"/>
          </a:xfrm>
          <a:custGeom xmlns:a="http://schemas.openxmlformats.org/drawingml/2006/main">
            <a:pathLst>
              <a:path w="4486275" h="191">
                <a:moveTo>
                  <a:pt x="0" y="0"/>
                </a:moveTo>
                <a:lnTo>
                  <a:pt x="4486275" y="0"/>
                </a:lnTo>
              </a:path>
            </a:pathLst>
          </a:custGeom>
          <a:noFill xmlns:a="http://schemas.openxmlformats.org/drawingml/2006/main"/>
          <a:ln xmlns:a="http://schemas.openxmlformats.org/drawingml/2006/main" w="28645">
            <a:solidFill>
              <a:srgbClr val="DCD700"/>
            </a:solidFill>
            <a:prstDash val="dash"/>
          </a:ln>
        </p:spPr>
      </p:sp>
      <p:sp>
        <p:nvSpPr>
          <p:cNvPr id="116" name="World Knowledge user disk">
            <a:extLst xmlns:a="http://schemas.openxmlformats.org/drawingml/2006/main">
              <a:ext uri="{FF2B5EF4-FFF2-40B4-BE49-F238E27FC236}">
                <a16:creationId xmlns:a16="http://schemas.microsoft.com/office/drawing/2014/main" id="{6FAFFF62-B89C-424D-98BF-E08D0A06D1A6}"/>
              </a:ext>
            </a:extLst>
          </p:cNvPr>
          <p:cNvSpPr>
            <a:spLocks xmlns:a="http://schemas.openxmlformats.org/drawingml/2006/main" noGrp="1"/>
          </p:cNvSpPr>
          <p:nvPr/>
        </p:nvSpPr>
        <p:spPr>
          <a:xfrm xmlns:a="http://schemas.openxmlformats.org/drawingml/2006/main">
            <a:off x="210063" y="4045386"/>
            <a:ext cx="324643" cy="324643"/>
          </a:xfrm>
          <a:custGeom xmlns:a="http://schemas.openxmlformats.org/drawingml/2006/main">
            <a:pathLst>
              <a:path w="323850" h="323850">
                <a:moveTo>
                  <a:pt x="323850" y="161925"/>
                </a:moveTo>
                <a:cubicBezTo>
                  <a:pt x="323850" y="251354"/>
                  <a:pt x="251354" y="323850"/>
                  <a:pt x="161925" y="323850"/>
                </a:cubicBezTo>
                <a:cubicBezTo>
                  <a:pt x="72496" y="323850"/>
                  <a:pt x="0" y="251354"/>
                  <a:pt x="0" y="161925"/>
                </a:cubicBezTo>
                <a:cubicBezTo>
                  <a:pt x="0" y="72496"/>
                  <a:pt x="72496" y="0"/>
                  <a:pt x="161925" y="0"/>
                </a:cubicBezTo>
                <a:cubicBezTo>
                  <a:pt x="251354" y="0"/>
                  <a:pt x="323850" y="72496"/>
                  <a:pt x="323850" y="161925"/>
                </a:cubicBezTo>
                <a:close/>
              </a:path>
            </a:pathLst>
          </a:custGeom>
          <a:solidFill xmlns:a="http://schemas.openxmlformats.org/drawingml/2006/main">
            <a:srgbClr val="DCD700"/>
          </a:solidFill>
          <a:ln xmlns:a="http://schemas.openxmlformats.org/drawingml/2006/main" w="9548">
            <a:noFill/>
            <a:prstDash val="solid"/>
          </a:ln>
        </p:spPr>
      </p:sp>
      <p:sp>
        <p:nvSpPr>
          <p:cNvPr id="117" name="World Knowledge user head">
            <a:extLst xmlns:a="http://schemas.openxmlformats.org/drawingml/2006/main">
              <a:ext uri="{FF2B5EF4-FFF2-40B4-BE49-F238E27FC236}">
                <a16:creationId xmlns:a16="http://schemas.microsoft.com/office/drawing/2014/main" id="{6240E6D2-0272-478B-9B82-58CD2D758260}"/>
              </a:ext>
            </a:extLst>
          </p:cNvPr>
          <p:cNvSpPr>
            <a:spLocks xmlns:a="http://schemas.openxmlformats.org/drawingml/2006/main" noGrp="1"/>
          </p:cNvSpPr>
          <p:nvPr/>
        </p:nvSpPr>
        <p:spPr>
          <a:xfrm xmlns:a="http://schemas.openxmlformats.org/drawingml/2006/main">
            <a:off x="305546" y="4083579"/>
            <a:ext cx="143225" cy="143225"/>
          </a:xfrm>
          <a:custGeom xmlns:a="http://schemas.openxmlformats.org/drawingml/2006/main">
            <a:pathLst>
              <a:path w="142875" h="142875">
                <a:moveTo>
                  <a:pt x="142875" y="71438"/>
                </a:moveTo>
                <a:cubicBezTo>
                  <a:pt x="142875" y="110891"/>
                  <a:pt x="110891" y="142875"/>
                  <a:pt x="71438" y="142875"/>
                </a:cubicBezTo>
                <a:cubicBezTo>
                  <a:pt x="31984" y="142875"/>
                  <a:pt x="0" y="110891"/>
                  <a:pt x="0" y="71438"/>
                </a:cubicBezTo>
                <a:cubicBezTo>
                  <a:pt x="0" y="31984"/>
                  <a:pt x="31984" y="0"/>
                  <a:pt x="71438" y="0"/>
                </a:cubicBezTo>
                <a:cubicBezTo>
                  <a:pt x="110891" y="0"/>
                  <a:pt x="142875" y="31984"/>
                  <a:pt x="142875" y="71438"/>
                </a:cubicBezTo>
                <a:close/>
              </a:path>
            </a:pathLst>
          </a:custGeom>
          <a:solidFill xmlns:a="http://schemas.openxmlformats.org/drawingml/2006/main">
            <a:srgbClr val="FFFFFF"/>
          </a:solidFill>
          <a:ln xmlns:a="http://schemas.openxmlformats.org/drawingml/2006/main" w="9548">
            <a:noFill/>
            <a:prstDash val="solid"/>
          </a:ln>
        </p:spPr>
      </p:sp>
      <p:sp>
        <p:nvSpPr>
          <p:cNvPr id="118" name="World Knowledge user shoulders">
            <a:extLst xmlns:a="http://schemas.openxmlformats.org/drawingml/2006/main">
              <a:ext uri="{FF2B5EF4-FFF2-40B4-BE49-F238E27FC236}">
                <a16:creationId xmlns:a16="http://schemas.microsoft.com/office/drawing/2014/main" id="{61147272-382D-4C12-888B-3153923662B0}"/>
              </a:ext>
            </a:extLst>
          </p:cNvPr>
          <p:cNvSpPr>
            <a:spLocks xmlns:a="http://schemas.openxmlformats.org/drawingml/2006/main" noGrp="1"/>
          </p:cNvSpPr>
          <p:nvPr/>
        </p:nvSpPr>
        <p:spPr>
          <a:xfrm xmlns:a="http://schemas.openxmlformats.org/drawingml/2006/main">
            <a:off x="267353" y="4217256"/>
            <a:ext cx="219611" cy="114580"/>
          </a:xfrm>
          <a:custGeom xmlns:a="http://schemas.openxmlformats.org/drawingml/2006/main">
            <a:pathLst>
              <a:path w="219075" h="114300">
                <a:moveTo>
                  <a:pt x="219075" y="57150"/>
                </a:moveTo>
                <a:cubicBezTo>
                  <a:pt x="219075" y="88713"/>
                  <a:pt x="170033" y="114300"/>
                  <a:pt x="109538" y="114300"/>
                </a:cubicBezTo>
                <a:cubicBezTo>
                  <a:pt x="49042" y="114300"/>
                  <a:pt x="0" y="88713"/>
                  <a:pt x="0" y="57150"/>
                </a:cubicBezTo>
                <a:cubicBezTo>
                  <a:pt x="0" y="25587"/>
                  <a:pt x="49042" y="0"/>
                  <a:pt x="109538" y="0"/>
                </a:cubicBezTo>
                <a:cubicBezTo>
                  <a:pt x="170033" y="0"/>
                  <a:pt x="219075" y="25587"/>
                  <a:pt x="219075" y="57150"/>
                </a:cubicBezTo>
                <a:close/>
              </a:path>
            </a:pathLst>
          </a:custGeom>
          <a:solidFill xmlns:a="http://schemas.openxmlformats.org/drawingml/2006/main">
            <a:srgbClr val="FFFFFF"/>
          </a:solidFill>
          <a:ln xmlns:a="http://schemas.openxmlformats.org/drawingml/2006/main" w="9548">
            <a:noFill/>
            <a:prstDash val="solid"/>
          </a:ln>
        </p:spPr>
      </p:sp>
      <p:sp>
        <p:nvSpPr>
          <p:cNvPr id="119" name="World Knowledge evidence container">
            <a:extLst xmlns:a="http://schemas.openxmlformats.org/drawingml/2006/main">
              <a:ext uri="{FF2B5EF4-FFF2-40B4-BE49-F238E27FC236}">
                <a16:creationId xmlns:a16="http://schemas.microsoft.com/office/drawing/2014/main" id="{B4419553-ABD1-445B-BE7E-C73633D3A970}"/>
              </a:ext>
            </a:extLst>
          </p:cNvPr>
          <p:cNvSpPr>
            <a:spLocks xmlns:a="http://schemas.openxmlformats.org/drawingml/2006/main" noGrp="1"/>
          </p:cNvSpPr>
          <p:nvPr/>
        </p:nvSpPr>
        <p:spPr>
          <a:xfrm xmlns:a="http://schemas.openxmlformats.org/drawingml/2006/main">
            <a:off x="620640" y="4589640"/>
            <a:ext cx="2014694" cy="706575"/>
          </a:xfrm>
          <a:custGeom xmlns:a="http://schemas.openxmlformats.org/drawingml/2006/main">
            <a:pathLst>
              <a:path w="2009775" h="704850">
                <a:moveTo>
                  <a:pt x="19050" y="0"/>
                </a:moveTo>
                <a:lnTo>
                  <a:pt x="1990725" y="0"/>
                </a:lnTo>
                <a:cubicBezTo>
                  <a:pt x="2001246" y="0"/>
                  <a:pt x="2009775" y="8529"/>
                  <a:pt x="2009775" y="19050"/>
                </a:cubicBezTo>
                <a:lnTo>
                  <a:pt x="2009775" y="685800"/>
                </a:lnTo>
                <a:cubicBezTo>
                  <a:pt x="2009775" y="696321"/>
                  <a:pt x="2001246" y="704850"/>
                  <a:pt x="1990725" y="704850"/>
                </a:cubicBezTo>
                <a:lnTo>
                  <a:pt x="19050" y="704850"/>
                </a:lnTo>
                <a:cubicBezTo>
                  <a:pt x="8529" y="704850"/>
                  <a:pt x="0" y="696321"/>
                  <a:pt x="0" y="685800"/>
                </a:cubicBezTo>
                <a:lnTo>
                  <a:pt x="0" y="19050"/>
                </a:lnTo>
                <a:cubicBezTo>
                  <a:pt x="0" y="8529"/>
                  <a:pt x="8529" y="0"/>
                  <a:pt x="19050" y="0"/>
                </a:cubicBezTo>
                <a:close/>
              </a:path>
            </a:pathLst>
          </a:custGeom>
          <a:solidFill xmlns:a="http://schemas.openxmlformats.org/drawingml/2006/main">
            <a:srgbClr val="FFFFFF"/>
          </a:solidFill>
          <a:ln xmlns:a="http://schemas.openxmlformats.org/drawingml/2006/main" w="28645">
            <a:solidFill>
              <a:srgbClr val="DCD700"/>
            </a:solidFill>
            <a:prstDash val="solid"/>
          </a:ln>
        </p:spPr>
      </p:sp>
      <p:sp>
        <p:nvSpPr>
          <p:cNvPr id="120" name="World Knowledge tool rail">
            <a:extLst xmlns:a="http://schemas.openxmlformats.org/drawingml/2006/main">
              <a:ext uri="{FF2B5EF4-FFF2-40B4-BE49-F238E27FC236}">
                <a16:creationId xmlns:a16="http://schemas.microsoft.com/office/drawing/2014/main" id="{34D0A1D8-AED0-49EA-BAED-3D1194A2F808}"/>
              </a:ext>
            </a:extLst>
          </p:cNvPr>
          <p:cNvSpPr>
            <a:spLocks xmlns:a="http://schemas.openxmlformats.org/drawingml/2006/main" noGrp="1"/>
          </p:cNvSpPr>
          <p:nvPr/>
        </p:nvSpPr>
        <p:spPr>
          <a:xfrm xmlns:a="http://schemas.openxmlformats.org/drawingml/2006/main">
            <a:off x="238708" y="4971572"/>
            <a:ext cx="229159" cy="1279474"/>
          </a:xfrm>
          <a:custGeom xmlns:a="http://schemas.openxmlformats.org/drawingml/2006/main">
            <a:pathLst>
              <a:path w="228600" h="1276350">
                <a:moveTo>
                  <a:pt x="114300" y="0"/>
                </a:moveTo>
                <a:lnTo>
                  <a:pt x="114300" y="0"/>
                </a:lnTo>
                <a:cubicBezTo>
                  <a:pt x="177426" y="0"/>
                  <a:pt x="228600" y="51174"/>
                  <a:pt x="228600" y="114300"/>
                </a:cubicBezTo>
                <a:lnTo>
                  <a:pt x="228600" y="1162050"/>
                </a:lnTo>
                <a:cubicBezTo>
                  <a:pt x="228600" y="1225176"/>
                  <a:pt x="177426" y="1276350"/>
                  <a:pt x="114300" y="1276350"/>
                </a:cubicBezTo>
                <a:lnTo>
                  <a:pt x="114300" y="1276350"/>
                </a:lnTo>
                <a:cubicBezTo>
                  <a:pt x="51174" y="1276350"/>
                  <a:pt x="0" y="1225176"/>
                  <a:pt x="0" y="1162050"/>
                </a:cubicBezTo>
                <a:lnTo>
                  <a:pt x="0" y="114300"/>
                </a:lnTo>
                <a:cubicBezTo>
                  <a:pt x="0" y="51174"/>
                  <a:pt x="51174" y="0"/>
                  <a:pt x="114300" y="0"/>
                </a:cubicBezTo>
                <a:close/>
              </a:path>
            </a:pathLst>
          </a:custGeom>
          <a:solidFill xmlns:a="http://schemas.openxmlformats.org/drawingml/2006/main">
            <a:srgbClr val="FFFFFF"/>
          </a:solidFill>
          <a:ln xmlns:a="http://schemas.openxmlformats.org/drawingml/2006/main" w="19097">
            <a:solidFill>
              <a:srgbClr val="DCD700"/>
            </a:solidFill>
            <a:prstDash val="solid"/>
          </a:ln>
        </p:spPr>
      </p:sp>
      <p:sp>
        <p:nvSpPr>
          <p:cNvPr id="121" name="World Knowledge tool label">
            <a:extLst xmlns:a="http://schemas.openxmlformats.org/drawingml/2006/main">
              <a:ext uri="{FF2B5EF4-FFF2-40B4-BE49-F238E27FC236}">
                <a16:creationId xmlns:a16="http://schemas.microsoft.com/office/drawing/2014/main" id="{8919BCBC-B4E2-4CC2-9168-FFC08136E25D}"/>
              </a:ext>
            </a:extLst>
          </p:cNvPr>
          <p:cNvSpPr>
            <a:spLocks xmlns:a="http://schemas.openxmlformats.org/drawingml/2006/main" noGrp="1"/>
          </p:cNvSpPr>
          <p:nvPr/>
        </p:nvSpPr>
        <p:spPr>
          <a:xfrm xmlns:a="http://schemas.openxmlformats.org/drawingml/2006/main" rot="5400000">
            <a:off x="0" y="5523442"/>
            <a:ext cx="725672" cy="16355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920" b="0" i="0">
                <a:solidFill>
                  <a:srgbClr val="101010"/>
                </a:solidFill>
                <a:latin typeface="Comic Sans MS"/>
                <a:ea typeface="Comic Sans MS"/>
                <a:cs typeface="Comic Sans MS"/>
              </a:defRPr>
            </a:defPPr>
          </a:lstStyle>
          <a:p xmlns:a="http://schemas.openxmlformats.org/drawingml/2006/main">
            <a:pPr algn="l">
              <a:lnSpc>
                <a:spcPct val="100000"/>
              </a:lnSpc>
              <a:buNone/>
              <a:defRPr sz="920" b="0" i="0">
                <a:solidFill>
                  <a:srgbClr val="101010"/>
                </a:solidFill>
                <a:latin typeface="Comic Sans MS"/>
                <a:ea typeface="Comic Sans MS"/>
                <a:cs typeface="Comic Sans MS"/>
              </a:defRPr>
            </a:pPr>
            <a:r>
              <a:rPr sz="920" b="0" i="0">
                <a:solidFill>
                  <a:srgbClr val="101010"/>
                </a:solidFill>
                <a:latin typeface="Comic Sans MS"/>
                <a:ea typeface="Comic Sans MS"/>
                <a:cs typeface="Comic Sans MS"/>
              </a:rPr>
              <a:t>Searching...</a:t>
            </a:r>
          </a:p>
        </p:txBody>
      </p:sp>
      <p:pic>
        <p:nvPicPr>
          <p:cNvPr id="122" name="">
            <a:extLst xmlns:a="http://schemas.openxmlformats.org/drawingml/2006/main">
              <a:ext uri="{FF2B5EF4-FFF2-40B4-BE49-F238E27FC236}">
                <a16:creationId xmlns:a16="http://schemas.microsoft.com/office/drawing/2014/main" id="{9D294A47-25C0-44AD-A029-4B4F36C368D4}"/>
              </a:ext>
            </a:extLst>
          </p:cNvPr>
          <p:cNvPicPr>
            <a:picLocks xmlns:a="http://schemas.openxmlformats.org/drawingml/2006/main" noChangeAspect="1"/>
          </p:cNvPicPr>
          <p:nvPr/>
        </p:nvPicPr>
        <p:blipFill>
          <a:blip xmlns:r="http://schemas.openxmlformats.org/officeDocument/2006/relationships" xmlns:a="http://schemas.openxmlformats.org/drawingml/2006/main" r:embed="R98fe9e3c7cbf4ca0"/>
          <a:stretch xmlns:a="http://schemas.openxmlformats.org/drawingml/2006/main"/>
        </p:blipFill>
        <p:spPr>
          <a:xfrm xmlns:a="http://schemas.openxmlformats.org/drawingml/2006/main">
            <a:off x="267353" y="5009765"/>
            <a:ext cx="181418" cy="200515"/>
          </a:xfrm>
          <a:prstGeom xmlns:a="http://schemas.openxmlformats.org/drawingml/2006/main" prst="rect">
            <a:avLst/>
          </a:prstGeom>
        </p:spPr>
      </p:pic>
      <p:pic>
        <p:nvPicPr>
          <p:cNvPr id="123" name="">
            <a:extLst xmlns:a="http://schemas.openxmlformats.org/drawingml/2006/main">
              <a:ext uri="{FF2B5EF4-FFF2-40B4-BE49-F238E27FC236}">
                <a16:creationId xmlns:a16="http://schemas.microsoft.com/office/drawing/2014/main" id="{08592E9D-2577-479A-BCEE-0CF05C5CBC24}"/>
              </a:ext>
            </a:extLst>
          </p:cNvPr>
          <p:cNvPicPr>
            <a:picLocks xmlns:a="http://schemas.openxmlformats.org/drawingml/2006/main" noChangeAspect="1"/>
          </p:cNvPicPr>
          <p:nvPr/>
        </p:nvPicPr>
        <p:blipFill>
          <a:blip xmlns:r="http://schemas.openxmlformats.org/officeDocument/2006/relationships" xmlns:a="http://schemas.openxmlformats.org/drawingml/2006/main" r:embed="R61a29b2798174873"/>
          <a:stretch xmlns:a="http://schemas.openxmlformats.org/drawingml/2006/main"/>
        </p:blipFill>
        <p:spPr>
          <a:xfrm xmlns:a="http://schemas.openxmlformats.org/drawingml/2006/main">
            <a:off x="143225" y="4608736"/>
            <a:ext cx="429674" cy="257804"/>
          </a:xfrm>
          <a:prstGeom xmlns:a="http://schemas.openxmlformats.org/drawingml/2006/main" prst="rect">
            <a:avLst/>
          </a:prstGeom>
        </p:spPr>
      </p:pic>
      <p:sp>
        <p:nvSpPr>
          <p:cNvPr id="124" name="World Knowledge text tag">
            <a:extLst xmlns:a="http://schemas.openxmlformats.org/drawingml/2006/main">
              <a:ext uri="{FF2B5EF4-FFF2-40B4-BE49-F238E27FC236}">
                <a16:creationId xmlns:a16="http://schemas.microsoft.com/office/drawing/2014/main" id="{F4DD40CB-17F1-47FB-82B3-36BFE7643843}"/>
              </a:ext>
            </a:extLst>
          </p:cNvPr>
          <p:cNvSpPr>
            <a:spLocks xmlns:a="http://schemas.openxmlformats.org/drawingml/2006/main" noGrp="1"/>
          </p:cNvSpPr>
          <p:nvPr/>
        </p:nvSpPr>
        <p:spPr>
          <a:xfrm xmlns:a="http://schemas.openxmlformats.org/drawingml/2006/main">
            <a:off x="620640" y="5305763"/>
            <a:ext cx="697027" cy="152773"/>
          </a:xfrm>
          <a:custGeom xmlns:a="http://schemas.openxmlformats.org/drawingml/2006/main">
            <a:pathLst>
              <a:path w="695325" h="152400">
                <a:moveTo>
                  <a:pt x="19050" y="0"/>
                </a:moveTo>
                <a:lnTo>
                  <a:pt x="676275" y="0"/>
                </a:lnTo>
                <a:cubicBezTo>
                  <a:pt x="686796" y="0"/>
                  <a:pt x="695325" y="8529"/>
                  <a:pt x="695325" y="19050"/>
                </a:cubicBezTo>
                <a:lnTo>
                  <a:pt x="695325" y="133350"/>
                </a:lnTo>
                <a:cubicBezTo>
                  <a:pt x="695325" y="143871"/>
                  <a:pt x="686796" y="152400"/>
                  <a:pt x="676275" y="152400"/>
                </a:cubicBezTo>
                <a:lnTo>
                  <a:pt x="19050" y="152400"/>
                </a:lnTo>
                <a:cubicBezTo>
                  <a:pt x="8529" y="152400"/>
                  <a:pt x="0" y="143871"/>
                  <a:pt x="0" y="133350"/>
                </a:cubicBezTo>
                <a:lnTo>
                  <a:pt x="0" y="19050"/>
                </a:lnTo>
                <a:cubicBezTo>
                  <a:pt x="0" y="8529"/>
                  <a:pt x="8529" y="0"/>
                  <a:pt x="19050" y="0"/>
                </a:cubicBezTo>
                <a:close/>
              </a:path>
            </a:pathLst>
          </a:custGeom>
          <a:solidFill xmlns:a="http://schemas.openxmlformats.org/drawingml/2006/main">
            <a:srgbClr val="DCD700"/>
          </a:solidFill>
          <a:ln xmlns:a="http://schemas.openxmlformats.org/drawingml/2006/main" w="9548">
            <a:noFill/>
            <a:prstDash val="solid"/>
          </a:ln>
        </p:spPr>
      </p:sp>
      <p:sp>
        <p:nvSpPr>
          <p:cNvPr id="125" name="World Knowledge text tag label">
            <a:extLst xmlns:a="http://schemas.openxmlformats.org/drawingml/2006/main">
              <a:ext uri="{FF2B5EF4-FFF2-40B4-BE49-F238E27FC236}">
                <a16:creationId xmlns:a16="http://schemas.microsoft.com/office/drawing/2014/main" id="{1F7F454E-9845-4EEF-8470-0B417EFA4D1F}"/>
              </a:ext>
            </a:extLst>
          </p:cNvPr>
          <p:cNvSpPr>
            <a:spLocks xmlns:a="http://schemas.openxmlformats.org/drawingml/2006/main" noGrp="1"/>
          </p:cNvSpPr>
          <p:nvPr/>
        </p:nvSpPr>
        <p:spPr>
          <a:xfrm xmlns:a="http://schemas.openxmlformats.org/drawingml/2006/main" rot="0">
            <a:off x="687478" y="5301297"/>
            <a:ext cx="439222" cy="18326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031" b="0" i="0">
                <a:solidFill>
                  <a:srgbClr val="FFFFFF"/>
                </a:solidFill>
                <a:latin typeface="Comic Sans MS"/>
                <a:ea typeface="Comic Sans MS"/>
                <a:cs typeface="Comic Sans MS"/>
              </a:defRPr>
            </a:defPPr>
          </a:lstStyle>
          <a:p xmlns:a="http://schemas.openxmlformats.org/drawingml/2006/main">
            <a:pPr algn="l">
              <a:lnSpc>
                <a:spcPct val="100000"/>
              </a:lnSpc>
              <a:buNone/>
              <a:defRPr sz="1031" b="0" i="0">
                <a:solidFill>
                  <a:srgbClr val="FFFFFF"/>
                </a:solidFill>
                <a:latin typeface="Comic Sans MS"/>
                <a:ea typeface="Comic Sans MS"/>
                <a:cs typeface="Comic Sans MS"/>
              </a:defRPr>
            </a:pPr>
            <a:r>
              <a:rPr sz="1031" b="0" i="0">
                <a:solidFill>
                  <a:srgbClr val="FFFFFF"/>
                </a:solidFill>
                <a:latin typeface="Comic Sans MS"/>
                <a:ea typeface="Comic Sans MS"/>
                <a:cs typeface="Comic Sans MS"/>
              </a:rPr>
              <a:t>T  text</a:t>
            </a:r>
          </a:p>
        </p:txBody>
      </p:sp>
      <p:sp>
        <p:nvSpPr>
          <p:cNvPr id="126" name="World Knowledge reference frame">
            <a:extLst xmlns:a="http://schemas.openxmlformats.org/drawingml/2006/main">
              <a:ext uri="{FF2B5EF4-FFF2-40B4-BE49-F238E27FC236}">
                <a16:creationId xmlns:a16="http://schemas.microsoft.com/office/drawing/2014/main" id="{5864449E-C4DB-4104-A23E-AAD2DE0356AB}"/>
              </a:ext>
            </a:extLst>
          </p:cNvPr>
          <p:cNvSpPr>
            <a:spLocks xmlns:a="http://schemas.openxmlformats.org/drawingml/2006/main" noGrp="1"/>
          </p:cNvSpPr>
          <p:nvPr/>
        </p:nvSpPr>
        <p:spPr>
          <a:xfrm xmlns:a="http://schemas.openxmlformats.org/drawingml/2006/main">
            <a:off x="601544" y="5515826"/>
            <a:ext cx="2052887" cy="744768"/>
          </a:xfrm>
          <a:custGeom xmlns:a="http://schemas.openxmlformats.org/drawingml/2006/main">
            <a:pathLst>
              <a:path w="2047875" h="742950">
                <a:moveTo>
                  <a:pt x="19050" y="0"/>
                </a:moveTo>
                <a:lnTo>
                  <a:pt x="2028825" y="0"/>
                </a:lnTo>
                <a:cubicBezTo>
                  <a:pt x="2039346" y="0"/>
                  <a:pt x="2047875" y="8529"/>
                  <a:pt x="2047875" y="19050"/>
                </a:cubicBezTo>
                <a:lnTo>
                  <a:pt x="2047875" y="723900"/>
                </a:lnTo>
                <a:cubicBezTo>
                  <a:pt x="2047875" y="734421"/>
                  <a:pt x="2039346" y="742950"/>
                  <a:pt x="2028825" y="742950"/>
                </a:cubicBezTo>
                <a:lnTo>
                  <a:pt x="19050" y="742950"/>
                </a:lnTo>
                <a:cubicBezTo>
                  <a:pt x="8529" y="742950"/>
                  <a:pt x="0" y="734421"/>
                  <a:pt x="0" y="723900"/>
                </a:cubicBezTo>
                <a:lnTo>
                  <a:pt x="0" y="19050"/>
                </a:lnTo>
                <a:cubicBezTo>
                  <a:pt x="0" y="8529"/>
                  <a:pt x="8529" y="0"/>
                  <a:pt x="19050" y="0"/>
                </a:cubicBezTo>
                <a:close/>
              </a:path>
            </a:pathLst>
          </a:custGeom>
          <a:solidFill xmlns:a="http://schemas.openxmlformats.org/drawingml/2006/main">
            <a:srgbClr val="FFFFFF"/>
          </a:solidFill>
          <a:ln xmlns:a="http://schemas.openxmlformats.org/drawingml/2006/main" w="28645">
            <a:solidFill>
              <a:srgbClr val="DCD700"/>
            </a:solidFill>
            <a:prstDash val="solid"/>
          </a:ln>
        </p:spPr>
      </p:sp>
      <p:pic>
        <p:nvPicPr>
          <p:cNvPr id="127" name="">
            <a:extLst xmlns:a="http://schemas.openxmlformats.org/drawingml/2006/main">
              <a:ext uri="{FF2B5EF4-FFF2-40B4-BE49-F238E27FC236}">
                <a16:creationId xmlns:a16="http://schemas.microsoft.com/office/drawing/2014/main" id="{86D32117-FB57-4159-97A1-4083F275A79B}"/>
              </a:ext>
            </a:extLst>
          </p:cNvPr>
          <p:cNvPicPr>
            <a:picLocks xmlns:a="http://schemas.openxmlformats.org/drawingml/2006/main" noChangeAspect="1"/>
          </p:cNvPicPr>
          <p:nvPr/>
        </p:nvPicPr>
        <p:blipFill>
          <a:blip xmlns:r="http://schemas.openxmlformats.org/officeDocument/2006/relationships" xmlns:a="http://schemas.openxmlformats.org/drawingml/2006/main" r:embed="Re56799619a9b4123"/>
          <a:stretch xmlns:a="http://schemas.openxmlformats.org/drawingml/2006/main"/>
        </p:blipFill>
        <p:spPr>
          <a:xfrm xmlns:a="http://schemas.openxmlformats.org/drawingml/2006/main">
            <a:off x="620640" y="5534922"/>
            <a:ext cx="2014694" cy="706575"/>
          </a:xfrm>
          <a:prstGeom xmlns:a="http://schemas.openxmlformats.org/drawingml/2006/main" prst="rect">
            <a:avLst/>
          </a:prstGeom>
        </p:spPr>
      </p:pic>
      <p:sp>
        <p:nvSpPr>
          <p:cNvPr id="128" name="World Knowledge images tag">
            <a:extLst xmlns:a="http://schemas.openxmlformats.org/drawingml/2006/main">
              <a:ext uri="{FF2B5EF4-FFF2-40B4-BE49-F238E27FC236}">
                <a16:creationId xmlns:a16="http://schemas.microsoft.com/office/drawing/2014/main" id="{9BA475AA-9263-496E-A705-8DB253D17845}"/>
              </a:ext>
            </a:extLst>
          </p:cNvPr>
          <p:cNvSpPr>
            <a:spLocks xmlns:a="http://schemas.openxmlformats.org/drawingml/2006/main" noGrp="1"/>
          </p:cNvSpPr>
          <p:nvPr/>
        </p:nvSpPr>
        <p:spPr>
          <a:xfrm xmlns:a="http://schemas.openxmlformats.org/drawingml/2006/main">
            <a:off x="1919211" y="5382150"/>
            <a:ext cx="735220" cy="143225"/>
          </a:xfrm>
          <a:custGeom xmlns:a="http://schemas.openxmlformats.org/drawingml/2006/main">
            <a:pathLst>
              <a:path w="733425" h="142875">
                <a:moveTo>
                  <a:pt x="19050" y="0"/>
                </a:moveTo>
                <a:lnTo>
                  <a:pt x="714375" y="0"/>
                </a:lnTo>
                <a:cubicBezTo>
                  <a:pt x="724896" y="0"/>
                  <a:pt x="733425" y="8529"/>
                  <a:pt x="733425" y="19050"/>
                </a:cubicBezTo>
                <a:lnTo>
                  <a:pt x="733425" y="123825"/>
                </a:lnTo>
                <a:cubicBezTo>
                  <a:pt x="733425" y="134346"/>
                  <a:pt x="724896" y="142875"/>
                  <a:pt x="714375" y="142875"/>
                </a:cubicBezTo>
                <a:lnTo>
                  <a:pt x="19050" y="142875"/>
                </a:lnTo>
                <a:cubicBezTo>
                  <a:pt x="8529" y="142875"/>
                  <a:pt x="0" y="134346"/>
                  <a:pt x="0" y="123825"/>
                </a:cubicBezTo>
                <a:lnTo>
                  <a:pt x="0" y="19050"/>
                </a:lnTo>
                <a:cubicBezTo>
                  <a:pt x="0" y="8529"/>
                  <a:pt x="8529" y="0"/>
                  <a:pt x="19050" y="0"/>
                </a:cubicBezTo>
                <a:close/>
              </a:path>
            </a:pathLst>
          </a:custGeom>
          <a:solidFill xmlns:a="http://schemas.openxmlformats.org/drawingml/2006/main">
            <a:srgbClr val="DCD700"/>
          </a:solidFill>
          <a:ln xmlns:a="http://schemas.openxmlformats.org/drawingml/2006/main" w="9548">
            <a:noFill/>
            <a:prstDash val="solid"/>
          </a:ln>
        </p:spPr>
      </p:sp>
      <p:sp>
        <p:nvSpPr>
          <p:cNvPr id="129" name="World Knowledge images tag label">
            <a:extLst xmlns:a="http://schemas.openxmlformats.org/drawingml/2006/main">
              <a:ext uri="{FF2B5EF4-FFF2-40B4-BE49-F238E27FC236}">
                <a16:creationId xmlns:a16="http://schemas.microsoft.com/office/drawing/2014/main" id="{DFDAEE00-DC14-45F0-9415-793190DD5430}"/>
              </a:ext>
            </a:extLst>
          </p:cNvPr>
          <p:cNvSpPr>
            <a:spLocks xmlns:a="http://schemas.openxmlformats.org/drawingml/2006/main" noGrp="1"/>
          </p:cNvSpPr>
          <p:nvPr/>
        </p:nvSpPr>
        <p:spPr>
          <a:xfrm xmlns:a="http://schemas.openxmlformats.org/drawingml/2006/main" rot="0">
            <a:off x="1986049" y="5378662"/>
            <a:ext cx="611092" cy="17565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988" b="0" i="0">
                <a:solidFill>
                  <a:srgbClr val="FFFFFF"/>
                </a:solidFill>
                <a:latin typeface="Comic Sans MS"/>
                <a:ea typeface="Comic Sans MS"/>
                <a:cs typeface="Comic Sans MS"/>
              </a:defRPr>
            </a:defPPr>
          </a:lstStyle>
          <a:p xmlns:a="http://schemas.openxmlformats.org/drawingml/2006/main">
            <a:pPr algn="l">
              <a:lnSpc>
                <a:spcPct val="100000"/>
              </a:lnSpc>
              <a:buNone/>
              <a:defRPr sz="988" b="0" i="0">
                <a:solidFill>
                  <a:srgbClr val="FFFFFF"/>
                </a:solidFill>
                <a:latin typeface="Comic Sans MS"/>
                <a:ea typeface="Comic Sans MS"/>
                <a:cs typeface="Comic Sans MS"/>
              </a:defRPr>
            </a:pPr>
            <a:r>
              <a:rPr sz="988" b="0" i="0">
                <a:solidFill>
                  <a:srgbClr val="FFFFFF"/>
                </a:solidFill>
                <a:latin typeface="Comic Sans MS"/>
                <a:ea typeface="Comic Sans MS"/>
                <a:cs typeface="Comic Sans MS"/>
              </a:rPr>
              <a:t>▧ images</a:t>
            </a:r>
          </a:p>
        </p:txBody>
      </p:sp>
      <p:sp>
        <p:nvSpPr>
          <p:cNvPr id="130" name="World Knowledge evidence to generation">
            <a:extLst xmlns:a="http://schemas.openxmlformats.org/drawingml/2006/main">
              <a:ext uri="{FF2B5EF4-FFF2-40B4-BE49-F238E27FC236}">
                <a16:creationId xmlns:a16="http://schemas.microsoft.com/office/drawing/2014/main" id="{182D79DA-6406-4563-B8B9-8922B896A0EC}"/>
              </a:ext>
            </a:extLst>
          </p:cNvPr>
          <p:cNvSpPr>
            <a:spLocks xmlns:a="http://schemas.openxmlformats.org/drawingml/2006/main" noGrp="1"/>
          </p:cNvSpPr>
          <p:nvPr/>
        </p:nvSpPr>
        <p:spPr>
          <a:xfrm xmlns:a="http://schemas.openxmlformats.org/drawingml/2006/main">
            <a:off x="2654431" y="5253247"/>
            <a:ext cx="439222" cy="401029"/>
          </a:xfrm>
          <a:custGeom xmlns:a="http://schemas.openxmlformats.org/drawingml/2006/main">
            <a:pathLst>
              <a:path w="438150" h="400050">
                <a:moveTo>
                  <a:pt x="0" y="112014"/>
                </a:moveTo>
                <a:lnTo>
                  <a:pt x="240983" y="112014"/>
                </a:lnTo>
                <a:lnTo>
                  <a:pt x="240983" y="0"/>
                </a:lnTo>
                <a:lnTo>
                  <a:pt x="438150" y="200025"/>
                </a:lnTo>
                <a:lnTo>
                  <a:pt x="240983" y="400050"/>
                </a:lnTo>
                <a:lnTo>
                  <a:pt x="240983" y="288036"/>
                </a:lnTo>
                <a:lnTo>
                  <a:pt x="0" y="288036"/>
                </a:lnTo>
                <a:close/>
              </a:path>
            </a:pathLst>
          </a:custGeom>
          <a:solidFill xmlns:a="http://schemas.openxmlformats.org/drawingml/2006/main">
            <a:srgbClr val="F6F092"/>
          </a:solidFill>
          <a:ln xmlns:a="http://schemas.openxmlformats.org/drawingml/2006/main" w="9548">
            <a:noFill/>
            <a:prstDash val="solid"/>
          </a:ln>
        </p:spPr>
      </p:sp>
      <p:pic>
        <p:nvPicPr>
          <p:cNvPr id="131" name="">
            <a:extLst xmlns:a="http://schemas.openxmlformats.org/drawingml/2006/main">
              <a:ext uri="{FF2B5EF4-FFF2-40B4-BE49-F238E27FC236}">
                <a16:creationId xmlns:a16="http://schemas.microsoft.com/office/drawing/2014/main" id="{A5847300-28D3-43CD-9F09-75A5C3EC993B}"/>
              </a:ext>
            </a:extLst>
          </p:cNvPr>
          <p:cNvPicPr>
            <a:picLocks xmlns:a="http://schemas.openxmlformats.org/drawingml/2006/main" noChangeAspect="1"/>
          </p:cNvPicPr>
          <p:nvPr/>
        </p:nvPicPr>
        <p:blipFill>
          <a:blip xmlns:r="http://schemas.openxmlformats.org/officeDocument/2006/relationships" xmlns:a="http://schemas.openxmlformats.org/drawingml/2006/main" r:embed="R49bdf1a7fba048ce"/>
          <a:stretch xmlns:a="http://schemas.openxmlformats.org/drawingml/2006/main"/>
        </p:blipFill>
        <p:spPr>
          <a:xfrm xmlns:a="http://schemas.openxmlformats.org/drawingml/2006/main">
            <a:off x="3103201" y="4761509"/>
            <a:ext cx="1451343" cy="1384505"/>
          </a:xfrm>
          <a:prstGeom xmlns:a="http://schemas.openxmlformats.org/drawingml/2006/main" prst="rect">
            <a:avLst/>
          </a:prstGeom>
        </p:spPr>
      </p:pic>
      <p:sp>
        <p:nvSpPr>
          <p:cNvPr id="132" name="World Knowledge corner horizontal">
            <a:extLst xmlns:a="http://schemas.openxmlformats.org/drawingml/2006/main">
              <a:ext uri="{FF2B5EF4-FFF2-40B4-BE49-F238E27FC236}">
                <a16:creationId xmlns:a16="http://schemas.microsoft.com/office/drawing/2014/main" id="{EE490FA3-3595-45F4-83B0-F4EAB7B68C2A}"/>
              </a:ext>
            </a:extLst>
          </p:cNvPr>
          <p:cNvSpPr>
            <a:spLocks xmlns:a="http://schemas.openxmlformats.org/drawingml/2006/main" noGrp="1"/>
          </p:cNvSpPr>
          <p:nvPr/>
        </p:nvSpPr>
        <p:spPr>
          <a:xfrm xmlns:a="http://schemas.openxmlformats.org/drawingml/2006/main">
            <a:off x="3055460" y="4704219"/>
            <a:ext cx="238708" cy="191"/>
          </a:xfrm>
          <a:custGeom xmlns:a="http://schemas.openxmlformats.org/drawingml/2006/main">
            <a:pathLst>
              <a:path w="238125" h="191">
                <a:moveTo>
                  <a:pt x="0" y="0"/>
                </a:moveTo>
                <a:lnTo>
                  <a:pt x="238125" y="0"/>
                </a:lnTo>
              </a:path>
            </a:pathLst>
          </a:custGeom>
          <a:noFill xmlns:a="http://schemas.openxmlformats.org/drawingml/2006/main"/>
          <a:ln xmlns:a="http://schemas.openxmlformats.org/drawingml/2006/main" w="19097">
            <a:solidFill>
              <a:srgbClr val="DCD700"/>
            </a:solidFill>
            <a:prstDash val="solid"/>
          </a:ln>
        </p:spPr>
      </p:sp>
      <p:sp>
        <p:nvSpPr>
          <p:cNvPr id="133" name="World Knowledge corner vertical">
            <a:extLst xmlns:a="http://schemas.openxmlformats.org/drawingml/2006/main">
              <a:ext uri="{FF2B5EF4-FFF2-40B4-BE49-F238E27FC236}">
                <a16:creationId xmlns:a16="http://schemas.microsoft.com/office/drawing/2014/main" id="{B919CE33-E0D1-4DEF-BDFE-A601072897E7}"/>
              </a:ext>
            </a:extLst>
          </p:cNvPr>
          <p:cNvSpPr>
            <a:spLocks xmlns:a="http://schemas.openxmlformats.org/drawingml/2006/main" noGrp="1"/>
          </p:cNvSpPr>
          <p:nvPr/>
        </p:nvSpPr>
        <p:spPr>
          <a:xfrm xmlns:a="http://schemas.openxmlformats.org/drawingml/2006/main">
            <a:off x="3055460" y="4704219"/>
            <a:ext cx="191" cy="200515"/>
          </a:xfrm>
          <a:custGeom xmlns:a="http://schemas.openxmlformats.org/drawingml/2006/main">
            <a:pathLst>
              <a:path w="191" h="200025">
                <a:moveTo>
                  <a:pt x="0" y="0"/>
                </a:moveTo>
                <a:lnTo>
                  <a:pt x="0" y="200025"/>
                </a:lnTo>
              </a:path>
            </a:pathLst>
          </a:custGeom>
          <a:noFill xmlns:a="http://schemas.openxmlformats.org/drawingml/2006/main"/>
          <a:ln xmlns:a="http://schemas.openxmlformats.org/drawingml/2006/main" w="19097">
            <a:solidFill>
              <a:srgbClr val="DCD700"/>
            </a:solidFill>
            <a:prstDash val="solid"/>
          </a:ln>
        </p:spPr>
      </p:sp>
      <p:sp>
        <p:nvSpPr>
          <p:cNvPr id="134" name="World Knowledge corner horizontal">
            <a:extLst xmlns:a="http://schemas.openxmlformats.org/drawingml/2006/main">
              <a:ext uri="{FF2B5EF4-FFF2-40B4-BE49-F238E27FC236}">
                <a16:creationId xmlns:a16="http://schemas.microsoft.com/office/drawing/2014/main" id="{DC0BE8AE-CCA1-452E-A2AF-EA4742D02CCC}"/>
              </a:ext>
            </a:extLst>
          </p:cNvPr>
          <p:cNvSpPr>
            <a:spLocks xmlns:a="http://schemas.openxmlformats.org/drawingml/2006/main" noGrp="1"/>
          </p:cNvSpPr>
          <p:nvPr/>
        </p:nvSpPr>
        <p:spPr>
          <a:xfrm xmlns:a="http://schemas.openxmlformats.org/drawingml/2006/main">
            <a:off x="4363578" y="4704219"/>
            <a:ext cx="238708" cy="191"/>
          </a:xfrm>
          <a:custGeom xmlns:a="http://schemas.openxmlformats.org/drawingml/2006/main">
            <a:pathLst>
              <a:path w="238125" h="191">
                <a:moveTo>
                  <a:pt x="238125" y="0"/>
                </a:moveTo>
                <a:lnTo>
                  <a:pt x="0" y="0"/>
                </a:lnTo>
              </a:path>
            </a:pathLst>
          </a:custGeom>
          <a:noFill xmlns:a="http://schemas.openxmlformats.org/drawingml/2006/main"/>
          <a:ln xmlns:a="http://schemas.openxmlformats.org/drawingml/2006/main" w="19097">
            <a:solidFill>
              <a:srgbClr val="DCD700"/>
            </a:solidFill>
            <a:prstDash val="solid"/>
          </a:ln>
        </p:spPr>
      </p:sp>
      <p:sp>
        <p:nvSpPr>
          <p:cNvPr id="135" name="World Knowledge corner vertical">
            <a:extLst xmlns:a="http://schemas.openxmlformats.org/drawingml/2006/main">
              <a:ext uri="{FF2B5EF4-FFF2-40B4-BE49-F238E27FC236}">
                <a16:creationId xmlns:a16="http://schemas.microsoft.com/office/drawing/2014/main" id="{4DC96F69-D2BE-4D2B-A3C7-690D7636C159}"/>
              </a:ext>
            </a:extLst>
          </p:cNvPr>
          <p:cNvSpPr>
            <a:spLocks xmlns:a="http://schemas.openxmlformats.org/drawingml/2006/main" noGrp="1"/>
          </p:cNvSpPr>
          <p:nvPr/>
        </p:nvSpPr>
        <p:spPr>
          <a:xfrm xmlns:a="http://schemas.openxmlformats.org/drawingml/2006/main">
            <a:off x="4602286" y="4704219"/>
            <a:ext cx="191" cy="200515"/>
          </a:xfrm>
          <a:custGeom xmlns:a="http://schemas.openxmlformats.org/drawingml/2006/main">
            <a:pathLst>
              <a:path w="191" h="200025">
                <a:moveTo>
                  <a:pt x="0" y="0"/>
                </a:moveTo>
                <a:lnTo>
                  <a:pt x="0" y="200025"/>
                </a:lnTo>
              </a:path>
            </a:pathLst>
          </a:custGeom>
          <a:noFill xmlns:a="http://schemas.openxmlformats.org/drawingml/2006/main"/>
          <a:ln xmlns:a="http://schemas.openxmlformats.org/drawingml/2006/main" w="19097">
            <a:solidFill>
              <a:srgbClr val="DCD700"/>
            </a:solidFill>
            <a:prstDash val="solid"/>
          </a:ln>
        </p:spPr>
      </p:sp>
      <p:sp>
        <p:nvSpPr>
          <p:cNvPr id="136" name="World Knowledge corner horizontal">
            <a:extLst xmlns:a="http://schemas.openxmlformats.org/drawingml/2006/main">
              <a:ext uri="{FF2B5EF4-FFF2-40B4-BE49-F238E27FC236}">
                <a16:creationId xmlns:a16="http://schemas.microsoft.com/office/drawing/2014/main" id="{C45FD4A9-4652-4D66-9EE1-040C1F80F808}"/>
              </a:ext>
            </a:extLst>
          </p:cNvPr>
          <p:cNvSpPr>
            <a:spLocks xmlns:a="http://schemas.openxmlformats.org/drawingml/2006/main" noGrp="1"/>
          </p:cNvSpPr>
          <p:nvPr/>
        </p:nvSpPr>
        <p:spPr>
          <a:xfrm xmlns:a="http://schemas.openxmlformats.org/drawingml/2006/main">
            <a:off x="3055460" y="6203304"/>
            <a:ext cx="238708" cy="191"/>
          </a:xfrm>
          <a:custGeom xmlns:a="http://schemas.openxmlformats.org/drawingml/2006/main">
            <a:pathLst>
              <a:path w="238125" h="191">
                <a:moveTo>
                  <a:pt x="0" y="0"/>
                </a:moveTo>
                <a:lnTo>
                  <a:pt x="238125" y="0"/>
                </a:lnTo>
              </a:path>
            </a:pathLst>
          </a:custGeom>
          <a:noFill xmlns:a="http://schemas.openxmlformats.org/drawingml/2006/main"/>
          <a:ln xmlns:a="http://schemas.openxmlformats.org/drawingml/2006/main" w="19097">
            <a:solidFill>
              <a:srgbClr val="DCD700"/>
            </a:solidFill>
            <a:prstDash val="solid"/>
          </a:ln>
        </p:spPr>
      </p:sp>
      <p:sp>
        <p:nvSpPr>
          <p:cNvPr id="137" name="World Knowledge corner vertical">
            <a:extLst xmlns:a="http://schemas.openxmlformats.org/drawingml/2006/main">
              <a:ext uri="{FF2B5EF4-FFF2-40B4-BE49-F238E27FC236}">
                <a16:creationId xmlns:a16="http://schemas.microsoft.com/office/drawing/2014/main" id="{2C977551-60D1-4DF9-975D-9BE44BB4E36D}"/>
              </a:ext>
            </a:extLst>
          </p:cNvPr>
          <p:cNvSpPr>
            <a:spLocks xmlns:a="http://schemas.openxmlformats.org/drawingml/2006/main" noGrp="1"/>
          </p:cNvSpPr>
          <p:nvPr/>
        </p:nvSpPr>
        <p:spPr>
          <a:xfrm xmlns:a="http://schemas.openxmlformats.org/drawingml/2006/main">
            <a:off x="3055460" y="6002790"/>
            <a:ext cx="191" cy="200515"/>
          </a:xfrm>
          <a:custGeom xmlns:a="http://schemas.openxmlformats.org/drawingml/2006/main">
            <a:pathLst>
              <a:path w="191" h="200025">
                <a:moveTo>
                  <a:pt x="0" y="200025"/>
                </a:moveTo>
                <a:lnTo>
                  <a:pt x="0" y="0"/>
                </a:lnTo>
              </a:path>
            </a:pathLst>
          </a:custGeom>
          <a:noFill xmlns:a="http://schemas.openxmlformats.org/drawingml/2006/main"/>
          <a:ln xmlns:a="http://schemas.openxmlformats.org/drawingml/2006/main" w="19097">
            <a:solidFill>
              <a:srgbClr val="DCD700"/>
            </a:solidFill>
            <a:prstDash val="solid"/>
          </a:ln>
        </p:spPr>
      </p:sp>
      <p:sp>
        <p:nvSpPr>
          <p:cNvPr id="138" name="World Knowledge corner horizontal">
            <a:extLst xmlns:a="http://schemas.openxmlformats.org/drawingml/2006/main">
              <a:ext uri="{FF2B5EF4-FFF2-40B4-BE49-F238E27FC236}">
                <a16:creationId xmlns:a16="http://schemas.microsoft.com/office/drawing/2014/main" id="{84AC7239-19CB-43EF-82E2-60D611224E7F}"/>
              </a:ext>
            </a:extLst>
          </p:cNvPr>
          <p:cNvSpPr>
            <a:spLocks xmlns:a="http://schemas.openxmlformats.org/drawingml/2006/main" noGrp="1"/>
          </p:cNvSpPr>
          <p:nvPr/>
        </p:nvSpPr>
        <p:spPr>
          <a:xfrm xmlns:a="http://schemas.openxmlformats.org/drawingml/2006/main">
            <a:off x="4363578" y="6203304"/>
            <a:ext cx="238708" cy="191"/>
          </a:xfrm>
          <a:custGeom xmlns:a="http://schemas.openxmlformats.org/drawingml/2006/main">
            <a:pathLst>
              <a:path w="238125" h="191">
                <a:moveTo>
                  <a:pt x="238125" y="0"/>
                </a:moveTo>
                <a:lnTo>
                  <a:pt x="0" y="0"/>
                </a:lnTo>
              </a:path>
            </a:pathLst>
          </a:custGeom>
          <a:noFill xmlns:a="http://schemas.openxmlformats.org/drawingml/2006/main"/>
          <a:ln xmlns:a="http://schemas.openxmlformats.org/drawingml/2006/main" w="19097">
            <a:solidFill>
              <a:srgbClr val="DCD700"/>
            </a:solidFill>
            <a:prstDash val="solid"/>
          </a:ln>
        </p:spPr>
      </p:sp>
      <p:sp>
        <p:nvSpPr>
          <p:cNvPr id="139" name="World Knowledge corner vertical">
            <a:extLst xmlns:a="http://schemas.openxmlformats.org/drawingml/2006/main">
              <a:ext uri="{FF2B5EF4-FFF2-40B4-BE49-F238E27FC236}">
                <a16:creationId xmlns:a16="http://schemas.microsoft.com/office/drawing/2014/main" id="{69478BBC-FF98-4B97-ACBB-06B906849BD6}"/>
              </a:ext>
            </a:extLst>
          </p:cNvPr>
          <p:cNvSpPr>
            <a:spLocks xmlns:a="http://schemas.openxmlformats.org/drawingml/2006/main" noGrp="1"/>
          </p:cNvSpPr>
          <p:nvPr/>
        </p:nvSpPr>
        <p:spPr>
          <a:xfrm xmlns:a="http://schemas.openxmlformats.org/drawingml/2006/main">
            <a:off x="4602286" y="6002790"/>
            <a:ext cx="191" cy="200515"/>
          </a:xfrm>
          <a:custGeom xmlns:a="http://schemas.openxmlformats.org/drawingml/2006/main">
            <a:pathLst>
              <a:path w="191" h="200025">
                <a:moveTo>
                  <a:pt x="0" y="200025"/>
                </a:moveTo>
                <a:lnTo>
                  <a:pt x="0" y="0"/>
                </a:lnTo>
              </a:path>
            </a:pathLst>
          </a:custGeom>
          <a:noFill xmlns:a="http://schemas.openxmlformats.org/drawingml/2006/main"/>
          <a:ln xmlns:a="http://schemas.openxmlformats.org/drawingml/2006/main" w="19097">
            <a:solidFill>
              <a:srgbClr val="DCD700"/>
            </a:solidFill>
            <a:prstDash val="solid"/>
          </a:ln>
        </p:spPr>
      </p:sp>
      <p:sp>
        <p:nvSpPr>
          <p:cNvPr id="140" name="Math card">
            <a:extLst xmlns:a="http://schemas.openxmlformats.org/drawingml/2006/main">
              <a:ext uri="{FF2B5EF4-FFF2-40B4-BE49-F238E27FC236}">
                <a16:creationId xmlns:a16="http://schemas.microsoft.com/office/drawing/2014/main" id="{539340ED-DEDF-4FFF-A7B3-35F3C1A53EE7}"/>
              </a:ext>
            </a:extLst>
          </p:cNvPr>
          <p:cNvSpPr>
            <a:spLocks xmlns:a="http://schemas.openxmlformats.org/drawingml/2006/main" noGrp="1"/>
          </p:cNvSpPr>
          <p:nvPr/>
        </p:nvSpPr>
        <p:spPr>
          <a:xfrm xmlns:a="http://schemas.openxmlformats.org/drawingml/2006/main">
            <a:off x="14752141" y="3510680"/>
            <a:ext cx="4659576" cy="2854945"/>
          </a:xfrm>
          <a:custGeom xmlns:a="http://schemas.openxmlformats.org/drawingml/2006/main">
            <a:pathLst>
              <a:path w="4648200" h="2847975">
                <a:moveTo>
                  <a:pt x="57150" y="0"/>
                </a:moveTo>
                <a:lnTo>
                  <a:pt x="4591050" y="0"/>
                </a:lnTo>
                <a:cubicBezTo>
                  <a:pt x="4622613" y="0"/>
                  <a:pt x="4648200" y="25587"/>
                  <a:pt x="4648200" y="57150"/>
                </a:cubicBezTo>
                <a:lnTo>
                  <a:pt x="4648200" y="2790825"/>
                </a:lnTo>
                <a:cubicBezTo>
                  <a:pt x="4648200" y="2822388"/>
                  <a:pt x="4622613" y="2847975"/>
                  <a:pt x="4591050" y="2847975"/>
                </a:cubicBezTo>
                <a:lnTo>
                  <a:pt x="57150" y="2847975"/>
                </a:lnTo>
                <a:cubicBezTo>
                  <a:pt x="25587" y="2847975"/>
                  <a:pt x="0" y="2822388"/>
                  <a:pt x="0" y="2790825"/>
                </a:cubicBezTo>
                <a:lnTo>
                  <a:pt x="0" y="57150"/>
                </a:lnTo>
                <a:cubicBezTo>
                  <a:pt x="0" y="25587"/>
                  <a:pt x="25587" y="0"/>
                  <a:pt x="57150" y="0"/>
                </a:cubicBezTo>
                <a:close/>
              </a:path>
            </a:pathLst>
          </a:custGeom>
          <a:solidFill xmlns:a="http://schemas.openxmlformats.org/drawingml/2006/main">
            <a:srgbClr val="EFF6FC"/>
          </a:solidFill>
          <a:ln xmlns:a="http://schemas.openxmlformats.org/drawingml/2006/main" w="25780">
            <a:solidFill>
              <a:srgbClr val="A3C3F2"/>
            </a:solidFill>
            <a:prstDash val="solid"/>
          </a:ln>
        </p:spPr>
      </p:sp>
      <p:sp>
        <p:nvSpPr>
          <p:cNvPr id="141" name="Math header">
            <a:extLst xmlns:a="http://schemas.openxmlformats.org/drawingml/2006/main">
              <a:ext uri="{FF2B5EF4-FFF2-40B4-BE49-F238E27FC236}">
                <a16:creationId xmlns:a16="http://schemas.microsoft.com/office/drawing/2014/main" id="{AD7295B1-7A65-4D7B-9236-5F25D9393B5A}"/>
              </a:ext>
            </a:extLst>
          </p:cNvPr>
          <p:cNvSpPr>
            <a:spLocks xmlns:a="http://schemas.openxmlformats.org/drawingml/2006/main" noGrp="1"/>
          </p:cNvSpPr>
          <p:nvPr/>
        </p:nvSpPr>
        <p:spPr>
          <a:xfrm xmlns:a="http://schemas.openxmlformats.org/drawingml/2006/main">
            <a:off x="14752141" y="3510680"/>
            <a:ext cx="4659576" cy="448771"/>
          </a:xfrm>
          <a:custGeom xmlns:a="http://schemas.openxmlformats.org/drawingml/2006/main">
            <a:pathLst>
              <a:path w="4648200" h="447675">
                <a:moveTo>
                  <a:pt x="57150" y="0"/>
                </a:moveTo>
                <a:lnTo>
                  <a:pt x="4591050" y="0"/>
                </a:lnTo>
                <a:cubicBezTo>
                  <a:pt x="4622613" y="0"/>
                  <a:pt x="4648200" y="25587"/>
                  <a:pt x="4648200" y="57150"/>
                </a:cubicBezTo>
                <a:lnTo>
                  <a:pt x="4648200" y="390525"/>
                </a:lnTo>
                <a:cubicBezTo>
                  <a:pt x="4648200" y="422088"/>
                  <a:pt x="4622613" y="447675"/>
                  <a:pt x="4591050" y="447675"/>
                </a:cubicBezTo>
                <a:lnTo>
                  <a:pt x="57150" y="447675"/>
                </a:lnTo>
                <a:cubicBezTo>
                  <a:pt x="25587" y="447675"/>
                  <a:pt x="0" y="422088"/>
                  <a:pt x="0" y="390525"/>
                </a:cubicBezTo>
                <a:lnTo>
                  <a:pt x="0" y="57150"/>
                </a:lnTo>
                <a:cubicBezTo>
                  <a:pt x="0" y="25587"/>
                  <a:pt x="25587" y="0"/>
                  <a:pt x="57150" y="0"/>
                </a:cubicBezTo>
                <a:close/>
              </a:path>
            </a:pathLst>
          </a:custGeom>
          <a:solidFill xmlns:a="http://schemas.openxmlformats.org/drawingml/2006/main">
            <a:srgbClr val="A3C3F2"/>
          </a:solidFill>
          <a:ln xmlns:a="http://schemas.openxmlformats.org/drawingml/2006/main" w="9548">
            <a:noFill/>
            <a:prstDash val="solid"/>
          </a:ln>
        </p:spPr>
      </p:sp>
      <p:pic>
        <p:nvPicPr>
          <p:cNvPr id="142" name="">
            <a:extLst xmlns:a="http://schemas.openxmlformats.org/drawingml/2006/main">
              <a:ext uri="{FF2B5EF4-FFF2-40B4-BE49-F238E27FC236}">
                <a16:creationId xmlns:a16="http://schemas.microsoft.com/office/drawing/2014/main" id="{770B861B-57EE-4C85-956B-EE37BE3499A4}"/>
              </a:ext>
            </a:extLst>
          </p:cNvPr>
          <p:cNvPicPr>
            <a:picLocks xmlns:a="http://schemas.openxmlformats.org/drawingml/2006/main" noChangeAspect="1"/>
          </p:cNvPicPr>
          <p:nvPr/>
        </p:nvPicPr>
        <p:blipFill>
          <a:blip xmlns:r="http://schemas.openxmlformats.org/officeDocument/2006/relationships" xmlns:a="http://schemas.openxmlformats.org/drawingml/2006/main" r:embed="R65ab625b0033411d"/>
          <a:stretch xmlns:a="http://schemas.openxmlformats.org/drawingml/2006/main"/>
        </p:blipFill>
        <p:spPr>
          <a:xfrm xmlns:a="http://schemas.openxmlformats.org/drawingml/2006/main">
            <a:off x="16461289" y="3567970"/>
            <a:ext cx="334191" cy="362836"/>
          </a:xfrm>
          <a:prstGeom xmlns:a="http://schemas.openxmlformats.org/drawingml/2006/main" prst="rect">
            <a:avLst/>
          </a:prstGeom>
        </p:spPr>
      </p:pic>
      <p:sp>
        <p:nvSpPr>
          <p:cNvPr id="143" name="Math prompt divider">
            <a:extLst xmlns:a="http://schemas.openxmlformats.org/drawingml/2006/main">
              <a:ext uri="{FF2B5EF4-FFF2-40B4-BE49-F238E27FC236}">
                <a16:creationId xmlns:a16="http://schemas.microsoft.com/office/drawing/2014/main" id="{F4930426-B927-4484-9641-7D78D0CE1EC0}"/>
              </a:ext>
            </a:extLst>
          </p:cNvPr>
          <p:cNvSpPr>
            <a:spLocks xmlns:a="http://schemas.openxmlformats.org/drawingml/2006/main" noGrp="1"/>
          </p:cNvSpPr>
          <p:nvPr/>
        </p:nvSpPr>
        <p:spPr>
          <a:xfrm xmlns:a="http://schemas.openxmlformats.org/drawingml/2006/main">
            <a:off x="14828527" y="4627833"/>
            <a:ext cx="4497255" cy="191"/>
          </a:xfrm>
          <a:custGeom xmlns:a="http://schemas.openxmlformats.org/drawingml/2006/main">
            <a:pathLst>
              <a:path w="4486275" h="191">
                <a:moveTo>
                  <a:pt x="0" y="0"/>
                </a:moveTo>
                <a:lnTo>
                  <a:pt x="4486275" y="0"/>
                </a:lnTo>
              </a:path>
            </a:pathLst>
          </a:custGeom>
          <a:noFill xmlns:a="http://schemas.openxmlformats.org/drawingml/2006/main"/>
          <a:ln xmlns:a="http://schemas.openxmlformats.org/drawingml/2006/main" w="28645">
            <a:solidFill>
              <a:srgbClr val="6294DC"/>
            </a:solidFill>
            <a:prstDash val="dash"/>
          </a:ln>
        </p:spPr>
      </p:sp>
      <p:sp>
        <p:nvSpPr>
          <p:cNvPr id="144" name="Math user disk">
            <a:extLst xmlns:a="http://schemas.openxmlformats.org/drawingml/2006/main">
              <a:ext uri="{FF2B5EF4-FFF2-40B4-BE49-F238E27FC236}">
                <a16:creationId xmlns:a16="http://schemas.microsoft.com/office/drawing/2014/main" id="{77B95330-811A-4B05-B1AC-987CD3E818F3}"/>
              </a:ext>
            </a:extLst>
          </p:cNvPr>
          <p:cNvSpPr>
            <a:spLocks xmlns:a="http://schemas.openxmlformats.org/drawingml/2006/main" noGrp="1"/>
          </p:cNvSpPr>
          <p:nvPr/>
        </p:nvSpPr>
        <p:spPr>
          <a:xfrm xmlns:a="http://schemas.openxmlformats.org/drawingml/2006/main">
            <a:off x="14885817" y="4045386"/>
            <a:ext cx="324643" cy="324643"/>
          </a:xfrm>
          <a:custGeom xmlns:a="http://schemas.openxmlformats.org/drawingml/2006/main">
            <a:pathLst>
              <a:path w="323850" h="323850">
                <a:moveTo>
                  <a:pt x="323850" y="161925"/>
                </a:moveTo>
                <a:cubicBezTo>
                  <a:pt x="323850" y="251354"/>
                  <a:pt x="251354" y="323850"/>
                  <a:pt x="161925" y="323850"/>
                </a:cubicBezTo>
                <a:cubicBezTo>
                  <a:pt x="72496" y="323850"/>
                  <a:pt x="0" y="251354"/>
                  <a:pt x="0" y="161925"/>
                </a:cubicBezTo>
                <a:cubicBezTo>
                  <a:pt x="0" y="72496"/>
                  <a:pt x="72496" y="0"/>
                  <a:pt x="161925" y="0"/>
                </a:cubicBezTo>
                <a:cubicBezTo>
                  <a:pt x="251354" y="0"/>
                  <a:pt x="323850" y="72496"/>
                  <a:pt x="323850" y="161925"/>
                </a:cubicBezTo>
                <a:close/>
              </a:path>
            </a:pathLst>
          </a:custGeom>
          <a:solidFill xmlns:a="http://schemas.openxmlformats.org/drawingml/2006/main">
            <a:srgbClr val="6294DC"/>
          </a:solidFill>
          <a:ln xmlns:a="http://schemas.openxmlformats.org/drawingml/2006/main" w="9548">
            <a:noFill/>
            <a:prstDash val="solid"/>
          </a:ln>
        </p:spPr>
      </p:sp>
      <p:sp>
        <p:nvSpPr>
          <p:cNvPr id="145" name="Math user head">
            <a:extLst xmlns:a="http://schemas.openxmlformats.org/drawingml/2006/main">
              <a:ext uri="{FF2B5EF4-FFF2-40B4-BE49-F238E27FC236}">
                <a16:creationId xmlns:a16="http://schemas.microsoft.com/office/drawing/2014/main" id="{2812A496-DCDE-41B2-8AB2-20C27E879FE8}"/>
              </a:ext>
            </a:extLst>
          </p:cNvPr>
          <p:cNvSpPr>
            <a:spLocks xmlns:a="http://schemas.openxmlformats.org/drawingml/2006/main" noGrp="1"/>
          </p:cNvSpPr>
          <p:nvPr/>
        </p:nvSpPr>
        <p:spPr>
          <a:xfrm xmlns:a="http://schemas.openxmlformats.org/drawingml/2006/main">
            <a:off x="14981300" y="4083579"/>
            <a:ext cx="143225" cy="143225"/>
          </a:xfrm>
          <a:custGeom xmlns:a="http://schemas.openxmlformats.org/drawingml/2006/main">
            <a:pathLst>
              <a:path w="142875" h="142875">
                <a:moveTo>
                  <a:pt x="142875" y="71438"/>
                </a:moveTo>
                <a:cubicBezTo>
                  <a:pt x="142875" y="110891"/>
                  <a:pt x="110891" y="142875"/>
                  <a:pt x="71438" y="142875"/>
                </a:cubicBezTo>
                <a:cubicBezTo>
                  <a:pt x="31984" y="142875"/>
                  <a:pt x="0" y="110891"/>
                  <a:pt x="0" y="71438"/>
                </a:cubicBezTo>
                <a:cubicBezTo>
                  <a:pt x="0" y="31984"/>
                  <a:pt x="31984" y="0"/>
                  <a:pt x="71438" y="0"/>
                </a:cubicBezTo>
                <a:cubicBezTo>
                  <a:pt x="110891" y="0"/>
                  <a:pt x="142875" y="31984"/>
                  <a:pt x="142875" y="71438"/>
                </a:cubicBezTo>
                <a:close/>
              </a:path>
            </a:pathLst>
          </a:custGeom>
          <a:solidFill xmlns:a="http://schemas.openxmlformats.org/drawingml/2006/main">
            <a:srgbClr val="FFFFFF"/>
          </a:solidFill>
          <a:ln xmlns:a="http://schemas.openxmlformats.org/drawingml/2006/main" w="9548">
            <a:noFill/>
            <a:prstDash val="solid"/>
          </a:ln>
        </p:spPr>
      </p:sp>
      <p:sp>
        <p:nvSpPr>
          <p:cNvPr id="146" name="Math user shoulders">
            <a:extLst xmlns:a="http://schemas.openxmlformats.org/drawingml/2006/main">
              <a:ext uri="{FF2B5EF4-FFF2-40B4-BE49-F238E27FC236}">
                <a16:creationId xmlns:a16="http://schemas.microsoft.com/office/drawing/2014/main" id="{36BB9AF4-DA10-41BF-AFEC-B2BD5396BAA2}"/>
              </a:ext>
            </a:extLst>
          </p:cNvPr>
          <p:cNvSpPr>
            <a:spLocks xmlns:a="http://schemas.openxmlformats.org/drawingml/2006/main" noGrp="1"/>
          </p:cNvSpPr>
          <p:nvPr/>
        </p:nvSpPr>
        <p:spPr>
          <a:xfrm xmlns:a="http://schemas.openxmlformats.org/drawingml/2006/main">
            <a:off x="14943107" y="4217256"/>
            <a:ext cx="219611" cy="114580"/>
          </a:xfrm>
          <a:custGeom xmlns:a="http://schemas.openxmlformats.org/drawingml/2006/main">
            <a:pathLst>
              <a:path w="219075" h="114300">
                <a:moveTo>
                  <a:pt x="219075" y="57150"/>
                </a:moveTo>
                <a:cubicBezTo>
                  <a:pt x="219075" y="88713"/>
                  <a:pt x="170033" y="114300"/>
                  <a:pt x="109538" y="114300"/>
                </a:cubicBezTo>
                <a:cubicBezTo>
                  <a:pt x="49042" y="114300"/>
                  <a:pt x="0" y="88713"/>
                  <a:pt x="0" y="57150"/>
                </a:cubicBezTo>
                <a:cubicBezTo>
                  <a:pt x="0" y="25587"/>
                  <a:pt x="49042" y="0"/>
                  <a:pt x="109538" y="0"/>
                </a:cubicBezTo>
                <a:cubicBezTo>
                  <a:pt x="170033" y="0"/>
                  <a:pt x="219075" y="25587"/>
                  <a:pt x="219075" y="57150"/>
                </a:cubicBezTo>
                <a:close/>
              </a:path>
            </a:pathLst>
          </a:custGeom>
          <a:solidFill xmlns:a="http://schemas.openxmlformats.org/drawingml/2006/main">
            <a:srgbClr val="FFFFFF"/>
          </a:solidFill>
          <a:ln xmlns:a="http://schemas.openxmlformats.org/drawingml/2006/main" w="9548">
            <a:noFill/>
            <a:prstDash val="solid"/>
          </a:ln>
        </p:spPr>
      </p:sp>
      <p:sp>
        <p:nvSpPr>
          <p:cNvPr id="147" name="Math evidence container">
            <a:extLst xmlns:a="http://schemas.openxmlformats.org/drawingml/2006/main">
              <a:ext uri="{FF2B5EF4-FFF2-40B4-BE49-F238E27FC236}">
                <a16:creationId xmlns:a16="http://schemas.microsoft.com/office/drawing/2014/main" id="{79814F8D-6EAE-4E77-8011-E2F8120DEC6A}"/>
              </a:ext>
            </a:extLst>
          </p:cNvPr>
          <p:cNvSpPr>
            <a:spLocks xmlns:a="http://schemas.openxmlformats.org/drawingml/2006/main" noGrp="1"/>
          </p:cNvSpPr>
          <p:nvPr/>
        </p:nvSpPr>
        <p:spPr>
          <a:xfrm xmlns:a="http://schemas.openxmlformats.org/drawingml/2006/main">
            <a:off x="15286846" y="4713768"/>
            <a:ext cx="2052887" cy="1346312"/>
          </a:xfrm>
          <a:custGeom xmlns:a="http://schemas.openxmlformats.org/drawingml/2006/main">
            <a:pathLst>
              <a:path w="2047875" h="1343025">
                <a:moveTo>
                  <a:pt x="19050" y="0"/>
                </a:moveTo>
                <a:lnTo>
                  <a:pt x="2028825" y="0"/>
                </a:lnTo>
                <a:cubicBezTo>
                  <a:pt x="2039346" y="0"/>
                  <a:pt x="2047875" y="8529"/>
                  <a:pt x="2047875" y="19050"/>
                </a:cubicBezTo>
                <a:lnTo>
                  <a:pt x="2047875" y="1323975"/>
                </a:lnTo>
                <a:cubicBezTo>
                  <a:pt x="2047875" y="1334496"/>
                  <a:pt x="2039346" y="1343025"/>
                  <a:pt x="2028825" y="1343025"/>
                </a:cubicBezTo>
                <a:lnTo>
                  <a:pt x="19050" y="1343025"/>
                </a:lnTo>
                <a:cubicBezTo>
                  <a:pt x="8529" y="1343025"/>
                  <a:pt x="0" y="1334496"/>
                  <a:pt x="0" y="1323975"/>
                </a:cubicBezTo>
                <a:lnTo>
                  <a:pt x="0" y="19050"/>
                </a:lnTo>
                <a:cubicBezTo>
                  <a:pt x="0" y="8529"/>
                  <a:pt x="8529" y="0"/>
                  <a:pt x="19050" y="0"/>
                </a:cubicBezTo>
                <a:close/>
              </a:path>
            </a:pathLst>
          </a:custGeom>
          <a:solidFill xmlns:a="http://schemas.openxmlformats.org/drawingml/2006/main">
            <a:srgbClr val="FFFFFF"/>
          </a:solidFill>
          <a:ln xmlns:a="http://schemas.openxmlformats.org/drawingml/2006/main" w="28645">
            <a:solidFill>
              <a:srgbClr val="6294DC"/>
            </a:solidFill>
            <a:prstDash val="solid"/>
          </a:ln>
        </p:spPr>
      </p:sp>
      <p:sp>
        <p:nvSpPr>
          <p:cNvPr id="148" name="Math tool rail">
            <a:extLst xmlns:a="http://schemas.openxmlformats.org/drawingml/2006/main">
              <a:ext uri="{FF2B5EF4-FFF2-40B4-BE49-F238E27FC236}">
                <a16:creationId xmlns:a16="http://schemas.microsoft.com/office/drawing/2014/main" id="{445CDE86-B8C4-49AB-B2EB-DBF576CBA821}"/>
              </a:ext>
            </a:extLst>
          </p:cNvPr>
          <p:cNvSpPr>
            <a:spLocks xmlns:a="http://schemas.openxmlformats.org/drawingml/2006/main" noGrp="1"/>
          </p:cNvSpPr>
          <p:nvPr/>
        </p:nvSpPr>
        <p:spPr>
          <a:xfrm xmlns:a="http://schemas.openxmlformats.org/drawingml/2006/main">
            <a:off x="14933559" y="4971572"/>
            <a:ext cx="229159" cy="1279474"/>
          </a:xfrm>
          <a:custGeom xmlns:a="http://schemas.openxmlformats.org/drawingml/2006/main">
            <a:pathLst>
              <a:path w="228600" h="1276350">
                <a:moveTo>
                  <a:pt x="114300" y="0"/>
                </a:moveTo>
                <a:lnTo>
                  <a:pt x="114300" y="0"/>
                </a:lnTo>
                <a:cubicBezTo>
                  <a:pt x="177426" y="0"/>
                  <a:pt x="228600" y="51174"/>
                  <a:pt x="228600" y="114300"/>
                </a:cubicBezTo>
                <a:lnTo>
                  <a:pt x="228600" y="1162050"/>
                </a:lnTo>
                <a:cubicBezTo>
                  <a:pt x="228600" y="1225176"/>
                  <a:pt x="177426" y="1276350"/>
                  <a:pt x="114300" y="1276350"/>
                </a:cubicBezTo>
                <a:lnTo>
                  <a:pt x="114300" y="1276350"/>
                </a:lnTo>
                <a:cubicBezTo>
                  <a:pt x="51174" y="1276350"/>
                  <a:pt x="0" y="1225176"/>
                  <a:pt x="0" y="1162050"/>
                </a:cubicBezTo>
                <a:lnTo>
                  <a:pt x="0" y="114300"/>
                </a:lnTo>
                <a:cubicBezTo>
                  <a:pt x="0" y="51174"/>
                  <a:pt x="51174" y="0"/>
                  <a:pt x="114300" y="0"/>
                </a:cubicBezTo>
                <a:close/>
              </a:path>
            </a:pathLst>
          </a:custGeom>
          <a:solidFill xmlns:a="http://schemas.openxmlformats.org/drawingml/2006/main">
            <a:srgbClr val="FFFFFF"/>
          </a:solidFill>
          <a:ln xmlns:a="http://schemas.openxmlformats.org/drawingml/2006/main" w="19097">
            <a:solidFill>
              <a:srgbClr val="6294DC"/>
            </a:solidFill>
            <a:prstDash val="solid"/>
          </a:ln>
        </p:spPr>
      </p:sp>
      <p:sp>
        <p:nvSpPr>
          <p:cNvPr id="149" name="Math tool label">
            <a:extLst xmlns:a="http://schemas.openxmlformats.org/drawingml/2006/main">
              <a:ext uri="{FF2B5EF4-FFF2-40B4-BE49-F238E27FC236}">
                <a16:creationId xmlns:a16="http://schemas.microsoft.com/office/drawing/2014/main" id="{C113608B-7E9D-450A-A96A-98CCE76EF3EB}"/>
              </a:ext>
            </a:extLst>
          </p:cNvPr>
          <p:cNvSpPr>
            <a:spLocks xmlns:a="http://schemas.openxmlformats.org/drawingml/2006/main" noGrp="1"/>
          </p:cNvSpPr>
          <p:nvPr/>
        </p:nvSpPr>
        <p:spPr>
          <a:xfrm xmlns:a="http://schemas.openxmlformats.org/drawingml/2006/main" rot="5400000">
            <a:off x="14685303" y="5523442"/>
            <a:ext cx="735220" cy="16355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920" b="0" i="0">
                <a:solidFill>
                  <a:srgbClr val="101010"/>
                </a:solidFill>
                <a:latin typeface="Comic Sans MS"/>
                <a:ea typeface="Comic Sans MS"/>
                <a:cs typeface="Comic Sans MS"/>
              </a:defRPr>
            </a:defPPr>
          </a:lstStyle>
          <a:p xmlns:a="http://schemas.openxmlformats.org/drawingml/2006/main">
            <a:pPr algn="l">
              <a:lnSpc>
                <a:spcPct val="100000"/>
              </a:lnSpc>
              <a:buNone/>
              <a:defRPr sz="920" b="0" i="0">
                <a:solidFill>
                  <a:srgbClr val="101010"/>
                </a:solidFill>
                <a:latin typeface="Comic Sans MS"/>
                <a:ea typeface="Comic Sans MS"/>
                <a:cs typeface="Comic Sans MS"/>
              </a:defRPr>
            </a:pPr>
            <a:r>
              <a:rPr sz="920" b="0" i="0">
                <a:solidFill>
                  <a:srgbClr val="101010"/>
                </a:solidFill>
                <a:latin typeface="Comic Sans MS"/>
                <a:ea typeface="Comic Sans MS"/>
                <a:cs typeface="Comic Sans MS"/>
              </a:rPr>
              <a:t>reasoning...</a:t>
            </a:r>
          </a:p>
        </p:txBody>
      </p:sp>
      <p:pic>
        <p:nvPicPr>
          <p:cNvPr id="150" name="">
            <a:extLst xmlns:a="http://schemas.openxmlformats.org/drawingml/2006/main">
              <a:ext uri="{FF2B5EF4-FFF2-40B4-BE49-F238E27FC236}">
                <a16:creationId xmlns:a16="http://schemas.microsoft.com/office/drawing/2014/main" id="{E3EECED1-608E-4724-8D20-D3D313D944A2}"/>
              </a:ext>
            </a:extLst>
          </p:cNvPr>
          <p:cNvPicPr>
            <a:picLocks xmlns:a="http://schemas.openxmlformats.org/drawingml/2006/main" noChangeAspect="1"/>
          </p:cNvPicPr>
          <p:nvPr/>
        </p:nvPicPr>
        <p:blipFill>
          <a:blip xmlns:r="http://schemas.openxmlformats.org/officeDocument/2006/relationships" xmlns:a="http://schemas.openxmlformats.org/drawingml/2006/main" r:embed="R596781e134134623"/>
          <a:stretch xmlns:a="http://schemas.openxmlformats.org/drawingml/2006/main"/>
        </p:blipFill>
        <p:spPr>
          <a:xfrm xmlns:a="http://schemas.openxmlformats.org/drawingml/2006/main">
            <a:off x="14962204" y="5009765"/>
            <a:ext cx="181418" cy="200515"/>
          </a:xfrm>
          <a:prstGeom xmlns:a="http://schemas.openxmlformats.org/drawingml/2006/main" prst="rect">
            <a:avLst/>
          </a:prstGeom>
        </p:spPr>
      </p:pic>
      <p:pic>
        <p:nvPicPr>
          <p:cNvPr id="151" name="">
            <a:extLst xmlns:a="http://schemas.openxmlformats.org/drawingml/2006/main">
              <a:ext uri="{FF2B5EF4-FFF2-40B4-BE49-F238E27FC236}">
                <a16:creationId xmlns:a16="http://schemas.microsoft.com/office/drawing/2014/main" id="{A4F58CDC-A13F-48CE-9375-7B4C67BBCDC1}"/>
              </a:ext>
            </a:extLst>
          </p:cNvPr>
          <p:cNvPicPr>
            <a:picLocks xmlns:a="http://schemas.openxmlformats.org/drawingml/2006/main" noChangeAspect="1"/>
          </p:cNvPicPr>
          <p:nvPr/>
        </p:nvPicPr>
        <p:blipFill>
          <a:blip xmlns:r="http://schemas.openxmlformats.org/officeDocument/2006/relationships" xmlns:a="http://schemas.openxmlformats.org/drawingml/2006/main" r:embed="Ra9137ae2300b444c"/>
          <a:stretch xmlns:a="http://schemas.openxmlformats.org/drawingml/2006/main"/>
        </p:blipFill>
        <p:spPr>
          <a:xfrm xmlns:a="http://schemas.openxmlformats.org/drawingml/2006/main">
            <a:off x="14818979" y="4732864"/>
            <a:ext cx="429674" cy="257804"/>
          </a:xfrm>
          <a:prstGeom xmlns:a="http://schemas.openxmlformats.org/drawingml/2006/main" prst="rect">
            <a:avLst/>
          </a:prstGeom>
        </p:spPr>
      </p:pic>
      <p:sp>
        <p:nvSpPr>
          <p:cNvPr id="152" name="Math text tag">
            <a:extLst xmlns:a="http://schemas.openxmlformats.org/drawingml/2006/main">
              <a:ext uri="{FF2B5EF4-FFF2-40B4-BE49-F238E27FC236}">
                <a16:creationId xmlns:a16="http://schemas.microsoft.com/office/drawing/2014/main" id="{E64915FB-6204-44D9-A162-6090238FAED1}"/>
              </a:ext>
            </a:extLst>
          </p:cNvPr>
          <p:cNvSpPr>
            <a:spLocks xmlns:a="http://schemas.openxmlformats.org/drawingml/2006/main" noGrp="1"/>
          </p:cNvSpPr>
          <p:nvPr/>
        </p:nvSpPr>
        <p:spPr>
          <a:xfrm xmlns:a="http://schemas.openxmlformats.org/drawingml/2006/main">
            <a:off x="15286846" y="6069628"/>
            <a:ext cx="697027" cy="152773"/>
          </a:xfrm>
          <a:custGeom xmlns:a="http://schemas.openxmlformats.org/drawingml/2006/main">
            <a:pathLst>
              <a:path w="695325" h="152400">
                <a:moveTo>
                  <a:pt x="19050" y="0"/>
                </a:moveTo>
                <a:lnTo>
                  <a:pt x="676275" y="0"/>
                </a:lnTo>
                <a:cubicBezTo>
                  <a:pt x="686796" y="0"/>
                  <a:pt x="695325" y="8529"/>
                  <a:pt x="695325" y="19050"/>
                </a:cubicBezTo>
                <a:lnTo>
                  <a:pt x="695325" y="133350"/>
                </a:lnTo>
                <a:cubicBezTo>
                  <a:pt x="695325" y="143871"/>
                  <a:pt x="686796" y="152400"/>
                  <a:pt x="676275" y="152400"/>
                </a:cubicBezTo>
                <a:lnTo>
                  <a:pt x="19050" y="152400"/>
                </a:lnTo>
                <a:cubicBezTo>
                  <a:pt x="8529" y="152400"/>
                  <a:pt x="0" y="143871"/>
                  <a:pt x="0" y="133350"/>
                </a:cubicBezTo>
                <a:lnTo>
                  <a:pt x="0" y="19050"/>
                </a:lnTo>
                <a:cubicBezTo>
                  <a:pt x="0" y="8529"/>
                  <a:pt x="8529" y="0"/>
                  <a:pt x="19050" y="0"/>
                </a:cubicBezTo>
                <a:close/>
              </a:path>
            </a:pathLst>
          </a:custGeom>
          <a:solidFill xmlns:a="http://schemas.openxmlformats.org/drawingml/2006/main">
            <a:srgbClr val="6294DC"/>
          </a:solidFill>
          <a:ln xmlns:a="http://schemas.openxmlformats.org/drawingml/2006/main" w="9548">
            <a:noFill/>
            <a:prstDash val="solid"/>
          </a:ln>
        </p:spPr>
      </p:sp>
      <p:sp>
        <p:nvSpPr>
          <p:cNvPr id="153" name="Math text tag label">
            <a:extLst xmlns:a="http://schemas.openxmlformats.org/drawingml/2006/main">
              <a:ext uri="{FF2B5EF4-FFF2-40B4-BE49-F238E27FC236}">
                <a16:creationId xmlns:a16="http://schemas.microsoft.com/office/drawing/2014/main" id="{AB44258F-DE34-4985-8591-5F715FB6FE11}"/>
              </a:ext>
            </a:extLst>
          </p:cNvPr>
          <p:cNvSpPr>
            <a:spLocks xmlns:a="http://schemas.openxmlformats.org/drawingml/2006/main" noGrp="1"/>
          </p:cNvSpPr>
          <p:nvPr/>
        </p:nvSpPr>
        <p:spPr>
          <a:xfrm xmlns:a="http://schemas.openxmlformats.org/drawingml/2006/main" rot="0">
            <a:off x="15353685" y="6065161"/>
            <a:ext cx="439222" cy="18326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031" b="0" i="0">
                <a:solidFill>
                  <a:srgbClr val="FFFFFF"/>
                </a:solidFill>
                <a:latin typeface="Comic Sans MS"/>
                <a:ea typeface="Comic Sans MS"/>
                <a:cs typeface="Comic Sans MS"/>
              </a:defRPr>
            </a:defPPr>
          </a:lstStyle>
          <a:p xmlns:a="http://schemas.openxmlformats.org/drawingml/2006/main">
            <a:pPr algn="l">
              <a:lnSpc>
                <a:spcPct val="100000"/>
              </a:lnSpc>
              <a:buNone/>
              <a:defRPr sz="1031" b="0" i="0">
                <a:solidFill>
                  <a:srgbClr val="FFFFFF"/>
                </a:solidFill>
                <a:latin typeface="Comic Sans MS"/>
                <a:ea typeface="Comic Sans MS"/>
                <a:cs typeface="Comic Sans MS"/>
              </a:defRPr>
            </a:pPr>
            <a:r>
              <a:rPr sz="1031" b="0" i="0">
                <a:solidFill>
                  <a:srgbClr val="FFFFFF"/>
                </a:solidFill>
                <a:latin typeface="Comic Sans MS"/>
                <a:ea typeface="Comic Sans MS"/>
                <a:cs typeface="Comic Sans MS"/>
              </a:rPr>
              <a:t>T  text</a:t>
            </a:r>
          </a:p>
        </p:txBody>
      </p:sp>
      <p:sp>
        <p:nvSpPr>
          <p:cNvPr id="154" name="Math evidence to generation">
            <a:extLst xmlns:a="http://schemas.openxmlformats.org/drawingml/2006/main">
              <a:ext uri="{FF2B5EF4-FFF2-40B4-BE49-F238E27FC236}">
                <a16:creationId xmlns:a16="http://schemas.microsoft.com/office/drawing/2014/main" id="{7ED81E48-8E4E-4B18-B472-6ED89748630B}"/>
              </a:ext>
            </a:extLst>
          </p:cNvPr>
          <p:cNvSpPr>
            <a:spLocks xmlns:a="http://schemas.openxmlformats.org/drawingml/2006/main" noGrp="1"/>
          </p:cNvSpPr>
          <p:nvPr/>
        </p:nvSpPr>
        <p:spPr>
          <a:xfrm xmlns:a="http://schemas.openxmlformats.org/drawingml/2006/main">
            <a:off x="17358830" y="5238925"/>
            <a:ext cx="429674" cy="401029"/>
          </a:xfrm>
          <a:custGeom xmlns:a="http://schemas.openxmlformats.org/drawingml/2006/main">
            <a:pathLst>
              <a:path w="428625" h="400050">
                <a:moveTo>
                  <a:pt x="0" y="112014"/>
                </a:moveTo>
                <a:lnTo>
                  <a:pt x="235744" y="112014"/>
                </a:lnTo>
                <a:lnTo>
                  <a:pt x="235744" y="0"/>
                </a:lnTo>
                <a:lnTo>
                  <a:pt x="428625" y="200025"/>
                </a:lnTo>
                <a:lnTo>
                  <a:pt x="235744" y="400050"/>
                </a:lnTo>
                <a:lnTo>
                  <a:pt x="235744" y="288036"/>
                </a:lnTo>
                <a:lnTo>
                  <a:pt x="0" y="288036"/>
                </a:lnTo>
                <a:close/>
              </a:path>
            </a:pathLst>
          </a:custGeom>
          <a:solidFill xmlns:a="http://schemas.openxmlformats.org/drawingml/2006/main">
            <a:srgbClr val="A3C3F2"/>
          </a:solidFill>
          <a:ln xmlns:a="http://schemas.openxmlformats.org/drawingml/2006/main" w="9548">
            <a:noFill/>
            <a:prstDash val="solid"/>
          </a:ln>
        </p:spPr>
      </p:sp>
      <p:pic>
        <p:nvPicPr>
          <p:cNvPr id="155" name="">
            <a:extLst xmlns:a="http://schemas.openxmlformats.org/drawingml/2006/main">
              <a:ext uri="{FF2B5EF4-FFF2-40B4-BE49-F238E27FC236}">
                <a16:creationId xmlns:a16="http://schemas.microsoft.com/office/drawing/2014/main" id="{D26BB997-3B2D-480D-82F6-B9D01125C3BC}"/>
              </a:ext>
            </a:extLst>
          </p:cNvPr>
          <p:cNvPicPr>
            <a:picLocks xmlns:a="http://schemas.openxmlformats.org/drawingml/2006/main" noChangeAspect="1"/>
          </p:cNvPicPr>
          <p:nvPr/>
        </p:nvPicPr>
        <p:blipFill>
          <a:blip xmlns:r="http://schemas.openxmlformats.org/officeDocument/2006/relationships" xmlns:a="http://schemas.openxmlformats.org/drawingml/2006/main" r:embed="Racf528afe6f943b4"/>
          <a:stretch xmlns:a="http://schemas.openxmlformats.org/drawingml/2006/main"/>
        </p:blipFill>
        <p:spPr>
          <a:xfrm xmlns:a="http://schemas.openxmlformats.org/drawingml/2006/main">
            <a:off x="17798052" y="4751961"/>
            <a:ext cx="1441795" cy="1374957"/>
          </a:xfrm>
          <a:prstGeom xmlns:a="http://schemas.openxmlformats.org/drawingml/2006/main" prst="rect">
            <a:avLst/>
          </a:prstGeom>
        </p:spPr>
      </p:pic>
      <p:sp>
        <p:nvSpPr>
          <p:cNvPr id="156" name="Math corner horizontal">
            <a:extLst xmlns:a="http://schemas.openxmlformats.org/drawingml/2006/main">
              <a:ext uri="{FF2B5EF4-FFF2-40B4-BE49-F238E27FC236}">
                <a16:creationId xmlns:a16="http://schemas.microsoft.com/office/drawing/2014/main" id="{5BDD588B-1B4A-4945-BAF6-2C5B0ABF4650}"/>
              </a:ext>
            </a:extLst>
          </p:cNvPr>
          <p:cNvSpPr>
            <a:spLocks xmlns:a="http://schemas.openxmlformats.org/drawingml/2006/main" noGrp="1"/>
          </p:cNvSpPr>
          <p:nvPr/>
        </p:nvSpPr>
        <p:spPr>
          <a:xfrm xmlns:a="http://schemas.openxmlformats.org/drawingml/2006/main">
            <a:off x="17750311" y="4694671"/>
            <a:ext cx="238708" cy="191"/>
          </a:xfrm>
          <a:custGeom xmlns:a="http://schemas.openxmlformats.org/drawingml/2006/main">
            <a:pathLst>
              <a:path w="238125" h="191">
                <a:moveTo>
                  <a:pt x="0" y="0"/>
                </a:moveTo>
                <a:lnTo>
                  <a:pt x="238125" y="0"/>
                </a:lnTo>
              </a:path>
            </a:pathLst>
          </a:custGeom>
          <a:noFill xmlns:a="http://schemas.openxmlformats.org/drawingml/2006/main"/>
          <a:ln xmlns:a="http://schemas.openxmlformats.org/drawingml/2006/main" w="19097">
            <a:solidFill>
              <a:srgbClr val="6294DC"/>
            </a:solidFill>
            <a:prstDash val="solid"/>
          </a:ln>
        </p:spPr>
      </p:sp>
      <p:sp>
        <p:nvSpPr>
          <p:cNvPr id="157" name="Math corner vertical">
            <a:extLst xmlns:a="http://schemas.openxmlformats.org/drawingml/2006/main">
              <a:ext uri="{FF2B5EF4-FFF2-40B4-BE49-F238E27FC236}">
                <a16:creationId xmlns:a16="http://schemas.microsoft.com/office/drawing/2014/main" id="{9D593321-D354-43DC-A881-E63CEBE8EFBA}"/>
              </a:ext>
            </a:extLst>
          </p:cNvPr>
          <p:cNvSpPr>
            <a:spLocks xmlns:a="http://schemas.openxmlformats.org/drawingml/2006/main" noGrp="1"/>
          </p:cNvSpPr>
          <p:nvPr/>
        </p:nvSpPr>
        <p:spPr>
          <a:xfrm xmlns:a="http://schemas.openxmlformats.org/drawingml/2006/main">
            <a:off x="17750311" y="4694671"/>
            <a:ext cx="191" cy="200515"/>
          </a:xfrm>
          <a:custGeom xmlns:a="http://schemas.openxmlformats.org/drawingml/2006/main">
            <a:pathLst>
              <a:path w="191" h="200025">
                <a:moveTo>
                  <a:pt x="0" y="0"/>
                </a:moveTo>
                <a:lnTo>
                  <a:pt x="0" y="200025"/>
                </a:lnTo>
              </a:path>
            </a:pathLst>
          </a:custGeom>
          <a:noFill xmlns:a="http://schemas.openxmlformats.org/drawingml/2006/main"/>
          <a:ln xmlns:a="http://schemas.openxmlformats.org/drawingml/2006/main" w="19097">
            <a:solidFill>
              <a:srgbClr val="6294DC"/>
            </a:solidFill>
            <a:prstDash val="solid"/>
          </a:ln>
        </p:spPr>
      </p:sp>
      <p:sp>
        <p:nvSpPr>
          <p:cNvPr id="158" name="Math corner horizontal">
            <a:extLst xmlns:a="http://schemas.openxmlformats.org/drawingml/2006/main">
              <a:ext uri="{FF2B5EF4-FFF2-40B4-BE49-F238E27FC236}">
                <a16:creationId xmlns:a16="http://schemas.microsoft.com/office/drawing/2014/main" id="{CDFC4A62-F589-4C19-9B53-7B01BF2DB25D}"/>
              </a:ext>
            </a:extLst>
          </p:cNvPr>
          <p:cNvSpPr>
            <a:spLocks xmlns:a="http://schemas.openxmlformats.org/drawingml/2006/main" noGrp="1"/>
          </p:cNvSpPr>
          <p:nvPr/>
        </p:nvSpPr>
        <p:spPr>
          <a:xfrm xmlns:a="http://schemas.openxmlformats.org/drawingml/2006/main">
            <a:off x="19048881" y="4694671"/>
            <a:ext cx="238708" cy="191"/>
          </a:xfrm>
          <a:custGeom xmlns:a="http://schemas.openxmlformats.org/drawingml/2006/main">
            <a:pathLst>
              <a:path w="238125" h="191">
                <a:moveTo>
                  <a:pt x="238125" y="0"/>
                </a:moveTo>
                <a:lnTo>
                  <a:pt x="0" y="0"/>
                </a:lnTo>
              </a:path>
            </a:pathLst>
          </a:custGeom>
          <a:noFill xmlns:a="http://schemas.openxmlformats.org/drawingml/2006/main"/>
          <a:ln xmlns:a="http://schemas.openxmlformats.org/drawingml/2006/main" w="19097">
            <a:solidFill>
              <a:srgbClr val="6294DC"/>
            </a:solidFill>
            <a:prstDash val="solid"/>
          </a:ln>
        </p:spPr>
      </p:sp>
      <p:sp>
        <p:nvSpPr>
          <p:cNvPr id="159" name="Math corner vertical">
            <a:extLst xmlns:a="http://schemas.openxmlformats.org/drawingml/2006/main">
              <a:ext uri="{FF2B5EF4-FFF2-40B4-BE49-F238E27FC236}">
                <a16:creationId xmlns:a16="http://schemas.microsoft.com/office/drawing/2014/main" id="{C8867346-DB0D-407C-8FA6-6665A0320E8E}"/>
              </a:ext>
            </a:extLst>
          </p:cNvPr>
          <p:cNvSpPr>
            <a:spLocks xmlns:a="http://schemas.openxmlformats.org/drawingml/2006/main" noGrp="1"/>
          </p:cNvSpPr>
          <p:nvPr/>
        </p:nvSpPr>
        <p:spPr>
          <a:xfrm xmlns:a="http://schemas.openxmlformats.org/drawingml/2006/main">
            <a:off x="19287589" y="4694671"/>
            <a:ext cx="191" cy="200515"/>
          </a:xfrm>
          <a:custGeom xmlns:a="http://schemas.openxmlformats.org/drawingml/2006/main">
            <a:pathLst>
              <a:path w="191" h="200025">
                <a:moveTo>
                  <a:pt x="0" y="0"/>
                </a:moveTo>
                <a:lnTo>
                  <a:pt x="0" y="200025"/>
                </a:lnTo>
              </a:path>
            </a:pathLst>
          </a:custGeom>
          <a:noFill xmlns:a="http://schemas.openxmlformats.org/drawingml/2006/main"/>
          <a:ln xmlns:a="http://schemas.openxmlformats.org/drawingml/2006/main" w="19097">
            <a:solidFill>
              <a:srgbClr val="6294DC"/>
            </a:solidFill>
            <a:prstDash val="solid"/>
          </a:ln>
        </p:spPr>
      </p:sp>
      <p:sp>
        <p:nvSpPr>
          <p:cNvPr id="160" name="Math corner horizontal">
            <a:extLst xmlns:a="http://schemas.openxmlformats.org/drawingml/2006/main">
              <a:ext uri="{FF2B5EF4-FFF2-40B4-BE49-F238E27FC236}">
                <a16:creationId xmlns:a16="http://schemas.microsoft.com/office/drawing/2014/main" id="{2762C59D-8CF1-41F6-97F8-F21ECDBF2E96}"/>
              </a:ext>
            </a:extLst>
          </p:cNvPr>
          <p:cNvSpPr>
            <a:spLocks xmlns:a="http://schemas.openxmlformats.org/drawingml/2006/main" noGrp="1"/>
          </p:cNvSpPr>
          <p:nvPr/>
        </p:nvSpPr>
        <p:spPr>
          <a:xfrm xmlns:a="http://schemas.openxmlformats.org/drawingml/2006/main">
            <a:off x="17750311" y="6184208"/>
            <a:ext cx="238708" cy="191"/>
          </a:xfrm>
          <a:custGeom xmlns:a="http://schemas.openxmlformats.org/drawingml/2006/main">
            <a:pathLst>
              <a:path w="238125" h="191">
                <a:moveTo>
                  <a:pt x="0" y="0"/>
                </a:moveTo>
                <a:lnTo>
                  <a:pt x="238125" y="0"/>
                </a:lnTo>
              </a:path>
            </a:pathLst>
          </a:custGeom>
          <a:noFill xmlns:a="http://schemas.openxmlformats.org/drawingml/2006/main"/>
          <a:ln xmlns:a="http://schemas.openxmlformats.org/drawingml/2006/main" w="19097">
            <a:solidFill>
              <a:srgbClr val="6294DC"/>
            </a:solidFill>
            <a:prstDash val="solid"/>
          </a:ln>
        </p:spPr>
      </p:sp>
      <p:sp>
        <p:nvSpPr>
          <p:cNvPr id="161" name="Math corner vertical">
            <a:extLst xmlns:a="http://schemas.openxmlformats.org/drawingml/2006/main">
              <a:ext uri="{FF2B5EF4-FFF2-40B4-BE49-F238E27FC236}">
                <a16:creationId xmlns:a16="http://schemas.microsoft.com/office/drawing/2014/main" id="{2462984E-DB36-42BC-BED9-0204CA79EDD1}"/>
              </a:ext>
            </a:extLst>
          </p:cNvPr>
          <p:cNvSpPr>
            <a:spLocks xmlns:a="http://schemas.openxmlformats.org/drawingml/2006/main" noGrp="1"/>
          </p:cNvSpPr>
          <p:nvPr/>
        </p:nvSpPr>
        <p:spPr>
          <a:xfrm xmlns:a="http://schemas.openxmlformats.org/drawingml/2006/main">
            <a:off x="17750311" y="5983693"/>
            <a:ext cx="191" cy="200515"/>
          </a:xfrm>
          <a:custGeom xmlns:a="http://schemas.openxmlformats.org/drawingml/2006/main">
            <a:pathLst>
              <a:path w="191" h="200025">
                <a:moveTo>
                  <a:pt x="0" y="200025"/>
                </a:moveTo>
                <a:lnTo>
                  <a:pt x="0" y="0"/>
                </a:lnTo>
              </a:path>
            </a:pathLst>
          </a:custGeom>
          <a:noFill xmlns:a="http://schemas.openxmlformats.org/drawingml/2006/main"/>
          <a:ln xmlns:a="http://schemas.openxmlformats.org/drawingml/2006/main" w="19097">
            <a:solidFill>
              <a:srgbClr val="6294DC"/>
            </a:solidFill>
            <a:prstDash val="solid"/>
          </a:ln>
        </p:spPr>
      </p:sp>
      <p:sp>
        <p:nvSpPr>
          <p:cNvPr id="162" name="Math corner horizontal">
            <a:extLst xmlns:a="http://schemas.openxmlformats.org/drawingml/2006/main">
              <a:ext uri="{FF2B5EF4-FFF2-40B4-BE49-F238E27FC236}">
                <a16:creationId xmlns:a16="http://schemas.microsoft.com/office/drawing/2014/main" id="{AB4EC11F-74B4-4013-9341-78242F3B7007}"/>
              </a:ext>
            </a:extLst>
          </p:cNvPr>
          <p:cNvSpPr>
            <a:spLocks xmlns:a="http://schemas.openxmlformats.org/drawingml/2006/main" noGrp="1"/>
          </p:cNvSpPr>
          <p:nvPr/>
        </p:nvSpPr>
        <p:spPr>
          <a:xfrm xmlns:a="http://schemas.openxmlformats.org/drawingml/2006/main">
            <a:off x="19048881" y="6184208"/>
            <a:ext cx="238708" cy="191"/>
          </a:xfrm>
          <a:custGeom xmlns:a="http://schemas.openxmlformats.org/drawingml/2006/main">
            <a:pathLst>
              <a:path w="238125" h="191">
                <a:moveTo>
                  <a:pt x="238125" y="0"/>
                </a:moveTo>
                <a:lnTo>
                  <a:pt x="0" y="0"/>
                </a:lnTo>
              </a:path>
            </a:pathLst>
          </a:custGeom>
          <a:noFill xmlns:a="http://schemas.openxmlformats.org/drawingml/2006/main"/>
          <a:ln xmlns:a="http://schemas.openxmlformats.org/drawingml/2006/main" w="19097">
            <a:solidFill>
              <a:srgbClr val="6294DC"/>
            </a:solidFill>
            <a:prstDash val="solid"/>
          </a:ln>
        </p:spPr>
      </p:sp>
      <p:sp>
        <p:nvSpPr>
          <p:cNvPr id="163" name="Math corner vertical">
            <a:extLst xmlns:a="http://schemas.openxmlformats.org/drawingml/2006/main">
              <a:ext uri="{FF2B5EF4-FFF2-40B4-BE49-F238E27FC236}">
                <a16:creationId xmlns:a16="http://schemas.microsoft.com/office/drawing/2014/main" id="{266D868F-BE01-4ADA-9A0C-CCB397C42643}"/>
              </a:ext>
            </a:extLst>
          </p:cNvPr>
          <p:cNvSpPr>
            <a:spLocks xmlns:a="http://schemas.openxmlformats.org/drawingml/2006/main" noGrp="1"/>
          </p:cNvSpPr>
          <p:nvPr/>
        </p:nvSpPr>
        <p:spPr>
          <a:xfrm xmlns:a="http://schemas.openxmlformats.org/drawingml/2006/main">
            <a:off x="19287589" y="5983693"/>
            <a:ext cx="191" cy="200515"/>
          </a:xfrm>
          <a:custGeom xmlns:a="http://schemas.openxmlformats.org/drawingml/2006/main">
            <a:pathLst>
              <a:path w="191" h="200025">
                <a:moveTo>
                  <a:pt x="0" y="200025"/>
                </a:moveTo>
                <a:lnTo>
                  <a:pt x="0" y="0"/>
                </a:lnTo>
              </a:path>
            </a:pathLst>
          </a:custGeom>
          <a:noFill xmlns:a="http://schemas.openxmlformats.org/drawingml/2006/main"/>
          <a:ln xmlns:a="http://schemas.openxmlformats.org/drawingml/2006/main" w="19097">
            <a:solidFill>
              <a:srgbClr val="6294DC"/>
            </a:solidFill>
            <a:prstDash val="solid"/>
          </a:ln>
        </p:spPr>
      </p:sp>
      <p:sp>
        <p:nvSpPr>
          <p:cNvPr id="164" name="Life Reasoning card">
            <a:extLst xmlns:a="http://schemas.openxmlformats.org/drawingml/2006/main">
              <a:ext uri="{FF2B5EF4-FFF2-40B4-BE49-F238E27FC236}">
                <a16:creationId xmlns:a16="http://schemas.microsoft.com/office/drawing/2014/main" id="{028148F4-C7AE-47EC-8ABF-B3431600EA4E}"/>
              </a:ext>
            </a:extLst>
          </p:cNvPr>
          <p:cNvSpPr>
            <a:spLocks xmlns:a="http://schemas.openxmlformats.org/drawingml/2006/main" noGrp="1"/>
          </p:cNvSpPr>
          <p:nvPr/>
        </p:nvSpPr>
        <p:spPr>
          <a:xfrm xmlns:a="http://schemas.openxmlformats.org/drawingml/2006/main">
            <a:off x="76386" y="6575688"/>
            <a:ext cx="4659576" cy="3275071"/>
          </a:xfrm>
          <a:custGeom xmlns:a="http://schemas.openxmlformats.org/drawingml/2006/main">
            <a:pathLst>
              <a:path w="4648200" h="3267075">
                <a:moveTo>
                  <a:pt x="57150" y="0"/>
                </a:moveTo>
                <a:lnTo>
                  <a:pt x="4591050" y="0"/>
                </a:lnTo>
                <a:cubicBezTo>
                  <a:pt x="4622613" y="0"/>
                  <a:pt x="4648200" y="25587"/>
                  <a:pt x="4648200" y="57150"/>
                </a:cubicBezTo>
                <a:lnTo>
                  <a:pt x="4648200" y="3209925"/>
                </a:lnTo>
                <a:cubicBezTo>
                  <a:pt x="4648200" y="3241488"/>
                  <a:pt x="4622613" y="3267075"/>
                  <a:pt x="4591050" y="3267075"/>
                </a:cubicBezTo>
                <a:lnTo>
                  <a:pt x="57150" y="3267075"/>
                </a:lnTo>
                <a:cubicBezTo>
                  <a:pt x="25587" y="3267075"/>
                  <a:pt x="0" y="3241488"/>
                  <a:pt x="0" y="3209925"/>
                </a:cubicBezTo>
                <a:lnTo>
                  <a:pt x="0" y="57150"/>
                </a:lnTo>
                <a:cubicBezTo>
                  <a:pt x="0" y="25587"/>
                  <a:pt x="25587" y="0"/>
                  <a:pt x="57150" y="0"/>
                </a:cubicBezTo>
                <a:close/>
              </a:path>
            </a:pathLst>
          </a:custGeom>
          <a:solidFill xmlns:a="http://schemas.openxmlformats.org/drawingml/2006/main">
            <a:srgbClr val="FEF9F6"/>
          </a:solidFill>
          <a:ln xmlns:a="http://schemas.openxmlformats.org/drawingml/2006/main" w="25780">
            <a:solidFill>
              <a:srgbClr val="FBC394"/>
            </a:solidFill>
            <a:prstDash val="solid"/>
          </a:ln>
        </p:spPr>
      </p:sp>
      <p:sp>
        <p:nvSpPr>
          <p:cNvPr id="165" name="Life Reasoning header">
            <a:extLst xmlns:a="http://schemas.openxmlformats.org/drawingml/2006/main">
              <a:ext uri="{FF2B5EF4-FFF2-40B4-BE49-F238E27FC236}">
                <a16:creationId xmlns:a16="http://schemas.microsoft.com/office/drawing/2014/main" id="{708288D8-3675-4CD8-A7C2-C3FAA82E250A}"/>
              </a:ext>
            </a:extLst>
          </p:cNvPr>
          <p:cNvSpPr>
            <a:spLocks xmlns:a="http://schemas.openxmlformats.org/drawingml/2006/main" noGrp="1"/>
          </p:cNvSpPr>
          <p:nvPr/>
        </p:nvSpPr>
        <p:spPr>
          <a:xfrm xmlns:a="http://schemas.openxmlformats.org/drawingml/2006/main">
            <a:off x="76386" y="6575688"/>
            <a:ext cx="4659576" cy="448771"/>
          </a:xfrm>
          <a:custGeom xmlns:a="http://schemas.openxmlformats.org/drawingml/2006/main">
            <a:pathLst>
              <a:path w="4648200" h="447675">
                <a:moveTo>
                  <a:pt x="57150" y="0"/>
                </a:moveTo>
                <a:lnTo>
                  <a:pt x="4591050" y="0"/>
                </a:lnTo>
                <a:cubicBezTo>
                  <a:pt x="4622613" y="0"/>
                  <a:pt x="4648200" y="25587"/>
                  <a:pt x="4648200" y="57150"/>
                </a:cubicBezTo>
                <a:lnTo>
                  <a:pt x="4648200" y="390525"/>
                </a:lnTo>
                <a:cubicBezTo>
                  <a:pt x="4648200" y="422088"/>
                  <a:pt x="4622613" y="447675"/>
                  <a:pt x="4591050" y="447675"/>
                </a:cubicBezTo>
                <a:lnTo>
                  <a:pt x="57150" y="447675"/>
                </a:lnTo>
                <a:cubicBezTo>
                  <a:pt x="25587" y="447675"/>
                  <a:pt x="0" y="422088"/>
                  <a:pt x="0" y="390525"/>
                </a:cubicBezTo>
                <a:lnTo>
                  <a:pt x="0" y="57150"/>
                </a:lnTo>
                <a:cubicBezTo>
                  <a:pt x="0" y="25587"/>
                  <a:pt x="25587" y="0"/>
                  <a:pt x="57150" y="0"/>
                </a:cubicBezTo>
                <a:close/>
              </a:path>
            </a:pathLst>
          </a:custGeom>
          <a:solidFill xmlns:a="http://schemas.openxmlformats.org/drawingml/2006/main">
            <a:srgbClr val="FBC394"/>
          </a:solidFill>
          <a:ln xmlns:a="http://schemas.openxmlformats.org/drawingml/2006/main" w="9548">
            <a:noFill/>
            <a:prstDash val="solid"/>
          </a:ln>
        </p:spPr>
      </p:sp>
      <p:pic>
        <p:nvPicPr>
          <p:cNvPr id="166" name="">
            <a:extLst xmlns:a="http://schemas.openxmlformats.org/drawingml/2006/main">
              <a:ext uri="{FF2B5EF4-FFF2-40B4-BE49-F238E27FC236}">
                <a16:creationId xmlns:a16="http://schemas.microsoft.com/office/drawing/2014/main" id="{606C8F73-8C00-4C90-A929-F7F9B89130C6}"/>
              </a:ext>
            </a:extLst>
          </p:cNvPr>
          <p:cNvPicPr>
            <a:picLocks xmlns:a="http://schemas.openxmlformats.org/drawingml/2006/main" noChangeAspect="1"/>
          </p:cNvPicPr>
          <p:nvPr/>
        </p:nvPicPr>
        <p:blipFill>
          <a:blip xmlns:r="http://schemas.openxmlformats.org/officeDocument/2006/relationships" xmlns:a="http://schemas.openxmlformats.org/drawingml/2006/main" r:embed="R5a5152b053e74bd9"/>
          <a:stretch xmlns:a="http://schemas.openxmlformats.org/drawingml/2006/main"/>
        </p:blipFill>
        <p:spPr>
          <a:xfrm xmlns:a="http://schemas.openxmlformats.org/drawingml/2006/main">
            <a:off x="1441795" y="6642527"/>
            <a:ext cx="343739" cy="343739"/>
          </a:xfrm>
          <a:prstGeom xmlns:a="http://schemas.openxmlformats.org/drawingml/2006/main" prst="rect">
            <a:avLst/>
          </a:prstGeom>
        </p:spPr>
      </p:pic>
      <p:sp>
        <p:nvSpPr>
          <p:cNvPr id="167" name="Life Reasoning prompt divider">
            <a:extLst xmlns:a="http://schemas.openxmlformats.org/drawingml/2006/main">
              <a:ext uri="{FF2B5EF4-FFF2-40B4-BE49-F238E27FC236}">
                <a16:creationId xmlns:a16="http://schemas.microsoft.com/office/drawing/2014/main" id="{19ED5282-01D8-4468-9162-3B4A54CF255B}"/>
              </a:ext>
            </a:extLst>
          </p:cNvPr>
          <p:cNvSpPr>
            <a:spLocks xmlns:a="http://schemas.openxmlformats.org/drawingml/2006/main" noGrp="1"/>
          </p:cNvSpPr>
          <p:nvPr/>
        </p:nvSpPr>
        <p:spPr>
          <a:xfrm xmlns:a="http://schemas.openxmlformats.org/drawingml/2006/main">
            <a:off x="152773" y="7931549"/>
            <a:ext cx="4497255" cy="191"/>
          </a:xfrm>
          <a:custGeom xmlns:a="http://schemas.openxmlformats.org/drawingml/2006/main">
            <a:pathLst>
              <a:path w="4486275" h="191">
                <a:moveTo>
                  <a:pt x="0" y="0"/>
                </a:moveTo>
                <a:lnTo>
                  <a:pt x="4486275" y="0"/>
                </a:lnTo>
              </a:path>
            </a:pathLst>
          </a:custGeom>
          <a:noFill xmlns:a="http://schemas.openxmlformats.org/drawingml/2006/main"/>
          <a:ln xmlns:a="http://schemas.openxmlformats.org/drawingml/2006/main" w="28645">
            <a:solidFill>
              <a:srgbClr val="F7A15B"/>
            </a:solidFill>
            <a:prstDash val="dash"/>
          </a:ln>
        </p:spPr>
      </p:sp>
      <p:sp>
        <p:nvSpPr>
          <p:cNvPr id="168" name="Life Reasoning user disk">
            <a:extLst xmlns:a="http://schemas.openxmlformats.org/drawingml/2006/main">
              <a:ext uri="{FF2B5EF4-FFF2-40B4-BE49-F238E27FC236}">
                <a16:creationId xmlns:a16="http://schemas.microsoft.com/office/drawing/2014/main" id="{B873DCD6-FF16-43A9-8C6E-B79832D8C550}"/>
              </a:ext>
            </a:extLst>
          </p:cNvPr>
          <p:cNvSpPr>
            <a:spLocks xmlns:a="http://schemas.openxmlformats.org/drawingml/2006/main" noGrp="1"/>
          </p:cNvSpPr>
          <p:nvPr/>
        </p:nvSpPr>
        <p:spPr>
          <a:xfrm xmlns:a="http://schemas.openxmlformats.org/drawingml/2006/main">
            <a:off x="210063" y="7110394"/>
            <a:ext cx="324643" cy="324643"/>
          </a:xfrm>
          <a:custGeom xmlns:a="http://schemas.openxmlformats.org/drawingml/2006/main">
            <a:pathLst>
              <a:path w="323850" h="323850">
                <a:moveTo>
                  <a:pt x="323850" y="161925"/>
                </a:moveTo>
                <a:cubicBezTo>
                  <a:pt x="323850" y="251354"/>
                  <a:pt x="251354" y="323850"/>
                  <a:pt x="161925" y="323850"/>
                </a:cubicBezTo>
                <a:cubicBezTo>
                  <a:pt x="72496" y="323850"/>
                  <a:pt x="0" y="251354"/>
                  <a:pt x="0" y="161925"/>
                </a:cubicBezTo>
                <a:cubicBezTo>
                  <a:pt x="0" y="72496"/>
                  <a:pt x="72496" y="0"/>
                  <a:pt x="161925" y="0"/>
                </a:cubicBezTo>
                <a:cubicBezTo>
                  <a:pt x="251354" y="0"/>
                  <a:pt x="323850" y="72496"/>
                  <a:pt x="323850" y="161925"/>
                </a:cubicBezTo>
                <a:close/>
              </a:path>
            </a:pathLst>
          </a:custGeom>
          <a:solidFill xmlns:a="http://schemas.openxmlformats.org/drawingml/2006/main">
            <a:srgbClr val="F7A15B"/>
          </a:solidFill>
          <a:ln xmlns:a="http://schemas.openxmlformats.org/drawingml/2006/main" w="9548">
            <a:noFill/>
            <a:prstDash val="solid"/>
          </a:ln>
        </p:spPr>
      </p:sp>
      <p:sp>
        <p:nvSpPr>
          <p:cNvPr id="169" name="Life Reasoning user head">
            <a:extLst xmlns:a="http://schemas.openxmlformats.org/drawingml/2006/main">
              <a:ext uri="{FF2B5EF4-FFF2-40B4-BE49-F238E27FC236}">
                <a16:creationId xmlns:a16="http://schemas.microsoft.com/office/drawing/2014/main" id="{467C7FB2-380F-4514-A1B7-1DC83A631F98}"/>
              </a:ext>
            </a:extLst>
          </p:cNvPr>
          <p:cNvSpPr>
            <a:spLocks xmlns:a="http://schemas.openxmlformats.org/drawingml/2006/main" noGrp="1"/>
          </p:cNvSpPr>
          <p:nvPr/>
        </p:nvSpPr>
        <p:spPr>
          <a:xfrm xmlns:a="http://schemas.openxmlformats.org/drawingml/2006/main">
            <a:off x="305546" y="7148587"/>
            <a:ext cx="143225" cy="143225"/>
          </a:xfrm>
          <a:custGeom xmlns:a="http://schemas.openxmlformats.org/drawingml/2006/main">
            <a:pathLst>
              <a:path w="142875" h="142875">
                <a:moveTo>
                  <a:pt x="142875" y="71438"/>
                </a:moveTo>
                <a:cubicBezTo>
                  <a:pt x="142875" y="110891"/>
                  <a:pt x="110891" y="142875"/>
                  <a:pt x="71438" y="142875"/>
                </a:cubicBezTo>
                <a:cubicBezTo>
                  <a:pt x="31984" y="142875"/>
                  <a:pt x="0" y="110891"/>
                  <a:pt x="0" y="71438"/>
                </a:cubicBezTo>
                <a:cubicBezTo>
                  <a:pt x="0" y="31984"/>
                  <a:pt x="31984" y="0"/>
                  <a:pt x="71438" y="0"/>
                </a:cubicBezTo>
                <a:cubicBezTo>
                  <a:pt x="110891" y="0"/>
                  <a:pt x="142875" y="31984"/>
                  <a:pt x="142875" y="71438"/>
                </a:cubicBezTo>
                <a:close/>
              </a:path>
            </a:pathLst>
          </a:custGeom>
          <a:solidFill xmlns:a="http://schemas.openxmlformats.org/drawingml/2006/main">
            <a:srgbClr val="FFFFFF"/>
          </a:solidFill>
          <a:ln xmlns:a="http://schemas.openxmlformats.org/drawingml/2006/main" w="9548">
            <a:noFill/>
            <a:prstDash val="solid"/>
          </a:ln>
        </p:spPr>
      </p:sp>
      <p:sp>
        <p:nvSpPr>
          <p:cNvPr id="170" name="Life Reasoning user shoulders">
            <a:extLst xmlns:a="http://schemas.openxmlformats.org/drawingml/2006/main">
              <a:ext uri="{FF2B5EF4-FFF2-40B4-BE49-F238E27FC236}">
                <a16:creationId xmlns:a16="http://schemas.microsoft.com/office/drawing/2014/main" id="{65A0875C-87D6-4B8A-A64D-31D339D758DC}"/>
              </a:ext>
            </a:extLst>
          </p:cNvPr>
          <p:cNvSpPr>
            <a:spLocks xmlns:a="http://schemas.openxmlformats.org/drawingml/2006/main" noGrp="1"/>
          </p:cNvSpPr>
          <p:nvPr/>
        </p:nvSpPr>
        <p:spPr>
          <a:xfrm xmlns:a="http://schemas.openxmlformats.org/drawingml/2006/main">
            <a:off x="267353" y="7282263"/>
            <a:ext cx="219611" cy="114580"/>
          </a:xfrm>
          <a:custGeom xmlns:a="http://schemas.openxmlformats.org/drawingml/2006/main">
            <a:pathLst>
              <a:path w="219075" h="114300">
                <a:moveTo>
                  <a:pt x="219075" y="57150"/>
                </a:moveTo>
                <a:cubicBezTo>
                  <a:pt x="219075" y="88713"/>
                  <a:pt x="170033" y="114300"/>
                  <a:pt x="109538" y="114300"/>
                </a:cubicBezTo>
                <a:cubicBezTo>
                  <a:pt x="49042" y="114300"/>
                  <a:pt x="0" y="88713"/>
                  <a:pt x="0" y="57150"/>
                </a:cubicBezTo>
                <a:cubicBezTo>
                  <a:pt x="0" y="25587"/>
                  <a:pt x="49042" y="0"/>
                  <a:pt x="109538" y="0"/>
                </a:cubicBezTo>
                <a:cubicBezTo>
                  <a:pt x="170033" y="0"/>
                  <a:pt x="219075" y="25587"/>
                  <a:pt x="219075" y="57150"/>
                </a:cubicBezTo>
                <a:close/>
              </a:path>
            </a:pathLst>
          </a:custGeom>
          <a:solidFill xmlns:a="http://schemas.openxmlformats.org/drawingml/2006/main">
            <a:srgbClr val="FFFFFF"/>
          </a:solidFill>
          <a:ln xmlns:a="http://schemas.openxmlformats.org/drawingml/2006/main" w="9548">
            <a:noFill/>
            <a:prstDash val="solid"/>
          </a:ln>
        </p:spPr>
      </p:sp>
      <p:sp>
        <p:nvSpPr>
          <p:cNvPr id="171" name="Life Reasoning evidence container">
            <a:extLst xmlns:a="http://schemas.openxmlformats.org/drawingml/2006/main">
              <a:ext uri="{FF2B5EF4-FFF2-40B4-BE49-F238E27FC236}">
                <a16:creationId xmlns:a16="http://schemas.microsoft.com/office/drawing/2014/main" id="{8CD72E31-B58A-4A5C-98F8-AC0EE5C3D3F7}"/>
              </a:ext>
            </a:extLst>
          </p:cNvPr>
          <p:cNvSpPr>
            <a:spLocks xmlns:a="http://schemas.openxmlformats.org/drawingml/2006/main" noGrp="1"/>
          </p:cNvSpPr>
          <p:nvPr/>
        </p:nvSpPr>
        <p:spPr>
          <a:xfrm xmlns:a="http://schemas.openxmlformats.org/drawingml/2006/main">
            <a:off x="620640" y="8007935"/>
            <a:ext cx="2014694" cy="1508633"/>
          </a:xfrm>
          <a:custGeom xmlns:a="http://schemas.openxmlformats.org/drawingml/2006/main">
            <a:pathLst>
              <a:path w="2009775" h="1504950">
                <a:moveTo>
                  <a:pt x="19050" y="0"/>
                </a:moveTo>
                <a:lnTo>
                  <a:pt x="1990725" y="0"/>
                </a:lnTo>
                <a:cubicBezTo>
                  <a:pt x="2001246" y="0"/>
                  <a:pt x="2009775" y="8529"/>
                  <a:pt x="2009775" y="19050"/>
                </a:cubicBezTo>
                <a:lnTo>
                  <a:pt x="2009775" y="1485900"/>
                </a:lnTo>
                <a:cubicBezTo>
                  <a:pt x="2009775" y="1496421"/>
                  <a:pt x="2001246" y="1504950"/>
                  <a:pt x="1990725" y="1504950"/>
                </a:cubicBezTo>
                <a:lnTo>
                  <a:pt x="19050" y="1504950"/>
                </a:lnTo>
                <a:cubicBezTo>
                  <a:pt x="8529" y="1504950"/>
                  <a:pt x="0" y="1496421"/>
                  <a:pt x="0" y="1485900"/>
                </a:cubicBezTo>
                <a:lnTo>
                  <a:pt x="0" y="19050"/>
                </a:lnTo>
                <a:cubicBezTo>
                  <a:pt x="0" y="8529"/>
                  <a:pt x="8529" y="0"/>
                  <a:pt x="19050" y="0"/>
                </a:cubicBezTo>
                <a:close/>
              </a:path>
            </a:pathLst>
          </a:custGeom>
          <a:solidFill xmlns:a="http://schemas.openxmlformats.org/drawingml/2006/main">
            <a:srgbClr val="FFFFFF"/>
          </a:solidFill>
          <a:ln xmlns:a="http://schemas.openxmlformats.org/drawingml/2006/main" w="28645">
            <a:solidFill>
              <a:srgbClr val="F7A15B"/>
            </a:solidFill>
            <a:prstDash val="solid"/>
          </a:ln>
        </p:spPr>
      </p:sp>
      <p:sp>
        <p:nvSpPr>
          <p:cNvPr id="172" name="Life Reasoning tool rail">
            <a:extLst xmlns:a="http://schemas.openxmlformats.org/drawingml/2006/main">
              <a:ext uri="{FF2B5EF4-FFF2-40B4-BE49-F238E27FC236}">
                <a16:creationId xmlns:a16="http://schemas.microsoft.com/office/drawing/2014/main" id="{38C47FBB-1695-4E8B-A0C1-87A04099B9B9}"/>
              </a:ext>
            </a:extLst>
          </p:cNvPr>
          <p:cNvSpPr>
            <a:spLocks xmlns:a="http://schemas.openxmlformats.org/drawingml/2006/main" noGrp="1"/>
          </p:cNvSpPr>
          <p:nvPr/>
        </p:nvSpPr>
        <p:spPr>
          <a:xfrm xmlns:a="http://schemas.openxmlformats.org/drawingml/2006/main">
            <a:off x="238708" y="8437609"/>
            <a:ext cx="229159" cy="1222184"/>
          </a:xfrm>
          <a:custGeom xmlns:a="http://schemas.openxmlformats.org/drawingml/2006/main">
            <a:pathLst>
              <a:path w="228600" h="1219200">
                <a:moveTo>
                  <a:pt x="114300" y="0"/>
                </a:moveTo>
                <a:lnTo>
                  <a:pt x="114300" y="0"/>
                </a:lnTo>
                <a:cubicBezTo>
                  <a:pt x="177426" y="0"/>
                  <a:pt x="228600" y="51174"/>
                  <a:pt x="228600" y="114300"/>
                </a:cubicBezTo>
                <a:lnTo>
                  <a:pt x="228600" y="1104900"/>
                </a:lnTo>
                <a:cubicBezTo>
                  <a:pt x="228600" y="1168026"/>
                  <a:pt x="177426" y="1219200"/>
                  <a:pt x="114300" y="1219200"/>
                </a:cubicBezTo>
                <a:lnTo>
                  <a:pt x="114300" y="1219200"/>
                </a:lnTo>
                <a:cubicBezTo>
                  <a:pt x="51174" y="1219200"/>
                  <a:pt x="0" y="1168026"/>
                  <a:pt x="0" y="1104900"/>
                </a:cubicBezTo>
                <a:lnTo>
                  <a:pt x="0" y="114300"/>
                </a:lnTo>
                <a:cubicBezTo>
                  <a:pt x="0" y="51174"/>
                  <a:pt x="51174" y="0"/>
                  <a:pt x="114300" y="0"/>
                </a:cubicBezTo>
                <a:close/>
              </a:path>
            </a:pathLst>
          </a:custGeom>
          <a:solidFill xmlns:a="http://schemas.openxmlformats.org/drawingml/2006/main">
            <a:srgbClr val="FFFFFF"/>
          </a:solidFill>
          <a:ln xmlns:a="http://schemas.openxmlformats.org/drawingml/2006/main" w="19097">
            <a:solidFill>
              <a:srgbClr val="F7A15B"/>
            </a:solidFill>
            <a:prstDash val="solid"/>
          </a:ln>
        </p:spPr>
      </p:sp>
      <p:sp>
        <p:nvSpPr>
          <p:cNvPr id="173" name="Life Reasoning tool label">
            <a:extLst xmlns:a="http://schemas.openxmlformats.org/drawingml/2006/main">
              <a:ext uri="{FF2B5EF4-FFF2-40B4-BE49-F238E27FC236}">
                <a16:creationId xmlns:a16="http://schemas.microsoft.com/office/drawing/2014/main" id="{B5C2AB30-743C-4B4D-B91E-0586C7B9EF49}"/>
              </a:ext>
            </a:extLst>
          </p:cNvPr>
          <p:cNvSpPr>
            <a:spLocks xmlns:a="http://schemas.openxmlformats.org/drawingml/2006/main" noGrp="1"/>
          </p:cNvSpPr>
          <p:nvPr/>
        </p:nvSpPr>
        <p:spPr>
          <a:xfrm xmlns:a="http://schemas.openxmlformats.org/drawingml/2006/main" rot="5400000">
            <a:off x="0" y="8960834"/>
            <a:ext cx="725672" cy="16355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920" b="0" i="0">
                <a:solidFill>
                  <a:srgbClr val="101010"/>
                </a:solidFill>
                <a:latin typeface="Comic Sans MS"/>
                <a:ea typeface="Comic Sans MS"/>
                <a:cs typeface="Comic Sans MS"/>
              </a:defRPr>
            </a:defPPr>
          </a:lstStyle>
          <a:p xmlns:a="http://schemas.openxmlformats.org/drawingml/2006/main">
            <a:pPr algn="l">
              <a:lnSpc>
                <a:spcPct val="100000"/>
              </a:lnSpc>
              <a:buNone/>
              <a:defRPr sz="920" b="0" i="0">
                <a:solidFill>
                  <a:srgbClr val="101010"/>
                </a:solidFill>
                <a:latin typeface="Comic Sans MS"/>
                <a:ea typeface="Comic Sans MS"/>
                <a:cs typeface="Comic Sans MS"/>
              </a:defRPr>
            </a:pPr>
            <a:r>
              <a:rPr sz="920" b="0" i="0">
                <a:solidFill>
                  <a:srgbClr val="101010"/>
                </a:solidFill>
                <a:latin typeface="Comic Sans MS"/>
                <a:ea typeface="Comic Sans MS"/>
                <a:cs typeface="Comic Sans MS"/>
              </a:rPr>
              <a:t>reasoning...</a:t>
            </a:r>
          </a:p>
        </p:txBody>
      </p:sp>
      <p:pic>
        <p:nvPicPr>
          <p:cNvPr id="174" name="">
            <a:extLst xmlns:a="http://schemas.openxmlformats.org/drawingml/2006/main">
              <a:ext uri="{FF2B5EF4-FFF2-40B4-BE49-F238E27FC236}">
                <a16:creationId xmlns:a16="http://schemas.microsoft.com/office/drawing/2014/main" id="{A627B85F-E642-4230-ADFE-9E0D5BD0E0EB}"/>
              </a:ext>
            </a:extLst>
          </p:cNvPr>
          <p:cNvPicPr>
            <a:picLocks xmlns:a="http://schemas.openxmlformats.org/drawingml/2006/main" noChangeAspect="1"/>
          </p:cNvPicPr>
          <p:nvPr/>
        </p:nvPicPr>
        <p:blipFill>
          <a:blip xmlns:r="http://schemas.openxmlformats.org/officeDocument/2006/relationships" xmlns:a="http://schemas.openxmlformats.org/drawingml/2006/main" r:embed="R16761936a58849a9"/>
          <a:stretch xmlns:a="http://schemas.openxmlformats.org/drawingml/2006/main"/>
        </p:blipFill>
        <p:spPr>
          <a:xfrm xmlns:a="http://schemas.openxmlformats.org/drawingml/2006/main">
            <a:off x="267353" y="8475802"/>
            <a:ext cx="181418" cy="200515"/>
          </a:xfrm>
          <a:prstGeom xmlns:a="http://schemas.openxmlformats.org/drawingml/2006/main" prst="rect">
            <a:avLst/>
          </a:prstGeom>
        </p:spPr>
      </p:pic>
      <p:pic>
        <p:nvPicPr>
          <p:cNvPr id="175" name="">
            <a:extLst xmlns:a="http://schemas.openxmlformats.org/drawingml/2006/main">
              <a:ext uri="{FF2B5EF4-FFF2-40B4-BE49-F238E27FC236}">
                <a16:creationId xmlns:a16="http://schemas.microsoft.com/office/drawing/2014/main" id="{EB73F850-19E2-4AB4-90FE-112C1AE03E5F}"/>
              </a:ext>
            </a:extLst>
          </p:cNvPr>
          <p:cNvPicPr>
            <a:picLocks xmlns:a="http://schemas.openxmlformats.org/drawingml/2006/main" noChangeAspect="1"/>
          </p:cNvPicPr>
          <p:nvPr/>
        </p:nvPicPr>
        <p:blipFill>
          <a:blip xmlns:r="http://schemas.openxmlformats.org/officeDocument/2006/relationships" xmlns:a="http://schemas.openxmlformats.org/drawingml/2006/main" r:embed="R55cea34f1e30428c"/>
          <a:stretch xmlns:a="http://schemas.openxmlformats.org/drawingml/2006/main"/>
        </p:blipFill>
        <p:spPr>
          <a:xfrm xmlns:a="http://schemas.openxmlformats.org/drawingml/2006/main">
            <a:off x="143225" y="8027032"/>
            <a:ext cx="429674" cy="257804"/>
          </a:xfrm>
          <a:prstGeom xmlns:a="http://schemas.openxmlformats.org/drawingml/2006/main" prst="rect">
            <a:avLst/>
          </a:prstGeom>
        </p:spPr>
      </p:pic>
      <p:sp>
        <p:nvSpPr>
          <p:cNvPr id="176" name="Life Reasoning text tag">
            <a:extLst xmlns:a="http://schemas.openxmlformats.org/drawingml/2006/main">
              <a:ext uri="{FF2B5EF4-FFF2-40B4-BE49-F238E27FC236}">
                <a16:creationId xmlns:a16="http://schemas.microsoft.com/office/drawing/2014/main" id="{59CC2465-44C9-4A07-B143-C171463F0A43}"/>
              </a:ext>
            </a:extLst>
          </p:cNvPr>
          <p:cNvSpPr>
            <a:spLocks xmlns:a="http://schemas.openxmlformats.org/drawingml/2006/main" noGrp="1"/>
          </p:cNvSpPr>
          <p:nvPr/>
        </p:nvSpPr>
        <p:spPr>
          <a:xfrm xmlns:a="http://schemas.openxmlformats.org/drawingml/2006/main">
            <a:off x="620640" y="9526117"/>
            <a:ext cx="697027" cy="152773"/>
          </a:xfrm>
          <a:custGeom xmlns:a="http://schemas.openxmlformats.org/drawingml/2006/main">
            <a:pathLst>
              <a:path w="695325" h="152400">
                <a:moveTo>
                  <a:pt x="19050" y="0"/>
                </a:moveTo>
                <a:lnTo>
                  <a:pt x="676275" y="0"/>
                </a:lnTo>
                <a:cubicBezTo>
                  <a:pt x="686796" y="0"/>
                  <a:pt x="695325" y="8529"/>
                  <a:pt x="695325" y="19050"/>
                </a:cubicBezTo>
                <a:lnTo>
                  <a:pt x="695325" y="133350"/>
                </a:lnTo>
                <a:cubicBezTo>
                  <a:pt x="695325" y="143871"/>
                  <a:pt x="686796" y="152400"/>
                  <a:pt x="676275" y="152400"/>
                </a:cubicBezTo>
                <a:lnTo>
                  <a:pt x="19050" y="152400"/>
                </a:lnTo>
                <a:cubicBezTo>
                  <a:pt x="8529" y="152400"/>
                  <a:pt x="0" y="143871"/>
                  <a:pt x="0" y="133350"/>
                </a:cubicBezTo>
                <a:lnTo>
                  <a:pt x="0" y="19050"/>
                </a:lnTo>
                <a:cubicBezTo>
                  <a:pt x="0" y="8529"/>
                  <a:pt x="8529" y="0"/>
                  <a:pt x="19050" y="0"/>
                </a:cubicBezTo>
                <a:close/>
              </a:path>
            </a:pathLst>
          </a:custGeom>
          <a:solidFill xmlns:a="http://schemas.openxmlformats.org/drawingml/2006/main">
            <a:srgbClr val="F7A15B"/>
          </a:solidFill>
          <a:ln xmlns:a="http://schemas.openxmlformats.org/drawingml/2006/main" w="9548">
            <a:noFill/>
            <a:prstDash val="solid"/>
          </a:ln>
        </p:spPr>
      </p:sp>
      <p:sp>
        <p:nvSpPr>
          <p:cNvPr id="177" name="Life Reasoning text tag label">
            <a:extLst xmlns:a="http://schemas.openxmlformats.org/drawingml/2006/main">
              <a:ext uri="{FF2B5EF4-FFF2-40B4-BE49-F238E27FC236}">
                <a16:creationId xmlns:a16="http://schemas.microsoft.com/office/drawing/2014/main" id="{1840829E-7C9D-4FEE-A49E-D6F7887292BC}"/>
              </a:ext>
            </a:extLst>
          </p:cNvPr>
          <p:cNvSpPr>
            <a:spLocks xmlns:a="http://schemas.openxmlformats.org/drawingml/2006/main" noGrp="1"/>
          </p:cNvSpPr>
          <p:nvPr/>
        </p:nvSpPr>
        <p:spPr>
          <a:xfrm xmlns:a="http://schemas.openxmlformats.org/drawingml/2006/main" rot="0">
            <a:off x="687478" y="9521650"/>
            <a:ext cx="439222" cy="18326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031" b="0" i="0">
                <a:solidFill>
                  <a:srgbClr val="FFFFFF"/>
                </a:solidFill>
                <a:latin typeface="Comic Sans MS"/>
                <a:ea typeface="Comic Sans MS"/>
                <a:cs typeface="Comic Sans MS"/>
              </a:defRPr>
            </a:defPPr>
          </a:lstStyle>
          <a:p xmlns:a="http://schemas.openxmlformats.org/drawingml/2006/main">
            <a:pPr algn="l">
              <a:lnSpc>
                <a:spcPct val="100000"/>
              </a:lnSpc>
              <a:buNone/>
              <a:defRPr sz="1031" b="0" i="0">
                <a:solidFill>
                  <a:srgbClr val="FFFFFF"/>
                </a:solidFill>
                <a:latin typeface="Comic Sans MS"/>
                <a:ea typeface="Comic Sans MS"/>
                <a:cs typeface="Comic Sans MS"/>
              </a:defRPr>
            </a:pPr>
            <a:r>
              <a:rPr sz="1031" b="0" i="0">
                <a:solidFill>
                  <a:srgbClr val="FFFFFF"/>
                </a:solidFill>
                <a:latin typeface="Comic Sans MS"/>
                <a:ea typeface="Comic Sans MS"/>
                <a:cs typeface="Comic Sans MS"/>
              </a:rPr>
              <a:t>T  text</a:t>
            </a:r>
          </a:p>
        </p:txBody>
      </p:sp>
      <p:sp>
        <p:nvSpPr>
          <p:cNvPr id="178" name="Life Reasoning evidence to generation">
            <a:extLst xmlns:a="http://schemas.openxmlformats.org/drawingml/2006/main">
              <a:ext uri="{FF2B5EF4-FFF2-40B4-BE49-F238E27FC236}">
                <a16:creationId xmlns:a16="http://schemas.microsoft.com/office/drawing/2014/main" id="{460AE203-033B-4271-A987-5CFC1568ED1F}"/>
              </a:ext>
            </a:extLst>
          </p:cNvPr>
          <p:cNvSpPr>
            <a:spLocks xmlns:a="http://schemas.openxmlformats.org/drawingml/2006/main" noGrp="1"/>
          </p:cNvSpPr>
          <p:nvPr/>
        </p:nvSpPr>
        <p:spPr>
          <a:xfrm xmlns:a="http://schemas.openxmlformats.org/drawingml/2006/main">
            <a:off x="2654431" y="8652446"/>
            <a:ext cx="410577" cy="401029"/>
          </a:xfrm>
          <a:custGeom xmlns:a="http://schemas.openxmlformats.org/drawingml/2006/main">
            <a:pathLst>
              <a:path w="409575" h="400050">
                <a:moveTo>
                  <a:pt x="0" y="112014"/>
                </a:moveTo>
                <a:lnTo>
                  <a:pt x="225266" y="112014"/>
                </a:lnTo>
                <a:lnTo>
                  <a:pt x="225266" y="0"/>
                </a:lnTo>
                <a:lnTo>
                  <a:pt x="409575" y="200025"/>
                </a:lnTo>
                <a:lnTo>
                  <a:pt x="225266" y="400050"/>
                </a:lnTo>
                <a:lnTo>
                  <a:pt x="225266" y="288036"/>
                </a:lnTo>
                <a:lnTo>
                  <a:pt x="0" y="288036"/>
                </a:lnTo>
                <a:close/>
              </a:path>
            </a:pathLst>
          </a:custGeom>
          <a:solidFill xmlns:a="http://schemas.openxmlformats.org/drawingml/2006/main">
            <a:srgbClr val="FBC394"/>
          </a:solidFill>
          <a:ln xmlns:a="http://schemas.openxmlformats.org/drawingml/2006/main" w="9548">
            <a:noFill/>
            <a:prstDash val="solid"/>
          </a:ln>
        </p:spPr>
      </p:sp>
      <p:pic>
        <p:nvPicPr>
          <p:cNvPr id="179" name="">
            <a:extLst xmlns:a="http://schemas.openxmlformats.org/drawingml/2006/main">
              <a:ext uri="{FF2B5EF4-FFF2-40B4-BE49-F238E27FC236}">
                <a16:creationId xmlns:a16="http://schemas.microsoft.com/office/drawing/2014/main" id="{0BD3343B-890B-4430-A6FE-7B8FA7606FD9}"/>
              </a:ext>
            </a:extLst>
          </p:cNvPr>
          <p:cNvPicPr>
            <a:picLocks xmlns:a="http://schemas.openxmlformats.org/drawingml/2006/main" noChangeAspect="1"/>
          </p:cNvPicPr>
          <p:nvPr/>
        </p:nvPicPr>
        <p:blipFill>
          <a:blip xmlns:r="http://schemas.openxmlformats.org/officeDocument/2006/relationships" xmlns:a="http://schemas.openxmlformats.org/drawingml/2006/main" r:embed="R945296c32e9140b0"/>
          <a:stretch xmlns:a="http://schemas.openxmlformats.org/drawingml/2006/main"/>
        </p:blipFill>
        <p:spPr>
          <a:xfrm xmlns:a="http://schemas.openxmlformats.org/drawingml/2006/main">
            <a:off x="3074556" y="8046128"/>
            <a:ext cx="1508633" cy="1613665"/>
          </a:xfrm>
          <a:prstGeom xmlns:a="http://schemas.openxmlformats.org/drawingml/2006/main" prst="rect">
            <a:avLst/>
          </a:prstGeom>
        </p:spPr>
      </p:pic>
      <p:sp>
        <p:nvSpPr>
          <p:cNvPr id="180" name="Life Reasoning corner horizontal">
            <a:extLst xmlns:a="http://schemas.openxmlformats.org/drawingml/2006/main">
              <a:ext uri="{FF2B5EF4-FFF2-40B4-BE49-F238E27FC236}">
                <a16:creationId xmlns:a16="http://schemas.microsoft.com/office/drawing/2014/main" id="{52A16129-7E3F-4519-A529-7705FADF6472}"/>
              </a:ext>
            </a:extLst>
          </p:cNvPr>
          <p:cNvSpPr>
            <a:spLocks xmlns:a="http://schemas.openxmlformats.org/drawingml/2006/main" noGrp="1"/>
          </p:cNvSpPr>
          <p:nvPr/>
        </p:nvSpPr>
        <p:spPr>
          <a:xfrm xmlns:a="http://schemas.openxmlformats.org/drawingml/2006/main">
            <a:off x="3026815" y="7988838"/>
            <a:ext cx="238708" cy="191"/>
          </a:xfrm>
          <a:custGeom xmlns:a="http://schemas.openxmlformats.org/drawingml/2006/main">
            <a:pathLst>
              <a:path w="238125" h="191">
                <a:moveTo>
                  <a:pt x="0" y="0"/>
                </a:moveTo>
                <a:lnTo>
                  <a:pt x="238125" y="0"/>
                </a:lnTo>
              </a:path>
            </a:pathLst>
          </a:custGeom>
          <a:noFill xmlns:a="http://schemas.openxmlformats.org/drawingml/2006/main"/>
          <a:ln xmlns:a="http://schemas.openxmlformats.org/drawingml/2006/main" w="19097">
            <a:solidFill>
              <a:srgbClr val="F7A15B"/>
            </a:solidFill>
            <a:prstDash val="solid"/>
          </a:ln>
        </p:spPr>
      </p:sp>
      <p:sp>
        <p:nvSpPr>
          <p:cNvPr id="181" name="Life Reasoning corner vertical">
            <a:extLst xmlns:a="http://schemas.openxmlformats.org/drawingml/2006/main">
              <a:ext uri="{FF2B5EF4-FFF2-40B4-BE49-F238E27FC236}">
                <a16:creationId xmlns:a16="http://schemas.microsoft.com/office/drawing/2014/main" id="{3D20A573-9B9E-4669-B9D2-28E76E465285}"/>
              </a:ext>
            </a:extLst>
          </p:cNvPr>
          <p:cNvSpPr>
            <a:spLocks xmlns:a="http://schemas.openxmlformats.org/drawingml/2006/main" noGrp="1"/>
          </p:cNvSpPr>
          <p:nvPr/>
        </p:nvSpPr>
        <p:spPr>
          <a:xfrm xmlns:a="http://schemas.openxmlformats.org/drawingml/2006/main">
            <a:off x="3026815" y="7988838"/>
            <a:ext cx="191" cy="200515"/>
          </a:xfrm>
          <a:custGeom xmlns:a="http://schemas.openxmlformats.org/drawingml/2006/main">
            <a:pathLst>
              <a:path w="191" h="200025">
                <a:moveTo>
                  <a:pt x="0" y="0"/>
                </a:moveTo>
                <a:lnTo>
                  <a:pt x="0" y="200025"/>
                </a:lnTo>
              </a:path>
            </a:pathLst>
          </a:custGeom>
          <a:noFill xmlns:a="http://schemas.openxmlformats.org/drawingml/2006/main"/>
          <a:ln xmlns:a="http://schemas.openxmlformats.org/drawingml/2006/main" w="19097">
            <a:solidFill>
              <a:srgbClr val="F7A15B"/>
            </a:solidFill>
            <a:prstDash val="solid"/>
          </a:ln>
        </p:spPr>
      </p:sp>
      <p:sp>
        <p:nvSpPr>
          <p:cNvPr id="182" name="Life Reasoning corner horizontal">
            <a:extLst xmlns:a="http://schemas.openxmlformats.org/drawingml/2006/main">
              <a:ext uri="{FF2B5EF4-FFF2-40B4-BE49-F238E27FC236}">
                <a16:creationId xmlns:a16="http://schemas.microsoft.com/office/drawing/2014/main" id="{853AA280-D3FA-4980-9D41-0A363F3E8E63}"/>
              </a:ext>
            </a:extLst>
          </p:cNvPr>
          <p:cNvSpPr>
            <a:spLocks xmlns:a="http://schemas.openxmlformats.org/drawingml/2006/main" noGrp="1"/>
          </p:cNvSpPr>
          <p:nvPr/>
        </p:nvSpPr>
        <p:spPr>
          <a:xfrm xmlns:a="http://schemas.openxmlformats.org/drawingml/2006/main">
            <a:off x="4392223" y="7988838"/>
            <a:ext cx="238708" cy="191"/>
          </a:xfrm>
          <a:custGeom xmlns:a="http://schemas.openxmlformats.org/drawingml/2006/main">
            <a:pathLst>
              <a:path w="238125" h="191">
                <a:moveTo>
                  <a:pt x="238125" y="0"/>
                </a:moveTo>
                <a:lnTo>
                  <a:pt x="0" y="0"/>
                </a:lnTo>
              </a:path>
            </a:pathLst>
          </a:custGeom>
          <a:noFill xmlns:a="http://schemas.openxmlformats.org/drawingml/2006/main"/>
          <a:ln xmlns:a="http://schemas.openxmlformats.org/drawingml/2006/main" w="19097">
            <a:solidFill>
              <a:srgbClr val="F7A15B"/>
            </a:solidFill>
            <a:prstDash val="solid"/>
          </a:ln>
        </p:spPr>
      </p:sp>
      <p:sp>
        <p:nvSpPr>
          <p:cNvPr id="183" name="Life Reasoning corner vertical">
            <a:extLst xmlns:a="http://schemas.openxmlformats.org/drawingml/2006/main">
              <a:ext uri="{FF2B5EF4-FFF2-40B4-BE49-F238E27FC236}">
                <a16:creationId xmlns:a16="http://schemas.microsoft.com/office/drawing/2014/main" id="{04EA3B83-C12F-4DBD-B4E8-F3B633B75E23}"/>
              </a:ext>
            </a:extLst>
          </p:cNvPr>
          <p:cNvSpPr>
            <a:spLocks xmlns:a="http://schemas.openxmlformats.org/drawingml/2006/main" noGrp="1"/>
          </p:cNvSpPr>
          <p:nvPr/>
        </p:nvSpPr>
        <p:spPr>
          <a:xfrm xmlns:a="http://schemas.openxmlformats.org/drawingml/2006/main">
            <a:off x="4630931" y="7988838"/>
            <a:ext cx="191" cy="200515"/>
          </a:xfrm>
          <a:custGeom xmlns:a="http://schemas.openxmlformats.org/drawingml/2006/main">
            <a:pathLst>
              <a:path w="191" h="200025">
                <a:moveTo>
                  <a:pt x="0" y="0"/>
                </a:moveTo>
                <a:lnTo>
                  <a:pt x="0" y="200025"/>
                </a:lnTo>
              </a:path>
            </a:pathLst>
          </a:custGeom>
          <a:noFill xmlns:a="http://schemas.openxmlformats.org/drawingml/2006/main"/>
          <a:ln xmlns:a="http://schemas.openxmlformats.org/drawingml/2006/main" w="19097">
            <a:solidFill>
              <a:srgbClr val="F7A15B"/>
            </a:solidFill>
            <a:prstDash val="solid"/>
          </a:ln>
        </p:spPr>
      </p:sp>
      <p:sp>
        <p:nvSpPr>
          <p:cNvPr id="184" name="Life Reasoning corner horizontal">
            <a:extLst xmlns:a="http://schemas.openxmlformats.org/drawingml/2006/main">
              <a:ext uri="{FF2B5EF4-FFF2-40B4-BE49-F238E27FC236}">
                <a16:creationId xmlns:a16="http://schemas.microsoft.com/office/drawing/2014/main" id="{D1BEDF73-A018-4FC6-A721-06AC4E72BD6C}"/>
              </a:ext>
            </a:extLst>
          </p:cNvPr>
          <p:cNvSpPr>
            <a:spLocks xmlns:a="http://schemas.openxmlformats.org/drawingml/2006/main" noGrp="1"/>
          </p:cNvSpPr>
          <p:nvPr/>
        </p:nvSpPr>
        <p:spPr>
          <a:xfrm xmlns:a="http://schemas.openxmlformats.org/drawingml/2006/main">
            <a:off x="3026815" y="9717083"/>
            <a:ext cx="238708" cy="191"/>
          </a:xfrm>
          <a:custGeom xmlns:a="http://schemas.openxmlformats.org/drawingml/2006/main">
            <a:pathLst>
              <a:path w="238125" h="191">
                <a:moveTo>
                  <a:pt x="0" y="0"/>
                </a:moveTo>
                <a:lnTo>
                  <a:pt x="238125" y="0"/>
                </a:lnTo>
              </a:path>
            </a:pathLst>
          </a:custGeom>
          <a:noFill xmlns:a="http://schemas.openxmlformats.org/drawingml/2006/main"/>
          <a:ln xmlns:a="http://schemas.openxmlformats.org/drawingml/2006/main" w="19097">
            <a:solidFill>
              <a:srgbClr val="F7A15B"/>
            </a:solidFill>
            <a:prstDash val="solid"/>
          </a:ln>
        </p:spPr>
      </p:sp>
      <p:sp>
        <p:nvSpPr>
          <p:cNvPr id="185" name="Life Reasoning corner vertical">
            <a:extLst xmlns:a="http://schemas.openxmlformats.org/drawingml/2006/main">
              <a:ext uri="{FF2B5EF4-FFF2-40B4-BE49-F238E27FC236}">
                <a16:creationId xmlns:a16="http://schemas.microsoft.com/office/drawing/2014/main" id="{00CFFDB5-3DD4-44F2-83E8-BA599963D701}"/>
              </a:ext>
            </a:extLst>
          </p:cNvPr>
          <p:cNvSpPr>
            <a:spLocks xmlns:a="http://schemas.openxmlformats.org/drawingml/2006/main" noGrp="1"/>
          </p:cNvSpPr>
          <p:nvPr/>
        </p:nvSpPr>
        <p:spPr>
          <a:xfrm xmlns:a="http://schemas.openxmlformats.org/drawingml/2006/main">
            <a:off x="3026815" y="9516568"/>
            <a:ext cx="191" cy="200515"/>
          </a:xfrm>
          <a:custGeom xmlns:a="http://schemas.openxmlformats.org/drawingml/2006/main">
            <a:pathLst>
              <a:path w="191" h="200025">
                <a:moveTo>
                  <a:pt x="0" y="200025"/>
                </a:moveTo>
                <a:lnTo>
                  <a:pt x="0" y="0"/>
                </a:lnTo>
              </a:path>
            </a:pathLst>
          </a:custGeom>
          <a:noFill xmlns:a="http://schemas.openxmlformats.org/drawingml/2006/main"/>
          <a:ln xmlns:a="http://schemas.openxmlformats.org/drawingml/2006/main" w="19097">
            <a:solidFill>
              <a:srgbClr val="F7A15B"/>
            </a:solidFill>
            <a:prstDash val="solid"/>
          </a:ln>
        </p:spPr>
      </p:sp>
      <p:sp>
        <p:nvSpPr>
          <p:cNvPr id="186" name="Life Reasoning corner horizontal">
            <a:extLst xmlns:a="http://schemas.openxmlformats.org/drawingml/2006/main">
              <a:ext uri="{FF2B5EF4-FFF2-40B4-BE49-F238E27FC236}">
                <a16:creationId xmlns:a16="http://schemas.microsoft.com/office/drawing/2014/main" id="{7878FDD2-CF11-4BA5-95A9-BE8922A199DE}"/>
              </a:ext>
            </a:extLst>
          </p:cNvPr>
          <p:cNvSpPr>
            <a:spLocks xmlns:a="http://schemas.openxmlformats.org/drawingml/2006/main" noGrp="1"/>
          </p:cNvSpPr>
          <p:nvPr/>
        </p:nvSpPr>
        <p:spPr>
          <a:xfrm xmlns:a="http://schemas.openxmlformats.org/drawingml/2006/main">
            <a:off x="4392223" y="9717083"/>
            <a:ext cx="238708" cy="191"/>
          </a:xfrm>
          <a:custGeom xmlns:a="http://schemas.openxmlformats.org/drawingml/2006/main">
            <a:pathLst>
              <a:path w="238125" h="191">
                <a:moveTo>
                  <a:pt x="238125" y="0"/>
                </a:moveTo>
                <a:lnTo>
                  <a:pt x="0" y="0"/>
                </a:lnTo>
              </a:path>
            </a:pathLst>
          </a:custGeom>
          <a:noFill xmlns:a="http://schemas.openxmlformats.org/drawingml/2006/main"/>
          <a:ln xmlns:a="http://schemas.openxmlformats.org/drawingml/2006/main" w="19097">
            <a:solidFill>
              <a:srgbClr val="F7A15B"/>
            </a:solidFill>
            <a:prstDash val="solid"/>
          </a:ln>
        </p:spPr>
      </p:sp>
      <p:sp>
        <p:nvSpPr>
          <p:cNvPr id="187" name="Life Reasoning corner vertical">
            <a:extLst xmlns:a="http://schemas.openxmlformats.org/drawingml/2006/main">
              <a:ext uri="{FF2B5EF4-FFF2-40B4-BE49-F238E27FC236}">
                <a16:creationId xmlns:a16="http://schemas.microsoft.com/office/drawing/2014/main" id="{D13A0E52-0B79-4EE8-BCE0-EA0B41B2FEBD}"/>
              </a:ext>
            </a:extLst>
          </p:cNvPr>
          <p:cNvSpPr>
            <a:spLocks xmlns:a="http://schemas.openxmlformats.org/drawingml/2006/main" noGrp="1"/>
          </p:cNvSpPr>
          <p:nvPr/>
        </p:nvSpPr>
        <p:spPr>
          <a:xfrm xmlns:a="http://schemas.openxmlformats.org/drawingml/2006/main">
            <a:off x="4630931" y="9516568"/>
            <a:ext cx="191" cy="200515"/>
          </a:xfrm>
          <a:custGeom xmlns:a="http://schemas.openxmlformats.org/drawingml/2006/main">
            <a:pathLst>
              <a:path w="191" h="200025">
                <a:moveTo>
                  <a:pt x="0" y="200025"/>
                </a:moveTo>
                <a:lnTo>
                  <a:pt x="0" y="0"/>
                </a:lnTo>
              </a:path>
            </a:pathLst>
          </a:custGeom>
          <a:noFill xmlns:a="http://schemas.openxmlformats.org/drawingml/2006/main"/>
          <a:ln xmlns:a="http://schemas.openxmlformats.org/drawingml/2006/main" w="19097">
            <a:solidFill>
              <a:srgbClr val="F7A15B"/>
            </a:solidFill>
            <a:prstDash val="solid"/>
          </a:ln>
        </p:spPr>
      </p:sp>
      <p:sp>
        <p:nvSpPr>
          <p:cNvPr id="188" name="Geo Reasoning card">
            <a:extLst xmlns:a="http://schemas.openxmlformats.org/drawingml/2006/main">
              <a:ext uri="{FF2B5EF4-FFF2-40B4-BE49-F238E27FC236}">
                <a16:creationId xmlns:a16="http://schemas.microsoft.com/office/drawing/2014/main" id="{2D72053A-7252-4835-85DB-CED81F17DC5F}"/>
              </a:ext>
            </a:extLst>
          </p:cNvPr>
          <p:cNvSpPr>
            <a:spLocks xmlns:a="http://schemas.openxmlformats.org/drawingml/2006/main" noGrp="1"/>
          </p:cNvSpPr>
          <p:nvPr/>
        </p:nvSpPr>
        <p:spPr>
          <a:xfrm xmlns:a="http://schemas.openxmlformats.org/drawingml/2006/main">
            <a:off x="4984219" y="6575688"/>
            <a:ext cx="4659576" cy="3275071"/>
          </a:xfrm>
          <a:custGeom xmlns:a="http://schemas.openxmlformats.org/drawingml/2006/main">
            <a:pathLst>
              <a:path w="4648200" h="3267075">
                <a:moveTo>
                  <a:pt x="57150" y="0"/>
                </a:moveTo>
                <a:lnTo>
                  <a:pt x="4591050" y="0"/>
                </a:lnTo>
                <a:cubicBezTo>
                  <a:pt x="4622613" y="0"/>
                  <a:pt x="4648200" y="25587"/>
                  <a:pt x="4648200" y="57150"/>
                </a:cubicBezTo>
                <a:lnTo>
                  <a:pt x="4648200" y="3209925"/>
                </a:lnTo>
                <a:cubicBezTo>
                  <a:pt x="4648200" y="3241488"/>
                  <a:pt x="4622613" y="3267075"/>
                  <a:pt x="4591050" y="3267075"/>
                </a:cubicBezTo>
                <a:lnTo>
                  <a:pt x="57150" y="3267075"/>
                </a:lnTo>
                <a:cubicBezTo>
                  <a:pt x="25587" y="3267075"/>
                  <a:pt x="0" y="3241488"/>
                  <a:pt x="0" y="3209925"/>
                </a:cubicBezTo>
                <a:lnTo>
                  <a:pt x="0" y="57150"/>
                </a:lnTo>
                <a:cubicBezTo>
                  <a:pt x="0" y="25587"/>
                  <a:pt x="25587" y="0"/>
                  <a:pt x="57150" y="0"/>
                </a:cubicBezTo>
                <a:close/>
              </a:path>
            </a:pathLst>
          </a:custGeom>
          <a:solidFill xmlns:a="http://schemas.openxmlformats.org/drawingml/2006/main">
            <a:srgbClr val="FCF4F4"/>
          </a:solidFill>
          <a:ln xmlns:a="http://schemas.openxmlformats.org/drawingml/2006/main" w="25780">
            <a:solidFill>
              <a:srgbClr val="FFA7AD"/>
            </a:solidFill>
            <a:prstDash val="solid"/>
          </a:ln>
        </p:spPr>
      </p:sp>
      <p:sp>
        <p:nvSpPr>
          <p:cNvPr id="189" name="Geo Reasoning header">
            <a:extLst xmlns:a="http://schemas.openxmlformats.org/drawingml/2006/main">
              <a:ext uri="{FF2B5EF4-FFF2-40B4-BE49-F238E27FC236}">
                <a16:creationId xmlns:a16="http://schemas.microsoft.com/office/drawing/2014/main" id="{D9CEA2C2-B97B-43AA-981F-B11AD9E447ED}"/>
              </a:ext>
            </a:extLst>
          </p:cNvPr>
          <p:cNvSpPr>
            <a:spLocks xmlns:a="http://schemas.openxmlformats.org/drawingml/2006/main" noGrp="1"/>
          </p:cNvSpPr>
          <p:nvPr/>
        </p:nvSpPr>
        <p:spPr>
          <a:xfrm xmlns:a="http://schemas.openxmlformats.org/drawingml/2006/main">
            <a:off x="4984219" y="6575688"/>
            <a:ext cx="4659576" cy="448771"/>
          </a:xfrm>
          <a:custGeom xmlns:a="http://schemas.openxmlformats.org/drawingml/2006/main">
            <a:pathLst>
              <a:path w="4648200" h="447675">
                <a:moveTo>
                  <a:pt x="57150" y="0"/>
                </a:moveTo>
                <a:lnTo>
                  <a:pt x="4591050" y="0"/>
                </a:lnTo>
                <a:cubicBezTo>
                  <a:pt x="4622613" y="0"/>
                  <a:pt x="4648200" y="25587"/>
                  <a:pt x="4648200" y="57150"/>
                </a:cubicBezTo>
                <a:lnTo>
                  <a:pt x="4648200" y="390525"/>
                </a:lnTo>
                <a:cubicBezTo>
                  <a:pt x="4648200" y="422088"/>
                  <a:pt x="4622613" y="447675"/>
                  <a:pt x="4591050" y="447675"/>
                </a:cubicBezTo>
                <a:lnTo>
                  <a:pt x="57150" y="447675"/>
                </a:lnTo>
                <a:cubicBezTo>
                  <a:pt x="25587" y="447675"/>
                  <a:pt x="0" y="422088"/>
                  <a:pt x="0" y="390525"/>
                </a:cubicBezTo>
                <a:lnTo>
                  <a:pt x="0" y="57150"/>
                </a:lnTo>
                <a:cubicBezTo>
                  <a:pt x="0" y="25587"/>
                  <a:pt x="25587" y="0"/>
                  <a:pt x="57150" y="0"/>
                </a:cubicBezTo>
                <a:close/>
              </a:path>
            </a:pathLst>
          </a:custGeom>
          <a:solidFill xmlns:a="http://schemas.openxmlformats.org/drawingml/2006/main">
            <a:srgbClr val="FFA7AD"/>
          </a:solidFill>
          <a:ln xmlns:a="http://schemas.openxmlformats.org/drawingml/2006/main" w="9548">
            <a:noFill/>
            <a:prstDash val="solid"/>
          </a:ln>
        </p:spPr>
      </p:sp>
      <p:pic>
        <p:nvPicPr>
          <p:cNvPr id="190" name="">
            <a:extLst xmlns:a="http://schemas.openxmlformats.org/drawingml/2006/main">
              <a:ext uri="{FF2B5EF4-FFF2-40B4-BE49-F238E27FC236}">
                <a16:creationId xmlns:a16="http://schemas.microsoft.com/office/drawing/2014/main" id="{8FB8B304-9766-4704-B6BE-11A0F383E399}"/>
              </a:ext>
            </a:extLst>
          </p:cNvPr>
          <p:cNvPicPr>
            <a:picLocks xmlns:a="http://schemas.openxmlformats.org/drawingml/2006/main" noChangeAspect="1"/>
          </p:cNvPicPr>
          <p:nvPr/>
        </p:nvPicPr>
        <p:blipFill>
          <a:blip xmlns:r="http://schemas.openxmlformats.org/officeDocument/2006/relationships" xmlns:a="http://schemas.openxmlformats.org/drawingml/2006/main" r:embed="Raddc18c86fe24273"/>
          <a:stretch xmlns:a="http://schemas.openxmlformats.org/drawingml/2006/main"/>
        </p:blipFill>
        <p:spPr>
          <a:xfrm xmlns:a="http://schemas.openxmlformats.org/drawingml/2006/main">
            <a:off x="6301885" y="6642527"/>
            <a:ext cx="343739" cy="343739"/>
          </a:xfrm>
          <a:prstGeom xmlns:a="http://schemas.openxmlformats.org/drawingml/2006/main" prst="rect">
            <a:avLst/>
          </a:prstGeom>
        </p:spPr>
      </p:pic>
      <p:sp>
        <p:nvSpPr>
          <p:cNvPr id="191" name="Geo Reasoning prompt divider">
            <a:extLst xmlns:a="http://schemas.openxmlformats.org/drawingml/2006/main">
              <a:ext uri="{FF2B5EF4-FFF2-40B4-BE49-F238E27FC236}">
                <a16:creationId xmlns:a16="http://schemas.microsoft.com/office/drawing/2014/main" id="{28AFF2DF-3738-4CD1-81A6-39871B31ABA4}"/>
              </a:ext>
            </a:extLst>
          </p:cNvPr>
          <p:cNvSpPr>
            <a:spLocks xmlns:a="http://schemas.openxmlformats.org/drawingml/2006/main" noGrp="1"/>
          </p:cNvSpPr>
          <p:nvPr/>
        </p:nvSpPr>
        <p:spPr>
          <a:xfrm xmlns:a="http://schemas.openxmlformats.org/drawingml/2006/main">
            <a:off x="5060605" y="7587809"/>
            <a:ext cx="4497255" cy="191"/>
          </a:xfrm>
          <a:custGeom xmlns:a="http://schemas.openxmlformats.org/drawingml/2006/main">
            <a:pathLst>
              <a:path w="4486275" h="191">
                <a:moveTo>
                  <a:pt x="0" y="0"/>
                </a:moveTo>
                <a:lnTo>
                  <a:pt x="4486275" y="0"/>
                </a:lnTo>
              </a:path>
            </a:pathLst>
          </a:custGeom>
          <a:noFill xmlns:a="http://schemas.openxmlformats.org/drawingml/2006/main"/>
          <a:ln xmlns:a="http://schemas.openxmlformats.org/drawingml/2006/main" w="28645">
            <a:solidFill>
              <a:srgbClr val="FC738B"/>
            </a:solidFill>
            <a:prstDash val="dash"/>
          </a:ln>
        </p:spPr>
      </p:sp>
      <p:sp>
        <p:nvSpPr>
          <p:cNvPr id="192" name="Geo Reasoning user disk">
            <a:extLst xmlns:a="http://schemas.openxmlformats.org/drawingml/2006/main">
              <a:ext uri="{FF2B5EF4-FFF2-40B4-BE49-F238E27FC236}">
                <a16:creationId xmlns:a16="http://schemas.microsoft.com/office/drawing/2014/main" id="{5C270502-77C1-4052-9D28-30E8EED19DE8}"/>
              </a:ext>
            </a:extLst>
          </p:cNvPr>
          <p:cNvSpPr>
            <a:spLocks xmlns:a="http://schemas.openxmlformats.org/drawingml/2006/main" noGrp="1"/>
          </p:cNvSpPr>
          <p:nvPr/>
        </p:nvSpPr>
        <p:spPr>
          <a:xfrm xmlns:a="http://schemas.openxmlformats.org/drawingml/2006/main">
            <a:off x="5117895" y="7110394"/>
            <a:ext cx="324643" cy="324643"/>
          </a:xfrm>
          <a:custGeom xmlns:a="http://schemas.openxmlformats.org/drawingml/2006/main">
            <a:pathLst>
              <a:path w="323850" h="323850">
                <a:moveTo>
                  <a:pt x="323850" y="161925"/>
                </a:moveTo>
                <a:cubicBezTo>
                  <a:pt x="323850" y="251354"/>
                  <a:pt x="251354" y="323850"/>
                  <a:pt x="161925" y="323850"/>
                </a:cubicBezTo>
                <a:cubicBezTo>
                  <a:pt x="72496" y="323850"/>
                  <a:pt x="0" y="251354"/>
                  <a:pt x="0" y="161925"/>
                </a:cubicBezTo>
                <a:cubicBezTo>
                  <a:pt x="0" y="72496"/>
                  <a:pt x="72496" y="0"/>
                  <a:pt x="161925" y="0"/>
                </a:cubicBezTo>
                <a:cubicBezTo>
                  <a:pt x="251354" y="0"/>
                  <a:pt x="323850" y="72496"/>
                  <a:pt x="323850" y="161925"/>
                </a:cubicBezTo>
                <a:close/>
              </a:path>
            </a:pathLst>
          </a:custGeom>
          <a:solidFill xmlns:a="http://schemas.openxmlformats.org/drawingml/2006/main">
            <a:srgbClr val="FC738B"/>
          </a:solidFill>
          <a:ln xmlns:a="http://schemas.openxmlformats.org/drawingml/2006/main" w="9548">
            <a:noFill/>
            <a:prstDash val="solid"/>
          </a:ln>
        </p:spPr>
      </p:sp>
      <p:sp>
        <p:nvSpPr>
          <p:cNvPr id="193" name="Geo Reasoning user head">
            <a:extLst xmlns:a="http://schemas.openxmlformats.org/drawingml/2006/main">
              <a:ext uri="{FF2B5EF4-FFF2-40B4-BE49-F238E27FC236}">
                <a16:creationId xmlns:a16="http://schemas.microsoft.com/office/drawing/2014/main" id="{477A9569-7BA3-4990-836A-4EF9FA8393A4}"/>
              </a:ext>
            </a:extLst>
          </p:cNvPr>
          <p:cNvSpPr>
            <a:spLocks xmlns:a="http://schemas.openxmlformats.org/drawingml/2006/main" noGrp="1"/>
          </p:cNvSpPr>
          <p:nvPr/>
        </p:nvSpPr>
        <p:spPr>
          <a:xfrm xmlns:a="http://schemas.openxmlformats.org/drawingml/2006/main">
            <a:off x="5213378" y="7148587"/>
            <a:ext cx="143225" cy="143225"/>
          </a:xfrm>
          <a:custGeom xmlns:a="http://schemas.openxmlformats.org/drawingml/2006/main">
            <a:pathLst>
              <a:path w="142875" h="142875">
                <a:moveTo>
                  <a:pt x="142875" y="71438"/>
                </a:moveTo>
                <a:cubicBezTo>
                  <a:pt x="142875" y="110891"/>
                  <a:pt x="110891" y="142875"/>
                  <a:pt x="71438" y="142875"/>
                </a:cubicBezTo>
                <a:cubicBezTo>
                  <a:pt x="31984" y="142875"/>
                  <a:pt x="0" y="110891"/>
                  <a:pt x="0" y="71438"/>
                </a:cubicBezTo>
                <a:cubicBezTo>
                  <a:pt x="0" y="31984"/>
                  <a:pt x="31984" y="0"/>
                  <a:pt x="71438" y="0"/>
                </a:cubicBezTo>
                <a:cubicBezTo>
                  <a:pt x="110891" y="0"/>
                  <a:pt x="142875" y="31984"/>
                  <a:pt x="142875" y="71438"/>
                </a:cubicBezTo>
                <a:close/>
              </a:path>
            </a:pathLst>
          </a:custGeom>
          <a:solidFill xmlns:a="http://schemas.openxmlformats.org/drawingml/2006/main">
            <a:srgbClr val="FFFFFF"/>
          </a:solidFill>
          <a:ln xmlns:a="http://schemas.openxmlformats.org/drawingml/2006/main" w="9548">
            <a:noFill/>
            <a:prstDash val="solid"/>
          </a:ln>
        </p:spPr>
      </p:sp>
      <p:sp>
        <p:nvSpPr>
          <p:cNvPr id="194" name="Geo Reasoning user shoulders">
            <a:extLst xmlns:a="http://schemas.openxmlformats.org/drawingml/2006/main">
              <a:ext uri="{FF2B5EF4-FFF2-40B4-BE49-F238E27FC236}">
                <a16:creationId xmlns:a16="http://schemas.microsoft.com/office/drawing/2014/main" id="{EF48E630-6501-4B0F-B8A7-321C38F7000F}"/>
              </a:ext>
            </a:extLst>
          </p:cNvPr>
          <p:cNvSpPr>
            <a:spLocks xmlns:a="http://schemas.openxmlformats.org/drawingml/2006/main" noGrp="1"/>
          </p:cNvSpPr>
          <p:nvPr/>
        </p:nvSpPr>
        <p:spPr>
          <a:xfrm xmlns:a="http://schemas.openxmlformats.org/drawingml/2006/main">
            <a:off x="5175185" y="7282263"/>
            <a:ext cx="219611" cy="114580"/>
          </a:xfrm>
          <a:custGeom xmlns:a="http://schemas.openxmlformats.org/drawingml/2006/main">
            <a:pathLst>
              <a:path w="219075" h="114300">
                <a:moveTo>
                  <a:pt x="219075" y="57150"/>
                </a:moveTo>
                <a:cubicBezTo>
                  <a:pt x="219075" y="88713"/>
                  <a:pt x="170033" y="114300"/>
                  <a:pt x="109538" y="114300"/>
                </a:cubicBezTo>
                <a:cubicBezTo>
                  <a:pt x="49042" y="114300"/>
                  <a:pt x="0" y="88713"/>
                  <a:pt x="0" y="57150"/>
                </a:cubicBezTo>
                <a:cubicBezTo>
                  <a:pt x="0" y="25587"/>
                  <a:pt x="49042" y="0"/>
                  <a:pt x="109538" y="0"/>
                </a:cubicBezTo>
                <a:cubicBezTo>
                  <a:pt x="170033" y="0"/>
                  <a:pt x="219075" y="25587"/>
                  <a:pt x="219075" y="57150"/>
                </a:cubicBezTo>
                <a:close/>
              </a:path>
            </a:pathLst>
          </a:custGeom>
          <a:solidFill xmlns:a="http://schemas.openxmlformats.org/drawingml/2006/main">
            <a:srgbClr val="FFFFFF"/>
          </a:solidFill>
          <a:ln xmlns:a="http://schemas.openxmlformats.org/drawingml/2006/main" w="9548">
            <a:noFill/>
            <a:prstDash val="solid"/>
          </a:ln>
        </p:spPr>
      </p:sp>
      <p:sp>
        <p:nvSpPr>
          <p:cNvPr id="195" name="Geo Reasoning evidence container">
            <a:extLst xmlns:a="http://schemas.openxmlformats.org/drawingml/2006/main">
              <a:ext uri="{FF2B5EF4-FFF2-40B4-BE49-F238E27FC236}">
                <a16:creationId xmlns:a16="http://schemas.microsoft.com/office/drawing/2014/main" id="{47905881-A17B-4CBB-B1D6-527370B5B1C4}"/>
              </a:ext>
            </a:extLst>
          </p:cNvPr>
          <p:cNvSpPr>
            <a:spLocks xmlns:a="http://schemas.openxmlformats.org/drawingml/2006/main" noGrp="1"/>
          </p:cNvSpPr>
          <p:nvPr/>
        </p:nvSpPr>
        <p:spPr>
          <a:xfrm xmlns:a="http://schemas.openxmlformats.org/drawingml/2006/main">
            <a:off x="5576214" y="7692841"/>
            <a:ext cx="2014694" cy="1078959"/>
          </a:xfrm>
          <a:custGeom xmlns:a="http://schemas.openxmlformats.org/drawingml/2006/main">
            <a:pathLst>
              <a:path w="2009775" h="1076325">
                <a:moveTo>
                  <a:pt x="19050" y="0"/>
                </a:moveTo>
                <a:lnTo>
                  <a:pt x="1990725" y="0"/>
                </a:lnTo>
                <a:cubicBezTo>
                  <a:pt x="2001246" y="0"/>
                  <a:pt x="2009775" y="8529"/>
                  <a:pt x="2009775" y="19050"/>
                </a:cubicBezTo>
                <a:lnTo>
                  <a:pt x="2009775" y="1057275"/>
                </a:lnTo>
                <a:cubicBezTo>
                  <a:pt x="2009775" y="1067796"/>
                  <a:pt x="2001246" y="1076325"/>
                  <a:pt x="1990725" y="1076325"/>
                </a:cubicBezTo>
                <a:lnTo>
                  <a:pt x="19050" y="1076325"/>
                </a:lnTo>
                <a:cubicBezTo>
                  <a:pt x="8529" y="1076325"/>
                  <a:pt x="0" y="1067796"/>
                  <a:pt x="0" y="1057275"/>
                </a:cubicBezTo>
                <a:lnTo>
                  <a:pt x="0" y="19050"/>
                </a:lnTo>
                <a:cubicBezTo>
                  <a:pt x="0" y="8529"/>
                  <a:pt x="8529" y="0"/>
                  <a:pt x="19050" y="0"/>
                </a:cubicBezTo>
                <a:close/>
              </a:path>
            </a:pathLst>
          </a:custGeom>
          <a:solidFill xmlns:a="http://schemas.openxmlformats.org/drawingml/2006/main">
            <a:srgbClr val="FFFFFF"/>
          </a:solidFill>
          <a:ln xmlns:a="http://schemas.openxmlformats.org/drawingml/2006/main" w="28645">
            <a:solidFill>
              <a:srgbClr val="FC738B"/>
            </a:solidFill>
            <a:prstDash val="solid"/>
          </a:ln>
        </p:spPr>
      </p:sp>
      <p:sp>
        <p:nvSpPr>
          <p:cNvPr id="196" name="Geo Reasoning tool rail">
            <a:extLst xmlns:a="http://schemas.openxmlformats.org/drawingml/2006/main">
              <a:ext uri="{FF2B5EF4-FFF2-40B4-BE49-F238E27FC236}">
                <a16:creationId xmlns:a16="http://schemas.microsoft.com/office/drawing/2014/main" id="{DF31AB45-5745-4917-958A-45AB14AA466A}"/>
              </a:ext>
            </a:extLst>
          </p:cNvPr>
          <p:cNvSpPr>
            <a:spLocks xmlns:a="http://schemas.openxmlformats.org/drawingml/2006/main" noGrp="1"/>
          </p:cNvSpPr>
          <p:nvPr/>
        </p:nvSpPr>
        <p:spPr>
          <a:xfrm xmlns:a="http://schemas.openxmlformats.org/drawingml/2006/main">
            <a:off x="5146540" y="7912452"/>
            <a:ext cx="229159" cy="1756889"/>
          </a:xfrm>
          <a:custGeom xmlns:a="http://schemas.openxmlformats.org/drawingml/2006/main">
            <a:pathLst>
              <a:path w="228600" h="1752600">
                <a:moveTo>
                  <a:pt x="114300" y="0"/>
                </a:moveTo>
                <a:lnTo>
                  <a:pt x="114300" y="0"/>
                </a:lnTo>
                <a:cubicBezTo>
                  <a:pt x="177426" y="0"/>
                  <a:pt x="228600" y="51174"/>
                  <a:pt x="228600" y="114300"/>
                </a:cubicBezTo>
                <a:lnTo>
                  <a:pt x="228600" y="1638300"/>
                </a:lnTo>
                <a:cubicBezTo>
                  <a:pt x="228600" y="1701426"/>
                  <a:pt x="177426" y="1752600"/>
                  <a:pt x="114300" y="1752600"/>
                </a:cubicBezTo>
                <a:lnTo>
                  <a:pt x="114300" y="1752600"/>
                </a:lnTo>
                <a:cubicBezTo>
                  <a:pt x="51174" y="1752600"/>
                  <a:pt x="0" y="1701426"/>
                  <a:pt x="0" y="1638300"/>
                </a:cubicBezTo>
                <a:lnTo>
                  <a:pt x="0" y="114300"/>
                </a:lnTo>
                <a:cubicBezTo>
                  <a:pt x="0" y="51174"/>
                  <a:pt x="51174" y="0"/>
                  <a:pt x="114300" y="0"/>
                </a:cubicBezTo>
                <a:close/>
              </a:path>
            </a:pathLst>
          </a:custGeom>
          <a:solidFill xmlns:a="http://schemas.openxmlformats.org/drawingml/2006/main">
            <a:srgbClr val="FFFFFF"/>
          </a:solidFill>
          <a:ln xmlns:a="http://schemas.openxmlformats.org/drawingml/2006/main" w="19097">
            <a:solidFill>
              <a:srgbClr val="FC738B"/>
            </a:solidFill>
            <a:prstDash val="solid"/>
          </a:ln>
        </p:spPr>
      </p:sp>
      <p:sp>
        <p:nvSpPr>
          <p:cNvPr id="197" name="Geo Reasoning tool label">
            <a:extLst xmlns:a="http://schemas.openxmlformats.org/drawingml/2006/main">
              <a:ext uri="{FF2B5EF4-FFF2-40B4-BE49-F238E27FC236}">
                <a16:creationId xmlns:a16="http://schemas.microsoft.com/office/drawing/2014/main" id="{E5E12DDF-63D4-4F66-9C36-717274F2622E}"/>
              </a:ext>
            </a:extLst>
          </p:cNvPr>
          <p:cNvSpPr>
            <a:spLocks xmlns:a="http://schemas.openxmlformats.org/drawingml/2006/main" noGrp="1"/>
          </p:cNvSpPr>
          <p:nvPr/>
        </p:nvSpPr>
        <p:spPr>
          <a:xfrm xmlns:a="http://schemas.openxmlformats.org/drawingml/2006/main" rot="5400000">
            <a:off x="4898284" y="8710461"/>
            <a:ext cx="735220" cy="12412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595" b="0" i="0">
                <a:solidFill>
                  <a:srgbClr val="101010"/>
                </a:solidFill>
                <a:latin typeface="Comic Sans MS"/>
                <a:ea typeface="Comic Sans MS"/>
                <a:cs typeface="Comic Sans MS"/>
              </a:defRPr>
            </a:defPPr>
          </a:lstStyle>
          <a:p xmlns:a="http://schemas.openxmlformats.org/drawingml/2006/main">
            <a:pPr algn="l">
              <a:lnSpc>
                <a:spcPct val="100000"/>
              </a:lnSpc>
              <a:buNone/>
              <a:defRPr sz="595" b="0" i="0">
                <a:solidFill>
                  <a:srgbClr val="101010"/>
                </a:solidFill>
                <a:latin typeface="Comic Sans MS"/>
                <a:ea typeface="Comic Sans MS"/>
                <a:cs typeface="Comic Sans MS"/>
              </a:defRPr>
            </a:pPr>
            <a:r>
              <a:rPr sz="595" b="0" i="0">
                <a:solidFill>
                  <a:srgbClr val="101010"/>
                </a:solidFill>
                <a:latin typeface="Comic Sans MS"/>
                <a:ea typeface="Comic Sans MS"/>
                <a:cs typeface="Comic Sans MS"/>
              </a:rPr>
              <a:t>Search &amp; reasoning...</a:t>
            </a:r>
          </a:p>
        </p:txBody>
      </p:sp>
      <p:pic>
        <p:nvPicPr>
          <p:cNvPr id="198" name="">
            <a:extLst xmlns:a="http://schemas.openxmlformats.org/drawingml/2006/main">
              <a:ext uri="{FF2B5EF4-FFF2-40B4-BE49-F238E27FC236}">
                <a16:creationId xmlns:a16="http://schemas.microsoft.com/office/drawing/2014/main" id="{BC09FC42-B6A4-411C-BFAE-0FB56D3CFEC9}"/>
              </a:ext>
            </a:extLst>
          </p:cNvPr>
          <p:cNvPicPr>
            <a:picLocks xmlns:a="http://schemas.openxmlformats.org/drawingml/2006/main" noChangeAspect="1"/>
          </p:cNvPicPr>
          <p:nvPr/>
        </p:nvPicPr>
        <p:blipFill>
          <a:blip xmlns:r="http://schemas.openxmlformats.org/officeDocument/2006/relationships" xmlns:a="http://schemas.openxmlformats.org/drawingml/2006/main" r:embed="Re54ef51c977f4b81"/>
          <a:stretch xmlns:a="http://schemas.openxmlformats.org/drawingml/2006/main"/>
        </p:blipFill>
        <p:spPr>
          <a:xfrm xmlns:a="http://schemas.openxmlformats.org/drawingml/2006/main">
            <a:off x="5175185" y="7950645"/>
            <a:ext cx="181418" cy="200515"/>
          </a:xfrm>
          <a:prstGeom xmlns:a="http://schemas.openxmlformats.org/drawingml/2006/main" prst="rect">
            <a:avLst/>
          </a:prstGeom>
        </p:spPr>
      </p:pic>
      <p:pic>
        <p:nvPicPr>
          <p:cNvPr id="199" name="">
            <a:extLst xmlns:a="http://schemas.openxmlformats.org/drawingml/2006/main">
              <a:ext uri="{FF2B5EF4-FFF2-40B4-BE49-F238E27FC236}">
                <a16:creationId xmlns:a16="http://schemas.microsoft.com/office/drawing/2014/main" id="{333DAD7C-75F2-4C88-B6D0-B1DFBF4C8D13}"/>
              </a:ext>
            </a:extLst>
          </p:cNvPr>
          <p:cNvPicPr>
            <a:picLocks xmlns:a="http://schemas.openxmlformats.org/drawingml/2006/main" noChangeAspect="1"/>
          </p:cNvPicPr>
          <p:nvPr/>
        </p:nvPicPr>
        <p:blipFill>
          <a:blip xmlns:r="http://schemas.openxmlformats.org/officeDocument/2006/relationships" xmlns:a="http://schemas.openxmlformats.org/drawingml/2006/main" r:embed="R9d022d896b4c4670"/>
          <a:stretch xmlns:a="http://schemas.openxmlformats.org/drawingml/2006/main"/>
        </p:blipFill>
        <p:spPr>
          <a:xfrm xmlns:a="http://schemas.openxmlformats.org/drawingml/2006/main">
            <a:off x="5051057" y="7711937"/>
            <a:ext cx="429674" cy="257804"/>
          </a:xfrm>
          <a:prstGeom xmlns:a="http://schemas.openxmlformats.org/drawingml/2006/main" prst="rect">
            <a:avLst/>
          </a:prstGeom>
        </p:spPr>
      </p:pic>
      <p:sp>
        <p:nvSpPr>
          <p:cNvPr id="200" name="Geo Reasoning text tag">
            <a:extLst xmlns:a="http://schemas.openxmlformats.org/drawingml/2006/main">
              <a:ext uri="{FF2B5EF4-FFF2-40B4-BE49-F238E27FC236}">
                <a16:creationId xmlns:a16="http://schemas.microsoft.com/office/drawing/2014/main" id="{1034B373-6547-431A-B4CB-BA57277E36C0}"/>
              </a:ext>
            </a:extLst>
          </p:cNvPr>
          <p:cNvSpPr>
            <a:spLocks xmlns:a="http://schemas.openxmlformats.org/drawingml/2006/main" noGrp="1"/>
          </p:cNvSpPr>
          <p:nvPr/>
        </p:nvSpPr>
        <p:spPr>
          <a:xfrm xmlns:a="http://schemas.openxmlformats.org/drawingml/2006/main">
            <a:off x="5576214" y="8781348"/>
            <a:ext cx="697027" cy="152773"/>
          </a:xfrm>
          <a:custGeom xmlns:a="http://schemas.openxmlformats.org/drawingml/2006/main">
            <a:pathLst>
              <a:path w="695325" h="152400">
                <a:moveTo>
                  <a:pt x="19050" y="0"/>
                </a:moveTo>
                <a:lnTo>
                  <a:pt x="676275" y="0"/>
                </a:lnTo>
                <a:cubicBezTo>
                  <a:pt x="686796" y="0"/>
                  <a:pt x="695325" y="8529"/>
                  <a:pt x="695325" y="19050"/>
                </a:cubicBezTo>
                <a:lnTo>
                  <a:pt x="695325" y="133350"/>
                </a:lnTo>
                <a:cubicBezTo>
                  <a:pt x="695325" y="143871"/>
                  <a:pt x="686796" y="152400"/>
                  <a:pt x="676275" y="152400"/>
                </a:cubicBezTo>
                <a:lnTo>
                  <a:pt x="19050" y="152400"/>
                </a:lnTo>
                <a:cubicBezTo>
                  <a:pt x="8529" y="152400"/>
                  <a:pt x="0" y="143871"/>
                  <a:pt x="0" y="133350"/>
                </a:cubicBezTo>
                <a:lnTo>
                  <a:pt x="0" y="19050"/>
                </a:lnTo>
                <a:cubicBezTo>
                  <a:pt x="0" y="8529"/>
                  <a:pt x="8529" y="0"/>
                  <a:pt x="19050" y="0"/>
                </a:cubicBezTo>
                <a:close/>
              </a:path>
            </a:pathLst>
          </a:custGeom>
          <a:solidFill xmlns:a="http://schemas.openxmlformats.org/drawingml/2006/main">
            <a:srgbClr val="FC738B"/>
          </a:solidFill>
          <a:ln xmlns:a="http://schemas.openxmlformats.org/drawingml/2006/main" w="9548">
            <a:noFill/>
            <a:prstDash val="solid"/>
          </a:ln>
        </p:spPr>
      </p:sp>
      <p:sp>
        <p:nvSpPr>
          <p:cNvPr id="201" name="Geo Reasoning text tag label">
            <a:extLst xmlns:a="http://schemas.openxmlformats.org/drawingml/2006/main">
              <a:ext uri="{FF2B5EF4-FFF2-40B4-BE49-F238E27FC236}">
                <a16:creationId xmlns:a16="http://schemas.microsoft.com/office/drawing/2014/main" id="{37A978B5-AF94-4411-9FF8-494F2B29B2D8}"/>
              </a:ext>
            </a:extLst>
          </p:cNvPr>
          <p:cNvSpPr>
            <a:spLocks xmlns:a="http://schemas.openxmlformats.org/drawingml/2006/main" noGrp="1"/>
          </p:cNvSpPr>
          <p:nvPr/>
        </p:nvSpPr>
        <p:spPr>
          <a:xfrm xmlns:a="http://schemas.openxmlformats.org/drawingml/2006/main" rot="0">
            <a:off x="5643052" y="8776882"/>
            <a:ext cx="439222" cy="18326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031" b="0" i="0">
                <a:solidFill>
                  <a:srgbClr val="FFFFFF"/>
                </a:solidFill>
                <a:latin typeface="Comic Sans MS"/>
                <a:ea typeface="Comic Sans MS"/>
                <a:cs typeface="Comic Sans MS"/>
              </a:defRPr>
            </a:defPPr>
          </a:lstStyle>
          <a:p xmlns:a="http://schemas.openxmlformats.org/drawingml/2006/main">
            <a:pPr algn="l">
              <a:lnSpc>
                <a:spcPct val="100000"/>
              </a:lnSpc>
              <a:buNone/>
              <a:defRPr sz="1031" b="0" i="0">
                <a:solidFill>
                  <a:srgbClr val="FFFFFF"/>
                </a:solidFill>
                <a:latin typeface="Comic Sans MS"/>
                <a:ea typeface="Comic Sans MS"/>
                <a:cs typeface="Comic Sans MS"/>
              </a:defRPr>
            </a:pPr>
            <a:r>
              <a:rPr sz="1031" b="0" i="0">
                <a:solidFill>
                  <a:srgbClr val="FFFFFF"/>
                </a:solidFill>
                <a:latin typeface="Comic Sans MS"/>
                <a:ea typeface="Comic Sans MS"/>
                <a:cs typeface="Comic Sans MS"/>
              </a:rPr>
              <a:t>T  text</a:t>
            </a:r>
          </a:p>
        </p:txBody>
      </p:sp>
      <p:sp>
        <p:nvSpPr>
          <p:cNvPr id="202" name="Geo Reasoning reference frame">
            <a:extLst xmlns:a="http://schemas.openxmlformats.org/drawingml/2006/main">
              <a:ext uri="{FF2B5EF4-FFF2-40B4-BE49-F238E27FC236}">
                <a16:creationId xmlns:a16="http://schemas.microsoft.com/office/drawing/2014/main" id="{D6266039-2EE4-4200-8C48-FE7ABA71E42C}"/>
              </a:ext>
            </a:extLst>
          </p:cNvPr>
          <p:cNvSpPr>
            <a:spLocks xmlns:a="http://schemas.openxmlformats.org/drawingml/2006/main" noGrp="1"/>
          </p:cNvSpPr>
          <p:nvPr/>
        </p:nvSpPr>
        <p:spPr>
          <a:xfrm xmlns:a="http://schemas.openxmlformats.org/drawingml/2006/main">
            <a:off x="5557117" y="9020056"/>
            <a:ext cx="2052887" cy="677930"/>
          </a:xfrm>
          <a:custGeom xmlns:a="http://schemas.openxmlformats.org/drawingml/2006/main">
            <a:pathLst>
              <a:path w="2047875" h="676275">
                <a:moveTo>
                  <a:pt x="19050" y="0"/>
                </a:moveTo>
                <a:lnTo>
                  <a:pt x="2028825" y="0"/>
                </a:lnTo>
                <a:cubicBezTo>
                  <a:pt x="2039346" y="0"/>
                  <a:pt x="2047875" y="8529"/>
                  <a:pt x="2047875" y="19050"/>
                </a:cubicBezTo>
                <a:lnTo>
                  <a:pt x="2047875" y="657225"/>
                </a:lnTo>
                <a:cubicBezTo>
                  <a:pt x="2047875" y="667746"/>
                  <a:pt x="2039346" y="676275"/>
                  <a:pt x="2028825" y="676275"/>
                </a:cubicBezTo>
                <a:lnTo>
                  <a:pt x="19050" y="676275"/>
                </a:lnTo>
                <a:cubicBezTo>
                  <a:pt x="8529" y="676275"/>
                  <a:pt x="0" y="667746"/>
                  <a:pt x="0" y="657225"/>
                </a:cubicBezTo>
                <a:lnTo>
                  <a:pt x="0" y="19050"/>
                </a:lnTo>
                <a:cubicBezTo>
                  <a:pt x="0" y="8529"/>
                  <a:pt x="8529" y="0"/>
                  <a:pt x="19050" y="0"/>
                </a:cubicBezTo>
                <a:close/>
              </a:path>
            </a:pathLst>
          </a:custGeom>
          <a:solidFill xmlns:a="http://schemas.openxmlformats.org/drawingml/2006/main">
            <a:srgbClr val="FFFFFF"/>
          </a:solidFill>
          <a:ln xmlns:a="http://schemas.openxmlformats.org/drawingml/2006/main" w="28645">
            <a:solidFill>
              <a:srgbClr val="FC738B"/>
            </a:solidFill>
            <a:prstDash val="solid"/>
          </a:ln>
        </p:spPr>
      </p:sp>
      <p:pic>
        <p:nvPicPr>
          <p:cNvPr id="203" name="">
            <a:extLst xmlns:a="http://schemas.openxmlformats.org/drawingml/2006/main">
              <a:ext uri="{FF2B5EF4-FFF2-40B4-BE49-F238E27FC236}">
                <a16:creationId xmlns:a16="http://schemas.microsoft.com/office/drawing/2014/main" id="{5EA50199-33AD-488C-800D-281515BA3CE3}"/>
              </a:ext>
            </a:extLst>
          </p:cNvPr>
          <p:cNvPicPr>
            <a:picLocks xmlns:a="http://schemas.openxmlformats.org/drawingml/2006/main" noChangeAspect="1"/>
          </p:cNvPicPr>
          <p:nvPr/>
        </p:nvPicPr>
        <p:blipFill>
          <a:blip xmlns:r="http://schemas.openxmlformats.org/officeDocument/2006/relationships" xmlns:a="http://schemas.openxmlformats.org/drawingml/2006/main" r:embed="Rb0d829082f43463c"/>
          <a:stretch xmlns:a="http://schemas.openxmlformats.org/drawingml/2006/main"/>
        </p:blipFill>
        <p:spPr>
          <a:xfrm xmlns:a="http://schemas.openxmlformats.org/drawingml/2006/main">
            <a:off x="5576214" y="9039153"/>
            <a:ext cx="2014694" cy="639737"/>
          </a:xfrm>
          <a:prstGeom xmlns:a="http://schemas.openxmlformats.org/drawingml/2006/main" prst="rect">
            <a:avLst/>
          </a:prstGeom>
        </p:spPr>
      </p:pic>
      <p:sp>
        <p:nvSpPr>
          <p:cNvPr id="204" name="Geo Reasoning images tag">
            <a:extLst xmlns:a="http://schemas.openxmlformats.org/drawingml/2006/main">
              <a:ext uri="{FF2B5EF4-FFF2-40B4-BE49-F238E27FC236}">
                <a16:creationId xmlns:a16="http://schemas.microsoft.com/office/drawing/2014/main" id="{6D30FC71-5D6D-47A9-A1F1-75BA7491D99A}"/>
              </a:ext>
            </a:extLst>
          </p:cNvPr>
          <p:cNvSpPr>
            <a:spLocks xmlns:a="http://schemas.openxmlformats.org/drawingml/2006/main" noGrp="1"/>
          </p:cNvSpPr>
          <p:nvPr/>
        </p:nvSpPr>
        <p:spPr>
          <a:xfrm xmlns:a="http://schemas.openxmlformats.org/drawingml/2006/main">
            <a:off x="6874784" y="8886380"/>
            <a:ext cx="735220" cy="143225"/>
          </a:xfrm>
          <a:custGeom xmlns:a="http://schemas.openxmlformats.org/drawingml/2006/main">
            <a:pathLst>
              <a:path w="733425" h="142875">
                <a:moveTo>
                  <a:pt x="19050" y="0"/>
                </a:moveTo>
                <a:lnTo>
                  <a:pt x="714375" y="0"/>
                </a:lnTo>
                <a:cubicBezTo>
                  <a:pt x="724896" y="0"/>
                  <a:pt x="733425" y="8529"/>
                  <a:pt x="733425" y="19050"/>
                </a:cubicBezTo>
                <a:lnTo>
                  <a:pt x="733425" y="123825"/>
                </a:lnTo>
                <a:cubicBezTo>
                  <a:pt x="733425" y="134346"/>
                  <a:pt x="724896" y="142875"/>
                  <a:pt x="714375" y="142875"/>
                </a:cubicBezTo>
                <a:lnTo>
                  <a:pt x="19050" y="142875"/>
                </a:lnTo>
                <a:cubicBezTo>
                  <a:pt x="8529" y="142875"/>
                  <a:pt x="0" y="134346"/>
                  <a:pt x="0" y="123825"/>
                </a:cubicBezTo>
                <a:lnTo>
                  <a:pt x="0" y="19050"/>
                </a:lnTo>
                <a:cubicBezTo>
                  <a:pt x="0" y="8529"/>
                  <a:pt x="8529" y="0"/>
                  <a:pt x="19050" y="0"/>
                </a:cubicBezTo>
                <a:close/>
              </a:path>
            </a:pathLst>
          </a:custGeom>
          <a:solidFill xmlns:a="http://schemas.openxmlformats.org/drawingml/2006/main">
            <a:srgbClr val="FC738B"/>
          </a:solidFill>
          <a:ln xmlns:a="http://schemas.openxmlformats.org/drawingml/2006/main" w="9548">
            <a:noFill/>
            <a:prstDash val="solid"/>
          </a:ln>
        </p:spPr>
      </p:sp>
      <p:sp>
        <p:nvSpPr>
          <p:cNvPr id="205" name="Geo Reasoning images tag label">
            <a:extLst xmlns:a="http://schemas.openxmlformats.org/drawingml/2006/main">
              <a:ext uri="{FF2B5EF4-FFF2-40B4-BE49-F238E27FC236}">
                <a16:creationId xmlns:a16="http://schemas.microsoft.com/office/drawing/2014/main" id="{CEF03D90-10C8-4F27-B470-A4502ED3ED40}"/>
              </a:ext>
            </a:extLst>
          </p:cNvPr>
          <p:cNvSpPr>
            <a:spLocks xmlns:a="http://schemas.openxmlformats.org/drawingml/2006/main" noGrp="1"/>
          </p:cNvSpPr>
          <p:nvPr/>
        </p:nvSpPr>
        <p:spPr>
          <a:xfrm xmlns:a="http://schemas.openxmlformats.org/drawingml/2006/main" rot="0">
            <a:off x="6941622" y="8882892"/>
            <a:ext cx="611092" cy="17565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988" b="0" i="0">
                <a:solidFill>
                  <a:srgbClr val="FFFFFF"/>
                </a:solidFill>
                <a:latin typeface="Comic Sans MS"/>
                <a:ea typeface="Comic Sans MS"/>
                <a:cs typeface="Comic Sans MS"/>
              </a:defRPr>
            </a:defPPr>
          </a:lstStyle>
          <a:p xmlns:a="http://schemas.openxmlformats.org/drawingml/2006/main">
            <a:pPr algn="l">
              <a:lnSpc>
                <a:spcPct val="100000"/>
              </a:lnSpc>
              <a:buNone/>
              <a:defRPr sz="988" b="0" i="0">
                <a:solidFill>
                  <a:srgbClr val="FFFFFF"/>
                </a:solidFill>
                <a:latin typeface="Comic Sans MS"/>
                <a:ea typeface="Comic Sans MS"/>
                <a:cs typeface="Comic Sans MS"/>
              </a:defRPr>
            </a:pPr>
            <a:r>
              <a:rPr sz="988" b="0" i="0">
                <a:solidFill>
                  <a:srgbClr val="FFFFFF"/>
                </a:solidFill>
                <a:latin typeface="Comic Sans MS"/>
                <a:ea typeface="Comic Sans MS"/>
                <a:cs typeface="Comic Sans MS"/>
              </a:rPr>
              <a:t>▧ images</a:t>
            </a:r>
          </a:p>
        </p:txBody>
      </p:sp>
      <p:sp>
        <p:nvSpPr>
          <p:cNvPr id="206" name="Geo Reasoning evidence to generation">
            <a:extLst xmlns:a="http://schemas.openxmlformats.org/drawingml/2006/main">
              <a:ext uri="{FF2B5EF4-FFF2-40B4-BE49-F238E27FC236}">
                <a16:creationId xmlns:a16="http://schemas.microsoft.com/office/drawing/2014/main" id="{89708452-10A8-4CB5-AC0E-298847A05410}"/>
              </a:ext>
            </a:extLst>
          </p:cNvPr>
          <p:cNvSpPr>
            <a:spLocks xmlns:a="http://schemas.openxmlformats.org/drawingml/2006/main" noGrp="1"/>
          </p:cNvSpPr>
          <p:nvPr/>
        </p:nvSpPr>
        <p:spPr>
          <a:xfrm xmlns:a="http://schemas.openxmlformats.org/drawingml/2006/main">
            <a:off x="7610004" y="8652446"/>
            <a:ext cx="372384" cy="401029"/>
          </a:xfrm>
          <a:custGeom xmlns:a="http://schemas.openxmlformats.org/drawingml/2006/main">
            <a:pathLst>
              <a:path w="371475" h="400050">
                <a:moveTo>
                  <a:pt x="0" y="112014"/>
                </a:moveTo>
                <a:lnTo>
                  <a:pt x="204311" y="112014"/>
                </a:lnTo>
                <a:lnTo>
                  <a:pt x="204311" y="0"/>
                </a:lnTo>
                <a:lnTo>
                  <a:pt x="371475" y="200025"/>
                </a:lnTo>
                <a:lnTo>
                  <a:pt x="204311" y="400050"/>
                </a:lnTo>
                <a:lnTo>
                  <a:pt x="204311" y="288036"/>
                </a:lnTo>
                <a:lnTo>
                  <a:pt x="0" y="288036"/>
                </a:lnTo>
                <a:close/>
              </a:path>
            </a:pathLst>
          </a:custGeom>
          <a:solidFill xmlns:a="http://schemas.openxmlformats.org/drawingml/2006/main">
            <a:srgbClr val="FFA7AD"/>
          </a:solidFill>
          <a:ln xmlns:a="http://schemas.openxmlformats.org/drawingml/2006/main" w="9548">
            <a:noFill/>
            <a:prstDash val="solid"/>
          </a:ln>
        </p:spPr>
      </p:sp>
      <p:pic>
        <p:nvPicPr>
          <p:cNvPr id="207" name="">
            <a:extLst xmlns:a="http://schemas.openxmlformats.org/drawingml/2006/main">
              <a:ext uri="{FF2B5EF4-FFF2-40B4-BE49-F238E27FC236}">
                <a16:creationId xmlns:a16="http://schemas.microsoft.com/office/drawing/2014/main" id="{4AEEF2FF-B01E-4BC0-8281-39868096A1E9}"/>
              </a:ext>
            </a:extLst>
          </p:cNvPr>
          <p:cNvPicPr>
            <a:picLocks xmlns:a="http://schemas.openxmlformats.org/drawingml/2006/main" noChangeAspect="1"/>
          </p:cNvPicPr>
          <p:nvPr/>
        </p:nvPicPr>
        <p:blipFill>
          <a:blip xmlns:r="http://schemas.openxmlformats.org/officeDocument/2006/relationships" xmlns:a="http://schemas.openxmlformats.org/drawingml/2006/main" r:embed="Rbe31a8307fdb460f"/>
          <a:stretch xmlns:a="http://schemas.openxmlformats.org/drawingml/2006/main"/>
        </p:blipFill>
        <p:spPr>
          <a:xfrm xmlns:a="http://schemas.openxmlformats.org/drawingml/2006/main">
            <a:off x="7991937" y="8046128"/>
            <a:ext cx="1460892" cy="1613665"/>
          </a:xfrm>
          <a:prstGeom xmlns:a="http://schemas.openxmlformats.org/drawingml/2006/main" prst="rect">
            <a:avLst/>
          </a:prstGeom>
        </p:spPr>
      </p:pic>
      <p:sp>
        <p:nvSpPr>
          <p:cNvPr id="208" name="Geo Reasoning corner horizontal">
            <a:extLst xmlns:a="http://schemas.openxmlformats.org/drawingml/2006/main">
              <a:ext uri="{FF2B5EF4-FFF2-40B4-BE49-F238E27FC236}">
                <a16:creationId xmlns:a16="http://schemas.microsoft.com/office/drawing/2014/main" id="{D6B5D1BD-2160-4709-8CFB-3E44A98D6B33}"/>
              </a:ext>
            </a:extLst>
          </p:cNvPr>
          <p:cNvSpPr>
            <a:spLocks xmlns:a="http://schemas.openxmlformats.org/drawingml/2006/main" noGrp="1"/>
          </p:cNvSpPr>
          <p:nvPr/>
        </p:nvSpPr>
        <p:spPr>
          <a:xfrm xmlns:a="http://schemas.openxmlformats.org/drawingml/2006/main">
            <a:off x="7944195" y="7988838"/>
            <a:ext cx="238708" cy="191"/>
          </a:xfrm>
          <a:custGeom xmlns:a="http://schemas.openxmlformats.org/drawingml/2006/main">
            <a:pathLst>
              <a:path w="238125" h="191">
                <a:moveTo>
                  <a:pt x="0" y="0"/>
                </a:moveTo>
                <a:lnTo>
                  <a:pt x="238125" y="0"/>
                </a:lnTo>
              </a:path>
            </a:pathLst>
          </a:custGeom>
          <a:noFill xmlns:a="http://schemas.openxmlformats.org/drawingml/2006/main"/>
          <a:ln xmlns:a="http://schemas.openxmlformats.org/drawingml/2006/main" w="19097">
            <a:solidFill>
              <a:srgbClr val="FC738B"/>
            </a:solidFill>
            <a:prstDash val="solid"/>
          </a:ln>
        </p:spPr>
      </p:sp>
      <p:sp>
        <p:nvSpPr>
          <p:cNvPr id="209" name="Geo Reasoning corner vertical">
            <a:extLst xmlns:a="http://schemas.openxmlformats.org/drawingml/2006/main">
              <a:ext uri="{FF2B5EF4-FFF2-40B4-BE49-F238E27FC236}">
                <a16:creationId xmlns:a16="http://schemas.microsoft.com/office/drawing/2014/main" id="{977A5838-AC21-4B99-B119-A823339D040A}"/>
              </a:ext>
            </a:extLst>
          </p:cNvPr>
          <p:cNvSpPr>
            <a:spLocks xmlns:a="http://schemas.openxmlformats.org/drawingml/2006/main" noGrp="1"/>
          </p:cNvSpPr>
          <p:nvPr/>
        </p:nvSpPr>
        <p:spPr>
          <a:xfrm xmlns:a="http://schemas.openxmlformats.org/drawingml/2006/main">
            <a:off x="7944195" y="7988838"/>
            <a:ext cx="191" cy="200515"/>
          </a:xfrm>
          <a:custGeom xmlns:a="http://schemas.openxmlformats.org/drawingml/2006/main">
            <a:pathLst>
              <a:path w="191" h="200025">
                <a:moveTo>
                  <a:pt x="0" y="0"/>
                </a:moveTo>
                <a:lnTo>
                  <a:pt x="0" y="200025"/>
                </a:lnTo>
              </a:path>
            </a:pathLst>
          </a:custGeom>
          <a:noFill xmlns:a="http://schemas.openxmlformats.org/drawingml/2006/main"/>
          <a:ln xmlns:a="http://schemas.openxmlformats.org/drawingml/2006/main" w="19097">
            <a:solidFill>
              <a:srgbClr val="FC738B"/>
            </a:solidFill>
            <a:prstDash val="solid"/>
          </a:ln>
        </p:spPr>
      </p:sp>
      <p:sp>
        <p:nvSpPr>
          <p:cNvPr id="210" name="Geo Reasoning corner horizontal">
            <a:extLst xmlns:a="http://schemas.openxmlformats.org/drawingml/2006/main">
              <a:ext uri="{FF2B5EF4-FFF2-40B4-BE49-F238E27FC236}">
                <a16:creationId xmlns:a16="http://schemas.microsoft.com/office/drawing/2014/main" id="{433277F1-7D72-4E78-BB51-C0D3857E731B}"/>
              </a:ext>
            </a:extLst>
          </p:cNvPr>
          <p:cNvSpPr>
            <a:spLocks xmlns:a="http://schemas.openxmlformats.org/drawingml/2006/main" noGrp="1"/>
          </p:cNvSpPr>
          <p:nvPr/>
        </p:nvSpPr>
        <p:spPr>
          <a:xfrm xmlns:a="http://schemas.openxmlformats.org/drawingml/2006/main">
            <a:off x="9261862" y="7988838"/>
            <a:ext cx="238708" cy="191"/>
          </a:xfrm>
          <a:custGeom xmlns:a="http://schemas.openxmlformats.org/drawingml/2006/main">
            <a:pathLst>
              <a:path w="238125" h="191">
                <a:moveTo>
                  <a:pt x="238125" y="0"/>
                </a:moveTo>
                <a:lnTo>
                  <a:pt x="0" y="0"/>
                </a:lnTo>
              </a:path>
            </a:pathLst>
          </a:custGeom>
          <a:noFill xmlns:a="http://schemas.openxmlformats.org/drawingml/2006/main"/>
          <a:ln xmlns:a="http://schemas.openxmlformats.org/drawingml/2006/main" w="19097">
            <a:solidFill>
              <a:srgbClr val="FC738B"/>
            </a:solidFill>
            <a:prstDash val="solid"/>
          </a:ln>
        </p:spPr>
      </p:sp>
      <p:sp>
        <p:nvSpPr>
          <p:cNvPr id="211" name="Geo Reasoning corner vertical">
            <a:extLst xmlns:a="http://schemas.openxmlformats.org/drawingml/2006/main">
              <a:ext uri="{FF2B5EF4-FFF2-40B4-BE49-F238E27FC236}">
                <a16:creationId xmlns:a16="http://schemas.microsoft.com/office/drawing/2014/main" id="{EC1354DF-FC65-4997-8D39-2A6C697BD606}"/>
              </a:ext>
            </a:extLst>
          </p:cNvPr>
          <p:cNvSpPr>
            <a:spLocks xmlns:a="http://schemas.openxmlformats.org/drawingml/2006/main" noGrp="1"/>
          </p:cNvSpPr>
          <p:nvPr/>
        </p:nvSpPr>
        <p:spPr>
          <a:xfrm xmlns:a="http://schemas.openxmlformats.org/drawingml/2006/main">
            <a:off x="9500570" y="7988838"/>
            <a:ext cx="191" cy="200515"/>
          </a:xfrm>
          <a:custGeom xmlns:a="http://schemas.openxmlformats.org/drawingml/2006/main">
            <a:pathLst>
              <a:path w="191" h="200025">
                <a:moveTo>
                  <a:pt x="0" y="0"/>
                </a:moveTo>
                <a:lnTo>
                  <a:pt x="0" y="200025"/>
                </a:lnTo>
              </a:path>
            </a:pathLst>
          </a:custGeom>
          <a:noFill xmlns:a="http://schemas.openxmlformats.org/drawingml/2006/main"/>
          <a:ln xmlns:a="http://schemas.openxmlformats.org/drawingml/2006/main" w="19097">
            <a:solidFill>
              <a:srgbClr val="FC738B"/>
            </a:solidFill>
            <a:prstDash val="solid"/>
          </a:ln>
        </p:spPr>
      </p:sp>
      <p:sp>
        <p:nvSpPr>
          <p:cNvPr id="212" name="Geo Reasoning corner horizontal">
            <a:extLst xmlns:a="http://schemas.openxmlformats.org/drawingml/2006/main">
              <a:ext uri="{FF2B5EF4-FFF2-40B4-BE49-F238E27FC236}">
                <a16:creationId xmlns:a16="http://schemas.microsoft.com/office/drawing/2014/main" id="{0778E212-CE80-49A3-B728-E5E26B2AEDA9}"/>
              </a:ext>
            </a:extLst>
          </p:cNvPr>
          <p:cNvSpPr>
            <a:spLocks xmlns:a="http://schemas.openxmlformats.org/drawingml/2006/main" noGrp="1"/>
          </p:cNvSpPr>
          <p:nvPr/>
        </p:nvSpPr>
        <p:spPr>
          <a:xfrm xmlns:a="http://schemas.openxmlformats.org/drawingml/2006/main">
            <a:off x="7944195" y="9717083"/>
            <a:ext cx="238708" cy="191"/>
          </a:xfrm>
          <a:custGeom xmlns:a="http://schemas.openxmlformats.org/drawingml/2006/main">
            <a:pathLst>
              <a:path w="238125" h="191">
                <a:moveTo>
                  <a:pt x="0" y="0"/>
                </a:moveTo>
                <a:lnTo>
                  <a:pt x="238125" y="0"/>
                </a:lnTo>
              </a:path>
            </a:pathLst>
          </a:custGeom>
          <a:noFill xmlns:a="http://schemas.openxmlformats.org/drawingml/2006/main"/>
          <a:ln xmlns:a="http://schemas.openxmlformats.org/drawingml/2006/main" w="19097">
            <a:solidFill>
              <a:srgbClr val="FC738B"/>
            </a:solidFill>
            <a:prstDash val="solid"/>
          </a:ln>
        </p:spPr>
      </p:sp>
      <p:sp>
        <p:nvSpPr>
          <p:cNvPr id="213" name="Geo Reasoning corner vertical">
            <a:extLst xmlns:a="http://schemas.openxmlformats.org/drawingml/2006/main">
              <a:ext uri="{FF2B5EF4-FFF2-40B4-BE49-F238E27FC236}">
                <a16:creationId xmlns:a16="http://schemas.microsoft.com/office/drawing/2014/main" id="{A1F57914-FA83-48A3-8F3E-8944D37C8FE3}"/>
              </a:ext>
            </a:extLst>
          </p:cNvPr>
          <p:cNvSpPr>
            <a:spLocks xmlns:a="http://schemas.openxmlformats.org/drawingml/2006/main" noGrp="1"/>
          </p:cNvSpPr>
          <p:nvPr/>
        </p:nvSpPr>
        <p:spPr>
          <a:xfrm xmlns:a="http://schemas.openxmlformats.org/drawingml/2006/main">
            <a:off x="7944195" y="9516568"/>
            <a:ext cx="191" cy="200515"/>
          </a:xfrm>
          <a:custGeom xmlns:a="http://schemas.openxmlformats.org/drawingml/2006/main">
            <a:pathLst>
              <a:path w="191" h="200025">
                <a:moveTo>
                  <a:pt x="0" y="200025"/>
                </a:moveTo>
                <a:lnTo>
                  <a:pt x="0" y="0"/>
                </a:lnTo>
              </a:path>
            </a:pathLst>
          </a:custGeom>
          <a:noFill xmlns:a="http://schemas.openxmlformats.org/drawingml/2006/main"/>
          <a:ln xmlns:a="http://schemas.openxmlformats.org/drawingml/2006/main" w="19097">
            <a:solidFill>
              <a:srgbClr val="FC738B"/>
            </a:solidFill>
            <a:prstDash val="solid"/>
          </a:ln>
        </p:spPr>
      </p:sp>
      <p:sp>
        <p:nvSpPr>
          <p:cNvPr id="214" name="Geo Reasoning corner horizontal">
            <a:extLst xmlns:a="http://schemas.openxmlformats.org/drawingml/2006/main">
              <a:ext uri="{FF2B5EF4-FFF2-40B4-BE49-F238E27FC236}">
                <a16:creationId xmlns:a16="http://schemas.microsoft.com/office/drawing/2014/main" id="{E27CDAE2-5EE6-4AFB-A09F-4AEBB707422F}"/>
              </a:ext>
            </a:extLst>
          </p:cNvPr>
          <p:cNvSpPr>
            <a:spLocks xmlns:a="http://schemas.openxmlformats.org/drawingml/2006/main" noGrp="1"/>
          </p:cNvSpPr>
          <p:nvPr/>
        </p:nvSpPr>
        <p:spPr>
          <a:xfrm xmlns:a="http://schemas.openxmlformats.org/drawingml/2006/main">
            <a:off x="9261862" y="9717083"/>
            <a:ext cx="238708" cy="191"/>
          </a:xfrm>
          <a:custGeom xmlns:a="http://schemas.openxmlformats.org/drawingml/2006/main">
            <a:pathLst>
              <a:path w="238125" h="191">
                <a:moveTo>
                  <a:pt x="238125" y="0"/>
                </a:moveTo>
                <a:lnTo>
                  <a:pt x="0" y="0"/>
                </a:lnTo>
              </a:path>
            </a:pathLst>
          </a:custGeom>
          <a:noFill xmlns:a="http://schemas.openxmlformats.org/drawingml/2006/main"/>
          <a:ln xmlns:a="http://schemas.openxmlformats.org/drawingml/2006/main" w="19097">
            <a:solidFill>
              <a:srgbClr val="FC738B"/>
            </a:solidFill>
            <a:prstDash val="solid"/>
          </a:ln>
        </p:spPr>
      </p:sp>
      <p:sp>
        <p:nvSpPr>
          <p:cNvPr id="215" name="Geo Reasoning corner vertical">
            <a:extLst xmlns:a="http://schemas.openxmlformats.org/drawingml/2006/main">
              <a:ext uri="{FF2B5EF4-FFF2-40B4-BE49-F238E27FC236}">
                <a16:creationId xmlns:a16="http://schemas.microsoft.com/office/drawing/2014/main" id="{8BD1EFAA-8BDD-414A-8586-9785A57DF4F1}"/>
              </a:ext>
            </a:extLst>
          </p:cNvPr>
          <p:cNvSpPr>
            <a:spLocks xmlns:a="http://schemas.openxmlformats.org/drawingml/2006/main" noGrp="1"/>
          </p:cNvSpPr>
          <p:nvPr/>
        </p:nvSpPr>
        <p:spPr>
          <a:xfrm xmlns:a="http://schemas.openxmlformats.org/drawingml/2006/main">
            <a:off x="9500570" y="9516568"/>
            <a:ext cx="191" cy="200515"/>
          </a:xfrm>
          <a:custGeom xmlns:a="http://schemas.openxmlformats.org/drawingml/2006/main">
            <a:pathLst>
              <a:path w="191" h="200025">
                <a:moveTo>
                  <a:pt x="0" y="200025"/>
                </a:moveTo>
                <a:lnTo>
                  <a:pt x="0" y="0"/>
                </a:lnTo>
              </a:path>
            </a:pathLst>
          </a:custGeom>
          <a:noFill xmlns:a="http://schemas.openxmlformats.org/drawingml/2006/main"/>
          <a:ln xmlns:a="http://schemas.openxmlformats.org/drawingml/2006/main" w="19097">
            <a:solidFill>
              <a:srgbClr val="FC738B"/>
            </a:solidFill>
            <a:prstDash val="solid"/>
          </a:ln>
        </p:spPr>
      </p:sp>
      <p:sp>
        <p:nvSpPr>
          <p:cNvPr id="216" name="Poem card">
            <a:extLst xmlns:a="http://schemas.openxmlformats.org/drawingml/2006/main">
              <a:ext uri="{FF2B5EF4-FFF2-40B4-BE49-F238E27FC236}">
                <a16:creationId xmlns:a16="http://schemas.microsoft.com/office/drawing/2014/main" id="{E3782BCA-0D83-4FF4-9CF7-62AC49144B2F}"/>
              </a:ext>
            </a:extLst>
          </p:cNvPr>
          <p:cNvSpPr>
            <a:spLocks xmlns:a="http://schemas.openxmlformats.org/drawingml/2006/main" noGrp="1"/>
          </p:cNvSpPr>
          <p:nvPr/>
        </p:nvSpPr>
        <p:spPr>
          <a:xfrm xmlns:a="http://schemas.openxmlformats.org/drawingml/2006/main">
            <a:off x="9872954" y="6585237"/>
            <a:ext cx="4659576" cy="3265522"/>
          </a:xfrm>
          <a:custGeom xmlns:a="http://schemas.openxmlformats.org/drawingml/2006/main">
            <a:pathLst>
              <a:path w="4648200" h="3257550">
                <a:moveTo>
                  <a:pt x="57150" y="0"/>
                </a:moveTo>
                <a:lnTo>
                  <a:pt x="4591050" y="0"/>
                </a:lnTo>
                <a:cubicBezTo>
                  <a:pt x="4622613" y="0"/>
                  <a:pt x="4648200" y="25587"/>
                  <a:pt x="4648200" y="57150"/>
                </a:cubicBezTo>
                <a:lnTo>
                  <a:pt x="4648200" y="3200400"/>
                </a:lnTo>
                <a:cubicBezTo>
                  <a:pt x="4648200" y="3231963"/>
                  <a:pt x="4622613" y="3257550"/>
                  <a:pt x="4591050" y="3257550"/>
                </a:cubicBezTo>
                <a:lnTo>
                  <a:pt x="57150" y="3257550"/>
                </a:lnTo>
                <a:cubicBezTo>
                  <a:pt x="25587" y="3257550"/>
                  <a:pt x="0" y="3231963"/>
                  <a:pt x="0" y="3200400"/>
                </a:cubicBezTo>
                <a:lnTo>
                  <a:pt x="0" y="57150"/>
                </a:lnTo>
                <a:cubicBezTo>
                  <a:pt x="0" y="25587"/>
                  <a:pt x="25587" y="0"/>
                  <a:pt x="57150" y="0"/>
                </a:cubicBezTo>
                <a:close/>
              </a:path>
            </a:pathLst>
          </a:custGeom>
          <a:solidFill xmlns:a="http://schemas.openxmlformats.org/drawingml/2006/main">
            <a:srgbClr val="FEF4FC"/>
          </a:solidFill>
          <a:ln xmlns:a="http://schemas.openxmlformats.org/drawingml/2006/main" w="25780">
            <a:solidFill>
              <a:srgbClr val="F0C0E8"/>
            </a:solidFill>
            <a:prstDash val="solid"/>
          </a:ln>
        </p:spPr>
      </p:sp>
      <p:sp>
        <p:nvSpPr>
          <p:cNvPr id="217" name="Poem header">
            <a:extLst xmlns:a="http://schemas.openxmlformats.org/drawingml/2006/main">
              <a:ext uri="{FF2B5EF4-FFF2-40B4-BE49-F238E27FC236}">
                <a16:creationId xmlns:a16="http://schemas.microsoft.com/office/drawing/2014/main" id="{85BCA486-F9A7-4228-9F0D-66968FDD58DA}"/>
              </a:ext>
            </a:extLst>
          </p:cNvPr>
          <p:cNvSpPr>
            <a:spLocks xmlns:a="http://schemas.openxmlformats.org/drawingml/2006/main" noGrp="1"/>
          </p:cNvSpPr>
          <p:nvPr/>
        </p:nvSpPr>
        <p:spPr>
          <a:xfrm xmlns:a="http://schemas.openxmlformats.org/drawingml/2006/main">
            <a:off x="9872954" y="6585237"/>
            <a:ext cx="4659576" cy="448771"/>
          </a:xfrm>
          <a:custGeom xmlns:a="http://schemas.openxmlformats.org/drawingml/2006/main">
            <a:pathLst>
              <a:path w="4648200" h="447675">
                <a:moveTo>
                  <a:pt x="57150" y="0"/>
                </a:moveTo>
                <a:lnTo>
                  <a:pt x="4591050" y="0"/>
                </a:lnTo>
                <a:cubicBezTo>
                  <a:pt x="4622613" y="0"/>
                  <a:pt x="4648200" y="25587"/>
                  <a:pt x="4648200" y="57150"/>
                </a:cubicBezTo>
                <a:lnTo>
                  <a:pt x="4648200" y="390525"/>
                </a:lnTo>
                <a:cubicBezTo>
                  <a:pt x="4648200" y="422088"/>
                  <a:pt x="4622613" y="447675"/>
                  <a:pt x="4591050" y="447675"/>
                </a:cubicBezTo>
                <a:lnTo>
                  <a:pt x="57150" y="447675"/>
                </a:lnTo>
                <a:cubicBezTo>
                  <a:pt x="25587" y="447675"/>
                  <a:pt x="0" y="422088"/>
                  <a:pt x="0" y="390525"/>
                </a:cubicBezTo>
                <a:lnTo>
                  <a:pt x="0" y="57150"/>
                </a:lnTo>
                <a:cubicBezTo>
                  <a:pt x="0" y="25587"/>
                  <a:pt x="25587" y="0"/>
                  <a:pt x="57150" y="0"/>
                </a:cubicBezTo>
                <a:close/>
              </a:path>
            </a:pathLst>
          </a:custGeom>
          <a:solidFill xmlns:a="http://schemas.openxmlformats.org/drawingml/2006/main">
            <a:srgbClr val="F0C0E8"/>
          </a:solidFill>
          <a:ln xmlns:a="http://schemas.openxmlformats.org/drawingml/2006/main" w="9548">
            <a:noFill/>
            <a:prstDash val="solid"/>
          </a:ln>
        </p:spPr>
      </p:sp>
      <p:pic>
        <p:nvPicPr>
          <p:cNvPr id="218" name="">
            <a:extLst xmlns:a="http://schemas.openxmlformats.org/drawingml/2006/main">
              <a:ext uri="{FF2B5EF4-FFF2-40B4-BE49-F238E27FC236}">
                <a16:creationId xmlns:a16="http://schemas.microsoft.com/office/drawing/2014/main" id="{69D6F2A7-5F0D-4829-B8EF-3D7F672B8943}"/>
              </a:ext>
            </a:extLst>
          </p:cNvPr>
          <p:cNvPicPr>
            <a:picLocks xmlns:a="http://schemas.openxmlformats.org/drawingml/2006/main" noChangeAspect="1"/>
          </p:cNvPicPr>
          <p:nvPr/>
        </p:nvPicPr>
        <p:blipFill>
          <a:blip xmlns:r="http://schemas.openxmlformats.org/officeDocument/2006/relationships" xmlns:a="http://schemas.openxmlformats.org/drawingml/2006/main" r:embed="R0a1f8e1ef32641e5"/>
          <a:stretch xmlns:a="http://schemas.openxmlformats.org/drawingml/2006/main"/>
        </p:blipFill>
        <p:spPr>
          <a:xfrm xmlns:a="http://schemas.openxmlformats.org/drawingml/2006/main">
            <a:off x="11629843" y="6642527"/>
            <a:ext cx="305546" cy="353288"/>
          </a:xfrm>
          <a:prstGeom xmlns:a="http://schemas.openxmlformats.org/drawingml/2006/main" prst="rect">
            <a:avLst/>
          </a:prstGeom>
        </p:spPr>
      </p:pic>
      <p:sp>
        <p:nvSpPr>
          <p:cNvPr id="219" name="Poem prompt divider">
            <a:extLst xmlns:a="http://schemas.openxmlformats.org/drawingml/2006/main">
              <a:ext uri="{FF2B5EF4-FFF2-40B4-BE49-F238E27FC236}">
                <a16:creationId xmlns:a16="http://schemas.microsoft.com/office/drawing/2014/main" id="{7B79AF90-2CFD-4426-ACAD-159420C7DC71}"/>
              </a:ext>
            </a:extLst>
          </p:cNvPr>
          <p:cNvSpPr>
            <a:spLocks xmlns:a="http://schemas.openxmlformats.org/drawingml/2006/main" noGrp="1"/>
          </p:cNvSpPr>
          <p:nvPr/>
        </p:nvSpPr>
        <p:spPr>
          <a:xfrm xmlns:a="http://schemas.openxmlformats.org/drawingml/2006/main">
            <a:off x="9949340" y="7845614"/>
            <a:ext cx="4497255" cy="191"/>
          </a:xfrm>
          <a:custGeom xmlns:a="http://schemas.openxmlformats.org/drawingml/2006/main">
            <a:pathLst>
              <a:path w="4486275" h="191">
                <a:moveTo>
                  <a:pt x="0" y="0"/>
                </a:moveTo>
                <a:lnTo>
                  <a:pt x="4486275" y="0"/>
                </a:lnTo>
              </a:path>
            </a:pathLst>
          </a:custGeom>
          <a:noFill xmlns:a="http://schemas.openxmlformats.org/drawingml/2006/main"/>
          <a:ln xmlns:a="http://schemas.openxmlformats.org/drawingml/2006/main" w="28645">
            <a:solidFill>
              <a:srgbClr val="D66CC5"/>
            </a:solidFill>
            <a:prstDash val="dash"/>
          </a:ln>
        </p:spPr>
      </p:sp>
      <p:sp>
        <p:nvSpPr>
          <p:cNvPr id="220" name="Poem user disk">
            <a:extLst xmlns:a="http://schemas.openxmlformats.org/drawingml/2006/main">
              <a:ext uri="{FF2B5EF4-FFF2-40B4-BE49-F238E27FC236}">
                <a16:creationId xmlns:a16="http://schemas.microsoft.com/office/drawing/2014/main" id="{81FA9793-F3E5-4BE8-9120-466C0CCBA9BA}"/>
              </a:ext>
            </a:extLst>
          </p:cNvPr>
          <p:cNvSpPr>
            <a:spLocks xmlns:a="http://schemas.openxmlformats.org/drawingml/2006/main" noGrp="1"/>
          </p:cNvSpPr>
          <p:nvPr/>
        </p:nvSpPr>
        <p:spPr>
          <a:xfrm xmlns:a="http://schemas.openxmlformats.org/drawingml/2006/main">
            <a:off x="10006630" y="7119942"/>
            <a:ext cx="324643" cy="324643"/>
          </a:xfrm>
          <a:custGeom xmlns:a="http://schemas.openxmlformats.org/drawingml/2006/main">
            <a:pathLst>
              <a:path w="323850" h="323850">
                <a:moveTo>
                  <a:pt x="323850" y="161925"/>
                </a:moveTo>
                <a:cubicBezTo>
                  <a:pt x="323850" y="251354"/>
                  <a:pt x="251354" y="323850"/>
                  <a:pt x="161925" y="323850"/>
                </a:cubicBezTo>
                <a:cubicBezTo>
                  <a:pt x="72496" y="323850"/>
                  <a:pt x="0" y="251354"/>
                  <a:pt x="0" y="161925"/>
                </a:cubicBezTo>
                <a:cubicBezTo>
                  <a:pt x="0" y="72496"/>
                  <a:pt x="72496" y="0"/>
                  <a:pt x="161925" y="0"/>
                </a:cubicBezTo>
                <a:cubicBezTo>
                  <a:pt x="251354" y="0"/>
                  <a:pt x="323850" y="72496"/>
                  <a:pt x="323850" y="161925"/>
                </a:cubicBezTo>
                <a:close/>
              </a:path>
            </a:pathLst>
          </a:custGeom>
          <a:solidFill xmlns:a="http://schemas.openxmlformats.org/drawingml/2006/main">
            <a:srgbClr val="D66CC5"/>
          </a:solidFill>
          <a:ln xmlns:a="http://schemas.openxmlformats.org/drawingml/2006/main" w="9548">
            <a:noFill/>
            <a:prstDash val="solid"/>
          </a:ln>
        </p:spPr>
      </p:sp>
      <p:sp>
        <p:nvSpPr>
          <p:cNvPr id="221" name="Poem user head">
            <a:extLst xmlns:a="http://schemas.openxmlformats.org/drawingml/2006/main">
              <a:ext uri="{FF2B5EF4-FFF2-40B4-BE49-F238E27FC236}">
                <a16:creationId xmlns:a16="http://schemas.microsoft.com/office/drawing/2014/main" id="{28436F53-7189-4385-B78D-0058B2451CA0}"/>
              </a:ext>
            </a:extLst>
          </p:cNvPr>
          <p:cNvSpPr>
            <a:spLocks xmlns:a="http://schemas.openxmlformats.org/drawingml/2006/main" noGrp="1"/>
          </p:cNvSpPr>
          <p:nvPr/>
        </p:nvSpPr>
        <p:spPr>
          <a:xfrm xmlns:a="http://schemas.openxmlformats.org/drawingml/2006/main">
            <a:off x="10102113" y="7158135"/>
            <a:ext cx="143225" cy="143225"/>
          </a:xfrm>
          <a:custGeom xmlns:a="http://schemas.openxmlformats.org/drawingml/2006/main">
            <a:pathLst>
              <a:path w="142875" h="142875">
                <a:moveTo>
                  <a:pt x="142875" y="71438"/>
                </a:moveTo>
                <a:cubicBezTo>
                  <a:pt x="142875" y="110891"/>
                  <a:pt x="110891" y="142875"/>
                  <a:pt x="71438" y="142875"/>
                </a:cubicBezTo>
                <a:cubicBezTo>
                  <a:pt x="31984" y="142875"/>
                  <a:pt x="0" y="110891"/>
                  <a:pt x="0" y="71438"/>
                </a:cubicBezTo>
                <a:cubicBezTo>
                  <a:pt x="0" y="31984"/>
                  <a:pt x="31984" y="0"/>
                  <a:pt x="71438" y="0"/>
                </a:cubicBezTo>
                <a:cubicBezTo>
                  <a:pt x="110891" y="0"/>
                  <a:pt x="142875" y="31984"/>
                  <a:pt x="142875" y="71438"/>
                </a:cubicBezTo>
                <a:close/>
              </a:path>
            </a:pathLst>
          </a:custGeom>
          <a:solidFill xmlns:a="http://schemas.openxmlformats.org/drawingml/2006/main">
            <a:srgbClr val="FFFFFF"/>
          </a:solidFill>
          <a:ln xmlns:a="http://schemas.openxmlformats.org/drawingml/2006/main" w="9548">
            <a:noFill/>
            <a:prstDash val="solid"/>
          </a:ln>
        </p:spPr>
      </p:sp>
      <p:sp>
        <p:nvSpPr>
          <p:cNvPr id="222" name="Poem user shoulders">
            <a:extLst xmlns:a="http://schemas.openxmlformats.org/drawingml/2006/main">
              <a:ext uri="{FF2B5EF4-FFF2-40B4-BE49-F238E27FC236}">
                <a16:creationId xmlns:a16="http://schemas.microsoft.com/office/drawing/2014/main" id="{3D78AF9B-5CC5-4E65-AEDA-FDC069BE2BFD}"/>
              </a:ext>
            </a:extLst>
          </p:cNvPr>
          <p:cNvSpPr>
            <a:spLocks xmlns:a="http://schemas.openxmlformats.org/drawingml/2006/main" noGrp="1"/>
          </p:cNvSpPr>
          <p:nvPr/>
        </p:nvSpPr>
        <p:spPr>
          <a:xfrm xmlns:a="http://schemas.openxmlformats.org/drawingml/2006/main">
            <a:off x="10063920" y="7291812"/>
            <a:ext cx="219611" cy="114580"/>
          </a:xfrm>
          <a:custGeom xmlns:a="http://schemas.openxmlformats.org/drawingml/2006/main">
            <a:pathLst>
              <a:path w="219075" h="114300">
                <a:moveTo>
                  <a:pt x="219075" y="57150"/>
                </a:moveTo>
                <a:cubicBezTo>
                  <a:pt x="219075" y="88713"/>
                  <a:pt x="170033" y="114300"/>
                  <a:pt x="109538" y="114300"/>
                </a:cubicBezTo>
                <a:cubicBezTo>
                  <a:pt x="49042" y="114300"/>
                  <a:pt x="0" y="88713"/>
                  <a:pt x="0" y="57150"/>
                </a:cubicBezTo>
                <a:cubicBezTo>
                  <a:pt x="0" y="25587"/>
                  <a:pt x="49042" y="0"/>
                  <a:pt x="109538" y="0"/>
                </a:cubicBezTo>
                <a:cubicBezTo>
                  <a:pt x="170033" y="0"/>
                  <a:pt x="219075" y="25587"/>
                  <a:pt x="219075" y="57150"/>
                </a:cubicBezTo>
                <a:close/>
              </a:path>
            </a:pathLst>
          </a:custGeom>
          <a:solidFill xmlns:a="http://schemas.openxmlformats.org/drawingml/2006/main">
            <a:srgbClr val="FFFFFF"/>
          </a:solidFill>
          <a:ln xmlns:a="http://schemas.openxmlformats.org/drawingml/2006/main" w="9548">
            <a:noFill/>
            <a:prstDash val="solid"/>
          </a:ln>
        </p:spPr>
      </p:sp>
      <p:sp>
        <p:nvSpPr>
          <p:cNvPr id="223" name="Poem evidence container">
            <a:extLst xmlns:a="http://schemas.openxmlformats.org/drawingml/2006/main">
              <a:ext uri="{FF2B5EF4-FFF2-40B4-BE49-F238E27FC236}">
                <a16:creationId xmlns:a16="http://schemas.microsoft.com/office/drawing/2014/main" id="{253A7505-CB45-4AD2-9BD0-D34D071F7BA3}"/>
              </a:ext>
            </a:extLst>
          </p:cNvPr>
          <p:cNvSpPr>
            <a:spLocks xmlns:a="http://schemas.openxmlformats.org/drawingml/2006/main" noGrp="1"/>
          </p:cNvSpPr>
          <p:nvPr/>
        </p:nvSpPr>
        <p:spPr>
          <a:xfrm xmlns:a="http://schemas.openxmlformats.org/drawingml/2006/main">
            <a:off x="10474498" y="7950645"/>
            <a:ext cx="2005145" cy="1613665"/>
          </a:xfrm>
          <a:custGeom xmlns:a="http://schemas.openxmlformats.org/drawingml/2006/main">
            <a:pathLst>
              <a:path w="2000250" h="1609725">
                <a:moveTo>
                  <a:pt x="19050" y="0"/>
                </a:moveTo>
                <a:lnTo>
                  <a:pt x="1981200" y="0"/>
                </a:lnTo>
                <a:cubicBezTo>
                  <a:pt x="1991721" y="0"/>
                  <a:pt x="2000250" y="8529"/>
                  <a:pt x="2000250" y="19050"/>
                </a:cubicBezTo>
                <a:lnTo>
                  <a:pt x="2000250" y="1590675"/>
                </a:lnTo>
                <a:cubicBezTo>
                  <a:pt x="2000250" y="1601196"/>
                  <a:pt x="1991721" y="1609725"/>
                  <a:pt x="1981200" y="1609725"/>
                </a:cubicBezTo>
                <a:lnTo>
                  <a:pt x="19050" y="1609725"/>
                </a:lnTo>
                <a:cubicBezTo>
                  <a:pt x="8529" y="1609725"/>
                  <a:pt x="0" y="1601196"/>
                  <a:pt x="0" y="1590675"/>
                </a:cubicBezTo>
                <a:lnTo>
                  <a:pt x="0" y="19050"/>
                </a:lnTo>
                <a:cubicBezTo>
                  <a:pt x="0" y="8529"/>
                  <a:pt x="8529" y="0"/>
                  <a:pt x="19050" y="0"/>
                </a:cubicBezTo>
                <a:close/>
              </a:path>
            </a:pathLst>
          </a:custGeom>
          <a:solidFill xmlns:a="http://schemas.openxmlformats.org/drawingml/2006/main">
            <a:srgbClr val="FFFFFF"/>
          </a:solidFill>
          <a:ln xmlns:a="http://schemas.openxmlformats.org/drawingml/2006/main" w="28645">
            <a:solidFill>
              <a:srgbClr val="D66CC5"/>
            </a:solidFill>
            <a:prstDash val="solid"/>
          </a:ln>
        </p:spPr>
      </p:sp>
      <p:sp>
        <p:nvSpPr>
          <p:cNvPr id="224" name="Poem tool rail">
            <a:extLst xmlns:a="http://schemas.openxmlformats.org/drawingml/2006/main">
              <a:ext uri="{FF2B5EF4-FFF2-40B4-BE49-F238E27FC236}">
                <a16:creationId xmlns:a16="http://schemas.microsoft.com/office/drawing/2014/main" id="{0742583E-E195-4988-9A8A-FD5BF40CEA3E}"/>
              </a:ext>
            </a:extLst>
          </p:cNvPr>
          <p:cNvSpPr>
            <a:spLocks xmlns:a="http://schemas.openxmlformats.org/drawingml/2006/main" noGrp="1"/>
          </p:cNvSpPr>
          <p:nvPr/>
        </p:nvSpPr>
        <p:spPr>
          <a:xfrm xmlns:a="http://schemas.openxmlformats.org/drawingml/2006/main">
            <a:off x="10054372" y="8141611"/>
            <a:ext cx="229159" cy="1527730"/>
          </a:xfrm>
          <a:custGeom xmlns:a="http://schemas.openxmlformats.org/drawingml/2006/main">
            <a:pathLst>
              <a:path w="228600" h="1524000">
                <a:moveTo>
                  <a:pt x="114300" y="0"/>
                </a:moveTo>
                <a:lnTo>
                  <a:pt x="114300" y="0"/>
                </a:lnTo>
                <a:cubicBezTo>
                  <a:pt x="177426" y="0"/>
                  <a:pt x="228600" y="51174"/>
                  <a:pt x="228600" y="114300"/>
                </a:cubicBezTo>
                <a:lnTo>
                  <a:pt x="228600" y="1409700"/>
                </a:lnTo>
                <a:cubicBezTo>
                  <a:pt x="228600" y="1472826"/>
                  <a:pt x="177426" y="1524000"/>
                  <a:pt x="114300" y="1524000"/>
                </a:cubicBezTo>
                <a:lnTo>
                  <a:pt x="114300" y="1524000"/>
                </a:lnTo>
                <a:cubicBezTo>
                  <a:pt x="51174" y="1524000"/>
                  <a:pt x="0" y="1472826"/>
                  <a:pt x="0" y="1409700"/>
                </a:cubicBezTo>
                <a:lnTo>
                  <a:pt x="0" y="114300"/>
                </a:lnTo>
                <a:cubicBezTo>
                  <a:pt x="0" y="51174"/>
                  <a:pt x="51174" y="0"/>
                  <a:pt x="114300" y="0"/>
                </a:cubicBezTo>
                <a:close/>
              </a:path>
            </a:pathLst>
          </a:custGeom>
          <a:solidFill xmlns:a="http://schemas.openxmlformats.org/drawingml/2006/main">
            <a:srgbClr val="FFFFFF"/>
          </a:solidFill>
          <a:ln xmlns:a="http://schemas.openxmlformats.org/drawingml/2006/main" w="19097">
            <a:solidFill>
              <a:srgbClr val="D66CC5"/>
            </a:solidFill>
            <a:prstDash val="solid"/>
          </a:ln>
        </p:spPr>
      </p:sp>
      <p:sp>
        <p:nvSpPr>
          <p:cNvPr id="225" name="Poem tool label">
            <a:extLst xmlns:a="http://schemas.openxmlformats.org/drawingml/2006/main">
              <a:ext uri="{FF2B5EF4-FFF2-40B4-BE49-F238E27FC236}">
                <a16:creationId xmlns:a16="http://schemas.microsoft.com/office/drawing/2014/main" id="{11C45F3A-F66F-49B2-BB98-9CDA6006032D}"/>
              </a:ext>
            </a:extLst>
          </p:cNvPr>
          <p:cNvSpPr>
            <a:spLocks xmlns:a="http://schemas.openxmlformats.org/drawingml/2006/main" noGrp="1"/>
          </p:cNvSpPr>
          <p:nvPr/>
        </p:nvSpPr>
        <p:spPr>
          <a:xfrm xmlns:a="http://schemas.openxmlformats.org/drawingml/2006/main" rot="5400000">
            <a:off x="9806116" y="8817609"/>
            <a:ext cx="735220" cy="16355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920" b="0" i="0">
                <a:solidFill>
                  <a:srgbClr val="101010"/>
                </a:solidFill>
                <a:latin typeface="Comic Sans MS"/>
                <a:ea typeface="Comic Sans MS"/>
                <a:cs typeface="Comic Sans MS"/>
              </a:defRPr>
            </a:defPPr>
          </a:lstStyle>
          <a:p xmlns:a="http://schemas.openxmlformats.org/drawingml/2006/main">
            <a:pPr algn="l">
              <a:lnSpc>
                <a:spcPct val="100000"/>
              </a:lnSpc>
              <a:buNone/>
              <a:defRPr sz="920" b="0" i="0">
                <a:solidFill>
                  <a:srgbClr val="101010"/>
                </a:solidFill>
                <a:latin typeface="Comic Sans MS"/>
                <a:ea typeface="Comic Sans MS"/>
                <a:cs typeface="Comic Sans MS"/>
              </a:defRPr>
            </a:pPr>
            <a:r>
              <a:rPr sz="920" b="0" i="0">
                <a:solidFill>
                  <a:srgbClr val="101010"/>
                </a:solidFill>
                <a:latin typeface="Comic Sans MS"/>
                <a:ea typeface="Comic Sans MS"/>
                <a:cs typeface="Comic Sans MS"/>
              </a:rPr>
              <a:t>reasoning...</a:t>
            </a:r>
          </a:p>
        </p:txBody>
      </p:sp>
      <p:pic>
        <p:nvPicPr>
          <p:cNvPr id="226" name="">
            <a:extLst xmlns:a="http://schemas.openxmlformats.org/drawingml/2006/main">
              <a:ext uri="{FF2B5EF4-FFF2-40B4-BE49-F238E27FC236}">
                <a16:creationId xmlns:a16="http://schemas.microsoft.com/office/drawing/2014/main" id="{E6B79600-CD77-47B1-9072-1D27702F1740}"/>
              </a:ext>
            </a:extLst>
          </p:cNvPr>
          <p:cNvPicPr>
            <a:picLocks xmlns:a="http://schemas.openxmlformats.org/drawingml/2006/main" noChangeAspect="1"/>
          </p:cNvPicPr>
          <p:nvPr/>
        </p:nvPicPr>
        <p:blipFill>
          <a:blip xmlns:r="http://schemas.openxmlformats.org/officeDocument/2006/relationships" xmlns:a="http://schemas.openxmlformats.org/drawingml/2006/main" r:embed="R29ea9506cb2d4048"/>
          <a:stretch xmlns:a="http://schemas.openxmlformats.org/drawingml/2006/main"/>
        </p:blipFill>
        <p:spPr>
          <a:xfrm xmlns:a="http://schemas.openxmlformats.org/drawingml/2006/main">
            <a:off x="10083017" y="8179805"/>
            <a:ext cx="181418" cy="200515"/>
          </a:xfrm>
          <a:prstGeom xmlns:a="http://schemas.openxmlformats.org/drawingml/2006/main" prst="rect">
            <a:avLst/>
          </a:prstGeom>
        </p:spPr>
      </p:pic>
      <p:pic>
        <p:nvPicPr>
          <p:cNvPr id="227" name="">
            <a:extLst xmlns:a="http://schemas.openxmlformats.org/drawingml/2006/main">
              <a:ext uri="{FF2B5EF4-FFF2-40B4-BE49-F238E27FC236}">
                <a16:creationId xmlns:a16="http://schemas.microsoft.com/office/drawing/2014/main" id="{4E7A2711-ED10-4EFB-B051-1C2635F0BA4F}"/>
              </a:ext>
            </a:extLst>
          </p:cNvPr>
          <p:cNvPicPr>
            <a:picLocks xmlns:a="http://schemas.openxmlformats.org/drawingml/2006/main" noChangeAspect="1"/>
          </p:cNvPicPr>
          <p:nvPr/>
        </p:nvPicPr>
        <p:blipFill>
          <a:blip xmlns:r="http://schemas.openxmlformats.org/officeDocument/2006/relationships" xmlns:a="http://schemas.openxmlformats.org/drawingml/2006/main" r:embed="R48d61cf60ce84de4"/>
          <a:stretch xmlns:a="http://schemas.openxmlformats.org/drawingml/2006/main"/>
        </p:blipFill>
        <p:spPr>
          <a:xfrm xmlns:a="http://schemas.openxmlformats.org/drawingml/2006/main">
            <a:off x="9939792" y="7969742"/>
            <a:ext cx="429674" cy="257804"/>
          </a:xfrm>
          <a:prstGeom xmlns:a="http://schemas.openxmlformats.org/drawingml/2006/main" prst="rect">
            <a:avLst/>
          </a:prstGeom>
        </p:spPr>
      </p:pic>
      <p:sp>
        <p:nvSpPr>
          <p:cNvPr id="228" name="Poem text tag">
            <a:extLst xmlns:a="http://schemas.openxmlformats.org/drawingml/2006/main">
              <a:ext uri="{FF2B5EF4-FFF2-40B4-BE49-F238E27FC236}">
                <a16:creationId xmlns:a16="http://schemas.microsoft.com/office/drawing/2014/main" id="{120DB2E2-5532-499B-8ABB-49AEB2CE19E4}"/>
              </a:ext>
            </a:extLst>
          </p:cNvPr>
          <p:cNvSpPr>
            <a:spLocks xmlns:a="http://schemas.openxmlformats.org/drawingml/2006/main" noGrp="1"/>
          </p:cNvSpPr>
          <p:nvPr/>
        </p:nvSpPr>
        <p:spPr>
          <a:xfrm xmlns:a="http://schemas.openxmlformats.org/drawingml/2006/main">
            <a:off x="10474498" y="9573858"/>
            <a:ext cx="697027" cy="152773"/>
          </a:xfrm>
          <a:custGeom xmlns:a="http://schemas.openxmlformats.org/drawingml/2006/main">
            <a:pathLst>
              <a:path w="695325" h="152400">
                <a:moveTo>
                  <a:pt x="19050" y="0"/>
                </a:moveTo>
                <a:lnTo>
                  <a:pt x="676275" y="0"/>
                </a:lnTo>
                <a:cubicBezTo>
                  <a:pt x="686796" y="0"/>
                  <a:pt x="695325" y="8529"/>
                  <a:pt x="695325" y="19050"/>
                </a:cubicBezTo>
                <a:lnTo>
                  <a:pt x="695325" y="133350"/>
                </a:lnTo>
                <a:cubicBezTo>
                  <a:pt x="695325" y="143871"/>
                  <a:pt x="686796" y="152400"/>
                  <a:pt x="676275" y="152400"/>
                </a:cubicBezTo>
                <a:lnTo>
                  <a:pt x="19050" y="152400"/>
                </a:lnTo>
                <a:cubicBezTo>
                  <a:pt x="8529" y="152400"/>
                  <a:pt x="0" y="143871"/>
                  <a:pt x="0" y="133350"/>
                </a:cubicBezTo>
                <a:lnTo>
                  <a:pt x="0" y="19050"/>
                </a:lnTo>
                <a:cubicBezTo>
                  <a:pt x="0" y="8529"/>
                  <a:pt x="8529" y="0"/>
                  <a:pt x="19050" y="0"/>
                </a:cubicBezTo>
                <a:close/>
              </a:path>
            </a:pathLst>
          </a:custGeom>
          <a:solidFill xmlns:a="http://schemas.openxmlformats.org/drawingml/2006/main">
            <a:srgbClr val="D66CC5"/>
          </a:solidFill>
          <a:ln xmlns:a="http://schemas.openxmlformats.org/drawingml/2006/main" w="9548">
            <a:noFill/>
            <a:prstDash val="solid"/>
          </a:ln>
        </p:spPr>
      </p:sp>
      <p:sp>
        <p:nvSpPr>
          <p:cNvPr id="229" name="Poem text tag label">
            <a:extLst xmlns:a="http://schemas.openxmlformats.org/drawingml/2006/main">
              <a:ext uri="{FF2B5EF4-FFF2-40B4-BE49-F238E27FC236}">
                <a16:creationId xmlns:a16="http://schemas.microsoft.com/office/drawing/2014/main" id="{5011344C-D5DB-4F76-9A78-EDA782CF517D}"/>
              </a:ext>
            </a:extLst>
          </p:cNvPr>
          <p:cNvSpPr>
            <a:spLocks xmlns:a="http://schemas.openxmlformats.org/drawingml/2006/main" noGrp="1"/>
          </p:cNvSpPr>
          <p:nvPr/>
        </p:nvSpPr>
        <p:spPr>
          <a:xfrm xmlns:a="http://schemas.openxmlformats.org/drawingml/2006/main" rot="0">
            <a:off x="10541336" y="9569392"/>
            <a:ext cx="439222" cy="18326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031" b="0" i="0">
                <a:solidFill>
                  <a:srgbClr val="FFFFFF"/>
                </a:solidFill>
                <a:latin typeface="Comic Sans MS"/>
                <a:ea typeface="Comic Sans MS"/>
                <a:cs typeface="Comic Sans MS"/>
              </a:defRPr>
            </a:defPPr>
          </a:lstStyle>
          <a:p xmlns:a="http://schemas.openxmlformats.org/drawingml/2006/main">
            <a:pPr algn="l">
              <a:lnSpc>
                <a:spcPct val="100000"/>
              </a:lnSpc>
              <a:buNone/>
              <a:defRPr sz="1031" b="0" i="0">
                <a:solidFill>
                  <a:srgbClr val="FFFFFF"/>
                </a:solidFill>
                <a:latin typeface="Comic Sans MS"/>
                <a:ea typeface="Comic Sans MS"/>
                <a:cs typeface="Comic Sans MS"/>
              </a:defRPr>
            </a:pPr>
            <a:r>
              <a:rPr sz="1031" b="0" i="0">
                <a:solidFill>
                  <a:srgbClr val="FFFFFF"/>
                </a:solidFill>
                <a:latin typeface="Comic Sans MS"/>
                <a:ea typeface="Comic Sans MS"/>
                <a:cs typeface="Comic Sans MS"/>
              </a:rPr>
              <a:t>T  text</a:t>
            </a:r>
          </a:p>
        </p:txBody>
      </p:sp>
      <p:sp>
        <p:nvSpPr>
          <p:cNvPr id="230" name="Poem evidence to generation">
            <a:extLst xmlns:a="http://schemas.openxmlformats.org/drawingml/2006/main">
              <a:ext uri="{FF2B5EF4-FFF2-40B4-BE49-F238E27FC236}">
                <a16:creationId xmlns:a16="http://schemas.microsoft.com/office/drawing/2014/main" id="{BC2C3B5B-7581-4690-AD89-F2BB20C19F6C}"/>
              </a:ext>
            </a:extLst>
          </p:cNvPr>
          <p:cNvSpPr>
            <a:spLocks xmlns:a="http://schemas.openxmlformats.org/drawingml/2006/main" noGrp="1"/>
          </p:cNvSpPr>
          <p:nvPr/>
        </p:nvSpPr>
        <p:spPr>
          <a:xfrm xmlns:a="http://schemas.openxmlformats.org/drawingml/2006/main">
            <a:off x="12498740" y="8638124"/>
            <a:ext cx="429674" cy="401029"/>
          </a:xfrm>
          <a:custGeom xmlns:a="http://schemas.openxmlformats.org/drawingml/2006/main">
            <a:pathLst>
              <a:path w="428625" h="400050">
                <a:moveTo>
                  <a:pt x="0" y="112014"/>
                </a:moveTo>
                <a:lnTo>
                  <a:pt x="235744" y="112014"/>
                </a:lnTo>
                <a:lnTo>
                  <a:pt x="235744" y="0"/>
                </a:lnTo>
                <a:lnTo>
                  <a:pt x="428625" y="200025"/>
                </a:lnTo>
                <a:lnTo>
                  <a:pt x="235744" y="400050"/>
                </a:lnTo>
                <a:lnTo>
                  <a:pt x="235744" y="288036"/>
                </a:lnTo>
                <a:lnTo>
                  <a:pt x="0" y="288036"/>
                </a:lnTo>
                <a:close/>
              </a:path>
            </a:pathLst>
          </a:custGeom>
          <a:solidFill xmlns:a="http://schemas.openxmlformats.org/drawingml/2006/main">
            <a:srgbClr val="F0C0E8"/>
          </a:solidFill>
          <a:ln xmlns:a="http://schemas.openxmlformats.org/drawingml/2006/main" w="9548">
            <a:noFill/>
            <a:prstDash val="solid"/>
          </a:ln>
        </p:spPr>
      </p:sp>
      <p:pic>
        <p:nvPicPr>
          <p:cNvPr id="231" name="">
            <a:extLst xmlns:a="http://schemas.openxmlformats.org/drawingml/2006/main">
              <a:ext uri="{FF2B5EF4-FFF2-40B4-BE49-F238E27FC236}">
                <a16:creationId xmlns:a16="http://schemas.microsoft.com/office/drawing/2014/main" id="{66329B3D-9AAE-4DB8-858A-90C91852D113}"/>
              </a:ext>
            </a:extLst>
          </p:cNvPr>
          <p:cNvPicPr>
            <a:picLocks xmlns:a="http://schemas.openxmlformats.org/drawingml/2006/main" noChangeAspect="1"/>
          </p:cNvPicPr>
          <p:nvPr/>
        </p:nvPicPr>
        <p:blipFill>
          <a:blip xmlns:r="http://schemas.openxmlformats.org/officeDocument/2006/relationships" xmlns:a="http://schemas.openxmlformats.org/drawingml/2006/main" r:embed="R7fa50d96783045b9"/>
          <a:stretch xmlns:a="http://schemas.openxmlformats.org/drawingml/2006/main"/>
        </p:blipFill>
        <p:spPr>
          <a:xfrm xmlns:a="http://schemas.openxmlformats.org/drawingml/2006/main">
            <a:off x="12937962" y="8027032"/>
            <a:ext cx="1413150" cy="1623213"/>
          </a:xfrm>
          <a:prstGeom xmlns:a="http://schemas.openxmlformats.org/drawingml/2006/main" prst="rect">
            <a:avLst/>
          </a:prstGeom>
        </p:spPr>
      </p:pic>
      <p:sp>
        <p:nvSpPr>
          <p:cNvPr id="232" name="Poem corner horizontal">
            <a:extLst xmlns:a="http://schemas.openxmlformats.org/drawingml/2006/main">
              <a:ext uri="{FF2B5EF4-FFF2-40B4-BE49-F238E27FC236}">
                <a16:creationId xmlns:a16="http://schemas.microsoft.com/office/drawing/2014/main" id="{FCFDAFF1-D215-4C65-84B7-3AA684653643}"/>
              </a:ext>
            </a:extLst>
          </p:cNvPr>
          <p:cNvSpPr>
            <a:spLocks xmlns:a="http://schemas.openxmlformats.org/drawingml/2006/main" noGrp="1"/>
          </p:cNvSpPr>
          <p:nvPr/>
        </p:nvSpPr>
        <p:spPr>
          <a:xfrm xmlns:a="http://schemas.openxmlformats.org/drawingml/2006/main">
            <a:off x="12890220" y="7969742"/>
            <a:ext cx="238708" cy="191"/>
          </a:xfrm>
          <a:custGeom xmlns:a="http://schemas.openxmlformats.org/drawingml/2006/main">
            <a:pathLst>
              <a:path w="238125" h="191">
                <a:moveTo>
                  <a:pt x="0" y="0"/>
                </a:moveTo>
                <a:lnTo>
                  <a:pt x="238125" y="0"/>
                </a:lnTo>
              </a:path>
            </a:pathLst>
          </a:custGeom>
          <a:noFill xmlns:a="http://schemas.openxmlformats.org/drawingml/2006/main"/>
          <a:ln xmlns:a="http://schemas.openxmlformats.org/drawingml/2006/main" w="19097">
            <a:solidFill>
              <a:srgbClr val="D66CC5"/>
            </a:solidFill>
            <a:prstDash val="solid"/>
          </a:ln>
        </p:spPr>
      </p:sp>
      <p:sp>
        <p:nvSpPr>
          <p:cNvPr id="233" name="Poem corner vertical">
            <a:extLst xmlns:a="http://schemas.openxmlformats.org/drawingml/2006/main">
              <a:ext uri="{FF2B5EF4-FFF2-40B4-BE49-F238E27FC236}">
                <a16:creationId xmlns:a16="http://schemas.microsoft.com/office/drawing/2014/main" id="{EE8AFA79-09EA-46E4-8E8A-468ADC7CD7B4}"/>
              </a:ext>
            </a:extLst>
          </p:cNvPr>
          <p:cNvSpPr>
            <a:spLocks xmlns:a="http://schemas.openxmlformats.org/drawingml/2006/main" noGrp="1"/>
          </p:cNvSpPr>
          <p:nvPr/>
        </p:nvSpPr>
        <p:spPr>
          <a:xfrm xmlns:a="http://schemas.openxmlformats.org/drawingml/2006/main">
            <a:off x="12890220" y="7969742"/>
            <a:ext cx="191" cy="200515"/>
          </a:xfrm>
          <a:custGeom xmlns:a="http://schemas.openxmlformats.org/drawingml/2006/main">
            <a:pathLst>
              <a:path w="191" h="200025">
                <a:moveTo>
                  <a:pt x="0" y="0"/>
                </a:moveTo>
                <a:lnTo>
                  <a:pt x="0" y="200025"/>
                </a:lnTo>
              </a:path>
            </a:pathLst>
          </a:custGeom>
          <a:noFill xmlns:a="http://schemas.openxmlformats.org/drawingml/2006/main"/>
          <a:ln xmlns:a="http://schemas.openxmlformats.org/drawingml/2006/main" w="19097">
            <a:solidFill>
              <a:srgbClr val="D66CC5"/>
            </a:solidFill>
            <a:prstDash val="solid"/>
          </a:ln>
        </p:spPr>
      </p:sp>
      <p:sp>
        <p:nvSpPr>
          <p:cNvPr id="234" name="Poem corner horizontal">
            <a:extLst xmlns:a="http://schemas.openxmlformats.org/drawingml/2006/main">
              <a:ext uri="{FF2B5EF4-FFF2-40B4-BE49-F238E27FC236}">
                <a16:creationId xmlns:a16="http://schemas.microsoft.com/office/drawing/2014/main" id="{FB83B2C6-9803-4A7E-AECB-30447097DD53}"/>
              </a:ext>
            </a:extLst>
          </p:cNvPr>
          <p:cNvSpPr>
            <a:spLocks xmlns:a="http://schemas.openxmlformats.org/drawingml/2006/main" noGrp="1"/>
          </p:cNvSpPr>
          <p:nvPr/>
        </p:nvSpPr>
        <p:spPr>
          <a:xfrm xmlns:a="http://schemas.openxmlformats.org/drawingml/2006/main">
            <a:off x="14160146" y="7969742"/>
            <a:ext cx="238708" cy="191"/>
          </a:xfrm>
          <a:custGeom xmlns:a="http://schemas.openxmlformats.org/drawingml/2006/main">
            <a:pathLst>
              <a:path w="238125" h="191">
                <a:moveTo>
                  <a:pt x="238125" y="0"/>
                </a:moveTo>
                <a:lnTo>
                  <a:pt x="0" y="0"/>
                </a:lnTo>
              </a:path>
            </a:pathLst>
          </a:custGeom>
          <a:noFill xmlns:a="http://schemas.openxmlformats.org/drawingml/2006/main"/>
          <a:ln xmlns:a="http://schemas.openxmlformats.org/drawingml/2006/main" w="19097">
            <a:solidFill>
              <a:srgbClr val="D66CC5"/>
            </a:solidFill>
            <a:prstDash val="solid"/>
          </a:ln>
        </p:spPr>
      </p:sp>
      <p:sp>
        <p:nvSpPr>
          <p:cNvPr id="235" name="Poem corner vertical">
            <a:extLst xmlns:a="http://schemas.openxmlformats.org/drawingml/2006/main">
              <a:ext uri="{FF2B5EF4-FFF2-40B4-BE49-F238E27FC236}">
                <a16:creationId xmlns:a16="http://schemas.microsoft.com/office/drawing/2014/main" id="{AB353298-807A-453D-8206-1184CE9B0561}"/>
              </a:ext>
            </a:extLst>
          </p:cNvPr>
          <p:cNvSpPr>
            <a:spLocks xmlns:a="http://schemas.openxmlformats.org/drawingml/2006/main" noGrp="1"/>
          </p:cNvSpPr>
          <p:nvPr/>
        </p:nvSpPr>
        <p:spPr>
          <a:xfrm xmlns:a="http://schemas.openxmlformats.org/drawingml/2006/main">
            <a:off x="14398853" y="7969742"/>
            <a:ext cx="191" cy="200515"/>
          </a:xfrm>
          <a:custGeom xmlns:a="http://schemas.openxmlformats.org/drawingml/2006/main">
            <a:pathLst>
              <a:path w="191" h="200025">
                <a:moveTo>
                  <a:pt x="0" y="0"/>
                </a:moveTo>
                <a:lnTo>
                  <a:pt x="0" y="200025"/>
                </a:lnTo>
              </a:path>
            </a:pathLst>
          </a:custGeom>
          <a:noFill xmlns:a="http://schemas.openxmlformats.org/drawingml/2006/main"/>
          <a:ln xmlns:a="http://schemas.openxmlformats.org/drawingml/2006/main" w="19097">
            <a:solidFill>
              <a:srgbClr val="D66CC5"/>
            </a:solidFill>
            <a:prstDash val="solid"/>
          </a:ln>
        </p:spPr>
      </p:sp>
      <p:sp>
        <p:nvSpPr>
          <p:cNvPr id="236" name="Poem corner horizontal">
            <a:extLst xmlns:a="http://schemas.openxmlformats.org/drawingml/2006/main">
              <a:ext uri="{FF2B5EF4-FFF2-40B4-BE49-F238E27FC236}">
                <a16:creationId xmlns:a16="http://schemas.microsoft.com/office/drawing/2014/main" id="{C21640BB-4298-4126-8E0B-7B5F80A12D87}"/>
              </a:ext>
            </a:extLst>
          </p:cNvPr>
          <p:cNvSpPr>
            <a:spLocks xmlns:a="http://schemas.openxmlformats.org/drawingml/2006/main" noGrp="1"/>
          </p:cNvSpPr>
          <p:nvPr/>
        </p:nvSpPr>
        <p:spPr>
          <a:xfrm xmlns:a="http://schemas.openxmlformats.org/drawingml/2006/main">
            <a:off x="12890220" y="9707535"/>
            <a:ext cx="238708" cy="191"/>
          </a:xfrm>
          <a:custGeom xmlns:a="http://schemas.openxmlformats.org/drawingml/2006/main">
            <a:pathLst>
              <a:path w="238125" h="191">
                <a:moveTo>
                  <a:pt x="0" y="0"/>
                </a:moveTo>
                <a:lnTo>
                  <a:pt x="238125" y="0"/>
                </a:lnTo>
              </a:path>
            </a:pathLst>
          </a:custGeom>
          <a:noFill xmlns:a="http://schemas.openxmlformats.org/drawingml/2006/main"/>
          <a:ln xmlns:a="http://schemas.openxmlformats.org/drawingml/2006/main" w="19097">
            <a:solidFill>
              <a:srgbClr val="D66CC5"/>
            </a:solidFill>
            <a:prstDash val="solid"/>
          </a:ln>
        </p:spPr>
      </p:sp>
      <p:sp>
        <p:nvSpPr>
          <p:cNvPr id="237" name="Poem corner vertical">
            <a:extLst xmlns:a="http://schemas.openxmlformats.org/drawingml/2006/main">
              <a:ext uri="{FF2B5EF4-FFF2-40B4-BE49-F238E27FC236}">
                <a16:creationId xmlns:a16="http://schemas.microsoft.com/office/drawing/2014/main" id="{06C7B949-5AF8-467A-BAD9-4B1D8D05F838}"/>
              </a:ext>
            </a:extLst>
          </p:cNvPr>
          <p:cNvSpPr>
            <a:spLocks xmlns:a="http://schemas.openxmlformats.org/drawingml/2006/main" noGrp="1"/>
          </p:cNvSpPr>
          <p:nvPr/>
        </p:nvSpPr>
        <p:spPr>
          <a:xfrm xmlns:a="http://schemas.openxmlformats.org/drawingml/2006/main">
            <a:off x="12890220" y="9507020"/>
            <a:ext cx="191" cy="200515"/>
          </a:xfrm>
          <a:custGeom xmlns:a="http://schemas.openxmlformats.org/drawingml/2006/main">
            <a:pathLst>
              <a:path w="191" h="200025">
                <a:moveTo>
                  <a:pt x="0" y="200025"/>
                </a:moveTo>
                <a:lnTo>
                  <a:pt x="0" y="0"/>
                </a:lnTo>
              </a:path>
            </a:pathLst>
          </a:custGeom>
          <a:noFill xmlns:a="http://schemas.openxmlformats.org/drawingml/2006/main"/>
          <a:ln xmlns:a="http://schemas.openxmlformats.org/drawingml/2006/main" w="19097">
            <a:solidFill>
              <a:srgbClr val="D66CC5"/>
            </a:solidFill>
            <a:prstDash val="solid"/>
          </a:ln>
        </p:spPr>
      </p:sp>
      <p:sp>
        <p:nvSpPr>
          <p:cNvPr id="238" name="Poem corner horizontal">
            <a:extLst xmlns:a="http://schemas.openxmlformats.org/drawingml/2006/main">
              <a:ext uri="{FF2B5EF4-FFF2-40B4-BE49-F238E27FC236}">
                <a16:creationId xmlns:a16="http://schemas.microsoft.com/office/drawing/2014/main" id="{F42DFC51-2449-47C7-85B1-BB3DAB307E5C}"/>
              </a:ext>
            </a:extLst>
          </p:cNvPr>
          <p:cNvSpPr>
            <a:spLocks xmlns:a="http://schemas.openxmlformats.org/drawingml/2006/main" noGrp="1"/>
          </p:cNvSpPr>
          <p:nvPr/>
        </p:nvSpPr>
        <p:spPr>
          <a:xfrm xmlns:a="http://schemas.openxmlformats.org/drawingml/2006/main">
            <a:off x="14160146" y="9707535"/>
            <a:ext cx="238708" cy="191"/>
          </a:xfrm>
          <a:custGeom xmlns:a="http://schemas.openxmlformats.org/drawingml/2006/main">
            <a:pathLst>
              <a:path w="238125" h="191">
                <a:moveTo>
                  <a:pt x="238125" y="0"/>
                </a:moveTo>
                <a:lnTo>
                  <a:pt x="0" y="0"/>
                </a:lnTo>
              </a:path>
            </a:pathLst>
          </a:custGeom>
          <a:noFill xmlns:a="http://schemas.openxmlformats.org/drawingml/2006/main"/>
          <a:ln xmlns:a="http://schemas.openxmlformats.org/drawingml/2006/main" w="19097">
            <a:solidFill>
              <a:srgbClr val="D66CC5"/>
            </a:solidFill>
            <a:prstDash val="solid"/>
          </a:ln>
        </p:spPr>
      </p:sp>
      <p:sp>
        <p:nvSpPr>
          <p:cNvPr id="239" name="Poem corner vertical">
            <a:extLst xmlns:a="http://schemas.openxmlformats.org/drawingml/2006/main">
              <a:ext uri="{FF2B5EF4-FFF2-40B4-BE49-F238E27FC236}">
                <a16:creationId xmlns:a16="http://schemas.microsoft.com/office/drawing/2014/main" id="{DB8FDB62-71C2-48C0-8549-C1EB762DA42A}"/>
              </a:ext>
            </a:extLst>
          </p:cNvPr>
          <p:cNvSpPr>
            <a:spLocks xmlns:a="http://schemas.openxmlformats.org/drawingml/2006/main" noGrp="1"/>
          </p:cNvSpPr>
          <p:nvPr/>
        </p:nvSpPr>
        <p:spPr>
          <a:xfrm xmlns:a="http://schemas.openxmlformats.org/drawingml/2006/main">
            <a:off x="14398853" y="9507020"/>
            <a:ext cx="191" cy="200515"/>
          </a:xfrm>
          <a:custGeom xmlns:a="http://schemas.openxmlformats.org/drawingml/2006/main">
            <a:pathLst>
              <a:path w="191" h="200025">
                <a:moveTo>
                  <a:pt x="0" y="200025"/>
                </a:moveTo>
                <a:lnTo>
                  <a:pt x="0" y="0"/>
                </a:lnTo>
              </a:path>
            </a:pathLst>
          </a:custGeom>
          <a:noFill xmlns:a="http://schemas.openxmlformats.org/drawingml/2006/main"/>
          <a:ln xmlns:a="http://schemas.openxmlformats.org/drawingml/2006/main" w="19097">
            <a:solidFill>
              <a:srgbClr val="D66CC5"/>
            </a:solidFill>
            <a:prstDash val="solid"/>
          </a:ln>
        </p:spPr>
      </p:sp>
      <p:sp>
        <p:nvSpPr>
          <p:cNvPr id="240" name="Science &amp; Logic card">
            <a:extLst xmlns:a="http://schemas.openxmlformats.org/drawingml/2006/main">
              <a:ext uri="{FF2B5EF4-FFF2-40B4-BE49-F238E27FC236}">
                <a16:creationId xmlns:a16="http://schemas.microsoft.com/office/drawing/2014/main" id="{4AAB55A8-B5F6-4B04-8DCA-3DD7184BDBA0}"/>
              </a:ext>
            </a:extLst>
          </p:cNvPr>
          <p:cNvSpPr>
            <a:spLocks xmlns:a="http://schemas.openxmlformats.org/drawingml/2006/main" noGrp="1"/>
          </p:cNvSpPr>
          <p:nvPr/>
        </p:nvSpPr>
        <p:spPr>
          <a:xfrm xmlns:a="http://schemas.openxmlformats.org/drawingml/2006/main">
            <a:off x="14752141" y="6585237"/>
            <a:ext cx="4659576" cy="3265522"/>
          </a:xfrm>
          <a:custGeom xmlns:a="http://schemas.openxmlformats.org/drawingml/2006/main">
            <a:pathLst>
              <a:path w="4648200" h="3257550">
                <a:moveTo>
                  <a:pt x="57150" y="0"/>
                </a:moveTo>
                <a:lnTo>
                  <a:pt x="4591050" y="0"/>
                </a:lnTo>
                <a:cubicBezTo>
                  <a:pt x="4622613" y="0"/>
                  <a:pt x="4648200" y="25587"/>
                  <a:pt x="4648200" y="57150"/>
                </a:cubicBezTo>
                <a:lnTo>
                  <a:pt x="4648200" y="3200400"/>
                </a:lnTo>
                <a:cubicBezTo>
                  <a:pt x="4648200" y="3231963"/>
                  <a:pt x="4622613" y="3257550"/>
                  <a:pt x="4591050" y="3257550"/>
                </a:cubicBezTo>
                <a:lnTo>
                  <a:pt x="57150" y="3257550"/>
                </a:lnTo>
                <a:cubicBezTo>
                  <a:pt x="25587" y="3257550"/>
                  <a:pt x="0" y="3231963"/>
                  <a:pt x="0" y="3200400"/>
                </a:cubicBezTo>
                <a:lnTo>
                  <a:pt x="0" y="57150"/>
                </a:lnTo>
                <a:cubicBezTo>
                  <a:pt x="0" y="25587"/>
                  <a:pt x="25587" y="0"/>
                  <a:pt x="57150" y="0"/>
                </a:cubicBezTo>
                <a:close/>
              </a:path>
            </a:pathLst>
          </a:custGeom>
          <a:solidFill xmlns:a="http://schemas.openxmlformats.org/drawingml/2006/main">
            <a:srgbClr val="F2EBFB"/>
          </a:solidFill>
          <a:ln xmlns:a="http://schemas.openxmlformats.org/drawingml/2006/main" w="25780">
            <a:solidFill>
              <a:srgbClr val="CEBAEF"/>
            </a:solidFill>
            <a:prstDash val="solid"/>
          </a:ln>
        </p:spPr>
      </p:sp>
      <p:sp>
        <p:nvSpPr>
          <p:cNvPr id="241" name="Science &amp; Logic header">
            <a:extLst xmlns:a="http://schemas.openxmlformats.org/drawingml/2006/main">
              <a:ext uri="{FF2B5EF4-FFF2-40B4-BE49-F238E27FC236}">
                <a16:creationId xmlns:a16="http://schemas.microsoft.com/office/drawing/2014/main" id="{514FFA90-C067-4617-BD0E-4F6DBB4B9D15}"/>
              </a:ext>
            </a:extLst>
          </p:cNvPr>
          <p:cNvSpPr>
            <a:spLocks xmlns:a="http://schemas.openxmlformats.org/drawingml/2006/main" noGrp="1"/>
          </p:cNvSpPr>
          <p:nvPr/>
        </p:nvSpPr>
        <p:spPr>
          <a:xfrm xmlns:a="http://schemas.openxmlformats.org/drawingml/2006/main">
            <a:off x="14752141" y="6585237"/>
            <a:ext cx="4659576" cy="448771"/>
          </a:xfrm>
          <a:custGeom xmlns:a="http://schemas.openxmlformats.org/drawingml/2006/main">
            <a:pathLst>
              <a:path w="4648200" h="447675">
                <a:moveTo>
                  <a:pt x="57150" y="0"/>
                </a:moveTo>
                <a:lnTo>
                  <a:pt x="4591050" y="0"/>
                </a:lnTo>
                <a:cubicBezTo>
                  <a:pt x="4622613" y="0"/>
                  <a:pt x="4648200" y="25587"/>
                  <a:pt x="4648200" y="57150"/>
                </a:cubicBezTo>
                <a:lnTo>
                  <a:pt x="4648200" y="390525"/>
                </a:lnTo>
                <a:cubicBezTo>
                  <a:pt x="4648200" y="422088"/>
                  <a:pt x="4622613" y="447675"/>
                  <a:pt x="4591050" y="447675"/>
                </a:cubicBezTo>
                <a:lnTo>
                  <a:pt x="57150" y="447675"/>
                </a:lnTo>
                <a:cubicBezTo>
                  <a:pt x="25587" y="447675"/>
                  <a:pt x="0" y="422088"/>
                  <a:pt x="0" y="390525"/>
                </a:cubicBezTo>
                <a:lnTo>
                  <a:pt x="0" y="57150"/>
                </a:lnTo>
                <a:cubicBezTo>
                  <a:pt x="0" y="25587"/>
                  <a:pt x="25587" y="0"/>
                  <a:pt x="57150" y="0"/>
                </a:cubicBezTo>
                <a:close/>
              </a:path>
            </a:pathLst>
          </a:custGeom>
          <a:solidFill xmlns:a="http://schemas.openxmlformats.org/drawingml/2006/main">
            <a:srgbClr val="CEBAEF"/>
          </a:solidFill>
          <a:ln xmlns:a="http://schemas.openxmlformats.org/drawingml/2006/main" w="9548">
            <a:noFill/>
            <a:prstDash val="solid"/>
          </a:ln>
        </p:spPr>
      </p:sp>
      <p:pic>
        <p:nvPicPr>
          <p:cNvPr id="242" name="">
            <a:extLst xmlns:a="http://schemas.openxmlformats.org/drawingml/2006/main">
              <a:ext uri="{FF2B5EF4-FFF2-40B4-BE49-F238E27FC236}">
                <a16:creationId xmlns:a16="http://schemas.microsoft.com/office/drawing/2014/main" id="{5FAD1C63-603C-423F-8F91-950C3EA262AE}"/>
              </a:ext>
            </a:extLst>
          </p:cNvPr>
          <p:cNvPicPr>
            <a:picLocks xmlns:a="http://schemas.openxmlformats.org/drawingml/2006/main" noChangeAspect="1"/>
          </p:cNvPicPr>
          <p:nvPr/>
        </p:nvPicPr>
        <p:blipFill>
          <a:blip xmlns:r="http://schemas.openxmlformats.org/officeDocument/2006/relationships" xmlns:a="http://schemas.openxmlformats.org/drawingml/2006/main" r:embed="R85faf4b1e35b4a2f"/>
          <a:stretch xmlns:a="http://schemas.openxmlformats.org/drawingml/2006/main"/>
        </p:blipFill>
        <p:spPr>
          <a:xfrm xmlns:a="http://schemas.openxmlformats.org/drawingml/2006/main">
            <a:off x="16088905" y="6642527"/>
            <a:ext cx="315094" cy="353288"/>
          </a:xfrm>
          <a:prstGeom xmlns:a="http://schemas.openxmlformats.org/drawingml/2006/main" prst="rect">
            <a:avLst/>
          </a:prstGeom>
        </p:spPr>
      </p:pic>
      <p:sp>
        <p:nvSpPr>
          <p:cNvPr id="243" name="Science &amp; Logic prompt divider">
            <a:extLst xmlns:a="http://schemas.openxmlformats.org/drawingml/2006/main">
              <a:ext uri="{FF2B5EF4-FFF2-40B4-BE49-F238E27FC236}">
                <a16:creationId xmlns:a16="http://schemas.microsoft.com/office/drawing/2014/main" id="{A46992CF-0D63-4CCE-A636-8F4615CC6B91}"/>
              </a:ext>
            </a:extLst>
          </p:cNvPr>
          <p:cNvSpPr>
            <a:spLocks xmlns:a="http://schemas.openxmlformats.org/drawingml/2006/main" noGrp="1"/>
          </p:cNvSpPr>
          <p:nvPr/>
        </p:nvSpPr>
        <p:spPr>
          <a:xfrm xmlns:a="http://schemas.openxmlformats.org/drawingml/2006/main">
            <a:off x="14828527" y="7578261"/>
            <a:ext cx="4497255" cy="191"/>
          </a:xfrm>
          <a:custGeom xmlns:a="http://schemas.openxmlformats.org/drawingml/2006/main">
            <a:pathLst>
              <a:path w="4486275" h="191">
                <a:moveTo>
                  <a:pt x="0" y="0"/>
                </a:moveTo>
                <a:lnTo>
                  <a:pt x="4486275" y="0"/>
                </a:lnTo>
              </a:path>
            </a:pathLst>
          </a:custGeom>
          <a:noFill xmlns:a="http://schemas.openxmlformats.org/drawingml/2006/main"/>
          <a:ln xmlns:a="http://schemas.openxmlformats.org/drawingml/2006/main" w="28645">
            <a:solidFill>
              <a:srgbClr val="9D74D5"/>
            </a:solidFill>
            <a:prstDash val="dash"/>
          </a:ln>
        </p:spPr>
      </p:sp>
      <p:sp>
        <p:nvSpPr>
          <p:cNvPr id="244" name="Science &amp; Logic user disk">
            <a:extLst xmlns:a="http://schemas.openxmlformats.org/drawingml/2006/main">
              <a:ext uri="{FF2B5EF4-FFF2-40B4-BE49-F238E27FC236}">
                <a16:creationId xmlns:a16="http://schemas.microsoft.com/office/drawing/2014/main" id="{B5390918-A659-4DD6-B500-E88F9D068659}"/>
              </a:ext>
            </a:extLst>
          </p:cNvPr>
          <p:cNvSpPr>
            <a:spLocks xmlns:a="http://schemas.openxmlformats.org/drawingml/2006/main" noGrp="1"/>
          </p:cNvSpPr>
          <p:nvPr/>
        </p:nvSpPr>
        <p:spPr>
          <a:xfrm xmlns:a="http://schemas.openxmlformats.org/drawingml/2006/main">
            <a:off x="14885817" y="7119942"/>
            <a:ext cx="324643" cy="324643"/>
          </a:xfrm>
          <a:custGeom xmlns:a="http://schemas.openxmlformats.org/drawingml/2006/main">
            <a:pathLst>
              <a:path w="323850" h="323850">
                <a:moveTo>
                  <a:pt x="323850" y="161925"/>
                </a:moveTo>
                <a:cubicBezTo>
                  <a:pt x="323850" y="251354"/>
                  <a:pt x="251354" y="323850"/>
                  <a:pt x="161925" y="323850"/>
                </a:cubicBezTo>
                <a:cubicBezTo>
                  <a:pt x="72496" y="323850"/>
                  <a:pt x="0" y="251354"/>
                  <a:pt x="0" y="161925"/>
                </a:cubicBezTo>
                <a:cubicBezTo>
                  <a:pt x="0" y="72496"/>
                  <a:pt x="72496" y="0"/>
                  <a:pt x="161925" y="0"/>
                </a:cubicBezTo>
                <a:cubicBezTo>
                  <a:pt x="251354" y="0"/>
                  <a:pt x="323850" y="72496"/>
                  <a:pt x="323850" y="161925"/>
                </a:cubicBezTo>
                <a:close/>
              </a:path>
            </a:pathLst>
          </a:custGeom>
          <a:solidFill xmlns:a="http://schemas.openxmlformats.org/drawingml/2006/main">
            <a:srgbClr val="9D74D5"/>
          </a:solidFill>
          <a:ln xmlns:a="http://schemas.openxmlformats.org/drawingml/2006/main" w="9548">
            <a:noFill/>
            <a:prstDash val="solid"/>
          </a:ln>
        </p:spPr>
      </p:sp>
      <p:sp>
        <p:nvSpPr>
          <p:cNvPr id="245" name="Science &amp; Logic user head">
            <a:extLst xmlns:a="http://schemas.openxmlformats.org/drawingml/2006/main">
              <a:ext uri="{FF2B5EF4-FFF2-40B4-BE49-F238E27FC236}">
                <a16:creationId xmlns:a16="http://schemas.microsoft.com/office/drawing/2014/main" id="{D6B7D6A2-E29E-4368-9AA9-2926FA4533D5}"/>
              </a:ext>
            </a:extLst>
          </p:cNvPr>
          <p:cNvSpPr>
            <a:spLocks xmlns:a="http://schemas.openxmlformats.org/drawingml/2006/main" noGrp="1"/>
          </p:cNvSpPr>
          <p:nvPr/>
        </p:nvSpPr>
        <p:spPr>
          <a:xfrm xmlns:a="http://schemas.openxmlformats.org/drawingml/2006/main">
            <a:off x="14981300" y="7158135"/>
            <a:ext cx="143225" cy="143225"/>
          </a:xfrm>
          <a:custGeom xmlns:a="http://schemas.openxmlformats.org/drawingml/2006/main">
            <a:pathLst>
              <a:path w="142875" h="142875">
                <a:moveTo>
                  <a:pt x="142875" y="71438"/>
                </a:moveTo>
                <a:cubicBezTo>
                  <a:pt x="142875" y="110891"/>
                  <a:pt x="110891" y="142875"/>
                  <a:pt x="71438" y="142875"/>
                </a:cubicBezTo>
                <a:cubicBezTo>
                  <a:pt x="31984" y="142875"/>
                  <a:pt x="0" y="110891"/>
                  <a:pt x="0" y="71438"/>
                </a:cubicBezTo>
                <a:cubicBezTo>
                  <a:pt x="0" y="31984"/>
                  <a:pt x="31984" y="0"/>
                  <a:pt x="71438" y="0"/>
                </a:cubicBezTo>
                <a:cubicBezTo>
                  <a:pt x="110891" y="0"/>
                  <a:pt x="142875" y="31984"/>
                  <a:pt x="142875" y="71438"/>
                </a:cubicBezTo>
                <a:close/>
              </a:path>
            </a:pathLst>
          </a:custGeom>
          <a:solidFill xmlns:a="http://schemas.openxmlformats.org/drawingml/2006/main">
            <a:srgbClr val="FFFFFF"/>
          </a:solidFill>
          <a:ln xmlns:a="http://schemas.openxmlformats.org/drawingml/2006/main" w="9548">
            <a:noFill/>
            <a:prstDash val="solid"/>
          </a:ln>
        </p:spPr>
      </p:sp>
      <p:sp>
        <p:nvSpPr>
          <p:cNvPr id="246" name="Science &amp; Logic user shoulders">
            <a:extLst xmlns:a="http://schemas.openxmlformats.org/drawingml/2006/main">
              <a:ext uri="{FF2B5EF4-FFF2-40B4-BE49-F238E27FC236}">
                <a16:creationId xmlns:a16="http://schemas.microsoft.com/office/drawing/2014/main" id="{E28B36F7-8339-4CC6-9040-937FB6FA24C0}"/>
              </a:ext>
            </a:extLst>
          </p:cNvPr>
          <p:cNvSpPr>
            <a:spLocks xmlns:a="http://schemas.openxmlformats.org/drawingml/2006/main" noGrp="1"/>
          </p:cNvSpPr>
          <p:nvPr/>
        </p:nvSpPr>
        <p:spPr>
          <a:xfrm xmlns:a="http://schemas.openxmlformats.org/drawingml/2006/main">
            <a:off x="14943107" y="7291812"/>
            <a:ext cx="219611" cy="114580"/>
          </a:xfrm>
          <a:custGeom xmlns:a="http://schemas.openxmlformats.org/drawingml/2006/main">
            <a:pathLst>
              <a:path w="219075" h="114300">
                <a:moveTo>
                  <a:pt x="219075" y="57150"/>
                </a:moveTo>
                <a:cubicBezTo>
                  <a:pt x="219075" y="88713"/>
                  <a:pt x="170033" y="114300"/>
                  <a:pt x="109538" y="114300"/>
                </a:cubicBezTo>
                <a:cubicBezTo>
                  <a:pt x="49042" y="114300"/>
                  <a:pt x="0" y="88713"/>
                  <a:pt x="0" y="57150"/>
                </a:cubicBezTo>
                <a:cubicBezTo>
                  <a:pt x="0" y="25587"/>
                  <a:pt x="49042" y="0"/>
                  <a:pt x="109538" y="0"/>
                </a:cubicBezTo>
                <a:cubicBezTo>
                  <a:pt x="170033" y="0"/>
                  <a:pt x="219075" y="25587"/>
                  <a:pt x="219075" y="57150"/>
                </a:cubicBezTo>
                <a:close/>
              </a:path>
            </a:pathLst>
          </a:custGeom>
          <a:solidFill xmlns:a="http://schemas.openxmlformats.org/drawingml/2006/main">
            <a:srgbClr val="FFFFFF"/>
          </a:solidFill>
          <a:ln xmlns:a="http://schemas.openxmlformats.org/drawingml/2006/main" w="9548">
            <a:noFill/>
            <a:prstDash val="solid"/>
          </a:ln>
        </p:spPr>
      </p:sp>
      <p:sp>
        <p:nvSpPr>
          <p:cNvPr id="247" name="Science &amp; Logic evidence container">
            <a:extLst xmlns:a="http://schemas.openxmlformats.org/drawingml/2006/main">
              <a:ext uri="{FF2B5EF4-FFF2-40B4-BE49-F238E27FC236}">
                <a16:creationId xmlns:a16="http://schemas.microsoft.com/office/drawing/2014/main" id="{59E64C41-478A-4305-8B14-4FB57F5B206E}"/>
              </a:ext>
            </a:extLst>
          </p:cNvPr>
          <p:cNvSpPr>
            <a:spLocks xmlns:a="http://schemas.openxmlformats.org/drawingml/2006/main" noGrp="1"/>
          </p:cNvSpPr>
          <p:nvPr/>
        </p:nvSpPr>
        <p:spPr>
          <a:xfrm xmlns:a="http://schemas.openxmlformats.org/drawingml/2006/main">
            <a:off x="15344136" y="7702389"/>
            <a:ext cx="2014694" cy="1957404"/>
          </a:xfrm>
          <a:custGeom xmlns:a="http://schemas.openxmlformats.org/drawingml/2006/main">
            <a:pathLst>
              <a:path w="2009775" h="1952625">
                <a:moveTo>
                  <a:pt x="19050" y="0"/>
                </a:moveTo>
                <a:lnTo>
                  <a:pt x="1990725" y="0"/>
                </a:lnTo>
                <a:cubicBezTo>
                  <a:pt x="2001246" y="0"/>
                  <a:pt x="2009775" y="8529"/>
                  <a:pt x="2009775" y="19050"/>
                </a:cubicBezTo>
                <a:lnTo>
                  <a:pt x="2009775" y="1933575"/>
                </a:lnTo>
                <a:cubicBezTo>
                  <a:pt x="2009775" y="1944096"/>
                  <a:pt x="2001246" y="1952625"/>
                  <a:pt x="1990725" y="1952625"/>
                </a:cubicBezTo>
                <a:lnTo>
                  <a:pt x="19050" y="1952625"/>
                </a:lnTo>
                <a:cubicBezTo>
                  <a:pt x="8529" y="1952625"/>
                  <a:pt x="0" y="1944096"/>
                  <a:pt x="0" y="1933575"/>
                </a:cubicBezTo>
                <a:lnTo>
                  <a:pt x="0" y="19050"/>
                </a:lnTo>
                <a:cubicBezTo>
                  <a:pt x="0" y="8529"/>
                  <a:pt x="8529" y="0"/>
                  <a:pt x="19050" y="0"/>
                </a:cubicBezTo>
                <a:close/>
              </a:path>
            </a:pathLst>
          </a:custGeom>
          <a:solidFill xmlns:a="http://schemas.openxmlformats.org/drawingml/2006/main">
            <a:srgbClr val="FFFFFF"/>
          </a:solidFill>
          <a:ln xmlns:a="http://schemas.openxmlformats.org/drawingml/2006/main" w="28645">
            <a:solidFill>
              <a:srgbClr val="9D74D5"/>
            </a:solidFill>
            <a:prstDash val="solid"/>
          </a:ln>
        </p:spPr>
      </p:sp>
      <p:sp>
        <p:nvSpPr>
          <p:cNvPr id="248" name="Science &amp; Logic tool rail">
            <a:extLst xmlns:a="http://schemas.openxmlformats.org/drawingml/2006/main">
              <a:ext uri="{FF2B5EF4-FFF2-40B4-BE49-F238E27FC236}">
                <a16:creationId xmlns:a16="http://schemas.microsoft.com/office/drawing/2014/main" id="{7A9DCF26-A4BF-4495-BD1D-673DCEE46746}"/>
              </a:ext>
            </a:extLst>
          </p:cNvPr>
          <p:cNvSpPr>
            <a:spLocks xmlns:a="http://schemas.openxmlformats.org/drawingml/2006/main" noGrp="1"/>
          </p:cNvSpPr>
          <p:nvPr/>
        </p:nvSpPr>
        <p:spPr>
          <a:xfrm xmlns:a="http://schemas.openxmlformats.org/drawingml/2006/main">
            <a:off x="14933559" y="7912452"/>
            <a:ext cx="229159" cy="1756889"/>
          </a:xfrm>
          <a:custGeom xmlns:a="http://schemas.openxmlformats.org/drawingml/2006/main">
            <a:pathLst>
              <a:path w="228600" h="1752600">
                <a:moveTo>
                  <a:pt x="114300" y="0"/>
                </a:moveTo>
                <a:lnTo>
                  <a:pt x="114300" y="0"/>
                </a:lnTo>
                <a:cubicBezTo>
                  <a:pt x="177426" y="0"/>
                  <a:pt x="228600" y="51174"/>
                  <a:pt x="228600" y="114300"/>
                </a:cubicBezTo>
                <a:lnTo>
                  <a:pt x="228600" y="1638300"/>
                </a:lnTo>
                <a:cubicBezTo>
                  <a:pt x="228600" y="1701426"/>
                  <a:pt x="177426" y="1752600"/>
                  <a:pt x="114300" y="1752600"/>
                </a:cubicBezTo>
                <a:lnTo>
                  <a:pt x="114300" y="1752600"/>
                </a:lnTo>
                <a:cubicBezTo>
                  <a:pt x="51174" y="1752600"/>
                  <a:pt x="0" y="1701426"/>
                  <a:pt x="0" y="1638300"/>
                </a:cubicBezTo>
                <a:lnTo>
                  <a:pt x="0" y="114300"/>
                </a:lnTo>
                <a:cubicBezTo>
                  <a:pt x="0" y="51174"/>
                  <a:pt x="51174" y="0"/>
                  <a:pt x="114300" y="0"/>
                </a:cubicBezTo>
                <a:close/>
              </a:path>
            </a:pathLst>
          </a:custGeom>
          <a:solidFill xmlns:a="http://schemas.openxmlformats.org/drawingml/2006/main">
            <a:srgbClr val="FFFFFF"/>
          </a:solidFill>
          <a:ln xmlns:a="http://schemas.openxmlformats.org/drawingml/2006/main" w="19097">
            <a:solidFill>
              <a:srgbClr val="9D74D5"/>
            </a:solidFill>
            <a:prstDash val="solid"/>
          </a:ln>
        </p:spPr>
      </p:sp>
      <p:sp>
        <p:nvSpPr>
          <p:cNvPr id="249" name="Science &amp; Logic tool label">
            <a:extLst xmlns:a="http://schemas.openxmlformats.org/drawingml/2006/main">
              <a:ext uri="{FF2B5EF4-FFF2-40B4-BE49-F238E27FC236}">
                <a16:creationId xmlns:a16="http://schemas.microsoft.com/office/drawing/2014/main" id="{C0CC9A34-FFCF-4468-B145-D7167F39945C}"/>
              </a:ext>
            </a:extLst>
          </p:cNvPr>
          <p:cNvSpPr>
            <a:spLocks xmlns:a="http://schemas.openxmlformats.org/drawingml/2006/main" noGrp="1"/>
          </p:cNvSpPr>
          <p:nvPr/>
        </p:nvSpPr>
        <p:spPr>
          <a:xfrm xmlns:a="http://schemas.openxmlformats.org/drawingml/2006/main" rot="5400000">
            <a:off x="14685303" y="8703029"/>
            <a:ext cx="735220" cy="16355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920" b="0" i="0">
                <a:solidFill>
                  <a:srgbClr val="101010"/>
                </a:solidFill>
                <a:latin typeface="Comic Sans MS"/>
                <a:ea typeface="Comic Sans MS"/>
                <a:cs typeface="Comic Sans MS"/>
              </a:defRPr>
            </a:defPPr>
          </a:lstStyle>
          <a:p xmlns:a="http://schemas.openxmlformats.org/drawingml/2006/main">
            <a:pPr algn="l">
              <a:lnSpc>
                <a:spcPct val="100000"/>
              </a:lnSpc>
              <a:buNone/>
              <a:defRPr sz="920" b="0" i="0">
                <a:solidFill>
                  <a:srgbClr val="101010"/>
                </a:solidFill>
                <a:latin typeface="Comic Sans MS"/>
                <a:ea typeface="Comic Sans MS"/>
                <a:cs typeface="Comic Sans MS"/>
              </a:defRPr>
            </a:pPr>
            <a:r>
              <a:rPr sz="920" b="0" i="0">
                <a:solidFill>
                  <a:srgbClr val="101010"/>
                </a:solidFill>
                <a:latin typeface="Comic Sans MS"/>
                <a:ea typeface="Comic Sans MS"/>
                <a:cs typeface="Comic Sans MS"/>
              </a:rPr>
              <a:t>reasoning...</a:t>
            </a:r>
          </a:p>
        </p:txBody>
      </p:sp>
      <p:pic>
        <p:nvPicPr>
          <p:cNvPr id="250" name="">
            <a:extLst xmlns:a="http://schemas.openxmlformats.org/drawingml/2006/main">
              <a:ext uri="{FF2B5EF4-FFF2-40B4-BE49-F238E27FC236}">
                <a16:creationId xmlns:a16="http://schemas.microsoft.com/office/drawing/2014/main" id="{211D664D-6F33-4EB8-88DD-FDB175DED314}"/>
              </a:ext>
            </a:extLst>
          </p:cNvPr>
          <p:cNvPicPr>
            <a:picLocks xmlns:a="http://schemas.openxmlformats.org/drawingml/2006/main" noChangeAspect="1"/>
          </p:cNvPicPr>
          <p:nvPr/>
        </p:nvPicPr>
        <p:blipFill>
          <a:blip xmlns:r="http://schemas.openxmlformats.org/officeDocument/2006/relationships" xmlns:a="http://schemas.openxmlformats.org/drawingml/2006/main" r:embed="R4fe943e2b1c04958"/>
          <a:stretch xmlns:a="http://schemas.openxmlformats.org/drawingml/2006/main"/>
        </p:blipFill>
        <p:spPr>
          <a:xfrm xmlns:a="http://schemas.openxmlformats.org/drawingml/2006/main">
            <a:off x="14962204" y="7950645"/>
            <a:ext cx="181418" cy="200515"/>
          </a:xfrm>
          <a:prstGeom xmlns:a="http://schemas.openxmlformats.org/drawingml/2006/main" prst="rect">
            <a:avLst/>
          </a:prstGeom>
        </p:spPr>
      </p:pic>
      <p:pic>
        <p:nvPicPr>
          <p:cNvPr id="251" name="">
            <a:extLst xmlns:a="http://schemas.openxmlformats.org/drawingml/2006/main">
              <a:ext uri="{FF2B5EF4-FFF2-40B4-BE49-F238E27FC236}">
                <a16:creationId xmlns:a16="http://schemas.microsoft.com/office/drawing/2014/main" id="{E8831B3F-26A2-44FB-A89E-DA7537AE6511}"/>
              </a:ext>
            </a:extLst>
          </p:cNvPr>
          <p:cNvPicPr>
            <a:picLocks xmlns:a="http://schemas.openxmlformats.org/drawingml/2006/main" noChangeAspect="1"/>
          </p:cNvPicPr>
          <p:nvPr/>
        </p:nvPicPr>
        <p:blipFill>
          <a:blip xmlns:r="http://schemas.openxmlformats.org/officeDocument/2006/relationships" xmlns:a="http://schemas.openxmlformats.org/drawingml/2006/main" r:embed="R13c54aa1831642b7"/>
          <a:stretch xmlns:a="http://schemas.openxmlformats.org/drawingml/2006/main"/>
        </p:blipFill>
        <p:spPr>
          <a:xfrm xmlns:a="http://schemas.openxmlformats.org/drawingml/2006/main">
            <a:off x="14818979" y="7721486"/>
            <a:ext cx="429674" cy="257804"/>
          </a:xfrm>
          <a:prstGeom xmlns:a="http://schemas.openxmlformats.org/drawingml/2006/main" prst="rect">
            <a:avLst/>
          </a:prstGeom>
        </p:spPr>
      </p:pic>
      <p:sp>
        <p:nvSpPr>
          <p:cNvPr id="252" name="Science &amp; Logic text tag">
            <a:extLst xmlns:a="http://schemas.openxmlformats.org/drawingml/2006/main">
              <a:ext uri="{FF2B5EF4-FFF2-40B4-BE49-F238E27FC236}">
                <a16:creationId xmlns:a16="http://schemas.microsoft.com/office/drawing/2014/main" id="{B927A3C7-C7AA-4563-9C6F-D43738E7A2E1}"/>
              </a:ext>
            </a:extLst>
          </p:cNvPr>
          <p:cNvSpPr>
            <a:spLocks xmlns:a="http://schemas.openxmlformats.org/drawingml/2006/main" noGrp="1"/>
          </p:cNvSpPr>
          <p:nvPr/>
        </p:nvSpPr>
        <p:spPr>
          <a:xfrm xmlns:a="http://schemas.openxmlformats.org/drawingml/2006/main">
            <a:off x="15344136" y="9669341"/>
            <a:ext cx="697027" cy="152773"/>
          </a:xfrm>
          <a:custGeom xmlns:a="http://schemas.openxmlformats.org/drawingml/2006/main">
            <a:pathLst>
              <a:path w="695325" h="152400">
                <a:moveTo>
                  <a:pt x="19050" y="0"/>
                </a:moveTo>
                <a:lnTo>
                  <a:pt x="676275" y="0"/>
                </a:lnTo>
                <a:cubicBezTo>
                  <a:pt x="686796" y="0"/>
                  <a:pt x="695325" y="8529"/>
                  <a:pt x="695325" y="19050"/>
                </a:cubicBezTo>
                <a:lnTo>
                  <a:pt x="695325" y="133350"/>
                </a:lnTo>
                <a:cubicBezTo>
                  <a:pt x="695325" y="143871"/>
                  <a:pt x="686796" y="152400"/>
                  <a:pt x="676275" y="152400"/>
                </a:cubicBezTo>
                <a:lnTo>
                  <a:pt x="19050" y="152400"/>
                </a:lnTo>
                <a:cubicBezTo>
                  <a:pt x="8529" y="152400"/>
                  <a:pt x="0" y="143871"/>
                  <a:pt x="0" y="133350"/>
                </a:cubicBezTo>
                <a:lnTo>
                  <a:pt x="0" y="19050"/>
                </a:lnTo>
                <a:cubicBezTo>
                  <a:pt x="0" y="8529"/>
                  <a:pt x="8529" y="0"/>
                  <a:pt x="19050" y="0"/>
                </a:cubicBezTo>
                <a:close/>
              </a:path>
            </a:pathLst>
          </a:custGeom>
          <a:solidFill xmlns:a="http://schemas.openxmlformats.org/drawingml/2006/main">
            <a:srgbClr val="9D74D5"/>
          </a:solidFill>
          <a:ln xmlns:a="http://schemas.openxmlformats.org/drawingml/2006/main" w="9548">
            <a:noFill/>
            <a:prstDash val="solid"/>
          </a:ln>
        </p:spPr>
      </p:sp>
      <p:sp>
        <p:nvSpPr>
          <p:cNvPr id="253" name="Science &amp; Logic text tag label">
            <a:extLst xmlns:a="http://schemas.openxmlformats.org/drawingml/2006/main">
              <a:ext uri="{FF2B5EF4-FFF2-40B4-BE49-F238E27FC236}">
                <a16:creationId xmlns:a16="http://schemas.microsoft.com/office/drawing/2014/main" id="{40C5C304-C598-4F9A-BA00-D680BA450D7F}"/>
              </a:ext>
            </a:extLst>
          </p:cNvPr>
          <p:cNvSpPr>
            <a:spLocks xmlns:a="http://schemas.openxmlformats.org/drawingml/2006/main" noGrp="1"/>
          </p:cNvSpPr>
          <p:nvPr/>
        </p:nvSpPr>
        <p:spPr>
          <a:xfrm xmlns:a="http://schemas.openxmlformats.org/drawingml/2006/main" rot="0">
            <a:off x="15410974" y="9664875"/>
            <a:ext cx="439222" cy="18326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031" b="0" i="0">
                <a:solidFill>
                  <a:srgbClr val="FFFFFF"/>
                </a:solidFill>
                <a:latin typeface="Comic Sans MS"/>
                <a:ea typeface="Comic Sans MS"/>
                <a:cs typeface="Comic Sans MS"/>
              </a:defRPr>
            </a:defPPr>
          </a:lstStyle>
          <a:p xmlns:a="http://schemas.openxmlformats.org/drawingml/2006/main">
            <a:pPr algn="l">
              <a:lnSpc>
                <a:spcPct val="100000"/>
              </a:lnSpc>
              <a:buNone/>
              <a:defRPr sz="1031" b="0" i="0">
                <a:solidFill>
                  <a:srgbClr val="FFFFFF"/>
                </a:solidFill>
                <a:latin typeface="Comic Sans MS"/>
                <a:ea typeface="Comic Sans MS"/>
                <a:cs typeface="Comic Sans MS"/>
              </a:defRPr>
            </a:pPr>
            <a:r>
              <a:rPr sz="1031" b="0" i="0">
                <a:solidFill>
                  <a:srgbClr val="FFFFFF"/>
                </a:solidFill>
                <a:latin typeface="Comic Sans MS"/>
                <a:ea typeface="Comic Sans MS"/>
                <a:cs typeface="Comic Sans MS"/>
              </a:rPr>
              <a:t>T  text</a:t>
            </a:r>
          </a:p>
        </p:txBody>
      </p:sp>
      <p:sp>
        <p:nvSpPr>
          <p:cNvPr id="254" name="Science &amp; Logic evidence to generation">
            <a:extLst xmlns:a="http://schemas.openxmlformats.org/drawingml/2006/main">
              <a:ext uri="{FF2B5EF4-FFF2-40B4-BE49-F238E27FC236}">
                <a16:creationId xmlns:a16="http://schemas.microsoft.com/office/drawing/2014/main" id="{2C719474-7A33-4086-94EC-E3E8710C2272}"/>
              </a:ext>
            </a:extLst>
          </p:cNvPr>
          <p:cNvSpPr>
            <a:spLocks xmlns:a="http://schemas.openxmlformats.org/drawingml/2006/main" noGrp="1"/>
          </p:cNvSpPr>
          <p:nvPr/>
        </p:nvSpPr>
        <p:spPr>
          <a:xfrm xmlns:a="http://schemas.openxmlformats.org/drawingml/2006/main">
            <a:off x="17377927" y="8580834"/>
            <a:ext cx="391481" cy="401029"/>
          </a:xfrm>
          <a:custGeom xmlns:a="http://schemas.openxmlformats.org/drawingml/2006/main">
            <a:pathLst>
              <a:path w="390525" h="400050">
                <a:moveTo>
                  <a:pt x="0" y="112014"/>
                </a:moveTo>
                <a:lnTo>
                  <a:pt x="214789" y="112014"/>
                </a:lnTo>
                <a:lnTo>
                  <a:pt x="214789" y="0"/>
                </a:lnTo>
                <a:lnTo>
                  <a:pt x="390525" y="200025"/>
                </a:lnTo>
                <a:lnTo>
                  <a:pt x="214789" y="400050"/>
                </a:lnTo>
                <a:lnTo>
                  <a:pt x="214789" y="288036"/>
                </a:lnTo>
                <a:lnTo>
                  <a:pt x="0" y="288036"/>
                </a:lnTo>
                <a:close/>
              </a:path>
            </a:pathLst>
          </a:custGeom>
          <a:solidFill xmlns:a="http://schemas.openxmlformats.org/drawingml/2006/main">
            <a:srgbClr val="CEBAEF"/>
          </a:solidFill>
          <a:ln xmlns:a="http://schemas.openxmlformats.org/drawingml/2006/main" w="9548">
            <a:noFill/>
            <a:prstDash val="solid"/>
          </a:ln>
        </p:spPr>
      </p:sp>
      <p:pic>
        <p:nvPicPr>
          <p:cNvPr id="255" name="">
            <a:extLst xmlns:a="http://schemas.openxmlformats.org/drawingml/2006/main">
              <a:ext uri="{FF2B5EF4-FFF2-40B4-BE49-F238E27FC236}">
                <a16:creationId xmlns:a16="http://schemas.microsoft.com/office/drawing/2014/main" id="{E53953B0-521F-4741-B07B-5E335E2561BA}"/>
              </a:ext>
            </a:extLst>
          </p:cNvPr>
          <p:cNvPicPr>
            <a:picLocks xmlns:a="http://schemas.openxmlformats.org/drawingml/2006/main" noChangeAspect="1"/>
          </p:cNvPicPr>
          <p:nvPr/>
        </p:nvPicPr>
        <p:blipFill>
          <a:blip xmlns:r="http://schemas.openxmlformats.org/officeDocument/2006/relationships" xmlns:a="http://schemas.openxmlformats.org/drawingml/2006/main" r:embed="Rba0b2764fd19436b"/>
          <a:stretch xmlns:a="http://schemas.openxmlformats.org/drawingml/2006/main"/>
        </p:blipFill>
        <p:spPr>
          <a:xfrm xmlns:a="http://schemas.openxmlformats.org/drawingml/2006/main">
            <a:off x="17778956" y="7912452"/>
            <a:ext cx="1460892" cy="1737793"/>
          </a:xfrm>
          <a:prstGeom xmlns:a="http://schemas.openxmlformats.org/drawingml/2006/main" prst="rect">
            <a:avLst/>
          </a:prstGeom>
        </p:spPr>
      </p:pic>
      <p:sp>
        <p:nvSpPr>
          <p:cNvPr id="256" name="Science &amp; Logic corner horizontal">
            <a:extLst xmlns:a="http://schemas.openxmlformats.org/drawingml/2006/main">
              <a:ext uri="{FF2B5EF4-FFF2-40B4-BE49-F238E27FC236}">
                <a16:creationId xmlns:a16="http://schemas.microsoft.com/office/drawing/2014/main" id="{CE25AF59-0D70-472D-83AF-4D90B0D060C0}"/>
              </a:ext>
            </a:extLst>
          </p:cNvPr>
          <p:cNvSpPr>
            <a:spLocks xmlns:a="http://schemas.openxmlformats.org/drawingml/2006/main" noGrp="1"/>
          </p:cNvSpPr>
          <p:nvPr/>
        </p:nvSpPr>
        <p:spPr>
          <a:xfrm xmlns:a="http://schemas.openxmlformats.org/drawingml/2006/main">
            <a:off x="17731214" y="7855162"/>
            <a:ext cx="238708" cy="191"/>
          </a:xfrm>
          <a:custGeom xmlns:a="http://schemas.openxmlformats.org/drawingml/2006/main">
            <a:pathLst>
              <a:path w="238125" h="191">
                <a:moveTo>
                  <a:pt x="0" y="0"/>
                </a:moveTo>
                <a:lnTo>
                  <a:pt x="238125" y="0"/>
                </a:lnTo>
              </a:path>
            </a:pathLst>
          </a:custGeom>
          <a:noFill xmlns:a="http://schemas.openxmlformats.org/drawingml/2006/main"/>
          <a:ln xmlns:a="http://schemas.openxmlformats.org/drawingml/2006/main" w="19097">
            <a:solidFill>
              <a:srgbClr val="9D74D5"/>
            </a:solidFill>
            <a:prstDash val="solid"/>
          </a:ln>
        </p:spPr>
      </p:sp>
      <p:sp>
        <p:nvSpPr>
          <p:cNvPr id="257" name="Science &amp; Logic corner vertical">
            <a:extLst xmlns:a="http://schemas.openxmlformats.org/drawingml/2006/main">
              <a:ext uri="{FF2B5EF4-FFF2-40B4-BE49-F238E27FC236}">
                <a16:creationId xmlns:a16="http://schemas.microsoft.com/office/drawing/2014/main" id="{488697B2-50C5-437A-8B35-B207679E4508}"/>
              </a:ext>
            </a:extLst>
          </p:cNvPr>
          <p:cNvSpPr>
            <a:spLocks xmlns:a="http://schemas.openxmlformats.org/drawingml/2006/main" noGrp="1"/>
          </p:cNvSpPr>
          <p:nvPr/>
        </p:nvSpPr>
        <p:spPr>
          <a:xfrm xmlns:a="http://schemas.openxmlformats.org/drawingml/2006/main">
            <a:off x="17731214" y="7855162"/>
            <a:ext cx="191" cy="200515"/>
          </a:xfrm>
          <a:custGeom xmlns:a="http://schemas.openxmlformats.org/drawingml/2006/main">
            <a:pathLst>
              <a:path w="191" h="200025">
                <a:moveTo>
                  <a:pt x="0" y="0"/>
                </a:moveTo>
                <a:lnTo>
                  <a:pt x="0" y="200025"/>
                </a:lnTo>
              </a:path>
            </a:pathLst>
          </a:custGeom>
          <a:noFill xmlns:a="http://schemas.openxmlformats.org/drawingml/2006/main"/>
          <a:ln xmlns:a="http://schemas.openxmlformats.org/drawingml/2006/main" w="19097">
            <a:solidFill>
              <a:srgbClr val="9D74D5"/>
            </a:solidFill>
            <a:prstDash val="solid"/>
          </a:ln>
        </p:spPr>
      </p:sp>
      <p:sp>
        <p:nvSpPr>
          <p:cNvPr id="258" name="Science &amp; Logic corner horizontal">
            <a:extLst xmlns:a="http://schemas.openxmlformats.org/drawingml/2006/main">
              <a:ext uri="{FF2B5EF4-FFF2-40B4-BE49-F238E27FC236}">
                <a16:creationId xmlns:a16="http://schemas.microsoft.com/office/drawing/2014/main" id="{F5EE5585-A500-42E2-9911-7D13EA12FBCF}"/>
              </a:ext>
            </a:extLst>
          </p:cNvPr>
          <p:cNvSpPr>
            <a:spLocks xmlns:a="http://schemas.openxmlformats.org/drawingml/2006/main" noGrp="1"/>
          </p:cNvSpPr>
          <p:nvPr/>
        </p:nvSpPr>
        <p:spPr>
          <a:xfrm xmlns:a="http://schemas.openxmlformats.org/drawingml/2006/main">
            <a:off x="19048881" y="7855162"/>
            <a:ext cx="238708" cy="191"/>
          </a:xfrm>
          <a:custGeom xmlns:a="http://schemas.openxmlformats.org/drawingml/2006/main">
            <a:pathLst>
              <a:path w="238125" h="191">
                <a:moveTo>
                  <a:pt x="238125" y="0"/>
                </a:moveTo>
                <a:lnTo>
                  <a:pt x="0" y="0"/>
                </a:lnTo>
              </a:path>
            </a:pathLst>
          </a:custGeom>
          <a:noFill xmlns:a="http://schemas.openxmlformats.org/drawingml/2006/main"/>
          <a:ln xmlns:a="http://schemas.openxmlformats.org/drawingml/2006/main" w="19097">
            <a:solidFill>
              <a:srgbClr val="9D74D5"/>
            </a:solidFill>
            <a:prstDash val="solid"/>
          </a:ln>
        </p:spPr>
      </p:sp>
      <p:sp>
        <p:nvSpPr>
          <p:cNvPr id="259" name="Science &amp; Logic corner vertical">
            <a:extLst xmlns:a="http://schemas.openxmlformats.org/drawingml/2006/main">
              <a:ext uri="{FF2B5EF4-FFF2-40B4-BE49-F238E27FC236}">
                <a16:creationId xmlns:a16="http://schemas.microsoft.com/office/drawing/2014/main" id="{159E2239-9BFB-4D53-BE42-41B271EBC4EB}"/>
              </a:ext>
            </a:extLst>
          </p:cNvPr>
          <p:cNvSpPr>
            <a:spLocks xmlns:a="http://schemas.openxmlformats.org/drawingml/2006/main" noGrp="1"/>
          </p:cNvSpPr>
          <p:nvPr/>
        </p:nvSpPr>
        <p:spPr>
          <a:xfrm xmlns:a="http://schemas.openxmlformats.org/drawingml/2006/main">
            <a:off x="19287589" y="7855162"/>
            <a:ext cx="191" cy="200515"/>
          </a:xfrm>
          <a:custGeom xmlns:a="http://schemas.openxmlformats.org/drawingml/2006/main">
            <a:pathLst>
              <a:path w="191" h="200025">
                <a:moveTo>
                  <a:pt x="0" y="0"/>
                </a:moveTo>
                <a:lnTo>
                  <a:pt x="0" y="200025"/>
                </a:lnTo>
              </a:path>
            </a:pathLst>
          </a:custGeom>
          <a:noFill xmlns:a="http://schemas.openxmlformats.org/drawingml/2006/main"/>
          <a:ln xmlns:a="http://schemas.openxmlformats.org/drawingml/2006/main" w="19097">
            <a:solidFill>
              <a:srgbClr val="9D74D5"/>
            </a:solidFill>
            <a:prstDash val="solid"/>
          </a:ln>
        </p:spPr>
      </p:sp>
      <p:sp>
        <p:nvSpPr>
          <p:cNvPr id="260" name="Science &amp; Logic corner horizontal">
            <a:extLst xmlns:a="http://schemas.openxmlformats.org/drawingml/2006/main">
              <a:ext uri="{FF2B5EF4-FFF2-40B4-BE49-F238E27FC236}">
                <a16:creationId xmlns:a16="http://schemas.microsoft.com/office/drawing/2014/main" id="{11A76B08-8700-42A7-80BC-50553FBB1AE2}"/>
              </a:ext>
            </a:extLst>
          </p:cNvPr>
          <p:cNvSpPr>
            <a:spLocks xmlns:a="http://schemas.openxmlformats.org/drawingml/2006/main" noGrp="1"/>
          </p:cNvSpPr>
          <p:nvPr/>
        </p:nvSpPr>
        <p:spPr>
          <a:xfrm xmlns:a="http://schemas.openxmlformats.org/drawingml/2006/main">
            <a:off x="17731214" y="9707535"/>
            <a:ext cx="238708" cy="191"/>
          </a:xfrm>
          <a:custGeom xmlns:a="http://schemas.openxmlformats.org/drawingml/2006/main">
            <a:pathLst>
              <a:path w="238125" h="191">
                <a:moveTo>
                  <a:pt x="0" y="0"/>
                </a:moveTo>
                <a:lnTo>
                  <a:pt x="238125" y="0"/>
                </a:lnTo>
              </a:path>
            </a:pathLst>
          </a:custGeom>
          <a:noFill xmlns:a="http://schemas.openxmlformats.org/drawingml/2006/main"/>
          <a:ln xmlns:a="http://schemas.openxmlformats.org/drawingml/2006/main" w="19097">
            <a:solidFill>
              <a:srgbClr val="9D74D5"/>
            </a:solidFill>
            <a:prstDash val="solid"/>
          </a:ln>
        </p:spPr>
      </p:sp>
      <p:sp>
        <p:nvSpPr>
          <p:cNvPr id="261" name="Science &amp; Logic corner vertical">
            <a:extLst xmlns:a="http://schemas.openxmlformats.org/drawingml/2006/main">
              <a:ext uri="{FF2B5EF4-FFF2-40B4-BE49-F238E27FC236}">
                <a16:creationId xmlns:a16="http://schemas.microsoft.com/office/drawing/2014/main" id="{01A2565C-AE80-4E40-975F-5359AE91AA72}"/>
              </a:ext>
            </a:extLst>
          </p:cNvPr>
          <p:cNvSpPr>
            <a:spLocks xmlns:a="http://schemas.openxmlformats.org/drawingml/2006/main" noGrp="1"/>
          </p:cNvSpPr>
          <p:nvPr/>
        </p:nvSpPr>
        <p:spPr>
          <a:xfrm xmlns:a="http://schemas.openxmlformats.org/drawingml/2006/main">
            <a:off x="17731214" y="9507020"/>
            <a:ext cx="191" cy="200515"/>
          </a:xfrm>
          <a:custGeom xmlns:a="http://schemas.openxmlformats.org/drawingml/2006/main">
            <a:pathLst>
              <a:path w="191" h="200025">
                <a:moveTo>
                  <a:pt x="0" y="200025"/>
                </a:moveTo>
                <a:lnTo>
                  <a:pt x="0" y="0"/>
                </a:lnTo>
              </a:path>
            </a:pathLst>
          </a:custGeom>
          <a:noFill xmlns:a="http://schemas.openxmlformats.org/drawingml/2006/main"/>
          <a:ln xmlns:a="http://schemas.openxmlformats.org/drawingml/2006/main" w="19097">
            <a:solidFill>
              <a:srgbClr val="9D74D5"/>
            </a:solidFill>
            <a:prstDash val="solid"/>
          </a:ln>
        </p:spPr>
      </p:sp>
      <p:sp>
        <p:nvSpPr>
          <p:cNvPr id="262" name="Science &amp; Logic corner horizontal">
            <a:extLst xmlns:a="http://schemas.openxmlformats.org/drawingml/2006/main">
              <a:ext uri="{FF2B5EF4-FFF2-40B4-BE49-F238E27FC236}">
                <a16:creationId xmlns:a16="http://schemas.microsoft.com/office/drawing/2014/main" id="{CD349C64-7F6D-488E-AA22-FA1AA69C5914}"/>
              </a:ext>
            </a:extLst>
          </p:cNvPr>
          <p:cNvSpPr>
            <a:spLocks xmlns:a="http://schemas.openxmlformats.org/drawingml/2006/main" noGrp="1"/>
          </p:cNvSpPr>
          <p:nvPr/>
        </p:nvSpPr>
        <p:spPr>
          <a:xfrm xmlns:a="http://schemas.openxmlformats.org/drawingml/2006/main">
            <a:off x="19048881" y="9707535"/>
            <a:ext cx="238708" cy="191"/>
          </a:xfrm>
          <a:custGeom xmlns:a="http://schemas.openxmlformats.org/drawingml/2006/main">
            <a:pathLst>
              <a:path w="238125" h="191">
                <a:moveTo>
                  <a:pt x="238125" y="0"/>
                </a:moveTo>
                <a:lnTo>
                  <a:pt x="0" y="0"/>
                </a:lnTo>
              </a:path>
            </a:pathLst>
          </a:custGeom>
          <a:noFill xmlns:a="http://schemas.openxmlformats.org/drawingml/2006/main"/>
          <a:ln xmlns:a="http://schemas.openxmlformats.org/drawingml/2006/main" w="19097">
            <a:solidFill>
              <a:srgbClr val="9D74D5"/>
            </a:solidFill>
            <a:prstDash val="solid"/>
          </a:ln>
        </p:spPr>
      </p:sp>
      <p:sp>
        <p:nvSpPr>
          <p:cNvPr id="263" name="Science &amp; Logic corner vertical">
            <a:extLst xmlns:a="http://schemas.openxmlformats.org/drawingml/2006/main">
              <a:ext uri="{FF2B5EF4-FFF2-40B4-BE49-F238E27FC236}">
                <a16:creationId xmlns:a16="http://schemas.microsoft.com/office/drawing/2014/main" id="{07BB74B4-F8D5-4B63-AD92-84F84D5D7782}"/>
              </a:ext>
            </a:extLst>
          </p:cNvPr>
          <p:cNvSpPr>
            <a:spLocks xmlns:a="http://schemas.openxmlformats.org/drawingml/2006/main" noGrp="1"/>
          </p:cNvSpPr>
          <p:nvPr/>
        </p:nvSpPr>
        <p:spPr>
          <a:xfrm xmlns:a="http://schemas.openxmlformats.org/drawingml/2006/main">
            <a:off x="19287589" y="9507020"/>
            <a:ext cx="191" cy="200515"/>
          </a:xfrm>
          <a:custGeom xmlns:a="http://schemas.openxmlformats.org/drawingml/2006/main">
            <a:pathLst>
              <a:path w="191" h="200025">
                <a:moveTo>
                  <a:pt x="0" y="200025"/>
                </a:moveTo>
                <a:lnTo>
                  <a:pt x="0" y="0"/>
                </a:lnTo>
              </a:path>
            </a:pathLst>
          </a:custGeom>
          <a:noFill xmlns:a="http://schemas.openxmlformats.org/drawingml/2006/main"/>
          <a:ln xmlns:a="http://schemas.openxmlformats.org/drawingml/2006/main" w="19097">
            <a:solidFill>
              <a:srgbClr val="9D74D5"/>
            </a:solidFill>
            <a:prstDash val="solid"/>
          </a:ln>
        </p:spPr>
      </p:sp>
      <p:pic>
        <p:nvPicPr>
          <p:cNvPr id="264" name="">
            <a:extLst xmlns:a="http://schemas.openxmlformats.org/drawingml/2006/main">
              <a:ext uri="{FF2B5EF4-FFF2-40B4-BE49-F238E27FC236}">
                <a16:creationId xmlns:a16="http://schemas.microsoft.com/office/drawing/2014/main" id="{5FE6D4EC-FF3D-4B56-9F89-9633F90079A4}"/>
              </a:ext>
            </a:extLst>
          </p:cNvPr>
          <p:cNvPicPr>
            <a:picLocks xmlns:a="http://schemas.openxmlformats.org/drawingml/2006/main" noChangeAspect="1"/>
          </p:cNvPicPr>
          <p:nvPr/>
        </p:nvPicPr>
        <p:blipFill>
          <a:blip xmlns:r="http://schemas.openxmlformats.org/officeDocument/2006/relationships" xmlns:a="http://schemas.openxmlformats.org/drawingml/2006/main" r:embed="R94c49b606bed49cc"/>
          <a:stretch xmlns:a="http://schemas.openxmlformats.org/drawingml/2006/main"/>
        </p:blipFill>
        <p:spPr>
          <a:xfrm xmlns:a="http://schemas.openxmlformats.org/drawingml/2006/main">
            <a:off x="4993767" y="3415197"/>
            <a:ext cx="9557860" cy="3074556"/>
          </a:xfrm>
          <a:prstGeom xmlns:a="http://schemas.openxmlformats.org/drawingml/2006/main" prst="rect">
            <a:avLst/>
          </a:prstGeom>
        </p:spPr>
      </p:pic>
      <p:pic>
        <p:nvPicPr>
          <p:cNvPr id="265" name="">
            <a:extLst xmlns:a="http://schemas.openxmlformats.org/drawingml/2006/main">
              <a:ext uri="{FF2B5EF4-FFF2-40B4-BE49-F238E27FC236}">
                <a16:creationId xmlns:a16="http://schemas.microsoft.com/office/drawing/2014/main" id="{62BEF19F-E636-452F-908E-7D7496C240D1}"/>
              </a:ext>
            </a:extLst>
          </p:cNvPr>
          <p:cNvPicPr>
            <a:picLocks xmlns:a="http://schemas.openxmlformats.org/drawingml/2006/main" noChangeAspect="1"/>
          </p:cNvPicPr>
          <p:nvPr/>
        </p:nvPicPr>
        <p:blipFill>
          <a:blip xmlns:r="http://schemas.openxmlformats.org/officeDocument/2006/relationships" xmlns:a="http://schemas.openxmlformats.org/drawingml/2006/main" r:embed="R4d8d8d9add824e3e"/>
          <a:stretch xmlns:a="http://schemas.openxmlformats.org/drawingml/2006/main"/>
        </p:blipFill>
        <p:spPr>
          <a:xfrm xmlns:a="http://schemas.openxmlformats.org/drawingml/2006/main">
            <a:off x="18523724" y="4007193"/>
            <a:ext cx="744768" cy="553802"/>
          </a:xfrm>
          <a:prstGeom xmlns:a="http://schemas.openxmlformats.org/drawingml/2006/main" prst="rect">
            <a:avLst/>
          </a:prstGeom>
        </p:spPr>
      </p:pic>
      <p:pic>
        <p:nvPicPr>
          <p:cNvPr id="266" name="">
            <a:extLst xmlns:a="http://schemas.openxmlformats.org/drawingml/2006/main">
              <a:ext uri="{FF2B5EF4-FFF2-40B4-BE49-F238E27FC236}">
                <a16:creationId xmlns:a16="http://schemas.microsoft.com/office/drawing/2014/main" id="{191BF1A0-A119-475E-940D-922324941EA3}"/>
              </a:ext>
            </a:extLst>
          </p:cNvPr>
          <p:cNvPicPr>
            <a:picLocks xmlns:a="http://schemas.openxmlformats.org/drawingml/2006/main" noChangeAspect="1"/>
          </p:cNvPicPr>
          <p:nvPr/>
        </p:nvPicPr>
        <p:blipFill>
          <a:blip xmlns:r="http://schemas.openxmlformats.org/officeDocument/2006/relationships" xmlns:a="http://schemas.openxmlformats.org/drawingml/2006/main" r:embed="R2e62e933a4164742"/>
          <a:stretch xmlns:a="http://schemas.openxmlformats.org/drawingml/2006/main"/>
        </p:blipFill>
        <p:spPr>
          <a:xfrm xmlns:a="http://schemas.openxmlformats.org/drawingml/2006/main">
            <a:off x="3771583" y="7072201"/>
            <a:ext cx="878445" cy="716123"/>
          </a:xfrm>
          <a:prstGeom xmlns:a="http://schemas.openxmlformats.org/drawingml/2006/main" prst="rect">
            <a:avLst/>
          </a:prstGeom>
        </p:spPr>
      </p:pic>
      <p:pic>
        <p:nvPicPr>
          <p:cNvPr id="267" name="">
            <a:extLst xmlns:a="http://schemas.openxmlformats.org/drawingml/2006/main">
              <a:ext uri="{FF2B5EF4-FFF2-40B4-BE49-F238E27FC236}">
                <a16:creationId xmlns:a16="http://schemas.microsoft.com/office/drawing/2014/main" id="{0F445BDA-4371-4259-BDC0-603C69C20A4C}"/>
              </a:ext>
            </a:extLst>
          </p:cNvPr>
          <p:cNvPicPr>
            <a:picLocks xmlns:a="http://schemas.openxmlformats.org/drawingml/2006/main" noChangeAspect="1"/>
          </p:cNvPicPr>
          <p:nvPr/>
        </p:nvPicPr>
        <p:blipFill>
          <a:blip xmlns:r="http://schemas.openxmlformats.org/officeDocument/2006/relationships" xmlns:a="http://schemas.openxmlformats.org/drawingml/2006/main" r:embed="R93179c64b3de434e"/>
          <a:stretch xmlns:a="http://schemas.openxmlformats.org/drawingml/2006/main"/>
        </p:blipFill>
        <p:spPr>
          <a:xfrm xmlns:a="http://schemas.openxmlformats.org/drawingml/2006/main">
            <a:off x="8478900" y="7062652"/>
            <a:ext cx="1021669" cy="725672"/>
          </a:xfrm>
          <a:prstGeom xmlns:a="http://schemas.openxmlformats.org/drawingml/2006/main" prst="rect">
            <a:avLst/>
          </a:prstGeom>
        </p:spPr>
      </p:pic>
      <p:sp>
        <p:nvSpPr>
          <p:cNvPr id="268" name="Reviewed text 4">
            <a:extLst xmlns:a="http://schemas.openxmlformats.org/drawingml/2006/main">
              <a:ext uri="{FF2B5EF4-FFF2-40B4-BE49-F238E27FC236}">
                <a16:creationId xmlns:a16="http://schemas.microsoft.com/office/drawing/2014/main" id="{3B4A91EE-73B6-4537-959E-DA3142CA7597}"/>
              </a:ext>
            </a:extLst>
          </p:cNvPr>
          <p:cNvSpPr>
            <a:spLocks xmlns:a="http://schemas.openxmlformats.org/drawingml/2006/main" noGrp="1"/>
          </p:cNvSpPr>
          <p:nvPr/>
        </p:nvSpPr>
        <p:spPr>
          <a:xfrm xmlns:a="http://schemas.openxmlformats.org/drawingml/2006/main" rot="0">
            <a:off x="2272498" y="554914"/>
            <a:ext cx="630189" cy="26431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487" b="1" i="0">
                <a:solidFill>
                  <a:srgbClr val="101010"/>
                </a:solidFill>
                <a:latin typeface="Comic Sans MS"/>
                <a:ea typeface="Comic Sans MS"/>
                <a:cs typeface="Comic Sans MS"/>
              </a:defRPr>
            </a:defPPr>
          </a:lstStyle>
          <a:p xmlns:a="http://schemas.openxmlformats.org/drawingml/2006/main">
            <a:pPr algn="l">
              <a:lnSpc>
                <a:spcPct val="100000"/>
              </a:lnSpc>
              <a:buNone/>
              <a:defRPr sz="1487" b="1" i="0">
                <a:solidFill>
                  <a:srgbClr val="101010"/>
                </a:solidFill>
                <a:latin typeface="Comic Sans MS"/>
                <a:ea typeface="Comic Sans MS"/>
                <a:cs typeface="Comic Sans MS"/>
              </a:defRPr>
            </a:pPr>
            <a:r>
              <a:rPr sz="1487" b="1" i="0">
                <a:solidFill>
                  <a:srgbClr val="101010"/>
                </a:solidFill>
                <a:latin typeface="Comic Sans MS"/>
                <a:ea typeface="Comic Sans MS"/>
                <a:cs typeface="Comic Sans MS"/>
              </a:rPr>
              <a:t>Object</a:t>
            </a:r>
          </a:p>
        </p:txBody>
      </p:sp>
      <p:sp>
        <p:nvSpPr>
          <p:cNvPr id="269" name="Reviewed text 6">
            <a:extLst xmlns:a="http://schemas.openxmlformats.org/drawingml/2006/main">
              <a:ext uri="{FF2B5EF4-FFF2-40B4-BE49-F238E27FC236}">
                <a16:creationId xmlns:a16="http://schemas.microsoft.com/office/drawing/2014/main" id="{7F2084E3-B289-4A14-8E98-20CBD0122DF6}"/>
              </a:ext>
            </a:extLst>
          </p:cNvPr>
          <p:cNvSpPr>
            <a:spLocks xmlns:a="http://schemas.openxmlformats.org/drawingml/2006/main" noGrp="1"/>
          </p:cNvSpPr>
          <p:nvPr/>
        </p:nvSpPr>
        <p:spPr>
          <a:xfrm xmlns:a="http://schemas.openxmlformats.org/drawingml/2006/main" rot="0">
            <a:off x="744768" y="952412"/>
            <a:ext cx="3399199" cy="21751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223" b="0" i="0">
                <a:solidFill>
                  <a:srgbClr val="101010"/>
                </a:solidFill>
                <a:latin typeface="Comic Sans MS"/>
                <a:ea typeface="Comic Sans MS"/>
                <a:cs typeface="Comic Sans MS"/>
              </a:defRPr>
            </a:defPPr>
          </a:lstStyle>
          <a:p xmlns:a="http://schemas.openxmlformats.org/drawingml/2006/main">
            <a:pPr algn="l">
              <a:lnSpc>
                <a:spcPct val="100000"/>
              </a:lnSpc>
              <a:buNone/>
              <a:defRPr sz="1223" b="0" i="0">
                <a:solidFill>
                  <a:srgbClr val="101010"/>
                </a:solidFill>
                <a:latin typeface="Comic Sans MS"/>
                <a:ea typeface="Comic Sans MS"/>
                <a:cs typeface="Comic Sans MS"/>
              </a:defRPr>
            </a:pPr>
            <a:r>
              <a:rPr sz="1223" b="0" i="0">
                <a:solidFill>
                  <a:srgbClr val="101010"/>
                </a:solidFill>
                <a:latin typeface="Comic Sans MS"/>
                <a:ea typeface="Comic Sans MS"/>
                <a:cs typeface="Comic Sans MS"/>
              </a:rPr>
              <a:t>Create a depiction of the </a:t>
            </a:r>
            <a:r>
              <a:rPr sz="1223" b="1" i="0">
                <a:solidFill>
                  <a:srgbClr val="101010"/>
                </a:solidFill>
                <a:latin typeface="Comic Sans MS"/>
                <a:ea typeface="Comic Sans MS"/>
                <a:cs typeface="Comic Sans MS"/>
              </a:rPr>
              <a:t>Xiaomi YU7</a:t>
            </a:r>
            <a:r>
              <a:rPr sz="1223" b="0" i="0">
                <a:solidFill>
                  <a:srgbClr val="101010"/>
                </a:solidFill>
                <a:latin typeface="Comic Sans MS"/>
                <a:ea typeface="Comic Sans MS"/>
                <a:cs typeface="Comic Sans MS"/>
              </a:rPr>
              <a:t> and </a:t>
            </a:r>
            <a:r>
              <a:rPr sz="1223" b="1" i="0">
                <a:solidFill>
                  <a:srgbClr val="101010"/>
                </a:solidFill>
                <a:latin typeface="Comic Sans MS"/>
                <a:ea typeface="Comic Sans MS"/>
                <a:cs typeface="Comic Sans MS"/>
              </a:rPr>
              <a:t>SU7</a:t>
            </a:r>
          </a:p>
        </p:txBody>
      </p:sp>
      <p:sp>
        <p:nvSpPr>
          <p:cNvPr id="270" name="Reviewed text 7">
            <a:extLst xmlns:a="http://schemas.openxmlformats.org/drawingml/2006/main">
              <a:ext uri="{FF2B5EF4-FFF2-40B4-BE49-F238E27FC236}">
                <a16:creationId xmlns:a16="http://schemas.microsoft.com/office/drawing/2014/main" id="{CE36C139-2EF7-48C4-B8EE-CAECE8BFEBB4}"/>
              </a:ext>
            </a:extLst>
          </p:cNvPr>
          <p:cNvSpPr>
            <a:spLocks xmlns:a="http://schemas.openxmlformats.org/drawingml/2006/main" noGrp="1"/>
          </p:cNvSpPr>
          <p:nvPr/>
        </p:nvSpPr>
        <p:spPr>
          <a:xfrm xmlns:a="http://schemas.openxmlformats.org/drawingml/2006/main" rot="0">
            <a:off x="744768" y="1144374"/>
            <a:ext cx="3867066" cy="20977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180" b="0" i="0">
                <a:solidFill>
                  <a:srgbClr val="101010"/>
                </a:solidFill>
                <a:latin typeface="Comic Sans MS"/>
                <a:ea typeface="Comic Sans MS"/>
                <a:cs typeface="Comic Sans MS"/>
              </a:defRPr>
            </a:defPPr>
          </a:lstStyle>
          <a:p xmlns:a="http://schemas.openxmlformats.org/drawingml/2006/main">
            <a:pPr algn="l">
              <a:lnSpc>
                <a:spcPct val="100000"/>
              </a:lnSpc>
              <a:buNone/>
              <a:defRPr sz="1180" b="0" i="0">
                <a:solidFill>
                  <a:srgbClr val="101010"/>
                </a:solidFill>
                <a:latin typeface="Comic Sans MS"/>
                <a:ea typeface="Comic Sans MS"/>
                <a:cs typeface="Comic Sans MS"/>
              </a:defRPr>
            </a:pPr>
            <a:r>
              <a:rPr sz="1180" b="1" i="0">
                <a:solidFill>
                  <a:srgbClr val="101010"/>
                </a:solidFill>
                <a:latin typeface="Comic Sans MS"/>
                <a:ea typeface="Comic Sans MS"/>
                <a:cs typeface="Comic Sans MS"/>
              </a:rPr>
              <a:t>Ultra</a:t>
            </a:r>
            <a:r>
              <a:rPr sz="1180" b="0" i="0">
                <a:solidFill>
                  <a:srgbClr val="101010"/>
                </a:solidFill>
                <a:latin typeface="Comic Sans MS"/>
                <a:ea typeface="Comic Sans MS"/>
                <a:cs typeface="Comic Sans MS"/>
              </a:rPr>
              <a:t> positioned in a stunning landscape setting.</a:t>
            </a:r>
          </a:p>
        </p:txBody>
      </p:sp>
      <p:sp>
        <p:nvSpPr>
          <p:cNvPr id="271" name="Reviewed text 8">
            <a:extLst xmlns:a="http://schemas.openxmlformats.org/drawingml/2006/main">
              <a:ext uri="{FF2B5EF4-FFF2-40B4-BE49-F238E27FC236}">
                <a16:creationId xmlns:a16="http://schemas.microsoft.com/office/drawing/2014/main" id="{F5FC85DB-038F-41E1-B033-2174199180AD}"/>
              </a:ext>
            </a:extLst>
          </p:cNvPr>
          <p:cNvSpPr>
            <a:spLocks xmlns:a="http://schemas.openxmlformats.org/drawingml/2006/main" noGrp="1"/>
          </p:cNvSpPr>
          <p:nvPr/>
        </p:nvSpPr>
        <p:spPr>
          <a:xfrm xmlns:a="http://schemas.openxmlformats.org/drawingml/2006/main" rot="0">
            <a:off x="773413" y="1589719"/>
            <a:ext cx="1575471" cy="16214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912" b="0" i="0">
                <a:solidFill>
                  <a:srgbClr val="101010"/>
                </a:solidFill>
                <a:latin typeface="Comic Sans MS"/>
                <a:ea typeface="Comic Sans MS"/>
                <a:cs typeface="Comic Sans MS"/>
              </a:defRPr>
            </a:defPPr>
          </a:lstStyle>
          <a:p xmlns:a="http://schemas.openxmlformats.org/drawingml/2006/main">
            <a:pPr algn="l">
              <a:lnSpc>
                <a:spcPct val="100000"/>
              </a:lnSpc>
              <a:buNone/>
              <a:defRPr sz="912" b="0" i="0">
                <a:solidFill>
                  <a:srgbClr val="101010"/>
                </a:solidFill>
                <a:latin typeface="Comic Sans MS"/>
                <a:ea typeface="Comic Sans MS"/>
                <a:cs typeface="Comic Sans MS"/>
              </a:defRPr>
            </a:pPr>
            <a:r>
              <a:rPr sz="912" b="0" i="0">
                <a:solidFill>
                  <a:srgbClr val="101010"/>
                </a:solidFill>
                <a:latin typeface="Comic Sans MS"/>
                <a:ea typeface="Comic Sans MS"/>
                <a:cs typeface="Comic Sans MS"/>
              </a:rPr>
              <a:t>The Xiaomi YU7 is a mid-size</a:t>
            </a:r>
          </a:p>
        </p:txBody>
      </p:sp>
      <p:sp>
        <p:nvSpPr>
          <p:cNvPr id="272" name="Reviewed text 9">
            <a:extLst xmlns:a="http://schemas.openxmlformats.org/drawingml/2006/main">
              <a:ext uri="{FF2B5EF4-FFF2-40B4-BE49-F238E27FC236}">
                <a16:creationId xmlns:a16="http://schemas.microsoft.com/office/drawing/2014/main" id="{8D542A86-7DAB-4E4F-9D44-BCFFB31DF5C3}"/>
              </a:ext>
            </a:extLst>
          </p:cNvPr>
          <p:cNvSpPr>
            <a:spLocks xmlns:a="http://schemas.openxmlformats.org/drawingml/2006/main" noGrp="1"/>
          </p:cNvSpPr>
          <p:nvPr/>
        </p:nvSpPr>
        <p:spPr>
          <a:xfrm xmlns:a="http://schemas.openxmlformats.org/drawingml/2006/main" rot="0">
            <a:off x="773413" y="1726175"/>
            <a:ext cx="1613665" cy="14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790" b="0" i="0">
                <a:solidFill>
                  <a:srgbClr val="101010"/>
                </a:solidFill>
                <a:latin typeface="Comic Sans MS"/>
                <a:ea typeface="Comic Sans MS"/>
                <a:cs typeface="Comic Sans MS"/>
              </a:defRPr>
            </a:defPPr>
          </a:lstStyle>
          <a:p xmlns:a="http://schemas.openxmlformats.org/drawingml/2006/main">
            <a:pPr algn="l">
              <a:lnSpc>
                <a:spcPct val="100000"/>
              </a:lnSpc>
              <a:buNone/>
              <a:defRPr sz="790" b="0" i="0">
                <a:solidFill>
                  <a:srgbClr val="101010"/>
                </a:solidFill>
                <a:latin typeface="Comic Sans MS"/>
                <a:ea typeface="Comic Sans MS"/>
                <a:cs typeface="Comic Sans MS"/>
              </a:defRPr>
            </a:pPr>
            <a:r>
              <a:rPr sz="790" b="0" i="0">
                <a:solidFill>
                  <a:srgbClr val="101010"/>
                </a:solidFill>
                <a:latin typeface="Comic Sans MS"/>
                <a:ea typeface="Comic Sans MS"/>
                <a:cs typeface="Comic Sans MS"/>
              </a:rPr>
              <a:t>crossover SUV, while the SU7</a:t>
            </a:r>
          </a:p>
        </p:txBody>
      </p:sp>
      <p:sp>
        <p:nvSpPr>
          <p:cNvPr id="273" name="Reviewed text 10">
            <a:extLst xmlns:a="http://schemas.openxmlformats.org/drawingml/2006/main">
              <a:ext uri="{FF2B5EF4-FFF2-40B4-BE49-F238E27FC236}">
                <a16:creationId xmlns:a16="http://schemas.microsoft.com/office/drawing/2014/main" id="{2722FB8E-68CB-4BB7-8351-F51DB1508544}"/>
              </a:ext>
            </a:extLst>
          </p:cNvPr>
          <p:cNvSpPr>
            <a:spLocks xmlns:a="http://schemas.openxmlformats.org/drawingml/2006/main" noGrp="1"/>
          </p:cNvSpPr>
          <p:nvPr/>
        </p:nvSpPr>
        <p:spPr>
          <a:xfrm xmlns:a="http://schemas.openxmlformats.org/drawingml/2006/main" rot="0">
            <a:off x="773413" y="1866945"/>
            <a:ext cx="1479988" cy="15962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898" b="0" i="0">
                <a:solidFill>
                  <a:srgbClr val="101010"/>
                </a:solidFill>
                <a:latin typeface="Comic Sans MS"/>
                <a:ea typeface="Comic Sans MS"/>
                <a:cs typeface="Comic Sans MS"/>
              </a:defRPr>
            </a:defPPr>
          </a:lstStyle>
          <a:p xmlns:a="http://schemas.openxmlformats.org/drawingml/2006/main">
            <a:pPr algn="l">
              <a:lnSpc>
                <a:spcPct val="100000"/>
              </a:lnSpc>
              <a:buNone/>
              <a:defRPr sz="898" b="0" i="0">
                <a:solidFill>
                  <a:srgbClr val="101010"/>
                </a:solidFill>
                <a:latin typeface="Comic Sans MS"/>
                <a:ea typeface="Comic Sans MS"/>
                <a:cs typeface="Comic Sans MS"/>
              </a:defRPr>
            </a:pPr>
            <a:r>
              <a:rPr sz="898" b="0" i="0">
                <a:solidFill>
                  <a:srgbClr val="101010"/>
                </a:solidFill>
                <a:latin typeface="Comic Sans MS"/>
                <a:ea typeface="Comic Sans MS"/>
                <a:cs typeface="Comic Sans MS"/>
              </a:rPr>
              <a:t>Ultra is a high-performance</a:t>
            </a:r>
          </a:p>
        </p:txBody>
      </p:sp>
      <p:sp>
        <p:nvSpPr>
          <p:cNvPr id="274" name="Reviewed text 11">
            <a:extLst xmlns:a="http://schemas.openxmlformats.org/drawingml/2006/main">
              <a:ext uri="{FF2B5EF4-FFF2-40B4-BE49-F238E27FC236}">
                <a16:creationId xmlns:a16="http://schemas.microsoft.com/office/drawing/2014/main" id="{9F933448-0DE4-4AE8-B540-F2DCA610C6BC}"/>
              </a:ext>
            </a:extLst>
          </p:cNvPr>
          <p:cNvSpPr>
            <a:spLocks xmlns:a="http://schemas.openxmlformats.org/drawingml/2006/main" noGrp="1"/>
          </p:cNvSpPr>
          <p:nvPr/>
        </p:nvSpPr>
        <p:spPr>
          <a:xfrm xmlns:a="http://schemas.openxmlformats.org/drawingml/2006/main" rot="0">
            <a:off x="773413" y="2002479"/>
            <a:ext cx="1279474" cy="14517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816" b="0" i="0">
                <a:solidFill>
                  <a:srgbClr val="101010"/>
                </a:solidFill>
                <a:latin typeface="Comic Sans MS"/>
                <a:ea typeface="Comic Sans MS"/>
                <a:cs typeface="Comic Sans MS"/>
              </a:defRPr>
            </a:defPPr>
          </a:lstStyle>
          <a:p xmlns:a="http://schemas.openxmlformats.org/drawingml/2006/main">
            <a:pPr algn="l">
              <a:lnSpc>
                <a:spcPct val="100000"/>
              </a:lnSpc>
              <a:buNone/>
              <a:defRPr sz="816" b="0" i="0">
                <a:solidFill>
                  <a:srgbClr val="101010"/>
                </a:solidFill>
                <a:latin typeface="Comic Sans MS"/>
                <a:ea typeface="Comic Sans MS"/>
                <a:cs typeface="Comic Sans MS"/>
              </a:defRPr>
            </a:pPr>
            <a:r>
              <a:rPr sz="816" b="0" i="0">
                <a:solidFill>
                  <a:srgbClr val="101010"/>
                </a:solidFill>
                <a:latin typeface="Comic Sans MS"/>
                <a:ea typeface="Comic Sans MS"/>
                <a:cs typeface="Comic Sans MS"/>
              </a:rPr>
              <a:t>full-size fastback sedan...</a:t>
            </a:r>
          </a:p>
        </p:txBody>
      </p:sp>
      <p:sp>
        <p:nvSpPr>
          <p:cNvPr id="275" name="Reviewed text 12">
            <a:extLst xmlns:a="http://schemas.openxmlformats.org/drawingml/2006/main">
              <a:ext uri="{FF2B5EF4-FFF2-40B4-BE49-F238E27FC236}">
                <a16:creationId xmlns:a16="http://schemas.microsoft.com/office/drawing/2014/main" id="{EC24BFFD-FD79-4AE8-84E2-0EBAA5C84F0C}"/>
              </a:ext>
            </a:extLst>
          </p:cNvPr>
          <p:cNvSpPr>
            <a:spLocks xmlns:a="http://schemas.openxmlformats.org/drawingml/2006/main" noGrp="1"/>
          </p:cNvSpPr>
          <p:nvPr/>
        </p:nvSpPr>
        <p:spPr>
          <a:xfrm xmlns:a="http://schemas.openxmlformats.org/drawingml/2006/main" rot="0">
            <a:off x="1642310" y="3619845"/>
            <a:ext cx="1728244" cy="26491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490" b="1" i="0">
                <a:solidFill>
                  <a:srgbClr val="101010"/>
                </a:solidFill>
                <a:latin typeface="Comic Sans MS"/>
                <a:ea typeface="Comic Sans MS"/>
                <a:cs typeface="Comic Sans MS"/>
              </a:defRPr>
            </a:defPPr>
          </a:lstStyle>
          <a:p xmlns:a="http://schemas.openxmlformats.org/drawingml/2006/main">
            <a:pPr algn="l">
              <a:lnSpc>
                <a:spcPct val="100000"/>
              </a:lnSpc>
              <a:buNone/>
              <a:defRPr sz="1490" b="1" i="0">
                <a:solidFill>
                  <a:srgbClr val="101010"/>
                </a:solidFill>
                <a:latin typeface="Comic Sans MS"/>
                <a:ea typeface="Comic Sans MS"/>
                <a:cs typeface="Comic Sans MS"/>
              </a:defRPr>
            </a:pPr>
            <a:r>
              <a:rPr sz="1490" b="1" i="0">
                <a:solidFill>
                  <a:srgbClr val="101010"/>
                </a:solidFill>
                <a:latin typeface="Comic Sans MS"/>
                <a:ea typeface="Comic Sans MS"/>
                <a:cs typeface="Comic Sans MS"/>
              </a:rPr>
              <a:t>World Knowledge</a:t>
            </a:r>
          </a:p>
        </p:txBody>
      </p:sp>
      <p:sp>
        <p:nvSpPr>
          <p:cNvPr id="276" name="Reviewed text 13">
            <a:extLst xmlns:a="http://schemas.openxmlformats.org/drawingml/2006/main">
              <a:ext uri="{FF2B5EF4-FFF2-40B4-BE49-F238E27FC236}">
                <a16:creationId xmlns:a16="http://schemas.microsoft.com/office/drawing/2014/main" id="{9B302E3A-7A95-4D52-B3F2-3B6B071DEE87}"/>
              </a:ext>
            </a:extLst>
          </p:cNvPr>
          <p:cNvSpPr>
            <a:spLocks xmlns:a="http://schemas.openxmlformats.org/drawingml/2006/main" noGrp="1"/>
          </p:cNvSpPr>
          <p:nvPr/>
        </p:nvSpPr>
        <p:spPr>
          <a:xfrm xmlns:a="http://schemas.openxmlformats.org/drawingml/2006/main" rot="0">
            <a:off x="716123" y="4007932"/>
            <a:ext cx="3637907" cy="21704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221" b="0" i="0">
                <a:solidFill>
                  <a:srgbClr val="101010"/>
                </a:solidFill>
                <a:latin typeface="Comic Sans MS"/>
                <a:ea typeface="Comic Sans MS"/>
                <a:cs typeface="Comic Sans MS"/>
              </a:defRPr>
            </a:defPPr>
          </a:lstStyle>
          <a:p xmlns:a="http://schemas.openxmlformats.org/drawingml/2006/main">
            <a:pPr algn="l">
              <a:lnSpc>
                <a:spcPct val="100000"/>
              </a:lnSpc>
              <a:buNone/>
              <a:defRPr sz="1221" b="0" i="0">
                <a:solidFill>
                  <a:srgbClr val="101010"/>
                </a:solidFill>
                <a:latin typeface="Comic Sans MS"/>
                <a:ea typeface="Comic Sans MS"/>
                <a:cs typeface="Comic Sans MS"/>
              </a:defRPr>
            </a:pPr>
            <a:r>
              <a:rPr sz="1221" b="0" i="0">
                <a:solidFill>
                  <a:srgbClr val="101010"/>
                </a:solidFill>
                <a:latin typeface="Comic Sans MS"/>
                <a:ea typeface="Comic Sans MS"/>
                <a:cs typeface="Comic Sans MS"/>
              </a:rPr>
              <a:t>Create a portrait of the </a:t>
            </a:r>
            <a:r>
              <a:rPr sz="1221" b="1" i="0">
                <a:solidFill>
                  <a:srgbClr val="101010"/>
                </a:solidFill>
                <a:latin typeface="Comic Sans MS"/>
                <a:ea typeface="Comic Sans MS"/>
                <a:cs typeface="Comic Sans MS"/>
              </a:rPr>
              <a:t>world's richest person</a:t>
            </a:r>
            <a:r>
              <a:rPr sz="1221" b="0" i="0">
                <a:solidFill>
                  <a:srgbClr val="101010"/>
                </a:solidFill>
                <a:latin typeface="Comic Sans MS"/>
                <a:ea typeface="Comic Sans MS"/>
                <a:cs typeface="Comic Sans MS"/>
              </a:rPr>
              <a:t> in</a:t>
            </a:r>
          </a:p>
        </p:txBody>
      </p:sp>
      <p:sp>
        <p:nvSpPr>
          <p:cNvPr id="277" name="Reviewed text 14">
            <a:extLst xmlns:a="http://schemas.openxmlformats.org/drawingml/2006/main">
              <a:ext uri="{FF2B5EF4-FFF2-40B4-BE49-F238E27FC236}">
                <a16:creationId xmlns:a16="http://schemas.microsoft.com/office/drawing/2014/main" id="{16CB8820-DC3E-42D2-BF1F-20B889F45A84}"/>
              </a:ext>
            </a:extLst>
          </p:cNvPr>
          <p:cNvSpPr>
            <a:spLocks xmlns:a="http://schemas.openxmlformats.org/drawingml/2006/main" noGrp="1"/>
          </p:cNvSpPr>
          <p:nvPr/>
        </p:nvSpPr>
        <p:spPr>
          <a:xfrm xmlns:a="http://schemas.openxmlformats.org/drawingml/2006/main" rot="0">
            <a:off x="716123" y="4199959"/>
            <a:ext cx="401029" cy="20879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174" b="0" i="0">
                <a:solidFill>
                  <a:srgbClr val="101010"/>
                </a:solidFill>
                <a:latin typeface="Comic Sans MS"/>
                <a:ea typeface="Comic Sans MS"/>
                <a:cs typeface="Comic Sans MS"/>
              </a:defRPr>
            </a:defPPr>
          </a:lstStyle>
          <a:p xmlns:a="http://schemas.openxmlformats.org/drawingml/2006/main">
            <a:pPr algn="l">
              <a:lnSpc>
                <a:spcPct val="100000"/>
              </a:lnSpc>
              <a:buNone/>
              <a:defRPr sz="1174" b="0" i="0">
                <a:solidFill>
                  <a:srgbClr val="101010"/>
                </a:solidFill>
                <a:latin typeface="Comic Sans MS"/>
                <a:ea typeface="Comic Sans MS"/>
                <a:cs typeface="Comic Sans MS"/>
              </a:defRPr>
            </a:pPr>
            <a:r>
              <a:rPr sz="1174" b="0" i="0">
                <a:solidFill>
                  <a:srgbClr val="101010"/>
                </a:solidFill>
                <a:latin typeface="Comic Sans MS"/>
                <a:ea typeface="Comic Sans MS"/>
                <a:cs typeface="Comic Sans MS"/>
              </a:rPr>
              <a:t>2025.</a:t>
            </a:r>
          </a:p>
        </p:txBody>
      </p:sp>
      <p:sp>
        <p:nvSpPr>
          <p:cNvPr id="278" name="Reviewed text 15">
            <a:extLst xmlns:a="http://schemas.openxmlformats.org/drawingml/2006/main">
              <a:ext uri="{FF2B5EF4-FFF2-40B4-BE49-F238E27FC236}">
                <a16:creationId xmlns:a16="http://schemas.microsoft.com/office/drawing/2014/main" id="{33616B3D-BD36-49D4-AAF0-6B49A964206D}"/>
              </a:ext>
            </a:extLst>
          </p:cNvPr>
          <p:cNvSpPr>
            <a:spLocks xmlns:a="http://schemas.openxmlformats.org/drawingml/2006/main" noGrp="1"/>
          </p:cNvSpPr>
          <p:nvPr/>
        </p:nvSpPr>
        <p:spPr>
          <a:xfrm xmlns:a="http://schemas.openxmlformats.org/drawingml/2006/main" rot="0">
            <a:off x="706575" y="4653625"/>
            <a:ext cx="1890566" cy="17072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960" b="0" i="0">
                <a:solidFill>
                  <a:srgbClr val="101010"/>
                </a:solidFill>
                <a:latin typeface="Comic Sans MS"/>
                <a:ea typeface="Comic Sans MS"/>
                <a:cs typeface="Comic Sans MS"/>
              </a:defRPr>
            </a:defPPr>
          </a:lstStyle>
          <a:p xmlns:a="http://schemas.openxmlformats.org/drawingml/2006/main">
            <a:pPr algn="l">
              <a:lnSpc>
                <a:spcPct val="100000"/>
              </a:lnSpc>
              <a:buNone/>
              <a:defRPr sz="960" b="0" i="0">
                <a:solidFill>
                  <a:srgbClr val="101010"/>
                </a:solidFill>
                <a:latin typeface="Comic Sans MS"/>
                <a:ea typeface="Comic Sans MS"/>
                <a:cs typeface="Comic Sans MS"/>
              </a:defRPr>
            </a:pPr>
            <a:r>
              <a:rPr sz="960" b="0" i="0">
                <a:solidFill>
                  <a:srgbClr val="101010"/>
                </a:solidFill>
                <a:latin typeface="Comic Sans MS"/>
                <a:ea typeface="Comic Sans MS"/>
                <a:cs typeface="Comic Sans MS"/>
              </a:rPr>
              <a:t>In 2025, Elon Musk once again</a:t>
            </a:r>
          </a:p>
        </p:txBody>
      </p:sp>
      <p:sp>
        <p:nvSpPr>
          <p:cNvPr id="279" name="Reviewed text 16">
            <a:extLst xmlns:a="http://schemas.openxmlformats.org/drawingml/2006/main">
              <a:ext uri="{FF2B5EF4-FFF2-40B4-BE49-F238E27FC236}">
                <a16:creationId xmlns:a16="http://schemas.microsoft.com/office/drawing/2014/main" id="{3496DBC1-8196-480C-ADFD-A7F9FFC4599E}"/>
              </a:ext>
            </a:extLst>
          </p:cNvPr>
          <p:cNvSpPr>
            <a:spLocks xmlns:a="http://schemas.openxmlformats.org/drawingml/2006/main" noGrp="1"/>
          </p:cNvSpPr>
          <p:nvPr/>
        </p:nvSpPr>
        <p:spPr>
          <a:xfrm xmlns:a="http://schemas.openxmlformats.org/drawingml/2006/main" rot="0">
            <a:off x="706575" y="4797952"/>
            <a:ext cx="1842824" cy="16214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912" b="0" i="0">
                <a:solidFill>
                  <a:srgbClr val="101010"/>
                </a:solidFill>
                <a:latin typeface="Comic Sans MS"/>
                <a:ea typeface="Comic Sans MS"/>
                <a:cs typeface="Comic Sans MS"/>
              </a:defRPr>
            </a:defPPr>
          </a:lstStyle>
          <a:p xmlns:a="http://schemas.openxmlformats.org/drawingml/2006/main">
            <a:pPr algn="l">
              <a:lnSpc>
                <a:spcPct val="100000"/>
              </a:lnSpc>
              <a:buNone/>
              <a:defRPr sz="912" b="0" i="0">
                <a:solidFill>
                  <a:srgbClr val="101010"/>
                </a:solidFill>
                <a:latin typeface="Comic Sans MS"/>
                <a:ea typeface="Comic Sans MS"/>
                <a:cs typeface="Comic Sans MS"/>
              </a:defRPr>
            </a:pPr>
            <a:r>
              <a:rPr sz="912" b="0" i="0">
                <a:solidFill>
                  <a:srgbClr val="101010"/>
                </a:solidFill>
                <a:latin typeface="Comic Sans MS"/>
                <a:ea typeface="Comic Sans MS"/>
                <a:cs typeface="Comic Sans MS"/>
              </a:rPr>
              <a:t>became the wealthiest man in the</a:t>
            </a:r>
          </a:p>
        </p:txBody>
      </p:sp>
      <p:sp>
        <p:nvSpPr>
          <p:cNvPr id="280" name="Reviewed text 17">
            <a:extLst xmlns:a="http://schemas.openxmlformats.org/drawingml/2006/main">
              <a:ext uri="{FF2B5EF4-FFF2-40B4-BE49-F238E27FC236}">
                <a16:creationId xmlns:a16="http://schemas.microsoft.com/office/drawing/2014/main" id="{105A4147-75EB-42D9-99B1-95BCCCF2E1AC}"/>
              </a:ext>
            </a:extLst>
          </p:cNvPr>
          <p:cNvSpPr>
            <a:spLocks xmlns:a="http://schemas.openxmlformats.org/drawingml/2006/main" noGrp="1"/>
          </p:cNvSpPr>
          <p:nvPr/>
        </p:nvSpPr>
        <p:spPr>
          <a:xfrm xmlns:a="http://schemas.openxmlformats.org/drawingml/2006/main" rot="0">
            <a:off x="706575" y="4932496"/>
            <a:ext cx="1556375" cy="15539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874" b="0" i="0">
                <a:solidFill>
                  <a:srgbClr val="101010"/>
                </a:solidFill>
                <a:latin typeface="Comic Sans MS"/>
                <a:ea typeface="Comic Sans MS"/>
                <a:cs typeface="Comic Sans MS"/>
              </a:defRPr>
            </a:defPPr>
          </a:lstStyle>
          <a:p xmlns:a="http://schemas.openxmlformats.org/drawingml/2006/main">
            <a:pPr algn="l">
              <a:lnSpc>
                <a:spcPct val="100000"/>
              </a:lnSpc>
              <a:buNone/>
              <a:defRPr sz="874" b="0" i="0">
                <a:solidFill>
                  <a:srgbClr val="101010"/>
                </a:solidFill>
                <a:latin typeface="Comic Sans MS"/>
                <a:ea typeface="Comic Sans MS"/>
                <a:cs typeface="Comic Sans MS"/>
              </a:defRPr>
            </a:pPr>
            <a:r>
              <a:rPr sz="874" b="0" i="0">
                <a:solidFill>
                  <a:srgbClr val="101010"/>
                </a:solidFill>
                <a:latin typeface="Comic Sans MS"/>
                <a:ea typeface="Comic Sans MS"/>
                <a:cs typeface="Comic Sans MS"/>
              </a:rPr>
              <a:t>list after surpassing Arnault...</a:t>
            </a:r>
          </a:p>
        </p:txBody>
      </p:sp>
      <p:sp>
        <p:nvSpPr>
          <p:cNvPr id="281" name="Reviewed text 18">
            <a:extLst xmlns:a="http://schemas.openxmlformats.org/drawingml/2006/main">
              <a:ext uri="{FF2B5EF4-FFF2-40B4-BE49-F238E27FC236}">
                <a16:creationId xmlns:a16="http://schemas.microsoft.com/office/drawing/2014/main" id="{0020656D-5C32-4AB1-B599-E9DF1320FEA0}"/>
              </a:ext>
            </a:extLst>
          </p:cNvPr>
          <p:cNvSpPr>
            <a:spLocks xmlns:a="http://schemas.openxmlformats.org/drawingml/2006/main" noGrp="1"/>
          </p:cNvSpPr>
          <p:nvPr/>
        </p:nvSpPr>
        <p:spPr>
          <a:xfrm xmlns:a="http://schemas.openxmlformats.org/drawingml/2006/main" rot="0">
            <a:off x="706575" y="5075822"/>
            <a:ext cx="1775986" cy="15460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870" b="0" i="0">
                <a:solidFill>
                  <a:srgbClr val="101010"/>
                </a:solidFill>
                <a:latin typeface="Comic Sans MS"/>
                <a:ea typeface="Comic Sans MS"/>
                <a:cs typeface="Comic Sans MS"/>
              </a:defRPr>
            </a:defPPr>
          </a:lstStyle>
          <a:p xmlns:a="http://schemas.openxmlformats.org/drawingml/2006/main">
            <a:pPr algn="l">
              <a:lnSpc>
                <a:spcPct val="100000"/>
              </a:lnSpc>
              <a:buNone/>
              <a:defRPr sz="870" b="0" i="0">
                <a:solidFill>
                  <a:srgbClr val="101010"/>
                </a:solidFill>
                <a:latin typeface="Comic Sans MS"/>
                <a:ea typeface="Comic Sans MS"/>
                <a:cs typeface="Comic Sans MS"/>
              </a:defRPr>
            </a:pPr>
            <a:r>
              <a:rPr sz="870" b="0" i="0">
                <a:solidFill>
                  <a:srgbClr val="101010"/>
                </a:solidFill>
                <a:latin typeface="Comic Sans MS"/>
                <a:ea typeface="Comic Sans MS"/>
                <a:cs typeface="Comic Sans MS"/>
              </a:rPr>
              <a:t>Wealthiest Elon Musk Net worth...</a:t>
            </a:r>
          </a:p>
        </p:txBody>
      </p:sp>
      <p:sp>
        <p:nvSpPr>
          <p:cNvPr id="282" name="Reviewed text 19">
            <a:extLst xmlns:a="http://schemas.openxmlformats.org/drawingml/2006/main">
              <a:ext uri="{FF2B5EF4-FFF2-40B4-BE49-F238E27FC236}">
                <a16:creationId xmlns:a16="http://schemas.microsoft.com/office/drawing/2014/main" id="{50B19276-9422-4886-B2AE-B56D7E69029D}"/>
              </a:ext>
            </a:extLst>
          </p:cNvPr>
          <p:cNvSpPr>
            <a:spLocks xmlns:a="http://schemas.openxmlformats.org/drawingml/2006/main" noGrp="1"/>
          </p:cNvSpPr>
          <p:nvPr/>
        </p:nvSpPr>
        <p:spPr>
          <a:xfrm xmlns:a="http://schemas.openxmlformats.org/drawingml/2006/main" rot="0">
            <a:off x="1842824" y="6683078"/>
            <a:ext cx="1384505" cy="27872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568" b="1" i="0">
                <a:solidFill>
                  <a:srgbClr val="101010"/>
                </a:solidFill>
                <a:latin typeface="Comic Sans MS"/>
                <a:ea typeface="Comic Sans MS"/>
                <a:cs typeface="Comic Sans MS"/>
              </a:defRPr>
            </a:defPPr>
          </a:lstStyle>
          <a:p xmlns:a="http://schemas.openxmlformats.org/drawingml/2006/main">
            <a:pPr algn="l">
              <a:lnSpc>
                <a:spcPct val="100000"/>
              </a:lnSpc>
              <a:buNone/>
              <a:defRPr sz="1568" b="1" i="0">
                <a:solidFill>
                  <a:srgbClr val="101010"/>
                </a:solidFill>
                <a:latin typeface="Comic Sans MS"/>
                <a:ea typeface="Comic Sans MS"/>
                <a:cs typeface="Comic Sans MS"/>
              </a:defRPr>
            </a:pPr>
            <a:r>
              <a:rPr sz="1568" b="1" i="0">
                <a:solidFill>
                  <a:srgbClr val="101010"/>
                </a:solidFill>
                <a:latin typeface="Comic Sans MS"/>
                <a:ea typeface="Comic Sans MS"/>
                <a:cs typeface="Comic Sans MS"/>
              </a:rPr>
              <a:t>Life Reasoning</a:t>
            </a:r>
          </a:p>
        </p:txBody>
      </p:sp>
      <p:sp>
        <p:nvSpPr>
          <p:cNvPr id="283" name="Reviewed text 20">
            <a:extLst xmlns:a="http://schemas.openxmlformats.org/drawingml/2006/main">
              <a:ext uri="{FF2B5EF4-FFF2-40B4-BE49-F238E27FC236}">
                <a16:creationId xmlns:a16="http://schemas.microsoft.com/office/drawing/2014/main" id="{F6A5E005-33AA-4B49-BB81-EDDB717B48AD}"/>
              </a:ext>
            </a:extLst>
          </p:cNvPr>
          <p:cNvSpPr>
            <a:spLocks xmlns:a="http://schemas.openxmlformats.org/drawingml/2006/main" noGrp="1"/>
          </p:cNvSpPr>
          <p:nvPr/>
        </p:nvSpPr>
        <p:spPr>
          <a:xfrm xmlns:a="http://schemas.openxmlformats.org/drawingml/2006/main" rot="0">
            <a:off x="744768" y="7082996"/>
            <a:ext cx="2396626" cy="21309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199" b="0" i="0">
                <a:solidFill>
                  <a:srgbClr val="101010"/>
                </a:solidFill>
                <a:latin typeface="Comic Sans MS"/>
                <a:ea typeface="Comic Sans MS"/>
                <a:cs typeface="Comic Sans MS"/>
              </a:defRPr>
            </a:defPPr>
          </a:lstStyle>
          <a:p xmlns:a="http://schemas.openxmlformats.org/drawingml/2006/main">
            <a:pPr algn="l">
              <a:lnSpc>
                <a:spcPct val="100000"/>
              </a:lnSpc>
              <a:buNone/>
              <a:defRPr sz="1199" b="0" i="0">
                <a:solidFill>
                  <a:srgbClr val="101010"/>
                </a:solidFill>
                <a:latin typeface="Comic Sans MS"/>
                <a:ea typeface="Comic Sans MS"/>
                <a:cs typeface="Comic Sans MS"/>
              </a:defRPr>
            </a:pPr>
            <a:r>
              <a:rPr sz="1199" b="0" i="0">
                <a:solidFill>
                  <a:srgbClr val="101010"/>
                </a:solidFill>
                <a:latin typeface="Comic Sans MS"/>
                <a:ea typeface="Comic Sans MS"/>
                <a:cs typeface="Comic Sans MS"/>
              </a:rPr>
              <a:t>Generate an image of the cocktail</a:t>
            </a:r>
          </a:p>
        </p:txBody>
      </p:sp>
      <p:sp>
        <p:nvSpPr>
          <p:cNvPr id="284" name="Reviewed text 21">
            <a:extLst xmlns:a="http://schemas.openxmlformats.org/drawingml/2006/main">
              <a:ext uri="{FF2B5EF4-FFF2-40B4-BE49-F238E27FC236}">
                <a16:creationId xmlns:a16="http://schemas.microsoft.com/office/drawing/2014/main" id="{B6863DCE-04BA-4DBC-93B9-2929A7BCAD07}"/>
              </a:ext>
            </a:extLst>
          </p:cNvPr>
          <p:cNvSpPr>
            <a:spLocks xmlns:a="http://schemas.openxmlformats.org/drawingml/2006/main" noGrp="1"/>
          </p:cNvSpPr>
          <p:nvPr/>
        </p:nvSpPr>
        <p:spPr>
          <a:xfrm xmlns:a="http://schemas.openxmlformats.org/drawingml/2006/main" rot="0">
            <a:off x="754317" y="7264507"/>
            <a:ext cx="1718696" cy="21236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194" b="0" i="0">
                <a:solidFill>
                  <a:srgbClr val="101010"/>
                </a:solidFill>
                <a:latin typeface="Comic Sans MS"/>
                <a:ea typeface="Comic Sans MS"/>
                <a:cs typeface="Comic Sans MS"/>
              </a:defRPr>
            </a:defPPr>
          </a:lstStyle>
          <a:p xmlns:a="http://schemas.openxmlformats.org/drawingml/2006/main">
            <a:pPr algn="l">
              <a:lnSpc>
                <a:spcPct val="100000"/>
              </a:lnSpc>
              <a:buNone/>
              <a:defRPr sz="1194" b="0" i="0">
                <a:solidFill>
                  <a:srgbClr val="101010"/>
                </a:solidFill>
                <a:latin typeface="Comic Sans MS"/>
                <a:ea typeface="Comic Sans MS"/>
                <a:cs typeface="Comic Sans MS"/>
              </a:defRPr>
            </a:pPr>
            <a:r>
              <a:rPr sz="1194" b="0" i="0">
                <a:solidFill>
                  <a:srgbClr val="101010"/>
                </a:solidFill>
                <a:latin typeface="Comic Sans MS"/>
                <a:ea typeface="Comic Sans MS"/>
                <a:cs typeface="Comic Sans MS"/>
              </a:rPr>
              <a:t>made from the following</a:t>
            </a:r>
          </a:p>
        </p:txBody>
      </p:sp>
      <p:sp>
        <p:nvSpPr>
          <p:cNvPr id="285" name="Reviewed text 22">
            <a:extLst xmlns:a="http://schemas.openxmlformats.org/drawingml/2006/main">
              <a:ext uri="{FF2B5EF4-FFF2-40B4-BE49-F238E27FC236}">
                <a16:creationId xmlns:a16="http://schemas.microsoft.com/office/drawing/2014/main" id="{C1B52B7D-DF9F-4145-8A1A-BA5BDB3F648F}"/>
              </a:ext>
            </a:extLst>
          </p:cNvPr>
          <p:cNvSpPr>
            <a:spLocks xmlns:a="http://schemas.openxmlformats.org/drawingml/2006/main" noGrp="1"/>
          </p:cNvSpPr>
          <p:nvPr/>
        </p:nvSpPr>
        <p:spPr>
          <a:xfrm xmlns:a="http://schemas.openxmlformats.org/drawingml/2006/main" rot="0">
            <a:off x="754317" y="7455441"/>
            <a:ext cx="2463464" cy="2126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196" b="0" i="0">
                <a:solidFill>
                  <a:srgbClr val="101010"/>
                </a:solidFill>
                <a:latin typeface="Comic Sans MS"/>
                <a:ea typeface="Comic Sans MS"/>
                <a:cs typeface="Comic Sans MS"/>
              </a:defRPr>
            </a:defPPr>
          </a:lstStyle>
          <a:p xmlns:a="http://schemas.openxmlformats.org/drawingml/2006/main">
            <a:pPr algn="l">
              <a:lnSpc>
                <a:spcPct val="100000"/>
              </a:lnSpc>
              <a:buNone/>
              <a:defRPr sz="1196" b="0" i="0">
                <a:solidFill>
                  <a:srgbClr val="101010"/>
                </a:solidFill>
                <a:latin typeface="Comic Sans MS"/>
                <a:ea typeface="Comic Sans MS"/>
                <a:cs typeface="Comic Sans MS"/>
              </a:defRPr>
            </a:pPr>
            <a:r>
              <a:rPr sz="1196" b="0" i="0">
                <a:solidFill>
                  <a:srgbClr val="101010"/>
                </a:solidFill>
                <a:latin typeface="Comic Sans MS"/>
                <a:ea typeface="Comic Sans MS"/>
                <a:cs typeface="Comic Sans MS"/>
              </a:rPr>
              <a:t>ingredients: </a:t>
            </a:r>
            <a:r>
              <a:rPr sz="1196" b="1" i="0">
                <a:solidFill>
                  <a:srgbClr val="101010"/>
                </a:solidFill>
                <a:latin typeface="Comic Sans MS"/>
                <a:ea typeface="Comic Sans MS"/>
                <a:cs typeface="Comic Sans MS"/>
              </a:rPr>
              <a:t>tequila, orange juice,</a:t>
            </a:r>
          </a:p>
        </p:txBody>
      </p:sp>
      <p:sp>
        <p:nvSpPr>
          <p:cNvPr id="286" name="Reviewed text 23">
            <a:extLst xmlns:a="http://schemas.openxmlformats.org/drawingml/2006/main">
              <a:ext uri="{FF2B5EF4-FFF2-40B4-BE49-F238E27FC236}">
                <a16:creationId xmlns:a16="http://schemas.microsoft.com/office/drawing/2014/main" id="{36B7550B-7C0B-4963-AD13-098F7BF65339}"/>
              </a:ext>
            </a:extLst>
          </p:cNvPr>
          <p:cNvSpPr>
            <a:spLocks xmlns:a="http://schemas.openxmlformats.org/drawingml/2006/main" noGrp="1"/>
          </p:cNvSpPr>
          <p:nvPr/>
        </p:nvSpPr>
        <p:spPr>
          <a:xfrm xmlns:a="http://schemas.openxmlformats.org/drawingml/2006/main" rot="0">
            <a:off x="744768" y="7636762"/>
            <a:ext cx="1518181" cy="21337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200" b="0" i="0">
                <a:solidFill>
                  <a:srgbClr val="101010"/>
                </a:solidFill>
                <a:latin typeface="Comic Sans MS"/>
                <a:ea typeface="Comic Sans MS"/>
                <a:cs typeface="Comic Sans MS"/>
              </a:defRPr>
            </a:defPPr>
          </a:lstStyle>
          <a:p xmlns:a="http://schemas.openxmlformats.org/drawingml/2006/main">
            <a:pPr algn="l">
              <a:lnSpc>
                <a:spcPct val="100000"/>
              </a:lnSpc>
              <a:buNone/>
              <a:defRPr sz="1200" b="0" i="0">
                <a:solidFill>
                  <a:srgbClr val="101010"/>
                </a:solidFill>
                <a:latin typeface="Comic Sans MS"/>
                <a:ea typeface="Comic Sans MS"/>
                <a:cs typeface="Comic Sans MS"/>
              </a:defRPr>
            </a:pPr>
            <a:r>
              <a:rPr sz="1200" b="0" i="0">
                <a:solidFill>
                  <a:srgbClr val="101010"/>
                </a:solidFill>
                <a:latin typeface="Comic Sans MS"/>
                <a:ea typeface="Comic Sans MS"/>
                <a:cs typeface="Comic Sans MS"/>
              </a:rPr>
              <a:t>and </a:t>
            </a:r>
            <a:r>
              <a:rPr sz="1200" b="1" i="0">
                <a:solidFill>
                  <a:srgbClr val="101010"/>
                </a:solidFill>
                <a:latin typeface="Comic Sans MS"/>
                <a:ea typeface="Comic Sans MS"/>
                <a:cs typeface="Comic Sans MS"/>
              </a:rPr>
              <a:t>grenadine syrup.</a:t>
            </a:r>
          </a:p>
        </p:txBody>
      </p:sp>
      <p:sp>
        <p:nvSpPr>
          <p:cNvPr id="287" name="Reviewed text 24">
            <a:extLst xmlns:a="http://schemas.openxmlformats.org/drawingml/2006/main">
              <a:ext uri="{FF2B5EF4-FFF2-40B4-BE49-F238E27FC236}">
                <a16:creationId xmlns:a16="http://schemas.microsoft.com/office/drawing/2014/main" id="{1E37C042-BAE2-41B4-BD02-881C0EDB3165}"/>
              </a:ext>
            </a:extLst>
          </p:cNvPr>
          <p:cNvSpPr>
            <a:spLocks xmlns:a="http://schemas.openxmlformats.org/drawingml/2006/main" noGrp="1"/>
          </p:cNvSpPr>
          <p:nvPr/>
        </p:nvSpPr>
        <p:spPr>
          <a:xfrm xmlns:a="http://schemas.openxmlformats.org/drawingml/2006/main" rot="0">
            <a:off x="802058" y="8084348"/>
            <a:ext cx="1489537" cy="14832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834" b="0" i="0">
                <a:solidFill>
                  <a:srgbClr val="101010"/>
                </a:solidFill>
                <a:latin typeface="Comic Sans MS"/>
                <a:ea typeface="Comic Sans MS"/>
                <a:cs typeface="Comic Sans MS"/>
              </a:defRPr>
            </a:defPPr>
          </a:lstStyle>
          <a:p xmlns:a="http://schemas.openxmlformats.org/drawingml/2006/main">
            <a:pPr algn="l">
              <a:lnSpc>
                <a:spcPct val="100000"/>
              </a:lnSpc>
              <a:buNone/>
              <a:defRPr sz="834" b="0" i="0">
                <a:solidFill>
                  <a:srgbClr val="101010"/>
                </a:solidFill>
                <a:latin typeface="Comic Sans MS"/>
                <a:ea typeface="Comic Sans MS"/>
                <a:cs typeface="Comic Sans MS"/>
              </a:defRPr>
            </a:pPr>
            <a:r>
              <a:rPr sz="834" b="0" i="0">
                <a:solidFill>
                  <a:srgbClr val="101010"/>
                </a:solidFill>
                <a:latin typeface="Comic Sans MS"/>
                <a:ea typeface="Comic Sans MS"/>
                <a:cs typeface="Comic Sans MS"/>
              </a:rPr>
              <a:t>A close-up of a vibrant tequila</a:t>
            </a:r>
          </a:p>
        </p:txBody>
      </p:sp>
      <p:sp>
        <p:nvSpPr>
          <p:cNvPr id="288" name="Reviewed text 25">
            <a:extLst xmlns:a="http://schemas.openxmlformats.org/drawingml/2006/main">
              <a:ext uri="{FF2B5EF4-FFF2-40B4-BE49-F238E27FC236}">
                <a16:creationId xmlns:a16="http://schemas.microsoft.com/office/drawing/2014/main" id="{97CBA25D-EFBF-48BD-9CF8-1E651E30B732}"/>
              </a:ext>
            </a:extLst>
          </p:cNvPr>
          <p:cNvSpPr>
            <a:spLocks xmlns:a="http://schemas.openxmlformats.org/drawingml/2006/main" noGrp="1"/>
          </p:cNvSpPr>
          <p:nvPr/>
        </p:nvSpPr>
        <p:spPr>
          <a:xfrm xmlns:a="http://schemas.openxmlformats.org/drawingml/2006/main" rot="0">
            <a:off x="811606" y="8217938"/>
            <a:ext cx="1709148" cy="14899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838" b="0" i="0">
                <a:solidFill>
                  <a:srgbClr val="101010"/>
                </a:solidFill>
                <a:latin typeface="Comic Sans MS"/>
                <a:ea typeface="Comic Sans MS"/>
                <a:cs typeface="Comic Sans MS"/>
              </a:defRPr>
            </a:defPPr>
          </a:lstStyle>
          <a:p xmlns:a="http://schemas.openxmlformats.org/drawingml/2006/main">
            <a:pPr algn="l">
              <a:lnSpc>
                <a:spcPct val="100000"/>
              </a:lnSpc>
              <a:buNone/>
              <a:defRPr sz="838" b="0" i="0">
                <a:solidFill>
                  <a:srgbClr val="101010"/>
                </a:solidFill>
                <a:latin typeface="Comic Sans MS"/>
                <a:ea typeface="Comic Sans MS"/>
                <a:cs typeface="Comic Sans MS"/>
              </a:defRPr>
            </a:pPr>
            <a:r>
              <a:rPr sz="838" b="0" i="0">
                <a:solidFill>
                  <a:srgbClr val="101010"/>
                </a:solidFill>
                <a:latin typeface="Comic Sans MS"/>
                <a:ea typeface="Comic Sans MS"/>
                <a:cs typeface="Comic Sans MS"/>
              </a:rPr>
              <a:t>cocktail made from tequila, orange</a:t>
            </a:r>
          </a:p>
        </p:txBody>
      </p:sp>
      <p:sp>
        <p:nvSpPr>
          <p:cNvPr id="289" name="Reviewed text 26">
            <a:extLst xmlns:a="http://schemas.openxmlformats.org/drawingml/2006/main">
              <a:ext uri="{FF2B5EF4-FFF2-40B4-BE49-F238E27FC236}">
                <a16:creationId xmlns:a16="http://schemas.microsoft.com/office/drawing/2014/main" id="{41AAFF48-5167-4B2E-BFCF-FE72F3C81EE8}"/>
              </a:ext>
            </a:extLst>
          </p:cNvPr>
          <p:cNvSpPr>
            <a:spLocks xmlns:a="http://schemas.openxmlformats.org/drawingml/2006/main" noGrp="1"/>
          </p:cNvSpPr>
          <p:nvPr/>
        </p:nvSpPr>
        <p:spPr>
          <a:xfrm xmlns:a="http://schemas.openxmlformats.org/drawingml/2006/main" rot="0">
            <a:off x="677930" y="8361065"/>
            <a:ext cx="1775986" cy="14975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842" b="0" i="0">
                <a:solidFill>
                  <a:srgbClr val="101010"/>
                </a:solidFill>
                <a:latin typeface="Comic Sans MS"/>
                <a:ea typeface="Comic Sans MS"/>
                <a:cs typeface="Comic Sans MS"/>
              </a:defRPr>
            </a:defPPr>
          </a:lstStyle>
          <a:p xmlns:a="http://schemas.openxmlformats.org/drawingml/2006/main">
            <a:pPr algn="l">
              <a:lnSpc>
                <a:spcPct val="100000"/>
              </a:lnSpc>
              <a:buNone/>
              <a:defRPr sz="842" b="0" i="0">
                <a:solidFill>
                  <a:srgbClr val="101010"/>
                </a:solidFill>
                <a:latin typeface="Comic Sans MS"/>
                <a:ea typeface="Comic Sans MS"/>
                <a:cs typeface="Comic Sans MS"/>
              </a:defRPr>
            </a:pPr>
            <a:r>
              <a:rPr sz="842" b="0" i="0">
                <a:solidFill>
                  <a:srgbClr val="101010"/>
                </a:solidFill>
                <a:latin typeface="Comic Sans MS"/>
                <a:ea typeface="Comic Sans MS"/>
                <a:cs typeface="Comic Sans MS"/>
              </a:rPr>
              <a:t>juice, and grenadine syrup, shown in</a:t>
            </a:r>
          </a:p>
        </p:txBody>
      </p:sp>
      <p:sp>
        <p:nvSpPr>
          <p:cNvPr id="290" name="Reviewed text 27">
            <a:extLst xmlns:a="http://schemas.openxmlformats.org/drawingml/2006/main">
              <a:ext uri="{FF2B5EF4-FFF2-40B4-BE49-F238E27FC236}">
                <a16:creationId xmlns:a16="http://schemas.microsoft.com/office/drawing/2014/main" id="{A9B0E8B6-1EAB-439A-BF08-D8E5603D50AE}"/>
              </a:ext>
            </a:extLst>
          </p:cNvPr>
          <p:cNvSpPr>
            <a:spLocks xmlns:a="http://schemas.openxmlformats.org/drawingml/2006/main" noGrp="1"/>
          </p:cNvSpPr>
          <p:nvPr/>
        </p:nvSpPr>
        <p:spPr>
          <a:xfrm xmlns:a="http://schemas.openxmlformats.org/drawingml/2006/main" rot="0">
            <a:off x="677930" y="8492188"/>
            <a:ext cx="1909662" cy="16961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954" b="0" i="0">
                <a:solidFill>
                  <a:srgbClr val="101010"/>
                </a:solidFill>
                <a:latin typeface="Comic Sans MS"/>
                <a:ea typeface="Comic Sans MS"/>
                <a:cs typeface="Comic Sans MS"/>
              </a:defRPr>
            </a:defPPr>
          </a:lstStyle>
          <a:p xmlns:a="http://schemas.openxmlformats.org/drawingml/2006/main">
            <a:pPr algn="l">
              <a:lnSpc>
                <a:spcPct val="100000"/>
              </a:lnSpc>
              <a:buNone/>
              <a:defRPr sz="954" b="0" i="0">
                <a:solidFill>
                  <a:srgbClr val="101010"/>
                </a:solidFill>
                <a:latin typeface="Comic Sans MS"/>
                <a:ea typeface="Comic Sans MS"/>
                <a:cs typeface="Comic Sans MS"/>
              </a:defRPr>
            </a:pPr>
            <a:r>
              <a:rPr sz="954" b="0" i="0">
                <a:solidFill>
                  <a:srgbClr val="101010"/>
                </a:solidFill>
                <a:latin typeface="Comic Sans MS"/>
                <a:ea typeface="Comic Sans MS"/>
                <a:cs typeface="Comic Sans MS"/>
              </a:rPr>
              <a:t>a tall highball glass. Distinct color</a:t>
            </a:r>
          </a:p>
        </p:txBody>
      </p:sp>
      <p:sp>
        <p:nvSpPr>
          <p:cNvPr id="291" name="Reviewed text 28">
            <a:extLst xmlns:a="http://schemas.openxmlformats.org/drawingml/2006/main">
              <a:ext uri="{FF2B5EF4-FFF2-40B4-BE49-F238E27FC236}">
                <a16:creationId xmlns:a16="http://schemas.microsoft.com/office/drawing/2014/main" id="{C176F780-65DB-4D19-B19D-A6A80524CCEF}"/>
              </a:ext>
            </a:extLst>
          </p:cNvPr>
          <p:cNvSpPr>
            <a:spLocks xmlns:a="http://schemas.openxmlformats.org/drawingml/2006/main" noGrp="1"/>
          </p:cNvSpPr>
          <p:nvPr/>
        </p:nvSpPr>
        <p:spPr>
          <a:xfrm xmlns:a="http://schemas.openxmlformats.org/drawingml/2006/main" rot="0">
            <a:off x="687478" y="8635271"/>
            <a:ext cx="1900114" cy="17072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960" b="0" i="0">
                <a:solidFill>
                  <a:srgbClr val="101010"/>
                </a:solidFill>
                <a:latin typeface="Comic Sans MS"/>
                <a:ea typeface="Comic Sans MS"/>
                <a:cs typeface="Comic Sans MS"/>
              </a:defRPr>
            </a:defPPr>
          </a:lstStyle>
          <a:p xmlns:a="http://schemas.openxmlformats.org/drawingml/2006/main">
            <a:pPr algn="l">
              <a:lnSpc>
                <a:spcPct val="100000"/>
              </a:lnSpc>
              <a:buNone/>
              <a:defRPr sz="960" b="0" i="0">
                <a:solidFill>
                  <a:srgbClr val="101010"/>
                </a:solidFill>
                <a:latin typeface="Comic Sans MS"/>
                <a:ea typeface="Comic Sans MS"/>
                <a:cs typeface="Comic Sans MS"/>
              </a:defRPr>
            </a:pPr>
            <a:r>
              <a:rPr sz="960" b="0" i="0">
                <a:solidFill>
                  <a:srgbClr val="101010"/>
                </a:solidFill>
                <a:latin typeface="Comic Sans MS"/>
                <a:ea typeface="Comic Sans MS"/>
                <a:cs typeface="Comic Sans MS"/>
              </a:rPr>
              <a:t>gradient from deep red at the</a:t>
            </a:r>
          </a:p>
        </p:txBody>
      </p:sp>
      <p:sp>
        <p:nvSpPr>
          <p:cNvPr id="292" name="Reviewed text 29">
            <a:extLst xmlns:a="http://schemas.openxmlformats.org/drawingml/2006/main">
              <a:ext uri="{FF2B5EF4-FFF2-40B4-BE49-F238E27FC236}">
                <a16:creationId xmlns:a16="http://schemas.microsoft.com/office/drawing/2014/main" id="{7348DD6D-1F87-455D-A24C-DE31A833F8BB}"/>
              </a:ext>
            </a:extLst>
          </p:cNvPr>
          <p:cNvSpPr>
            <a:spLocks xmlns:a="http://schemas.openxmlformats.org/drawingml/2006/main" noGrp="1"/>
          </p:cNvSpPr>
          <p:nvPr/>
        </p:nvSpPr>
        <p:spPr>
          <a:xfrm xmlns:a="http://schemas.openxmlformats.org/drawingml/2006/main" rot="0">
            <a:off x="687478" y="8778495"/>
            <a:ext cx="1900114" cy="17072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960" b="0" i="0">
                <a:solidFill>
                  <a:srgbClr val="101010"/>
                </a:solidFill>
                <a:latin typeface="Comic Sans MS"/>
                <a:ea typeface="Comic Sans MS"/>
                <a:cs typeface="Comic Sans MS"/>
              </a:defRPr>
            </a:defPPr>
          </a:lstStyle>
          <a:p xmlns:a="http://schemas.openxmlformats.org/drawingml/2006/main">
            <a:pPr algn="l">
              <a:lnSpc>
                <a:spcPct val="100000"/>
              </a:lnSpc>
              <a:buNone/>
              <a:defRPr sz="960" b="0" i="0">
                <a:solidFill>
                  <a:srgbClr val="101010"/>
                </a:solidFill>
                <a:latin typeface="Comic Sans MS"/>
                <a:ea typeface="Comic Sans MS"/>
                <a:cs typeface="Comic Sans MS"/>
              </a:defRPr>
            </a:pPr>
            <a:r>
              <a:rPr sz="960" b="0" i="0">
                <a:solidFill>
                  <a:srgbClr val="101010"/>
                </a:solidFill>
                <a:latin typeface="Comic Sans MS"/>
                <a:ea typeface="Comic Sans MS"/>
                <a:cs typeface="Comic Sans MS"/>
              </a:rPr>
              <a:t>bottom to bright orange and</a:t>
            </a:r>
          </a:p>
        </p:txBody>
      </p:sp>
      <p:sp>
        <p:nvSpPr>
          <p:cNvPr id="293" name="Reviewed text 30">
            <a:extLst xmlns:a="http://schemas.openxmlformats.org/drawingml/2006/main">
              <a:ext uri="{FF2B5EF4-FFF2-40B4-BE49-F238E27FC236}">
                <a16:creationId xmlns:a16="http://schemas.microsoft.com/office/drawing/2014/main" id="{F6F7A09C-7018-478C-8478-62BE9C564D2D}"/>
              </a:ext>
            </a:extLst>
          </p:cNvPr>
          <p:cNvSpPr>
            <a:spLocks xmlns:a="http://schemas.openxmlformats.org/drawingml/2006/main" noGrp="1"/>
          </p:cNvSpPr>
          <p:nvPr/>
        </p:nvSpPr>
        <p:spPr>
          <a:xfrm xmlns:a="http://schemas.openxmlformats.org/drawingml/2006/main" rot="0">
            <a:off x="687478" y="8922641"/>
            <a:ext cx="1900114" cy="16355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920" b="0" i="0">
                <a:solidFill>
                  <a:srgbClr val="101010"/>
                </a:solidFill>
                <a:latin typeface="Comic Sans MS"/>
                <a:ea typeface="Comic Sans MS"/>
                <a:cs typeface="Comic Sans MS"/>
              </a:defRPr>
            </a:defPPr>
          </a:lstStyle>
          <a:p xmlns:a="http://schemas.openxmlformats.org/drawingml/2006/main">
            <a:pPr algn="l">
              <a:lnSpc>
                <a:spcPct val="100000"/>
              </a:lnSpc>
              <a:buNone/>
              <a:defRPr sz="920" b="0" i="0">
                <a:solidFill>
                  <a:srgbClr val="101010"/>
                </a:solidFill>
                <a:latin typeface="Comic Sans MS"/>
                <a:ea typeface="Comic Sans MS"/>
                <a:cs typeface="Comic Sans MS"/>
              </a:defRPr>
            </a:pPr>
            <a:r>
              <a:rPr sz="920" b="0" i="0">
                <a:solidFill>
                  <a:srgbClr val="101010"/>
                </a:solidFill>
                <a:latin typeface="Comic Sans MS"/>
                <a:ea typeface="Comic Sans MS"/>
                <a:cs typeface="Comic Sans MS"/>
              </a:rPr>
              <a:t>golden yellow near the top.</a:t>
            </a:r>
          </a:p>
        </p:txBody>
      </p:sp>
      <p:sp>
        <p:nvSpPr>
          <p:cNvPr id="294" name="Reviewed text 31">
            <a:extLst xmlns:a="http://schemas.openxmlformats.org/drawingml/2006/main">
              <a:ext uri="{FF2B5EF4-FFF2-40B4-BE49-F238E27FC236}">
                <a16:creationId xmlns:a16="http://schemas.microsoft.com/office/drawing/2014/main" id="{79DA4D02-EDF4-48CD-9093-D0C11B77C8BE}"/>
              </a:ext>
            </a:extLst>
          </p:cNvPr>
          <p:cNvSpPr>
            <a:spLocks xmlns:a="http://schemas.openxmlformats.org/drawingml/2006/main" noGrp="1"/>
          </p:cNvSpPr>
          <p:nvPr/>
        </p:nvSpPr>
        <p:spPr>
          <a:xfrm xmlns:a="http://schemas.openxmlformats.org/drawingml/2006/main" rot="0">
            <a:off x="687478" y="9050313"/>
            <a:ext cx="1604116" cy="13599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765" b="0" i="0">
                <a:solidFill>
                  <a:srgbClr val="101010"/>
                </a:solidFill>
                <a:latin typeface="Comic Sans MS"/>
                <a:ea typeface="Comic Sans MS"/>
                <a:cs typeface="Comic Sans MS"/>
              </a:defRPr>
            </a:defPPr>
          </a:lstStyle>
          <a:p xmlns:a="http://schemas.openxmlformats.org/drawingml/2006/main">
            <a:pPr algn="l">
              <a:lnSpc>
                <a:spcPct val="100000"/>
              </a:lnSpc>
              <a:buNone/>
              <a:defRPr sz="765" b="0" i="0">
                <a:solidFill>
                  <a:srgbClr val="101010"/>
                </a:solidFill>
                <a:latin typeface="Comic Sans MS"/>
                <a:ea typeface="Comic Sans MS"/>
                <a:cs typeface="Comic Sans MS"/>
              </a:defRPr>
            </a:pPr>
            <a:r>
              <a:rPr sz="765" b="0" i="0">
                <a:solidFill>
                  <a:srgbClr val="101010"/>
                </a:solidFill>
                <a:latin typeface="Comic Sans MS"/>
                <a:ea typeface="Comic Sans MS"/>
                <a:cs typeface="Comic Sans MS"/>
              </a:rPr>
              <a:t>Garnished with a fresh orange slice</a:t>
            </a:r>
          </a:p>
        </p:txBody>
      </p:sp>
      <p:sp>
        <p:nvSpPr>
          <p:cNvPr id="295" name="Reviewed text 32">
            <a:extLst xmlns:a="http://schemas.openxmlformats.org/drawingml/2006/main">
              <a:ext uri="{FF2B5EF4-FFF2-40B4-BE49-F238E27FC236}">
                <a16:creationId xmlns:a16="http://schemas.microsoft.com/office/drawing/2014/main" id="{66AEDFC5-6BAF-44CE-8859-3F0924A2A1CE}"/>
              </a:ext>
            </a:extLst>
          </p:cNvPr>
          <p:cNvSpPr>
            <a:spLocks xmlns:a="http://schemas.openxmlformats.org/drawingml/2006/main" noGrp="1"/>
          </p:cNvSpPr>
          <p:nvPr/>
        </p:nvSpPr>
        <p:spPr>
          <a:xfrm xmlns:a="http://schemas.openxmlformats.org/drawingml/2006/main" rot="0">
            <a:off x="687478" y="9180633"/>
            <a:ext cx="1900114" cy="16209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912" b="0" i="0">
                <a:solidFill>
                  <a:srgbClr val="101010"/>
                </a:solidFill>
                <a:latin typeface="Comic Sans MS"/>
                <a:ea typeface="Comic Sans MS"/>
                <a:cs typeface="Comic Sans MS"/>
              </a:defRPr>
            </a:defPPr>
          </a:lstStyle>
          <a:p xmlns:a="http://schemas.openxmlformats.org/drawingml/2006/main">
            <a:pPr algn="l">
              <a:lnSpc>
                <a:spcPct val="100000"/>
              </a:lnSpc>
              <a:buNone/>
              <a:defRPr sz="912" b="0" i="0">
                <a:solidFill>
                  <a:srgbClr val="101010"/>
                </a:solidFill>
                <a:latin typeface="Comic Sans MS"/>
                <a:ea typeface="Comic Sans MS"/>
                <a:cs typeface="Comic Sans MS"/>
              </a:defRPr>
            </a:pPr>
            <a:r>
              <a:rPr sz="912" b="0" i="0">
                <a:solidFill>
                  <a:srgbClr val="101010"/>
                </a:solidFill>
                <a:latin typeface="Comic Sans MS"/>
                <a:ea typeface="Comic Sans MS"/>
                <a:cs typeface="Comic Sans MS"/>
              </a:rPr>
              <a:t>on the rim and a maraschino cherry</a:t>
            </a:r>
          </a:p>
        </p:txBody>
      </p:sp>
      <p:sp>
        <p:nvSpPr>
          <p:cNvPr id="296" name="Reviewed text 33">
            <a:extLst xmlns:a="http://schemas.openxmlformats.org/drawingml/2006/main">
              <a:ext uri="{FF2B5EF4-FFF2-40B4-BE49-F238E27FC236}">
                <a16:creationId xmlns:a16="http://schemas.microsoft.com/office/drawing/2014/main" id="{A903D60F-43FE-4797-96F5-255726E8DFFE}"/>
              </a:ext>
            </a:extLst>
          </p:cNvPr>
          <p:cNvSpPr>
            <a:spLocks xmlns:a="http://schemas.openxmlformats.org/drawingml/2006/main" noGrp="1"/>
          </p:cNvSpPr>
          <p:nvPr/>
        </p:nvSpPr>
        <p:spPr>
          <a:xfrm xmlns:a="http://schemas.openxmlformats.org/drawingml/2006/main" rot="0">
            <a:off x="687478" y="9324948"/>
            <a:ext cx="954831" cy="15362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864" b="0" i="0">
                <a:solidFill>
                  <a:srgbClr val="101010"/>
                </a:solidFill>
                <a:latin typeface="Comic Sans MS"/>
                <a:ea typeface="Comic Sans MS"/>
                <a:cs typeface="Comic Sans MS"/>
              </a:defRPr>
            </a:defPPr>
          </a:lstStyle>
          <a:p xmlns:a="http://schemas.openxmlformats.org/drawingml/2006/main">
            <a:pPr algn="l">
              <a:lnSpc>
                <a:spcPct val="100000"/>
              </a:lnSpc>
              <a:buNone/>
              <a:defRPr sz="864" b="0" i="0">
                <a:solidFill>
                  <a:srgbClr val="101010"/>
                </a:solidFill>
                <a:latin typeface="Comic Sans MS"/>
                <a:ea typeface="Comic Sans MS"/>
                <a:cs typeface="Comic Sans MS"/>
              </a:defRPr>
            </a:pPr>
            <a:r>
              <a:rPr sz="864" b="0" i="0">
                <a:solidFill>
                  <a:srgbClr val="101010"/>
                </a:solidFill>
                <a:latin typeface="Comic Sans MS"/>
                <a:ea typeface="Comic Sans MS"/>
                <a:cs typeface="Comic Sans MS"/>
              </a:rPr>
              <a:t>on a cocktail pick...</a:t>
            </a:r>
          </a:p>
        </p:txBody>
      </p:sp>
      <p:sp>
        <p:nvSpPr>
          <p:cNvPr id="297" name="Reviewed text 34">
            <a:extLst xmlns:a="http://schemas.openxmlformats.org/drawingml/2006/main">
              <a:ext uri="{FF2B5EF4-FFF2-40B4-BE49-F238E27FC236}">
                <a16:creationId xmlns:a16="http://schemas.microsoft.com/office/drawing/2014/main" id="{867BA954-78A4-41B6-A201-28589B1A3270}"/>
              </a:ext>
            </a:extLst>
          </p:cNvPr>
          <p:cNvSpPr>
            <a:spLocks xmlns:a="http://schemas.openxmlformats.org/drawingml/2006/main" noGrp="1"/>
          </p:cNvSpPr>
          <p:nvPr/>
        </p:nvSpPr>
        <p:spPr>
          <a:xfrm xmlns:a="http://schemas.openxmlformats.org/drawingml/2006/main" rot="0">
            <a:off x="6807946" y="554837"/>
            <a:ext cx="1250829" cy="26491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490" b="1" i="0">
                <a:solidFill>
                  <a:srgbClr val="101010"/>
                </a:solidFill>
                <a:latin typeface="Comic Sans MS"/>
                <a:ea typeface="Comic Sans MS"/>
                <a:cs typeface="Comic Sans MS"/>
              </a:defRPr>
            </a:defPPr>
          </a:lstStyle>
          <a:p xmlns:a="http://schemas.openxmlformats.org/drawingml/2006/main">
            <a:pPr algn="l">
              <a:lnSpc>
                <a:spcPct val="100000"/>
              </a:lnSpc>
              <a:buNone/>
              <a:defRPr sz="1490" b="1" i="0">
                <a:solidFill>
                  <a:srgbClr val="101010"/>
                </a:solidFill>
                <a:latin typeface="Comic Sans MS"/>
                <a:ea typeface="Comic Sans MS"/>
                <a:cs typeface="Comic Sans MS"/>
              </a:defRPr>
            </a:pPr>
            <a:r>
              <a:rPr sz="1490" b="1" i="0">
                <a:solidFill>
                  <a:srgbClr val="101010"/>
                </a:solidFill>
                <a:latin typeface="Comic Sans MS"/>
                <a:ea typeface="Comic Sans MS"/>
                <a:cs typeface="Comic Sans MS"/>
              </a:rPr>
              <a:t>Special Event</a:t>
            </a:r>
          </a:p>
        </p:txBody>
      </p:sp>
      <p:sp>
        <p:nvSpPr>
          <p:cNvPr id="298" name="Reviewed text 36">
            <a:extLst xmlns:a="http://schemas.openxmlformats.org/drawingml/2006/main">
              <a:ext uri="{FF2B5EF4-FFF2-40B4-BE49-F238E27FC236}">
                <a16:creationId xmlns:a16="http://schemas.microsoft.com/office/drawing/2014/main" id="{5F806A08-FF38-4304-A35A-3C722FCA97BD}"/>
              </a:ext>
            </a:extLst>
          </p:cNvPr>
          <p:cNvSpPr>
            <a:spLocks xmlns:a="http://schemas.openxmlformats.org/drawingml/2006/main" noGrp="1"/>
          </p:cNvSpPr>
          <p:nvPr/>
        </p:nvSpPr>
        <p:spPr>
          <a:xfrm xmlns:a="http://schemas.openxmlformats.org/drawingml/2006/main" rot="0">
            <a:off x="5662149" y="962436"/>
            <a:ext cx="3695196" cy="21381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203" b="0" i="0">
                <a:solidFill>
                  <a:srgbClr val="101010"/>
                </a:solidFill>
                <a:latin typeface="Comic Sans MS"/>
                <a:ea typeface="Comic Sans MS"/>
                <a:cs typeface="Comic Sans MS"/>
              </a:defRPr>
            </a:defPPr>
          </a:lstStyle>
          <a:p xmlns:a="http://schemas.openxmlformats.org/drawingml/2006/main">
            <a:pPr algn="l">
              <a:lnSpc>
                <a:spcPct val="100000"/>
              </a:lnSpc>
              <a:buNone/>
              <a:defRPr sz="1203" b="0" i="0">
                <a:solidFill>
                  <a:srgbClr val="101010"/>
                </a:solidFill>
                <a:latin typeface="Comic Sans MS"/>
                <a:ea typeface="Comic Sans MS"/>
                <a:cs typeface="Comic Sans MS"/>
              </a:defRPr>
            </a:pPr>
            <a:r>
              <a:rPr sz="1203" b="0" i="0">
                <a:solidFill>
                  <a:srgbClr val="101010"/>
                </a:solidFill>
                <a:latin typeface="Comic Sans MS"/>
                <a:ea typeface="Comic Sans MS"/>
                <a:cs typeface="Comic Sans MS"/>
              </a:rPr>
              <a:t>Generate an image of a news report scene featuring</a:t>
            </a:r>
          </a:p>
        </p:txBody>
      </p:sp>
      <p:sp>
        <p:nvSpPr>
          <p:cNvPr id="299" name="Reviewed text 37">
            <a:extLst xmlns:a="http://schemas.openxmlformats.org/drawingml/2006/main">
              <a:ext uri="{FF2B5EF4-FFF2-40B4-BE49-F238E27FC236}">
                <a16:creationId xmlns:a16="http://schemas.microsoft.com/office/drawing/2014/main" id="{0F0545C5-9FC7-481D-A977-637B385A926E}"/>
              </a:ext>
            </a:extLst>
          </p:cNvPr>
          <p:cNvSpPr>
            <a:spLocks xmlns:a="http://schemas.openxmlformats.org/drawingml/2006/main" noGrp="1"/>
          </p:cNvSpPr>
          <p:nvPr/>
        </p:nvSpPr>
        <p:spPr>
          <a:xfrm xmlns:a="http://schemas.openxmlformats.org/drawingml/2006/main" rot="0">
            <a:off x="5652600" y="1153922"/>
            <a:ext cx="3590165" cy="20977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180" b="0" i="0">
                <a:solidFill>
                  <a:srgbClr val="101010"/>
                </a:solidFill>
                <a:latin typeface="Comic Sans MS"/>
                <a:ea typeface="Comic Sans MS"/>
                <a:cs typeface="Comic Sans MS"/>
              </a:defRPr>
            </a:defPPr>
          </a:lstStyle>
          <a:p xmlns:a="http://schemas.openxmlformats.org/drawingml/2006/main">
            <a:pPr algn="l">
              <a:lnSpc>
                <a:spcPct val="100000"/>
              </a:lnSpc>
              <a:buNone/>
              <a:defRPr sz="1180" b="0" i="0">
                <a:solidFill>
                  <a:srgbClr val="101010"/>
                </a:solidFill>
                <a:latin typeface="Comic Sans MS"/>
                <a:ea typeface="Comic Sans MS"/>
                <a:cs typeface="Comic Sans MS"/>
              </a:defRPr>
            </a:pPr>
            <a:r>
              <a:rPr sz="1180" b="0" i="0">
                <a:solidFill>
                  <a:srgbClr val="101010"/>
                </a:solidFill>
                <a:latin typeface="Comic Sans MS"/>
                <a:ea typeface="Comic Sans MS"/>
                <a:cs typeface="Comic Sans MS"/>
              </a:rPr>
              <a:t>the </a:t>
            </a:r>
            <a:r>
              <a:rPr sz="1180" b="1" i="0">
                <a:solidFill>
                  <a:srgbClr val="101010"/>
                </a:solidFill>
                <a:latin typeface="Comic Sans MS"/>
                <a:ea typeface="Comic Sans MS"/>
                <a:cs typeface="Comic Sans MS"/>
              </a:rPr>
              <a:t>winners</a:t>
            </a:r>
            <a:r>
              <a:rPr sz="1180" b="0" i="0">
                <a:solidFill>
                  <a:srgbClr val="101010"/>
                </a:solidFill>
                <a:latin typeface="Comic Sans MS"/>
                <a:ea typeface="Comic Sans MS"/>
                <a:cs typeface="Comic Sans MS"/>
              </a:rPr>
              <a:t> of the </a:t>
            </a:r>
            <a:r>
              <a:rPr sz="1180" b="1" i="0">
                <a:solidFill>
                  <a:srgbClr val="101010"/>
                </a:solidFill>
                <a:latin typeface="Comic Sans MS"/>
                <a:ea typeface="Comic Sans MS"/>
                <a:cs typeface="Comic Sans MS"/>
              </a:rPr>
              <a:t>2025 Nobel Prize in Physics.</a:t>
            </a:r>
          </a:p>
        </p:txBody>
      </p:sp>
      <p:sp>
        <p:nvSpPr>
          <p:cNvPr id="300" name="Reviewed text 38">
            <a:extLst xmlns:a="http://schemas.openxmlformats.org/drawingml/2006/main">
              <a:ext uri="{FF2B5EF4-FFF2-40B4-BE49-F238E27FC236}">
                <a16:creationId xmlns:a16="http://schemas.microsoft.com/office/drawing/2014/main" id="{6725163C-0A59-4181-B21B-8CA808E677D8}"/>
              </a:ext>
            </a:extLst>
          </p:cNvPr>
          <p:cNvSpPr>
            <a:spLocks xmlns:a="http://schemas.openxmlformats.org/drawingml/2006/main" noGrp="1"/>
          </p:cNvSpPr>
          <p:nvPr/>
        </p:nvSpPr>
        <p:spPr>
          <a:xfrm xmlns:a="http://schemas.openxmlformats.org/drawingml/2006/main" rot="0">
            <a:off x="5738535" y="1599268"/>
            <a:ext cx="1365409" cy="16214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912" b="0" i="0">
                <a:solidFill>
                  <a:srgbClr val="101010"/>
                </a:solidFill>
                <a:latin typeface="Comic Sans MS"/>
                <a:ea typeface="Comic Sans MS"/>
                <a:cs typeface="Comic Sans MS"/>
              </a:defRPr>
            </a:defPPr>
          </a:lstStyle>
          <a:p xmlns:a="http://schemas.openxmlformats.org/drawingml/2006/main">
            <a:pPr algn="l">
              <a:lnSpc>
                <a:spcPct val="100000"/>
              </a:lnSpc>
              <a:buNone/>
              <a:defRPr sz="912" b="0" i="0">
                <a:solidFill>
                  <a:srgbClr val="101010"/>
                </a:solidFill>
                <a:latin typeface="Comic Sans MS"/>
                <a:ea typeface="Comic Sans MS"/>
                <a:cs typeface="Comic Sans MS"/>
              </a:defRPr>
            </a:pPr>
            <a:r>
              <a:rPr sz="912" b="0" i="0">
                <a:solidFill>
                  <a:srgbClr val="101010"/>
                </a:solidFill>
                <a:latin typeface="Comic Sans MS"/>
                <a:ea typeface="Comic Sans MS"/>
                <a:cs typeface="Comic Sans MS"/>
              </a:rPr>
              <a:t>The 2025 Nobel Prize in</a:t>
            </a:r>
          </a:p>
        </p:txBody>
      </p:sp>
      <p:sp>
        <p:nvSpPr>
          <p:cNvPr id="301" name="Reviewed text 39">
            <a:extLst xmlns:a="http://schemas.openxmlformats.org/drawingml/2006/main">
              <a:ext uri="{FF2B5EF4-FFF2-40B4-BE49-F238E27FC236}">
                <a16:creationId xmlns:a16="http://schemas.microsoft.com/office/drawing/2014/main" id="{0457CA51-8071-44CE-9B39-C9681CAADE36}"/>
              </a:ext>
            </a:extLst>
          </p:cNvPr>
          <p:cNvSpPr>
            <a:spLocks xmlns:a="http://schemas.openxmlformats.org/drawingml/2006/main" noGrp="1"/>
          </p:cNvSpPr>
          <p:nvPr/>
        </p:nvSpPr>
        <p:spPr>
          <a:xfrm xmlns:a="http://schemas.openxmlformats.org/drawingml/2006/main" rot="0">
            <a:off x="5738535" y="1732979"/>
            <a:ext cx="1556375" cy="161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910" b="0" i="0">
                <a:solidFill>
                  <a:srgbClr val="101010"/>
                </a:solidFill>
                <a:latin typeface="Comic Sans MS"/>
                <a:ea typeface="Comic Sans MS"/>
                <a:cs typeface="Comic Sans MS"/>
              </a:defRPr>
            </a:defPPr>
          </a:lstStyle>
          <a:p xmlns:a="http://schemas.openxmlformats.org/drawingml/2006/main">
            <a:pPr algn="l">
              <a:lnSpc>
                <a:spcPct val="100000"/>
              </a:lnSpc>
              <a:buNone/>
              <a:defRPr sz="910" b="0" i="0">
                <a:solidFill>
                  <a:srgbClr val="101010"/>
                </a:solidFill>
                <a:latin typeface="Comic Sans MS"/>
                <a:ea typeface="Comic Sans MS"/>
                <a:cs typeface="Comic Sans MS"/>
              </a:defRPr>
            </a:pPr>
            <a:r>
              <a:rPr sz="910" b="0" i="0">
                <a:solidFill>
                  <a:srgbClr val="101010"/>
                </a:solidFill>
                <a:latin typeface="Comic Sans MS"/>
                <a:ea typeface="Comic Sans MS"/>
                <a:cs typeface="Comic Sans MS"/>
              </a:rPr>
              <a:t>Physics was awarded to John</a:t>
            </a:r>
          </a:p>
        </p:txBody>
      </p:sp>
      <p:sp>
        <p:nvSpPr>
          <p:cNvPr id="302" name="Reviewed text 40">
            <a:extLst xmlns:a="http://schemas.openxmlformats.org/drawingml/2006/main">
              <a:ext uri="{FF2B5EF4-FFF2-40B4-BE49-F238E27FC236}">
                <a16:creationId xmlns:a16="http://schemas.microsoft.com/office/drawing/2014/main" id="{DA27E5EB-60E3-4A11-8693-75AA574D158F}"/>
              </a:ext>
            </a:extLst>
          </p:cNvPr>
          <p:cNvSpPr>
            <a:spLocks xmlns:a="http://schemas.openxmlformats.org/drawingml/2006/main" noGrp="1"/>
          </p:cNvSpPr>
          <p:nvPr/>
        </p:nvSpPr>
        <p:spPr>
          <a:xfrm xmlns:a="http://schemas.openxmlformats.org/drawingml/2006/main" rot="0">
            <a:off x="5748083" y="1879787"/>
            <a:ext cx="1623213" cy="13400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754" b="0" i="0">
                <a:solidFill>
                  <a:srgbClr val="101010"/>
                </a:solidFill>
                <a:latin typeface="Comic Sans MS"/>
                <a:ea typeface="Comic Sans MS"/>
                <a:cs typeface="Comic Sans MS"/>
              </a:defRPr>
            </a:defPPr>
          </a:lstStyle>
          <a:p xmlns:a="http://schemas.openxmlformats.org/drawingml/2006/main">
            <a:pPr algn="l">
              <a:lnSpc>
                <a:spcPct val="100000"/>
              </a:lnSpc>
              <a:buNone/>
              <a:defRPr sz="754" b="0" i="0">
                <a:solidFill>
                  <a:srgbClr val="101010"/>
                </a:solidFill>
                <a:latin typeface="Comic Sans MS"/>
                <a:ea typeface="Comic Sans MS"/>
                <a:cs typeface="Comic Sans MS"/>
              </a:defRPr>
            </a:pPr>
            <a:r>
              <a:rPr sz="754" b="0" i="0">
                <a:solidFill>
                  <a:srgbClr val="101010"/>
                </a:solidFill>
                <a:latin typeface="Comic Sans MS"/>
                <a:ea typeface="Comic Sans MS"/>
                <a:cs typeface="Comic Sans MS"/>
              </a:rPr>
              <a:t>Clarke, Michel H. Devoret, and</a:t>
            </a:r>
          </a:p>
        </p:txBody>
      </p:sp>
      <p:sp>
        <p:nvSpPr>
          <p:cNvPr id="303" name="Reviewed text 41">
            <a:extLst xmlns:a="http://schemas.openxmlformats.org/drawingml/2006/main">
              <a:ext uri="{FF2B5EF4-FFF2-40B4-BE49-F238E27FC236}">
                <a16:creationId xmlns:a16="http://schemas.microsoft.com/office/drawing/2014/main" id="{4A599F0A-1050-4569-A320-F5A2056F1B86}"/>
              </a:ext>
            </a:extLst>
          </p:cNvPr>
          <p:cNvSpPr>
            <a:spLocks xmlns:a="http://schemas.openxmlformats.org/drawingml/2006/main" noGrp="1"/>
          </p:cNvSpPr>
          <p:nvPr/>
        </p:nvSpPr>
        <p:spPr>
          <a:xfrm xmlns:a="http://schemas.openxmlformats.org/drawingml/2006/main" rot="0">
            <a:off x="5748083" y="2012027"/>
            <a:ext cx="926186" cy="14517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816" b="0" i="0">
                <a:solidFill>
                  <a:srgbClr val="101010"/>
                </a:solidFill>
                <a:latin typeface="Comic Sans MS"/>
                <a:ea typeface="Comic Sans MS"/>
                <a:cs typeface="Comic Sans MS"/>
              </a:defRPr>
            </a:defPPr>
          </a:lstStyle>
          <a:p xmlns:a="http://schemas.openxmlformats.org/drawingml/2006/main">
            <a:pPr algn="l">
              <a:lnSpc>
                <a:spcPct val="100000"/>
              </a:lnSpc>
              <a:buNone/>
              <a:defRPr sz="816" b="0" i="0">
                <a:solidFill>
                  <a:srgbClr val="101010"/>
                </a:solidFill>
                <a:latin typeface="Comic Sans MS"/>
                <a:ea typeface="Comic Sans MS"/>
                <a:cs typeface="Comic Sans MS"/>
              </a:defRPr>
            </a:pPr>
            <a:r>
              <a:rPr sz="816" b="0" i="0">
                <a:solidFill>
                  <a:srgbClr val="101010"/>
                </a:solidFill>
                <a:latin typeface="Comic Sans MS"/>
                <a:ea typeface="Comic Sans MS"/>
                <a:cs typeface="Comic Sans MS"/>
              </a:rPr>
              <a:t>John M. Martinis...</a:t>
            </a:r>
          </a:p>
        </p:txBody>
      </p:sp>
      <p:sp>
        <p:nvSpPr>
          <p:cNvPr id="304" name="Reviewed text 43">
            <a:extLst xmlns:a="http://schemas.openxmlformats.org/drawingml/2006/main">
              <a:ext uri="{FF2B5EF4-FFF2-40B4-BE49-F238E27FC236}">
                <a16:creationId xmlns:a16="http://schemas.microsoft.com/office/drawing/2014/main" id="{973F7901-8AE9-4BF7-8106-2E3EFB71D7EB}"/>
              </a:ext>
            </a:extLst>
          </p:cNvPr>
          <p:cNvSpPr>
            <a:spLocks xmlns:a="http://schemas.openxmlformats.org/drawingml/2006/main" noGrp="1"/>
          </p:cNvSpPr>
          <p:nvPr/>
        </p:nvSpPr>
        <p:spPr>
          <a:xfrm xmlns:a="http://schemas.openxmlformats.org/drawingml/2006/main" rot="0">
            <a:off x="11897196" y="557043"/>
            <a:ext cx="821155" cy="24775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393" b="1" i="0">
                <a:solidFill>
                  <a:srgbClr val="101010"/>
                </a:solidFill>
                <a:latin typeface="Comic Sans MS"/>
                <a:ea typeface="Comic Sans MS"/>
                <a:cs typeface="Comic Sans MS"/>
              </a:defRPr>
            </a:defPPr>
          </a:lstStyle>
          <a:p xmlns:a="http://schemas.openxmlformats.org/drawingml/2006/main">
            <a:pPr algn="l">
              <a:lnSpc>
                <a:spcPct val="100000"/>
              </a:lnSpc>
              <a:buNone/>
              <a:defRPr sz="1393" b="1" i="0">
                <a:solidFill>
                  <a:srgbClr val="101010"/>
                </a:solidFill>
                <a:latin typeface="Comic Sans MS"/>
                <a:ea typeface="Comic Sans MS"/>
                <a:cs typeface="Comic Sans MS"/>
              </a:defRPr>
            </a:pPr>
            <a:r>
              <a:rPr sz="1393" b="1" i="0">
                <a:solidFill>
                  <a:srgbClr val="101010"/>
                </a:solidFill>
                <a:latin typeface="Comic Sans MS"/>
                <a:ea typeface="Comic Sans MS"/>
                <a:cs typeface="Comic Sans MS"/>
              </a:rPr>
              <a:t>Weather</a:t>
            </a:r>
          </a:p>
        </p:txBody>
      </p:sp>
      <p:sp>
        <p:nvSpPr>
          <p:cNvPr id="305" name="Reviewed text 44">
            <a:extLst xmlns:a="http://schemas.openxmlformats.org/drawingml/2006/main">
              <a:ext uri="{FF2B5EF4-FFF2-40B4-BE49-F238E27FC236}">
                <a16:creationId xmlns:a16="http://schemas.microsoft.com/office/drawing/2014/main" id="{738E375B-E598-4512-A0D6-FB10F9BF0A6B}"/>
              </a:ext>
            </a:extLst>
          </p:cNvPr>
          <p:cNvSpPr>
            <a:spLocks xmlns:a="http://schemas.openxmlformats.org/drawingml/2006/main" noGrp="1"/>
          </p:cNvSpPr>
          <p:nvPr/>
        </p:nvSpPr>
        <p:spPr>
          <a:xfrm xmlns:a="http://schemas.openxmlformats.org/drawingml/2006/main" rot="0">
            <a:off x="10522239" y="961964"/>
            <a:ext cx="3246426" cy="21748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223" b="0" i="0">
                <a:solidFill>
                  <a:srgbClr val="101010"/>
                </a:solidFill>
                <a:latin typeface="Comic Sans MS"/>
                <a:ea typeface="Comic Sans MS"/>
                <a:cs typeface="Comic Sans MS"/>
              </a:defRPr>
            </a:defPPr>
          </a:lstStyle>
          <a:p xmlns:a="http://schemas.openxmlformats.org/drawingml/2006/main">
            <a:pPr algn="l">
              <a:lnSpc>
                <a:spcPct val="100000"/>
              </a:lnSpc>
              <a:buNone/>
              <a:defRPr sz="1223" b="0" i="0">
                <a:solidFill>
                  <a:srgbClr val="101010"/>
                </a:solidFill>
                <a:latin typeface="Comic Sans MS"/>
                <a:ea typeface="Comic Sans MS"/>
                <a:cs typeface="Comic Sans MS"/>
              </a:defRPr>
            </a:pPr>
            <a:r>
              <a:rPr sz="1223" b="0" i="0">
                <a:solidFill>
                  <a:srgbClr val="101010"/>
                </a:solidFill>
                <a:latin typeface="Comic Sans MS"/>
                <a:ea typeface="Comic Sans MS"/>
                <a:cs typeface="Comic Sans MS"/>
              </a:rPr>
              <a:t>Generate an image of isometric 3D miniature</a:t>
            </a:r>
          </a:p>
        </p:txBody>
      </p:sp>
      <p:sp>
        <p:nvSpPr>
          <p:cNvPr id="306" name="Reviewed text 45">
            <a:extLst xmlns:a="http://schemas.openxmlformats.org/drawingml/2006/main">
              <a:ext uri="{FF2B5EF4-FFF2-40B4-BE49-F238E27FC236}">
                <a16:creationId xmlns:a16="http://schemas.microsoft.com/office/drawing/2014/main" id="{61ACB8C2-9515-44AC-B7DC-3C2B2570E64F}"/>
              </a:ext>
            </a:extLst>
          </p:cNvPr>
          <p:cNvSpPr>
            <a:spLocks xmlns:a="http://schemas.openxmlformats.org/drawingml/2006/main" noGrp="1"/>
          </p:cNvSpPr>
          <p:nvPr/>
        </p:nvSpPr>
        <p:spPr>
          <a:xfrm xmlns:a="http://schemas.openxmlformats.org/drawingml/2006/main" rot="0">
            <a:off x="10522239" y="1152068"/>
            <a:ext cx="3819325" cy="22418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261" b="0" i="0">
                <a:solidFill>
                  <a:srgbClr val="101010"/>
                </a:solidFill>
                <a:latin typeface="Comic Sans MS"/>
                <a:ea typeface="Comic Sans MS"/>
                <a:cs typeface="Comic Sans MS"/>
              </a:defRPr>
            </a:defPPr>
          </a:lstStyle>
          <a:p xmlns:a="http://schemas.openxmlformats.org/drawingml/2006/main">
            <a:pPr algn="l">
              <a:lnSpc>
                <a:spcPct val="100000"/>
              </a:lnSpc>
              <a:buNone/>
              <a:defRPr sz="1261" b="0" i="0">
                <a:solidFill>
                  <a:srgbClr val="101010"/>
                </a:solidFill>
                <a:latin typeface="Comic Sans MS"/>
                <a:ea typeface="Comic Sans MS"/>
                <a:cs typeface="Comic Sans MS"/>
              </a:defRPr>
            </a:pPr>
            <a:r>
              <a:rPr sz="1261" b="0" i="0">
                <a:solidFill>
                  <a:srgbClr val="101010"/>
                </a:solidFill>
                <a:latin typeface="Comic Sans MS"/>
                <a:ea typeface="Comic Sans MS"/>
                <a:cs typeface="Comic Sans MS"/>
              </a:rPr>
              <a:t>cartoon </a:t>
            </a:r>
            <a:r>
              <a:rPr sz="1261" b="1" i="0">
                <a:solidFill>
                  <a:srgbClr val="101010"/>
                </a:solidFill>
                <a:latin typeface="Comic Sans MS"/>
                <a:ea typeface="Comic Sans MS"/>
                <a:cs typeface="Comic Sans MS"/>
              </a:rPr>
              <a:t>Las Vegas</a:t>
            </a:r>
            <a:r>
              <a:rPr sz="1261" b="0" i="0">
                <a:solidFill>
                  <a:srgbClr val="101010"/>
                </a:solidFill>
                <a:latin typeface="Comic Sans MS"/>
                <a:ea typeface="Comic Sans MS"/>
                <a:cs typeface="Comic Sans MS"/>
              </a:rPr>
              <a:t> scene with weather in August 5.</a:t>
            </a:r>
          </a:p>
        </p:txBody>
      </p:sp>
      <p:sp>
        <p:nvSpPr>
          <p:cNvPr id="307" name="Reviewed text 46">
            <a:extLst xmlns:a="http://schemas.openxmlformats.org/drawingml/2006/main">
              <a:ext uri="{FF2B5EF4-FFF2-40B4-BE49-F238E27FC236}">
                <a16:creationId xmlns:a16="http://schemas.microsoft.com/office/drawing/2014/main" id="{3972E309-A754-4E87-8F64-715BE42BC305}"/>
              </a:ext>
            </a:extLst>
          </p:cNvPr>
          <p:cNvSpPr>
            <a:spLocks xmlns:a="http://schemas.openxmlformats.org/drawingml/2006/main" noGrp="1"/>
          </p:cNvSpPr>
          <p:nvPr/>
        </p:nvSpPr>
        <p:spPr>
          <a:xfrm xmlns:a="http://schemas.openxmlformats.org/drawingml/2006/main" rot="0">
            <a:off x="10655915" y="1609205"/>
            <a:ext cx="1269925" cy="15912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895" b="0" i="0">
                <a:solidFill>
                  <a:srgbClr val="101010"/>
                </a:solidFill>
                <a:latin typeface="Comic Sans MS"/>
                <a:ea typeface="Comic Sans MS"/>
                <a:cs typeface="Comic Sans MS"/>
              </a:defRPr>
            </a:defPPr>
          </a:lstStyle>
          <a:p xmlns:a="http://schemas.openxmlformats.org/drawingml/2006/main">
            <a:pPr algn="l">
              <a:lnSpc>
                <a:spcPct val="100000"/>
              </a:lnSpc>
              <a:buNone/>
              <a:defRPr sz="895" b="0" i="0">
                <a:solidFill>
                  <a:srgbClr val="101010"/>
                </a:solidFill>
                <a:latin typeface="Comic Sans MS"/>
                <a:ea typeface="Comic Sans MS"/>
                <a:cs typeface="Comic Sans MS"/>
              </a:defRPr>
            </a:pPr>
            <a:r>
              <a:rPr sz="895" b="0" i="0">
                <a:solidFill>
                  <a:srgbClr val="101010"/>
                </a:solidFill>
                <a:latin typeface="Comic Sans MS"/>
                <a:ea typeface="Comic Sans MS"/>
                <a:cs typeface="Comic Sans MS"/>
              </a:rPr>
              <a:t>The typical high and low</a:t>
            </a:r>
          </a:p>
        </p:txBody>
      </p:sp>
      <p:sp>
        <p:nvSpPr>
          <p:cNvPr id="308" name="Reviewed text 47">
            <a:extLst xmlns:a="http://schemas.openxmlformats.org/drawingml/2006/main">
              <a:ext uri="{FF2B5EF4-FFF2-40B4-BE49-F238E27FC236}">
                <a16:creationId xmlns:a16="http://schemas.microsoft.com/office/drawing/2014/main" id="{3C4263FB-97D0-4981-AFB2-9EDBF3BA1E86}"/>
              </a:ext>
            </a:extLst>
          </p:cNvPr>
          <p:cNvSpPr>
            <a:spLocks xmlns:a="http://schemas.openxmlformats.org/drawingml/2006/main" noGrp="1"/>
          </p:cNvSpPr>
          <p:nvPr/>
        </p:nvSpPr>
        <p:spPr>
          <a:xfrm xmlns:a="http://schemas.openxmlformats.org/drawingml/2006/main" rot="0">
            <a:off x="10655915" y="1742811"/>
            <a:ext cx="1680503" cy="15967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898" b="0" i="0">
                <a:solidFill>
                  <a:srgbClr val="101010"/>
                </a:solidFill>
                <a:latin typeface="Comic Sans MS"/>
                <a:ea typeface="Comic Sans MS"/>
                <a:cs typeface="Comic Sans MS"/>
              </a:defRPr>
            </a:defPPr>
          </a:lstStyle>
          <a:p xmlns:a="http://schemas.openxmlformats.org/drawingml/2006/main">
            <a:pPr algn="l">
              <a:lnSpc>
                <a:spcPct val="100000"/>
              </a:lnSpc>
              <a:buNone/>
              <a:defRPr sz="898" b="0" i="0">
                <a:solidFill>
                  <a:srgbClr val="101010"/>
                </a:solidFill>
                <a:latin typeface="Comic Sans MS"/>
                <a:ea typeface="Comic Sans MS"/>
                <a:cs typeface="Comic Sans MS"/>
              </a:defRPr>
            </a:pPr>
            <a:r>
              <a:rPr sz="898" b="0" i="0">
                <a:solidFill>
                  <a:srgbClr val="101010"/>
                </a:solidFill>
                <a:latin typeface="Comic Sans MS"/>
                <a:ea typeface="Comic Sans MS"/>
                <a:cs typeface="Comic Sans MS"/>
              </a:rPr>
              <a:t>temperatures around August 15</a:t>
            </a:r>
          </a:p>
        </p:txBody>
      </p:sp>
      <p:sp>
        <p:nvSpPr>
          <p:cNvPr id="309" name="Reviewed text 48">
            <a:extLst xmlns:a="http://schemas.openxmlformats.org/drawingml/2006/main">
              <a:ext uri="{FF2B5EF4-FFF2-40B4-BE49-F238E27FC236}">
                <a16:creationId xmlns:a16="http://schemas.microsoft.com/office/drawing/2014/main" id="{BA9C2689-9B08-4D32-804C-9E0151F2E049}"/>
              </a:ext>
            </a:extLst>
          </p:cNvPr>
          <p:cNvSpPr>
            <a:spLocks xmlns:a="http://schemas.openxmlformats.org/drawingml/2006/main" noGrp="1"/>
          </p:cNvSpPr>
          <p:nvPr/>
        </p:nvSpPr>
        <p:spPr>
          <a:xfrm xmlns:a="http://schemas.openxmlformats.org/drawingml/2006/main" rot="0">
            <a:off x="10646367" y="1880078"/>
            <a:ext cx="1699599" cy="13174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741" b="0" i="0">
                <a:solidFill>
                  <a:srgbClr val="101010"/>
                </a:solidFill>
                <a:latin typeface="Comic Sans MS"/>
                <a:ea typeface="Comic Sans MS"/>
                <a:cs typeface="Comic Sans MS"/>
              </a:defRPr>
            </a:defPPr>
          </a:lstStyle>
          <a:p xmlns:a="http://schemas.openxmlformats.org/drawingml/2006/main">
            <a:pPr algn="l">
              <a:lnSpc>
                <a:spcPct val="100000"/>
              </a:lnSpc>
              <a:buNone/>
              <a:defRPr sz="741" b="0" i="0">
                <a:solidFill>
                  <a:srgbClr val="101010"/>
                </a:solidFill>
                <a:latin typeface="Comic Sans MS"/>
                <a:ea typeface="Comic Sans MS"/>
                <a:cs typeface="Comic Sans MS"/>
              </a:defRPr>
            </a:pPr>
            <a:r>
              <a:rPr sz="741" b="0" i="0">
                <a:solidFill>
                  <a:srgbClr val="101010"/>
                </a:solidFill>
                <a:latin typeface="Comic Sans MS"/>
                <a:ea typeface="Comic Sans MS"/>
                <a:cs typeface="Comic Sans MS"/>
              </a:rPr>
              <a:t>are about 41°C for the high and</a:t>
            </a:r>
          </a:p>
        </p:txBody>
      </p:sp>
      <p:sp>
        <p:nvSpPr>
          <p:cNvPr id="310" name="Reviewed text 49">
            <a:extLst xmlns:a="http://schemas.openxmlformats.org/drawingml/2006/main">
              <a:ext uri="{FF2B5EF4-FFF2-40B4-BE49-F238E27FC236}">
                <a16:creationId xmlns:a16="http://schemas.microsoft.com/office/drawing/2014/main" id="{DA51B87D-88D7-48A4-824D-15831DB9812F}"/>
              </a:ext>
            </a:extLst>
          </p:cNvPr>
          <p:cNvSpPr>
            <a:spLocks xmlns:a="http://schemas.openxmlformats.org/drawingml/2006/main" noGrp="1"/>
          </p:cNvSpPr>
          <p:nvPr/>
        </p:nvSpPr>
        <p:spPr>
          <a:xfrm xmlns:a="http://schemas.openxmlformats.org/drawingml/2006/main" rot="0">
            <a:off x="10655915" y="2023340"/>
            <a:ext cx="1355860" cy="13144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739" b="0" i="0">
                <a:solidFill>
                  <a:srgbClr val="101010"/>
                </a:solidFill>
                <a:latin typeface="Comic Sans MS"/>
                <a:ea typeface="Comic Sans MS"/>
                <a:cs typeface="Comic Sans MS"/>
              </a:defRPr>
            </a:defPPr>
          </a:lstStyle>
          <a:p xmlns:a="http://schemas.openxmlformats.org/drawingml/2006/main">
            <a:pPr algn="l">
              <a:lnSpc>
                <a:spcPct val="100000"/>
              </a:lnSpc>
              <a:buNone/>
              <a:defRPr sz="739" b="0" i="0">
                <a:solidFill>
                  <a:srgbClr val="101010"/>
                </a:solidFill>
                <a:latin typeface="Comic Sans MS"/>
                <a:ea typeface="Comic Sans MS"/>
                <a:cs typeface="Comic Sans MS"/>
              </a:defRPr>
            </a:pPr>
            <a:r>
              <a:rPr sz="739" b="0" i="0">
                <a:solidFill>
                  <a:srgbClr val="101010"/>
                </a:solidFill>
                <a:latin typeface="Comic Sans MS"/>
                <a:ea typeface="Comic Sans MS"/>
                <a:cs typeface="Comic Sans MS"/>
              </a:rPr>
              <a:t>29°C for the low in Las Vegas...</a:t>
            </a:r>
          </a:p>
        </p:txBody>
      </p:sp>
      <p:sp>
        <p:nvSpPr>
          <p:cNvPr id="311" name="Reviewed text 55">
            <a:extLst xmlns:a="http://schemas.openxmlformats.org/drawingml/2006/main">
              <a:ext uri="{FF2B5EF4-FFF2-40B4-BE49-F238E27FC236}">
                <a16:creationId xmlns:a16="http://schemas.microsoft.com/office/drawing/2014/main" id="{76A3119A-D766-4D33-8B65-73ECBEDBD60A}"/>
              </a:ext>
            </a:extLst>
          </p:cNvPr>
          <p:cNvSpPr>
            <a:spLocks xmlns:a="http://schemas.openxmlformats.org/drawingml/2006/main" noGrp="1"/>
          </p:cNvSpPr>
          <p:nvPr/>
        </p:nvSpPr>
        <p:spPr>
          <a:xfrm xmlns:a="http://schemas.openxmlformats.org/drawingml/2006/main" rot="0">
            <a:off x="16728641" y="557043"/>
            <a:ext cx="926186" cy="24775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393" b="1" i="0">
                <a:solidFill>
                  <a:srgbClr val="101010"/>
                </a:solidFill>
                <a:latin typeface="Comic Sans MS"/>
                <a:ea typeface="Comic Sans MS"/>
                <a:cs typeface="Comic Sans MS"/>
              </a:defRPr>
            </a:defPPr>
          </a:lstStyle>
          <a:p xmlns:a="http://schemas.openxmlformats.org/drawingml/2006/main">
            <a:pPr algn="l">
              <a:lnSpc>
                <a:spcPct val="100000"/>
              </a:lnSpc>
              <a:buNone/>
              <a:defRPr sz="1393" b="1" i="0">
                <a:solidFill>
                  <a:srgbClr val="101010"/>
                </a:solidFill>
                <a:latin typeface="Comic Sans MS"/>
                <a:ea typeface="Comic Sans MS"/>
                <a:cs typeface="Comic Sans MS"/>
              </a:defRPr>
            </a:pPr>
            <a:r>
              <a:rPr sz="1393" b="1" i="0">
                <a:solidFill>
                  <a:srgbClr val="101010"/>
                </a:solidFill>
                <a:latin typeface="Comic Sans MS"/>
                <a:ea typeface="Comic Sans MS"/>
                <a:cs typeface="Comic Sans MS"/>
              </a:rPr>
              <a:t>Character</a:t>
            </a:r>
          </a:p>
        </p:txBody>
      </p:sp>
      <p:sp>
        <p:nvSpPr>
          <p:cNvPr id="312" name="Reviewed text 56">
            <a:extLst xmlns:a="http://schemas.openxmlformats.org/drawingml/2006/main">
              <a:ext uri="{FF2B5EF4-FFF2-40B4-BE49-F238E27FC236}">
                <a16:creationId xmlns:a16="http://schemas.microsoft.com/office/drawing/2014/main" id="{A160F1DD-3746-4ED2-AD31-F50451F67EC2}"/>
              </a:ext>
            </a:extLst>
          </p:cNvPr>
          <p:cNvSpPr>
            <a:spLocks xmlns:a="http://schemas.openxmlformats.org/drawingml/2006/main" noGrp="1"/>
          </p:cNvSpPr>
          <p:nvPr/>
        </p:nvSpPr>
        <p:spPr>
          <a:xfrm xmlns:a="http://schemas.openxmlformats.org/drawingml/2006/main" rot="0">
            <a:off x="15325040" y="876092"/>
            <a:ext cx="3676100" cy="21699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220" b="0" i="0">
                <a:solidFill>
                  <a:srgbClr val="101010"/>
                </a:solidFill>
                <a:latin typeface="Comic Sans MS"/>
                <a:ea typeface="Comic Sans MS"/>
                <a:cs typeface="Comic Sans MS"/>
              </a:defRPr>
            </a:defPPr>
          </a:lstStyle>
          <a:p xmlns:a="http://schemas.openxmlformats.org/drawingml/2006/main">
            <a:pPr algn="l">
              <a:lnSpc>
                <a:spcPct val="100000"/>
              </a:lnSpc>
              <a:buNone/>
              <a:defRPr sz="1220" b="0" i="0">
                <a:solidFill>
                  <a:srgbClr val="101010"/>
                </a:solidFill>
                <a:latin typeface="Comic Sans MS"/>
                <a:ea typeface="Comic Sans MS"/>
                <a:cs typeface="Comic Sans MS"/>
              </a:defRPr>
            </a:pPr>
            <a:r>
              <a:rPr sz="1220" b="0" i="0">
                <a:solidFill>
                  <a:srgbClr val="101010"/>
                </a:solidFill>
                <a:latin typeface="Comic Sans MS"/>
                <a:ea typeface="Comic Sans MS"/>
                <a:cs typeface="Comic Sans MS"/>
              </a:rPr>
              <a:t>Generate an image of </a:t>
            </a:r>
            <a:r>
              <a:rPr sz="1220" b="1" i="0">
                <a:solidFill>
                  <a:srgbClr val="101010"/>
                </a:solidFill>
                <a:latin typeface="Comic Sans MS"/>
                <a:ea typeface="Comic Sans MS"/>
                <a:cs typeface="Comic Sans MS"/>
              </a:rPr>
              <a:t>Anna Yanami</a:t>
            </a:r>
            <a:r>
              <a:rPr sz="1220" b="0" i="0">
                <a:solidFill>
                  <a:srgbClr val="101010"/>
                </a:solidFill>
                <a:latin typeface="Comic Sans MS"/>
                <a:ea typeface="Comic Sans MS"/>
                <a:cs typeface="Comic Sans MS"/>
              </a:rPr>
              <a:t> from 'Makeine:</a:t>
            </a:r>
          </a:p>
        </p:txBody>
      </p:sp>
      <p:sp>
        <p:nvSpPr>
          <p:cNvPr id="313" name="Reviewed text 57">
            <a:extLst xmlns:a="http://schemas.openxmlformats.org/drawingml/2006/main">
              <a:ext uri="{FF2B5EF4-FFF2-40B4-BE49-F238E27FC236}">
                <a16:creationId xmlns:a16="http://schemas.microsoft.com/office/drawing/2014/main" id="{44D76F39-D9D8-4583-BBEA-8DDC96F3CDA8}"/>
              </a:ext>
            </a:extLst>
          </p:cNvPr>
          <p:cNvSpPr>
            <a:spLocks xmlns:a="http://schemas.openxmlformats.org/drawingml/2006/main" noGrp="1"/>
          </p:cNvSpPr>
          <p:nvPr/>
        </p:nvSpPr>
        <p:spPr>
          <a:xfrm xmlns:a="http://schemas.openxmlformats.org/drawingml/2006/main" rot="0">
            <a:off x="15325040" y="1048156"/>
            <a:ext cx="3819325" cy="21548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212" b="0" i="0">
                <a:solidFill>
                  <a:srgbClr val="101010"/>
                </a:solidFill>
                <a:latin typeface="Comic Sans MS"/>
                <a:ea typeface="Comic Sans MS"/>
                <a:cs typeface="Comic Sans MS"/>
              </a:defRPr>
            </a:defPPr>
          </a:lstStyle>
          <a:p xmlns:a="http://schemas.openxmlformats.org/drawingml/2006/main">
            <a:pPr algn="l">
              <a:lnSpc>
                <a:spcPct val="100000"/>
              </a:lnSpc>
              <a:buNone/>
              <a:defRPr sz="1212" b="0" i="0">
                <a:solidFill>
                  <a:srgbClr val="101010"/>
                </a:solidFill>
                <a:latin typeface="Comic Sans MS"/>
                <a:ea typeface="Comic Sans MS"/>
                <a:cs typeface="Comic Sans MS"/>
              </a:defRPr>
            </a:pPr>
            <a:r>
              <a:rPr sz="1212" b="1" i="0">
                <a:solidFill>
                  <a:srgbClr val="101010"/>
                </a:solidFill>
                <a:latin typeface="Comic Sans MS"/>
                <a:ea typeface="Comic Sans MS"/>
                <a:cs typeface="Comic Sans MS"/>
              </a:rPr>
              <a:t>Too Many Losing Heroines!</a:t>
            </a:r>
            <a:r>
              <a:rPr sz="1212" b="0" i="0">
                <a:solidFill>
                  <a:srgbClr val="101010"/>
                </a:solidFill>
                <a:latin typeface="Comic Sans MS"/>
                <a:ea typeface="Comic Sans MS"/>
                <a:cs typeface="Comic Sans MS"/>
              </a:rPr>
              <a:t>' next to a birthday cake,</a:t>
            </a:r>
          </a:p>
        </p:txBody>
      </p:sp>
      <p:sp>
        <p:nvSpPr>
          <p:cNvPr id="314" name="Reviewed text 58">
            <a:extLst xmlns:a="http://schemas.openxmlformats.org/drawingml/2006/main">
              <a:ext uri="{FF2B5EF4-FFF2-40B4-BE49-F238E27FC236}">
                <a16:creationId xmlns:a16="http://schemas.microsoft.com/office/drawing/2014/main" id="{F51C619F-AD0D-43D9-A484-2B4DE46C3D62}"/>
              </a:ext>
            </a:extLst>
          </p:cNvPr>
          <p:cNvSpPr>
            <a:spLocks xmlns:a="http://schemas.openxmlformats.org/drawingml/2006/main" noGrp="1"/>
          </p:cNvSpPr>
          <p:nvPr/>
        </p:nvSpPr>
        <p:spPr>
          <a:xfrm xmlns:a="http://schemas.openxmlformats.org/drawingml/2006/main" rot="0">
            <a:off x="15325040" y="1248786"/>
            <a:ext cx="2339336" cy="2145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207" b="0" i="0">
                <a:solidFill>
                  <a:srgbClr val="101010"/>
                </a:solidFill>
                <a:latin typeface="Comic Sans MS"/>
                <a:ea typeface="Comic Sans MS"/>
                <a:cs typeface="Comic Sans MS"/>
              </a:defRPr>
            </a:defPPr>
          </a:lstStyle>
          <a:p xmlns:a="http://schemas.openxmlformats.org/drawingml/2006/main">
            <a:pPr algn="l">
              <a:lnSpc>
                <a:spcPct val="100000"/>
              </a:lnSpc>
              <a:buNone/>
              <a:defRPr sz="1207" b="0" i="0">
                <a:solidFill>
                  <a:srgbClr val="101010"/>
                </a:solidFill>
                <a:latin typeface="Comic Sans MS"/>
                <a:ea typeface="Comic Sans MS"/>
                <a:cs typeface="Comic Sans MS"/>
              </a:defRPr>
            </a:pPr>
            <a:r>
              <a:rPr sz="1207" b="0" i="0">
                <a:solidFill>
                  <a:srgbClr val="101010"/>
                </a:solidFill>
                <a:latin typeface="Comic Sans MS"/>
                <a:ea typeface="Comic Sans MS"/>
                <a:cs typeface="Comic Sans MS"/>
              </a:rPr>
              <a:t>with cream smeared on her face.</a:t>
            </a:r>
          </a:p>
        </p:txBody>
      </p:sp>
      <p:sp>
        <p:nvSpPr>
          <p:cNvPr id="315" name="Reviewed text 59">
            <a:extLst xmlns:a="http://schemas.openxmlformats.org/drawingml/2006/main">
              <a:ext uri="{FF2B5EF4-FFF2-40B4-BE49-F238E27FC236}">
                <a16:creationId xmlns:a16="http://schemas.microsoft.com/office/drawing/2014/main" id="{0708F24B-BB48-44CC-AE96-D837934CFFB3}"/>
              </a:ext>
            </a:extLst>
          </p:cNvPr>
          <p:cNvSpPr>
            <a:spLocks xmlns:a="http://schemas.openxmlformats.org/drawingml/2006/main" noGrp="1"/>
          </p:cNvSpPr>
          <p:nvPr/>
        </p:nvSpPr>
        <p:spPr>
          <a:xfrm xmlns:a="http://schemas.openxmlformats.org/drawingml/2006/main" rot="0">
            <a:off x="15458716" y="1588666"/>
            <a:ext cx="1804631" cy="17034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958" b="0" i="0">
                <a:solidFill>
                  <a:srgbClr val="101010"/>
                </a:solidFill>
                <a:latin typeface="Comic Sans MS"/>
                <a:ea typeface="Comic Sans MS"/>
                <a:cs typeface="Comic Sans MS"/>
              </a:defRPr>
            </a:defPPr>
          </a:lstStyle>
          <a:p xmlns:a="http://schemas.openxmlformats.org/drawingml/2006/main">
            <a:pPr algn="l">
              <a:lnSpc>
                <a:spcPct val="100000"/>
              </a:lnSpc>
              <a:buNone/>
              <a:defRPr sz="958" b="0" i="0">
                <a:solidFill>
                  <a:srgbClr val="101010"/>
                </a:solidFill>
                <a:latin typeface="Comic Sans MS"/>
                <a:ea typeface="Comic Sans MS"/>
                <a:cs typeface="Comic Sans MS"/>
              </a:defRPr>
            </a:pPr>
            <a:r>
              <a:rPr sz="958" b="0" i="0">
                <a:solidFill>
                  <a:srgbClr val="101010"/>
                </a:solidFill>
                <a:latin typeface="Comic Sans MS"/>
                <a:ea typeface="Comic Sans MS"/>
                <a:cs typeface="Comic Sans MS"/>
              </a:rPr>
              <a:t>Anna Yanami has medium-length</a:t>
            </a:r>
          </a:p>
        </p:txBody>
      </p:sp>
      <p:sp>
        <p:nvSpPr>
          <p:cNvPr id="316" name="Reviewed text 60">
            <a:extLst xmlns:a="http://schemas.openxmlformats.org/drawingml/2006/main">
              <a:ext uri="{FF2B5EF4-FFF2-40B4-BE49-F238E27FC236}">
                <a16:creationId xmlns:a16="http://schemas.microsoft.com/office/drawing/2014/main" id="{149494BF-5F0C-4C91-95BA-33472696D282}"/>
              </a:ext>
            </a:extLst>
          </p:cNvPr>
          <p:cNvSpPr>
            <a:spLocks xmlns:a="http://schemas.openxmlformats.org/drawingml/2006/main" noGrp="1"/>
          </p:cNvSpPr>
          <p:nvPr/>
        </p:nvSpPr>
        <p:spPr>
          <a:xfrm xmlns:a="http://schemas.openxmlformats.org/drawingml/2006/main" rot="0">
            <a:off x="15458716" y="1741390"/>
            <a:ext cx="1804631" cy="17072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960" b="0" i="0">
                <a:solidFill>
                  <a:srgbClr val="101010"/>
                </a:solidFill>
                <a:latin typeface="Comic Sans MS"/>
                <a:ea typeface="Comic Sans MS"/>
                <a:cs typeface="Comic Sans MS"/>
              </a:defRPr>
            </a:defPPr>
          </a:lstStyle>
          <a:p xmlns:a="http://schemas.openxmlformats.org/drawingml/2006/main">
            <a:pPr algn="l">
              <a:lnSpc>
                <a:spcPct val="100000"/>
              </a:lnSpc>
              <a:buNone/>
              <a:defRPr sz="960" b="0" i="0">
                <a:solidFill>
                  <a:srgbClr val="101010"/>
                </a:solidFill>
                <a:latin typeface="Comic Sans MS"/>
                <a:ea typeface="Comic Sans MS"/>
                <a:cs typeface="Comic Sans MS"/>
              </a:defRPr>
            </a:pPr>
            <a:r>
              <a:rPr sz="960" b="0" i="0">
                <a:solidFill>
                  <a:srgbClr val="101010"/>
                </a:solidFill>
                <a:latin typeface="Comic Sans MS"/>
                <a:ea typeface="Comic Sans MS"/>
                <a:cs typeface="Comic Sans MS"/>
              </a:rPr>
              <a:t>wavy dark blue hair, wearing a</a:t>
            </a:r>
          </a:p>
        </p:txBody>
      </p:sp>
      <p:sp>
        <p:nvSpPr>
          <p:cNvPr id="317" name="Reviewed text 61">
            <a:extLst xmlns:a="http://schemas.openxmlformats.org/drawingml/2006/main">
              <a:ext uri="{FF2B5EF4-FFF2-40B4-BE49-F238E27FC236}">
                <a16:creationId xmlns:a16="http://schemas.microsoft.com/office/drawing/2014/main" id="{FE1BF911-C145-40B2-9122-CF89C6A58E6B}"/>
              </a:ext>
            </a:extLst>
          </p:cNvPr>
          <p:cNvSpPr>
            <a:spLocks xmlns:a="http://schemas.openxmlformats.org/drawingml/2006/main" noGrp="1"/>
          </p:cNvSpPr>
          <p:nvPr/>
        </p:nvSpPr>
        <p:spPr>
          <a:xfrm xmlns:a="http://schemas.openxmlformats.org/drawingml/2006/main" rot="0">
            <a:off x="15458716" y="1886203"/>
            <a:ext cx="1804631" cy="15836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891" b="0" i="0">
                <a:solidFill>
                  <a:srgbClr val="101010"/>
                </a:solidFill>
                <a:latin typeface="Comic Sans MS"/>
                <a:ea typeface="Comic Sans MS"/>
                <a:cs typeface="Comic Sans MS"/>
              </a:defRPr>
            </a:defPPr>
          </a:lstStyle>
          <a:p xmlns:a="http://schemas.openxmlformats.org/drawingml/2006/main">
            <a:pPr algn="l">
              <a:lnSpc>
                <a:spcPct val="100000"/>
              </a:lnSpc>
              <a:buNone/>
              <a:defRPr sz="891" b="0" i="0">
                <a:solidFill>
                  <a:srgbClr val="101010"/>
                </a:solidFill>
                <a:latin typeface="Comic Sans MS"/>
                <a:ea typeface="Comic Sans MS"/>
                <a:cs typeface="Comic Sans MS"/>
              </a:defRPr>
            </a:pPr>
            <a:r>
              <a:rPr sz="891" b="0" i="0">
                <a:solidFill>
                  <a:srgbClr val="101010"/>
                </a:solidFill>
                <a:latin typeface="Comic Sans MS"/>
                <a:ea typeface="Comic Sans MS"/>
                <a:cs typeface="Comic Sans MS"/>
              </a:rPr>
              <a:t>short-sleeved white school blouse</a:t>
            </a:r>
          </a:p>
        </p:txBody>
      </p:sp>
      <p:sp>
        <p:nvSpPr>
          <p:cNvPr id="318" name="Reviewed text 62">
            <a:extLst xmlns:a="http://schemas.openxmlformats.org/drawingml/2006/main">
              <a:ext uri="{FF2B5EF4-FFF2-40B4-BE49-F238E27FC236}">
                <a16:creationId xmlns:a16="http://schemas.microsoft.com/office/drawing/2014/main" id="{099941AD-B01A-4946-A9AA-27DE1CCFD22D}"/>
              </a:ext>
            </a:extLst>
          </p:cNvPr>
          <p:cNvSpPr>
            <a:spLocks xmlns:a="http://schemas.openxmlformats.org/drawingml/2006/main" noGrp="1"/>
          </p:cNvSpPr>
          <p:nvPr/>
        </p:nvSpPr>
        <p:spPr>
          <a:xfrm xmlns:a="http://schemas.openxmlformats.org/drawingml/2006/main" rot="0">
            <a:off x="15458716" y="2023593"/>
            <a:ext cx="954831" cy="12948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728" b="0" i="0">
                <a:solidFill>
                  <a:srgbClr val="101010"/>
                </a:solidFill>
                <a:latin typeface="Comic Sans MS"/>
                <a:ea typeface="Comic Sans MS"/>
                <a:cs typeface="Comic Sans MS"/>
              </a:defRPr>
            </a:defPPr>
          </a:lstStyle>
          <a:p xmlns:a="http://schemas.openxmlformats.org/drawingml/2006/main">
            <a:pPr algn="l">
              <a:lnSpc>
                <a:spcPct val="100000"/>
              </a:lnSpc>
              <a:buNone/>
              <a:defRPr sz="728" b="0" i="0">
                <a:solidFill>
                  <a:srgbClr val="101010"/>
                </a:solidFill>
                <a:latin typeface="Comic Sans MS"/>
                <a:ea typeface="Comic Sans MS"/>
                <a:cs typeface="Comic Sans MS"/>
              </a:defRPr>
            </a:pPr>
            <a:r>
              <a:rPr sz="728" b="0" i="0">
                <a:solidFill>
                  <a:srgbClr val="101010"/>
                </a:solidFill>
                <a:latin typeface="Comic Sans MS"/>
                <a:ea typeface="Comic Sans MS"/>
                <a:cs typeface="Comic Sans MS"/>
              </a:rPr>
              <a:t>with four large bows...</a:t>
            </a:r>
          </a:p>
        </p:txBody>
      </p:sp>
      <p:sp>
        <p:nvSpPr>
          <p:cNvPr id="319" name="Reviewed text 63">
            <a:extLst xmlns:a="http://schemas.openxmlformats.org/drawingml/2006/main">
              <a:ext uri="{FF2B5EF4-FFF2-40B4-BE49-F238E27FC236}">
                <a16:creationId xmlns:a16="http://schemas.microsoft.com/office/drawing/2014/main" id="{58716BBA-A6FF-4744-A9C4-AFFDCA322C08}"/>
              </a:ext>
            </a:extLst>
          </p:cNvPr>
          <p:cNvSpPr>
            <a:spLocks xmlns:a="http://schemas.openxmlformats.org/drawingml/2006/main" noGrp="1"/>
          </p:cNvSpPr>
          <p:nvPr/>
        </p:nvSpPr>
        <p:spPr>
          <a:xfrm xmlns:a="http://schemas.openxmlformats.org/drawingml/2006/main" rot="0">
            <a:off x="16967349" y="3610289"/>
            <a:ext cx="486964" cy="26497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490" b="1" i="0">
                <a:solidFill>
                  <a:srgbClr val="101010"/>
                </a:solidFill>
                <a:latin typeface="Comic Sans MS"/>
                <a:ea typeface="Comic Sans MS"/>
                <a:cs typeface="Comic Sans MS"/>
              </a:defRPr>
            </a:defPPr>
          </a:lstStyle>
          <a:p xmlns:a="http://schemas.openxmlformats.org/drawingml/2006/main">
            <a:pPr algn="l">
              <a:lnSpc>
                <a:spcPct val="100000"/>
              </a:lnSpc>
              <a:buNone/>
              <a:defRPr sz="1490" b="1" i="0">
                <a:solidFill>
                  <a:srgbClr val="101010"/>
                </a:solidFill>
                <a:latin typeface="Comic Sans MS"/>
                <a:ea typeface="Comic Sans MS"/>
                <a:cs typeface="Comic Sans MS"/>
              </a:defRPr>
            </a:pPr>
            <a:r>
              <a:rPr sz="1490" b="1" i="0">
                <a:solidFill>
                  <a:srgbClr val="101010"/>
                </a:solidFill>
                <a:latin typeface="Comic Sans MS"/>
                <a:ea typeface="Comic Sans MS"/>
                <a:cs typeface="Comic Sans MS"/>
              </a:rPr>
              <a:t>Math</a:t>
            </a:r>
          </a:p>
        </p:txBody>
      </p:sp>
      <p:sp>
        <p:nvSpPr>
          <p:cNvPr id="320" name="Reviewed text 64">
            <a:extLst xmlns:a="http://schemas.openxmlformats.org/drawingml/2006/main">
              <a:ext uri="{FF2B5EF4-FFF2-40B4-BE49-F238E27FC236}">
                <a16:creationId xmlns:a16="http://schemas.microsoft.com/office/drawing/2014/main" id="{1C65FDB4-4591-4486-9DDA-D44FEE281C71}"/>
              </a:ext>
            </a:extLst>
          </p:cNvPr>
          <p:cNvSpPr>
            <a:spLocks xmlns:a="http://schemas.openxmlformats.org/drawingml/2006/main" noGrp="1"/>
          </p:cNvSpPr>
          <p:nvPr/>
        </p:nvSpPr>
        <p:spPr>
          <a:xfrm xmlns:a="http://schemas.openxmlformats.org/drawingml/2006/main" rot="0">
            <a:off x="15391878" y="3960627"/>
            <a:ext cx="2196112" cy="21364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202" b="0" i="0">
                <a:solidFill>
                  <a:srgbClr val="101010"/>
                </a:solidFill>
                <a:latin typeface="Comic Sans MS"/>
                <a:ea typeface="Comic Sans MS"/>
                <a:cs typeface="Comic Sans MS"/>
              </a:defRPr>
            </a:defPPr>
          </a:lstStyle>
          <a:p xmlns:a="http://schemas.openxmlformats.org/drawingml/2006/main">
            <a:pPr algn="l">
              <a:lnSpc>
                <a:spcPct val="100000"/>
              </a:lnSpc>
              <a:buNone/>
              <a:defRPr sz="1202" b="0" i="0">
                <a:solidFill>
                  <a:srgbClr val="101010"/>
                </a:solidFill>
                <a:latin typeface="Comic Sans MS"/>
                <a:ea typeface="Comic Sans MS"/>
                <a:cs typeface="Comic Sans MS"/>
              </a:defRPr>
            </a:pPr>
            <a:r>
              <a:rPr sz="1202" b="0" i="0">
                <a:solidFill>
                  <a:srgbClr val="101010"/>
                </a:solidFill>
                <a:latin typeface="Comic Sans MS"/>
                <a:ea typeface="Comic Sans MS"/>
                <a:cs typeface="Comic Sans MS"/>
              </a:rPr>
              <a:t>Generate an image showing the</a:t>
            </a:r>
          </a:p>
        </p:txBody>
      </p:sp>
      <p:sp>
        <p:nvSpPr>
          <p:cNvPr id="321" name="Reviewed text 65">
            <a:extLst xmlns:a="http://schemas.openxmlformats.org/drawingml/2006/main">
              <a:ext uri="{FF2B5EF4-FFF2-40B4-BE49-F238E27FC236}">
                <a16:creationId xmlns:a16="http://schemas.microsoft.com/office/drawing/2014/main" id="{451DC1C2-D6BC-49E5-ADD0-DA65FEB3710D}"/>
              </a:ext>
            </a:extLst>
          </p:cNvPr>
          <p:cNvSpPr>
            <a:spLocks xmlns:a="http://schemas.openxmlformats.org/drawingml/2006/main" noGrp="1"/>
          </p:cNvSpPr>
          <p:nvPr/>
        </p:nvSpPr>
        <p:spPr>
          <a:xfrm xmlns:a="http://schemas.openxmlformats.org/drawingml/2006/main" rot="0">
            <a:off x="15391878" y="4150500"/>
            <a:ext cx="2816752" cy="22215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249" b="0" i="0">
                <a:solidFill>
                  <a:srgbClr val="101010"/>
                </a:solidFill>
                <a:latin typeface="Comic Sans MS"/>
                <a:ea typeface="Comic Sans MS"/>
                <a:cs typeface="Comic Sans MS"/>
              </a:defRPr>
            </a:defPPr>
          </a:lstStyle>
          <a:p xmlns:a="http://schemas.openxmlformats.org/drawingml/2006/main">
            <a:pPr algn="l">
              <a:lnSpc>
                <a:spcPct val="100000"/>
              </a:lnSpc>
              <a:buNone/>
              <a:defRPr sz="1249" b="0" i="0">
                <a:solidFill>
                  <a:srgbClr val="101010"/>
                </a:solidFill>
                <a:latin typeface="Comic Sans MS"/>
                <a:ea typeface="Comic Sans MS"/>
                <a:cs typeface="Comic Sans MS"/>
              </a:defRPr>
            </a:pPr>
            <a:r>
              <a:rPr sz="1249" b="0" i="0">
                <a:solidFill>
                  <a:srgbClr val="101010"/>
                </a:solidFill>
                <a:latin typeface="Comic Sans MS"/>
                <a:ea typeface="Comic Sans MS"/>
                <a:cs typeface="Comic Sans MS"/>
              </a:rPr>
              <a:t>instruction to write the answer to the</a:t>
            </a:r>
          </a:p>
        </p:txBody>
      </p:sp>
      <p:sp>
        <p:nvSpPr>
          <p:cNvPr id="322" name="Reviewed text 66">
            <a:extLst xmlns:a="http://schemas.openxmlformats.org/drawingml/2006/main">
              <a:ext uri="{FF2B5EF4-FFF2-40B4-BE49-F238E27FC236}">
                <a16:creationId xmlns:a16="http://schemas.microsoft.com/office/drawing/2014/main" id="{5F5F12A1-BB90-4D99-A83D-DD3206555F9C}"/>
              </a:ext>
            </a:extLst>
          </p:cNvPr>
          <p:cNvSpPr>
            <a:spLocks xmlns:a="http://schemas.openxmlformats.org/drawingml/2006/main" noGrp="1"/>
          </p:cNvSpPr>
          <p:nvPr/>
        </p:nvSpPr>
        <p:spPr>
          <a:xfrm xmlns:a="http://schemas.openxmlformats.org/drawingml/2006/main" rot="0">
            <a:off x="15382330" y="4333510"/>
            <a:ext cx="2797655" cy="20977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180" b="0" i="0">
                <a:solidFill>
                  <a:srgbClr val="101010"/>
                </a:solidFill>
                <a:latin typeface="Comic Sans MS"/>
                <a:ea typeface="Comic Sans MS"/>
                <a:cs typeface="Comic Sans MS"/>
              </a:defRPr>
            </a:defPPr>
          </a:lstStyle>
          <a:p xmlns:a="http://schemas.openxmlformats.org/drawingml/2006/main">
            <a:pPr algn="l">
              <a:lnSpc>
                <a:spcPct val="100000"/>
              </a:lnSpc>
              <a:buNone/>
              <a:defRPr sz="1180" b="0" i="0">
                <a:solidFill>
                  <a:srgbClr val="101010"/>
                </a:solidFill>
                <a:latin typeface="Comic Sans MS"/>
                <a:ea typeface="Comic Sans MS"/>
                <a:cs typeface="Comic Sans MS"/>
              </a:defRPr>
            </a:pPr>
            <a:r>
              <a:rPr sz="1180" b="0" i="0">
                <a:solidFill>
                  <a:srgbClr val="101010"/>
                </a:solidFill>
                <a:latin typeface="Comic Sans MS"/>
                <a:ea typeface="Comic Sans MS"/>
                <a:cs typeface="Comic Sans MS"/>
              </a:rPr>
              <a:t>question in the corresponding position.</a:t>
            </a:r>
          </a:p>
        </p:txBody>
      </p:sp>
      <p:sp>
        <p:nvSpPr>
          <p:cNvPr id="323" name="Reviewed text 67">
            <a:extLst xmlns:a="http://schemas.openxmlformats.org/drawingml/2006/main">
              <a:ext uri="{FF2B5EF4-FFF2-40B4-BE49-F238E27FC236}">
                <a16:creationId xmlns:a16="http://schemas.microsoft.com/office/drawing/2014/main" id="{3FA94756-7DBE-43C5-BE38-85CBAAD641EF}"/>
              </a:ext>
            </a:extLst>
          </p:cNvPr>
          <p:cNvSpPr>
            <a:spLocks xmlns:a="http://schemas.openxmlformats.org/drawingml/2006/main" noGrp="1"/>
          </p:cNvSpPr>
          <p:nvPr/>
        </p:nvSpPr>
        <p:spPr>
          <a:xfrm xmlns:a="http://schemas.openxmlformats.org/drawingml/2006/main" rot="0">
            <a:off x="15410974" y="4780776"/>
            <a:ext cx="1546826" cy="14720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828" b="0" i="0">
                <a:solidFill>
                  <a:srgbClr val="101010"/>
                </a:solidFill>
                <a:latin typeface="Comic Sans MS"/>
                <a:ea typeface="Comic Sans MS"/>
                <a:cs typeface="Comic Sans MS"/>
              </a:defRPr>
            </a:defPPr>
          </a:lstStyle>
          <a:p xmlns:a="http://schemas.openxmlformats.org/drawingml/2006/main">
            <a:pPr algn="l">
              <a:lnSpc>
                <a:spcPct val="100000"/>
              </a:lnSpc>
              <a:buNone/>
              <a:defRPr sz="828" b="0" i="0">
                <a:solidFill>
                  <a:srgbClr val="101010"/>
                </a:solidFill>
                <a:latin typeface="Comic Sans MS"/>
                <a:ea typeface="Comic Sans MS"/>
                <a:cs typeface="Comic Sans MS"/>
              </a:defRPr>
            </a:pPr>
            <a:r>
              <a:rPr sz="828" b="0" i="0">
                <a:solidFill>
                  <a:srgbClr val="101010"/>
                </a:solidFill>
                <a:latin typeface="Comic Sans MS"/>
                <a:ea typeface="Comic Sans MS"/>
                <a:cs typeface="Comic Sans MS"/>
              </a:rPr>
              <a:t>Angle 1 at F is 50°. Since AB is</a:t>
            </a:r>
          </a:p>
        </p:txBody>
      </p:sp>
      <p:sp>
        <p:nvSpPr>
          <p:cNvPr id="324" name="Reviewed text 68">
            <a:extLst xmlns:a="http://schemas.openxmlformats.org/drawingml/2006/main">
              <a:ext uri="{FF2B5EF4-FFF2-40B4-BE49-F238E27FC236}">
                <a16:creationId xmlns:a16="http://schemas.microsoft.com/office/drawing/2014/main" id="{C7766DD9-2281-4B3B-BF8C-C1D7F4AB4894}"/>
              </a:ext>
            </a:extLst>
          </p:cNvPr>
          <p:cNvSpPr>
            <a:spLocks xmlns:a="http://schemas.openxmlformats.org/drawingml/2006/main" noGrp="1"/>
          </p:cNvSpPr>
          <p:nvPr/>
        </p:nvSpPr>
        <p:spPr>
          <a:xfrm xmlns:a="http://schemas.openxmlformats.org/drawingml/2006/main" rot="0">
            <a:off x="15449168" y="4916343"/>
            <a:ext cx="1183991" cy="13367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745" b="0" i="0">
                <a:solidFill>
                  <a:srgbClr val="101010"/>
                </a:solidFill>
                <a:latin typeface="Comic Sans MS"/>
                <a:ea typeface="Comic Sans MS"/>
                <a:cs typeface="Comic Sans MS"/>
              </a:defRPr>
            </a:defPPr>
          </a:lstStyle>
          <a:p xmlns:a="http://schemas.openxmlformats.org/drawingml/2006/main">
            <a:pPr algn="l">
              <a:lnSpc>
                <a:spcPct val="100000"/>
              </a:lnSpc>
              <a:buNone/>
              <a:defRPr sz="745" b="0" i="0">
                <a:solidFill>
                  <a:srgbClr val="101010"/>
                </a:solidFill>
                <a:latin typeface="Comic Sans MS"/>
                <a:ea typeface="Comic Sans MS"/>
                <a:cs typeface="Comic Sans MS"/>
              </a:defRPr>
            </a:pPr>
            <a:r>
              <a:rPr sz="745" b="0" i="0">
                <a:solidFill>
                  <a:srgbClr val="101010"/>
                </a:solidFill>
                <a:latin typeface="Comic Sans MS"/>
                <a:ea typeface="Comic Sans MS"/>
                <a:cs typeface="Comic Sans MS"/>
              </a:rPr>
              <a:t>parallel to CD, angle BEF is</a:t>
            </a:r>
          </a:p>
        </p:txBody>
      </p:sp>
      <p:sp>
        <p:nvSpPr>
          <p:cNvPr id="325" name="Reviewed text 69">
            <a:extLst xmlns:a="http://schemas.openxmlformats.org/drawingml/2006/main">
              <a:ext uri="{FF2B5EF4-FFF2-40B4-BE49-F238E27FC236}">
                <a16:creationId xmlns:a16="http://schemas.microsoft.com/office/drawing/2014/main" id="{0D58F2BF-4168-4EC2-AB80-74E3B2D5ABF0}"/>
              </a:ext>
            </a:extLst>
          </p:cNvPr>
          <p:cNvSpPr>
            <a:spLocks xmlns:a="http://schemas.openxmlformats.org/drawingml/2006/main" noGrp="1"/>
          </p:cNvSpPr>
          <p:nvPr/>
        </p:nvSpPr>
        <p:spPr>
          <a:xfrm xmlns:a="http://schemas.openxmlformats.org/drawingml/2006/main" rot="0">
            <a:off x="15325040" y="5056052"/>
            <a:ext cx="1795083" cy="15984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899" b="0" i="0">
                <a:solidFill>
                  <a:srgbClr val="101010"/>
                </a:solidFill>
                <a:latin typeface="Comic Sans MS"/>
                <a:ea typeface="Comic Sans MS"/>
                <a:cs typeface="Comic Sans MS"/>
              </a:defRPr>
            </a:defPPr>
          </a:lstStyle>
          <a:p xmlns:a="http://schemas.openxmlformats.org/drawingml/2006/main">
            <a:pPr algn="l">
              <a:lnSpc>
                <a:spcPct val="100000"/>
              </a:lnSpc>
              <a:buNone/>
              <a:defRPr sz="899" b="0" i="0">
                <a:solidFill>
                  <a:srgbClr val="101010"/>
                </a:solidFill>
                <a:latin typeface="Comic Sans MS"/>
                <a:ea typeface="Comic Sans MS"/>
                <a:cs typeface="Comic Sans MS"/>
              </a:defRPr>
            </a:pPr>
            <a:r>
              <a:rPr sz="899" b="0" i="0">
                <a:solidFill>
                  <a:srgbClr val="101010"/>
                </a:solidFill>
                <a:latin typeface="Comic Sans MS"/>
                <a:ea typeface="Comic Sans MS"/>
                <a:cs typeface="Comic Sans MS"/>
              </a:rPr>
              <a:t>supplementary to angle 1, meaning</a:t>
            </a:r>
          </a:p>
        </p:txBody>
      </p:sp>
      <p:sp>
        <p:nvSpPr>
          <p:cNvPr id="326" name="Reviewed text 70">
            <a:extLst xmlns:a="http://schemas.openxmlformats.org/drawingml/2006/main">
              <a:ext uri="{FF2B5EF4-FFF2-40B4-BE49-F238E27FC236}">
                <a16:creationId xmlns:a16="http://schemas.microsoft.com/office/drawing/2014/main" id="{39EBD37D-F8B0-449F-B716-36294AEA02AE}"/>
              </a:ext>
            </a:extLst>
          </p:cNvPr>
          <p:cNvSpPr>
            <a:spLocks xmlns:a="http://schemas.openxmlformats.org/drawingml/2006/main" noGrp="1"/>
          </p:cNvSpPr>
          <p:nvPr/>
        </p:nvSpPr>
        <p:spPr>
          <a:xfrm xmlns:a="http://schemas.openxmlformats.org/drawingml/2006/main" rot="0">
            <a:off x="15325040" y="5204896"/>
            <a:ext cx="1747341" cy="11613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653" b="0" i="0">
                <a:solidFill>
                  <a:srgbClr val="101010"/>
                </a:solidFill>
                <a:latin typeface="Comic Sans MS"/>
                <a:ea typeface="Comic Sans MS"/>
                <a:cs typeface="Comic Sans MS"/>
              </a:defRPr>
            </a:defPPr>
          </a:lstStyle>
          <a:p xmlns:a="http://schemas.openxmlformats.org/drawingml/2006/main">
            <a:pPr algn="l">
              <a:lnSpc>
                <a:spcPct val="100000"/>
              </a:lnSpc>
              <a:buNone/>
              <a:defRPr sz="653" b="0" i="0">
                <a:solidFill>
                  <a:srgbClr val="101010"/>
                </a:solidFill>
                <a:latin typeface="Comic Sans MS"/>
                <a:ea typeface="Comic Sans MS"/>
                <a:cs typeface="Comic Sans MS"/>
              </a:defRPr>
            </a:pPr>
            <a:r>
              <a:rPr sz="653" b="0" i="0">
                <a:solidFill>
                  <a:srgbClr val="101010"/>
                </a:solidFill>
                <a:latin typeface="Comic Sans MS"/>
                <a:ea typeface="Comic Sans MS"/>
                <a:cs typeface="Comic Sans MS"/>
              </a:rPr>
              <a:t>angle BEF = 180° − 50° = 130°. EG</a:t>
            </a:r>
          </a:p>
        </p:txBody>
      </p:sp>
      <p:sp>
        <p:nvSpPr>
          <p:cNvPr id="327" name="Reviewed text 71">
            <a:extLst xmlns:a="http://schemas.openxmlformats.org/drawingml/2006/main">
              <a:ext uri="{FF2B5EF4-FFF2-40B4-BE49-F238E27FC236}">
                <a16:creationId xmlns:a16="http://schemas.microsoft.com/office/drawing/2014/main" id="{28E4956B-48B2-4804-9770-6203C27F79AB}"/>
              </a:ext>
            </a:extLst>
          </p:cNvPr>
          <p:cNvSpPr>
            <a:spLocks xmlns:a="http://schemas.openxmlformats.org/drawingml/2006/main" noGrp="1"/>
          </p:cNvSpPr>
          <p:nvPr/>
        </p:nvSpPr>
        <p:spPr>
          <a:xfrm xmlns:a="http://schemas.openxmlformats.org/drawingml/2006/main" rot="0">
            <a:off x="15325040" y="5332928"/>
            <a:ext cx="1842824" cy="16003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900" b="0" i="0">
                <a:solidFill>
                  <a:srgbClr val="101010"/>
                </a:solidFill>
                <a:latin typeface="Comic Sans MS"/>
                <a:ea typeface="Comic Sans MS"/>
                <a:cs typeface="Comic Sans MS"/>
              </a:defRPr>
            </a:defPPr>
          </a:lstStyle>
          <a:p xmlns:a="http://schemas.openxmlformats.org/drawingml/2006/main">
            <a:pPr algn="l">
              <a:lnSpc>
                <a:spcPct val="100000"/>
              </a:lnSpc>
              <a:buNone/>
              <a:defRPr sz="900" b="0" i="0">
                <a:solidFill>
                  <a:srgbClr val="101010"/>
                </a:solidFill>
                <a:latin typeface="Comic Sans MS"/>
                <a:ea typeface="Comic Sans MS"/>
                <a:cs typeface="Comic Sans MS"/>
              </a:defRPr>
            </a:pPr>
            <a:r>
              <a:rPr sz="900" b="0" i="0">
                <a:solidFill>
                  <a:srgbClr val="101010"/>
                </a:solidFill>
                <a:latin typeface="Comic Sans MS"/>
                <a:ea typeface="Comic Sans MS"/>
                <a:cs typeface="Comic Sans MS"/>
              </a:rPr>
              <a:t>bisects angle BEF, so the resulting</a:t>
            </a:r>
          </a:p>
        </p:txBody>
      </p:sp>
      <p:sp>
        <p:nvSpPr>
          <p:cNvPr id="328" name="Reviewed text 72">
            <a:extLst xmlns:a="http://schemas.openxmlformats.org/drawingml/2006/main">
              <a:ext uri="{FF2B5EF4-FFF2-40B4-BE49-F238E27FC236}">
                <a16:creationId xmlns:a16="http://schemas.microsoft.com/office/drawing/2014/main" id="{7E4B2F7D-83F0-4B2E-82E3-48FF6AD24630}"/>
              </a:ext>
            </a:extLst>
          </p:cNvPr>
          <p:cNvSpPr>
            <a:spLocks xmlns:a="http://schemas.openxmlformats.org/drawingml/2006/main" noGrp="1"/>
          </p:cNvSpPr>
          <p:nvPr/>
        </p:nvSpPr>
        <p:spPr>
          <a:xfrm xmlns:a="http://schemas.openxmlformats.org/drawingml/2006/main" rot="0">
            <a:off x="15325040" y="5472249"/>
            <a:ext cx="1947856" cy="11613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653" b="0" i="0">
                <a:solidFill>
                  <a:srgbClr val="101010"/>
                </a:solidFill>
                <a:latin typeface="Comic Sans MS"/>
                <a:ea typeface="Comic Sans MS"/>
                <a:cs typeface="Comic Sans MS"/>
              </a:defRPr>
            </a:defPPr>
          </a:lstStyle>
          <a:p xmlns:a="http://schemas.openxmlformats.org/drawingml/2006/main">
            <a:pPr algn="l">
              <a:lnSpc>
                <a:spcPct val="100000"/>
              </a:lnSpc>
              <a:buNone/>
              <a:defRPr sz="653" b="0" i="0">
                <a:solidFill>
                  <a:srgbClr val="101010"/>
                </a:solidFill>
                <a:latin typeface="Comic Sans MS"/>
                <a:ea typeface="Comic Sans MS"/>
                <a:cs typeface="Comic Sans MS"/>
              </a:defRPr>
            </a:pPr>
            <a:r>
              <a:rPr sz="653" b="0" i="0">
                <a:solidFill>
                  <a:srgbClr val="101010"/>
                </a:solidFill>
                <a:latin typeface="Comic Sans MS"/>
                <a:ea typeface="Comic Sans MS"/>
                <a:cs typeface="Comic Sans MS"/>
              </a:rPr>
              <a:t>angle measure is 130° / 2 = 65°. Angle</a:t>
            </a:r>
          </a:p>
        </p:txBody>
      </p:sp>
      <p:sp>
        <p:nvSpPr>
          <p:cNvPr id="329" name="Reviewed text 73">
            <a:extLst xmlns:a="http://schemas.openxmlformats.org/drawingml/2006/main">
              <a:ext uri="{FF2B5EF4-FFF2-40B4-BE49-F238E27FC236}">
                <a16:creationId xmlns:a16="http://schemas.microsoft.com/office/drawing/2014/main" id="{1173F189-E7AC-495D-95D4-D91369312A54}"/>
              </a:ext>
            </a:extLst>
          </p:cNvPr>
          <p:cNvSpPr>
            <a:spLocks xmlns:a="http://schemas.openxmlformats.org/drawingml/2006/main" noGrp="1"/>
          </p:cNvSpPr>
          <p:nvPr/>
        </p:nvSpPr>
        <p:spPr>
          <a:xfrm xmlns:a="http://schemas.openxmlformats.org/drawingml/2006/main" rot="0">
            <a:off x="15325040" y="5609913"/>
            <a:ext cx="1766438" cy="15938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896" b="0" i="0">
                <a:solidFill>
                  <a:srgbClr val="101010"/>
                </a:solidFill>
                <a:latin typeface="Comic Sans MS"/>
                <a:ea typeface="Comic Sans MS"/>
                <a:cs typeface="Comic Sans MS"/>
              </a:defRPr>
            </a:defPPr>
          </a:lstStyle>
          <a:p xmlns:a="http://schemas.openxmlformats.org/drawingml/2006/main">
            <a:pPr algn="l">
              <a:lnSpc>
                <a:spcPct val="100000"/>
              </a:lnSpc>
              <a:buNone/>
              <a:defRPr sz="896" b="0" i="0">
                <a:solidFill>
                  <a:srgbClr val="101010"/>
                </a:solidFill>
                <a:latin typeface="Comic Sans MS"/>
                <a:ea typeface="Comic Sans MS"/>
                <a:cs typeface="Comic Sans MS"/>
              </a:defRPr>
            </a:pPr>
            <a:r>
              <a:rPr sz="896" b="0" i="0">
                <a:solidFill>
                  <a:srgbClr val="101010"/>
                </a:solidFill>
                <a:latin typeface="Comic Sans MS"/>
                <a:ea typeface="Comic Sans MS"/>
                <a:cs typeface="Comic Sans MS"/>
              </a:rPr>
              <a:t>2 is an alternate interior angle to</a:t>
            </a:r>
          </a:p>
        </p:txBody>
      </p:sp>
      <p:sp>
        <p:nvSpPr>
          <p:cNvPr id="330" name="Reviewed text 74">
            <a:extLst xmlns:a="http://schemas.openxmlformats.org/drawingml/2006/main">
              <a:ext uri="{FF2B5EF4-FFF2-40B4-BE49-F238E27FC236}">
                <a16:creationId xmlns:a16="http://schemas.microsoft.com/office/drawing/2014/main" id="{8FBF4854-6968-4661-9D99-7A611E862B7C}"/>
              </a:ext>
            </a:extLst>
          </p:cNvPr>
          <p:cNvSpPr>
            <a:spLocks xmlns:a="http://schemas.openxmlformats.org/drawingml/2006/main" noGrp="1"/>
          </p:cNvSpPr>
          <p:nvPr/>
        </p:nvSpPr>
        <p:spPr>
          <a:xfrm xmlns:a="http://schemas.openxmlformats.org/drawingml/2006/main" rot="0">
            <a:off x="15325040" y="5745156"/>
            <a:ext cx="1651858" cy="14720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828" b="0" i="0">
                <a:solidFill>
                  <a:srgbClr val="101010"/>
                </a:solidFill>
                <a:latin typeface="Comic Sans MS"/>
                <a:ea typeface="Comic Sans MS"/>
                <a:cs typeface="Comic Sans MS"/>
              </a:defRPr>
            </a:defPPr>
          </a:lstStyle>
          <a:p xmlns:a="http://schemas.openxmlformats.org/drawingml/2006/main">
            <a:pPr algn="l">
              <a:lnSpc>
                <a:spcPct val="100000"/>
              </a:lnSpc>
              <a:buNone/>
              <a:defRPr sz="828" b="0" i="0">
                <a:solidFill>
                  <a:srgbClr val="101010"/>
                </a:solidFill>
                <a:latin typeface="Comic Sans MS"/>
                <a:ea typeface="Comic Sans MS"/>
                <a:cs typeface="Comic Sans MS"/>
              </a:defRPr>
            </a:pPr>
            <a:r>
              <a:rPr sz="828" b="0" i="0">
                <a:solidFill>
                  <a:srgbClr val="101010"/>
                </a:solidFill>
                <a:latin typeface="Comic Sans MS"/>
                <a:ea typeface="Comic Sans MS"/>
                <a:cs typeface="Comic Sans MS"/>
              </a:rPr>
              <a:t>the angle, so angle 2 = 65°.</a:t>
            </a:r>
          </a:p>
        </p:txBody>
      </p:sp>
      <p:sp>
        <p:nvSpPr>
          <p:cNvPr id="331" name="Reviewed text 75">
            <a:extLst xmlns:a="http://schemas.openxmlformats.org/drawingml/2006/main">
              <a:ext uri="{FF2B5EF4-FFF2-40B4-BE49-F238E27FC236}">
                <a16:creationId xmlns:a16="http://schemas.microsoft.com/office/drawing/2014/main" id="{02EDC807-C85E-4E45-B7E1-FEBAE466F8CE}"/>
              </a:ext>
            </a:extLst>
          </p:cNvPr>
          <p:cNvSpPr>
            <a:spLocks xmlns:a="http://schemas.openxmlformats.org/drawingml/2006/main" noGrp="1"/>
          </p:cNvSpPr>
          <p:nvPr/>
        </p:nvSpPr>
        <p:spPr>
          <a:xfrm xmlns:a="http://schemas.openxmlformats.org/drawingml/2006/main" rot="0">
            <a:off x="15325040" y="5889239"/>
            <a:ext cx="1928759" cy="14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790" b="0" i="0">
                <a:solidFill>
                  <a:srgbClr val="101010"/>
                </a:solidFill>
                <a:latin typeface="Comic Sans MS"/>
                <a:ea typeface="Comic Sans MS"/>
                <a:cs typeface="Comic Sans MS"/>
              </a:defRPr>
            </a:defPPr>
          </a:lstStyle>
          <a:p xmlns:a="http://schemas.openxmlformats.org/drawingml/2006/main">
            <a:pPr algn="l">
              <a:lnSpc>
                <a:spcPct val="100000"/>
              </a:lnSpc>
              <a:buNone/>
              <a:defRPr sz="790" b="0" i="0">
                <a:solidFill>
                  <a:srgbClr val="101010"/>
                </a:solidFill>
                <a:latin typeface="Comic Sans MS"/>
                <a:ea typeface="Comic Sans MS"/>
                <a:cs typeface="Comic Sans MS"/>
              </a:defRPr>
            </a:pPr>
            <a:r>
              <a:rPr sz="790" b="0" i="0">
                <a:solidFill>
                  <a:srgbClr val="101010"/>
                </a:solidFill>
                <a:latin typeface="Comic Sans MS"/>
                <a:ea typeface="Comic Sans MS"/>
                <a:cs typeface="Comic Sans MS"/>
              </a:rPr>
              <a:t>Therefore, the correct choice is C.</a:t>
            </a:r>
          </a:p>
        </p:txBody>
      </p:sp>
      <p:sp>
        <p:nvSpPr>
          <p:cNvPr id="332" name="Reviewed text 80">
            <a:extLst xmlns:a="http://schemas.openxmlformats.org/drawingml/2006/main">
              <a:ext uri="{FF2B5EF4-FFF2-40B4-BE49-F238E27FC236}">
                <a16:creationId xmlns:a16="http://schemas.microsoft.com/office/drawing/2014/main" id="{BED8AEC0-1E49-4DD6-89D5-C8F197C6EF77}"/>
              </a:ext>
            </a:extLst>
          </p:cNvPr>
          <p:cNvSpPr>
            <a:spLocks xmlns:a="http://schemas.openxmlformats.org/drawingml/2006/main" noGrp="1"/>
          </p:cNvSpPr>
          <p:nvPr/>
        </p:nvSpPr>
        <p:spPr>
          <a:xfrm xmlns:a="http://schemas.openxmlformats.org/drawingml/2006/main" rot="0">
            <a:off x="6741108" y="6684853"/>
            <a:ext cx="1785534" cy="26491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490" b="1" i="0">
                <a:solidFill>
                  <a:srgbClr val="101010"/>
                </a:solidFill>
                <a:latin typeface="Comic Sans MS"/>
                <a:ea typeface="Comic Sans MS"/>
                <a:cs typeface="Comic Sans MS"/>
              </a:defRPr>
            </a:defPPr>
          </a:lstStyle>
          <a:p xmlns:a="http://schemas.openxmlformats.org/drawingml/2006/main">
            <a:pPr algn="l">
              <a:lnSpc>
                <a:spcPct val="100000"/>
              </a:lnSpc>
              <a:buNone/>
              <a:defRPr sz="1490" b="1" i="0">
                <a:solidFill>
                  <a:srgbClr val="101010"/>
                </a:solidFill>
                <a:latin typeface="Comic Sans MS"/>
                <a:ea typeface="Comic Sans MS"/>
                <a:cs typeface="Comic Sans MS"/>
              </a:defRPr>
            </a:pPr>
            <a:r>
              <a:rPr sz="1490" b="1" i="0">
                <a:solidFill>
                  <a:srgbClr val="101010"/>
                </a:solidFill>
                <a:latin typeface="Comic Sans MS"/>
                <a:ea typeface="Comic Sans MS"/>
                <a:cs typeface="Comic Sans MS"/>
              </a:rPr>
              <a:t>Geo Reasoning</a:t>
            </a:r>
          </a:p>
        </p:txBody>
      </p:sp>
      <p:sp>
        <p:nvSpPr>
          <p:cNvPr id="333" name="Reviewed text 81">
            <a:extLst xmlns:a="http://schemas.openxmlformats.org/drawingml/2006/main">
              <a:ext uri="{FF2B5EF4-FFF2-40B4-BE49-F238E27FC236}">
                <a16:creationId xmlns:a16="http://schemas.microsoft.com/office/drawing/2014/main" id="{AC7DA27F-8141-4E8E-B798-0656FB86E1EB}"/>
              </a:ext>
            </a:extLst>
          </p:cNvPr>
          <p:cNvSpPr>
            <a:spLocks xmlns:a="http://schemas.openxmlformats.org/drawingml/2006/main" noGrp="1"/>
          </p:cNvSpPr>
          <p:nvPr/>
        </p:nvSpPr>
        <p:spPr>
          <a:xfrm xmlns:a="http://schemas.openxmlformats.org/drawingml/2006/main" rot="0">
            <a:off x="5633504" y="7054312"/>
            <a:ext cx="2387078" cy="21340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200" b="0" i="0">
                <a:solidFill>
                  <a:srgbClr val="101010"/>
                </a:solidFill>
                <a:latin typeface="Comic Sans MS"/>
                <a:ea typeface="Comic Sans MS"/>
                <a:cs typeface="Comic Sans MS"/>
              </a:defRPr>
            </a:defPPr>
          </a:lstStyle>
          <a:p xmlns:a="http://schemas.openxmlformats.org/drawingml/2006/main">
            <a:pPr algn="l">
              <a:lnSpc>
                <a:spcPct val="100000"/>
              </a:lnSpc>
              <a:buNone/>
              <a:defRPr sz="1200" b="0" i="0">
                <a:solidFill>
                  <a:srgbClr val="101010"/>
                </a:solidFill>
                <a:latin typeface="Comic Sans MS"/>
                <a:ea typeface="Comic Sans MS"/>
                <a:cs typeface="Comic Sans MS"/>
              </a:defRPr>
            </a:pPr>
            <a:r>
              <a:rPr sz="1200" b="0" i="0">
                <a:solidFill>
                  <a:srgbClr val="101010"/>
                </a:solidFill>
                <a:latin typeface="Comic Sans MS"/>
                <a:ea typeface="Comic Sans MS"/>
                <a:cs typeface="Comic Sans MS"/>
              </a:rPr>
              <a:t>Draw the real-world content seen</a:t>
            </a:r>
          </a:p>
        </p:txBody>
      </p:sp>
      <p:sp>
        <p:nvSpPr>
          <p:cNvPr id="334" name="Reviewed text 82">
            <a:extLst xmlns:a="http://schemas.openxmlformats.org/drawingml/2006/main">
              <a:ext uri="{FF2B5EF4-FFF2-40B4-BE49-F238E27FC236}">
                <a16:creationId xmlns:a16="http://schemas.microsoft.com/office/drawing/2014/main" id="{492CF105-526B-4036-98C9-8A2B4D2242B6}"/>
              </a:ext>
            </a:extLst>
          </p:cNvPr>
          <p:cNvSpPr>
            <a:spLocks xmlns:a="http://schemas.openxmlformats.org/drawingml/2006/main" noGrp="1"/>
          </p:cNvSpPr>
          <p:nvPr/>
        </p:nvSpPr>
        <p:spPr>
          <a:xfrm xmlns:a="http://schemas.openxmlformats.org/drawingml/2006/main" rot="0">
            <a:off x="5623955" y="7235724"/>
            <a:ext cx="1422698" cy="21344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200" b="0" i="0">
                <a:solidFill>
                  <a:srgbClr val="101010"/>
                </a:solidFill>
                <a:latin typeface="Comic Sans MS"/>
                <a:ea typeface="Comic Sans MS"/>
                <a:cs typeface="Comic Sans MS"/>
              </a:defRPr>
            </a:defPPr>
          </a:lstStyle>
          <a:p xmlns:a="http://schemas.openxmlformats.org/drawingml/2006/main">
            <a:pPr algn="l">
              <a:lnSpc>
                <a:spcPct val="100000"/>
              </a:lnSpc>
              <a:buNone/>
              <a:defRPr sz="1200" b="0" i="0">
                <a:solidFill>
                  <a:srgbClr val="101010"/>
                </a:solidFill>
                <a:latin typeface="Comic Sans MS"/>
                <a:ea typeface="Comic Sans MS"/>
                <a:cs typeface="Comic Sans MS"/>
              </a:defRPr>
            </a:pPr>
            <a:r>
              <a:rPr sz="1200" b="0" i="0">
                <a:solidFill>
                  <a:srgbClr val="101010"/>
                </a:solidFill>
                <a:latin typeface="Comic Sans MS"/>
                <a:ea typeface="Comic Sans MS"/>
                <a:cs typeface="Comic Sans MS"/>
              </a:rPr>
              <a:t>from the red arrow.</a:t>
            </a:r>
          </a:p>
        </p:txBody>
      </p:sp>
      <p:sp>
        <p:nvSpPr>
          <p:cNvPr id="335" name="Reviewed text 83">
            <a:extLst xmlns:a="http://schemas.openxmlformats.org/drawingml/2006/main">
              <a:ext uri="{FF2B5EF4-FFF2-40B4-BE49-F238E27FC236}">
                <a16:creationId xmlns:a16="http://schemas.microsoft.com/office/drawing/2014/main" id="{E05168A9-D9A8-4AE1-AD9E-0A11E18C118A}"/>
              </a:ext>
            </a:extLst>
          </p:cNvPr>
          <p:cNvSpPr>
            <a:spLocks xmlns:a="http://schemas.openxmlformats.org/drawingml/2006/main" noGrp="1"/>
          </p:cNvSpPr>
          <p:nvPr/>
        </p:nvSpPr>
        <p:spPr>
          <a:xfrm xmlns:a="http://schemas.openxmlformats.org/drawingml/2006/main" rot="0">
            <a:off x="5690794" y="7720143"/>
            <a:ext cx="1766438" cy="158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894" b="0" i="0">
                <a:solidFill>
                  <a:srgbClr val="101010"/>
                </a:solidFill>
                <a:latin typeface="Comic Sans MS"/>
                <a:ea typeface="Comic Sans MS"/>
                <a:cs typeface="Comic Sans MS"/>
              </a:defRPr>
            </a:defPPr>
          </a:lstStyle>
          <a:p xmlns:a="http://schemas.openxmlformats.org/drawingml/2006/main">
            <a:pPr algn="l">
              <a:lnSpc>
                <a:spcPct val="100000"/>
              </a:lnSpc>
              <a:buNone/>
              <a:defRPr sz="894" b="0" i="0">
                <a:solidFill>
                  <a:srgbClr val="101010"/>
                </a:solidFill>
                <a:latin typeface="Comic Sans MS"/>
                <a:ea typeface="Comic Sans MS"/>
                <a:cs typeface="Comic Sans MS"/>
              </a:defRPr>
            </a:pPr>
            <a:r>
              <a:rPr sz="894" b="0" i="0">
                <a:solidFill>
                  <a:srgbClr val="101010"/>
                </a:solidFill>
                <a:latin typeface="Comic Sans MS"/>
                <a:ea typeface="Comic Sans MS"/>
                <a:cs typeface="Comic Sans MS"/>
              </a:rPr>
              <a:t>Map with a red arrow indicating a</a:t>
            </a:r>
          </a:p>
        </p:txBody>
      </p:sp>
      <p:sp>
        <p:nvSpPr>
          <p:cNvPr id="336" name="Reviewed text 84">
            <a:extLst xmlns:a="http://schemas.openxmlformats.org/drawingml/2006/main">
              <a:ext uri="{FF2B5EF4-FFF2-40B4-BE49-F238E27FC236}">
                <a16:creationId xmlns:a16="http://schemas.microsoft.com/office/drawing/2014/main" id="{050D91C8-6D47-4EA1-A539-8A99CDF67CF1}"/>
              </a:ext>
            </a:extLst>
          </p:cNvPr>
          <p:cNvSpPr>
            <a:spLocks xmlns:a="http://schemas.openxmlformats.org/drawingml/2006/main" noGrp="1"/>
          </p:cNvSpPr>
          <p:nvPr/>
        </p:nvSpPr>
        <p:spPr>
          <a:xfrm xmlns:a="http://schemas.openxmlformats.org/drawingml/2006/main" rot="0">
            <a:off x="5767180" y="7854504"/>
            <a:ext cx="1575471" cy="15364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864" b="0" i="0">
                <a:solidFill>
                  <a:srgbClr val="101010"/>
                </a:solidFill>
                <a:latin typeface="Comic Sans MS"/>
                <a:ea typeface="Comic Sans MS"/>
                <a:cs typeface="Comic Sans MS"/>
              </a:defRPr>
            </a:defPPr>
          </a:lstStyle>
          <a:p xmlns:a="http://schemas.openxmlformats.org/drawingml/2006/main">
            <a:pPr algn="l">
              <a:lnSpc>
                <a:spcPct val="100000"/>
              </a:lnSpc>
              <a:buNone/>
              <a:defRPr sz="864" b="0" i="0">
                <a:solidFill>
                  <a:srgbClr val="101010"/>
                </a:solidFill>
                <a:latin typeface="Comic Sans MS"/>
                <a:ea typeface="Comic Sans MS"/>
                <a:cs typeface="Comic Sans MS"/>
              </a:defRPr>
            </a:pPr>
            <a:r>
              <a:rPr sz="864" b="0" i="0">
                <a:solidFill>
                  <a:srgbClr val="101010"/>
                </a:solidFill>
                <a:latin typeface="Comic Sans MS"/>
                <a:ea typeface="Comic Sans MS"/>
                <a:cs typeface="Comic Sans MS"/>
              </a:rPr>
              <a:t>viewpoint for Shibuya Crossing</a:t>
            </a:r>
          </a:p>
        </p:txBody>
      </p:sp>
      <p:sp>
        <p:nvSpPr>
          <p:cNvPr id="337" name="Reviewed text 85">
            <a:extLst xmlns:a="http://schemas.openxmlformats.org/drawingml/2006/main">
              <a:ext uri="{FF2B5EF4-FFF2-40B4-BE49-F238E27FC236}">
                <a16:creationId xmlns:a16="http://schemas.microsoft.com/office/drawing/2014/main" id="{09B5024E-E45A-4002-AA08-FD93D5BBA0CA}"/>
              </a:ext>
            </a:extLst>
          </p:cNvPr>
          <p:cNvSpPr>
            <a:spLocks xmlns:a="http://schemas.openxmlformats.org/drawingml/2006/main" noGrp="1"/>
          </p:cNvSpPr>
          <p:nvPr/>
        </p:nvSpPr>
        <p:spPr>
          <a:xfrm xmlns:a="http://schemas.openxmlformats.org/drawingml/2006/main" rot="0">
            <a:off x="5681245" y="7987343"/>
            <a:ext cx="1661406" cy="16016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901" b="0" i="0">
                <a:solidFill>
                  <a:srgbClr val="101010"/>
                </a:solidFill>
                <a:latin typeface="Comic Sans MS"/>
                <a:ea typeface="Comic Sans MS"/>
                <a:cs typeface="Comic Sans MS"/>
              </a:defRPr>
            </a:defPPr>
          </a:lstStyle>
          <a:p xmlns:a="http://schemas.openxmlformats.org/drawingml/2006/main">
            <a:pPr algn="l">
              <a:lnSpc>
                <a:spcPct val="100000"/>
              </a:lnSpc>
              <a:buNone/>
              <a:defRPr sz="901" b="0" i="0">
                <a:solidFill>
                  <a:srgbClr val="101010"/>
                </a:solidFill>
                <a:latin typeface="Comic Sans MS"/>
                <a:ea typeface="Comic Sans MS"/>
                <a:cs typeface="Comic Sans MS"/>
              </a:defRPr>
            </a:pPr>
            <a:r>
              <a:rPr sz="901" b="0" i="0">
                <a:solidFill>
                  <a:srgbClr val="101010"/>
                </a:solidFill>
                <a:latin typeface="Comic Sans MS"/>
                <a:ea typeface="Comic Sans MS"/>
                <a:cs typeface="Comic Sans MS"/>
              </a:rPr>
              <a:t>area. No specific named person</a:t>
            </a:r>
          </a:p>
        </p:txBody>
      </p:sp>
      <p:sp>
        <p:nvSpPr>
          <p:cNvPr id="338" name="Reviewed text 86">
            <a:extLst xmlns:a="http://schemas.openxmlformats.org/drawingml/2006/main">
              <a:ext uri="{FF2B5EF4-FFF2-40B4-BE49-F238E27FC236}">
                <a16:creationId xmlns:a16="http://schemas.microsoft.com/office/drawing/2014/main" id="{34C29CA8-EB99-430B-AD75-BCD5F068DE2F}"/>
              </a:ext>
            </a:extLst>
          </p:cNvPr>
          <p:cNvSpPr>
            <a:spLocks xmlns:a="http://schemas.openxmlformats.org/drawingml/2006/main" noGrp="1"/>
          </p:cNvSpPr>
          <p:nvPr/>
        </p:nvSpPr>
        <p:spPr>
          <a:xfrm xmlns:a="http://schemas.openxmlformats.org/drawingml/2006/main" rot="0">
            <a:off x="5681245" y="8130131"/>
            <a:ext cx="1709148" cy="16355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920" b="0" i="0">
                <a:solidFill>
                  <a:srgbClr val="101010"/>
                </a:solidFill>
                <a:latin typeface="Comic Sans MS"/>
                <a:ea typeface="Comic Sans MS"/>
                <a:cs typeface="Comic Sans MS"/>
              </a:defRPr>
            </a:defPPr>
          </a:lstStyle>
          <a:p xmlns:a="http://schemas.openxmlformats.org/drawingml/2006/main">
            <a:pPr algn="l">
              <a:lnSpc>
                <a:spcPct val="100000"/>
              </a:lnSpc>
              <a:buNone/>
              <a:defRPr sz="920" b="0" i="0">
                <a:solidFill>
                  <a:srgbClr val="101010"/>
                </a:solidFill>
                <a:latin typeface="Comic Sans MS"/>
                <a:ea typeface="Comic Sans MS"/>
                <a:cs typeface="Comic Sans MS"/>
              </a:defRPr>
            </a:pPr>
            <a:r>
              <a:rPr sz="920" b="0" i="0">
                <a:solidFill>
                  <a:srgbClr val="101010"/>
                </a:solidFill>
                <a:latin typeface="Comic Sans MS"/>
                <a:ea typeface="Comic Sans MS"/>
                <a:cs typeface="Comic Sans MS"/>
              </a:rPr>
              <a:t>or object requested → only the</a:t>
            </a:r>
          </a:p>
        </p:txBody>
      </p:sp>
      <p:sp>
        <p:nvSpPr>
          <p:cNvPr id="339" name="Reviewed text 87">
            <a:extLst xmlns:a="http://schemas.openxmlformats.org/drawingml/2006/main">
              <a:ext uri="{FF2B5EF4-FFF2-40B4-BE49-F238E27FC236}">
                <a16:creationId xmlns:a16="http://schemas.microsoft.com/office/drawing/2014/main" id="{9A6EB610-3A8A-4567-B464-4C9167A28958}"/>
              </a:ext>
            </a:extLst>
          </p:cNvPr>
          <p:cNvSpPr>
            <a:spLocks xmlns:a="http://schemas.openxmlformats.org/drawingml/2006/main" noGrp="1"/>
          </p:cNvSpPr>
          <p:nvPr/>
        </p:nvSpPr>
        <p:spPr>
          <a:xfrm xmlns:a="http://schemas.openxmlformats.org/drawingml/2006/main" rot="0">
            <a:off x="5681245" y="8264122"/>
            <a:ext cx="1623213" cy="16110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906" b="0" i="0">
                <a:solidFill>
                  <a:srgbClr val="101010"/>
                </a:solidFill>
                <a:latin typeface="Comic Sans MS"/>
                <a:ea typeface="Comic Sans MS"/>
                <a:cs typeface="Comic Sans MS"/>
              </a:defRPr>
            </a:defPPr>
          </a:lstStyle>
          <a:p xmlns:a="http://schemas.openxmlformats.org/drawingml/2006/main">
            <a:pPr algn="l">
              <a:lnSpc>
                <a:spcPct val="100000"/>
              </a:lnSpc>
              <a:buNone/>
              <a:defRPr sz="906" b="0" i="0">
                <a:solidFill>
                  <a:srgbClr val="101010"/>
                </a:solidFill>
                <a:latin typeface="Comic Sans MS"/>
                <a:ea typeface="Comic Sans MS"/>
                <a:cs typeface="Comic Sans MS"/>
              </a:defRPr>
            </a:pPr>
            <a:r>
              <a:rPr sz="906" b="0" i="0">
                <a:solidFill>
                  <a:srgbClr val="101010"/>
                </a:solidFill>
                <a:latin typeface="Comic Sans MS"/>
                <a:ea typeface="Comic Sans MS"/>
                <a:cs typeface="Comic Sans MS"/>
              </a:rPr>
              <a:t>environment. According to the</a:t>
            </a:r>
          </a:p>
        </p:txBody>
      </p:sp>
      <p:sp>
        <p:nvSpPr>
          <p:cNvPr id="340" name="Reviewed text 88">
            <a:extLst xmlns:a="http://schemas.openxmlformats.org/drawingml/2006/main">
              <a:ext uri="{FF2B5EF4-FFF2-40B4-BE49-F238E27FC236}">
                <a16:creationId xmlns:a16="http://schemas.microsoft.com/office/drawing/2014/main" id="{D9FA2A54-F147-4CD5-9CBB-B8ADC6AF50F2}"/>
              </a:ext>
            </a:extLst>
          </p:cNvPr>
          <p:cNvSpPr>
            <a:spLocks xmlns:a="http://schemas.openxmlformats.org/drawingml/2006/main" noGrp="1"/>
          </p:cNvSpPr>
          <p:nvPr/>
        </p:nvSpPr>
        <p:spPr>
          <a:xfrm xmlns:a="http://schemas.openxmlformats.org/drawingml/2006/main" rot="0">
            <a:off x="5681245" y="8407389"/>
            <a:ext cx="1546826" cy="16078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904" b="0" i="0">
                <a:solidFill>
                  <a:srgbClr val="101010"/>
                </a:solidFill>
                <a:latin typeface="Comic Sans MS"/>
                <a:ea typeface="Comic Sans MS"/>
                <a:cs typeface="Comic Sans MS"/>
              </a:defRPr>
            </a:defPPr>
          </a:lstStyle>
          <a:p xmlns:a="http://schemas.openxmlformats.org/drawingml/2006/main">
            <a:pPr algn="l">
              <a:lnSpc>
                <a:spcPct val="100000"/>
              </a:lnSpc>
              <a:buNone/>
              <a:defRPr sz="904" b="0" i="0">
                <a:solidFill>
                  <a:srgbClr val="101010"/>
                </a:solidFill>
                <a:latin typeface="Comic Sans MS"/>
                <a:ea typeface="Comic Sans MS"/>
                <a:cs typeface="Comic Sans MS"/>
              </a:defRPr>
            </a:pPr>
            <a:r>
              <a:rPr sz="904" b="0" i="0">
                <a:solidFill>
                  <a:srgbClr val="101010"/>
                </a:solidFill>
                <a:latin typeface="Comic Sans MS"/>
                <a:ea typeface="Comic Sans MS"/>
                <a:cs typeface="Comic Sans MS"/>
              </a:rPr>
              <a:t>protocol, focus on the named</a:t>
            </a:r>
          </a:p>
        </p:txBody>
      </p:sp>
      <p:sp>
        <p:nvSpPr>
          <p:cNvPr id="341" name="Reviewed text 89">
            <a:extLst xmlns:a="http://schemas.openxmlformats.org/drawingml/2006/main">
              <a:ext uri="{FF2B5EF4-FFF2-40B4-BE49-F238E27FC236}">
                <a16:creationId xmlns:a16="http://schemas.microsoft.com/office/drawing/2014/main" id="{5E9DB03E-1611-4E43-9BAA-5D9E4AE65E98}"/>
              </a:ext>
            </a:extLst>
          </p:cNvPr>
          <p:cNvSpPr>
            <a:spLocks xmlns:a="http://schemas.openxmlformats.org/drawingml/2006/main" noGrp="1"/>
          </p:cNvSpPr>
          <p:nvPr/>
        </p:nvSpPr>
        <p:spPr>
          <a:xfrm xmlns:a="http://schemas.openxmlformats.org/drawingml/2006/main" rot="0">
            <a:off x="5681245" y="8555636"/>
            <a:ext cx="1833276" cy="1959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102" b="0" i="0">
                <a:solidFill>
                  <a:srgbClr val="101010"/>
                </a:solidFill>
                <a:latin typeface="Comic Sans MS"/>
                <a:ea typeface="Comic Sans MS"/>
                <a:cs typeface="Comic Sans MS"/>
              </a:defRPr>
            </a:defPPr>
          </a:lstStyle>
          <a:p xmlns:a="http://schemas.openxmlformats.org/drawingml/2006/main">
            <a:pPr algn="l">
              <a:lnSpc>
                <a:spcPct val="100000"/>
              </a:lnSpc>
              <a:buNone/>
              <a:defRPr sz="1102" b="0" i="0">
                <a:solidFill>
                  <a:srgbClr val="101010"/>
                </a:solidFill>
                <a:latin typeface="Comic Sans MS"/>
                <a:ea typeface="Comic Sans MS"/>
                <a:cs typeface="Comic Sans MS"/>
              </a:defRPr>
            </a:pPr>
            <a:r>
              <a:rPr sz="1102" b="0" i="0">
                <a:solidFill>
                  <a:srgbClr val="101010"/>
                </a:solidFill>
                <a:latin typeface="Comic Sans MS"/>
                <a:ea typeface="Comic Sans MS"/>
                <a:cs typeface="Comic Sans MS"/>
              </a:rPr>
              <a:t>place as the main entity...</a:t>
            </a:r>
          </a:p>
        </p:txBody>
      </p:sp>
      <p:sp>
        <p:nvSpPr>
          <p:cNvPr id="342" name="Reviewed text 90">
            <a:extLst xmlns:a="http://schemas.openxmlformats.org/drawingml/2006/main">
              <a:ext uri="{FF2B5EF4-FFF2-40B4-BE49-F238E27FC236}">
                <a16:creationId xmlns:a16="http://schemas.microsoft.com/office/drawing/2014/main" id="{8FA873B3-CAB4-476F-98B3-6BB19D78E180}"/>
              </a:ext>
            </a:extLst>
          </p:cNvPr>
          <p:cNvSpPr>
            <a:spLocks xmlns:a="http://schemas.openxmlformats.org/drawingml/2006/main" noGrp="1"/>
          </p:cNvSpPr>
          <p:nvPr/>
        </p:nvSpPr>
        <p:spPr>
          <a:xfrm xmlns:a="http://schemas.openxmlformats.org/drawingml/2006/main" rot="0">
            <a:off x="12069065" y="6707832"/>
            <a:ext cx="534705" cy="23471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320" b="1" i="0">
                <a:solidFill>
                  <a:srgbClr val="101010"/>
                </a:solidFill>
                <a:latin typeface="Comic Sans MS"/>
                <a:ea typeface="Comic Sans MS"/>
                <a:cs typeface="Comic Sans MS"/>
              </a:defRPr>
            </a:defPPr>
          </a:lstStyle>
          <a:p xmlns:a="http://schemas.openxmlformats.org/drawingml/2006/main">
            <a:pPr algn="l">
              <a:lnSpc>
                <a:spcPct val="100000"/>
              </a:lnSpc>
              <a:buNone/>
              <a:defRPr sz="1320" b="1" i="0">
                <a:solidFill>
                  <a:srgbClr val="101010"/>
                </a:solidFill>
                <a:latin typeface="Comic Sans MS"/>
                <a:ea typeface="Comic Sans MS"/>
                <a:cs typeface="Comic Sans MS"/>
              </a:defRPr>
            </a:pPr>
            <a:r>
              <a:rPr sz="1320" b="1" i="0">
                <a:solidFill>
                  <a:srgbClr val="101010"/>
                </a:solidFill>
                <a:latin typeface="Comic Sans MS"/>
                <a:ea typeface="Comic Sans MS"/>
                <a:cs typeface="Comic Sans MS"/>
              </a:rPr>
              <a:t>Poem</a:t>
            </a:r>
          </a:p>
        </p:txBody>
      </p:sp>
      <p:sp>
        <p:nvSpPr>
          <p:cNvPr id="343" name="Reviewed text 91">
            <a:extLst xmlns:a="http://schemas.openxmlformats.org/drawingml/2006/main">
              <a:ext uri="{FF2B5EF4-FFF2-40B4-BE49-F238E27FC236}">
                <a16:creationId xmlns:a16="http://schemas.microsoft.com/office/drawing/2014/main" id="{950718C1-3DEE-4E5C-94DD-C0E1BC640FF5}"/>
              </a:ext>
            </a:extLst>
          </p:cNvPr>
          <p:cNvSpPr>
            <a:spLocks xmlns:a="http://schemas.openxmlformats.org/drawingml/2006/main" noGrp="1"/>
          </p:cNvSpPr>
          <p:nvPr/>
        </p:nvSpPr>
        <p:spPr>
          <a:xfrm xmlns:a="http://schemas.openxmlformats.org/drawingml/2006/main" rot="0">
            <a:off x="10522239" y="7101900"/>
            <a:ext cx="3466037" cy="21459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207" b="0" i="0">
                <a:solidFill>
                  <a:srgbClr val="101010"/>
                </a:solidFill>
                <a:latin typeface="Comic Sans MS"/>
                <a:ea typeface="Comic Sans MS"/>
                <a:cs typeface="Comic Sans MS"/>
              </a:defRPr>
            </a:defPPr>
          </a:lstStyle>
          <a:p xmlns:a="http://schemas.openxmlformats.org/drawingml/2006/main">
            <a:pPr algn="l">
              <a:lnSpc>
                <a:spcPct val="100000"/>
              </a:lnSpc>
              <a:buNone/>
              <a:defRPr sz="1207" b="0" i="0">
                <a:solidFill>
                  <a:srgbClr val="101010"/>
                </a:solidFill>
                <a:latin typeface="Comic Sans MS"/>
                <a:ea typeface="Comic Sans MS"/>
                <a:cs typeface="Comic Sans MS"/>
              </a:defRPr>
            </a:pPr>
            <a:r>
              <a:rPr sz="1207" b="0" i="0">
                <a:solidFill>
                  <a:srgbClr val="101010"/>
                </a:solidFill>
                <a:latin typeface="Comic Sans MS"/>
                <a:ea typeface="Comic Sans MS"/>
                <a:cs typeface="Comic Sans MS"/>
              </a:rPr>
              <a:t>This is a poem by </a:t>
            </a:r>
            <a:r>
              <a:rPr sz="1207" b="1" i="0">
                <a:solidFill>
                  <a:srgbClr val="101010"/>
                </a:solidFill>
                <a:latin typeface="Comic Sans MS"/>
                <a:ea typeface="Comic Sans MS"/>
                <a:cs typeface="Comic Sans MS"/>
              </a:rPr>
              <a:t>Li Bai</a:t>
            </a:r>
            <a:r>
              <a:rPr sz="1207" b="0" i="0">
                <a:solidFill>
                  <a:srgbClr val="101010"/>
                </a:solidFill>
                <a:latin typeface="Comic Sans MS"/>
                <a:ea typeface="Comic Sans MS"/>
                <a:cs typeface="Comic Sans MS"/>
              </a:rPr>
              <a:t> praising the magnificent</a:t>
            </a:r>
          </a:p>
        </p:txBody>
      </p:sp>
      <p:sp>
        <p:nvSpPr>
          <p:cNvPr id="344" name="Reviewed text 92">
            <a:extLst xmlns:a="http://schemas.openxmlformats.org/drawingml/2006/main">
              <a:ext uri="{FF2B5EF4-FFF2-40B4-BE49-F238E27FC236}">
                <a16:creationId xmlns:a16="http://schemas.microsoft.com/office/drawing/2014/main" id="{5A7A5A4C-FF03-49CE-938B-64E4C13AA90F}"/>
              </a:ext>
            </a:extLst>
          </p:cNvPr>
          <p:cNvSpPr>
            <a:spLocks xmlns:a="http://schemas.openxmlformats.org/drawingml/2006/main" noGrp="1"/>
          </p:cNvSpPr>
          <p:nvPr/>
        </p:nvSpPr>
        <p:spPr>
          <a:xfrm xmlns:a="http://schemas.openxmlformats.org/drawingml/2006/main" rot="0">
            <a:off x="10512691" y="7292971"/>
            <a:ext cx="3475585" cy="21377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202" b="0" i="0">
                <a:solidFill>
                  <a:srgbClr val="101010"/>
                </a:solidFill>
                <a:latin typeface="Comic Sans MS"/>
                <a:ea typeface="Comic Sans MS"/>
                <a:cs typeface="Comic Sans MS"/>
              </a:defRPr>
            </a:defPPr>
          </a:lstStyle>
          <a:p xmlns:a="http://schemas.openxmlformats.org/drawingml/2006/main">
            <a:pPr algn="l">
              <a:lnSpc>
                <a:spcPct val="100000"/>
              </a:lnSpc>
              <a:buNone/>
              <a:defRPr sz="1202" b="0" i="0">
                <a:solidFill>
                  <a:srgbClr val="101010"/>
                </a:solidFill>
                <a:latin typeface="Comic Sans MS"/>
                <a:ea typeface="Comic Sans MS"/>
                <a:cs typeface="Comic Sans MS"/>
              </a:defRPr>
            </a:pPr>
            <a:r>
              <a:rPr sz="1202" b="0" i="0">
                <a:solidFill>
                  <a:srgbClr val="101010"/>
                </a:solidFill>
                <a:latin typeface="Comic Sans MS"/>
                <a:ea typeface="Comic Sans MS"/>
                <a:cs typeface="Comic Sans MS"/>
              </a:rPr>
              <a:t>scenery of the </a:t>
            </a:r>
            <a:r>
              <a:rPr sz="1202" b="1" i="0">
                <a:solidFill>
                  <a:srgbClr val="101010"/>
                </a:solidFill>
                <a:latin typeface="Comic Sans MS"/>
                <a:ea typeface="Comic Sans MS"/>
                <a:cs typeface="Comic Sans MS"/>
              </a:rPr>
              <a:t>Lushan Waterfall</a:t>
            </a:r>
            <a:r>
              <a:rPr sz="1202" b="0" i="0">
                <a:solidFill>
                  <a:srgbClr val="101010"/>
                </a:solidFill>
                <a:latin typeface="Comic Sans MS"/>
                <a:ea typeface="Comic Sans MS"/>
                <a:cs typeface="Comic Sans MS"/>
              </a:rPr>
              <a:t>... Generate the</a:t>
            </a:r>
          </a:p>
        </p:txBody>
      </p:sp>
      <p:sp>
        <p:nvSpPr>
          <p:cNvPr id="345" name="Reviewed text 93">
            <a:extLst xmlns:a="http://schemas.openxmlformats.org/drawingml/2006/main">
              <a:ext uri="{FF2B5EF4-FFF2-40B4-BE49-F238E27FC236}">
                <a16:creationId xmlns:a16="http://schemas.microsoft.com/office/drawing/2014/main" id="{23529534-EC8A-4797-9944-A43AFD62606E}"/>
              </a:ext>
            </a:extLst>
          </p:cNvPr>
          <p:cNvSpPr>
            <a:spLocks xmlns:a="http://schemas.openxmlformats.org/drawingml/2006/main" noGrp="1"/>
          </p:cNvSpPr>
          <p:nvPr/>
        </p:nvSpPr>
        <p:spPr>
          <a:xfrm xmlns:a="http://schemas.openxmlformats.org/drawingml/2006/main" rot="0">
            <a:off x="10512691" y="7474904"/>
            <a:ext cx="3494682" cy="20977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180" b="0" i="0">
                <a:solidFill>
                  <a:srgbClr val="101010"/>
                </a:solidFill>
                <a:latin typeface="Comic Sans MS"/>
                <a:ea typeface="Comic Sans MS"/>
                <a:cs typeface="Comic Sans MS"/>
              </a:defRPr>
            </a:defPPr>
          </a:lstStyle>
          <a:p xmlns:a="http://schemas.openxmlformats.org/drawingml/2006/main">
            <a:pPr algn="l">
              <a:lnSpc>
                <a:spcPct val="100000"/>
              </a:lnSpc>
              <a:buNone/>
              <a:defRPr sz="1180" b="0" i="0">
                <a:solidFill>
                  <a:srgbClr val="101010"/>
                </a:solidFill>
                <a:latin typeface="Comic Sans MS"/>
                <a:ea typeface="Comic Sans MS"/>
                <a:cs typeface="Comic Sans MS"/>
              </a:defRPr>
            </a:pPr>
            <a:r>
              <a:rPr sz="1180" b="0" i="0">
                <a:solidFill>
                  <a:srgbClr val="101010"/>
                </a:solidFill>
                <a:latin typeface="Comic Sans MS"/>
                <a:ea typeface="Comic Sans MS"/>
                <a:cs typeface="Comic Sans MS"/>
              </a:rPr>
              <a:t>poem title and visualize the artistic conception.</a:t>
            </a:r>
          </a:p>
        </p:txBody>
      </p:sp>
      <p:sp>
        <p:nvSpPr>
          <p:cNvPr id="346" name="Reviewed text 94">
            <a:extLst xmlns:a="http://schemas.openxmlformats.org/drawingml/2006/main">
              <a:ext uri="{FF2B5EF4-FFF2-40B4-BE49-F238E27FC236}">
                <a16:creationId xmlns:a16="http://schemas.microsoft.com/office/drawing/2014/main" id="{29B691E4-CB53-4AEF-9FFB-C28AA636D649}"/>
              </a:ext>
            </a:extLst>
          </p:cNvPr>
          <p:cNvSpPr>
            <a:spLocks xmlns:a="http://schemas.openxmlformats.org/drawingml/2006/main" noGrp="1"/>
          </p:cNvSpPr>
          <p:nvPr/>
        </p:nvSpPr>
        <p:spPr>
          <a:xfrm xmlns:a="http://schemas.openxmlformats.org/drawingml/2006/main" rot="0">
            <a:off x="16442192" y="6703950"/>
            <a:ext cx="1499085" cy="26491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490" b="1" i="0">
                <a:solidFill>
                  <a:srgbClr val="101010"/>
                </a:solidFill>
                <a:latin typeface="Comic Sans MS"/>
                <a:ea typeface="Comic Sans MS"/>
                <a:cs typeface="Comic Sans MS"/>
              </a:defRPr>
            </a:defPPr>
          </a:lstStyle>
          <a:p xmlns:a="http://schemas.openxmlformats.org/drawingml/2006/main">
            <a:pPr algn="l">
              <a:lnSpc>
                <a:spcPct val="100000"/>
              </a:lnSpc>
              <a:buNone/>
              <a:defRPr sz="1490" b="1" i="0">
                <a:solidFill>
                  <a:srgbClr val="101010"/>
                </a:solidFill>
                <a:latin typeface="Comic Sans MS"/>
                <a:ea typeface="Comic Sans MS"/>
                <a:cs typeface="Comic Sans MS"/>
              </a:defRPr>
            </a:pPr>
            <a:r>
              <a:rPr sz="1490" b="1" i="0">
                <a:solidFill>
                  <a:srgbClr val="101010"/>
                </a:solidFill>
                <a:latin typeface="Comic Sans MS"/>
                <a:ea typeface="Comic Sans MS"/>
                <a:cs typeface="Comic Sans MS"/>
              </a:rPr>
              <a:t>Science &amp; Logic</a:t>
            </a:r>
          </a:p>
        </p:txBody>
      </p:sp>
      <p:sp>
        <p:nvSpPr>
          <p:cNvPr id="347" name="Reviewed text 95">
            <a:extLst xmlns:a="http://schemas.openxmlformats.org/drawingml/2006/main">
              <a:ext uri="{FF2B5EF4-FFF2-40B4-BE49-F238E27FC236}">
                <a16:creationId xmlns:a16="http://schemas.microsoft.com/office/drawing/2014/main" id="{701745D3-85A2-4432-9E9E-545AA53CD0D5}"/>
              </a:ext>
            </a:extLst>
          </p:cNvPr>
          <p:cNvSpPr>
            <a:spLocks xmlns:a="http://schemas.openxmlformats.org/drawingml/2006/main" noGrp="1"/>
          </p:cNvSpPr>
          <p:nvPr/>
        </p:nvSpPr>
        <p:spPr>
          <a:xfrm xmlns:a="http://schemas.openxmlformats.org/drawingml/2006/main" rot="0">
            <a:off x="15391878" y="7111093"/>
            <a:ext cx="3695196" cy="21735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222" b="0" i="0">
                <a:solidFill>
                  <a:srgbClr val="101010"/>
                </a:solidFill>
                <a:latin typeface="Comic Sans MS"/>
                <a:ea typeface="Comic Sans MS"/>
                <a:cs typeface="Comic Sans MS"/>
              </a:defRPr>
            </a:defPPr>
          </a:lstStyle>
          <a:p xmlns:a="http://schemas.openxmlformats.org/drawingml/2006/main">
            <a:pPr algn="l">
              <a:lnSpc>
                <a:spcPct val="100000"/>
              </a:lnSpc>
              <a:buNone/>
              <a:defRPr sz="1222" b="0" i="0">
                <a:solidFill>
                  <a:srgbClr val="101010"/>
                </a:solidFill>
                <a:latin typeface="Comic Sans MS"/>
                <a:ea typeface="Comic Sans MS"/>
                <a:cs typeface="Comic Sans MS"/>
              </a:defRPr>
            </a:pPr>
            <a:r>
              <a:rPr sz="1222" b="0" i="0">
                <a:solidFill>
                  <a:srgbClr val="101010"/>
                </a:solidFill>
                <a:latin typeface="Comic Sans MS"/>
                <a:ea typeface="Comic Sans MS"/>
                <a:cs typeface="Comic Sans MS"/>
              </a:rPr>
              <a:t>Generate an image showing the sublimation process</a:t>
            </a:r>
          </a:p>
        </p:txBody>
      </p:sp>
      <p:sp>
        <p:nvSpPr>
          <p:cNvPr id="348" name="Reviewed text 108">
            <a:extLst xmlns:a="http://schemas.openxmlformats.org/drawingml/2006/main">
              <a:ext uri="{FF2B5EF4-FFF2-40B4-BE49-F238E27FC236}">
                <a16:creationId xmlns:a16="http://schemas.microsoft.com/office/drawing/2014/main" id="{41433F47-8872-46DF-81C7-17E977B30E2A}"/>
              </a:ext>
            </a:extLst>
          </p:cNvPr>
          <p:cNvSpPr>
            <a:spLocks xmlns:a="http://schemas.openxmlformats.org/drawingml/2006/main" noGrp="1"/>
          </p:cNvSpPr>
          <p:nvPr/>
        </p:nvSpPr>
        <p:spPr>
          <a:xfrm xmlns:a="http://schemas.openxmlformats.org/drawingml/2006/main" rot="0">
            <a:off x="15382330" y="7304182"/>
            <a:ext cx="1078959" cy="20084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130" b="0" i="0">
                <a:solidFill>
                  <a:srgbClr val="101010"/>
                </a:solidFill>
                <a:latin typeface="Comic Sans MS"/>
                <a:ea typeface="Comic Sans MS"/>
                <a:cs typeface="Comic Sans MS"/>
              </a:defRPr>
            </a:defPPr>
          </a:lstStyle>
          <a:p xmlns:a="http://schemas.openxmlformats.org/drawingml/2006/main">
            <a:pPr algn="l">
              <a:lnSpc>
                <a:spcPct val="100000"/>
              </a:lnSpc>
              <a:buNone/>
              <a:defRPr sz="1130" b="0" i="0">
                <a:solidFill>
                  <a:srgbClr val="101010"/>
                </a:solidFill>
                <a:latin typeface="Comic Sans MS"/>
                <a:ea typeface="Comic Sans MS"/>
                <a:cs typeface="Comic Sans MS"/>
              </a:defRPr>
            </a:pPr>
            <a:r>
              <a:rPr sz="1130" b="0" i="0">
                <a:solidFill>
                  <a:srgbClr val="101010"/>
                </a:solidFill>
                <a:latin typeface="Comic Sans MS"/>
                <a:ea typeface="Comic Sans MS"/>
                <a:cs typeface="Comic Sans MS"/>
              </a:rPr>
              <a:t>of </a:t>
            </a:r>
            <a:r>
              <a:rPr sz="1130" b="1" i="0">
                <a:solidFill>
                  <a:srgbClr val="101010"/>
                </a:solidFill>
                <a:latin typeface="Comic Sans MS"/>
                <a:ea typeface="Comic Sans MS"/>
                <a:cs typeface="Comic Sans MS"/>
              </a:rPr>
              <a:t>solid iodine.</a:t>
            </a:r>
          </a:p>
        </p:txBody>
      </p:sp>
      <p:sp>
        <p:nvSpPr>
          <p:cNvPr id="349" name="Reviewed text 97">
            <a:extLst xmlns:a="http://schemas.openxmlformats.org/drawingml/2006/main">
              <a:ext uri="{FF2B5EF4-FFF2-40B4-BE49-F238E27FC236}">
                <a16:creationId xmlns:a16="http://schemas.microsoft.com/office/drawing/2014/main" id="{4AA0ABD5-8EA4-4440-8559-17FC02D630BC}"/>
              </a:ext>
            </a:extLst>
          </p:cNvPr>
          <p:cNvSpPr>
            <a:spLocks xmlns:a="http://schemas.openxmlformats.org/drawingml/2006/main" noGrp="1"/>
          </p:cNvSpPr>
          <p:nvPr/>
        </p:nvSpPr>
        <p:spPr>
          <a:xfrm xmlns:a="http://schemas.openxmlformats.org/drawingml/2006/main" rot="0">
            <a:off x="10522239" y="7987452"/>
            <a:ext cx="1785534" cy="15931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896" b="0" i="0">
                <a:solidFill>
                  <a:srgbClr val="101010"/>
                </a:solidFill>
                <a:latin typeface="Comic Sans MS"/>
                <a:ea typeface="Comic Sans MS"/>
                <a:cs typeface="Comic Sans MS"/>
              </a:defRPr>
            </a:defPPr>
          </a:lstStyle>
          <a:p xmlns:a="http://schemas.openxmlformats.org/drawingml/2006/main">
            <a:pPr algn="l">
              <a:lnSpc>
                <a:spcPct val="100000"/>
              </a:lnSpc>
              <a:buNone/>
              <a:defRPr sz="896" b="0" i="0">
                <a:solidFill>
                  <a:srgbClr val="101010"/>
                </a:solidFill>
                <a:latin typeface="Comic Sans MS"/>
                <a:ea typeface="Comic Sans MS"/>
                <a:cs typeface="Comic Sans MS"/>
              </a:defRPr>
            </a:pPr>
            <a:r>
              <a:rPr sz="896" b="0" i="0">
                <a:solidFill>
                  <a:srgbClr val="101010"/>
                </a:solidFill>
                <a:latin typeface="Comic Sans MS"/>
                <a:ea typeface="Comic Sans MS"/>
                <a:cs typeface="Comic Sans MS"/>
              </a:rPr>
              <a:t>Design a traditional Chinese-style</a:t>
            </a:r>
          </a:p>
        </p:txBody>
      </p:sp>
      <p:sp>
        <p:nvSpPr>
          <p:cNvPr id="350" name="Reviewed text 98">
            <a:extLst xmlns:a="http://schemas.openxmlformats.org/drawingml/2006/main">
              <a:ext uri="{FF2B5EF4-FFF2-40B4-BE49-F238E27FC236}">
                <a16:creationId xmlns:a16="http://schemas.microsoft.com/office/drawing/2014/main" id="{1CCB7544-64FD-4D2C-AA75-84AD487135F2}"/>
              </a:ext>
            </a:extLst>
          </p:cNvPr>
          <p:cNvSpPr>
            <a:spLocks xmlns:a="http://schemas.openxmlformats.org/drawingml/2006/main" noGrp="1"/>
          </p:cNvSpPr>
          <p:nvPr/>
        </p:nvSpPr>
        <p:spPr>
          <a:xfrm xmlns:a="http://schemas.openxmlformats.org/drawingml/2006/main" rot="0">
            <a:off x="10512691" y="8121031"/>
            <a:ext cx="1594568" cy="16007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900" b="0" i="0">
                <a:solidFill>
                  <a:srgbClr val="101010"/>
                </a:solidFill>
                <a:latin typeface="Comic Sans MS"/>
                <a:ea typeface="Comic Sans MS"/>
                <a:cs typeface="Comic Sans MS"/>
              </a:defRPr>
            </a:defPPr>
          </a:lstStyle>
          <a:p xmlns:a="http://schemas.openxmlformats.org/drawingml/2006/main">
            <a:pPr algn="l">
              <a:lnSpc>
                <a:spcPct val="100000"/>
              </a:lnSpc>
              <a:buNone/>
              <a:defRPr sz="900" b="0" i="0">
                <a:solidFill>
                  <a:srgbClr val="101010"/>
                </a:solidFill>
                <a:latin typeface="Comic Sans MS"/>
                <a:ea typeface="Comic Sans MS"/>
                <a:cs typeface="Comic Sans MS"/>
              </a:defRPr>
            </a:pPr>
            <a:r>
              <a:rPr sz="900" b="0" i="0">
                <a:solidFill>
                  <a:srgbClr val="101010"/>
                </a:solidFill>
                <a:latin typeface="Comic Sans MS"/>
                <a:ea typeface="Comic Sans MS"/>
                <a:cs typeface="Comic Sans MS"/>
              </a:rPr>
              <a:t>book cover featuring the title</a:t>
            </a:r>
          </a:p>
        </p:txBody>
      </p:sp>
      <p:sp>
        <p:nvSpPr>
          <p:cNvPr id="351" name="Reviewed text 99">
            <a:extLst xmlns:a="http://schemas.openxmlformats.org/drawingml/2006/main">
              <a:ext uri="{FF2B5EF4-FFF2-40B4-BE49-F238E27FC236}">
                <a16:creationId xmlns:a16="http://schemas.microsoft.com/office/drawing/2014/main" id="{5571D1F5-FC45-41E7-9F94-8DB5A8416B61}"/>
              </a:ext>
            </a:extLst>
          </p:cNvPr>
          <p:cNvSpPr>
            <a:spLocks xmlns:a="http://schemas.openxmlformats.org/drawingml/2006/main" noGrp="1"/>
          </p:cNvSpPr>
          <p:nvPr/>
        </p:nvSpPr>
        <p:spPr>
          <a:xfrm xmlns:a="http://schemas.openxmlformats.org/drawingml/2006/main" rot="0">
            <a:off x="10512691" y="8251056"/>
            <a:ext cx="1594568" cy="18847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060" b="0" i="0">
                <a:solidFill>
                  <a:srgbClr val="101010"/>
                </a:solidFill>
                <a:latin typeface="Comic Sans MS"/>
                <a:ea typeface="Comic Sans MS"/>
                <a:cs typeface="Comic Sans MS"/>
              </a:defRPr>
            </a:defPPr>
          </a:lstStyle>
          <a:p xmlns:a="http://schemas.openxmlformats.org/drawingml/2006/main">
            <a:pPr algn="l">
              <a:lnSpc>
                <a:spcPct val="100000"/>
              </a:lnSpc>
              <a:buNone/>
              <a:defRPr sz="1060" b="0" i="0">
                <a:solidFill>
                  <a:srgbClr val="101010"/>
                </a:solidFill>
                <a:latin typeface="Comic Sans MS"/>
                <a:ea typeface="Comic Sans MS"/>
                <a:cs typeface="Comic Sans MS"/>
              </a:defRPr>
            </a:pPr>
            <a:r>
              <a:rPr sz="1060" b="0" i="0">
                <a:solidFill>
                  <a:srgbClr val="101010"/>
                </a:solidFill>
                <a:latin typeface="Comic Sans MS"/>
                <a:ea typeface="Comic Sans MS"/>
                <a:cs typeface="Comic Sans MS"/>
              </a:rPr>
              <a:t>text '望庐山瀑布' and the poet</a:t>
            </a:r>
          </a:p>
        </p:txBody>
      </p:sp>
      <p:sp>
        <p:nvSpPr>
          <p:cNvPr id="352" name="Reviewed text 100">
            <a:extLst xmlns:a="http://schemas.openxmlformats.org/drawingml/2006/main">
              <a:ext uri="{FF2B5EF4-FFF2-40B4-BE49-F238E27FC236}">
                <a16:creationId xmlns:a16="http://schemas.microsoft.com/office/drawing/2014/main" id="{A76AD637-87B8-4713-80D8-8859A9063956}"/>
              </a:ext>
            </a:extLst>
          </p:cNvPr>
          <p:cNvSpPr>
            <a:spLocks xmlns:a="http://schemas.openxmlformats.org/drawingml/2006/main" noGrp="1"/>
          </p:cNvSpPr>
          <p:nvPr/>
        </p:nvSpPr>
        <p:spPr>
          <a:xfrm xmlns:a="http://schemas.openxmlformats.org/drawingml/2006/main" rot="0">
            <a:off x="10512691" y="8396608"/>
            <a:ext cx="1747341" cy="17036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958" b="0" i="0">
                <a:solidFill>
                  <a:srgbClr val="101010"/>
                </a:solidFill>
                <a:latin typeface="Comic Sans MS"/>
                <a:ea typeface="Comic Sans MS"/>
                <a:cs typeface="Comic Sans MS"/>
              </a:defRPr>
            </a:defPPr>
          </a:lstStyle>
          <a:p xmlns:a="http://schemas.openxmlformats.org/drawingml/2006/main">
            <a:pPr algn="l">
              <a:lnSpc>
                <a:spcPct val="100000"/>
              </a:lnSpc>
              <a:buNone/>
              <a:defRPr sz="958" b="0" i="0">
                <a:solidFill>
                  <a:srgbClr val="101010"/>
                </a:solidFill>
                <a:latin typeface="Comic Sans MS"/>
                <a:ea typeface="Comic Sans MS"/>
                <a:cs typeface="Comic Sans MS"/>
              </a:defRPr>
            </a:pPr>
            <a:r>
              <a:rPr sz="958" b="0" i="0">
                <a:solidFill>
                  <a:srgbClr val="101010"/>
                </a:solidFill>
                <a:latin typeface="Comic Sans MS"/>
                <a:ea typeface="Comic Sans MS"/>
                <a:cs typeface="Comic Sans MS"/>
              </a:rPr>
              <a:t>credit text '李白'. Illustrate the</a:t>
            </a:r>
          </a:p>
        </p:txBody>
      </p:sp>
      <p:sp>
        <p:nvSpPr>
          <p:cNvPr id="353" name="Reviewed text 101">
            <a:extLst xmlns:a="http://schemas.openxmlformats.org/drawingml/2006/main">
              <a:ext uri="{FF2B5EF4-FFF2-40B4-BE49-F238E27FC236}">
                <a16:creationId xmlns:a16="http://schemas.microsoft.com/office/drawing/2014/main" id="{E147B334-827E-440D-9E73-75046BC84CA5}"/>
              </a:ext>
            </a:extLst>
          </p:cNvPr>
          <p:cNvSpPr>
            <a:spLocks xmlns:a="http://schemas.openxmlformats.org/drawingml/2006/main" noGrp="1"/>
          </p:cNvSpPr>
          <p:nvPr/>
        </p:nvSpPr>
        <p:spPr>
          <a:xfrm xmlns:a="http://schemas.openxmlformats.org/drawingml/2006/main" rot="0">
            <a:off x="10512691" y="8541189"/>
            <a:ext cx="1804631" cy="1598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899" b="0" i="0">
                <a:solidFill>
                  <a:srgbClr val="101010"/>
                </a:solidFill>
                <a:latin typeface="Comic Sans MS"/>
                <a:ea typeface="Comic Sans MS"/>
                <a:cs typeface="Comic Sans MS"/>
              </a:defRPr>
            </a:defPPr>
          </a:lstStyle>
          <a:p xmlns:a="http://schemas.openxmlformats.org/drawingml/2006/main">
            <a:pPr algn="l">
              <a:lnSpc>
                <a:spcPct val="100000"/>
              </a:lnSpc>
              <a:buNone/>
              <a:defRPr sz="899" b="0" i="0">
                <a:solidFill>
                  <a:srgbClr val="101010"/>
                </a:solidFill>
                <a:latin typeface="Comic Sans MS"/>
                <a:ea typeface="Comic Sans MS"/>
                <a:cs typeface="Comic Sans MS"/>
              </a:defRPr>
            </a:pPr>
            <a:r>
              <a:rPr sz="899" b="0" i="0">
                <a:solidFill>
                  <a:srgbClr val="101010"/>
                </a:solidFill>
                <a:latin typeface="Comic Sans MS"/>
                <a:ea typeface="Comic Sans MS"/>
                <a:cs typeface="Comic Sans MS"/>
              </a:rPr>
              <a:t>vast artistic conception of Lushan</a:t>
            </a:r>
          </a:p>
        </p:txBody>
      </p:sp>
      <p:sp>
        <p:nvSpPr>
          <p:cNvPr id="354" name="Reviewed text 102">
            <a:extLst xmlns:a="http://schemas.openxmlformats.org/drawingml/2006/main">
              <a:ext uri="{FF2B5EF4-FFF2-40B4-BE49-F238E27FC236}">
                <a16:creationId xmlns:a16="http://schemas.microsoft.com/office/drawing/2014/main" id="{597C0FA7-66A6-41FA-9331-AD05DE4DE780}"/>
              </a:ext>
            </a:extLst>
          </p:cNvPr>
          <p:cNvSpPr>
            <a:spLocks xmlns:a="http://schemas.openxmlformats.org/drawingml/2006/main" noGrp="1"/>
          </p:cNvSpPr>
          <p:nvPr/>
        </p:nvSpPr>
        <p:spPr>
          <a:xfrm xmlns:a="http://schemas.openxmlformats.org/drawingml/2006/main" rot="0">
            <a:off x="10512691" y="8674902"/>
            <a:ext cx="1699599" cy="15953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897" b="0" i="0">
                <a:solidFill>
                  <a:srgbClr val="101010"/>
                </a:solidFill>
                <a:latin typeface="Comic Sans MS"/>
                <a:ea typeface="Comic Sans MS"/>
                <a:cs typeface="Comic Sans MS"/>
              </a:defRPr>
            </a:defPPr>
          </a:lstStyle>
          <a:p xmlns:a="http://schemas.openxmlformats.org/drawingml/2006/main">
            <a:pPr algn="l">
              <a:lnSpc>
                <a:spcPct val="100000"/>
              </a:lnSpc>
              <a:buNone/>
              <a:defRPr sz="897" b="0" i="0">
                <a:solidFill>
                  <a:srgbClr val="101010"/>
                </a:solidFill>
                <a:latin typeface="Comic Sans MS"/>
                <a:ea typeface="Comic Sans MS"/>
                <a:cs typeface="Comic Sans MS"/>
              </a:defRPr>
            </a:pPr>
            <a:r>
              <a:rPr sz="897" b="0" i="0">
                <a:solidFill>
                  <a:srgbClr val="101010"/>
                </a:solidFill>
                <a:latin typeface="Comic Sans MS"/>
                <a:ea typeface="Comic Sans MS"/>
                <a:cs typeface="Comic Sans MS"/>
              </a:rPr>
              <a:t>Mountain with towering emerald</a:t>
            </a:r>
          </a:p>
        </p:txBody>
      </p:sp>
      <p:sp>
        <p:nvSpPr>
          <p:cNvPr id="355" name="Reviewed text 103">
            <a:extLst xmlns:a="http://schemas.openxmlformats.org/drawingml/2006/main">
              <a:ext uri="{FF2B5EF4-FFF2-40B4-BE49-F238E27FC236}">
                <a16:creationId xmlns:a16="http://schemas.microsoft.com/office/drawing/2014/main" id="{139A55B8-DA4B-4DD7-AA40-DF9D353635EE}"/>
              </a:ext>
            </a:extLst>
          </p:cNvPr>
          <p:cNvSpPr>
            <a:spLocks xmlns:a="http://schemas.openxmlformats.org/drawingml/2006/main" noGrp="1"/>
          </p:cNvSpPr>
          <p:nvPr/>
        </p:nvSpPr>
        <p:spPr>
          <a:xfrm xmlns:a="http://schemas.openxmlformats.org/drawingml/2006/main" rot="0">
            <a:off x="10512691" y="8818167"/>
            <a:ext cx="1604116" cy="15922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896" b="0" i="0">
                <a:solidFill>
                  <a:srgbClr val="101010"/>
                </a:solidFill>
                <a:latin typeface="Comic Sans MS"/>
                <a:ea typeface="Comic Sans MS"/>
                <a:cs typeface="Comic Sans MS"/>
              </a:defRPr>
            </a:defPPr>
          </a:lstStyle>
          <a:p xmlns:a="http://schemas.openxmlformats.org/drawingml/2006/main">
            <a:pPr algn="l">
              <a:lnSpc>
                <a:spcPct val="100000"/>
              </a:lnSpc>
              <a:buNone/>
              <a:defRPr sz="896" b="0" i="0">
                <a:solidFill>
                  <a:srgbClr val="101010"/>
                </a:solidFill>
                <a:latin typeface="Comic Sans MS"/>
                <a:ea typeface="Comic Sans MS"/>
                <a:cs typeface="Comic Sans MS"/>
              </a:defRPr>
            </a:pPr>
            <a:r>
              <a:rPr sz="896" b="0" i="0">
                <a:solidFill>
                  <a:srgbClr val="101010"/>
                </a:solidFill>
                <a:latin typeface="Comic Sans MS"/>
                <a:ea typeface="Comic Sans MS"/>
                <a:cs typeface="Comic Sans MS"/>
              </a:rPr>
              <a:t>peaks rising into a sky of deep</a:t>
            </a:r>
          </a:p>
        </p:txBody>
      </p:sp>
      <p:sp>
        <p:nvSpPr>
          <p:cNvPr id="356" name="Reviewed text 104">
            <a:extLst xmlns:a="http://schemas.openxmlformats.org/drawingml/2006/main">
              <a:ext uri="{FF2B5EF4-FFF2-40B4-BE49-F238E27FC236}">
                <a16:creationId xmlns:a16="http://schemas.microsoft.com/office/drawing/2014/main" id="{3B6ACD03-802D-4BDF-8F12-422EA10BB9A3}"/>
              </a:ext>
            </a:extLst>
          </p:cNvPr>
          <p:cNvSpPr>
            <a:spLocks xmlns:a="http://schemas.openxmlformats.org/drawingml/2006/main" noGrp="1"/>
          </p:cNvSpPr>
          <p:nvPr/>
        </p:nvSpPr>
        <p:spPr>
          <a:xfrm xmlns:a="http://schemas.openxmlformats.org/drawingml/2006/main" rot="0">
            <a:off x="10512691" y="8955086"/>
            <a:ext cx="1833276" cy="13400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754" b="0" i="0">
                <a:solidFill>
                  <a:srgbClr val="101010"/>
                </a:solidFill>
                <a:latin typeface="Comic Sans MS"/>
                <a:ea typeface="Comic Sans MS"/>
                <a:cs typeface="Comic Sans MS"/>
              </a:defRPr>
            </a:defPPr>
          </a:lstStyle>
          <a:p xmlns:a="http://schemas.openxmlformats.org/drawingml/2006/main">
            <a:pPr algn="l">
              <a:lnSpc>
                <a:spcPct val="100000"/>
              </a:lnSpc>
              <a:buNone/>
              <a:defRPr sz="754" b="0" i="0">
                <a:solidFill>
                  <a:srgbClr val="101010"/>
                </a:solidFill>
                <a:latin typeface="Comic Sans MS"/>
                <a:ea typeface="Comic Sans MS"/>
                <a:cs typeface="Comic Sans MS"/>
              </a:defRPr>
            </a:pPr>
            <a:r>
              <a:rPr sz="754" b="0" i="0">
                <a:solidFill>
                  <a:srgbClr val="101010"/>
                </a:solidFill>
                <a:latin typeface="Comic Sans MS"/>
                <a:ea typeface="Comic Sans MS"/>
                <a:cs typeface="Comic Sans MS"/>
              </a:rPr>
              <a:t>azure, their summits half-veiled in</a:t>
            </a:r>
          </a:p>
        </p:txBody>
      </p:sp>
      <p:sp>
        <p:nvSpPr>
          <p:cNvPr id="357" name="Reviewed text 105">
            <a:extLst xmlns:a="http://schemas.openxmlformats.org/drawingml/2006/main">
              <a:ext uri="{FF2B5EF4-FFF2-40B4-BE49-F238E27FC236}">
                <a16:creationId xmlns:a16="http://schemas.microsoft.com/office/drawing/2014/main" id="{14302878-8700-4888-BD59-0037C23510F3}"/>
              </a:ext>
            </a:extLst>
          </p:cNvPr>
          <p:cNvSpPr>
            <a:spLocks xmlns:a="http://schemas.openxmlformats.org/drawingml/2006/main" noGrp="1"/>
          </p:cNvSpPr>
          <p:nvPr/>
        </p:nvSpPr>
        <p:spPr>
          <a:xfrm xmlns:a="http://schemas.openxmlformats.org/drawingml/2006/main" rot="0">
            <a:off x="10512691" y="9089053"/>
            <a:ext cx="1327215" cy="13174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741" b="0" i="0">
                <a:solidFill>
                  <a:srgbClr val="101010"/>
                </a:solidFill>
                <a:latin typeface="Comic Sans MS"/>
                <a:ea typeface="Comic Sans MS"/>
                <a:cs typeface="Comic Sans MS"/>
              </a:defRPr>
            </a:defPPr>
          </a:lstStyle>
          <a:p xmlns:a="http://schemas.openxmlformats.org/drawingml/2006/main">
            <a:pPr algn="l">
              <a:lnSpc>
                <a:spcPct val="100000"/>
              </a:lnSpc>
              <a:buNone/>
              <a:defRPr sz="741" b="0" i="0">
                <a:solidFill>
                  <a:srgbClr val="101010"/>
                </a:solidFill>
                <a:latin typeface="Comic Sans MS"/>
                <a:ea typeface="Comic Sans MS"/>
                <a:cs typeface="Comic Sans MS"/>
              </a:defRPr>
            </a:pPr>
            <a:r>
              <a:rPr sz="741" b="0" i="0">
                <a:solidFill>
                  <a:srgbClr val="101010"/>
                </a:solidFill>
                <a:latin typeface="Comic Sans MS"/>
                <a:ea typeface="Comic Sans MS"/>
                <a:cs typeface="Comic Sans MS"/>
              </a:rPr>
              <a:t>drifting white clouds and</a:t>
            </a:r>
          </a:p>
        </p:txBody>
      </p:sp>
      <p:sp>
        <p:nvSpPr>
          <p:cNvPr id="358" name="Reviewed text 106">
            <a:extLst xmlns:a="http://schemas.openxmlformats.org/drawingml/2006/main">
              <a:ext uri="{FF2B5EF4-FFF2-40B4-BE49-F238E27FC236}">
                <a16:creationId xmlns:a16="http://schemas.microsoft.com/office/drawing/2014/main" id="{007F5FCC-B993-41AB-8EDD-62C57D99C8BA}"/>
              </a:ext>
            </a:extLst>
          </p:cNvPr>
          <p:cNvSpPr>
            <a:spLocks xmlns:a="http://schemas.openxmlformats.org/drawingml/2006/main" noGrp="1"/>
          </p:cNvSpPr>
          <p:nvPr/>
        </p:nvSpPr>
        <p:spPr>
          <a:xfrm xmlns:a="http://schemas.openxmlformats.org/drawingml/2006/main" rot="0">
            <a:off x="10512691" y="9228721"/>
            <a:ext cx="1441795" cy="15940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897" b="0" i="0">
                <a:solidFill>
                  <a:srgbClr val="101010"/>
                </a:solidFill>
                <a:latin typeface="Comic Sans MS"/>
                <a:ea typeface="Comic Sans MS"/>
                <a:cs typeface="Comic Sans MS"/>
              </a:defRPr>
            </a:defPPr>
          </a:lstStyle>
          <a:p xmlns:a="http://schemas.openxmlformats.org/drawingml/2006/main">
            <a:pPr algn="l">
              <a:lnSpc>
                <a:spcPct val="100000"/>
              </a:lnSpc>
              <a:buNone/>
              <a:defRPr sz="897" b="0" i="0">
                <a:solidFill>
                  <a:srgbClr val="101010"/>
                </a:solidFill>
                <a:latin typeface="Comic Sans MS"/>
                <a:ea typeface="Comic Sans MS"/>
                <a:cs typeface="Comic Sans MS"/>
              </a:defRPr>
            </a:pPr>
            <a:r>
              <a:rPr sz="897" b="0" i="0">
                <a:solidFill>
                  <a:srgbClr val="101010"/>
                </a:solidFill>
                <a:latin typeface="Comic Sans MS"/>
                <a:ea typeface="Comic Sans MS"/>
                <a:cs typeface="Comic Sans MS"/>
              </a:rPr>
              <a:t>morning mist... Style it as a</a:t>
            </a:r>
          </a:p>
        </p:txBody>
      </p:sp>
      <p:sp>
        <p:nvSpPr>
          <p:cNvPr id="359" name="Reviewed text 107">
            <a:extLst xmlns:a="http://schemas.openxmlformats.org/drawingml/2006/main">
              <a:ext uri="{FF2B5EF4-FFF2-40B4-BE49-F238E27FC236}">
                <a16:creationId xmlns:a16="http://schemas.microsoft.com/office/drawing/2014/main" id="{5A5E5A3A-0707-4BD4-A1C8-5D3BAB20F4EA}"/>
              </a:ext>
            </a:extLst>
          </p:cNvPr>
          <p:cNvSpPr>
            <a:spLocks xmlns:a="http://schemas.openxmlformats.org/drawingml/2006/main" noGrp="1"/>
          </p:cNvSpPr>
          <p:nvPr/>
        </p:nvSpPr>
        <p:spPr>
          <a:xfrm xmlns:a="http://schemas.openxmlformats.org/drawingml/2006/main" rot="0">
            <a:off x="10512691" y="9371872"/>
            <a:ext cx="1670954" cy="15997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900" b="0" i="0">
                <a:solidFill>
                  <a:srgbClr val="101010"/>
                </a:solidFill>
                <a:latin typeface="Comic Sans MS"/>
                <a:ea typeface="Comic Sans MS"/>
                <a:cs typeface="Comic Sans MS"/>
              </a:defRPr>
            </a:defPPr>
          </a:lstStyle>
          <a:p xmlns:a="http://schemas.openxmlformats.org/drawingml/2006/main">
            <a:pPr algn="l">
              <a:lnSpc>
                <a:spcPct val="100000"/>
              </a:lnSpc>
              <a:buNone/>
              <a:defRPr sz="900" b="0" i="0">
                <a:solidFill>
                  <a:srgbClr val="101010"/>
                </a:solidFill>
                <a:latin typeface="Comic Sans MS"/>
                <a:ea typeface="Comic Sans MS"/>
                <a:cs typeface="Comic Sans MS"/>
              </a:defRPr>
            </a:pPr>
            <a:r>
              <a:rPr sz="900" b="0" i="0">
                <a:solidFill>
                  <a:srgbClr val="101010"/>
                </a:solidFill>
                <a:latin typeface="Comic Sans MS"/>
                <a:ea typeface="Comic Sans MS"/>
                <a:cs typeface="Comic Sans MS"/>
              </a:rPr>
              <a:t>Chinese ink-and-wash painting...</a:t>
            </a:r>
          </a:p>
        </p:txBody>
      </p:sp>
      <p:sp>
        <p:nvSpPr>
          <p:cNvPr id="360" name="Reviewed text 109">
            <a:extLst xmlns:a="http://schemas.openxmlformats.org/drawingml/2006/main">
              <a:ext uri="{FF2B5EF4-FFF2-40B4-BE49-F238E27FC236}">
                <a16:creationId xmlns:a16="http://schemas.microsoft.com/office/drawing/2014/main" id="{C420D30D-1BE3-4243-A5D6-EFE3830EB454}"/>
              </a:ext>
            </a:extLst>
          </p:cNvPr>
          <p:cNvSpPr>
            <a:spLocks xmlns:a="http://schemas.openxmlformats.org/drawingml/2006/main" noGrp="1"/>
          </p:cNvSpPr>
          <p:nvPr/>
        </p:nvSpPr>
        <p:spPr>
          <a:xfrm xmlns:a="http://schemas.openxmlformats.org/drawingml/2006/main" rot="0">
            <a:off x="15382330" y="7730258"/>
            <a:ext cx="1613665" cy="15456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869" b="0" i="0">
                <a:solidFill>
                  <a:srgbClr val="101010"/>
                </a:solidFill>
                <a:latin typeface="Comic Sans MS"/>
                <a:ea typeface="Comic Sans MS"/>
                <a:cs typeface="Comic Sans MS"/>
              </a:defRPr>
            </a:defPPr>
          </a:lstStyle>
          <a:p xmlns:a="http://schemas.openxmlformats.org/drawingml/2006/main">
            <a:pPr algn="l">
              <a:lnSpc>
                <a:spcPct val="100000"/>
              </a:lnSpc>
              <a:buNone/>
              <a:defRPr sz="869" b="0" i="0">
                <a:solidFill>
                  <a:srgbClr val="101010"/>
                </a:solidFill>
                <a:latin typeface="Comic Sans MS"/>
                <a:ea typeface="Comic Sans MS"/>
                <a:cs typeface="Comic Sans MS"/>
              </a:defRPr>
            </a:pPr>
            <a:r>
              <a:rPr sz="869" b="0" i="0">
                <a:solidFill>
                  <a:srgbClr val="101010"/>
                </a:solidFill>
                <a:latin typeface="Comic Sans MS"/>
                <a:ea typeface="Comic Sans MS"/>
                <a:cs typeface="Comic Sans MS"/>
              </a:rPr>
              <a:t>1) LEFT PANEL - Solid iodine: a</a:t>
            </a:r>
          </a:p>
        </p:txBody>
      </p:sp>
      <p:sp>
        <p:nvSpPr>
          <p:cNvPr id="361" name="Reviewed text 110">
            <a:extLst xmlns:a="http://schemas.openxmlformats.org/drawingml/2006/main">
              <a:ext uri="{FF2B5EF4-FFF2-40B4-BE49-F238E27FC236}">
                <a16:creationId xmlns:a16="http://schemas.microsoft.com/office/drawing/2014/main" id="{3880D58B-7739-4A02-A7D9-917649788D8F}"/>
              </a:ext>
            </a:extLst>
          </p:cNvPr>
          <p:cNvSpPr>
            <a:spLocks xmlns:a="http://schemas.openxmlformats.org/drawingml/2006/main" noGrp="1"/>
          </p:cNvSpPr>
          <p:nvPr/>
        </p:nvSpPr>
        <p:spPr>
          <a:xfrm xmlns:a="http://schemas.openxmlformats.org/drawingml/2006/main" rot="0">
            <a:off x="15382330" y="7864891"/>
            <a:ext cx="1403602" cy="14712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827" b="0" i="0">
                <a:solidFill>
                  <a:srgbClr val="101010"/>
                </a:solidFill>
                <a:latin typeface="Comic Sans MS"/>
                <a:ea typeface="Comic Sans MS"/>
                <a:cs typeface="Comic Sans MS"/>
              </a:defRPr>
            </a:defPPr>
          </a:lstStyle>
          <a:p xmlns:a="http://schemas.openxmlformats.org/drawingml/2006/main">
            <a:pPr algn="l">
              <a:lnSpc>
                <a:spcPct val="100000"/>
              </a:lnSpc>
              <a:buNone/>
              <a:defRPr sz="827" b="0" i="0">
                <a:solidFill>
                  <a:srgbClr val="101010"/>
                </a:solidFill>
                <a:latin typeface="Comic Sans MS"/>
                <a:ea typeface="Comic Sans MS"/>
                <a:cs typeface="Comic Sans MS"/>
              </a:defRPr>
            </a:pPr>
            <a:r>
              <a:rPr sz="827" b="0" i="0">
                <a:solidFill>
                  <a:srgbClr val="101010"/>
                </a:solidFill>
                <a:latin typeface="Comic Sans MS"/>
                <a:ea typeface="Comic Sans MS"/>
                <a:cs typeface="Comic Sans MS"/>
              </a:rPr>
              <a:t>pile or small crystals of dark</a:t>
            </a:r>
          </a:p>
        </p:txBody>
      </p:sp>
      <p:sp>
        <p:nvSpPr>
          <p:cNvPr id="362" name="Reviewed text 111">
            <a:extLst xmlns:a="http://schemas.openxmlformats.org/drawingml/2006/main">
              <a:ext uri="{FF2B5EF4-FFF2-40B4-BE49-F238E27FC236}">
                <a16:creationId xmlns:a16="http://schemas.microsoft.com/office/drawing/2014/main" id="{CF7CDBBE-4018-416B-9C3F-0E15A8A2C06D}"/>
              </a:ext>
            </a:extLst>
          </p:cNvPr>
          <p:cNvSpPr>
            <a:spLocks xmlns:a="http://schemas.openxmlformats.org/drawingml/2006/main" noGrp="1"/>
          </p:cNvSpPr>
          <p:nvPr/>
        </p:nvSpPr>
        <p:spPr>
          <a:xfrm xmlns:a="http://schemas.openxmlformats.org/drawingml/2006/main" rot="0">
            <a:off x="15382330" y="8007211"/>
            <a:ext cx="1059863" cy="15416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867" b="0" i="0">
                <a:solidFill>
                  <a:srgbClr val="101010"/>
                </a:solidFill>
                <a:latin typeface="Comic Sans MS"/>
                <a:ea typeface="Comic Sans MS"/>
                <a:cs typeface="Comic Sans MS"/>
              </a:defRPr>
            </a:defPPr>
          </a:lstStyle>
          <a:p xmlns:a="http://schemas.openxmlformats.org/drawingml/2006/main">
            <a:pPr algn="l">
              <a:lnSpc>
                <a:spcPct val="100000"/>
              </a:lnSpc>
              <a:buNone/>
              <a:defRPr sz="867" b="0" i="0">
                <a:solidFill>
                  <a:srgbClr val="101010"/>
                </a:solidFill>
                <a:latin typeface="Comic Sans MS"/>
                <a:ea typeface="Comic Sans MS"/>
                <a:cs typeface="Comic Sans MS"/>
              </a:defRPr>
            </a:pPr>
            <a:r>
              <a:rPr sz="867" b="0" i="0">
                <a:solidFill>
                  <a:srgbClr val="101010"/>
                </a:solidFill>
                <a:latin typeface="Comic Sans MS"/>
                <a:ea typeface="Comic Sans MS"/>
                <a:cs typeface="Comic Sans MS"/>
              </a:rPr>
              <a:t>purple/black iodine...</a:t>
            </a:r>
          </a:p>
        </p:txBody>
      </p:sp>
      <p:sp>
        <p:nvSpPr>
          <p:cNvPr id="363" name="Reviewed text 112">
            <a:extLst xmlns:a="http://schemas.openxmlformats.org/drawingml/2006/main">
              <a:ext uri="{FF2B5EF4-FFF2-40B4-BE49-F238E27FC236}">
                <a16:creationId xmlns:a16="http://schemas.microsoft.com/office/drawing/2014/main" id="{0EA448D5-02C5-48F3-BD03-E2917192EB23}"/>
              </a:ext>
            </a:extLst>
          </p:cNvPr>
          <p:cNvSpPr>
            <a:spLocks xmlns:a="http://schemas.openxmlformats.org/drawingml/2006/main" noGrp="1"/>
          </p:cNvSpPr>
          <p:nvPr/>
        </p:nvSpPr>
        <p:spPr>
          <a:xfrm xmlns:a="http://schemas.openxmlformats.org/drawingml/2006/main" rot="0">
            <a:off x="15382330" y="8140036"/>
            <a:ext cx="1365409" cy="16078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904" b="0" i="0">
                <a:solidFill>
                  <a:srgbClr val="101010"/>
                </a:solidFill>
                <a:latin typeface="Comic Sans MS"/>
                <a:ea typeface="Comic Sans MS"/>
                <a:cs typeface="Comic Sans MS"/>
              </a:defRPr>
            </a:defPPr>
          </a:lstStyle>
          <a:p xmlns:a="http://schemas.openxmlformats.org/drawingml/2006/main">
            <a:pPr algn="l">
              <a:lnSpc>
                <a:spcPct val="100000"/>
              </a:lnSpc>
              <a:buNone/>
              <a:defRPr sz="904" b="0" i="0">
                <a:solidFill>
                  <a:srgbClr val="101010"/>
                </a:solidFill>
                <a:latin typeface="Comic Sans MS"/>
                <a:ea typeface="Comic Sans MS"/>
                <a:cs typeface="Comic Sans MS"/>
              </a:defRPr>
            </a:pPr>
            <a:r>
              <a:rPr sz="904" b="0" i="0">
                <a:solidFill>
                  <a:srgbClr val="101010"/>
                </a:solidFill>
                <a:latin typeface="Comic Sans MS"/>
                <a:ea typeface="Comic Sans MS"/>
                <a:cs typeface="Comic Sans MS"/>
              </a:rPr>
              <a:t>2) MIDDLE - Heating and</a:t>
            </a:r>
          </a:p>
        </p:txBody>
      </p:sp>
      <p:sp>
        <p:nvSpPr>
          <p:cNvPr id="364" name="Reviewed text 113">
            <a:extLst xmlns:a="http://schemas.openxmlformats.org/drawingml/2006/main">
              <a:ext uri="{FF2B5EF4-FFF2-40B4-BE49-F238E27FC236}">
                <a16:creationId xmlns:a16="http://schemas.microsoft.com/office/drawing/2014/main" id="{27F7BFC8-292A-4498-A285-2BEF63975583}"/>
              </a:ext>
            </a:extLst>
          </p:cNvPr>
          <p:cNvSpPr>
            <a:spLocks xmlns:a="http://schemas.openxmlformats.org/drawingml/2006/main" noGrp="1"/>
          </p:cNvSpPr>
          <p:nvPr/>
        </p:nvSpPr>
        <p:spPr>
          <a:xfrm xmlns:a="http://schemas.openxmlformats.org/drawingml/2006/main" rot="0">
            <a:off x="15382330" y="8273544"/>
            <a:ext cx="1594568" cy="16209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912" b="0" i="0">
                <a:solidFill>
                  <a:srgbClr val="101010"/>
                </a:solidFill>
                <a:latin typeface="Comic Sans MS"/>
                <a:ea typeface="Comic Sans MS"/>
                <a:cs typeface="Comic Sans MS"/>
              </a:defRPr>
            </a:defPPr>
          </a:lstStyle>
          <a:p xmlns:a="http://schemas.openxmlformats.org/drawingml/2006/main">
            <a:pPr algn="l">
              <a:lnSpc>
                <a:spcPct val="100000"/>
              </a:lnSpc>
              <a:buNone/>
              <a:defRPr sz="912" b="0" i="0">
                <a:solidFill>
                  <a:srgbClr val="101010"/>
                </a:solidFill>
                <a:latin typeface="Comic Sans MS"/>
                <a:ea typeface="Comic Sans MS"/>
                <a:cs typeface="Comic Sans MS"/>
              </a:defRPr>
            </a:pPr>
            <a:r>
              <a:rPr sz="912" b="0" i="0">
                <a:solidFill>
                  <a:srgbClr val="101010"/>
                </a:solidFill>
                <a:latin typeface="Comic Sans MS"/>
                <a:ea typeface="Comic Sans MS"/>
                <a:cs typeface="Comic Sans MS"/>
              </a:rPr>
              <a:t>sublimation; under or directly</a:t>
            </a:r>
          </a:p>
        </p:txBody>
      </p:sp>
      <p:sp>
        <p:nvSpPr>
          <p:cNvPr id="365" name="Reviewed text 114">
            <a:extLst xmlns:a="http://schemas.openxmlformats.org/drawingml/2006/main">
              <a:ext uri="{FF2B5EF4-FFF2-40B4-BE49-F238E27FC236}">
                <a16:creationId xmlns:a16="http://schemas.microsoft.com/office/drawing/2014/main" id="{F2CD5391-EEB4-4F09-9697-D1864A790E87}"/>
              </a:ext>
            </a:extLst>
          </p:cNvPr>
          <p:cNvSpPr>
            <a:spLocks xmlns:a="http://schemas.openxmlformats.org/drawingml/2006/main" noGrp="1"/>
          </p:cNvSpPr>
          <p:nvPr/>
        </p:nvSpPr>
        <p:spPr>
          <a:xfrm xmlns:a="http://schemas.openxmlformats.org/drawingml/2006/main" rot="0">
            <a:off x="15382330" y="8417621"/>
            <a:ext cx="1231732" cy="15546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874" b="0" i="0">
                <a:solidFill>
                  <a:srgbClr val="101010"/>
                </a:solidFill>
                <a:latin typeface="Comic Sans MS"/>
                <a:ea typeface="Comic Sans MS"/>
                <a:cs typeface="Comic Sans MS"/>
              </a:defRPr>
            </a:defPPr>
          </a:lstStyle>
          <a:p xmlns:a="http://schemas.openxmlformats.org/drawingml/2006/main">
            <a:pPr algn="l">
              <a:lnSpc>
                <a:spcPct val="100000"/>
              </a:lnSpc>
              <a:buNone/>
              <a:defRPr sz="874" b="0" i="0">
                <a:solidFill>
                  <a:srgbClr val="101010"/>
                </a:solidFill>
                <a:latin typeface="Comic Sans MS"/>
                <a:ea typeface="Comic Sans MS"/>
                <a:cs typeface="Comic Sans MS"/>
              </a:defRPr>
            </a:pPr>
            <a:r>
              <a:rPr sz="874" b="0" i="0">
                <a:solidFill>
                  <a:srgbClr val="101010"/>
                </a:solidFill>
                <a:latin typeface="Comic Sans MS"/>
                <a:ea typeface="Comic Sans MS"/>
                <a:cs typeface="Comic Sans MS"/>
              </a:rPr>
              <a:t>beneath the container...</a:t>
            </a:r>
          </a:p>
        </p:txBody>
      </p:sp>
      <p:sp>
        <p:nvSpPr>
          <p:cNvPr id="366" name="Reviewed text 115">
            <a:extLst xmlns:a="http://schemas.openxmlformats.org/drawingml/2006/main">
              <a:ext uri="{FF2B5EF4-FFF2-40B4-BE49-F238E27FC236}">
                <a16:creationId xmlns:a16="http://schemas.microsoft.com/office/drawing/2014/main" id="{E894D66A-972B-4FC8-80FC-3B9EF55027ED}"/>
              </a:ext>
            </a:extLst>
          </p:cNvPr>
          <p:cNvSpPr>
            <a:spLocks xmlns:a="http://schemas.openxmlformats.org/drawingml/2006/main" noGrp="1"/>
          </p:cNvSpPr>
          <p:nvPr/>
        </p:nvSpPr>
        <p:spPr>
          <a:xfrm xmlns:a="http://schemas.openxmlformats.org/drawingml/2006/main" rot="0">
            <a:off x="15382330" y="8551754"/>
            <a:ext cx="1594568" cy="15191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854" b="0" i="0">
                <a:solidFill>
                  <a:srgbClr val="101010"/>
                </a:solidFill>
                <a:latin typeface="Comic Sans MS"/>
                <a:ea typeface="Comic Sans MS"/>
                <a:cs typeface="Comic Sans MS"/>
              </a:defRPr>
            </a:defPPr>
          </a:lstStyle>
          <a:p xmlns:a="http://schemas.openxmlformats.org/drawingml/2006/main">
            <a:pPr algn="l">
              <a:lnSpc>
                <a:spcPct val="100000"/>
              </a:lnSpc>
              <a:buNone/>
              <a:defRPr sz="854" b="0" i="0">
                <a:solidFill>
                  <a:srgbClr val="101010"/>
                </a:solidFill>
                <a:latin typeface="Comic Sans MS"/>
                <a:ea typeface="Comic Sans MS"/>
                <a:cs typeface="Comic Sans MS"/>
              </a:defRPr>
            </a:pPr>
            <a:r>
              <a:rPr sz="854" b="0" i="0">
                <a:solidFill>
                  <a:srgbClr val="101010"/>
                </a:solidFill>
                <a:latin typeface="Comic Sans MS"/>
                <a:ea typeface="Comic Sans MS"/>
                <a:cs typeface="Comic Sans MS"/>
              </a:rPr>
              <a:t>3) RIGHT - Iodine vapor: above</a:t>
            </a:r>
          </a:p>
        </p:txBody>
      </p:sp>
      <p:sp>
        <p:nvSpPr>
          <p:cNvPr id="367" name="Reviewed text 116">
            <a:extLst xmlns:a="http://schemas.openxmlformats.org/drawingml/2006/main">
              <a:ext uri="{FF2B5EF4-FFF2-40B4-BE49-F238E27FC236}">
                <a16:creationId xmlns:a16="http://schemas.microsoft.com/office/drawing/2014/main" id="{25246050-8A65-4BE9-B88B-886A86936FA9}"/>
              </a:ext>
            </a:extLst>
          </p:cNvPr>
          <p:cNvSpPr>
            <a:spLocks xmlns:a="http://schemas.openxmlformats.org/drawingml/2006/main" noGrp="1"/>
          </p:cNvSpPr>
          <p:nvPr/>
        </p:nvSpPr>
        <p:spPr>
          <a:xfrm xmlns:a="http://schemas.openxmlformats.org/drawingml/2006/main" rot="0">
            <a:off x="15382330" y="8684405"/>
            <a:ext cx="1785534" cy="15988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899" b="0" i="0">
                <a:solidFill>
                  <a:srgbClr val="101010"/>
                </a:solidFill>
                <a:latin typeface="Comic Sans MS"/>
                <a:ea typeface="Comic Sans MS"/>
                <a:cs typeface="Comic Sans MS"/>
              </a:defRPr>
            </a:defPPr>
          </a:lstStyle>
          <a:p xmlns:a="http://schemas.openxmlformats.org/drawingml/2006/main">
            <a:pPr algn="l">
              <a:lnSpc>
                <a:spcPct val="100000"/>
              </a:lnSpc>
              <a:buNone/>
              <a:defRPr sz="899" b="0" i="0">
                <a:solidFill>
                  <a:srgbClr val="101010"/>
                </a:solidFill>
                <a:latin typeface="Comic Sans MS"/>
                <a:ea typeface="Comic Sans MS"/>
                <a:cs typeface="Comic Sans MS"/>
              </a:defRPr>
            </a:pPr>
            <a:r>
              <a:rPr sz="899" b="0" i="0">
                <a:solidFill>
                  <a:srgbClr val="101010"/>
                </a:solidFill>
                <a:latin typeface="Comic Sans MS"/>
                <a:ea typeface="Comic Sans MS"/>
                <a:cs typeface="Comic Sans MS"/>
              </a:rPr>
              <a:t>the solid, depict a visible cloud or</a:t>
            </a:r>
          </a:p>
        </p:txBody>
      </p:sp>
      <p:sp>
        <p:nvSpPr>
          <p:cNvPr id="368" name="Reviewed text 117">
            <a:extLst xmlns:a="http://schemas.openxmlformats.org/drawingml/2006/main">
              <a:ext uri="{FF2B5EF4-FFF2-40B4-BE49-F238E27FC236}">
                <a16:creationId xmlns:a16="http://schemas.microsoft.com/office/drawing/2014/main" id="{FE28E6E1-9674-49E2-B88B-90A2496019B8}"/>
              </a:ext>
            </a:extLst>
          </p:cNvPr>
          <p:cNvSpPr>
            <a:spLocks xmlns:a="http://schemas.openxmlformats.org/drawingml/2006/main" noGrp="1"/>
          </p:cNvSpPr>
          <p:nvPr/>
        </p:nvSpPr>
        <p:spPr>
          <a:xfrm xmlns:a="http://schemas.openxmlformats.org/drawingml/2006/main" rot="0">
            <a:off x="15382330" y="8828103"/>
            <a:ext cx="1403602" cy="15620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879" b="0" i="0">
                <a:solidFill>
                  <a:srgbClr val="101010"/>
                </a:solidFill>
                <a:latin typeface="Comic Sans MS"/>
                <a:ea typeface="Comic Sans MS"/>
                <a:cs typeface="Comic Sans MS"/>
              </a:defRPr>
            </a:defPPr>
          </a:lstStyle>
          <a:p xmlns:a="http://schemas.openxmlformats.org/drawingml/2006/main">
            <a:pPr algn="l">
              <a:lnSpc>
                <a:spcPct val="100000"/>
              </a:lnSpc>
              <a:buNone/>
              <a:defRPr sz="879" b="0" i="0">
                <a:solidFill>
                  <a:srgbClr val="101010"/>
                </a:solidFill>
                <a:latin typeface="Comic Sans MS"/>
                <a:ea typeface="Comic Sans MS"/>
                <a:cs typeface="Comic Sans MS"/>
              </a:defRPr>
            </a:pPr>
            <a:r>
              <a:rPr sz="879" b="0" i="0">
                <a:solidFill>
                  <a:srgbClr val="101010"/>
                </a:solidFill>
                <a:latin typeface="Comic Sans MS"/>
                <a:ea typeface="Comic Sans MS"/>
                <a:cs typeface="Comic Sans MS"/>
              </a:rPr>
              <a:t>region of violet/purple gas.</a:t>
            </a:r>
          </a:p>
        </p:txBody>
      </p:sp>
      <p:sp>
        <p:nvSpPr>
          <p:cNvPr id="369" name="Reviewed text 118">
            <a:extLst xmlns:a="http://schemas.openxmlformats.org/drawingml/2006/main">
              <a:ext uri="{FF2B5EF4-FFF2-40B4-BE49-F238E27FC236}">
                <a16:creationId xmlns:a16="http://schemas.microsoft.com/office/drawing/2014/main" id="{2C551E1A-C8AB-4362-B99F-CEE1207EE8F7}"/>
              </a:ext>
            </a:extLst>
          </p:cNvPr>
          <p:cNvSpPr>
            <a:spLocks xmlns:a="http://schemas.openxmlformats.org/drawingml/2006/main" noGrp="1"/>
          </p:cNvSpPr>
          <p:nvPr/>
        </p:nvSpPr>
        <p:spPr>
          <a:xfrm xmlns:a="http://schemas.openxmlformats.org/drawingml/2006/main" rot="0">
            <a:off x="15382330" y="8961305"/>
            <a:ext cx="1699599" cy="15989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899" b="0" i="0">
                <a:solidFill>
                  <a:srgbClr val="101010"/>
                </a:solidFill>
                <a:latin typeface="Comic Sans MS"/>
                <a:ea typeface="Comic Sans MS"/>
                <a:cs typeface="Comic Sans MS"/>
              </a:defRPr>
            </a:defPPr>
          </a:lstStyle>
          <a:p xmlns:a="http://schemas.openxmlformats.org/drawingml/2006/main">
            <a:pPr algn="l">
              <a:lnSpc>
                <a:spcPct val="100000"/>
              </a:lnSpc>
              <a:buNone/>
              <a:defRPr sz="899" b="0" i="0">
                <a:solidFill>
                  <a:srgbClr val="101010"/>
                </a:solidFill>
                <a:latin typeface="Comic Sans MS"/>
                <a:ea typeface="Comic Sans MS"/>
                <a:cs typeface="Comic Sans MS"/>
              </a:defRPr>
            </a:pPr>
            <a:r>
              <a:rPr sz="899" b="0" i="0">
                <a:solidFill>
                  <a:srgbClr val="101010"/>
                </a:solidFill>
                <a:latin typeface="Comic Sans MS"/>
                <a:ea typeface="Comic Sans MS"/>
                <a:cs typeface="Comic Sans MS"/>
              </a:rPr>
              <a:t>Use an arrow or sequence labels</a:t>
            </a:r>
          </a:p>
        </p:txBody>
      </p:sp>
      <p:sp>
        <p:nvSpPr>
          <p:cNvPr id="370" name="Reviewed text 119">
            <a:extLst xmlns:a="http://schemas.openxmlformats.org/drawingml/2006/main">
              <a:ext uri="{FF2B5EF4-FFF2-40B4-BE49-F238E27FC236}">
                <a16:creationId xmlns:a16="http://schemas.microsoft.com/office/drawing/2014/main" id="{B1C58C39-9F1B-40C3-AC7D-8157DF3B2C8C}"/>
              </a:ext>
            </a:extLst>
          </p:cNvPr>
          <p:cNvSpPr>
            <a:spLocks xmlns:a="http://schemas.openxmlformats.org/drawingml/2006/main" noGrp="1"/>
          </p:cNvSpPr>
          <p:nvPr/>
        </p:nvSpPr>
        <p:spPr>
          <a:xfrm xmlns:a="http://schemas.openxmlformats.org/drawingml/2006/main" rot="0">
            <a:off x="15382330" y="9104481"/>
            <a:ext cx="1355860" cy="16027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901" b="0" i="0">
                <a:solidFill>
                  <a:srgbClr val="101010"/>
                </a:solidFill>
                <a:latin typeface="Comic Sans MS"/>
                <a:ea typeface="Comic Sans MS"/>
                <a:cs typeface="Comic Sans MS"/>
              </a:defRPr>
            </a:defPPr>
          </a:lstStyle>
          <a:p xmlns:a="http://schemas.openxmlformats.org/drawingml/2006/main">
            <a:pPr algn="l">
              <a:lnSpc>
                <a:spcPct val="100000"/>
              </a:lnSpc>
              <a:buNone/>
              <a:defRPr sz="901" b="0" i="0">
                <a:solidFill>
                  <a:srgbClr val="101010"/>
                </a:solidFill>
                <a:latin typeface="Comic Sans MS"/>
                <a:ea typeface="Comic Sans MS"/>
                <a:cs typeface="Comic Sans MS"/>
              </a:defRPr>
            </a:pPr>
            <a:r>
              <a:rPr sz="901" b="0" i="0">
                <a:solidFill>
                  <a:srgbClr val="101010"/>
                </a:solidFill>
                <a:latin typeface="Comic Sans MS"/>
                <a:ea typeface="Comic Sans MS"/>
                <a:cs typeface="Comic Sans MS"/>
              </a:rPr>
              <a:t>(1, 2, 3) to emphasize the</a:t>
            </a:r>
          </a:p>
        </p:txBody>
      </p:sp>
      <p:sp>
        <p:nvSpPr>
          <p:cNvPr id="371" name="Reviewed text 120">
            <a:extLst xmlns:a="http://schemas.openxmlformats.org/drawingml/2006/main">
              <a:ext uri="{FF2B5EF4-FFF2-40B4-BE49-F238E27FC236}">
                <a16:creationId xmlns:a16="http://schemas.microsoft.com/office/drawing/2014/main" id="{37C8E015-8C5D-4399-A54A-500BC33D4B5A}"/>
              </a:ext>
            </a:extLst>
          </p:cNvPr>
          <p:cNvSpPr>
            <a:spLocks xmlns:a="http://schemas.openxmlformats.org/drawingml/2006/main" noGrp="1"/>
          </p:cNvSpPr>
          <p:nvPr/>
        </p:nvSpPr>
        <p:spPr>
          <a:xfrm xmlns:a="http://schemas.openxmlformats.org/drawingml/2006/main" rot="0">
            <a:off x="15382330" y="9381792"/>
            <a:ext cx="1231732" cy="15708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883" b="0" i="0">
                <a:solidFill>
                  <a:srgbClr val="101010"/>
                </a:solidFill>
                <a:latin typeface="Comic Sans MS"/>
                <a:ea typeface="Comic Sans MS"/>
                <a:cs typeface="Comic Sans MS"/>
              </a:defRPr>
            </a:defPPr>
          </a:lstStyle>
          <a:p xmlns:a="http://schemas.openxmlformats.org/drawingml/2006/main">
            <a:pPr algn="l">
              <a:lnSpc>
                <a:spcPct val="100000"/>
              </a:lnSpc>
              <a:buNone/>
              <a:defRPr sz="883" b="0" i="0">
                <a:solidFill>
                  <a:srgbClr val="101010"/>
                </a:solidFill>
                <a:latin typeface="Comic Sans MS"/>
                <a:ea typeface="Comic Sans MS"/>
                <a:cs typeface="Comic Sans MS"/>
              </a:defRPr>
            </a:pPr>
            <a:r>
              <a:rPr sz="883" b="0" i="0">
                <a:solidFill>
                  <a:srgbClr val="101010"/>
                </a:solidFill>
                <a:latin typeface="Comic Sans MS"/>
                <a:ea typeface="Comic Sans MS"/>
                <a:cs typeface="Comic Sans MS"/>
              </a:rPr>
              <a:t>heating, (3) iodine gas...</a:t>
            </a:r>
          </a:p>
        </p:txBody>
      </p:sp>
      <p:sp>
        <p:nvSpPr>
          <p:cNvPr id="372" name="Science sequence line">
            <a:extLst xmlns:a="http://schemas.openxmlformats.org/drawingml/2006/main">
              <a:ext uri="{FF2B5EF4-FFF2-40B4-BE49-F238E27FC236}">
                <a16:creationId xmlns:a16="http://schemas.microsoft.com/office/drawing/2014/main" id="{F9C51585-A226-474B-8A85-20C510AEA055}"/>
              </a:ext>
            </a:extLst>
          </p:cNvPr>
          <p:cNvSpPr>
            <a:spLocks xmlns:a="http://schemas.openxmlformats.org/drawingml/2006/main" noGrp="1"/>
          </p:cNvSpPr>
          <p:nvPr/>
        </p:nvSpPr>
        <p:spPr>
          <a:xfrm xmlns:a="http://schemas.openxmlformats.org/drawingml/2006/main" rot="0">
            <a:off x="15382330" y="9217717"/>
            <a:ext cx="1900114" cy="17072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960" b="0" i="0">
                <a:solidFill>
                  <a:srgbClr val="101010"/>
                </a:solidFill>
                <a:latin typeface="Comic Sans MS"/>
                <a:ea typeface="Comic Sans MS"/>
                <a:cs typeface="Comic Sans MS"/>
              </a:defRPr>
            </a:defPPr>
          </a:lstStyle>
          <a:p xmlns:a="http://schemas.openxmlformats.org/drawingml/2006/main">
            <a:pPr algn="l">
              <a:lnSpc>
                <a:spcPct val="100000"/>
              </a:lnSpc>
              <a:buNone/>
              <a:defRPr sz="960" b="0" i="0">
                <a:solidFill>
                  <a:srgbClr val="101010"/>
                </a:solidFill>
                <a:latin typeface="Comic Sans MS"/>
                <a:ea typeface="Comic Sans MS"/>
                <a:cs typeface="Comic Sans MS"/>
              </a:defRPr>
            </a:pPr>
            <a:r>
              <a:rPr sz="960" b="0" i="0">
                <a:solidFill>
                  <a:srgbClr val="101010"/>
                </a:solidFill>
                <a:latin typeface="Comic Sans MS"/>
                <a:ea typeface="Comic Sans MS"/>
                <a:cs typeface="Comic Sans MS"/>
              </a:rPr>
              <a:t>process: (1) solid iodine, (2)</a:t>
            </a:r>
          </a:p>
        </p:txBody>
      </p:sp>
    </p:spTree>
    <p:extLst>
      <p:ext uri="{BB962C8B-B14F-4D97-AF65-F5344CB8AC3E}">
        <p14:creationId xmlns:p14="http://schemas.microsoft.com/office/powerpoint/2010/main" val="540724276"/>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19" name="Top route outer boundary">
            <a:extLst xmlns:a="http://schemas.openxmlformats.org/drawingml/2006/main">
              <a:ext uri="{FF2B5EF4-FFF2-40B4-BE49-F238E27FC236}">
                <a16:creationId xmlns:a16="http://schemas.microsoft.com/office/drawing/2014/main" id="{103A076B-3DA4-4E0F-9FBB-47B44F7C45E3}"/>
              </a:ext>
            </a:extLst>
          </p:cNvPr>
          <p:cNvSpPr>
            <a:spLocks xmlns:a="http://schemas.openxmlformats.org/drawingml/2006/main" noGrp="1"/>
          </p:cNvSpPr>
          <p:nvPr/>
        </p:nvSpPr>
        <p:spPr>
          <a:xfrm xmlns:a="http://schemas.openxmlformats.org/drawingml/2006/main">
            <a:off x="4838700" y="1700213"/>
            <a:ext cx="14506575" cy="2733675"/>
          </a:xfrm>
          <a:custGeom xmlns:a="http://schemas.openxmlformats.org/drawingml/2006/main">
            <a:pathLst>
              <a:path w="14506575" h="2733675">
                <a:moveTo>
                  <a:pt x="85725" y="0"/>
                </a:moveTo>
                <a:lnTo>
                  <a:pt x="14420850" y="0"/>
                </a:lnTo>
                <a:cubicBezTo>
                  <a:pt x="14468195" y="0"/>
                  <a:pt x="14506575" y="38380"/>
                  <a:pt x="14506575" y="85725"/>
                </a:cubicBezTo>
                <a:lnTo>
                  <a:pt x="14506575" y="2647950"/>
                </a:lnTo>
                <a:cubicBezTo>
                  <a:pt x="14506575" y="2695295"/>
                  <a:pt x="14468195" y="2733675"/>
                  <a:pt x="14420850" y="2733675"/>
                </a:cubicBezTo>
                <a:lnTo>
                  <a:pt x="85725" y="2733675"/>
                </a:lnTo>
                <a:cubicBezTo>
                  <a:pt x="38380" y="2733675"/>
                  <a:pt x="0" y="2695295"/>
                  <a:pt x="0" y="2647950"/>
                </a:cubicBezTo>
                <a:lnTo>
                  <a:pt x="0" y="85725"/>
                </a:lnTo>
                <a:cubicBezTo>
                  <a:pt x="0" y="38380"/>
                  <a:pt x="38380" y="0"/>
                  <a:pt x="85725" y="0"/>
                </a:cubicBezTo>
                <a:close/>
              </a:path>
            </a:pathLst>
          </a:custGeom>
          <a:noFill xmlns:a="http://schemas.openxmlformats.org/drawingml/2006/main"/>
          <a:ln xmlns:a="http://schemas.openxmlformats.org/drawingml/2006/main" w="28575">
            <a:solidFill>
              <a:srgbClr val="090909"/>
            </a:solidFill>
            <a:prstDash val="dash"/>
          </a:ln>
        </p:spPr>
      </p:sp>
      <p:sp>
        <p:nvSpPr>
          <p:cNvPr id="2" name="Bottom route outer boundary">
            <a:extLst xmlns:a="http://schemas.openxmlformats.org/drawingml/2006/main">
              <a:ext uri="{FF2B5EF4-FFF2-40B4-BE49-F238E27FC236}">
                <a16:creationId xmlns:a16="http://schemas.microsoft.com/office/drawing/2014/main" id="{77DC40E1-0C2C-4271-AA24-4F09831CE3E1}"/>
              </a:ext>
            </a:extLst>
          </p:cNvPr>
          <p:cNvSpPr>
            <a:spLocks xmlns:a="http://schemas.openxmlformats.org/drawingml/2006/main" noGrp="1"/>
          </p:cNvSpPr>
          <p:nvPr/>
        </p:nvSpPr>
        <p:spPr>
          <a:xfrm xmlns:a="http://schemas.openxmlformats.org/drawingml/2006/main">
            <a:off x="4838700" y="5900738"/>
            <a:ext cx="14506575" cy="2724150"/>
          </a:xfrm>
          <a:custGeom xmlns:a="http://schemas.openxmlformats.org/drawingml/2006/main">
            <a:pathLst>
              <a:path w="14506575" h="2724150">
                <a:moveTo>
                  <a:pt x="85725" y="0"/>
                </a:moveTo>
                <a:lnTo>
                  <a:pt x="14420850" y="0"/>
                </a:lnTo>
                <a:cubicBezTo>
                  <a:pt x="14468195" y="0"/>
                  <a:pt x="14506575" y="38380"/>
                  <a:pt x="14506575" y="85725"/>
                </a:cubicBezTo>
                <a:lnTo>
                  <a:pt x="14506575" y="2638425"/>
                </a:lnTo>
                <a:cubicBezTo>
                  <a:pt x="14506575" y="2685770"/>
                  <a:pt x="14468195" y="2724150"/>
                  <a:pt x="14420850" y="2724150"/>
                </a:cubicBezTo>
                <a:lnTo>
                  <a:pt x="85725" y="2724150"/>
                </a:lnTo>
                <a:cubicBezTo>
                  <a:pt x="38380" y="2724150"/>
                  <a:pt x="0" y="2685770"/>
                  <a:pt x="0" y="2638425"/>
                </a:cubicBezTo>
                <a:lnTo>
                  <a:pt x="0" y="85725"/>
                </a:lnTo>
                <a:cubicBezTo>
                  <a:pt x="0" y="38380"/>
                  <a:pt x="38380" y="0"/>
                  <a:pt x="85725" y="0"/>
                </a:cubicBezTo>
                <a:close/>
              </a:path>
            </a:pathLst>
          </a:custGeom>
          <a:noFill xmlns:a="http://schemas.openxmlformats.org/drawingml/2006/main"/>
          <a:ln xmlns:a="http://schemas.openxmlformats.org/drawingml/2006/main" w="28575">
            <a:solidFill>
              <a:srgbClr val="090909"/>
            </a:solidFill>
            <a:prstDash val="dash"/>
          </a:ln>
        </p:spPr>
      </p:sp>
      <p:sp>
        <p:nvSpPr>
          <p:cNvPr id="3" name="Input container">
            <a:extLst xmlns:a="http://schemas.openxmlformats.org/drawingml/2006/main">
              <a:ext uri="{FF2B5EF4-FFF2-40B4-BE49-F238E27FC236}">
                <a16:creationId xmlns:a16="http://schemas.microsoft.com/office/drawing/2014/main" id="{92CE920F-CBB5-47AD-AF96-72CB1873594C}"/>
              </a:ext>
            </a:extLst>
          </p:cNvPr>
          <p:cNvSpPr>
            <a:spLocks xmlns:a="http://schemas.openxmlformats.org/drawingml/2006/main" noGrp="1"/>
          </p:cNvSpPr>
          <p:nvPr/>
        </p:nvSpPr>
        <p:spPr>
          <a:xfrm xmlns:a="http://schemas.openxmlformats.org/drawingml/2006/main">
            <a:off x="142875" y="1766888"/>
            <a:ext cx="3057525" cy="2590800"/>
          </a:xfrm>
          <a:custGeom xmlns:a="http://schemas.openxmlformats.org/drawingml/2006/main">
            <a:pathLst>
              <a:path w="3057525" h="2590800">
                <a:moveTo>
                  <a:pt x="95250" y="0"/>
                </a:moveTo>
                <a:lnTo>
                  <a:pt x="2962275" y="0"/>
                </a:lnTo>
                <a:cubicBezTo>
                  <a:pt x="3014880" y="0"/>
                  <a:pt x="3057525" y="42645"/>
                  <a:pt x="3057525" y="95250"/>
                </a:cubicBezTo>
                <a:lnTo>
                  <a:pt x="3057525" y="2495550"/>
                </a:lnTo>
                <a:cubicBezTo>
                  <a:pt x="3057525" y="2548155"/>
                  <a:pt x="3014880" y="2590800"/>
                  <a:pt x="2962275" y="2590800"/>
                </a:cubicBezTo>
                <a:lnTo>
                  <a:pt x="95250" y="2590800"/>
                </a:lnTo>
                <a:cubicBezTo>
                  <a:pt x="42645" y="2590800"/>
                  <a:pt x="0" y="2548155"/>
                  <a:pt x="0" y="2495550"/>
                </a:cubicBezTo>
                <a:lnTo>
                  <a:pt x="0" y="95250"/>
                </a:lnTo>
                <a:cubicBezTo>
                  <a:pt x="0" y="42645"/>
                  <a:pt x="42645" y="0"/>
                  <a:pt x="95250" y="0"/>
                </a:cubicBezTo>
                <a:close/>
              </a:path>
            </a:pathLst>
          </a:custGeom>
          <a:solidFill xmlns:a="http://schemas.openxmlformats.org/drawingml/2006/main">
            <a:srgbClr val="F1F3F5"/>
          </a:solidFill>
          <a:ln xmlns:a="http://schemas.openxmlformats.org/drawingml/2006/main" w="25718">
            <a:solidFill>
              <a:srgbClr val="C2C9CF"/>
            </a:solidFill>
            <a:prstDash val="solid"/>
          </a:ln>
        </p:spPr>
      </p:sp>
      <p:sp>
        <p:nvSpPr>
          <p:cNvPr id="4" name="Input header">
            <a:extLst xmlns:a="http://schemas.openxmlformats.org/drawingml/2006/main">
              <a:ext uri="{FF2B5EF4-FFF2-40B4-BE49-F238E27FC236}">
                <a16:creationId xmlns:a16="http://schemas.microsoft.com/office/drawing/2014/main" id="{D13CA7B1-0516-4A26-B19B-50980BF50FEE}"/>
              </a:ext>
            </a:extLst>
          </p:cNvPr>
          <p:cNvSpPr>
            <a:spLocks xmlns:a="http://schemas.openxmlformats.org/drawingml/2006/main" noGrp="1"/>
          </p:cNvSpPr>
          <p:nvPr/>
        </p:nvSpPr>
        <p:spPr>
          <a:xfrm xmlns:a="http://schemas.openxmlformats.org/drawingml/2006/main">
            <a:off x="142875" y="1766888"/>
            <a:ext cx="3057525" cy="400050"/>
          </a:xfrm>
          <a:custGeom xmlns:a="http://schemas.openxmlformats.org/drawingml/2006/main">
            <a:pathLst>
              <a:path w="3057525" h="400050">
                <a:moveTo>
                  <a:pt x="66675" y="0"/>
                </a:moveTo>
                <a:lnTo>
                  <a:pt x="2990850" y="0"/>
                </a:lnTo>
                <a:cubicBezTo>
                  <a:pt x="3027674" y="0"/>
                  <a:pt x="3057525" y="29851"/>
                  <a:pt x="3057525" y="66675"/>
                </a:cubicBezTo>
                <a:lnTo>
                  <a:pt x="3057525" y="333375"/>
                </a:lnTo>
                <a:cubicBezTo>
                  <a:pt x="3057525" y="370199"/>
                  <a:pt x="3027674" y="400050"/>
                  <a:pt x="2990850" y="400050"/>
                </a:cubicBezTo>
                <a:lnTo>
                  <a:pt x="66675" y="400050"/>
                </a:lnTo>
                <a:cubicBezTo>
                  <a:pt x="29851" y="400050"/>
                  <a:pt x="0" y="370199"/>
                  <a:pt x="0" y="333375"/>
                </a:cubicBezTo>
                <a:lnTo>
                  <a:pt x="0" y="66675"/>
                </a:lnTo>
                <a:cubicBezTo>
                  <a:pt x="0" y="29851"/>
                  <a:pt x="29851" y="0"/>
                  <a:pt x="66675" y="0"/>
                </a:cubicBezTo>
                <a:close/>
              </a:path>
            </a:pathLst>
          </a:custGeom>
          <a:solidFill xmlns:a="http://schemas.openxmlformats.org/drawingml/2006/main">
            <a:srgbClr val="C2C9CF"/>
          </a:solidFill>
          <a:ln xmlns:a="http://schemas.openxmlformats.org/drawingml/2006/main" w="9525">
            <a:noFill/>
            <a:prstDash val="solid"/>
          </a:ln>
        </p:spPr>
      </p:sp>
      <p:sp>
        <p:nvSpPr>
          <p:cNvPr id="5" name="Intent analysis top container">
            <a:extLst xmlns:a="http://schemas.openxmlformats.org/drawingml/2006/main">
              <a:ext uri="{FF2B5EF4-FFF2-40B4-BE49-F238E27FC236}">
                <a16:creationId xmlns:a16="http://schemas.microsoft.com/office/drawing/2014/main" id="{E95FC5C9-4393-4DC3-BAF6-2047A1655579}"/>
              </a:ext>
            </a:extLst>
          </p:cNvPr>
          <p:cNvSpPr>
            <a:spLocks xmlns:a="http://schemas.openxmlformats.org/drawingml/2006/main" noGrp="1"/>
          </p:cNvSpPr>
          <p:nvPr/>
        </p:nvSpPr>
        <p:spPr>
          <a:xfrm xmlns:a="http://schemas.openxmlformats.org/drawingml/2006/main">
            <a:off x="4991100" y="1766888"/>
            <a:ext cx="3933825" cy="2590800"/>
          </a:xfrm>
          <a:custGeom xmlns:a="http://schemas.openxmlformats.org/drawingml/2006/main">
            <a:pathLst>
              <a:path w="3933825" h="2590800">
                <a:moveTo>
                  <a:pt x="95250" y="0"/>
                </a:moveTo>
                <a:lnTo>
                  <a:pt x="3838575" y="0"/>
                </a:lnTo>
                <a:cubicBezTo>
                  <a:pt x="3891180" y="0"/>
                  <a:pt x="3933825" y="42645"/>
                  <a:pt x="3933825" y="95250"/>
                </a:cubicBezTo>
                <a:lnTo>
                  <a:pt x="3933825" y="2495550"/>
                </a:lnTo>
                <a:cubicBezTo>
                  <a:pt x="3933825" y="2548155"/>
                  <a:pt x="3891180" y="2590800"/>
                  <a:pt x="3838575" y="2590800"/>
                </a:cubicBezTo>
                <a:lnTo>
                  <a:pt x="95250" y="2590800"/>
                </a:lnTo>
                <a:cubicBezTo>
                  <a:pt x="42645" y="2590800"/>
                  <a:pt x="0" y="2548155"/>
                  <a:pt x="0" y="2495550"/>
                </a:cubicBezTo>
                <a:lnTo>
                  <a:pt x="0" y="95250"/>
                </a:lnTo>
                <a:cubicBezTo>
                  <a:pt x="0" y="42645"/>
                  <a:pt x="42645" y="0"/>
                  <a:pt x="95250" y="0"/>
                </a:cubicBezTo>
                <a:close/>
              </a:path>
            </a:pathLst>
          </a:custGeom>
          <a:solidFill xmlns:a="http://schemas.openxmlformats.org/drawingml/2006/main">
            <a:srgbClr val="FFF8F6"/>
          </a:solidFill>
          <a:ln xmlns:a="http://schemas.openxmlformats.org/drawingml/2006/main" w="25718">
            <a:solidFill>
              <a:srgbClr val="FFA49A"/>
            </a:solidFill>
            <a:prstDash val="solid"/>
          </a:ln>
        </p:spPr>
      </p:sp>
      <p:sp>
        <p:nvSpPr>
          <p:cNvPr id="6" name="Intent analysis top header">
            <a:extLst xmlns:a="http://schemas.openxmlformats.org/drawingml/2006/main">
              <a:ext uri="{FF2B5EF4-FFF2-40B4-BE49-F238E27FC236}">
                <a16:creationId xmlns:a16="http://schemas.microsoft.com/office/drawing/2014/main" id="{42DA022E-8247-4B73-9FA5-0DAA4C966824}"/>
              </a:ext>
            </a:extLst>
          </p:cNvPr>
          <p:cNvSpPr>
            <a:spLocks xmlns:a="http://schemas.openxmlformats.org/drawingml/2006/main" noGrp="1"/>
          </p:cNvSpPr>
          <p:nvPr/>
        </p:nvSpPr>
        <p:spPr>
          <a:xfrm xmlns:a="http://schemas.openxmlformats.org/drawingml/2006/main">
            <a:off x="4991100" y="1766888"/>
            <a:ext cx="3933825" cy="466725"/>
          </a:xfrm>
          <a:custGeom xmlns:a="http://schemas.openxmlformats.org/drawingml/2006/main">
            <a:pathLst>
              <a:path w="3933825" h="466725">
                <a:moveTo>
                  <a:pt x="190500" y="0"/>
                </a:moveTo>
                <a:lnTo>
                  <a:pt x="3743325" y="0"/>
                </a:lnTo>
                <a:cubicBezTo>
                  <a:pt x="3848535" y="0"/>
                  <a:pt x="3933825" y="85290"/>
                  <a:pt x="3933825" y="190500"/>
                </a:cubicBezTo>
                <a:lnTo>
                  <a:pt x="3933825" y="276225"/>
                </a:lnTo>
                <a:cubicBezTo>
                  <a:pt x="3933825" y="381435"/>
                  <a:pt x="3848535" y="466725"/>
                  <a:pt x="3743325" y="466725"/>
                </a:cubicBezTo>
                <a:lnTo>
                  <a:pt x="190500" y="466725"/>
                </a:lnTo>
                <a:cubicBezTo>
                  <a:pt x="85290" y="466725"/>
                  <a:pt x="0" y="381435"/>
                  <a:pt x="0" y="276225"/>
                </a:cubicBezTo>
                <a:lnTo>
                  <a:pt x="0" y="190500"/>
                </a:lnTo>
                <a:cubicBezTo>
                  <a:pt x="0" y="85290"/>
                  <a:pt x="85290" y="0"/>
                  <a:pt x="190500" y="0"/>
                </a:cubicBezTo>
                <a:close/>
              </a:path>
            </a:pathLst>
          </a:custGeom>
          <a:solidFill xmlns:a="http://schemas.openxmlformats.org/drawingml/2006/main">
            <a:srgbClr val="FFA49A"/>
          </a:solidFill>
          <a:ln xmlns:a="http://schemas.openxmlformats.org/drawingml/2006/main" w="9525">
            <a:noFill/>
            <a:prstDash val="solid"/>
          </a:ln>
        </p:spPr>
      </p:sp>
      <p:sp>
        <p:nvSpPr>
          <p:cNvPr id="7" name="Keywords container">
            <a:extLst xmlns:a="http://schemas.openxmlformats.org/drawingml/2006/main">
              <a:ext uri="{FF2B5EF4-FFF2-40B4-BE49-F238E27FC236}">
                <a16:creationId xmlns:a16="http://schemas.microsoft.com/office/drawing/2014/main" id="{CE4322AB-6E80-41B0-8186-D6F23CF7ABF6}"/>
              </a:ext>
            </a:extLst>
          </p:cNvPr>
          <p:cNvSpPr>
            <a:spLocks xmlns:a="http://schemas.openxmlformats.org/drawingml/2006/main" noGrp="1"/>
          </p:cNvSpPr>
          <p:nvPr/>
        </p:nvSpPr>
        <p:spPr>
          <a:xfrm xmlns:a="http://schemas.openxmlformats.org/drawingml/2006/main">
            <a:off x="9191625" y="1766888"/>
            <a:ext cx="2019300" cy="2590800"/>
          </a:xfrm>
          <a:custGeom xmlns:a="http://schemas.openxmlformats.org/drawingml/2006/main">
            <a:pathLst>
              <a:path w="2019300" h="2590800">
                <a:moveTo>
                  <a:pt x="95250" y="0"/>
                </a:moveTo>
                <a:lnTo>
                  <a:pt x="1924050" y="0"/>
                </a:lnTo>
                <a:cubicBezTo>
                  <a:pt x="1976655" y="0"/>
                  <a:pt x="2019300" y="42645"/>
                  <a:pt x="2019300" y="95250"/>
                </a:cubicBezTo>
                <a:lnTo>
                  <a:pt x="2019300" y="2495550"/>
                </a:lnTo>
                <a:cubicBezTo>
                  <a:pt x="2019300" y="2548155"/>
                  <a:pt x="1976655" y="2590800"/>
                  <a:pt x="1924050" y="2590800"/>
                </a:cubicBezTo>
                <a:lnTo>
                  <a:pt x="95250" y="2590800"/>
                </a:lnTo>
                <a:cubicBezTo>
                  <a:pt x="42645" y="2590800"/>
                  <a:pt x="0" y="2548155"/>
                  <a:pt x="0" y="2495550"/>
                </a:cubicBezTo>
                <a:lnTo>
                  <a:pt x="0" y="95250"/>
                </a:lnTo>
                <a:cubicBezTo>
                  <a:pt x="0" y="42645"/>
                  <a:pt x="42645" y="0"/>
                  <a:pt x="95250" y="0"/>
                </a:cubicBezTo>
                <a:close/>
              </a:path>
            </a:pathLst>
          </a:custGeom>
          <a:solidFill xmlns:a="http://schemas.openxmlformats.org/drawingml/2006/main">
            <a:srgbClr val="FFF8F3"/>
          </a:solidFill>
          <a:ln xmlns:a="http://schemas.openxmlformats.org/drawingml/2006/main" w="25718">
            <a:solidFill>
              <a:srgbClr val="F8BD8B"/>
            </a:solidFill>
            <a:prstDash val="solid"/>
          </a:ln>
        </p:spPr>
      </p:sp>
      <p:sp>
        <p:nvSpPr>
          <p:cNvPr id="8" name="Keywords header">
            <a:extLst xmlns:a="http://schemas.openxmlformats.org/drawingml/2006/main">
              <a:ext uri="{FF2B5EF4-FFF2-40B4-BE49-F238E27FC236}">
                <a16:creationId xmlns:a16="http://schemas.microsoft.com/office/drawing/2014/main" id="{835EAD33-CCFD-4DA7-9CF0-B8B1AADAAB73}"/>
              </a:ext>
            </a:extLst>
          </p:cNvPr>
          <p:cNvSpPr>
            <a:spLocks xmlns:a="http://schemas.openxmlformats.org/drawingml/2006/main" noGrp="1"/>
          </p:cNvSpPr>
          <p:nvPr/>
        </p:nvSpPr>
        <p:spPr>
          <a:xfrm xmlns:a="http://schemas.openxmlformats.org/drawingml/2006/main">
            <a:off x="9191625" y="1766888"/>
            <a:ext cx="2019300" cy="466725"/>
          </a:xfrm>
          <a:custGeom xmlns:a="http://schemas.openxmlformats.org/drawingml/2006/main">
            <a:pathLst>
              <a:path w="2019300" h="466725">
                <a:moveTo>
                  <a:pt x="190500" y="0"/>
                </a:moveTo>
                <a:lnTo>
                  <a:pt x="1828800" y="0"/>
                </a:lnTo>
                <a:cubicBezTo>
                  <a:pt x="1934010" y="0"/>
                  <a:pt x="2019300" y="85290"/>
                  <a:pt x="2019300" y="190500"/>
                </a:cubicBezTo>
                <a:lnTo>
                  <a:pt x="2019300" y="276225"/>
                </a:lnTo>
                <a:cubicBezTo>
                  <a:pt x="2019300" y="381435"/>
                  <a:pt x="1934010" y="466725"/>
                  <a:pt x="1828800" y="466725"/>
                </a:cubicBezTo>
                <a:lnTo>
                  <a:pt x="190500" y="466725"/>
                </a:lnTo>
                <a:cubicBezTo>
                  <a:pt x="85290" y="466725"/>
                  <a:pt x="0" y="381435"/>
                  <a:pt x="0" y="276225"/>
                </a:cubicBezTo>
                <a:lnTo>
                  <a:pt x="0" y="190500"/>
                </a:lnTo>
                <a:cubicBezTo>
                  <a:pt x="0" y="85290"/>
                  <a:pt x="85290" y="0"/>
                  <a:pt x="190500" y="0"/>
                </a:cubicBezTo>
                <a:close/>
              </a:path>
            </a:pathLst>
          </a:custGeom>
          <a:solidFill xmlns:a="http://schemas.openxmlformats.org/drawingml/2006/main">
            <a:srgbClr val="F8BD8B"/>
          </a:solidFill>
          <a:ln xmlns:a="http://schemas.openxmlformats.org/drawingml/2006/main" w="9525">
            <a:noFill/>
            <a:prstDash val="solid"/>
          </a:ln>
        </p:spPr>
      </p:sp>
      <p:sp>
        <p:nvSpPr>
          <p:cNvPr id="9" name="Search container">
            <a:extLst xmlns:a="http://schemas.openxmlformats.org/drawingml/2006/main">
              <a:ext uri="{FF2B5EF4-FFF2-40B4-BE49-F238E27FC236}">
                <a16:creationId xmlns:a16="http://schemas.microsoft.com/office/drawing/2014/main" id="{6FC116E6-E85A-4CEB-AD9A-447060345D76}"/>
              </a:ext>
            </a:extLst>
          </p:cNvPr>
          <p:cNvSpPr>
            <a:spLocks xmlns:a="http://schemas.openxmlformats.org/drawingml/2006/main" noGrp="1"/>
          </p:cNvSpPr>
          <p:nvPr/>
        </p:nvSpPr>
        <p:spPr>
          <a:xfrm xmlns:a="http://schemas.openxmlformats.org/drawingml/2006/main">
            <a:off x="11458575" y="1766888"/>
            <a:ext cx="1504950" cy="2590800"/>
          </a:xfrm>
          <a:custGeom xmlns:a="http://schemas.openxmlformats.org/drawingml/2006/main">
            <a:pathLst>
              <a:path w="1504950" h="2590800">
                <a:moveTo>
                  <a:pt x="95250" y="0"/>
                </a:moveTo>
                <a:lnTo>
                  <a:pt x="1409700" y="0"/>
                </a:lnTo>
                <a:cubicBezTo>
                  <a:pt x="1462305" y="0"/>
                  <a:pt x="1504950" y="42645"/>
                  <a:pt x="1504950" y="95250"/>
                </a:cubicBezTo>
                <a:lnTo>
                  <a:pt x="1504950" y="2495550"/>
                </a:lnTo>
                <a:cubicBezTo>
                  <a:pt x="1504950" y="2548155"/>
                  <a:pt x="1462305" y="2590800"/>
                  <a:pt x="1409700" y="2590800"/>
                </a:cubicBezTo>
                <a:lnTo>
                  <a:pt x="95250" y="2590800"/>
                </a:lnTo>
                <a:cubicBezTo>
                  <a:pt x="42645" y="2590800"/>
                  <a:pt x="0" y="2548155"/>
                  <a:pt x="0" y="2495550"/>
                </a:cubicBezTo>
                <a:lnTo>
                  <a:pt x="0" y="95250"/>
                </a:lnTo>
                <a:cubicBezTo>
                  <a:pt x="0" y="42645"/>
                  <a:pt x="42645" y="0"/>
                  <a:pt x="95250" y="0"/>
                </a:cubicBezTo>
                <a:close/>
              </a:path>
            </a:pathLst>
          </a:custGeom>
          <a:solidFill xmlns:a="http://schemas.openxmlformats.org/drawingml/2006/main">
            <a:srgbClr val="FFF8F3"/>
          </a:solidFill>
          <a:ln xmlns:a="http://schemas.openxmlformats.org/drawingml/2006/main" w="25718">
            <a:solidFill>
              <a:srgbClr val="F8BD8B"/>
            </a:solidFill>
            <a:prstDash val="solid"/>
          </a:ln>
        </p:spPr>
      </p:sp>
      <p:sp>
        <p:nvSpPr>
          <p:cNvPr id="10" name="Search header">
            <a:extLst xmlns:a="http://schemas.openxmlformats.org/drawingml/2006/main">
              <a:ext uri="{FF2B5EF4-FFF2-40B4-BE49-F238E27FC236}">
                <a16:creationId xmlns:a16="http://schemas.microsoft.com/office/drawing/2014/main" id="{B65782D5-0E5F-404B-845F-25B14E548652}"/>
              </a:ext>
            </a:extLst>
          </p:cNvPr>
          <p:cNvSpPr>
            <a:spLocks xmlns:a="http://schemas.openxmlformats.org/drawingml/2006/main" noGrp="1"/>
          </p:cNvSpPr>
          <p:nvPr/>
        </p:nvSpPr>
        <p:spPr>
          <a:xfrm xmlns:a="http://schemas.openxmlformats.org/drawingml/2006/main">
            <a:off x="11458575" y="1766888"/>
            <a:ext cx="1504950" cy="466725"/>
          </a:xfrm>
          <a:custGeom xmlns:a="http://schemas.openxmlformats.org/drawingml/2006/main">
            <a:pathLst>
              <a:path w="1504950" h="466725">
                <a:moveTo>
                  <a:pt x="190500" y="0"/>
                </a:moveTo>
                <a:lnTo>
                  <a:pt x="1314450" y="0"/>
                </a:lnTo>
                <a:cubicBezTo>
                  <a:pt x="1419660" y="0"/>
                  <a:pt x="1504950" y="85290"/>
                  <a:pt x="1504950" y="190500"/>
                </a:cubicBezTo>
                <a:lnTo>
                  <a:pt x="1504950" y="276225"/>
                </a:lnTo>
                <a:cubicBezTo>
                  <a:pt x="1504950" y="381435"/>
                  <a:pt x="1419660" y="466725"/>
                  <a:pt x="1314450" y="466725"/>
                </a:cubicBezTo>
                <a:lnTo>
                  <a:pt x="190500" y="466725"/>
                </a:lnTo>
                <a:cubicBezTo>
                  <a:pt x="85290" y="466725"/>
                  <a:pt x="0" y="381435"/>
                  <a:pt x="0" y="276225"/>
                </a:cubicBezTo>
                <a:lnTo>
                  <a:pt x="0" y="190500"/>
                </a:lnTo>
                <a:cubicBezTo>
                  <a:pt x="0" y="85290"/>
                  <a:pt x="85290" y="0"/>
                  <a:pt x="190500" y="0"/>
                </a:cubicBezTo>
                <a:close/>
              </a:path>
            </a:pathLst>
          </a:custGeom>
          <a:solidFill xmlns:a="http://schemas.openxmlformats.org/drawingml/2006/main">
            <a:srgbClr val="F8BD8B"/>
          </a:solidFill>
          <a:ln xmlns:a="http://schemas.openxmlformats.org/drawingml/2006/main" w="9525">
            <a:noFill/>
            <a:prstDash val="solid"/>
          </a:ln>
        </p:spPr>
      </p:sp>
      <p:sp>
        <p:nvSpPr>
          <p:cNvPr id="11" name="Review top container">
            <a:extLst xmlns:a="http://schemas.openxmlformats.org/drawingml/2006/main">
              <a:ext uri="{FF2B5EF4-FFF2-40B4-BE49-F238E27FC236}">
                <a16:creationId xmlns:a16="http://schemas.microsoft.com/office/drawing/2014/main" id="{84D9ABE0-C2B6-4C64-B46A-BCBE04B31365}"/>
              </a:ext>
            </a:extLst>
          </p:cNvPr>
          <p:cNvSpPr>
            <a:spLocks xmlns:a="http://schemas.openxmlformats.org/drawingml/2006/main" noGrp="1"/>
          </p:cNvSpPr>
          <p:nvPr/>
        </p:nvSpPr>
        <p:spPr>
          <a:xfrm xmlns:a="http://schemas.openxmlformats.org/drawingml/2006/main">
            <a:off x="13182600" y="1766888"/>
            <a:ext cx="3390900" cy="2590800"/>
          </a:xfrm>
          <a:custGeom xmlns:a="http://schemas.openxmlformats.org/drawingml/2006/main">
            <a:pathLst>
              <a:path w="3390900" h="2590800">
                <a:moveTo>
                  <a:pt x="95250" y="0"/>
                </a:moveTo>
                <a:lnTo>
                  <a:pt x="3295650" y="0"/>
                </a:lnTo>
                <a:cubicBezTo>
                  <a:pt x="3348255" y="0"/>
                  <a:pt x="3390900" y="42645"/>
                  <a:pt x="3390900" y="95250"/>
                </a:cubicBezTo>
                <a:lnTo>
                  <a:pt x="3390900" y="2495550"/>
                </a:lnTo>
                <a:cubicBezTo>
                  <a:pt x="3390900" y="2548155"/>
                  <a:pt x="3348255" y="2590800"/>
                  <a:pt x="3295650" y="2590800"/>
                </a:cubicBezTo>
                <a:lnTo>
                  <a:pt x="95250" y="2590800"/>
                </a:lnTo>
                <a:cubicBezTo>
                  <a:pt x="42645" y="2590800"/>
                  <a:pt x="0" y="2548155"/>
                  <a:pt x="0" y="2495550"/>
                </a:cubicBezTo>
                <a:lnTo>
                  <a:pt x="0" y="95250"/>
                </a:lnTo>
                <a:cubicBezTo>
                  <a:pt x="0" y="42645"/>
                  <a:pt x="42645" y="0"/>
                  <a:pt x="95250" y="0"/>
                </a:cubicBezTo>
                <a:close/>
              </a:path>
            </a:pathLst>
          </a:custGeom>
          <a:solidFill xmlns:a="http://schemas.openxmlformats.org/drawingml/2006/main">
            <a:srgbClr val="FBF9FF"/>
          </a:solidFill>
          <a:ln xmlns:a="http://schemas.openxmlformats.org/drawingml/2006/main" w="25718">
            <a:solidFill>
              <a:srgbClr val="CFB7EC"/>
            </a:solidFill>
            <a:prstDash val="solid"/>
          </a:ln>
        </p:spPr>
      </p:sp>
      <p:sp>
        <p:nvSpPr>
          <p:cNvPr id="12" name="Review top header">
            <a:extLst xmlns:a="http://schemas.openxmlformats.org/drawingml/2006/main">
              <a:ext uri="{FF2B5EF4-FFF2-40B4-BE49-F238E27FC236}">
                <a16:creationId xmlns:a16="http://schemas.microsoft.com/office/drawing/2014/main" id="{58F49EF6-3DA2-4635-8BEF-BDB1B22ECD3F}"/>
              </a:ext>
            </a:extLst>
          </p:cNvPr>
          <p:cNvSpPr>
            <a:spLocks xmlns:a="http://schemas.openxmlformats.org/drawingml/2006/main" noGrp="1"/>
          </p:cNvSpPr>
          <p:nvPr/>
        </p:nvSpPr>
        <p:spPr>
          <a:xfrm xmlns:a="http://schemas.openxmlformats.org/drawingml/2006/main">
            <a:off x="13182600" y="1766888"/>
            <a:ext cx="3390900" cy="466725"/>
          </a:xfrm>
          <a:custGeom xmlns:a="http://schemas.openxmlformats.org/drawingml/2006/main">
            <a:pathLst>
              <a:path w="3390900" h="466725">
                <a:moveTo>
                  <a:pt x="190500" y="0"/>
                </a:moveTo>
                <a:lnTo>
                  <a:pt x="3200400" y="0"/>
                </a:lnTo>
                <a:cubicBezTo>
                  <a:pt x="3305610" y="0"/>
                  <a:pt x="3390900" y="85290"/>
                  <a:pt x="3390900" y="190500"/>
                </a:cubicBezTo>
                <a:lnTo>
                  <a:pt x="3390900" y="276225"/>
                </a:lnTo>
                <a:cubicBezTo>
                  <a:pt x="3390900" y="381435"/>
                  <a:pt x="3305610" y="466725"/>
                  <a:pt x="3200400" y="466725"/>
                </a:cubicBezTo>
                <a:lnTo>
                  <a:pt x="190500" y="466725"/>
                </a:lnTo>
                <a:cubicBezTo>
                  <a:pt x="85290" y="466725"/>
                  <a:pt x="0" y="381435"/>
                  <a:pt x="0" y="276225"/>
                </a:cubicBezTo>
                <a:lnTo>
                  <a:pt x="0" y="190500"/>
                </a:lnTo>
                <a:cubicBezTo>
                  <a:pt x="0" y="85290"/>
                  <a:pt x="85290" y="0"/>
                  <a:pt x="190500" y="0"/>
                </a:cubicBezTo>
                <a:close/>
              </a:path>
            </a:pathLst>
          </a:custGeom>
          <a:solidFill xmlns:a="http://schemas.openxmlformats.org/drawingml/2006/main">
            <a:srgbClr val="CFB7EC"/>
          </a:solidFill>
          <a:ln xmlns:a="http://schemas.openxmlformats.org/drawingml/2006/main" w="9525">
            <a:noFill/>
            <a:prstDash val="solid"/>
          </a:ln>
        </p:spPr>
      </p:sp>
      <p:sp>
        <p:nvSpPr>
          <p:cNvPr id="13" name="Image generation top container">
            <a:extLst xmlns:a="http://schemas.openxmlformats.org/drawingml/2006/main">
              <a:ext uri="{FF2B5EF4-FFF2-40B4-BE49-F238E27FC236}">
                <a16:creationId xmlns:a16="http://schemas.microsoft.com/office/drawing/2014/main" id="{9D79EFD9-D321-4814-9FDF-AE1BAEAEC583}"/>
              </a:ext>
            </a:extLst>
          </p:cNvPr>
          <p:cNvSpPr>
            <a:spLocks xmlns:a="http://schemas.openxmlformats.org/drawingml/2006/main" noGrp="1"/>
          </p:cNvSpPr>
          <p:nvPr/>
        </p:nvSpPr>
        <p:spPr>
          <a:xfrm xmlns:a="http://schemas.openxmlformats.org/drawingml/2006/main">
            <a:off x="16754475" y="1766888"/>
            <a:ext cx="2447925" cy="2590800"/>
          </a:xfrm>
          <a:custGeom xmlns:a="http://schemas.openxmlformats.org/drawingml/2006/main">
            <a:pathLst>
              <a:path w="2447925" h="2590800">
                <a:moveTo>
                  <a:pt x="95250" y="0"/>
                </a:moveTo>
                <a:lnTo>
                  <a:pt x="2352675" y="0"/>
                </a:lnTo>
                <a:cubicBezTo>
                  <a:pt x="2405280" y="0"/>
                  <a:pt x="2447925" y="42645"/>
                  <a:pt x="2447925" y="95250"/>
                </a:cubicBezTo>
                <a:lnTo>
                  <a:pt x="2447925" y="2495550"/>
                </a:lnTo>
                <a:cubicBezTo>
                  <a:pt x="2447925" y="2548155"/>
                  <a:pt x="2405280" y="2590800"/>
                  <a:pt x="2352675" y="2590800"/>
                </a:cubicBezTo>
                <a:lnTo>
                  <a:pt x="95250" y="2590800"/>
                </a:lnTo>
                <a:cubicBezTo>
                  <a:pt x="42645" y="2590800"/>
                  <a:pt x="0" y="2548155"/>
                  <a:pt x="0" y="2495550"/>
                </a:cubicBezTo>
                <a:lnTo>
                  <a:pt x="0" y="95250"/>
                </a:lnTo>
                <a:cubicBezTo>
                  <a:pt x="0" y="42645"/>
                  <a:pt x="42645" y="0"/>
                  <a:pt x="95250" y="0"/>
                </a:cubicBezTo>
                <a:close/>
              </a:path>
            </a:pathLst>
          </a:custGeom>
          <a:solidFill xmlns:a="http://schemas.openxmlformats.org/drawingml/2006/main">
            <a:srgbClr val="F7FAFF"/>
          </a:solidFill>
          <a:ln xmlns:a="http://schemas.openxmlformats.org/drawingml/2006/main" w="25718">
            <a:solidFill>
              <a:srgbClr val="9CC1F1"/>
            </a:solidFill>
            <a:prstDash val="solid"/>
          </a:ln>
        </p:spPr>
      </p:sp>
      <p:sp>
        <p:nvSpPr>
          <p:cNvPr id="14" name="Image generation top header">
            <a:extLst xmlns:a="http://schemas.openxmlformats.org/drawingml/2006/main">
              <a:ext uri="{FF2B5EF4-FFF2-40B4-BE49-F238E27FC236}">
                <a16:creationId xmlns:a16="http://schemas.microsoft.com/office/drawing/2014/main" id="{7EDAD8BD-C79B-4F38-9D7F-B071A9E6CC88}"/>
              </a:ext>
            </a:extLst>
          </p:cNvPr>
          <p:cNvSpPr>
            <a:spLocks xmlns:a="http://schemas.openxmlformats.org/drawingml/2006/main" noGrp="1"/>
          </p:cNvSpPr>
          <p:nvPr/>
        </p:nvSpPr>
        <p:spPr>
          <a:xfrm xmlns:a="http://schemas.openxmlformats.org/drawingml/2006/main">
            <a:off x="16754475" y="1766888"/>
            <a:ext cx="2447925" cy="466725"/>
          </a:xfrm>
          <a:custGeom xmlns:a="http://schemas.openxmlformats.org/drawingml/2006/main">
            <a:pathLst>
              <a:path w="2447925" h="466725">
                <a:moveTo>
                  <a:pt x="190500" y="0"/>
                </a:moveTo>
                <a:lnTo>
                  <a:pt x="2257425" y="0"/>
                </a:lnTo>
                <a:cubicBezTo>
                  <a:pt x="2362635" y="0"/>
                  <a:pt x="2447925" y="85290"/>
                  <a:pt x="2447925" y="190500"/>
                </a:cubicBezTo>
                <a:lnTo>
                  <a:pt x="2447925" y="276225"/>
                </a:lnTo>
                <a:cubicBezTo>
                  <a:pt x="2447925" y="381435"/>
                  <a:pt x="2362635" y="466725"/>
                  <a:pt x="2257425" y="466725"/>
                </a:cubicBezTo>
                <a:lnTo>
                  <a:pt x="190500" y="466725"/>
                </a:lnTo>
                <a:cubicBezTo>
                  <a:pt x="85290" y="466725"/>
                  <a:pt x="0" y="381435"/>
                  <a:pt x="0" y="276225"/>
                </a:cubicBezTo>
                <a:lnTo>
                  <a:pt x="0" y="190500"/>
                </a:lnTo>
                <a:cubicBezTo>
                  <a:pt x="0" y="85290"/>
                  <a:pt x="85290" y="0"/>
                  <a:pt x="190500" y="0"/>
                </a:cubicBezTo>
                <a:close/>
              </a:path>
            </a:pathLst>
          </a:custGeom>
          <a:solidFill xmlns:a="http://schemas.openxmlformats.org/drawingml/2006/main">
            <a:srgbClr val="9CC1F1"/>
          </a:solidFill>
          <a:ln xmlns:a="http://schemas.openxmlformats.org/drawingml/2006/main" w="9525">
            <a:noFill/>
            <a:prstDash val="solid"/>
          </a:ln>
        </p:spPr>
      </p:sp>
      <p:sp>
        <p:nvSpPr>
          <p:cNvPr id="15" name="Input bottom container">
            <a:extLst xmlns:a="http://schemas.openxmlformats.org/drawingml/2006/main">
              <a:ext uri="{FF2B5EF4-FFF2-40B4-BE49-F238E27FC236}">
                <a16:creationId xmlns:a16="http://schemas.microsoft.com/office/drawing/2014/main" id="{A18AD5E6-8F5C-431F-9277-9474FE846A12}"/>
              </a:ext>
            </a:extLst>
          </p:cNvPr>
          <p:cNvSpPr>
            <a:spLocks xmlns:a="http://schemas.openxmlformats.org/drawingml/2006/main" noGrp="1"/>
          </p:cNvSpPr>
          <p:nvPr/>
        </p:nvSpPr>
        <p:spPr>
          <a:xfrm xmlns:a="http://schemas.openxmlformats.org/drawingml/2006/main">
            <a:off x="142875" y="5967413"/>
            <a:ext cx="3057525" cy="2533650"/>
          </a:xfrm>
          <a:custGeom xmlns:a="http://schemas.openxmlformats.org/drawingml/2006/main">
            <a:pathLst>
              <a:path w="3057525" h="2533650">
                <a:moveTo>
                  <a:pt x="95250" y="0"/>
                </a:moveTo>
                <a:lnTo>
                  <a:pt x="2962275" y="0"/>
                </a:lnTo>
                <a:cubicBezTo>
                  <a:pt x="3014880" y="0"/>
                  <a:pt x="3057525" y="42645"/>
                  <a:pt x="3057525" y="95250"/>
                </a:cubicBezTo>
                <a:lnTo>
                  <a:pt x="3057525" y="2438400"/>
                </a:lnTo>
                <a:cubicBezTo>
                  <a:pt x="3057525" y="2491005"/>
                  <a:pt x="3014880" y="2533650"/>
                  <a:pt x="2962275" y="2533650"/>
                </a:cubicBezTo>
                <a:lnTo>
                  <a:pt x="95250" y="2533650"/>
                </a:lnTo>
                <a:cubicBezTo>
                  <a:pt x="42645" y="2533650"/>
                  <a:pt x="0" y="2491005"/>
                  <a:pt x="0" y="2438400"/>
                </a:cubicBezTo>
                <a:lnTo>
                  <a:pt x="0" y="95250"/>
                </a:lnTo>
                <a:cubicBezTo>
                  <a:pt x="0" y="42645"/>
                  <a:pt x="42645" y="0"/>
                  <a:pt x="95250" y="0"/>
                </a:cubicBezTo>
                <a:close/>
              </a:path>
            </a:pathLst>
          </a:custGeom>
          <a:solidFill xmlns:a="http://schemas.openxmlformats.org/drawingml/2006/main">
            <a:srgbClr val="F1F3F5"/>
          </a:solidFill>
          <a:ln xmlns:a="http://schemas.openxmlformats.org/drawingml/2006/main" w="25718">
            <a:solidFill>
              <a:srgbClr val="C2C9CF"/>
            </a:solidFill>
            <a:prstDash val="solid"/>
          </a:ln>
        </p:spPr>
      </p:sp>
      <p:sp>
        <p:nvSpPr>
          <p:cNvPr id="16" name="Input bottom header">
            <a:extLst xmlns:a="http://schemas.openxmlformats.org/drawingml/2006/main">
              <a:ext uri="{FF2B5EF4-FFF2-40B4-BE49-F238E27FC236}">
                <a16:creationId xmlns:a16="http://schemas.microsoft.com/office/drawing/2014/main" id="{B42AD7E5-270D-4301-B098-97B6C2676E4B}"/>
              </a:ext>
            </a:extLst>
          </p:cNvPr>
          <p:cNvSpPr>
            <a:spLocks xmlns:a="http://schemas.openxmlformats.org/drawingml/2006/main" noGrp="1"/>
          </p:cNvSpPr>
          <p:nvPr/>
        </p:nvSpPr>
        <p:spPr>
          <a:xfrm xmlns:a="http://schemas.openxmlformats.org/drawingml/2006/main">
            <a:off x="142875" y="5967413"/>
            <a:ext cx="3057525" cy="390525"/>
          </a:xfrm>
          <a:custGeom xmlns:a="http://schemas.openxmlformats.org/drawingml/2006/main">
            <a:pathLst>
              <a:path w="3057525" h="390525">
                <a:moveTo>
                  <a:pt x="66675" y="0"/>
                </a:moveTo>
                <a:lnTo>
                  <a:pt x="2990850" y="0"/>
                </a:lnTo>
                <a:cubicBezTo>
                  <a:pt x="3027674" y="0"/>
                  <a:pt x="3057525" y="29851"/>
                  <a:pt x="3057525" y="66675"/>
                </a:cubicBezTo>
                <a:lnTo>
                  <a:pt x="3057525" y="323850"/>
                </a:lnTo>
                <a:cubicBezTo>
                  <a:pt x="3057525" y="360674"/>
                  <a:pt x="3027674" y="390525"/>
                  <a:pt x="2990850" y="390525"/>
                </a:cubicBezTo>
                <a:lnTo>
                  <a:pt x="66675" y="390525"/>
                </a:lnTo>
                <a:cubicBezTo>
                  <a:pt x="29851" y="390525"/>
                  <a:pt x="0" y="360674"/>
                  <a:pt x="0" y="323850"/>
                </a:cubicBezTo>
                <a:lnTo>
                  <a:pt x="0" y="66675"/>
                </a:lnTo>
                <a:cubicBezTo>
                  <a:pt x="0" y="29851"/>
                  <a:pt x="29851" y="0"/>
                  <a:pt x="66675" y="0"/>
                </a:cubicBezTo>
                <a:close/>
              </a:path>
            </a:pathLst>
          </a:custGeom>
          <a:solidFill xmlns:a="http://schemas.openxmlformats.org/drawingml/2006/main">
            <a:srgbClr val="C2C9CF"/>
          </a:solidFill>
          <a:ln xmlns:a="http://schemas.openxmlformats.org/drawingml/2006/main" w="9525">
            <a:noFill/>
            <a:prstDash val="solid"/>
          </a:ln>
        </p:spPr>
      </p:sp>
      <p:sp>
        <p:nvSpPr>
          <p:cNvPr id="17" name="Intent analysis bottom container">
            <a:extLst xmlns:a="http://schemas.openxmlformats.org/drawingml/2006/main">
              <a:ext uri="{FF2B5EF4-FFF2-40B4-BE49-F238E27FC236}">
                <a16:creationId xmlns:a16="http://schemas.microsoft.com/office/drawing/2014/main" id="{50397974-DEA1-4EF1-AA17-EC993AAB20FA}"/>
              </a:ext>
            </a:extLst>
          </p:cNvPr>
          <p:cNvSpPr>
            <a:spLocks xmlns:a="http://schemas.openxmlformats.org/drawingml/2006/main" noGrp="1"/>
          </p:cNvSpPr>
          <p:nvPr/>
        </p:nvSpPr>
        <p:spPr>
          <a:xfrm xmlns:a="http://schemas.openxmlformats.org/drawingml/2006/main">
            <a:off x="4991100" y="5995988"/>
            <a:ext cx="2667000" cy="2505075"/>
          </a:xfrm>
          <a:custGeom xmlns:a="http://schemas.openxmlformats.org/drawingml/2006/main">
            <a:pathLst>
              <a:path w="2667000" h="2505075">
                <a:moveTo>
                  <a:pt x="95250" y="0"/>
                </a:moveTo>
                <a:lnTo>
                  <a:pt x="2571750" y="0"/>
                </a:lnTo>
                <a:cubicBezTo>
                  <a:pt x="2624355" y="0"/>
                  <a:pt x="2667000" y="42645"/>
                  <a:pt x="2667000" y="95250"/>
                </a:cubicBezTo>
                <a:lnTo>
                  <a:pt x="2667000" y="2409825"/>
                </a:lnTo>
                <a:cubicBezTo>
                  <a:pt x="2667000" y="2462430"/>
                  <a:pt x="2624355" y="2505075"/>
                  <a:pt x="2571750" y="2505075"/>
                </a:cubicBezTo>
                <a:lnTo>
                  <a:pt x="95250" y="2505075"/>
                </a:lnTo>
                <a:cubicBezTo>
                  <a:pt x="42645" y="2505075"/>
                  <a:pt x="0" y="2462430"/>
                  <a:pt x="0" y="2409825"/>
                </a:cubicBezTo>
                <a:lnTo>
                  <a:pt x="0" y="95250"/>
                </a:lnTo>
                <a:cubicBezTo>
                  <a:pt x="0" y="42645"/>
                  <a:pt x="42645" y="0"/>
                  <a:pt x="95250" y="0"/>
                </a:cubicBezTo>
                <a:close/>
              </a:path>
            </a:pathLst>
          </a:custGeom>
          <a:solidFill xmlns:a="http://schemas.openxmlformats.org/drawingml/2006/main">
            <a:srgbClr val="FFF8F6"/>
          </a:solidFill>
          <a:ln xmlns:a="http://schemas.openxmlformats.org/drawingml/2006/main" w="25718">
            <a:solidFill>
              <a:srgbClr val="FFA49A"/>
            </a:solidFill>
            <a:prstDash val="solid"/>
          </a:ln>
        </p:spPr>
      </p:sp>
      <p:sp>
        <p:nvSpPr>
          <p:cNvPr id="18" name="Intent analysis bottom header">
            <a:extLst xmlns:a="http://schemas.openxmlformats.org/drawingml/2006/main">
              <a:ext uri="{FF2B5EF4-FFF2-40B4-BE49-F238E27FC236}">
                <a16:creationId xmlns:a16="http://schemas.microsoft.com/office/drawing/2014/main" id="{996D0E0E-41F2-4A7A-9640-E49AF1FC54A4}"/>
              </a:ext>
            </a:extLst>
          </p:cNvPr>
          <p:cNvSpPr>
            <a:spLocks xmlns:a="http://schemas.openxmlformats.org/drawingml/2006/main" noGrp="1"/>
          </p:cNvSpPr>
          <p:nvPr/>
        </p:nvSpPr>
        <p:spPr>
          <a:xfrm xmlns:a="http://schemas.openxmlformats.org/drawingml/2006/main">
            <a:off x="4991100" y="5995988"/>
            <a:ext cx="2667000" cy="466725"/>
          </a:xfrm>
          <a:custGeom xmlns:a="http://schemas.openxmlformats.org/drawingml/2006/main">
            <a:pathLst>
              <a:path w="2667000" h="466725">
                <a:moveTo>
                  <a:pt x="190500" y="0"/>
                </a:moveTo>
                <a:lnTo>
                  <a:pt x="2476500" y="0"/>
                </a:lnTo>
                <a:cubicBezTo>
                  <a:pt x="2581710" y="0"/>
                  <a:pt x="2667000" y="85290"/>
                  <a:pt x="2667000" y="190500"/>
                </a:cubicBezTo>
                <a:lnTo>
                  <a:pt x="2667000" y="276225"/>
                </a:lnTo>
                <a:cubicBezTo>
                  <a:pt x="2667000" y="381435"/>
                  <a:pt x="2581710" y="466725"/>
                  <a:pt x="2476500" y="466725"/>
                </a:cubicBezTo>
                <a:lnTo>
                  <a:pt x="190500" y="466725"/>
                </a:lnTo>
                <a:cubicBezTo>
                  <a:pt x="85290" y="466725"/>
                  <a:pt x="0" y="381435"/>
                  <a:pt x="0" y="276225"/>
                </a:cubicBezTo>
                <a:lnTo>
                  <a:pt x="0" y="190500"/>
                </a:lnTo>
                <a:cubicBezTo>
                  <a:pt x="0" y="85290"/>
                  <a:pt x="85290" y="0"/>
                  <a:pt x="190500" y="0"/>
                </a:cubicBezTo>
                <a:close/>
              </a:path>
            </a:pathLst>
          </a:custGeom>
          <a:solidFill xmlns:a="http://schemas.openxmlformats.org/drawingml/2006/main">
            <a:srgbClr val="FFA49A"/>
          </a:solidFill>
          <a:ln xmlns:a="http://schemas.openxmlformats.org/drawingml/2006/main" w="9525">
            <a:noFill/>
            <a:prstDash val="solid"/>
          </a:ln>
        </p:spPr>
      </p:sp>
      <p:sp>
        <p:nvSpPr>
          <p:cNvPr id="19" name="Knowledge reasoning container">
            <a:extLst xmlns:a="http://schemas.openxmlformats.org/drawingml/2006/main">
              <a:ext uri="{FF2B5EF4-FFF2-40B4-BE49-F238E27FC236}">
                <a16:creationId xmlns:a16="http://schemas.microsoft.com/office/drawing/2014/main" id="{678A17F9-6196-4DC4-99B1-439D52FF9B06}"/>
              </a:ext>
            </a:extLst>
          </p:cNvPr>
          <p:cNvSpPr>
            <a:spLocks xmlns:a="http://schemas.openxmlformats.org/drawingml/2006/main" noGrp="1"/>
          </p:cNvSpPr>
          <p:nvPr/>
        </p:nvSpPr>
        <p:spPr>
          <a:xfrm xmlns:a="http://schemas.openxmlformats.org/drawingml/2006/main">
            <a:off x="7896225" y="5995988"/>
            <a:ext cx="5038725" cy="2505075"/>
          </a:xfrm>
          <a:custGeom xmlns:a="http://schemas.openxmlformats.org/drawingml/2006/main">
            <a:pathLst>
              <a:path w="5038725" h="2505075">
                <a:moveTo>
                  <a:pt x="95250" y="0"/>
                </a:moveTo>
                <a:lnTo>
                  <a:pt x="4943475" y="0"/>
                </a:lnTo>
                <a:cubicBezTo>
                  <a:pt x="4996080" y="0"/>
                  <a:pt x="5038725" y="42645"/>
                  <a:pt x="5038725" y="95250"/>
                </a:cubicBezTo>
                <a:lnTo>
                  <a:pt x="5038725" y="2409825"/>
                </a:lnTo>
                <a:cubicBezTo>
                  <a:pt x="5038725" y="2462430"/>
                  <a:pt x="4996080" y="2505075"/>
                  <a:pt x="4943475" y="2505075"/>
                </a:cubicBezTo>
                <a:lnTo>
                  <a:pt x="95250" y="2505075"/>
                </a:lnTo>
                <a:cubicBezTo>
                  <a:pt x="42645" y="2505075"/>
                  <a:pt x="0" y="2462430"/>
                  <a:pt x="0" y="2409825"/>
                </a:cubicBezTo>
                <a:lnTo>
                  <a:pt x="0" y="95250"/>
                </a:lnTo>
                <a:cubicBezTo>
                  <a:pt x="0" y="42645"/>
                  <a:pt x="42645" y="0"/>
                  <a:pt x="95250" y="0"/>
                </a:cubicBezTo>
                <a:close/>
              </a:path>
            </a:pathLst>
          </a:custGeom>
          <a:solidFill xmlns:a="http://schemas.openxmlformats.org/drawingml/2006/main">
            <a:srgbClr val="FDF7FD"/>
          </a:solidFill>
          <a:ln xmlns:a="http://schemas.openxmlformats.org/drawingml/2006/main" w="25718">
            <a:solidFill>
              <a:srgbClr val="EBB4E3"/>
            </a:solidFill>
            <a:prstDash val="solid"/>
          </a:ln>
        </p:spPr>
      </p:sp>
      <p:sp>
        <p:nvSpPr>
          <p:cNvPr id="20" name="Knowledge reasoning header">
            <a:extLst xmlns:a="http://schemas.openxmlformats.org/drawingml/2006/main">
              <a:ext uri="{FF2B5EF4-FFF2-40B4-BE49-F238E27FC236}">
                <a16:creationId xmlns:a16="http://schemas.microsoft.com/office/drawing/2014/main" id="{4690B36C-6C30-4124-9260-2B7E1CFDD8F4}"/>
              </a:ext>
            </a:extLst>
          </p:cNvPr>
          <p:cNvSpPr>
            <a:spLocks xmlns:a="http://schemas.openxmlformats.org/drawingml/2006/main" noGrp="1"/>
          </p:cNvSpPr>
          <p:nvPr/>
        </p:nvSpPr>
        <p:spPr>
          <a:xfrm xmlns:a="http://schemas.openxmlformats.org/drawingml/2006/main">
            <a:off x="7896225" y="5995988"/>
            <a:ext cx="5038725" cy="466725"/>
          </a:xfrm>
          <a:custGeom xmlns:a="http://schemas.openxmlformats.org/drawingml/2006/main">
            <a:pathLst>
              <a:path w="5038725" h="466725">
                <a:moveTo>
                  <a:pt x="190500" y="0"/>
                </a:moveTo>
                <a:lnTo>
                  <a:pt x="4848225" y="0"/>
                </a:lnTo>
                <a:cubicBezTo>
                  <a:pt x="4953435" y="0"/>
                  <a:pt x="5038725" y="85290"/>
                  <a:pt x="5038725" y="190500"/>
                </a:cubicBezTo>
                <a:lnTo>
                  <a:pt x="5038725" y="276225"/>
                </a:lnTo>
                <a:cubicBezTo>
                  <a:pt x="5038725" y="381435"/>
                  <a:pt x="4953435" y="466725"/>
                  <a:pt x="4848225" y="466725"/>
                </a:cubicBezTo>
                <a:lnTo>
                  <a:pt x="190500" y="466725"/>
                </a:lnTo>
                <a:cubicBezTo>
                  <a:pt x="85290" y="466725"/>
                  <a:pt x="0" y="381435"/>
                  <a:pt x="0" y="276225"/>
                </a:cubicBezTo>
                <a:lnTo>
                  <a:pt x="0" y="190500"/>
                </a:lnTo>
                <a:cubicBezTo>
                  <a:pt x="0" y="85290"/>
                  <a:pt x="85290" y="0"/>
                  <a:pt x="190500" y="0"/>
                </a:cubicBezTo>
                <a:close/>
              </a:path>
            </a:pathLst>
          </a:custGeom>
          <a:solidFill xmlns:a="http://schemas.openxmlformats.org/drawingml/2006/main">
            <a:srgbClr val="EBB4E3"/>
          </a:solidFill>
          <a:ln xmlns:a="http://schemas.openxmlformats.org/drawingml/2006/main" w="9525">
            <a:noFill/>
            <a:prstDash val="solid"/>
          </a:ln>
        </p:spPr>
      </p:sp>
      <p:sp>
        <p:nvSpPr>
          <p:cNvPr id="21" name="Review bottom container">
            <a:extLst xmlns:a="http://schemas.openxmlformats.org/drawingml/2006/main">
              <a:ext uri="{FF2B5EF4-FFF2-40B4-BE49-F238E27FC236}">
                <a16:creationId xmlns:a16="http://schemas.microsoft.com/office/drawing/2014/main" id="{163C3A78-9058-45A4-AD3A-7ED244E174C4}"/>
              </a:ext>
            </a:extLst>
          </p:cNvPr>
          <p:cNvSpPr>
            <a:spLocks xmlns:a="http://schemas.openxmlformats.org/drawingml/2006/main" noGrp="1"/>
          </p:cNvSpPr>
          <p:nvPr/>
        </p:nvSpPr>
        <p:spPr>
          <a:xfrm xmlns:a="http://schemas.openxmlformats.org/drawingml/2006/main">
            <a:off x="13182600" y="5995988"/>
            <a:ext cx="3390900" cy="2505075"/>
          </a:xfrm>
          <a:custGeom xmlns:a="http://schemas.openxmlformats.org/drawingml/2006/main">
            <a:pathLst>
              <a:path w="3390900" h="2505075">
                <a:moveTo>
                  <a:pt x="95250" y="0"/>
                </a:moveTo>
                <a:lnTo>
                  <a:pt x="3295650" y="0"/>
                </a:lnTo>
                <a:cubicBezTo>
                  <a:pt x="3348255" y="0"/>
                  <a:pt x="3390900" y="42645"/>
                  <a:pt x="3390900" y="95250"/>
                </a:cubicBezTo>
                <a:lnTo>
                  <a:pt x="3390900" y="2409825"/>
                </a:lnTo>
                <a:cubicBezTo>
                  <a:pt x="3390900" y="2462430"/>
                  <a:pt x="3348255" y="2505075"/>
                  <a:pt x="3295650" y="2505075"/>
                </a:cubicBezTo>
                <a:lnTo>
                  <a:pt x="95250" y="2505075"/>
                </a:lnTo>
                <a:cubicBezTo>
                  <a:pt x="42645" y="2505075"/>
                  <a:pt x="0" y="2462430"/>
                  <a:pt x="0" y="2409825"/>
                </a:cubicBezTo>
                <a:lnTo>
                  <a:pt x="0" y="95250"/>
                </a:lnTo>
                <a:cubicBezTo>
                  <a:pt x="0" y="42645"/>
                  <a:pt x="42645" y="0"/>
                  <a:pt x="95250" y="0"/>
                </a:cubicBezTo>
                <a:close/>
              </a:path>
            </a:pathLst>
          </a:custGeom>
          <a:solidFill xmlns:a="http://schemas.openxmlformats.org/drawingml/2006/main">
            <a:srgbClr val="FBF9FF"/>
          </a:solidFill>
          <a:ln xmlns:a="http://schemas.openxmlformats.org/drawingml/2006/main" w="25718">
            <a:solidFill>
              <a:srgbClr val="CFB7EC"/>
            </a:solidFill>
            <a:prstDash val="solid"/>
          </a:ln>
        </p:spPr>
      </p:sp>
      <p:sp>
        <p:nvSpPr>
          <p:cNvPr id="22" name="Review bottom header">
            <a:extLst xmlns:a="http://schemas.openxmlformats.org/drawingml/2006/main">
              <a:ext uri="{FF2B5EF4-FFF2-40B4-BE49-F238E27FC236}">
                <a16:creationId xmlns:a16="http://schemas.microsoft.com/office/drawing/2014/main" id="{CD5179C6-B4EC-4515-A71A-A1E5F7600868}"/>
              </a:ext>
            </a:extLst>
          </p:cNvPr>
          <p:cNvSpPr>
            <a:spLocks xmlns:a="http://schemas.openxmlformats.org/drawingml/2006/main" noGrp="1"/>
          </p:cNvSpPr>
          <p:nvPr/>
        </p:nvSpPr>
        <p:spPr>
          <a:xfrm xmlns:a="http://schemas.openxmlformats.org/drawingml/2006/main">
            <a:off x="13182600" y="5995988"/>
            <a:ext cx="3390900" cy="466725"/>
          </a:xfrm>
          <a:custGeom xmlns:a="http://schemas.openxmlformats.org/drawingml/2006/main">
            <a:pathLst>
              <a:path w="3390900" h="466725">
                <a:moveTo>
                  <a:pt x="190500" y="0"/>
                </a:moveTo>
                <a:lnTo>
                  <a:pt x="3200400" y="0"/>
                </a:lnTo>
                <a:cubicBezTo>
                  <a:pt x="3305610" y="0"/>
                  <a:pt x="3390900" y="85290"/>
                  <a:pt x="3390900" y="190500"/>
                </a:cubicBezTo>
                <a:lnTo>
                  <a:pt x="3390900" y="276225"/>
                </a:lnTo>
                <a:cubicBezTo>
                  <a:pt x="3390900" y="381435"/>
                  <a:pt x="3305610" y="466725"/>
                  <a:pt x="3200400" y="466725"/>
                </a:cubicBezTo>
                <a:lnTo>
                  <a:pt x="190500" y="466725"/>
                </a:lnTo>
                <a:cubicBezTo>
                  <a:pt x="85290" y="466725"/>
                  <a:pt x="0" y="381435"/>
                  <a:pt x="0" y="276225"/>
                </a:cubicBezTo>
                <a:lnTo>
                  <a:pt x="0" y="190500"/>
                </a:lnTo>
                <a:cubicBezTo>
                  <a:pt x="0" y="85290"/>
                  <a:pt x="85290" y="0"/>
                  <a:pt x="190500" y="0"/>
                </a:cubicBezTo>
                <a:close/>
              </a:path>
            </a:pathLst>
          </a:custGeom>
          <a:solidFill xmlns:a="http://schemas.openxmlformats.org/drawingml/2006/main">
            <a:srgbClr val="CFB7EC"/>
          </a:solidFill>
          <a:ln xmlns:a="http://schemas.openxmlformats.org/drawingml/2006/main" w="9525">
            <a:noFill/>
            <a:prstDash val="solid"/>
          </a:ln>
        </p:spPr>
      </p:sp>
      <p:sp>
        <p:nvSpPr>
          <p:cNvPr id="23" name="Image generation bottom container">
            <a:extLst xmlns:a="http://schemas.openxmlformats.org/drawingml/2006/main">
              <a:ext uri="{FF2B5EF4-FFF2-40B4-BE49-F238E27FC236}">
                <a16:creationId xmlns:a16="http://schemas.microsoft.com/office/drawing/2014/main" id="{DBB302FE-436C-4306-8242-5EEF2A53BFE6}"/>
              </a:ext>
            </a:extLst>
          </p:cNvPr>
          <p:cNvSpPr>
            <a:spLocks xmlns:a="http://schemas.openxmlformats.org/drawingml/2006/main" noGrp="1"/>
          </p:cNvSpPr>
          <p:nvPr/>
        </p:nvSpPr>
        <p:spPr>
          <a:xfrm xmlns:a="http://schemas.openxmlformats.org/drawingml/2006/main">
            <a:off x="16754475" y="5995988"/>
            <a:ext cx="2447925" cy="2505075"/>
          </a:xfrm>
          <a:custGeom xmlns:a="http://schemas.openxmlformats.org/drawingml/2006/main">
            <a:pathLst>
              <a:path w="2447925" h="2505075">
                <a:moveTo>
                  <a:pt x="95250" y="0"/>
                </a:moveTo>
                <a:lnTo>
                  <a:pt x="2352675" y="0"/>
                </a:lnTo>
                <a:cubicBezTo>
                  <a:pt x="2405280" y="0"/>
                  <a:pt x="2447925" y="42645"/>
                  <a:pt x="2447925" y="95250"/>
                </a:cubicBezTo>
                <a:lnTo>
                  <a:pt x="2447925" y="2409825"/>
                </a:lnTo>
                <a:cubicBezTo>
                  <a:pt x="2447925" y="2462430"/>
                  <a:pt x="2405280" y="2505075"/>
                  <a:pt x="2352675" y="2505075"/>
                </a:cubicBezTo>
                <a:lnTo>
                  <a:pt x="95250" y="2505075"/>
                </a:lnTo>
                <a:cubicBezTo>
                  <a:pt x="42645" y="2505075"/>
                  <a:pt x="0" y="2462430"/>
                  <a:pt x="0" y="2409825"/>
                </a:cubicBezTo>
                <a:lnTo>
                  <a:pt x="0" y="95250"/>
                </a:lnTo>
                <a:cubicBezTo>
                  <a:pt x="0" y="42645"/>
                  <a:pt x="42645" y="0"/>
                  <a:pt x="95250" y="0"/>
                </a:cubicBezTo>
                <a:close/>
              </a:path>
            </a:pathLst>
          </a:custGeom>
          <a:solidFill xmlns:a="http://schemas.openxmlformats.org/drawingml/2006/main">
            <a:srgbClr val="F7FAFF"/>
          </a:solidFill>
          <a:ln xmlns:a="http://schemas.openxmlformats.org/drawingml/2006/main" w="25718">
            <a:solidFill>
              <a:srgbClr val="9CC1F1"/>
            </a:solidFill>
            <a:prstDash val="solid"/>
          </a:ln>
        </p:spPr>
      </p:sp>
      <p:sp>
        <p:nvSpPr>
          <p:cNvPr id="24" name="Image generation bottom header">
            <a:extLst xmlns:a="http://schemas.openxmlformats.org/drawingml/2006/main">
              <a:ext uri="{FF2B5EF4-FFF2-40B4-BE49-F238E27FC236}">
                <a16:creationId xmlns:a16="http://schemas.microsoft.com/office/drawing/2014/main" id="{25EB0956-F1D7-4E2E-9CA6-A6D2F9A111B7}"/>
              </a:ext>
            </a:extLst>
          </p:cNvPr>
          <p:cNvSpPr>
            <a:spLocks xmlns:a="http://schemas.openxmlformats.org/drawingml/2006/main" noGrp="1"/>
          </p:cNvSpPr>
          <p:nvPr/>
        </p:nvSpPr>
        <p:spPr>
          <a:xfrm xmlns:a="http://schemas.openxmlformats.org/drawingml/2006/main">
            <a:off x="16754475" y="5995988"/>
            <a:ext cx="2447925" cy="466725"/>
          </a:xfrm>
          <a:custGeom xmlns:a="http://schemas.openxmlformats.org/drawingml/2006/main">
            <a:pathLst>
              <a:path w="2447925" h="466725">
                <a:moveTo>
                  <a:pt x="190500" y="0"/>
                </a:moveTo>
                <a:lnTo>
                  <a:pt x="2257425" y="0"/>
                </a:lnTo>
                <a:cubicBezTo>
                  <a:pt x="2362635" y="0"/>
                  <a:pt x="2447925" y="85290"/>
                  <a:pt x="2447925" y="190500"/>
                </a:cubicBezTo>
                <a:lnTo>
                  <a:pt x="2447925" y="276225"/>
                </a:lnTo>
                <a:cubicBezTo>
                  <a:pt x="2447925" y="381435"/>
                  <a:pt x="2362635" y="466725"/>
                  <a:pt x="2257425" y="466725"/>
                </a:cubicBezTo>
                <a:lnTo>
                  <a:pt x="190500" y="466725"/>
                </a:lnTo>
                <a:cubicBezTo>
                  <a:pt x="85290" y="466725"/>
                  <a:pt x="0" y="381435"/>
                  <a:pt x="0" y="276225"/>
                </a:cubicBezTo>
                <a:lnTo>
                  <a:pt x="0" y="190500"/>
                </a:lnTo>
                <a:cubicBezTo>
                  <a:pt x="0" y="85290"/>
                  <a:pt x="85290" y="0"/>
                  <a:pt x="190500" y="0"/>
                </a:cubicBezTo>
                <a:close/>
              </a:path>
            </a:pathLst>
          </a:custGeom>
          <a:solidFill xmlns:a="http://schemas.openxmlformats.org/drawingml/2006/main">
            <a:srgbClr val="9CC1F1"/>
          </a:solidFill>
          <a:ln xmlns:a="http://schemas.openxmlformats.org/drawingml/2006/main" w="9525">
            <a:noFill/>
            <a:prstDash val="solid"/>
          </a:ln>
        </p:spPr>
      </p:sp>
      <p:sp>
        <p:nvSpPr>
          <p:cNvPr id="25" name="Top route left bracket">
            <a:extLst xmlns:a="http://schemas.openxmlformats.org/drawingml/2006/main">
              <a:ext uri="{FF2B5EF4-FFF2-40B4-BE49-F238E27FC236}">
                <a16:creationId xmlns:a16="http://schemas.microsoft.com/office/drawing/2014/main" id="{983BE99E-2119-43D0-B047-D04D1CA4A7CE}"/>
              </a:ext>
            </a:extLst>
          </p:cNvPr>
          <p:cNvSpPr>
            <a:spLocks xmlns:a="http://schemas.openxmlformats.org/drawingml/2006/main" noGrp="1"/>
          </p:cNvSpPr>
          <p:nvPr/>
        </p:nvSpPr>
        <p:spPr>
          <a:xfrm xmlns:a="http://schemas.openxmlformats.org/drawingml/2006/main">
            <a:off x="4391025" y="1700213"/>
            <a:ext cx="447675" cy="76200"/>
          </a:xfrm>
          <a:custGeom xmlns:a="http://schemas.openxmlformats.org/drawingml/2006/main">
            <a:pathLst>
              <a:path w="447675" h="76200">
                <a:moveTo>
                  <a:pt x="0" y="76200"/>
                </a:moveTo>
                <a:lnTo>
                  <a:pt x="447675" y="0"/>
                </a:lnTo>
              </a:path>
            </a:pathLst>
          </a:custGeom>
          <a:noFill xmlns:a="http://schemas.openxmlformats.org/drawingml/2006/main"/>
          <a:ln xmlns:a="http://schemas.openxmlformats.org/drawingml/2006/main" w="28575">
            <a:solidFill>
              <a:srgbClr val="000000"/>
            </a:solidFill>
            <a:prstDash val="dash"/>
          </a:ln>
        </p:spPr>
      </p:sp>
      <p:sp>
        <p:nvSpPr>
          <p:cNvPr id="26" name="Top route lower left bracket">
            <a:extLst xmlns:a="http://schemas.openxmlformats.org/drawingml/2006/main">
              <a:ext uri="{FF2B5EF4-FFF2-40B4-BE49-F238E27FC236}">
                <a16:creationId xmlns:a16="http://schemas.microsoft.com/office/drawing/2014/main" id="{5EDD9884-0174-4A44-8606-335D6DF9196A}"/>
              </a:ext>
            </a:extLst>
          </p:cNvPr>
          <p:cNvSpPr>
            <a:spLocks xmlns:a="http://schemas.openxmlformats.org/drawingml/2006/main" noGrp="1"/>
          </p:cNvSpPr>
          <p:nvPr/>
        </p:nvSpPr>
        <p:spPr>
          <a:xfrm xmlns:a="http://schemas.openxmlformats.org/drawingml/2006/main">
            <a:off x="4391025" y="4357688"/>
            <a:ext cx="447675" cy="76200"/>
          </a:xfrm>
          <a:custGeom xmlns:a="http://schemas.openxmlformats.org/drawingml/2006/main">
            <a:pathLst>
              <a:path w="447675" h="76200">
                <a:moveTo>
                  <a:pt x="0" y="0"/>
                </a:moveTo>
                <a:lnTo>
                  <a:pt x="447675" y="76200"/>
                </a:lnTo>
              </a:path>
            </a:pathLst>
          </a:custGeom>
          <a:noFill xmlns:a="http://schemas.openxmlformats.org/drawingml/2006/main"/>
          <a:ln xmlns:a="http://schemas.openxmlformats.org/drawingml/2006/main" w="28575">
            <a:solidFill>
              <a:srgbClr val="000000"/>
            </a:solidFill>
            <a:prstDash val="dash"/>
          </a:ln>
        </p:spPr>
      </p:sp>
      <p:sp>
        <p:nvSpPr>
          <p:cNvPr id="27" name="Bottom route left bracket">
            <a:extLst xmlns:a="http://schemas.openxmlformats.org/drawingml/2006/main">
              <a:ext uri="{FF2B5EF4-FFF2-40B4-BE49-F238E27FC236}">
                <a16:creationId xmlns:a16="http://schemas.microsoft.com/office/drawing/2014/main" id="{7CC0436E-EEC6-4745-B4ED-004C15A2221F}"/>
              </a:ext>
            </a:extLst>
          </p:cNvPr>
          <p:cNvSpPr>
            <a:spLocks xmlns:a="http://schemas.openxmlformats.org/drawingml/2006/main" noGrp="1"/>
          </p:cNvSpPr>
          <p:nvPr/>
        </p:nvSpPr>
        <p:spPr>
          <a:xfrm xmlns:a="http://schemas.openxmlformats.org/drawingml/2006/main">
            <a:off x="4391025" y="5900738"/>
            <a:ext cx="447675" cy="257175"/>
          </a:xfrm>
          <a:custGeom xmlns:a="http://schemas.openxmlformats.org/drawingml/2006/main">
            <a:pathLst>
              <a:path w="447675" h="257175">
                <a:moveTo>
                  <a:pt x="0" y="257175"/>
                </a:moveTo>
                <a:lnTo>
                  <a:pt x="447675" y="0"/>
                </a:lnTo>
              </a:path>
            </a:pathLst>
          </a:custGeom>
          <a:noFill xmlns:a="http://schemas.openxmlformats.org/drawingml/2006/main"/>
          <a:ln xmlns:a="http://schemas.openxmlformats.org/drawingml/2006/main" w="28575">
            <a:solidFill>
              <a:srgbClr val="000000"/>
            </a:solidFill>
            <a:prstDash val="solid"/>
          </a:ln>
        </p:spPr>
      </p:sp>
      <p:sp>
        <p:nvSpPr>
          <p:cNvPr id="28" name="Bottom route lower left bracket">
            <a:extLst xmlns:a="http://schemas.openxmlformats.org/drawingml/2006/main">
              <a:ext uri="{FF2B5EF4-FFF2-40B4-BE49-F238E27FC236}">
                <a16:creationId xmlns:a16="http://schemas.microsoft.com/office/drawing/2014/main" id="{64D674C9-D2D6-4180-A8E2-135DC21DEC02}"/>
              </a:ext>
            </a:extLst>
          </p:cNvPr>
          <p:cNvSpPr>
            <a:spLocks xmlns:a="http://schemas.openxmlformats.org/drawingml/2006/main" noGrp="1"/>
          </p:cNvSpPr>
          <p:nvPr/>
        </p:nvSpPr>
        <p:spPr>
          <a:xfrm xmlns:a="http://schemas.openxmlformats.org/drawingml/2006/main">
            <a:off x="4391025" y="8320088"/>
            <a:ext cx="447675" cy="295275"/>
          </a:xfrm>
          <a:custGeom xmlns:a="http://schemas.openxmlformats.org/drawingml/2006/main">
            <a:pathLst>
              <a:path w="447675" h="295275">
                <a:moveTo>
                  <a:pt x="0" y="0"/>
                </a:moveTo>
                <a:lnTo>
                  <a:pt x="447675" y="295275"/>
                </a:lnTo>
              </a:path>
            </a:pathLst>
          </a:custGeom>
          <a:noFill xmlns:a="http://schemas.openxmlformats.org/drawingml/2006/main"/>
          <a:ln xmlns:a="http://schemas.openxmlformats.org/drawingml/2006/main" w="28575">
            <a:solidFill>
              <a:srgbClr val="000000"/>
            </a:solidFill>
            <a:prstDash val="solid"/>
          </a:ln>
        </p:spPr>
      </p:sp>
      <p:sp>
        <p:nvSpPr>
          <p:cNvPr id="29" name="top action header">
            <a:extLst xmlns:a="http://schemas.openxmlformats.org/drawingml/2006/main">
              <a:ext uri="{FF2B5EF4-FFF2-40B4-BE49-F238E27FC236}">
                <a16:creationId xmlns:a16="http://schemas.microsoft.com/office/drawing/2014/main" id="{4A82C668-D4A0-4C2C-9B5C-DFA36D6C658E}"/>
              </a:ext>
            </a:extLst>
          </p:cNvPr>
          <p:cNvSpPr>
            <a:spLocks xmlns:a="http://schemas.openxmlformats.org/drawingml/2006/main" noGrp="1"/>
          </p:cNvSpPr>
          <p:nvPr/>
        </p:nvSpPr>
        <p:spPr>
          <a:xfrm xmlns:a="http://schemas.openxmlformats.org/drawingml/2006/main">
            <a:off x="3476625" y="1766888"/>
            <a:ext cx="914400" cy="438150"/>
          </a:xfrm>
          <a:custGeom xmlns:a="http://schemas.openxmlformats.org/drawingml/2006/main">
            <a:pathLst>
              <a:path w="914400" h="438150">
                <a:moveTo>
                  <a:pt x="0" y="0"/>
                </a:moveTo>
                <a:lnTo>
                  <a:pt x="914400" y="0"/>
                </a:lnTo>
                <a:lnTo>
                  <a:pt x="914400" y="438150"/>
                </a:lnTo>
                <a:lnTo>
                  <a:pt x="0" y="438150"/>
                </a:lnTo>
                <a:close/>
              </a:path>
            </a:pathLst>
          </a:custGeom>
          <a:solidFill xmlns:a="http://schemas.openxmlformats.org/drawingml/2006/main">
            <a:srgbClr val="FFFFFF"/>
          </a:solidFill>
          <a:ln xmlns:a="http://schemas.openxmlformats.org/drawingml/2006/main" w="28575">
            <a:solidFill>
              <a:srgbClr val="000000"/>
            </a:solidFill>
            <a:prstDash val="solid"/>
          </a:ln>
        </p:spPr>
      </p:sp>
      <p:sp>
        <p:nvSpPr>
          <p:cNvPr id="30" name="top action step 1">
            <a:extLst xmlns:a="http://schemas.openxmlformats.org/drawingml/2006/main">
              <a:ext uri="{FF2B5EF4-FFF2-40B4-BE49-F238E27FC236}">
                <a16:creationId xmlns:a16="http://schemas.microsoft.com/office/drawing/2014/main" id="{6A3F2272-63A7-4B4B-AF6C-43ECD324CAD9}"/>
              </a:ext>
            </a:extLst>
          </p:cNvPr>
          <p:cNvSpPr>
            <a:spLocks xmlns:a="http://schemas.openxmlformats.org/drawingml/2006/main" noGrp="1"/>
          </p:cNvSpPr>
          <p:nvPr/>
        </p:nvSpPr>
        <p:spPr>
          <a:xfrm xmlns:a="http://schemas.openxmlformats.org/drawingml/2006/main">
            <a:off x="3476625" y="2205038"/>
            <a:ext cx="914400" cy="430530"/>
          </a:xfrm>
          <a:custGeom xmlns:a="http://schemas.openxmlformats.org/drawingml/2006/main">
            <a:pathLst>
              <a:path w="914400" h="430530">
                <a:moveTo>
                  <a:pt x="0" y="0"/>
                </a:moveTo>
                <a:lnTo>
                  <a:pt x="914400" y="0"/>
                </a:lnTo>
                <a:lnTo>
                  <a:pt x="914400" y="430530"/>
                </a:lnTo>
                <a:lnTo>
                  <a:pt x="0" y="430530"/>
                </a:lnTo>
                <a:close/>
              </a:path>
            </a:pathLst>
          </a:custGeom>
          <a:solidFill xmlns:a="http://schemas.openxmlformats.org/drawingml/2006/main">
            <a:srgbClr val="FFA99C"/>
          </a:solidFill>
          <a:ln xmlns:a="http://schemas.openxmlformats.org/drawingml/2006/main" w="28575">
            <a:solidFill>
              <a:srgbClr val="000000"/>
            </a:solidFill>
            <a:prstDash val="solid"/>
          </a:ln>
        </p:spPr>
      </p:sp>
      <p:pic>
        <p:nvPicPr>
          <p:cNvPr id="31" name="">
            <a:extLst xmlns:a="http://schemas.openxmlformats.org/drawingml/2006/main">
              <a:ext uri="{FF2B5EF4-FFF2-40B4-BE49-F238E27FC236}">
                <a16:creationId xmlns:a16="http://schemas.microsoft.com/office/drawing/2014/main" id="{5C6D27C7-7D1E-4FCB-9D44-42B06E4353D3}"/>
              </a:ext>
            </a:extLst>
          </p:cNvPr>
          <p:cNvPicPr>
            <a:picLocks xmlns:a="http://schemas.openxmlformats.org/drawingml/2006/main" noChangeAspect="1"/>
          </p:cNvPicPr>
          <p:nvPr/>
        </p:nvPicPr>
        <p:blipFill>
          <a:blip xmlns:r="http://schemas.openxmlformats.org/officeDocument/2006/relationships" xmlns:a="http://schemas.openxmlformats.org/drawingml/2006/main" r:embed="R3ebb70eb209442d0"/>
          <a:stretch xmlns:a="http://schemas.openxmlformats.org/drawingml/2006/main"/>
        </p:blipFill>
        <p:spPr>
          <a:xfrm xmlns:a="http://schemas.openxmlformats.org/drawingml/2006/main">
            <a:off x="3752850" y="2234565"/>
            <a:ext cx="342900" cy="361950"/>
          </a:xfrm>
          <a:prstGeom xmlns:a="http://schemas.openxmlformats.org/drawingml/2006/main" prst="rect">
            <a:avLst/>
          </a:prstGeom>
        </p:spPr>
      </p:pic>
      <p:sp>
        <p:nvSpPr>
          <p:cNvPr id="32" name="top action step 2">
            <a:extLst xmlns:a="http://schemas.openxmlformats.org/drawingml/2006/main">
              <a:ext uri="{FF2B5EF4-FFF2-40B4-BE49-F238E27FC236}">
                <a16:creationId xmlns:a16="http://schemas.microsoft.com/office/drawing/2014/main" id="{C8FB23B3-1E3D-456C-8129-0248828DEEC8}"/>
              </a:ext>
            </a:extLst>
          </p:cNvPr>
          <p:cNvSpPr>
            <a:spLocks xmlns:a="http://schemas.openxmlformats.org/drawingml/2006/main" noGrp="1"/>
          </p:cNvSpPr>
          <p:nvPr/>
        </p:nvSpPr>
        <p:spPr>
          <a:xfrm xmlns:a="http://schemas.openxmlformats.org/drawingml/2006/main">
            <a:off x="3476625" y="2635568"/>
            <a:ext cx="914400" cy="430530"/>
          </a:xfrm>
          <a:custGeom xmlns:a="http://schemas.openxmlformats.org/drawingml/2006/main">
            <a:pathLst>
              <a:path w="914400" h="430530">
                <a:moveTo>
                  <a:pt x="0" y="0"/>
                </a:moveTo>
                <a:lnTo>
                  <a:pt x="914400" y="0"/>
                </a:lnTo>
                <a:lnTo>
                  <a:pt x="914400" y="430530"/>
                </a:lnTo>
                <a:lnTo>
                  <a:pt x="0" y="430530"/>
                </a:lnTo>
                <a:close/>
              </a:path>
            </a:pathLst>
          </a:custGeom>
          <a:solidFill xmlns:a="http://schemas.openxmlformats.org/drawingml/2006/main">
            <a:srgbClr val="F8C691"/>
          </a:solidFill>
          <a:ln xmlns:a="http://schemas.openxmlformats.org/drawingml/2006/main" w="28575">
            <a:solidFill>
              <a:srgbClr val="000000"/>
            </a:solidFill>
            <a:prstDash val="solid"/>
          </a:ln>
        </p:spPr>
      </p:sp>
      <p:pic>
        <p:nvPicPr>
          <p:cNvPr id="33" name="">
            <a:extLst xmlns:a="http://schemas.openxmlformats.org/drawingml/2006/main">
              <a:ext uri="{FF2B5EF4-FFF2-40B4-BE49-F238E27FC236}">
                <a16:creationId xmlns:a16="http://schemas.microsoft.com/office/drawing/2014/main" id="{3401FEFA-CB08-4A78-B33B-52CF36BF5D52}"/>
              </a:ext>
            </a:extLst>
          </p:cNvPr>
          <p:cNvPicPr>
            <a:picLocks xmlns:a="http://schemas.openxmlformats.org/drawingml/2006/main" noChangeAspect="1"/>
          </p:cNvPicPr>
          <p:nvPr/>
        </p:nvPicPr>
        <p:blipFill>
          <a:blip xmlns:r="http://schemas.openxmlformats.org/officeDocument/2006/relationships" xmlns:a="http://schemas.openxmlformats.org/drawingml/2006/main" r:embed="R00544fd0230d41ac"/>
          <a:stretch xmlns:a="http://schemas.openxmlformats.org/drawingml/2006/main"/>
        </p:blipFill>
        <p:spPr>
          <a:xfrm xmlns:a="http://schemas.openxmlformats.org/drawingml/2006/main">
            <a:off x="3752850" y="2665095"/>
            <a:ext cx="342900" cy="361950"/>
          </a:xfrm>
          <a:prstGeom xmlns:a="http://schemas.openxmlformats.org/drawingml/2006/main" prst="rect">
            <a:avLst/>
          </a:prstGeom>
        </p:spPr>
      </p:pic>
      <p:sp>
        <p:nvSpPr>
          <p:cNvPr id="34" name="top action step 3">
            <a:extLst xmlns:a="http://schemas.openxmlformats.org/drawingml/2006/main">
              <a:ext uri="{FF2B5EF4-FFF2-40B4-BE49-F238E27FC236}">
                <a16:creationId xmlns:a16="http://schemas.microsoft.com/office/drawing/2014/main" id="{0D906BFE-5409-41AC-8594-F57CBA35E06A}"/>
              </a:ext>
            </a:extLst>
          </p:cNvPr>
          <p:cNvSpPr>
            <a:spLocks xmlns:a="http://schemas.openxmlformats.org/drawingml/2006/main" noGrp="1"/>
          </p:cNvSpPr>
          <p:nvPr/>
        </p:nvSpPr>
        <p:spPr>
          <a:xfrm xmlns:a="http://schemas.openxmlformats.org/drawingml/2006/main">
            <a:off x="3476625" y="3066098"/>
            <a:ext cx="914400" cy="430530"/>
          </a:xfrm>
          <a:custGeom xmlns:a="http://schemas.openxmlformats.org/drawingml/2006/main">
            <a:pathLst>
              <a:path w="914400" h="430530">
                <a:moveTo>
                  <a:pt x="0" y="0"/>
                </a:moveTo>
                <a:lnTo>
                  <a:pt x="914400" y="0"/>
                </a:lnTo>
                <a:lnTo>
                  <a:pt x="914400" y="430530"/>
                </a:lnTo>
                <a:lnTo>
                  <a:pt x="0" y="430530"/>
                </a:lnTo>
                <a:close/>
              </a:path>
            </a:pathLst>
          </a:custGeom>
          <a:solidFill xmlns:a="http://schemas.openxmlformats.org/drawingml/2006/main">
            <a:srgbClr val="F8C691"/>
          </a:solidFill>
          <a:ln xmlns:a="http://schemas.openxmlformats.org/drawingml/2006/main" w="28575">
            <a:solidFill>
              <a:srgbClr val="000000"/>
            </a:solidFill>
            <a:prstDash val="solid"/>
          </a:ln>
        </p:spPr>
      </p:sp>
      <p:pic>
        <p:nvPicPr>
          <p:cNvPr id="35" name="">
            <a:extLst xmlns:a="http://schemas.openxmlformats.org/drawingml/2006/main">
              <a:ext uri="{FF2B5EF4-FFF2-40B4-BE49-F238E27FC236}">
                <a16:creationId xmlns:a16="http://schemas.microsoft.com/office/drawing/2014/main" id="{F60065C2-0BF5-4F01-AFF7-F4B61EB7A45F}"/>
              </a:ext>
            </a:extLst>
          </p:cNvPr>
          <p:cNvPicPr>
            <a:picLocks xmlns:a="http://schemas.openxmlformats.org/drawingml/2006/main" noChangeAspect="1"/>
          </p:cNvPicPr>
          <p:nvPr/>
        </p:nvPicPr>
        <p:blipFill>
          <a:blip xmlns:r="http://schemas.openxmlformats.org/officeDocument/2006/relationships" xmlns:a="http://schemas.openxmlformats.org/drawingml/2006/main" r:embed="R9b775920de514411"/>
          <a:stretch xmlns:a="http://schemas.openxmlformats.org/drawingml/2006/main"/>
        </p:blipFill>
        <p:spPr>
          <a:xfrm xmlns:a="http://schemas.openxmlformats.org/drawingml/2006/main">
            <a:off x="3752850" y="3095625"/>
            <a:ext cx="342900" cy="361950"/>
          </a:xfrm>
          <a:prstGeom xmlns:a="http://schemas.openxmlformats.org/drawingml/2006/main" prst="rect">
            <a:avLst/>
          </a:prstGeom>
        </p:spPr>
      </p:pic>
      <p:sp>
        <p:nvSpPr>
          <p:cNvPr id="36" name="top action step 4">
            <a:extLst xmlns:a="http://schemas.openxmlformats.org/drawingml/2006/main">
              <a:ext uri="{FF2B5EF4-FFF2-40B4-BE49-F238E27FC236}">
                <a16:creationId xmlns:a16="http://schemas.microsoft.com/office/drawing/2014/main" id="{59C0C553-A10A-4982-A7A2-B70E29480E01}"/>
              </a:ext>
            </a:extLst>
          </p:cNvPr>
          <p:cNvSpPr>
            <a:spLocks xmlns:a="http://schemas.openxmlformats.org/drawingml/2006/main" noGrp="1"/>
          </p:cNvSpPr>
          <p:nvPr/>
        </p:nvSpPr>
        <p:spPr>
          <a:xfrm xmlns:a="http://schemas.openxmlformats.org/drawingml/2006/main">
            <a:off x="3476625" y="3496628"/>
            <a:ext cx="914400" cy="430530"/>
          </a:xfrm>
          <a:custGeom xmlns:a="http://schemas.openxmlformats.org/drawingml/2006/main">
            <a:pathLst>
              <a:path w="914400" h="430530">
                <a:moveTo>
                  <a:pt x="0" y="0"/>
                </a:moveTo>
                <a:lnTo>
                  <a:pt x="914400" y="0"/>
                </a:lnTo>
                <a:lnTo>
                  <a:pt x="914400" y="430530"/>
                </a:lnTo>
                <a:lnTo>
                  <a:pt x="0" y="430530"/>
                </a:lnTo>
                <a:close/>
              </a:path>
            </a:pathLst>
          </a:custGeom>
          <a:solidFill xmlns:a="http://schemas.openxmlformats.org/drawingml/2006/main">
            <a:srgbClr val="CFB9EC"/>
          </a:solidFill>
          <a:ln xmlns:a="http://schemas.openxmlformats.org/drawingml/2006/main" w="28575">
            <a:solidFill>
              <a:srgbClr val="000000"/>
            </a:solidFill>
            <a:prstDash val="solid"/>
          </a:ln>
        </p:spPr>
      </p:sp>
      <p:pic>
        <p:nvPicPr>
          <p:cNvPr id="37" name="">
            <a:extLst xmlns:a="http://schemas.openxmlformats.org/drawingml/2006/main">
              <a:ext uri="{FF2B5EF4-FFF2-40B4-BE49-F238E27FC236}">
                <a16:creationId xmlns:a16="http://schemas.microsoft.com/office/drawing/2014/main" id="{9896302B-404A-464A-B30F-78D69A72F788}"/>
              </a:ext>
            </a:extLst>
          </p:cNvPr>
          <p:cNvPicPr>
            <a:picLocks xmlns:a="http://schemas.openxmlformats.org/drawingml/2006/main" noChangeAspect="1"/>
          </p:cNvPicPr>
          <p:nvPr/>
        </p:nvPicPr>
        <p:blipFill>
          <a:blip xmlns:r="http://schemas.openxmlformats.org/officeDocument/2006/relationships" xmlns:a="http://schemas.openxmlformats.org/drawingml/2006/main" r:embed="Rdca7e06ac1154d72"/>
          <a:stretch xmlns:a="http://schemas.openxmlformats.org/drawingml/2006/main"/>
        </p:blipFill>
        <p:spPr>
          <a:xfrm xmlns:a="http://schemas.openxmlformats.org/drawingml/2006/main">
            <a:off x="3754919" y="3525203"/>
            <a:ext cx="338762" cy="363855"/>
          </a:xfrm>
          <a:prstGeom xmlns:a="http://schemas.openxmlformats.org/drawingml/2006/main" prst="rect">
            <a:avLst/>
          </a:prstGeom>
        </p:spPr>
      </p:pic>
      <p:sp>
        <p:nvSpPr>
          <p:cNvPr id="38" name="top action step 5">
            <a:extLst xmlns:a="http://schemas.openxmlformats.org/drawingml/2006/main">
              <a:ext uri="{FF2B5EF4-FFF2-40B4-BE49-F238E27FC236}">
                <a16:creationId xmlns:a16="http://schemas.microsoft.com/office/drawing/2014/main" id="{88B42EAE-9D68-4B13-83D7-5F30100ADE55}"/>
              </a:ext>
            </a:extLst>
          </p:cNvPr>
          <p:cNvSpPr>
            <a:spLocks xmlns:a="http://schemas.openxmlformats.org/drawingml/2006/main" noGrp="1"/>
          </p:cNvSpPr>
          <p:nvPr/>
        </p:nvSpPr>
        <p:spPr>
          <a:xfrm xmlns:a="http://schemas.openxmlformats.org/drawingml/2006/main">
            <a:off x="3476625" y="3927158"/>
            <a:ext cx="914400" cy="430530"/>
          </a:xfrm>
          <a:custGeom xmlns:a="http://schemas.openxmlformats.org/drawingml/2006/main">
            <a:pathLst>
              <a:path w="914400" h="430530">
                <a:moveTo>
                  <a:pt x="0" y="0"/>
                </a:moveTo>
                <a:lnTo>
                  <a:pt x="914400" y="0"/>
                </a:lnTo>
                <a:lnTo>
                  <a:pt x="914400" y="430530"/>
                </a:lnTo>
                <a:lnTo>
                  <a:pt x="0" y="430530"/>
                </a:lnTo>
                <a:close/>
              </a:path>
            </a:pathLst>
          </a:custGeom>
          <a:solidFill xmlns:a="http://schemas.openxmlformats.org/drawingml/2006/main">
            <a:srgbClr val="9FC4F2"/>
          </a:solidFill>
          <a:ln xmlns:a="http://schemas.openxmlformats.org/drawingml/2006/main" w="28575">
            <a:solidFill>
              <a:srgbClr val="000000"/>
            </a:solidFill>
            <a:prstDash val="solid"/>
          </a:ln>
        </p:spPr>
      </p:sp>
      <p:pic>
        <p:nvPicPr>
          <p:cNvPr id="39" name="">
            <a:extLst xmlns:a="http://schemas.openxmlformats.org/drawingml/2006/main">
              <a:ext uri="{FF2B5EF4-FFF2-40B4-BE49-F238E27FC236}">
                <a16:creationId xmlns:a16="http://schemas.microsoft.com/office/drawing/2014/main" id="{CD5836D1-2C15-4111-913B-447B65F88D65}"/>
              </a:ext>
            </a:extLst>
          </p:cNvPr>
          <p:cNvPicPr>
            <a:picLocks xmlns:a="http://schemas.openxmlformats.org/drawingml/2006/main" noChangeAspect="1"/>
          </p:cNvPicPr>
          <p:nvPr/>
        </p:nvPicPr>
        <p:blipFill>
          <a:blip xmlns:r="http://schemas.openxmlformats.org/officeDocument/2006/relationships" xmlns:a="http://schemas.openxmlformats.org/drawingml/2006/main" r:embed="R2392d114141c4350"/>
          <a:stretch xmlns:a="http://schemas.openxmlformats.org/drawingml/2006/main"/>
        </p:blipFill>
        <p:spPr>
          <a:xfrm xmlns:a="http://schemas.openxmlformats.org/drawingml/2006/main">
            <a:off x="3752850" y="3956685"/>
            <a:ext cx="342900" cy="361950"/>
          </a:xfrm>
          <a:prstGeom xmlns:a="http://schemas.openxmlformats.org/drawingml/2006/main" prst="rect">
            <a:avLst/>
          </a:prstGeom>
        </p:spPr>
      </p:pic>
      <p:sp>
        <p:nvSpPr>
          <p:cNvPr id="40" name="bottom action header">
            <a:extLst xmlns:a="http://schemas.openxmlformats.org/drawingml/2006/main">
              <a:ext uri="{FF2B5EF4-FFF2-40B4-BE49-F238E27FC236}">
                <a16:creationId xmlns:a16="http://schemas.microsoft.com/office/drawing/2014/main" id="{FFA681D3-4794-49D3-AC57-6C85C67CCF38}"/>
              </a:ext>
            </a:extLst>
          </p:cNvPr>
          <p:cNvSpPr>
            <a:spLocks xmlns:a="http://schemas.openxmlformats.org/drawingml/2006/main" noGrp="1"/>
          </p:cNvSpPr>
          <p:nvPr/>
        </p:nvSpPr>
        <p:spPr>
          <a:xfrm xmlns:a="http://schemas.openxmlformats.org/drawingml/2006/main">
            <a:off x="3476625" y="6157913"/>
            <a:ext cx="914400" cy="438150"/>
          </a:xfrm>
          <a:custGeom xmlns:a="http://schemas.openxmlformats.org/drawingml/2006/main">
            <a:pathLst>
              <a:path w="914400" h="438150">
                <a:moveTo>
                  <a:pt x="0" y="0"/>
                </a:moveTo>
                <a:lnTo>
                  <a:pt x="914400" y="0"/>
                </a:lnTo>
                <a:lnTo>
                  <a:pt x="914400" y="438150"/>
                </a:lnTo>
                <a:lnTo>
                  <a:pt x="0" y="438150"/>
                </a:lnTo>
                <a:close/>
              </a:path>
            </a:pathLst>
          </a:custGeom>
          <a:solidFill xmlns:a="http://schemas.openxmlformats.org/drawingml/2006/main">
            <a:srgbClr val="FFFFFF"/>
          </a:solidFill>
          <a:ln xmlns:a="http://schemas.openxmlformats.org/drawingml/2006/main" w="28575">
            <a:solidFill>
              <a:srgbClr val="000000"/>
            </a:solidFill>
            <a:prstDash val="solid"/>
          </a:ln>
        </p:spPr>
      </p:sp>
      <p:sp>
        <p:nvSpPr>
          <p:cNvPr id="41" name="bottom action step 1">
            <a:extLst xmlns:a="http://schemas.openxmlformats.org/drawingml/2006/main">
              <a:ext uri="{FF2B5EF4-FFF2-40B4-BE49-F238E27FC236}">
                <a16:creationId xmlns:a16="http://schemas.microsoft.com/office/drawing/2014/main" id="{7BD8FC7C-2C56-43F9-B73A-18498A2FFF56}"/>
              </a:ext>
            </a:extLst>
          </p:cNvPr>
          <p:cNvSpPr>
            <a:spLocks xmlns:a="http://schemas.openxmlformats.org/drawingml/2006/main" noGrp="1"/>
          </p:cNvSpPr>
          <p:nvPr/>
        </p:nvSpPr>
        <p:spPr>
          <a:xfrm xmlns:a="http://schemas.openxmlformats.org/drawingml/2006/main">
            <a:off x="3476625" y="6596063"/>
            <a:ext cx="914400" cy="433388"/>
          </a:xfrm>
          <a:custGeom xmlns:a="http://schemas.openxmlformats.org/drawingml/2006/main">
            <a:pathLst>
              <a:path w="914400" h="433388">
                <a:moveTo>
                  <a:pt x="0" y="0"/>
                </a:moveTo>
                <a:lnTo>
                  <a:pt x="914400" y="0"/>
                </a:lnTo>
                <a:lnTo>
                  <a:pt x="914400" y="433388"/>
                </a:lnTo>
                <a:lnTo>
                  <a:pt x="0" y="433388"/>
                </a:lnTo>
                <a:close/>
              </a:path>
            </a:pathLst>
          </a:custGeom>
          <a:solidFill xmlns:a="http://schemas.openxmlformats.org/drawingml/2006/main">
            <a:srgbClr val="FFA99C"/>
          </a:solidFill>
          <a:ln xmlns:a="http://schemas.openxmlformats.org/drawingml/2006/main" w="28575">
            <a:solidFill>
              <a:srgbClr val="000000"/>
            </a:solidFill>
            <a:prstDash val="solid"/>
          </a:ln>
        </p:spPr>
      </p:sp>
      <p:pic>
        <p:nvPicPr>
          <p:cNvPr id="42" name="">
            <a:extLst xmlns:a="http://schemas.openxmlformats.org/drawingml/2006/main">
              <a:ext uri="{FF2B5EF4-FFF2-40B4-BE49-F238E27FC236}">
                <a16:creationId xmlns:a16="http://schemas.microsoft.com/office/drawing/2014/main" id="{34C5A425-B946-4526-8558-147F0B1AEA21}"/>
              </a:ext>
            </a:extLst>
          </p:cNvPr>
          <p:cNvPicPr>
            <a:picLocks xmlns:a="http://schemas.openxmlformats.org/drawingml/2006/main" noChangeAspect="1"/>
          </p:cNvPicPr>
          <p:nvPr/>
        </p:nvPicPr>
        <p:blipFill>
          <a:blip xmlns:r="http://schemas.openxmlformats.org/officeDocument/2006/relationships" xmlns:a="http://schemas.openxmlformats.org/drawingml/2006/main" r:embed="R36a3ab146ea44ae9"/>
          <a:stretch xmlns:a="http://schemas.openxmlformats.org/drawingml/2006/main"/>
        </p:blipFill>
        <p:spPr>
          <a:xfrm xmlns:a="http://schemas.openxmlformats.org/drawingml/2006/main">
            <a:off x="3753589" y="6624638"/>
            <a:ext cx="341422" cy="366713"/>
          </a:xfrm>
          <a:prstGeom xmlns:a="http://schemas.openxmlformats.org/drawingml/2006/main" prst="rect">
            <a:avLst/>
          </a:prstGeom>
        </p:spPr>
      </p:pic>
      <p:sp>
        <p:nvSpPr>
          <p:cNvPr id="43" name="bottom action step 2">
            <a:extLst xmlns:a="http://schemas.openxmlformats.org/drawingml/2006/main">
              <a:ext uri="{FF2B5EF4-FFF2-40B4-BE49-F238E27FC236}">
                <a16:creationId xmlns:a16="http://schemas.microsoft.com/office/drawing/2014/main" id="{FC43F692-59F9-4920-BE3A-2D714278D133}"/>
              </a:ext>
            </a:extLst>
          </p:cNvPr>
          <p:cNvSpPr>
            <a:spLocks xmlns:a="http://schemas.openxmlformats.org/drawingml/2006/main" noGrp="1"/>
          </p:cNvSpPr>
          <p:nvPr/>
        </p:nvSpPr>
        <p:spPr>
          <a:xfrm xmlns:a="http://schemas.openxmlformats.org/drawingml/2006/main">
            <a:off x="3476625" y="7029450"/>
            <a:ext cx="914400" cy="433388"/>
          </a:xfrm>
          <a:custGeom xmlns:a="http://schemas.openxmlformats.org/drawingml/2006/main">
            <a:pathLst>
              <a:path w="914400" h="433388">
                <a:moveTo>
                  <a:pt x="0" y="0"/>
                </a:moveTo>
                <a:lnTo>
                  <a:pt x="914400" y="0"/>
                </a:lnTo>
                <a:lnTo>
                  <a:pt x="914400" y="433388"/>
                </a:lnTo>
                <a:lnTo>
                  <a:pt x="0" y="433388"/>
                </a:lnTo>
                <a:close/>
              </a:path>
            </a:pathLst>
          </a:custGeom>
          <a:solidFill xmlns:a="http://schemas.openxmlformats.org/drawingml/2006/main">
            <a:srgbClr val="E9AFE1"/>
          </a:solidFill>
          <a:ln xmlns:a="http://schemas.openxmlformats.org/drawingml/2006/main" w="28575">
            <a:solidFill>
              <a:srgbClr val="000000"/>
            </a:solidFill>
            <a:prstDash val="solid"/>
          </a:ln>
        </p:spPr>
      </p:sp>
      <p:pic>
        <p:nvPicPr>
          <p:cNvPr id="44" name="">
            <a:extLst xmlns:a="http://schemas.openxmlformats.org/drawingml/2006/main">
              <a:ext uri="{FF2B5EF4-FFF2-40B4-BE49-F238E27FC236}">
                <a16:creationId xmlns:a16="http://schemas.microsoft.com/office/drawing/2014/main" id="{6D23F844-2AD6-41DC-8DED-3D860D1BDA37}"/>
              </a:ext>
            </a:extLst>
          </p:cNvPr>
          <p:cNvPicPr>
            <a:picLocks xmlns:a="http://schemas.openxmlformats.org/drawingml/2006/main" noChangeAspect="1"/>
          </p:cNvPicPr>
          <p:nvPr/>
        </p:nvPicPr>
        <p:blipFill>
          <a:blip xmlns:r="http://schemas.openxmlformats.org/officeDocument/2006/relationships" xmlns:a="http://schemas.openxmlformats.org/drawingml/2006/main" r:embed="R1d884b361b094b85"/>
          <a:stretch xmlns:a="http://schemas.openxmlformats.org/drawingml/2006/main"/>
        </p:blipFill>
        <p:spPr>
          <a:xfrm xmlns:a="http://schemas.openxmlformats.org/drawingml/2006/main">
            <a:off x="3753589" y="7058025"/>
            <a:ext cx="341422" cy="366713"/>
          </a:xfrm>
          <a:prstGeom xmlns:a="http://schemas.openxmlformats.org/drawingml/2006/main" prst="rect">
            <a:avLst/>
          </a:prstGeom>
        </p:spPr>
      </p:pic>
      <p:sp>
        <p:nvSpPr>
          <p:cNvPr id="45" name="bottom action step 3">
            <a:extLst xmlns:a="http://schemas.openxmlformats.org/drawingml/2006/main">
              <a:ext uri="{FF2B5EF4-FFF2-40B4-BE49-F238E27FC236}">
                <a16:creationId xmlns:a16="http://schemas.microsoft.com/office/drawing/2014/main" id="{0F555342-5186-4901-8A41-FCA04F9B332E}"/>
              </a:ext>
            </a:extLst>
          </p:cNvPr>
          <p:cNvSpPr>
            <a:spLocks xmlns:a="http://schemas.openxmlformats.org/drawingml/2006/main" noGrp="1"/>
          </p:cNvSpPr>
          <p:nvPr/>
        </p:nvSpPr>
        <p:spPr>
          <a:xfrm xmlns:a="http://schemas.openxmlformats.org/drawingml/2006/main">
            <a:off x="3476625" y="7462838"/>
            <a:ext cx="914400" cy="433388"/>
          </a:xfrm>
          <a:custGeom xmlns:a="http://schemas.openxmlformats.org/drawingml/2006/main">
            <a:pathLst>
              <a:path w="914400" h="433388">
                <a:moveTo>
                  <a:pt x="0" y="0"/>
                </a:moveTo>
                <a:lnTo>
                  <a:pt x="914400" y="0"/>
                </a:lnTo>
                <a:lnTo>
                  <a:pt x="914400" y="433388"/>
                </a:lnTo>
                <a:lnTo>
                  <a:pt x="0" y="433388"/>
                </a:lnTo>
                <a:close/>
              </a:path>
            </a:pathLst>
          </a:custGeom>
          <a:solidFill xmlns:a="http://schemas.openxmlformats.org/drawingml/2006/main">
            <a:srgbClr val="CFB9EC"/>
          </a:solidFill>
          <a:ln xmlns:a="http://schemas.openxmlformats.org/drawingml/2006/main" w="28575">
            <a:solidFill>
              <a:srgbClr val="000000"/>
            </a:solidFill>
            <a:prstDash val="solid"/>
          </a:ln>
        </p:spPr>
      </p:sp>
      <p:pic>
        <p:nvPicPr>
          <p:cNvPr id="46" name="">
            <a:extLst xmlns:a="http://schemas.openxmlformats.org/drawingml/2006/main">
              <a:ext uri="{FF2B5EF4-FFF2-40B4-BE49-F238E27FC236}">
                <a16:creationId xmlns:a16="http://schemas.microsoft.com/office/drawing/2014/main" id="{6C2DDDDE-2C24-43D4-9447-6315F68B825D}"/>
              </a:ext>
            </a:extLst>
          </p:cNvPr>
          <p:cNvPicPr>
            <a:picLocks xmlns:a="http://schemas.openxmlformats.org/drawingml/2006/main" noChangeAspect="1"/>
          </p:cNvPicPr>
          <p:nvPr/>
        </p:nvPicPr>
        <p:blipFill>
          <a:blip xmlns:r="http://schemas.openxmlformats.org/officeDocument/2006/relationships" xmlns:a="http://schemas.openxmlformats.org/drawingml/2006/main" r:embed="Rbf91cb94ef634e64"/>
          <a:stretch xmlns:a="http://schemas.openxmlformats.org/drawingml/2006/main"/>
        </p:blipFill>
        <p:spPr>
          <a:xfrm xmlns:a="http://schemas.openxmlformats.org/drawingml/2006/main">
            <a:off x="3753589" y="7491413"/>
            <a:ext cx="341422" cy="366713"/>
          </a:xfrm>
          <a:prstGeom xmlns:a="http://schemas.openxmlformats.org/drawingml/2006/main" prst="rect">
            <a:avLst/>
          </a:prstGeom>
        </p:spPr>
      </p:pic>
      <p:sp>
        <p:nvSpPr>
          <p:cNvPr id="47" name="bottom action step 4">
            <a:extLst xmlns:a="http://schemas.openxmlformats.org/drawingml/2006/main">
              <a:ext uri="{FF2B5EF4-FFF2-40B4-BE49-F238E27FC236}">
                <a16:creationId xmlns:a16="http://schemas.microsoft.com/office/drawing/2014/main" id="{3C44C5F1-3AE8-4095-B1B1-8CC09A0FDA39}"/>
              </a:ext>
            </a:extLst>
          </p:cNvPr>
          <p:cNvSpPr>
            <a:spLocks xmlns:a="http://schemas.openxmlformats.org/drawingml/2006/main" noGrp="1"/>
          </p:cNvSpPr>
          <p:nvPr/>
        </p:nvSpPr>
        <p:spPr>
          <a:xfrm xmlns:a="http://schemas.openxmlformats.org/drawingml/2006/main">
            <a:off x="3476625" y="7896225"/>
            <a:ext cx="914400" cy="433388"/>
          </a:xfrm>
          <a:custGeom xmlns:a="http://schemas.openxmlformats.org/drawingml/2006/main">
            <a:pathLst>
              <a:path w="914400" h="433388">
                <a:moveTo>
                  <a:pt x="0" y="0"/>
                </a:moveTo>
                <a:lnTo>
                  <a:pt x="914400" y="0"/>
                </a:lnTo>
                <a:lnTo>
                  <a:pt x="914400" y="433388"/>
                </a:lnTo>
                <a:lnTo>
                  <a:pt x="0" y="433388"/>
                </a:lnTo>
                <a:close/>
              </a:path>
            </a:pathLst>
          </a:custGeom>
          <a:solidFill xmlns:a="http://schemas.openxmlformats.org/drawingml/2006/main">
            <a:srgbClr val="9FC4F2"/>
          </a:solidFill>
          <a:ln xmlns:a="http://schemas.openxmlformats.org/drawingml/2006/main" w="28575">
            <a:solidFill>
              <a:srgbClr val="000000"/>
            </a:solidFill>
            <a:prstDash val="solid"/>
          </a:ln>
        </p:spPr>
      </p:sp>
      <p:pic>
        <p:nvPicPr>
          <p:cNvPr id="48" name="">
            <a:extLst xmlns:a="http://schemas.openxmlformats.org/drawingml/2006/main">
              <a:ext uri="{FF2B5EF4-FFF2-40B4-BE49-F238E27FC236}">
                <a16:creationId xmlns:a16="http://schemas.microsoft.com/office/drawing/2014/main" id="{D01ECAF7-B963-4C38-9486-90C6A6DBB933}"/>
              </a:ext>
            </a:extLst>
          </p:cNvPr>
          <p:cNvPicPr>
            <a:picLocks xmlns:a="http://schemas.openxmlformats.org/drawingml/2006/main" noChangeAspect="1"/>
          </p:cNvPicPr>
          <p:nvPr/>
        </p:nvPicPr>
        <p:blipFill>
          <a:blip xmlns:r="http://schemas.openxmlformats.org/officeDocument/2006/relationships" xmlns:a="http://schemas.openxmlformats.org/drawingml/2006/main" r:embed="Rdb69d94d56a544ed"/>
          <a:stretch xmlns:a="http://schemas.openxmlformats.org/drawingml/2006/main"/>
        </p:blipFill>
        <p:spPr>
          <a:xfrm xmlns:a="http://schemas.openxmlformats.org/drawingml/2006/main">
            <a:off x="3753589" y="7924800"/>
            <a:ext cx="341422" cy="366713"/>
          </a:xfrm>
          <a:prstGeom xmlns:a="http://schemas.openxmlformats.org/drawingml/2006/main" prst="rect">
            <a:avLst/>
          </a:prstGeom>
        </p:spPr>
      </p:pic>
      <p:sp>
        <p:nvSpPr>
          <p:cNvPr id="49" name="Tool box band">
            <a:extLst xmlns:a="http://schemas.openxmlformats.org/drawingml/2006/main">
              <a:ext uri="{FF2B5EF4-FFF2-40B4-BE49-F238E27FC236}">
                <a16:creationId xmlns:a16="http://schemas.microsoft.com/office/drawing/2014/main" id="{23E9B926-9EA4-4660-9D58-16C5AA87EE4D}"/>
              </a:ext>
            </a:extLst>
          </p:cNvPr>
          <p:cNvSpPr>
            <a:spLocks xmlns:a="http://schemas.openxmlformats.org/drawingml/2006/main" noGrp="1"/>
          </p:cNvSpPr>
          <p:nvPr/>
        </p:nvSpPr>
        <p:spPr>
          <a:xfrm xmlns:a="http://schemas.openxmlformats.org/drawingml/2006/main">
            <a:off x="4905375" y="4481513"/>
            <a:ext cx="14449425" cy="1247775"/>
          </a:xfrm>
          <a:custGeom xmlns:a="http://schemas.openxmlformats.org/drawingml/2006/main">
            <a:pathLst>
              <a:path w="14449425" h="1247775">
                <a:moveTo>
                  <a:pt x="95250" y="0"/>
                </a:moveTo>
                <a:lnTo>
                  <a:pt x="14354175" y="0"/>
                </a:lnTo>
                <a:cubicBezTo>
                  <a:pt x="14406780" y="0"/>
                  <a:pt x="14449425" y="42645"/>
                  <a:pt x="14449425" y="95250"/>
                </a:cubicBezTo>
                <a:lnTo>
                  <a:pt x="14449425" y="1152525"/>
                </a:lnTo>
                <a:cubicBezTo>
                  <a:pt x="14449425" y="1205130"/>
                  <a:pt x="14406780" y="1247775"/>
                  <a:pt x="14354175" y="1247775"/>
                </a:cubicBezTo>
                <a:lnTo>
                  <a:pt x="95250" y="1247775"/>
                </a:lnTo>
                <a:cubicBezTo>
                  <a:pt x="42645" y="1247775"/>
                  <a:pt x="0" y="1205130"/>
                  <a:pt x="0" y="1152525"/>
                </a:cubicBezTo>
                <a:lnTo>
                  <a:pt x="0" y="95250"/>
                </a:lnTo>
                <a:cubicBezTo>
                  <a:pt x="0" y="42645"/>
                  <a:pt x="42645" y="0"/>
                  <a:pt x="95250" y="0"/>
                </a:cubicBezTo>
                <a:close/>
              </a:path>
            </a:pathLst>
          </a:custGeom>
          <a:solidFill xmlns:a="http://schemas.openxmlformats.org/drawingml/2006/main">
            <a:srgbClr val="F8FEFD"/>
          </a:solidFill>
          <a:ln xmlns:a="http://schemas.openxmlformats.org/drawingml/2006/main" w="23813">
            <a:solidFill>
              <a:srgbClr val="A2E3DD"/>
            </a:solidFill>
            <a:prstDash val="solid"/>
          </a:ln>
        </p:spPr>
      </p:sp>
      <p:sp>
        <p:nvSpPr>
          <p:cNvPr id="50" name="Tool box vertical strip">
            <a:extLst xmlns:a="http://schemas.openxmlformats.org/drawingml/2006/main">
              <a:ext uri="{FF2B5EF4-FFF2-40B4-BE49-F238E27FC236}">
                <a16:creationId xmlns:a16="http://schemas.microsoft.com/office/drawing/2014/main" id="{A8FE9624-3E31-48F3-9118-C5D85F482A69}"/>
              </a:ext>
            </a:extLst>
          </p:cNvPr>
          <p:cNvSpPr>
            <a:spLocks xmlns:a="http://schemas.openxmlformats.org/drawingml/2006/main" noGrp="1"/>
          </p:cNvSpPr>
          <p:nvPr/>
        </p:nvSpPr>
        <p:spPr>
          <a:xfrm xmlns:a="http://schemas.openxmlformats.org/drawingml/2006/main">
            <a:off x="4905375" y="4481513"/>
            <a:ext cx="552450" cy="1247775"/>
          </a:xfrm>
          <a:custGeom xmlns:a="http://schemas.openxmlformats.org/drawingml/2006/main">
            <a:pathLst>
              <a:path w="552450" h="1247775">
                <a:moveTo>
                  <a:pt x="95250" y="0"/>
                </a:moveTo>
                <a:lnTo>
                  <a:pt x="457200" y="0"/>
                </a:lnTo>
                <a:cubicBezTo>
                  <a:pt x="509805" y="0"/>
                  <a:pt x="552450" y="42645"/>
                  <a:pt x="552450" y="95250"/>
                </a:cubicBezTo>
                <a:lnTo>
                  <a:pt x="552450" y="1152525"/>
                </a:lnTo>
                <a:cubicBezTo>
                  <a:pt x="552450" y="1205130"/>
                  <a:pt x="509805" y="1247775"/>
                  <a:pt x="457200" y="1247775"/>
                </a:cubicBezTo>
                <a:lnTo>
                  <a:pt x="95250" y="1247775"/>
                </a:lnTo>
                <a:cubicBezTo>
                  <a:pt x="42645" y="1247775"/>
                  <a:pt x="0" y="1205130"/>
                  <a:pt x="0" y="1152525"/>
                </a:cubicBezTo>
                <a:lnTo>
                  <a:pt x="0" y="95250"/>
                </a:lnTo>
                <a:cubicBezTo>
                  <a:pt x="0" y="42645"/>
                  <a:pt x="42645" y="0"/>
                  <a:pt x="95250" y="0"/>
                </a:cubicBezTo>
                <a:close/>
              </a:path>
            </a:pathLst>
          </a:custGeom>
          <a:solidFill xmlns:a="http://schemas.openxmlformats.org/drawingml/2006/main">
            <a:srgbClr val="A2E3DD"/>
          </a:solidFill>
          <a:ln xmlns:a="http://schemas.openxmlformats.org/drawingml/2006/main" w="9525">
            <a:noFill/>
            <a:prstDash val="solid"/>
          </a:ln>
        </p:spPr>
      </p:sp>
      <p:sp>
        <p:nvSpPr>
          <p:cNvPr id="51" name="Tool Box label">
            <a:extLst xmlns:a="http://schemas.openxmlformats.org/drawingml/2006/main">
              <a:ext uri="{FF2B5EF4-FFF2-40B4-BE49-F238E27FC236}">
                <a16:creationId xmlns:a16="http://schemas.microsoft.com/office/drawing/2014/main" id="{73228A86-1AEF-47DE-AA12-B47076B619DF}"/>
              </a:ext>
            </a:extLst>
          </p:cNvPr>
          <p:cNvSpPr>
            <a:spLocks xmlns:a="http://schemas.openxmlformats.org/drawingml/2006/main" noGrp="1"/>
          </p:cNvSpPr>
          <p:nvPr/>
        </p:nvSpPr>
        <p:spPr>
          <a:xfrm xmlns:a="http://schemas.openxmlformats.org/drawingml/2006/main" rot="16200000">
            <a:off x="4600575" y="4948700"/>
            <a:ext cx="1152525" cy="3668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063" b="1" i="0">
                <a:solidFill>
                  <a:srgbClr val="101010"/>
                </a:solidFill>
                <a:latin typeface="Comic Sans MS"/>
                <a:ea typeface="Comic Sans MS"/>
                <a:cs typeface="Comic Sans MS"/>
              </a:defRPr>
            </a:defPPr>
          </a:lstStyle>
          <a:p xmlns:a="http://schemas.openxmlformats.org/drawingml/2006/main">
            <a:pPr algn="l">
              <a:lnSpc>
                <a:spcPct val="100000"/>
              </a:lnSpc>
              <a:buNone/>
              <a:defRPr sz="2063" b="1" i="0">
                <a:solidFill>
                  <a:srgbClr val="101010"/>
                </a:solidFill>
                <a:latin typeface="Comic Sans MS"/>
                <a:ea typeface="Comic Sans MS"/>
                <a:cs typeface="Comic Sans MS"/>
              </a:defRPr>
            </a:pPr>
            <a:r>
              <a:rPr sz="2063" b="1" i="0">
                <a:solidFill>
                  <a:srgbClr val="101010"/>
                </a:solidFill>
                <a:latin typeface="Comic Sans MS"/>
                <a:ea typeface="Comic Sans MS"/>
                <a:cs typeface="Comic Sans MS"/>
              </a:rPr>
              <a:t>Tool Box</a:t>
            </a:r>
          </a:p>
        </p:txBody>
      </p:sp>
      <p:sp>
        <p:nvSpPr>
          <p:cNvPr id="52" name="Toolbox Analysis group">
            <a:extLst xmlns:a="http://schemas.openxmlformats.org/drawingml/2006/main">
              <a:ext uri="{FF2B5EF4-FFF2-40B4-BE49-F238E27FC236}">
                <a16:creationId xmlns:a16="http://schemas.microsoft.com/office/drawing/2014/main" id="{EA873A75-09EA-4363-9E09-651757DB3BEC}"/>
              </a:ext>
            </a:extLst>
          </p:cNvPr>
          <p:cNvSpPr>
            <a:spLocks xmlns:a="http://schemas.openxmlformats.org/drawingml/2006/main" noGrp="1"/>
          </p:cNvSpPr>
          <p:nvPr/>
        </p:nvSpPr>
        <p:spPr>
          <a:xfrm xmlns:a="http://schemas.openxmlformats.org/drawingml/2006/main">
            <a:off x="5791200" y="4605338"/>
            <a:ext cx="1533525" cy="685800"/>
          </a:xfrm>
          <a:custGeom xmlns:a="http://schemas.openxmlformats.org/drawingml/2006/main">
            <a:pathLst>
              <a:path w="1533525" h="685800">
                <a:moveTo>
                  <a:pt x="76200" y="0"/>
                </a:moveTo>
                <a:lnTo>
                  <a:pt x="1457325" y="0"/>
                </a:lnTo>
                <a:cubicBezTo>
                  <a:pt x="1499409" y="0"/>
                  <a:pt x="1533525" y="34116"/>
                  <a:pt x="1533525" y="76200"/>
                </a:cubicBezTo>
                <a:lnTo>
                  <a:pt x="1533525" y="609600"/>
                </a:lnTo>
                <a:cubicBezTo>
                  <a:pt x="1533525" y="651684"/>
                  <a:pt x="1499409" y="685800"/>
                  <a:pt x="1457325" y="685800"/>
                </a:cubicBezTo>
                <a:lnTo>
                  <a:pt x="76200" y="685800"/>
                </a:lnTo>
                <a:cubicBezTo>
                  <a:pt x="34116" y="685800"/>
                  <a:pt x="0" y="651684"/>
                  <a:pt x="0" y="609600"/>
                </a:cubicBezTo>
                <a:lnTo>
                  <a:pt x="0" y="76200"/>
                </a:lnTo>
                <a:cubicBezTo>
                  <a:pt x="0" y="34116"/>
                  <a:pt x="34116" y="0"/>
                  <a:pt x="76200" y="0"/>
                </a:cubicBezTo>
                <a:close/>
              </a:path>
            </a:pathLst>
          </a:custGeom>
          <a:solidFill xmlns:a="http://schemas.openxmlformats.org/drawingml/2006/main">
            <a:srgbClr val="FFFFFF"/>
          </a:solidFill>
          <a:ln xmlns:a="http://schemas.openxmlformats.org/drawingml/2006/main" w="28575">
            <a:solidFill>
              <a:srgbClr val="FFAD9D"/>
            </a:solidFill>
            <a:prstDash val="solid"/>
          </a:ln>
        </p:spPr>
      </p:sp>
      <p:pic>
        <p:nvPicPr>
          <p:cNvPr id="53" name="">
            <a:extLst xmlns:a="http://schemas.openxmlformats.org/drawingml/2006/main">
              <a:ext uri="{FF2B5EF4-FFF2-40B4-BE49-F238E27FC236}">
                <a16:creationId xmlns:a16="http://schemas.microsoft.com/office/drawing/2014/main" id="{E393072C-7DFF-4F8A-AAD8-DCFC308BAF69}"/>
              </a:ext>
            </a:extLst>
          </p:cNvPr>
          <p:cNvPicPr>
            <a:picLocks xmlns:a="http://schemas.openxmlformats.org/drawingml/2006/main" noChangeAspect="1"/>
          </p:cNvPicPr>
          <p:nvPr/>
        </p:nvPicPr>
        <p:blipFill>
          <a:blip xmlns:r="http://schemas.openxmlformats.org/officeDocument/2006/relationships" xmlns:a="http://schemas.openxmlformats.org/drawingml/2006/main" r:embed="Rf040843c942a41a8"/>
          <a:stretch xmlns:a="http://schemas.openxmlformats.org/drawingml/2006/main"/>
        </p:blipFill>
        <p:spPr>
          <a:xfrm xmlns:a="http://schemas.openxmlformats.org/drawingml/2006/main">
            <a:off x="5857875" y="4654478"/>
            <a:ext cx="561975" cy="587519"/>
          </a:xfrm>
          <a:prstGeom xmlns:a="http://schemas.openxmlformats.org/drawingml/2006/main" prst="rect">
            <a:avLst/>
          </a:prstGeom>
        </p:spPr>
      </p:pic>
      <p:pic>
        <p:nvPicPr>
          <p:cNvPr id="54" name="">
            <a:extLst xmlns:a="http://schemas.openxmlformats.org/drawingml/2006/main">
              <a:ext uri="{FF2B5EF4-FFF2-40B4-BE49-F238E27FC236}">
                <a16:creationId xmlns:a16="http://schemas.microsoft.com/office/drawing/2014/main" id="{BA477CC1-7769-4C0C-9FE5-49535211660C}"/>
              </a:ext>
            </a:extLst>
          </p:cNvPr>
          <p:cNvPicPr>
            <a:picLocks xmlns:a="http://schemas.openxmlformats.org/drawingml/2006/main" noChangeAspect="1"/>
          </p:cNvPicPr>
          <p:nvPr/>
        </p:nvPicPr>
        <p:blipFill>
          <a:blip xmlns:r="http://schemas.openxmlformats.org/officeDocument/2006/relationships" xmlns:a="http://schemas.openxmlformats.org/drawingml/2006/main" r:embed="Rc269ffb24149466b"/>
          <a:stretch xmlns:a="http://schemas.openxmlformats.org/drawingml/2006/main"/>
        </p:blipFill>
        <p:spPr>
          <a:xfrm xmlns:a="http://schemas.openxmlformats.org/drawingml/2006/main">
            <a:off x="6611938" y="4700588"/>
            <a:ext cx="539750" cy="533400"/>
          </a:xfrm>
          <a:prstGeom xmlns:a="http://schemas.openxmlformats.org/drawingml/2006/main" prst="rect">
            <a:avLst/>
          </a:prstGeom>
        </p:spPr>
      </p:pic>
      <p:sp>
        <p:nvSpPr>
          <p:cNvPr id="55" name="Toolbox Search group">
            <a:extLst xmlns:a="http://schemas.openxmlformats.org/drawingml/2006/main">
              <a:ext uri="{FF2B5EF4-FFF2-40B4-BE49-F238E27FC236}">
                <a16:creationId xmlns:a16="http://schemas.microsoft.com/office/drawing/2014/main" id="{185972DF-83BF-465F-9C11-ADE1F16A6F31}"/>
              </a:ext>
            </a:extLst>
          </p:cNvPr>
          <p:cNvSpPr>
            <a:spLocks xmlns:a="http://schemas.openxmlformats.org/drawingml/2006/main" noGrp="1"/>
          </p:cNvSpPr>
          <p:nvPr/>
        </p:nvSpPr>
        <p:spPr>
          <a:xfrm xmlns:a="http://schemas.openxmlformats.org/drawingml/2006/main">
            <a:off x="7896225" y="4605338"/>
            <a:ext cx="2952750" cy="685800"/>
          </a:xfrm>
          <a:custGeom xmlns:a="http://schemas.openxmlformats.org/drawingml/2006/main">
            <a:pathLst>
              <a:path w="2952750" h="685800">
                <a:moveTo>
                  <a:pt x="76200" y="0"/>
                </a:moveTo>
                <a:lnTo>
                  <a:pt x="2876550" y="0"/>
                </a:lnTo>
                <a:cubicBezTo>
                  <a:pt x="2918634" y="0"/>
                  <a:pt x="2952750" y="34116"/>
                  <a:pt x="2952750" y="76200"/>
                </a:cubicBezTo>
                <a:lnTo>
                  <a:pt x="2952750" y="609600"/>
                </a:lnTo>
                <a:cubicBezTo>
                  <a:pt x="2952750" y="651684"/>
                  <a:pt x="2918634" y="685800"/>
                  <a:pt x="2876550" y="685800"/>
                </a:cubicBezTo>
                <a:lnTo>
                  <a:pt x="76200" y="685800"/>
                </a:lnTo>
                <a:cubicBezTo>
                  <a:pt x="34116" y="685800"/>
                  <a:pt x="0" y="651684"/>
                  <a:pt x="0" y="609600"/>
                </a:cubicBezTo>
                <a:lnTo>
                  <a:pt x="0" y="76200"/>
                </a:lnTo>
                <a:cubicBezTo>
                  <a:pt x="0" y="34116"/>
                  <a:pt x="34116" y="0"/>
                  <a:pt x="76200" y="0"/>
                </a:cubicBezTo>
                <a:close/>
              </a:path>
            </a:pathLst>
          </a:custGeom>
          <a:solidFill xmlns:a="http://schemas.openxmlformats.org/drawingml/2006/main">
            <a:srgbClr val="FFFFFF"/>
          </a:solidFill>
          <a:ln xmlns:a="http://schemas.openxmlformats.org/drawingml/2006/main" w="28575">
            <a:solidFill>
              <a:srgbClr val="FAC28F"/>
            </a:solidFill>
            <a:prstDash val="solid"/>
          </a:ln>
        </p:spPr>
      </p:sp>
      <p:pic>
        <p:nvPicPr>
          <p:cNvPr id="56" name="">
            <a:extLst xmlns:a="http://schemas.openxmlformats.org/drawingml/2006/main">
              <a:ext uri="{FF2B5EF4-FFF2-40B4-BE49-F238E27FC236}">
                <a16:creationId xmlns:a16="http://schemas.microsoft.com/office/drawing/2014/main" id="{F31A6CED-8FA8-4FE5-9B2F-9F3BA41048C8}"/>
              </a:ext>
            </a:extLst>
          </p:cNvPr>
          <p:cNvPicPr>
            <a:picLocks xmlns:a="http://schemas.openxmlformats.org/drawingml/2006/main" noChangeAspect="1"/>
          </p:cNvPicPr>
          <p:nvPr/>
        </p:nvPicPr>
        <p:blipFill>
          <a:blip xmlns:r="http://schemas.openxmlformats.org/officeDocument/2006/relationships" xmlns:a="http://schemas.openxmlformats.org/drawingml/2006/main" r:embed="R58f754615320493a"/>
          <a:stretch xmlns:a="http://schemas.openxmlformats.org/drawingml/2006/main"/>
        </p:blipFill>
        <p:spPr>
          <a:xfrm xmlns:a="http://schemas.openxmlformats.org/drawingml/2006/main">
            <a:off x="7972425" y="4654478"/>
            <a:ext cx="561975" cy="587519"/>
          </a:xfrm>
          <a:prstGeom xmlns:a="http://schemas.openxmlformats.org/drawingml/2006/main" prst="rect">
            <a:avLst/>
          </a:prstGeom>
        </p:spPr>
      </p:pic>
      <p:pic>
        <p:nvPicPr>
          <p:cNvPr id="57" name="">
            <a:extLst xmlns:a="http://schemas.openxmlformats.org/drawingml/2006/main">
              <a:ext uri="{FF2B5EF4-FFF2-40B4-BE49-F238E27FC236}">
                <a16:creationId xmlns:a16="http://schemas.microsoft.com/office/drawing/2014/main" id="{2FEBBB91-DEE0-452A-AFD3-B479B711BB9D}"/>
              </a:ext>
            </a:extLst>
          </p:cNvPr>
          <p:cNvPicPr>
            <a:picLocks xmlns:a="http://schemas.openxmlformats.org/drawingml/2006/main" noChangeAspect="1"/>
          </p:cNvPicPr>
          <p:nvPr/>
        </p:nvPicPr>
        <p:blipFill>
          <a:blip xmlns:r="http://schemas.openxmlformats.org/officeDocument/2006/relationships" xmlns:a="http://schemas.openxmlformats.org/drawingml/2006/main" r:embed="Rf8b8b62229474e4c"/>
          <a:stretch xmlns:a="http://schemas.openxmlformats.org/drawingml/2006/main"/>
        </p:blipFill>
        <p:spPr>
          <a:xfrm xmlns:a="http://schemas.openxmlformats.org/drawingml/2006/main">
            <a:off x="8743950" y="4700588"/>
            <a:ext cx="495300" cy="533400"/>
          </a:xfrm>
          <a:prstGeom xmlns:a="http://schemas.openxmlformats.org/drawingml/2006/main" prst="rect">
            <a:avLst/>
          </a:prstGeom>
        </p:spPr>
      </p:pic>
      <p:pic>
        <p:nvPicPr>
          <p:cNvPr id="58" name="">
            <a:extLst xmlns:a="http://schemas.openxmlformats.org/drawingml/2006/main">
              <a:ext uri="{FF2B5EF4-FFF2-40B4-BE49-F238E27FC236}">
                <a16:creationId xmlns:a16="http://schemas.microsoft.com/office/drawing/2014/main" id="{A650D434-C7C5-4037-95A6-5E8E77BDD2D5}"/>
              </a:ext>
            </a:extLst>
          </p:cNvPr>
          <p:cNvPicPr>
            <a:picLocks xmlns:a="http://schemas.openxmlformats.org/drawingml/2006/main" noChangeAspect="1"/>
          </p:cNvPicPr>
          <p:nvPr/>
        </p:nvPicPr>
        <p:blipFill>
          <a:blip xmlns:r="http://schemas.openxmlformats.org/officeDocument/2006/relationships" xmlns:a="http://schemas.openxmlformats.org/drawingml/2006/main" r:embed="R0af1d341949745c0"/>
          <a:stretch xmlns:a="http://schemas.openxmlformats.org/drawingml/2006/main"/>
        </p:blipFill>
        <p:spPr>
          <a:xfrm xmlns:a="http://schemas.openxmlformats.org/drawingml/2006/main">
            <a:off x="9450388" y="4700588"/>
            <a:ext cx="501650" cy="533400"/>
          </a:xfrm>
          <a:prstGeom xmlns:a="http://schemas.openxmlformats.org/drawingml/2006/main" prst="rect">
            <a:avLst/>
          </a:prstGeom>
        </p:spPr>
      </p:pic>
      <p:pic>
        <p:nvPicPr>
          <p:cNvPr id="59" name="">
            <a:extLst xmlns:a="http://schemas.openxmlformats.org/drawingml/2006/main">
              <a:ext uri="{FF2B5EF4-FFF2-40B4-BE49-F238E27FC236}">
                <a16:creationId xmlns:a16="http://schemas.microsoft.com/office/drawing/2014/main" id="{59FEDCB5-B740-43E2-8FBD-496BD3278CB7}"/>
              </a:ext>
            </a:extLst>
          </p:cNvPr>
          <p:cNvPicPr>
            <a:picLocks xmlns:a="http://schemas.openxmlformats.org/drawingml/2006/main" noChangeAspect="1"/>
          </p:cNvPicPr>
          <p:nvPr/>
        </p:nvPicPr>
        <p:blipFill>
          <a:blip xmlns:r="http://schemas.openxmlformats.org/officeDocument/2006/relationships" xmlns:a="http://schemas.openxmlformats.org/drawingml/2006/main" r:embed="R89d67fdd8a314657"/>
          <a:stretch xmlns:a="http://schemas.openxmlformats.org/drawingml/2006/main"/>
        </p:blipFill>
        <p:spPr>
          <a:xfrm xmlns:a="http://schemas.openxmlformats.org/drawingml/2006/main">
            <a:off x="10172700" y="4702254"/>
            <a:ext cx="504825" cy="530066"/>
          </a:xfrm>
          <a:prstGeom xmlns:a="http://schemas.openxmlformats.org/drawingml/2006/main" prst="rect">
            <a:avLst/>
          </a:prstGeom>
        </p:spPr>
      </p:pic>
      <p:sp>
        <p:nvSpPr>
          <p:cNvPr id="60" name="Toolbox Reasoning group">
            <a:extLst xmlns:a="http://schemas.openxmlformats.org/drawingml/2006/main">
              <a:ext uri="{FF2B5EF4-FFF2-40B4-BE49-F238E27FC236}">
                <a16:creationId xmlns:a16="http://schemas.microsoft.com/office/drawing/2014/main" id="{157220D3-313A-4911-98F9-589CC463CC26}"/>
              </a:ext>
            </a:extLst>
          </p:cNvPr>
          <p:cNvSpPr>
            <a:spLocks xmlns:a="http://schemas.openxmlformats.org/drawingml/2006/main" noGrp="1"/>
          </p:cNvSpPr>
          <p:nvPr/>
        </p:nvSpPr>
        <p:spPr>
          <a:xfrm xmlns:a="http://schemas.openxmlformats.org/drawingml/2006/main">
            <a:off x="11477625" y="4605338"/>
            <a:ext cx="1590675" cy="685800"/>
          </a:xfrm>
          <a:custGeom xmlns:a="http://schemas.openxmlformats.org/drawingml/2006/main">
            <a:pathLst>
              <a:path w="1590675" h="685800">
                <a:moveTo>
                  <a:pt x="76200" y="0"/>
                </a:moveTo>
                <a:lnTo>
                  <a:pt x="1514475" y="0"/>
                </a:lnTo>
                <a:cubicBezTo>
                  <a:pt x="1556559" y="0"/>
                  <a:pt x="1590675" y="34116"/>
                  <a:pt x="1590675" y="76200"/>
                </a:cubicBezTo>
                <a:lnTo>
                  <a:pt x="1590675" y="609600"/>
                </a:lnTo>
                <a:cubicBezTo>
                  <a:pt x="1590675" y="651684"/>
                  <a:pt x="1556559" y="685800"/>
                  <a:pt x="1514475" y="685800"/>
                </a:cubicBezTo>
                <a:lnTo>
                  <a:pt x="76200" y="685800"/>
                </a:lnTo>
                <a:cubicBezTo>
                  <a:pt x="34116" y="685800"/>
                  <a:pt x="0" y="651684"/>
                  <a:pt x="0" y="609600"/>
                </a:cubicBezTo>
                <a:lnTo>
                  <a:pt x="0" y="76200"/>
                </a:lnTo>
                <a:cubicBezTo>
                  <a:pt x="0" y="34116"/>
                  <a:pt x="34116" y="0"/>
                  <a:pt x="76200" y="0"/>
                </a:cubicBezTo>
                <a:close/>
              </a:path>
            </a:pathLst>
          </a:custGeom>
          <a:solidFill xmlns:a="http://schemas.openxmlformats.org/drawingml/2006/main">
            <a:srgbClr val="FFFFFF"/>
          </a:solidFill>
          <a:ln xmlns:a="http://schemas.openxmlformats.org/drawingml/2006/main" w="28575">
            <a:solidFill>
              <a:srgbClr val="EDC1EA"/>
            </a:solidFill>
            <a:prstDash val="solid"/>
          </a:ln>
        </p:spPr>
      </p:sp>
      <p:pic>
        <p:nvPicPr>
          <p:cNvPr id="61" name="">
            <a:extLst xmlns:a="http://schemas.openxmlformats.org/drawingml/2006/main">
              <a:ext uri="{FF2B5EF4-FFF2-40B4-BE49-F238E27FC236}">
                <a16:creationId xmlns:a16="http://schemas.microsoft.com/office/drawing/2014/main" id="{15232B04-9512-45C2-89B6-9D7B86D156AF}"/>
              </a:ext>
            </a:extLst>
          </p:cNvPr>
          <p:cNvPicPr>
            <a:picLocks xmlns:a="http://schemas.openxmlformats.org/drawingml/2006/main" noChangeAspect="1"/>
          </p:cNvPicPr>
          <p:nvPr/>
        </p:nvPicPr>
        <p:blipFill>
          <a:blip xmlns:r="http://schemas.openxmlformats.org/officeDocument/2006/relationships" xmlns:a="http://schemas.openxmlformats.org/drawingml/2006/main" r:embed="Rd14175c9b2ca43a7"/>
          <a:stretch xmlns:a="http://schemas.openxmlformats.org/drawingml/2006/main"/>
        </p:blipFill>
        <p:spPr>
          <a:xfrm xmlns:a="http://schemas.openxmlformats.org/drawingml/2006/main">
            <a:off x="11534775" y="4654533"/>
            <a:ext cx="581025" cy="587410"/>
          </a:xfrm>
          <a:prstGeom xmlns:a="http://schemas.openxmlformats.org/drawingml/2006/main" prst="rect">
            <a:avLst/>
          </a:prstGeom>
        </p:spPr>
      </p:pic>
      <p:pic>
        <p:nvPicPr>
          <p:cNvPr id="62" name="">
            <a:extLst xmlns:a="http://schemas.openxmlformats.org/drawingml/2006/main">
              <a:ext uri="{FF2B5EF4-FFF2-40B4-BE49-F238E27FC236}">
                <a16:creationId xmlns:a16="http://schemas.microsoft.com/office/drawing/2014/main" id="{A120D4E5-10D9-410B-982F-195176CC6537}"/>
              </a:ext>
            </a:extLst>
          </p:cNvPr>
          <p:cNvPicPr>
            <a:picLocks xmlns:a="http://schemas.openxmlformats.org/drawingml/2006/main" noChangeAspect="1"/>
          </p:cNvPicPr>
          <p:nvPr/>
        </p:nvPicPr>
        <p:blipFill>
          <a:blip xmlns:r="http://schemas.openxmlformats.org/officeDocument/2006/relationships" xmlns:a="http://schemas.openxmlformats.org/drawingml/2006/main" r:embed="R430399332d524b0d"/>
          <a:stretch xmlns:a="http://schemas.openxmlformats.org/drawingml/2006/main"/>
        </p:blipFill>
        <p:spPr>
          <a:xfrm xmlns:a="http://schemas.openxmlformats.org/drawingml/2006/main">
            <a:off x="12344400" y="4700588"/>
            <a:ext cx="552450" cy="533400"/>
          </a:xfrm>
          <a:prstGeom xmlns:a="http://schemas.openxmlformats.org/drawingml/2006/main" prst="rect">
            <a:avLst/>
          </a:prstGeom>
        </p:spPr>
      </p:pic>
      <p:sp>
        <p:nvSpPr>
          <p:cNvPr id="63" name="Toolbox Review group">
            <a:extLst xmlns:a="http://schemas.openxmlformats.org/drawingml/2006/main">
              <a:ext uri="{FF2B5EF4-FFF2-40B4-BE49-F238E27FC236}">
                <a16:creationId xmlns:a16="http://schemas.microsoft.com/office/drawing/2014/main" id="{796105E0-26EA-4B7E-9F42-0DBDF9B993B3}"/>
              </a:ext>
            </a:extLst>
          </p:cNvPr>
          <p:cNvSpPr>
            <a:spLocks xmlns:a="http://schemas.openxmlformats.org/drawingml/2006/main" noGrp="1"/>
          </p:cNvSpPr>
          <p:nvPr/>
        </p:nvSpPr>
        <p:spPr>
          <a:xfrm xmlns:a="http://schemas.openxmlformats.org/drawingml/2006/main">
            <a:off x="13735050" y="4605338"/>
            <a:ext cx="1571625" cy="685800"/>
          </a:xfrm>
          <a:custGeom xmlns:a="http://schemas.openxmlformats.org/drawingml/2006/main">
            <a:pathLst>
              <a:path w="1571625" h="685800">
                <a:moveTo>
                  <a:pt x="76200" y="0"/>
                </a:moveTo>
                <a:lnTo>
                  <a:pt x="1495425" y="0"/>
                </a:lnTo>
                <a:cubicBezTo>
                  <a:pt x="1537509" y="0"/>
                  <a:pt x="1571625" y="34116"/>
                  <a:pt x="1571625" y="76200"/>
                </a:cubicBezTo>
                <a:lnTo>
                  <a:pt x="1571625" y="609600"/>
                </a:lnTo>
                <a:cubicBezTo>
                  <a:pt x="1571625" y="651684"/>
                  <a:pt x="1537509" y="685800"/>
                  <a:pt x="1495425" y="685800"/>
                </a:cubicBezTo>
                <a:lnTo>
                  <a:pt x="76200" y="685800"/>
                </a:lnTo>
                <a:cubicBezTo>
                  <a:pt x="34116" y="685800"/>
                  <a:pt x="0" y="651684"/>
                  <a:pt x="0" y="609600"/>
                </a:cubicBezTo>
                <a:lnTo>
                  <a:pt x="0" y="76200"/>
                </a:lnTo>
                <a:cubicBezTo>
                  <a:pt x="0" y="34116"/>
                  <a:pt x="34116" y="0"/>
                  <a:pt x="76200" y="0"/>
                </a:cubicBezTo>
                <a:close/>
              </a:path>
            </a:pathLst>
          </a:custGeom>
          <a:solidFill xmlns:a="http://schemas.openxmlformats.org/drawingml/2006/main">
            <a:srgbClr val="FFFFFF"/>
          </a:solidFill>
          <a:ln xmlns:a="http://schemas.openxmlformats.org/drawingml/2006/main" w="28575">
            <a:solidFill>
              <a:srgbClr val="CFB7EC"/>
            </a:solidFill>
            <a:prstDash val="solid"/>
          </a:ln>
        </p:spPr>
      </p:sp>
      <p:pic>
        <p:nvPicPr>
          <p:cNvPr id="64" name="">
            <a:extLst xmlns:a="http://schemas.openxmlformats.org/drawingml/2006/main">
              <a:ext uri="{FF2B5EF4-FFF2-40B4-BE49-F238E27FC236}">
                <a16:creationId xmlns:a16="http://schemas.microsoft.com/office/drawing/2014/main" id="{6E0B86C2-B1D8-454F-A897-CEF52B5C452A}"/>
              </a:ext>
            </a:extLst>
          </p:cNvPr>
          <p:cNvPicPr>
            <a:picLocks xmlns:a="http://schemas.openxmlformats.org/drawingml/2006/main" noChangeAspect="1"/>
          </p:cNvPicPr>
          <p:nvPr/>
        </p:nvPicPr>
        <p:blipFill>
          <a:blip xmlns:r="http://schemas.openxmlformats.org/officeDocument/2006/relationships" xmlns:a="http://schemas.openxmlformats.org/drawingml/2006/main" r:embed="Rbe738f4bb49245b2"/>
          <a:stretch xmlns:a="http://schemas.openxmlformats.org/drawingml/2006/main"/>
        </p:blipFill>
        <p:spPr>
          <a:xfrm xmlns:a="http://schemas.openxmlformats.org/drawingml/2006/main">
            <a:off x="13801725" y="4654584"/>
            <a:ext cx="600075" cy="587307"/>
          </a:xfrm>
          <a:prstGeom xmlns:a="http://schemas.openxmlformats.org/drawingml/2006/main" prst="rect">
            <a:avLst/>
          </a:prstGeom>
        </p:spPr>
      </p:pic>
      <p:pic>
        <p:nvPicPr>
          <p:cNvPr id="65" name="">
            <a:extLst xmlns:a="http://schemas.openxmlformats.org/drawingml/2006/main">
              <a:ext uri="{FF2B5EF4-FFF2-40B4-BE49-F238E27FC236}">
                <a16:creationId xmlns:a16="http://schemas.microsoft.com/office/drawing/2014/main" id="{86980BA1-23DF-42DF-990D-58B5857741A6}"/>
              </a:ext>
            </a:extLst>
          </p:cNvPr>
          <p:cNvPicPr>
            <a:picLocks xmlns:a="http://schemas.openxmlformats.org/drawingml/2006/main" noChangeAspect="1"/>
          </p:cNvPicPr>
          <p:nvPr/>
        </p:nvPicPr>
        <p:blipFill>
          <a:blip xmlns:r="http://schemas.openxmlformats.org/officeDocument/2006/relationships" xmlns:a="http://schemas.openxmlformats.org/drawingml/2006/main" r:embed="R98f3e855f8224989"/>
          <a:stretch xmlns:a="http://schemas.openxmlformats.org/drawingml/2006/main"/>
        </p:blipFill>
        <p:spPr>
          <a:xfrm xmlns:a="http://schemas.openxmlformats.org/drawingml/2006/main">
            <a:off x="14565313" y="4700588"/>
            <a:ext cx="558800" cy="533400"/>
          </a:xfrm>
          <a:prstGeom xmlns:a="http://schemas.openxmlformats.org/drawingml/2006/main" prst="rect">
            <a:avLst/>
          </a:prstGeom>
        </p:spPr>
      </p:pic>
      <p:sp>
        <p:nvSpPr>
          <p:cNvPr id="66" name="Toolbox Image Gen group">
            <a:extLst xmlns:a="http://schemas.openxmlformats.org/drawingml/2006/main">
              <a:ext uri="{FF2B5EF4-FFF2-40B4-BE49-F238E27FC236}">
                <a16:creationId xmlns:a16="http://schemas.microsoft.com/office/drawing/2014/main" id="{7138F64F-896C-479E-A5D6-4A0C7562BB91}"/>
              </a:ext>
            </a:extLst>
          </p:cNvPr>
          <p:cNvSpPr>
            <a:spLocks xmlns:a="http://schemas.openxmlformats.org/drawingml/2006/main" noGrp="1"/>
          </p:cNvSpPr>
          <p:nvPr/>
        </p:nvSpPr>
        <p:spPr>
          <a:xfrm xmlns:a="http://schemas.openxmlformats.org/drawingml/2006/main">
            <a:off x="15792450" y="4605338"/>
            <a:ext cx="1533525" cy="685800"/>
          </a:xfrm>
          <a:custGeom xmlns:a="http://schemas.openxmlformats.org/drawingml/2006/main">
            <a:pathLst>
              <a:path w="1533525" h="685800">
                <a:moveTo>
                  <a:pt x="76200" y="0"/>
                </a:moveTo>
                <a:lnTo>
                  <a:pt x="1457325" y="0"/>
                </a:lnTo>
                <a:cubicBezTo>
                  <a:pt x="1499409" y="0"/>
                  <a:pt x="1533525" y="34116"/>
                  <a:pt x="1533525" y="76200"/>
                </a:cubicBezTo>
                <a:lnTo>
                  <a:pt x="1533525" y="609600"/>
                </a:lnTo>
                <a:cubicBezTo>
                  <a:pt x="1533525" y="651684"/>
                  <a:pt x="1499409" y="685800"/>
                  <a:pt x="1457325" y="685800"/>
                </a:cubicBezTo>
                <a:lnTo>
                  <a:pt x="76200" y="685800"/>
                </a:lnTo>
                <a:cubicBezTo>
                  <a:pt x="34116" y="685800"/>
                  <a:pt x="0" y="651684"/>
                  <a:pt x="0" y="609600"/>
                </a:cubicBezTo>
                <a:lnTo>
                  <a:pt x="0" y="76200"/>
                </a:lnTo>
                <a:cubicBezTo>
                  <a:pt x="0" y="34116"/>
                  <a:pt x="34116" y="0"/>
                  <a:pt x="76200" y="0"/>
                </a:cubicBezTo>
                <a:close/>
              </a:path>
            </a:pathLst>
          </a:custGeom>
          <a:solidFill xmlns:a="http://schemas.openxmlformats.org/drawingml/2006/main">
            <a:srgbClr val="FFFFFF"/>
          </a:solidFill>
          <a:ln xmlns:a="http://schemas.openxmlformats.org/drawingml/2006/main" w="28575">
            <a:solidFill>
              <a:srgbClr val="A6C7F4"/>
            </a:solidFill>
            <a:prstDash val="solid"/>
          </a:ln>
        </p:spPr>
      </p:sp>
      <p:pic>
        <p:nvPicPr>
          <p:cNvPr id="67" name="">
            <a:extLst xmlns:a="http://schemas.openxmlformats.org/drawingml/2006/main">
              <a:ext uri="{FF2B5EF4-FFF2-40B4-BE49-F238E27FC236}">
                <a16:creationId xmlns:a16="http://schemas.microsoft.com/office/drawing/2014/main" id="{F92748DA-DEA6-4CA0-A33F-EED39CDAF148}"/>
              </a:ext>
            </a:extLst>
          </p:cNvPr>
          <p:cNvPicPr>
            <a:picLocks xmlns:a="http://schemas.openxmlformats.org/drawingml/2006/main" noChangeAspect="1"/>
          </p:cNvPicPr>
          <p:nvPr/>
        </p:nvPicPr>
        <p:blipFill>
          <a:blip xmlns:r="http://schemas.openxmlformats.org/officeDocument/2006/relationships" xmlns:a="http://schemas.openxmlformats.org/drawingml/2006/main" r:embed="R96b0e27e578e481d"/>
          <a:stretch xmlns:a="http://schemas.openxmlformats.org/drawingml/2006/main"/>
        </p:blipFill>
        <p:spPr>
          <a:xfrm xmlns:a="http://schemas.openxmlformats.org/drawingml/2006/main">
            <a:off x="15840075" y="4656138"/>
            <a:ext cx="609600" cy="584200"/>
          </a:xfrm>
          <a:prstGeom xmlns:a="http://schemas.openxmlformats.org/drawingml/2006/main" prst="rect">
            <a:avLst/>
          </a:prstGeom>
        </p:spPr>
      </p:pic>
      <p:pic>
        <p:nvPicPr>
          <p:cNvPr id="68" name="">
            <a:extLst xmlns:a="http://schemas.openxmlformats.org/drawingml/2006/main">
              <a:ext uri="{FF2B5EF4-FFF2-40B4-BE49-F238E27FC236}">
                <a16:creationId xmlns:a16="http://schemas.microsoft.com/office/drawing/2014/main" id="{4D0CE259-9441-44E1-8011-14CA5098729D}"/>
              </a:ext>
            </a:extLst>
          </p:cNvPr>
          <p:cNvPicPr>
            <a:picLocks xmlns:a="http://schemas.openxmlformats.org/drawingml/2006/main" noChangeAspect="1"/>
          </p:cNvPicPr>
          <p:nvPr/>
        </p:nvPicPr>
        <p:blipFill>
          <a:blip xmlns:r="http://schemas.openxmlformats.org/officeDocument/2006/relationships" xmlns:a="http://schemas.openxmlformats.org/drawingml/2006/main" r:embed="Rb755a32822df49a6"/>
          <a:stretch xmlns:a="http://schemas.openxmlformats.org/drawingml/2006/main"/>
        </p:blipFill>
        <p:spPr>
          <a:xfrm xmlns:a="http://schemas.openxmlformats.org/drawingml/2006/main">
            <a:off x="16592550" y="4700588"/>
            <a:ext cx="609600" cy="533400"/>
          </a:xfrm>
          <a:prstGeom xmlns:a="http://schemas.openxmlformats.org/drawingml/2006/main" prst="rect">
            <a:avLst/>
          </a:prstGeom>
        </p:spPr>
      </p:pic>
      <p:sp>
        <p:nvSpPr>
          <p:cNvPr id="69" name="Others tool border">
            <a:extLst xmlns:a="http://schemas.openxmlformats.org/drawingml/2006/main">
              <a:ext uri="{FF2B5EF4-FFF2-40B4-BE49-F238E27FC236}">
                <a16:creationId xmlns:a16="http://schemas.microsoft.com/office/drawing/2014/main" id="{FB3DC424-7DFB-4348-B7A3-CE98D70B06E3}"/>
              </a:ext>
            </a:extLst>
          </p:cNvPr>
          <p:cNvSpPr>
            <a:spLocks xmlns:a="http://schemas.openxmlformats.org/drawingml/2006/main" noGrp="1"/>
          </p:cNvSpPr>
          <p:nvPr/>
        </p:nvSpPr>
        <p:spPr>
          <a:xfrm xmlns:a="http://schemas.openxmlformats.org/drawingml/2006/main">
            <a:off x="18059400" y="4605338"/>
            <a:ext cx="676275" cy="685800"/>
          </a:xfrm>
          <a:custGeom xmlns:a="http://schemas.openxmlformats.org/drawingml/2006/main">
            <a:pathLst>
              <a:path w="676275" h="685800">
                <a:moveTo>
                  <a:pt x="85725" y="0"/>
                </a:moveTo>
                <a:lnTo>
                  <a:pt x="590550" y="0"/>
                </a:lnTo>
                <a:cubicBezTo>
                  <a:pt x="637895" y="0"/>
                  <a:pt x="676275" y="38380"/>
                  <a:pt x="676275" y="85725"/>
                </a:cubicBezTo>
                <a:lnTo>
                  <a:pt x="676275" y="600075"/>
                </a:lnTo>
                <a:cubicBezTo>
                  <a:pt x="676275" y="647420"/>
                  <a:pt x="637895" y="685800"/>
                  <a:pt x="590550" y="685800"/>
                </a:cubicBezTo>
                <a:lnTo>
                  <a:pt x="85725" y="685800"/>
                </a:lnTo>
                <a:cubicBezTo>
                  <a:pt x="38380" y="685800"/>
                  <a:pt x="0" y="647420"/>
                  <a:pt x="0" y="600075"/>
                </a:cubicBezTo>
                <a:lnTo>
                  <a:pt x="0" y="85725"/>
                </a:lnTo>
                <a:cubicBezTo>
                  <a:pt x="0" y="38380"/>
                  <a:pt x="38380" y="0"/>
                  <a:pt x="85725" y="0"/>
                </a:cubicBezTo>
                <a:close/>
              </a:path>
            </a:pathLst>
          </a:custGeom>
          <a:solidFill xmlns:a="http://schemas.openxmlformats.org/drawingml/2006/main">
            <a:srgbClr val="FFFFFF"/>
          </a:solidFill>
          <a:ln xmlns:a="http://schemas.openxmlformats.org/drawingml/2006/main" w="38100">
            <a:solidFill>
              <a:srgbClr val="77BBA0"/>
            </a:solidFill>
            <a:prstDash val="solid"/>
          </a:ln>
        </p:spPr>
      </p:sp>
      <p:sp>
        <p:nvSpPr>
          <p:cNvPr id="70" name="Others tool green disk">
            <a:extLst xmlns:a="http://schemas.openxmlformats.org/drawingml/2006/main">
              <a:ext uri="{FF2B5EF4-FFF2-40B4-BE49-F238E27FC236}">
                <a16:creationId xmlns:a16="http://schemas.microsoft.com/office/drawing/2014/main" id="{6BB47E7D-5A77-46E5-AC76-24EF6ADEC71B}"/>
              </a:ext>
            </a:extLst>
          </p:cNvPr>
          <p:cNvSpPr>
            <a:spLocks xmlns:a="http://schemas.openxmlformats.org/drawingml/2006/main" noGrp="1"/>
          </p:cNvSpPr>
          <p:nvPr/>
        </p:nvSpPr>
        <p:spPr>
          <a:xfrm xmlns:a="http://schemas.openxmlformats.org/drawingml/2006/main">
            <a:off x="18135600" y="4681538"/>
            <a:ext cx="523875" cy="523875"/>
          </a:xfrm>
          <a:custGeom xmlns:a="http://schemas.openxmlformats.org/drawingml/2006/main">
            <a:pathLst>
              <a:path w="523875" h="523875">
                <a:moveTo>
                  <a:pt x="523875" y="261938"/>
                </a:moveTo>
                <a:cubicBezTo>
                  <a:pt x="523875" y="406602"/>
                  <a:pt x="406602" y="523875"/>
                  <a:pt x="261938" y="523875"/>
                </a:cubicBezTo>
                <a:cubicBezTo>
                  <a:pt x="117273" y="523875"/>
                  <a:pt x="0" y="406602"/>
                  <a:pt x="0" y="261938"/>
                </a:cubicBezTo>
                <a:cubicBezTo>
                  <a:pt x="0" y="117273"/>
                  <a:pt x="117273" y="0"/>
                  <a:pt x="261938" y="0"/>
                </a:cubicBezTo>
                <a:cubicBezTo>
                  <a:pt x="406602" y="0"/>
                  <a:pt x="523875" y="117273"/>
                  <a:pt x="523875" y="261938"/>
                </a:cubicBezTo>
                <a:close/>
              </a:path>
            </a:pathLst>
          </a:custGeom>
          <a:solidFill xmlns:a="http://schemas.openxmlformats.org/drawingml/2006/main">
            <a:srgbClr val="74B85A"/>
          </a:solidFill>
          <a:ln xmlns:a="http://schemas.openxmlformats.org/drawingml/2006/main" w="38100">
            <a:solidFill>
              <a:srgbClr val="080808"/>
            </a:solidFill>
            <a:prstDash val="solid"/>
          </a:ln>
        </p:spPr>
      </p:sp>
      <p:sp>
        <p:nvSpPr>
          <p:cNvPr id="71" name="Other tool dot">
            <a:extLst xmlns:a="http://schemas.openxmlformats.org/drawingml/2006/main">
              <a:ext uri="{FF2B5EF4-FFF2-40B4-BE49-F238E27FC236}">
                <a16:creationId xmlns:a16="http://schemas.microsoft.com/office/drawing/2014/main" id="{40CCE2D9-4AD4-4CD0-9F05-BFCC7964200F}"/>
              </a:ext>
            </a:extLst>
          </p:cNvPr>
          <p:cNvSpPr>
            <a:spLocks xmlns:a="http://schemas.openxmlformats.org/drawingml/2006/main" noGrp="1"/>
          </p:cNvSpPr>
          <p:nvPr/>
        </p:nvSpPr>
        <p:spPr>
          <a:xfrm xmlns:a="http://schemas.openxmlformats.org/drawingml/2006/main">
            <a:off x="18221325" y="4891088"/>
            <a:ext cx="76200" cy="76200"/>
          </a:xfrm>
          <a:custGeom xmlns:a="http://schemas.openxmlformats.org/drawingml/2006/main">
            <a:pathLst>
              <a:path w="76200" h="76200">
                <a:moveTo>
                  <a:pt x="76200" y="38100"/>
                </a:moveTo>
                <a:cubicBezTo>
                  <a:pt x="76200" y="59142"/>
                  <a:pt x="59142" y="76200"/>
                  <a:pt x="38100" y="76200"/>
                </a:cubicBezTo>
                <a:cubicBezTo>
                  <a:pt x="17058" y="76200"/>
                  <a:pt x="0" y="59142"/>
                  <a:pt x="0" y="38100"/>
                </a:cubicBezTo>
                <a:cubicBezTo>
                  <a:pt x="0" y="17058"/>
                  <a:pt x="17058" y="0"/>
                  <a:pt x="38100" y="0"/>
                </a:cubicBezTo>
                <a:cubicBezTo>
                  <a:pt x="59142" y="0"/>
                  <a:pt x="76200" y="17058"/>
                  <a:pt x="76200" y="38100"/>
                </a:cubicBezTo>
                <a:close/>
              </a:path>
            </a:pathLst>
          </a:custGeom>
          <a:solidFill xmlns:a="http://schemas.openxmlformats.org/drawingml/2006/main">
            <a:srgbClr val="000000"/>
          </a:solidFill>
          <a:ln xmlns:a="http://schemas.openxmlformats.org/drawingml/2006/main" w="9525">
            <a:noFill/>
            <a:prstDash val="solid"/>
          </a:ln>
        </p:spPr>
      </p:sp>
      <p:sp>
        <p:nvSpPr>
          <p:cNvPr id="72" name="Other tool dot">
            <a:extLst xmlns:a="http://schemas.openxmlformats.org/drawingml/2006/main">
              <a:ext uri="{FF2B5EF4-FFF2-40B4-BE49-F238E27FC236}">
                <a16:creationId xmlns:a16="http://schemas.microsoft.com/office/drawing/2014/main" id="{2C19D42B-DB74-4CD8-A27A-29843C20145C}"/>
              </a:ext>
            </a:extLst>
          </p:cNvPr>
          <p:cNvSpPr>
            <a:spLocks xmlns:a="http://schemas.openxmlformats.org/drawingml/2006/main" noGrp="1"/>
          </p:cNvSpPr>
          <p:nvPr/>
        </p:nvSpPr>
        <p:spPr>
          <a:xfrm xmlns:a="http://schemas.openxmlformats.org/drawingml/2006/main">
            <a:off x="18364200" y="4891088"/>
            <a:ext cx="76200" cy="76200"/>
          </a:xfrm>
          <a:custGeom xmlns:a="http://schemas.openxmlformats.org/drawingml/2006/main">
            <a:pathLst>
              <a:path w="76200" h="76200">
                <a:moveTo>
                  <a:pt x="76200" y="38100"/>
                </a:moveTo>
                <a:cubicBezTo>
                  <a:pt x="76200" y="59142"/>
                  <a:pt x="59142" y="76200"/>
                  <a:pt x="38100" y="76200"/>
                </a:cubicBezTo>
                <a:cubicBezTo>
                  <a:pt x="17058" y="76200"/>
                  <a:pt x="0" y="59142"/>
                  <a:pt x="0" y="38100"/>
                </a:cubicBezTo>
                <a:cubicBezTo>
                  <a:pt x="0" y="17058"/>
                  <a:pt x="17058" y="0"/>
                  <a:pt x="38100" y="0"/>
                </a:cubicBezTo>
                <a:cubicBezTo>
                  <a:pt x="59142" y="0"/>
                  <a:pt x="76200" y="17058"/>
                  <a:pt x="76200" y="38100"/>
                </a:cubicBezTo>
                <a:close/>
              </a:path>
            </a:pathLst>
          </a:custGeom>
          <a:solidFill xmlns:a="http://schemas.openxmlformats.org/drawingml/2006/main">
            <a:srgbClr val="000000"/>
          </a:solidFill>
          <a:ln xmlns:a="http://schemas.openxmlformats.org/drawingml/2006/main" w="9525">
            <a:noFill/>
            <a:prstDash val="solid"/>
          </a:ln>
        </p:spPr>
      </p:sp>
      <p:sp>
        <p:nvSpPr>
          <p:cNvPr id="73" name="Other tool dot">
            <a:extLst xmlns:a="http://schemas.openxmlformats.org/drawingml/2006/main">
              <a:ext uri="{FF2B5EF4-FFF2-40B4-BE49-F238E27FC236}">
                <a16:creationId xmlns:a16="http://schemas.microsoft.com/office/drawing/2014/main" id="{243B764C-8E0F-4127-810C-F6E75E13AFB0}"/>
              </a:ext>
            </a:extLst>
          </p:cNvPr>
          <p:cNvSpPr>
            <a:spLocks xmlns:a="http://schemas.openxmlformats.org/drawingml/2006/main" noGrp="1"/>
          </p:cNvSpPr>
          <p:nvPr/>
        </p:nvSpPr>
        <p:spPr>
          <a:xfrm xmlns:a="http://schemas.openxmlformats.org/drawingml/2006/main">
            <a:off x="18507075" y="4891088"/>
            <a:ext cx="76200" cy="76200"/>
          </a:xfrm>
          <a:custGeom xmlns:a="http://schemas.openxmlformats.org/drawingml/2006/main">
            <a:pathLst>
              <a:path w="76200" h="76200">
                <a:moveTo>
                  <a:pt x="76200" y="38100"/>
                </a:moveTo>
                <a:cubicBezTo>
                  <a:pt x="76200" y="59142"/>
                  <a:pt x="59142" y="76200"/>
                  <a:pt x="38100" y="76200"/>
                </a:cubicBezTo>
                <a:cubicBezTo>
                  <a:pt x="17058" y="76200"/>
                  <a:pt x="0" y="59142"/>
                  <a:pt x="0" y="38100"/>
                </a:cubicBezTo>
                <a:cubicBezTo>
                  <a:pt x="0" y="17058"/>
                  <a:pt x="17058" y="0"/>
                  <a:pt x="38100" y="0"/>
                </a:cubicBezTo>
                <a:cubicBezTo>
                  <a:pt x="59142" y="0"/>
                  <a:pt x="76200" y="17058"/>
                  <a:pt x="76200" y="38100"/>
                </a:cubicBezTo>
                <a:close/>
              </a:path>
            </a:pathLst>
          </a:custGeom>
          <a:solidFill xmlns:a="http://schemas.openxmlformats.org/drawingml/2006/main">
            <a:srgbClr val="000000"/>
          </a:solidFill>
          <a:ln xmlns:a="http://schemas.openxmlformats.org/drawingml/2006/main" w="9525">
            <a:noFill/>
            <a:prstDash val="solid"/>
          </a:ln>
        </p:spPr>
      </p:sp>
      <p:sp>
        <p:nvSpPr>
          <p:cNvPr id="74" name="Planning panel shadow">
            <a:extLst xmlns:a="http://schemas.openxmlformats.org/drawingml/2006/main">
              <a:ext uri="{FF2B5EF4-FFF2-40B4-BE49-F238E27FC236}">
                <a16:creationId xmlns:a16="http://schemas.microsoft.com/office/drawing/2014/main" id="{130FCE31-D1E9-4F85-A369-00F71BF8C6BA}"/>
              </a:ext>
            </a:extLst>
          </p:cNvPr>
          <p:cNvSpPr>
            <a:spLocks xmlns:a="http://schemas.openxmlformats.org/drawingml/2006/main" noGrp="1"/>
          </p:cNvSpPr>
          <p:nvPr/>
        </p:nvSpPr>
        <p:spPr>
          <a:xfrm xmlns:a="http://schemas.openxmlformats.org/drawingml/2006/main">
            <a:off x="161925" y="4805363"/>
            <a:ext cx="4362450" cy="742950"/>
          </a:xfrm>
          <a:custGeom xmlns:a="http://schemas.openxmlformats.org/drawingml/2006/main">
            <a:pathLst>
              <a:path w="4362450" h="742950">
                <a:moveTo>
                  <a:pt x="76200" y="0"/>
                </a:moveTo>
                <a:lnTo>
                  <a:pt x="4286250" y="0"/>
                </a:lnTo>
                <a:cubicBezTo>
                  <a:pt x="4328334" y="0"/>
                  <a:pt x="4362450" y="34116"/>
                  <a:pt x="4362450" y="76200"/>
                </a:cubicBezTo>
                <a:lnTo>
                  <a:pt x="4362450" y="666750"/>
                </a:lnTo>
                <a:cubicBezTo>
                  <a:pt x="4362450" y="708834"/>
                  <a:pt x="4328334" y="742950"/>
                  <a:pt x="4286250" y="742950"/>
                </a:cubicBezTo>
                <a:lnTo>
                  <a:pt x="76200" y="742950"/>
                </a:lnTo>
                <a:cubicBezTo>
                  <a:pt x="34116" y="742950"/>
                  <a:pt x="0" y="708834"/>
                  <a:pt x="0" y="666750"/>
                </a:cubicBezTo>
                <a:lnTo>
                  <a:pt x="0" y="76200"/>
                </a:lnTo>
                <a:cubicBezTo>
                  <a:pt x="0" y="34116"/>
                  <a:pt x="34116" y="0"/>
                  <a:pt x="76200" y="0"/>
                </a:cubicBezTo>
                <a:close/>
              </a:path>
            </a:pathLst>
          </a:custGeom>
          <a:solidFill xmlns:a="http://schemas.openxmlformats.org/drawingml/2006/main">
            <a:srgbClr val="EEEEEE"/>
          </a:solidFill>
          <a:ln xmlns:a="http://schemas.openxmlformats.org/drawingml/2006/main" w="9525">
            <a:noFill/>
            <a:prstDash val="solid"/>
          </a:ln>
        </p:spPr>
      </p:sp>
      <p:sp>
        <p:nvSpPr>
          <p:cNvPr id="75" name="Planning panel">
            <a:extLst xmlns:a="http://schemas.openxmlformats.org/drawingml/2006/main">
              <a:ext uri="{FF2B5EF4-FFF2-40B4-BE49-F238E27FC236}">
                <a16:creationId xmlns:a16="http://schemas.microsoft.com/office/drawing/2014/main" id="{E6149645-936A-4B80-95A6-5BAFD75771D4}"/>
              </a:ext>
            </a:extLst>
          </p:cNvPr>
          <p:cNvSpPr>
            <a:spLocks xmlns:a="http://schemas.openxmlformats.org/drawingml/2006/main" noGrp="1"/>
          </p:cNvSpPr>
          <p:nvPr/>
        </p:nvSpPr>
        <p:spPr>
          <a:xfrm xmlns:a="http://schemas.openxmlformats.org/drawingml/2006/main">
            <a:off x="152400" y="4767263"/>
            <a:ext cx="4352925" cy="742950"/>
          </a:xfrm>
          <a:custGeom xmlns:a="http://schemas.openxmlformats.org/drawingml/2006/main">
            <a:pathLst>
              <a:path w="4352925" h="742950">
                <a:moveTo>
                  <a:pt x="76200" y="0"/>
                </a:moveTo>
                <a:lnTo>
                  <a:pt x="4276725" y="0"/>
                </a:lnTo>
                <a:cubicBezTo>
                  <a:pt x="4318809" y="0"/>
                  <a:pt x="4352925" y="34116"/>
                  <a:pt x="4352925" y="76200"/>
                </a:cubicBezTo>
                <a:lnTo>
                  <a:pt x="4352925" y="666750"/>
                </a:lnTo>
                <a:cubicBezTo>
                  <a:pt x="4352925" y="708834"/>
                  <a:pt x="4318809" y="742950"/>
                  <a:pt x="4276725" y="742950"/>
                </a:cubicBezTo>
                <a:lnTo>
                  <a:pt x="76200" y="742950"/>
                </a:lnTo>
                <a:cubicBezTo>
                  <a:pt x="34116" y="742950"/>
                  <a:pt x="0" y="708834"/>
                  <a:pt x="0" y="666750"/>
                </a:cubicBezTo>
                <a:lnTo>
                  <a:pt x="0" y="76200"/>
                </a:lnTo>
                <a:cubicBezTo>
                  <a:pt x="0" y="34116"/>
                  <a:pt x="34116" y="0"/>
                  <a:pt x="76200" y="0"/>
                </a:cubicBezTo>
                <a:close/>
              </a:path>
            </a:pathLst>
          </a:custGeom>
          <a:solidFill xmlns:a="http://schemas.openxmlformats.org/drawingml/2006/main">
            <a:srgbClr val="F5F5F5"/>
          </a:solidFill>
          <a:ln xmlns:a="http://schemas.openxmlformats.org/drawingml/2006/main" w="14288">
            <a:solidFill>
              <a:srgbClr val="888888"/>
            </a:solidFill>
            <a:prstDash val="solid"/>
          </a:ln>
        </p:spPr>
      </p:sp>
      <p:sp>
        <p:nvSpPr>
          <p:cNvPr id="76" name="Input speech bubble">
            <a:extLst xmlns:a="http://schemas.openxmlformats.org/drawingml/2006/main">
              <a:ext uri="{FF2B5EF4-FFF2-40B4-BE49-F238E27FC236}">
                <a16:creationId xmlns:a16="http://schemas.microsoft.com/office/drawing/2014/main" id="{3D8DC422-7351-4D2B-B704-C6EC363C6D9D}"/>
              </a:ext>
            </a:extLst>
          </p:cNvPr>
          <p:cNvSpPr>
            <a:spLocks xmlns:a="http://schemas.openxmlformats.org/drawingml/2006/main" noGrp="1"/>
          </p:cNvSpPr>
          <p:nvPr/>
        </p:nvSpPr>
        <p:spPr>
          <a:xfrm xmlns:a="http://schemas.openxmlformats.org/drawingml/2006/main">
            <a:off x="323850" y="4872038"/>
            <a:ext cx="1828800" cy="523875"/>
          </a:xfrm>
          <a:custGeom xmlns:a="http://schemas.openxmlformats.org/drawingml/2006/main">
            <a:pathLst>
              <a:path w="1828800" h="523875">
                <a:moveTo>
                  <a:pt x="85725" y="0"/>
                </a:moveTo>
                <a:lnTo>
                  <a:pt x="1743075" y="0"/>
                </a:lnTo>
                <a:cubicBezTo>
                  <a:pt x="1790420" y="0"/>
                  <a:pt x="1828800" y="38380"/>
                  <a:pt x="1828800" y="85725"/>
                </a:cubicBezTo>
                <a:lnTo>
                  <a:pt x="1828800" y="438150"/>
                </a:lnTo>
                <a:cubicBezTo>
                  <a:pt x="1828800" y="485495"/>
                  <a:pt x="1790420" y="523875"/>
                  <a:pt x="1743075" y="523875"/>
                </a:cubicBezTo>
                <a:lnTo>
                  <a:pt x="85725" y="523875"/>
                </a:lnTo>
                <a:cubicBezTo>
                  <a:pt x="38380" y="523875"/>
                  <a:pt x="0" y="485495"/>
                  <a:pt x="0" y="438150"/>
                </a:cubicBezTo>
                <a:lnTo>
                  <a:pt x="0" y="85725"/>
                </a:lnTo>
                <a:cubicBezTo>
                  <a:pt x="0" y="38380"/>
                  <a:pt x="38380" y="0"/>
                  <a:pt x="85725" y="0"/>
                </a:cubicBezTo>
                <a:close/>
              </a:path>
            </a:pathLst>
          </a:custGeom>
          <a:solidFill xmlns:a="http://schemas.openxmlformats.org/drawingml/2006/main">
            <a:srgbClr val="FFFFFF"/>
          </a:solidFill>
          <a:ln xmlns:a="http://schemas.openxmlformats.org/drawingml/2006/main" w="11430">
            <a:solidFill>
              <a:srgbClr val="999999"/>
            </a:solidFill>
            <a:prstDash val="dash"/>
          </a:ln>
        </p:spPr>
      </p:sp>
      <p:sp>
        <p:nvSpPr>
          <p:cNvPr id="77" name="Planning speech bubble">
            <a:extLst xmlns:a="http://schemas.openxmlformats.org/drawingml/2006/main">
              <a:ext uri="{FF2B5EF4-FFF2-40B4-BE49-F238E27FC236}">
                <a16:creationId xmlns:a16="http://schemas.microsoft.com/office/drawing/2014/main" id="{2E04EE81-9BCF-4444-8C87-77B1923AD97C}"/>
              </a:ext>
            </a:extLst>
          </p:cNvPr>
          <p:cNvSpPr>
            <a:spLocks xmlns:a="http://schemas.openxmlformats.org/drawingml/2006/main" noGrp="1"/>
          </p:cNvSpPr>
          <p:nvPr/>
        </p:nvSpPr>
        <p:spPr>
          <a:xfrm xmlns:a="http://schemas.openxmlformats.org/drawingml/2006/main">
            <a:off x="2914650" y="4872038"/>
            <a:ext cx="1485900" cy="523875"/>
          </a:xfrm>
          <a:custGeom xmlns:a="http://schemas.openxmlformats.org/drawingml/2006/main">
            <a:pathLst>
              <a:path w="1485900" h="523875">
                <a:moveTo>
                  <a:pt x="85725" y="0"/>
                </a:moveTo>
                <a:lnTo>
                  <a:pt x="1400175" y="0"/>
                </a:lnTo>
                <a:cubicBezTo>
                  <a:pt x="1447520" y="0"/>
                  <a:pt x="1485900" y="38380"/>
                  <a:pt x="1485900" y="85725"/>
                </a:cubicBezTo>
                <a:lnTo>
                  <a:pt x="1485900" y="438150"/>
                </a:lnTo>
                <a:cubicBezTo>
                  <a:pt x="1485900" y="485495"/>
                  <a:pt x="1447520" y="523875"/>
                  <a:pt x="1400175" y="523875"/>
                </a:cubicBezTo>
                <a:lnTo>
                  <a:pt x="85725" y="523875"/>
                </a:lnTo>
                <a:cubicBezTo>
                  <a:pt x="38380" y="523875"/>
                  <a:pt x="0" y="485495"/>
                  <a:pt x="0" y="438150"/>
                </a:cubicBezTo>
                <a:lnTo>
                  <a:pt x="0" y="85725"/>
                </a:lnTo>
                <a:cubicBezTo>
                  <a:pt x="0" y="38380"/>
                  <a:pt x="38380" y="0"/>
                  <a:pt x="85725" y="0"/>
                </a:cubicBezTo>
                <a:close/>
              </a:path>
            </a:pathLst>
          </a:custGeom>
          <a:solidFill xmlns:a="http://schemas.openxmlformats.org/drawingml/2006/main">
            <a:srgbClr val="FFFFFF"/>
          </a:solidFill>
          <a:ln xmlns:a="http://schemas.openxmlformats.org/drawingml/2006/main" w="11430">
            <a:solidFill>
              <a:srgbClr val="999999"/>
            </a:solidFill>
            <a:prstDash val="dash"/>
          </a:ln>
        </p:spPr>
      </p:sp>
      <p:pic>
        <p:nvPicPr>
          <p:cNvPr id="78" name="">
            <a:extLst xmlns:a="http://schemas.openxmlformats.org/drawingml/2006/main">
              <a:ext uri="{FF2B5EF4-FFF2-40B4-BE49-F238E27FC236}">
                <a16:creationId xmlns:a16="http://schemas.microsoft.com/office/drawing/2014/main" id="{B534B86A-D9BF-4D02-9EE3-6A9CCC75B103}"/>
              </a:ext>
            </a:extLst>
          </p:cNvPr>
          <p:cNvPicPr>
            <a:picLocks xmlns:a="http://schemas.openxmlformats.org/drawingml/2006/main" noChangeAspect="1"/>
          </p:cNvPicPr>
          <p:nvPr/>
        </p:nvPicPr>
        <p:blipFill>
          <a:blip xmlns:r="http://schemas.openxmlformats.org/officeDocument/2006/relationships" xmlns:a="http://schemas.openxmlformats.org/drawingml/2006/main" r:embed="Rbf102376989a4626"/>
          <a:stretch xmlns:a="http://schemas.openxmlformats.org/drawingml/2006/main"/>
        </p:blipFill>
        <p:spPr>
          <a:xfrm xmlns:a="http://schemas.openxmlformats.org/drawingml/2006/main">
            <a:off x="2219325" y="4845117"/>
            <a:ext cx="600075" cy="625341"/>
          </a:xfrm>
          <a:prstGeom xmlns:a="http://schemas.openxmlformats.org/drawingml/2006/main" prst="rect">
            <a:avLst/>
          </a:prstGeom>
        </p:spPr>
      </p:pic>
      <p:sp>
        <p:nvSpPr>
          <p:cNvPr id="79" name="Toolbox to planner">
            <a:extLst xmlns:a="http://schemas.openxmlformats.org/drawingml/2006/main">
              <a:ext uri="{FF2B5EF4-FFF2-40B4-BE49-F238E27FC236}">
                <a16:creationId xmlns:a16="http://schemas.microsoft.com/office/drawing/2014/main" id="{18E1922F-0061-45E3-A16A-CFB04634C85C}"/>
              </a:ext>
            </a:extLst>
          </p:cNvPr>
          <p:cNvSpPr>
            <a:spLocks xmlns:a="http://schemas.openxmlformats.org/drawingml/2006/main" noGrp="1"/>
          </p:cNvSpPr>
          <p:nvPr/>
        </p:nvSpPr>
        <p:spPr>
          <a:xfrm xmlns:a="http://schemas.openxmlformats.org/drawingml/2006/main">
            <a:off x="4476750" y="4910138"/>
            <a:ext cx="428625" cy="447675"/>
          </a:xfrm>
          <a:custGeom xmlns:a="http://schemas.openxmlformats.org/drawingml/2006/main">
            <a:pathLst>
              <a:path w="428625" h="447675">
                <a:moveTo>
                  <a:pt x="428625" y="104775"/>
                </a:moveTo>
                <a:lnTo>
                  <a:pt x="209550" y="104775"/>
                </a:lnTo>
                <a:lnTo>
                  <a:pt x="209550" y="0"/>
                </a:lnTo>
                <a:lnTo>
                  <a:pt x="0" y="228600"/>
                </a:lnTo>
                <a:lnTo>
                  <a:pt x="209550" y="447675"/>
                </a:lnTo>
                <a:lnTo>
                  <a:pt x="209550" y="333375"/>
                </a:lnTo>
                <a:lnTo>
                  <a:pt x="428625" y="333375"/>
                </a:lnTo>
                <a:close/>
              </a:path>
            </a:pathLst>
          </a:custGeom>
          <a:solidFill xmlns:a="http://schemas.openxmlformats.org/drawingml/2006/main">
            <a:srgbClr val="2EAF9F"/>
          </a:solidFill>
          <a:ln xmlns:a="http://schemas.openxmlformats.org/drawingml/2006/main" w="9525">
            <a:noFill/>
            <a:prstDash val="solid"/>
          </a:ln>
        </p:spPr>
      </p:sp>
      <p:sp>
        <p:nvSpPr>
          <p:cNvPr id="80" name="Input top down arrow">
            <a:extLst xmlns:a="http://schemas.openxmlformats.org/drawingml/2006/main">
              <a:ext uri="{FF2B5EF4-FFF2-40B4-BE49-F238E27FC236}">
                <a16:creationId xmlns:a16="http://schemas.microsoft.com/office/drawing/2014/main" id="{EAC138C9-733E-4623-A368-6EF586EDC1D4}"/>
              </a:ext>
            </a:extLst>
          </p:cNvPr>
          <p:cNvSpPr>
            <a:spLocks xmlns:a="http://schemas.openxmlformats.org/drawingml/2006/main" noGrp="1"/>
          </p:cNvSpPr>
          <p:nvPr/>
        </p:nvSpPr>
        <p:spPr>
          <a:xfrm xmlns:a="http://schemas.openxmlformats.org/drawingml/2006/main">
            <a:off x="1438275" y="4367213"/>
            <a:ext cx="457200" cy="485775"/>
          </a:xfrm>
          <a:custGeom xmlns:a="http://schemas.openxmlformats.org/drawingml/2006/main">
            <a:pathLst>
              <a:path w="457200" h="485775">
                <a:moveTo>
                  <a:pt x="114300" y="0"/>
                </a:moveTo>
                <a:lnTo>
                  <a:pt x="333375" y="0"/>
                </a:lnTo>
                <a:lnTo>
                  <a:pt x="333375" y="266700"/>
                </a:lnTo>
                <a:lnTo>
                  <a:pt x="457200" y="266700"/>
                </a:lnTo>
                <a:lnTo>
                  <a:pt x="228600" y="485775"/>
                </a:lnTo>
                <a:lnTo>
                  <a:pt x="0" y="266700"/>
                </a:lnTo>
                <a:lnTo>
                  <a:pt x="114300" y="266700"/>
                </a:lnTo>
                <a:close/>
              </a:path>
            </a:pathLst>
          </a:custGeom>
          <a:solidFill xmlns:a="http://schemas.openxmlformats.org/drawingml/2006/main">
            <a:srgbClr val="888888"/>
          </a:solidFill>
          <a:ln xmlns:a="http://schemas.openxmlformats.org/drawingml/2006/main" w="9525">
            <a:noFill/>
            <a:prstDash val="solid"/>
          </a:ln>
        </p:spPr>
      </p:sp>
      <p:sp>
        <p:nvSpPr>
          <p:cNvPr id="81" name="Input bottom up arrow">
            <a:extLst xmlns:a="http://schemas.openxmlformats.org/drawingml/2006/main">
              <a:ext uri="{FF2B5EF4-FFF2-40B4-BE49-F238E27FC236}">
                <a16:creationId xmlns:a16="http://schemas.microsoft.com/office/drawing/2014/main" id="{E4C89EC6-B577-4A4D-B0C8-3156AA3F7A5C}"/>
              </a:ext>
            </a:extLst>
          </p:cNvPr>
          <p:cNvSpPr>
            <a:spLocks xmlns:a="http://schemas.openxmlformats.org/drawingml/2006/main" noGrp="1"/>
          </p:cNvSpPr>
          <p:nvPr/>
        </p:nvSpPr>
        <p:spPr>
          <a:xfrm xmlns:a="http://schemas.openxmlformats.org/drawingml/2006/main">
            <a:off x="1438275" y="5443538"/>
            <a:ext cx="457200" cy="485775"/>
          </a:xfrm>
          <a:custGeom xmlns:a="http://schemas.openxmlformats.org/drawingml/2006/main">
            <a:pathLst>
              <a:path w="457200" h="485775">
                <a:moveTo>
                  <a:pt x="114300" y="485775"/>
                </a:moveTo>
                <a:lnTo>
                  <a:pt x="333375" y="485775"/>
                </a:lnTo>
                <a:lnTo>
                  <a:pt x="333375" y="219075"/>
                </a:lnTo>
                <a:lnTo>
                  <a:pt x="457200" y="219075"/>
                </a:lnTo>
                <a:lnTo>
                  <a:pt x="228600" y="0"/>
                </a:lnTo>
                <a:lnTo>
                  <a:pt x="0" y="219075"/>
                </a:lnTo>
                <a:lnTo>
                  <a:pt x="114300" y="219075"/>
                </a:lnTo>
                <a:close/>
              </a:path>
            </a:pathLst>
          </a:custGeom>
          <a:solidFill xmlns:a="http://schemas.openxmlformats.org/drawingml/2006/main">
            <a:srgbClr val="888888"/>
          </a:solidFill>
          <a:ln xmlns:a="http://schemas.openxmlformats.org/drawingml/2006/main" w="9525">
            <a:noFill/>
            <a:prstDash val="solid"/>
          </a:ln>
        </p:spPr>
      </p:sp>
      <p:sp>
        <p:nvSpPr>
          <p:cNvPr id="82" name="Planner action top arrow">
            <a:extLst xmlns:a="http://schemas.openxmlformats.org/drawingml/2006/main">
              <a:ext uri="{FF2B5EF4-FFF2-40B4-BE49-F238E27FC236}">
                <a16:creationId xmlns:a16="http://schemas.microsoft.com/office/drawing/2014/main" id="{C70CE340-9021-4E61-83F3-E61388583730}"/>
              </a:ext>
            </a:extLst>
          </p:cNvPr>
          <p:cNvSpPr>
            <a:spLocks xmlns:a="http://schemas.openxmlformats.org/drawingml/2006/main" noGrp="1"/>
          </p:cNvSpPr>
          <p:nvPr/>
        </p:nvSpPr>
        <p:spPr>
          <a:xfrm xmlns:a="http://schemas.openxmlformats.org/drawingml/2006/main">
            <a:off x="3686175" y="4367213"/>
            <a:ext cx="485775" cy="504825"/>
          </a:xfrm>
          <a:custGeom xmlns:a="http://schemas.openxmlformats.org/drawingml/2006/main">
            <a:pathLst>
              <a:path w="485775" h="504825">
                <a:moveTo>
                  <a:pt x="133350" y="504825"/>
                </a:moveTo>
                <a:lnTo>
                  <a:pt x="352425" y="504825"/>
                </a:lnTo>
                <a:lnTo>
                  <a:pt x="352425" y="228600"/>
                </a:lnTo>
                <a:lnTo>
                  <a:pt x="485775" y="228600"/>
                </a:lnTo>
                <a:lnTo>
                  <a:pt x="238125" y="0"/>
                </a:lnTo>
                <a:lnTo>
                  <a:pt x="0" y="228600"/>
                </a:lnTo>
                <a:lnTo>
                  <a:pt x="133350" y="228600"/>
                </a:lnTo>
                <a:close/>
              </a:path>
            </a:pathLst>
          </a:custGeom>
          <a:solidFill xmlns:a="http://schemas.openxmlformats.org/drawingml/2006/main">
            <a:srgbClr val="FFC000"/>
          </a:solidFill>
          <a:ln xmlns:a="http://schemas.openxmlformats.org/drawingml/2006/main" w="9525">
            <a:noFill/>
            <a:prstDash val="solid"/>
          </a:ln>
        </p:spPr>
      </p:sp>
      <p:sp>
        <p:nvSpPr>
          <p:cNvPr id="83" name="Planner action bottom arrow">
            <a:extLst xmlns:a="http://schemas.openxmlformats.org/drawingml/2006/main">
              <a:ext uri="{FF2B5EF4-FFF2-40B4-BE49-F238E27FC236}">
                <a16:creationId xmlns:a16="http://schemas.microsoft.com/office/drawing/2014/main" id="{2110E53B-843F-4D28-B583-96FB38F9ACE7}"/>
              </a:ext>
            </a:extLst>
          </p:cNvPr>
          <p:cNvSpPr>
            <a:spLocks xmlns:a="http://schemas.openxmlformats.org/drawingml/2006/main" noGrp="1"/>
          </p:cNvSpPr>
          <p:nvPr/>
        </p:nvSpPr>
        <p:spPr>
          <a:xfrm xmlns:a="http://schemas.openxmlformats.org/drawingml/2006/main">
            <a:off x="3686175" y="5424488"/>
            <a:ext cx="485775" cy="733425"/>
          </a:xfrm>
          <a:custGeom xmlns:a="http://schemas.openxmlformats.org/drawingml/2006/main">
            <a:pathLst>
              <a:path w="485775" h="733425">
                <a:moveTo>
                  <a:pt x="133350" y="0"/>
                </a:moveTo>
                <a:lnTo>
                  <a:pt x="352425" y="0"/>
                </a:lnTo>
                <a:lnTo>
                  <a:pt x="352425" y="495300"/>
                </a:lnTo>
                <a:lnTo>
                  <a:pt x="485775" y="495300"/>
                </a:lnTo>
                <a:lnTo>
                  <a:pt x="238125" y="733425"/>
                </a:lnTo>
                <a:lnTo>
                  <a:pt x="0" y="495300"/>
                </a:lnTo>
                <a:lnTo>
                  <a:pt x="133350" y="495300"/>
                </a:lnTo>
                <a:close/>
              </a:path>
            </a:pathLst>
          </a:custGeom>
          <a:solidFill xmlns:a="http://schemas.openxmlformats.org/drawingml/2006/main">
            <a:srgbClr val="FFC000"/>
          </a:solidFill>
          <a:ln xmlns:a="http://schemas.openxmlformats.org/drawingml/2006/main" w="9525">
            <a:noFill/>
            <a:prstDash val="solid"/>
          </a:ln>
        </p:spPr>
      </p:sp>
      <p:pic>
        <p:nvPicPr>
          <p:cNvPr id="84" name="">
            <a:extLst xmlns:a="http://schemas.openxmlformats.org/drawingml/2006/main">
              <a:ext uri="{FF2B5EF4-FFF2-40B4-BE49-F238E27FC236}">
                <a16:creationId xmlns:a16="http://schemas.microsoft.com/office/drawing/2014/main" id="{122B2F29-2A83-4A8A-A250-82B0E1D0E3EF}"/>
              </a:ext>
            </a:extLst>
          </p:cNvPr>
          <p:cNvPicPr>
            <a:picLocks xmlns:a="http://schemas.openxmlformats.org/drawingml/2006/main" noChangeAspect="1"/>
          </p:cNvPicPr>
          <p:nvPr/>
        </p:nvPicPr>
        <p:blipFill>
          <a:blip xmlns:r="http://schemas.openxmlformats.org/officeDocument/2006/relationships" xmlns:a="http://schemas.openxmlformats.org/drawingml/2006/main" r:embed="R2b8d93b8fbb146cc"/>
          <a:stretch xmlns:a="http://schemas.openxmlformats.org/drawingml/2006/main"/>
        </p:blipFill>
        <p:spPr>
          <a:xfrm xmlns:a="http://schemas.openxmlformats.org/drawingml/2006/main">
            <a:off x="249238" y="2262188"/>
            <a:ext cx="330200" cy="361950"/>
          </a:xfrm>
          <a:prstGeom xmlns:a="http://schemas.openxmlformats.org/drawingml/2006/main" prst="rect">
            <a:avLst/>
          </a:prstGeom>
        </p:spPr>
      </p:pic>
      <p:pic>
        <p:nvPicPr>
          <p:cNvPr id="85" name="">
            <a:extLst xmlns:a="http://schemas.openxmlformats.org/drawingml/2006/main">
              <a:ext uri="{FF2B5EF4-FFF2-40B4-BE49-F238E27FC236}">
                <a16:creationId xmlns:a16="http://schemas.microsoft.com/office/drawing/2014/main" id="{740E8A75-0A56-4DB3-8BC0-67F48FDE14D8}"/>
              </a:ext>
            </a:extLst>
          </p:cNvPr>
          <p:cNvPicPr>
            <a:picLocks xmlns:a="http://schemas.openxmlformats.org/drawingml/2006/main" noChangeAspect="1"/>
          </p:cNvPicPr>
          <p:nvPr/>
        </p:nvPicPr>
        <p:blipFill>
          <a:blip xmlns:r="http://schemas.openxmlformats.org/officeDocument/2006/relationships" xmlns:a="http://schemas.openxmlformats.org/drawingml/2006/main" r:embed="Rb7e54b7e43ca473c"/>
          <a:stretch xmlns:a="http://schemas.openxmlformats.org/drawingml/2006/main"/>
        </p:blipFill>
        <p:spPr>
          <a:xfrm xmlns:a="http://schemas.openxmlformats.org/drawingml/2006/main">
            <a:off x="250637" y="6376988"/>
            <a:ext cx="327402" cy="371475"/>
          </a:xfrm>
          <a:prstGeom xmlns:a="http://schemas.openxmlformats.org/drawingml/2006/main" prst="rect">
            <a:avLst/>
          </a:prstGeom>
        </p:spPr>
      </p:pic>
      <p:pic>
        <p:nvPicPr>
          <p:cNvPr id="86" name="">
            <a:extLst xmlns:a="http://schemas.openxmlformats.org/drawingml/2006/main">
              <a:ext uri="{FF2B5EF4-FFF2-40B4-BE49-F238E27FC236}">
                <a16:creationId xmlns:a16="http://schemas.microsoft.com/office/drawing/2014/main" id="{48552FC3-553A-4282-95A5-72858915B3A4}"/>
              </a:ext>
            </a:extLst>
          </p:cNvPr>
          <p:cNvPicPr>
            <a:picLocks xmlns:a="http://schemas.openxmlformats.org/drawingml/2006/main" noChangeAspect="1"/>
          </p:cNvPicPr>
          <p:nvPr/>
        </p:nvPicPr>
        <p:blipFill>
          <a:blip xmlns:r="http://schemas.openxmlformats.org/officeDocument/2006/relationships" xmlns:a="http://schemas.openxmlformats.org/drawingml/2006/main" r:embed="R070321b9d92d4def"/>
          <a:stretch xmlns:a="http://schemas.openxmlformats.org/drawingml/2006/main"/>
        </p:blipFill>
        <p:spPr>
          <a:xfrm xmlns:a="http://schemas.openxmlformats.org/drawingml/2006/main">
            <a:off x="1763713" y="6443663"/>
            <a:ext cx="330200" cy="342900"/>
          </a:xfrm>
          <a:prstGeom xmlns:a="http://schemas.openxmlformats.org/drawingml/2006/main" prst="rect">
            <a:avLst/>
          </a:prstGeom>
        </p:spPr>
      </p:pic>
      <p:pic>
        <p:nvPicPr>
          <p:cNvPr id="87" name="">
            <a:extLst xmlns:a="http://schemas.openxmlformats.org/drawingml/2006/main">
              <a:ext uri="{FF2B5EF4-FFF2-40B4-BE49-F238E27FC236}">
                <a16:creationId xmlns:a16="http://schemas.microsoft.com/office/drawing/2014/main" id="{B2BCC6E0-7A62-4D3E-9E4E-596BA122E77A}"/>
              </a:ext>
            </a:extLst>
          </p:cNvPr>
          <p:cNvPicPr>
            <a:picLocks xmlns:a="http://schemas.openxmlformats.org/drawingml/2006/main" noChangeAspect="1"/>
          </p:cNvPicPr>
          <p:nvPr/>
        </p:nvPicPr>
        <p:blipFill>
          <a:blip xmlns:r="http://schemas.openxmlformats.org/officeDocument/2006/relationships" xmlns:a="http://schemas.openxmlformats.org/drawingml/2006/main" r:embed="R0dd0208359654ad1"/>
          <a:stretch xmlns:a="http://schemas.openxmlformats.org/drawingml/2006/main"/>
        </p:blipFill>
        <p:spPr>
          <a:xfrm xmlns:a="http://schemas.openxmlformats.org/drawingml/2006/main">
            <a:off x="1038225" y="5129213"/>
            <a:ext cx="190500" cy="209550"/>
          </a:xfrm>
          <a:prstGeom xmlns:a="http://schemas.openxmlformats.org/drawingml/2006/main" prst="rect">
            <a:avLst/>
          </a:prstGeom>
        </p:spPr>
      </p:pic>
      <p:pic>
        <p:nvPicPr>
          <p:cNvPr id="88" name="">
            <a:extLst xmlns:a="http://schemas.openxmlformats.org/drawingml/2006/main">
              <a:ext uri="{FF2B5EF4-FFF2-40B4-BE49-F238E27FC236}">
                <a16:creationId xmlns:a16="http://schemas.microsoft.com/office/drawing/2014/main" id="{89E63F51-B7C1-4FB3-8F0B-E49FB838F65F}"/>
              </a:ext>
            </a:extLst>
          </p:cNvPr>
          <p:cNvPicPr>
            <a:picLocks xmlns:a="http://schemas.openxmlformats.org/drawingml/2006/main" noChangeAspect="1"/>
          </p:cNvPicPr>
          <p:nvPr/>
        </p:nvPicPr>
        <p:blipFill>
          <a:blip xmlns:r="http://schemas.openxmlformats.org/officeDocument/2006/relationships" xmlns:a="http://schemas.openxmlformats.org/drawingml/2006/main" r:embed="Rf60629dbf36746bd"/>
          <a:stretch xmlns:a="http://schemas.openxmlformats.org/drawingml/2006/main"/>
        </p:blipFill>
        <p:spPr>
          <a:xfrm xmlns:a="http://schemas.openxmlformats.org/drawingml/2006/main">
            <a:off x="1600200" y="5129213"/>
            <a:ext cx="228600" cy="209550"/>
          </a:xfrm>
          <a:prstGeom xmlns:a="http://schemas.openxmlformats.org/drawingml/2006/main" prst="rect">
            <a:avLst/>
          </a:prstGeom>
        </p:spPr>
      </p:pic>
      <p:pic>
        <p:nvPicPr>
          <p:cNvPr id="89" name="">
            <a:extLst xmlns:a="http://schemas.openxmlformats.org/drawingml/2006/main">
              <a:ext uri="{FF2B5EF4-FFF2-40B4-BE49-F238E27FC236}">
                <a16:creationId xmlns:a16="http://schemas.microsoft.com/office/drawing/2014/main" id="{DDE3CF46-3088-4583-8D17-20EE4F8F42AA}"/>
              </a:ext>
            </a:extLst>
          </p:cNvPr>
          <p:cNvPicPr>
            <a:picLocks xmlns:a="http://schemas.openxmlformats.org/drawingml/2006/main" noChangeAspect="1"/>
          </p:cNvPicPr>
          <p:nvPr/>
        </p:nvPicPr>
        <p:blipFill>
          <a:blip xmlns:r="http://schemas.openxmlformats.org/officeDocument/2006/relationships" xmlns:a="http://schemas.openxmlformats.org/drawingml/2006/main" r:embed="R5b92af2eac5d4585"/>
          <a:stretch xmlns:a="http://schemas.openxmlformats.org/drawingml/2006/main"/>
        </p:blipFill>
        <p:spPr>
          <a:xfrm xmlns:a="http://schemas.openxmlformats.org/drawingml/2006/main">
            <a:off x="5070475" y="1795463"/>
            <a:ext cx="374650" cy="400050"/>
          </a:xfrm>
          <a:prstGeom xmlns:a="http://schemas.openxmlformats.org/drawingml/2006/main" prst="rect">
            <a:avLst/>
          </a:prstGeom>
        </p:spPr>
      </p:pic>
      <p:pic>
        <p:nvPicPr>
          <p:cNvPr id="90" name="">
            <a:extLst xmlns:a="http://schemas.openxmlformats.org/drawingml/2006/main">
              <a:ext uri="{FF2B5EF4-FFF2-40B4-BE49-F238E27FC236}">
                <a16:creationId xmlns:a16="http://schemas.microsoft.com/office/drawing/2014/main" id="{1277ADFB-57A3-49DE-83A2-A403FE72AF5F}"/>
              </a:ext>
            </a:extLst>
          </p:cNvPr>
          <p:cNvPicPr>
            <a:picLocks xmlns:a="http://schemas.openxmlformats.org/drawingml/2006/main" noChangeAspect="1"/>
          </p:cNvPicPr>
          <p:nvPr/>
        </p:nvPicPr>
        <p:blipFill>
          <a:blip xmlns:r="http://schemas.openxmlformats.org/officeDocument/2006/relationships" xmlns:a="http://schemas.openxmlformats.org/drawingml/2006/main" r:embed="R3c0e31343aac4832"/>
          <a:stretch xmlns:a="http://schemas.openxmlformats.org/drawingml/2006/main"/>
        </p:blipFill>
        <p:spPr>
          <a:xfrm xmlns:a="http://schemas.openxmlformats.org/drawingml/2006/main">
            <a:off x="9248775" y="1797076"/>
            <a:ext cx="390525" cy="396824"/>
          </a:xfrm>
          <a:prstGeom xmlns:a="http://schemas.openxmlformats.org/drawingml/2006/main" prst="rect">
            <a:avLst/>
          </a:prstGeom>
        </p:spPr>
      </p:pic>
      <p:pic>
        <p:nvPicPr>
          <p:cNvPr id="91" name="">
            <a:extLst xmlns:a="http://schemas.openxmlformats.org/drawingml/2006/main">
              <a:ext uri="{FF2B5EF4-FFF2-40B4-BE49-F238E27FC236}">
                <a16:creationId xmlns:a16="http://schemas.microsoft.com/office/drawing/2014/main" id="{B894C6E6-5156-433D-BD3A-5CB1FD367E1E}"/>
              </a:ext>
            </a:extLst>
          </p:cNvPr>
          <p:cNvPicPr>
            <a:picLocks xmlns:a="http://schemas.openxmlformats.org/drawingml/2006/main" noChangeAspect="1"/>
          </p:cNvPicPr>
          <p:nvPr/>
        </p:nvPicPr>
        <p:blipFill>
          <a:blip xmlns:r="http://schemas.openxmlformats.org/officeDocument/2006/relationships" xmlns:a="http://schemas.openxmlformats.org/drawingml/2006/main" r:embed="R1973e30399fd4323"/>
          <a:stretch xmlns:a="http://schemas.openxmlformats.org/drawingml/2006/main"/>
        </p:blipFill>
        <p:spPr>
          <a:xfrm xmlns:a="http://schemas.openxmlformats.org/drawingml/2006/main">
            <a:off x="11526838" y="1795463"/>
            <a:ext cx="387350" cy="400050"/>
          </a:xfrm>
          <a:prstGeom xmlns:a="http://schemas.openxmlformats.org/drawingml/2006/main" prst="rect">
            <a:avLst/>
          </a:prstGeom>
        </p:spPr>
      </p:pic>
      <p:pic>
        <p:nvPicPr>
          <p:cNvPr id="92" name="">
            <a:extLst xmlns:a="http://schemas.openxmlformats.org/drawingml/2006/main">
              <a:ext uri="{FF2B5EF4-FFF2-40B4-BE49-F238E27FC236}">
                <a16:creationId xmlns:a16="http://schemas.microsoft.com/office/drawing/2014/main" id="{A3E07F6B-1A42-4EC7-A817-3072CF46E30B}"/>
              </a:ext>
            </a:extLst>
          </p:cNvPr>
          <p:cNvPicPr>
            <a:picLocks xmlns:a="http://schemas.openxmlformats.org/drawingml/2006/main" noChangeAspect="1"/>
          </p:cNvPicPr>
          <p:nvPr/>
        </p:nvPicPr>
        <p:blipFill>
          <a:blip xmlns:r="http://schemas.openxmlformats.org/officeDocument/2006/relationships" xmlns:a="http://schemas.openxmlformats.org/drawingml/2006/main" r:embed="R45b06432ffee405c"/>
          <a:stretch xmlns:a="http://schemas.openxmlformats.org/drawingml/2006/main"/>
        </p:blipFill>
        <p:spPr>
          <a:xfrm xmlns:a="http://schemas.openxmlformats.org/drawingml/2006/main">
            <a:off x="13258800" y="1795463"/>
            <a:ext cx="381000" cy="400050"/>
          </a:xfrm>
          <a:prstGeom xmlns:a="http://schemas.openxmlformats.org/drawingml/2006/main" prst="rect">
            <a:avLst/>
          </a:prstGeom>
        </p:spPr>
      </p:pic>
      <p:pic>
        <p:nvPicPr>
          <p:cNvPr id="93" name="">
            <a:extLst xmlns:a="http://schemas.openxmlformats.org/drawingml/2006/main">
              <a:ext uri="{FF2B5EF4-FFF2-40B4-BE49-F238E27FC236}">
                <a16:creationId xmlns:a16="http://schemas.microsoft.com/office/drawing/2014/main" id="{30E9A869-50E5-4FF8-A99D-C6268E93C468}"/>
              </a:ext>
            </a:extLst>
          </p:cNvPr>
          <p:cNvPicPr>
            <a:picLocks xmlns:a="http://schemas.openxmlformats.org/drawingml/2006/main" noChangeAspect="1"/>
          </p:cNvPicPr>
          <p:nvPr/>
        </p:nvPicPr>
        <p:blipFill>
          <a:blip xmlns:r="http://schemas.openxmlformats.org/officeDocument/2006/relationships" xmlns:a="http://schemas.openxmlformats.org/drawingml/2006/main" r:embed="Rea35f48426fd48ee"/>
          <a:stretch xmlns:a="http://schemas.openxmlformats.org/drawingml/2006/main"/>
        </p:blipFill>
        <p:spPr>
          <a:xfrm xmlns:a="http://schemas.openxmlformats.org/drawingml/2006/main">
            <a:off x="16813213" y="1795463"/>
            <a:ext cx="387350" cy="400050"/>
          </a:xfrm>
          <a:prstGeom xmlns:a="http://schemas.openxmlformats.org/drawingml/2006/main" prst="rect">
            <a:avLst/>
          </a:prstGeom>
        </p:spPr>
      </p:pic>
      <p:pic>
        <p:nvPicPr>
          <p:cNvPr id="94" name="">
            <a:extLst xmlns:a="http://schemas.openxmlformats.org/drawingml/2006/main">
              <a:ext uri="{FF2B5EF4-FFF2-40B4-BE49-F238E27FC236}">
                <a16:creationId xmlns:a16="http://schemas.microsoft.com/office/drawing/2014/main" id="{AA550322-A448-48B2-B6B7-C01E614D0905}"/>
              </a:ext>
            </a:extLst>
          </p:cNvPr>
          <p:cNvPicPr>
            <a:picLocks xmlns:a="http://schemas.openxmlformats.org/drawingml/2006/main" noChangeAspect="1"/>
          </p:cNvPicPr>
          <p:nvPr/>
        </p:nvPicPr>
        <p:blipFill>
          <a:blip xmlns:r="http://schemas.openxmlformats.org/officeDocument/2006/relationships" xmlns:a="http://schemas.openxmlformats.org/drawingml/2006/main" r:embed="Rf43ce23d89644f66"/>
          <a:stretch xmlns:a="http://schemas.openxmlformats.org/drawingml/2006/main"/>
        </p:blipFill>
        <p:spPr>
          <a:xfrm xmlns:a="http://schemas.openxmlformats.org/drawingml/2006/main">
            <a:off x="5071986" y="6034088"/>
            <a:ext cx="371629" cy="390525"/>
          </a:xfrm>
          <a:prstGeom xmlns:a="http://schemas.openxmlformats.org/drawingml/2006/main" prst="rect">
            <a:avLst/>
          </a:prstGeom>
        </p:spPr>
      </p:pic>
      <p:pic>
        <p:nvPicPr>
          <p:cNvPr id="95" name="">
            <a:extLst xmlns:a="http://schemas.openxmlformats.org/drawingml/2006/main">
              <a:ext uri="{FF2B5EF4-FFF2-40B4-BE49-F238E27FC236}">
                <a16:creationId xmlns:a16="http://schemas.microsoft.com/office/drawing/2014/main" id="{AF84ACD1-CBD1-4F9B-858B-934137E43259}"/>
              </a:ext>
            </a:extLst>
          </p:cNvPr>
          <p:cNvPicPr>
            <a:picLocks xmlns:a="http://schemas.openxmlformats.org/drawingml/2006/main" noChangeAspect="1"/>
          </p:cNvPicPr>
          <p:nvPr/>
        </p:nvPicPr>
        <p:blipFill>
          <a:blip xmlns:r="http://schemas.openxmlformats.org/officeDocument/2006/relationships" xmlns:a="http://schemas.openxmlformats.org/drawingml/2006/main" r:embed="Red48cadac9ce4daf"/>
          <a:stretch xmlns:a="http://schemas.openxmlformats.org/drawingml/2006/main"/>
        </p:blipFill>
        <p:spPr>
          <a:xfrm xmlns:a="http://schemas.openxmlformats.org/drawingml/2006/main">
            <a:off x="7964513" y="6034088"/>
            <a:ext cx="396824" cy="390525"/>
          </a:xfrm>
          <a:prstGeom xmlns:a="http://schemas.openxmlformats.org/drawingml/2006/main" prst="rect">
            <a:avLst/>
          </a:prstGeom>
        </p:spPr>
      </p:pic>
      <p:pic>
        <p:nvPicPr>
          <p:cNvPr id="96" name="">
            <a:extLst xmlns:a="http://schemas.openxmlformats.org/drawingml/2006/main">
              <a:ext uri="{FF2B5EF4-FFF2-40B4-BE49-F238E27FC236}">
                <a16:creationId xmlns:a16="http://schemas.microsoft.com/office/drawing/2014/main" id="{9222931C-9714-43EE-AF1F-E7EA4CBD7D40}"/>
              </a:ext>
            </a:extLst>
          </p:cNvPr>
          <p:cNvPicPr>
            <a:picLocks xmlns:a="http://schemas.openxmlformats.org/drawingml/2006/main" noChangeAspect="1"/>
          </p:cNvPicPr>
          <p:nvPr/>
        </p:nvPicPr>
        <p:blipFill>
          <a:blip xmlns:r="http://schemas.openxmlformats.org/officeDocument/2006/relationships" xmlns:a="http://schemas.openxmlformats.org/drawingml/2006/main" r:embed="R16cf0732efca4dcf"/>
          <a:stretch xmlns:a="http://schemas.openxmlformats.org/drawingml/2006/main"/>
        </p:blipFill>
        <p:spPr>
          <a:xfrm xmlns:a="http://schemas.openxmlformats.org/drawingml/2006/main">
            <a:off x="13260336" y="6034088"/>
            <a:ext cx="377927" cy="390525"/>
          </a:xfrm>
          <a:prstGeom xmlns:a="http://schemas.openxmlformats.org/drawingml/2006/main" prst="rect">
            <a:avLst/>
          </a:prstGeom>
        </p:spPr>
      </p:pic>
      <p:pic>
        <p:nvPicPr>
          <p:cNvPr id="97" name="">
            <a:extLst xmlns:a="http://schemas.openxmlformats.org/drawingml/2006/main">
              <a:ext uri="{FF2B5EF4-FFF2-40B4-BE49-F238E27FC236}">
                <a16:creationId xmlns:a16="http://schemas.microsoft.com/office/drawing/2014/main" id="{ACA21E7D-8A15-4BA6-8D84-7A5CF019A0B4}"/>
              </a:ext>
            </a:extLst>
          </p:cNvPr>
          <p:cNvPicPr>
            <a:picLocks xmlns:a="http://schemas.openxmlformats.org/drawingml/2006/main" noChangeAspect="1"/>
          </p:cNvPicPr>
          <p:nvPr/>
        </p:nvPicPr>
        <p:blipFill>
          <a:blip xmlns:r="http://schemas.openxmlformats.org/officeDocument/2006/relationships" xmlns:a="http://schemas.openxmlformats.org/drawingml/2006/main" r:embed="Rd434565a581d41a0"/>
          <a:stretch xmlns:a="http://schemas.openxmlformats.org/drawingml/2006/main"/>
        </p:blipFill>
        <p:spPr>
          <a:xfrm xmlns:a="http://schemas.openxmlformats.org/drawingml/2006/main">
            <a:off x="16814774" y="6034088"/>
            <a:ext cx="384226" cy="390525"/>
          </a:xfrm>
          <a:prstGeom xmlns:a="http://schemas.openxmlformats.org/drawingml/2006/main" prst="rect">
            <a:avLst/>
          </a:prstGeom>
        </p:spPr>
      </p:pic>
      <p:pic>
        <p:nvPicPr>
          <p:cNvPr id="98" name="">
            <a:extLst xmlns:a="http://schemas.openxmlformats.org/drawingml/2006/main">
              <a:ext uri="{FF2B5EF4-FFF2-40B4-BE49-F238E27FC236}">
                <a16:creationId xmlns:a16="http://schemas.microsoft.com/office/drawing/2014/main" id="{944CECD0-9ABE-4278-864B-4A7259F00112}"/>
              </a:ext>
            </a:extLst>
          </p:cNvPr>
          <p:cNvPicPr>
            <a:picLocks xmlns:a="http://schemas.openxmlformats.org/drawingml/2006/main" noChangeAspect="1"/>
          </p:cNvPicPr>
          <p:nvPr/>
        </p:nvPicPr>
        <p:blipFill>
          <a:blip xmlns:r="http://schemas.openxmlformats.org/officeDocument/2006/relationships" xmlns:a="http://schemas.openxmlformats.org/drawingml/2006/main" r:embed="R558e2bc782284552"/>
          <a:stretch xmlns:a="http://schemas.openxmlformats.org/drawingml/2006/main"/>
        </p:blipFill>
        <p:spPr>
          <a:xfrm xmlns:a="http://schemas.openxmlformats.org/drawingml/2006/main">
            <a:off x="9296400" y="2312988"/>
            <a:ext cx="381000" cy="355600"/>
          </a:xfrm>
          <a:prstGeom xmlns:a="http://schemas.openxmlformats.org/drawingml/2006/main" prst="rect">
            <a:avLst/>
          </a:prstGeom>
        </p:spPr>
      </p:pic>
      <p:pic>
        <p:nvPicPr>
          <p:cNvPr id="99" name="">
            <a:extLst xmlns:a="http://schemas.openxmlformats.org/drawingml/2006/main">
              <a:ext uri="{FF2B5EF4-FFF2-40B4-BE49-F238E27FC236}">
                <a16:creationId xmlns:a16="http://schemas.microsoft.com/office/drawing/2014/main" id="{A1E483B5-D7F9-48B4-A359-10979E2AA06A}"/>
              </a:ext>
            </a:extLst>
          </p:cNvPr>
          <p:cNvPicPr>
            <a:picLocks xmlns:a="http://schemas.openxmlformats.org/drawingml/2006/main" noChangeAspect="1"/>
          </p:cNvPicPr>
          <p:nvPr/>
        </p:nvPicPr>
        <p:blipFill>
          <a:blip xmlns:r="http://schemas.openxmlformats.org/officeDocument/2006/relationships" xmlns:a="http://schemas.openxmlformats.org/drawingml/2006/main" r:embed="R9743343b3a4c4e25"/>
          <a:stretch xmlns:a="http://schemas.openxmlformats.org/drawingml/2006/main"/>
        </p:blipFill>
        <p:spPr>
          <a:xfrm xmlns:a="http://schemas.openxmlformats.org/drawingml/2006/main">
            <a:off x="9315450" y="3063875"/>
            <a:ext cx="381000" cy="368300"/>
          </a:xfrm>
          <a:prstGeom xmlns:a="http://schemas.openxmlformats.org/drawingml/2006/main" prst="rect">
            <a:avLst/>
          </a:prstGeom>
        </p:spPr>
      </p:pic>
      <p:pic>
        <p:nvPicPr>
          <p:cNvPr id="100" name="">
            <a:extLst xmlns:a="http://schemas.openxmlformats.org/drawingml/2006/main">
              <a:ext uri="{FF2B5EF4-FFF2-40B4-BE49-F238E27FC236}">
                <a16:creationId xmlns:a16="http://schemas.microsoft.com/office/drawing/2014/main" id="{06942E76-71A8-480C-8BA2-080772D73E5D}"/>
              </a:ext>
            </a:extLst>
          </p:cNvPr>
          <p:cNvPicPr>
            <a:picLocks xmlns:a="http://schemas.openxmlformats.org/drawingml/2006/main" noChangeAspect="1"/>
          </p:cNvPicPr>
          <p:nvPr/>
        </p:nvPicPr>
        <p:blipFill>
          <a:blip xmlns:r="http://schemas.openxmlformats.org/officeDocument/2006/relationships" xmlns:a="http://schemas.openxmlformats.org/drawingml/2006/main" r:embed="Re8e3b0674e274a7d"/>
          <a:stretch xmlns:a="http://schemas.openxmlformats.org/drawingml/2006/main"/>
        </p:blipFill>
        <p:spPr>
          <a:xfrm xmlns:a="http://schemas.openxmlformats.org/drawingml/2006/main">
            <a:off x="13315950" y="2300288"/>
            <a:ext cx="371475" cy="371475"/>
          </a:xfrm>
          <a:prstGeom xmlns:a="http://schemas.openxmlformats.org/drawingml/2006/main" prst="rect">
            <a:avLst/>
          </a:prstGeom>
        </p:spPr>
      </p:pic>
      <p:pic>
        <p:nvPicPr>
          <p:cNvPr id="101" name="">
            <a:extLst xmlns:a="http://schemas.openxmlformats.org/drawingml/2006/main">
              <a:ext uri="{FF2B5EF4-FFF2-40B4-BE49-F238E27FC236}">
                <a16:creationId xmlns:a16="http://schemas.microsoft.com/office/drawing/2014/main" id="{0E540802-E619-4199-BEE6-FA3C53CF1618}"/>
              </a:ext>
            </a:extLst>
          </p:cNvPr>
          <p:cNvPicPr>
            <a:picLocks xmlns:a="http://schemas.openxmlformats.org/drawingml/2006/main" noChangeAspect="1"/>
          </p:cNvPicPr>
          <p:nvPr/>
        </p:nvPicPr>
        <p:blipFill>
          <a:blip xmlns:r="http://schemas.openxmlformats.org/officeDocument/2006/relationships" xmlns:a="http://schemas.openxmlformats.org/drawingml/2006/main" r:embed="R8364c67584024e5e"/>
          <a:stretch xmlns:a="http://schemas.openxmlformats.org/drawingml/2006/main"/>
        </p:blipFill>
        <p:spPr>
          <a:xfrm xmlns:a="http://schemas.openxmlformats.org/drawingml/2006/main">
            <a:off x="13317538" y="6538913"/>
            <a:ext cx="368300" cy="381000"/>
          </a:xfrm>
          <a:prstGeom xmlns:a="http://schemas.openxmlformats.org/drawingml/2006/main" prst="rect">
            <a:avLst/>
          </a:prstGeom>
        </p:spPr>
      </p:pic>
      <p:pic>
        <p:nvPicPr>
          <p:cNvPr id="102" name="">
            <a:extLst xmlns:a="http://schemas.openxmlformats.org/drawingml/2006/main">
              <a:ext uri="{FF2B5EF4-FFF2-40B4-BE49-F238E27FC236}">
                <a16:creationId xmlns:a16="http://schemas.microsoft.com/office/drawing/2014/main" id="{FC505255-5C91-4003-AACF-433FE5CAB4AC}"/>
              </a:ext>
            </a:extLst>
          </p:cNvPr>
          <p:cNvPicPr>
            <a:picLocks xmlns:a="http://schemas.openxmlformats.org/drawingml/2006/main" noChangeAspect="1"/>
          </p:cNvPicPr>
          <p:nvPr/>
        </p:nvPicPr>
        <p:blipFill>
          <a:blip xmlns:r="http://schemas.openxmlformats.org/officeDocument/2006/relationships" xmlns:a="http://schemas.openxmlformats.org/drawingml/2006/main" r:embed="R4fe785630c174992"/>
          <a:stretch xmlns:a="http://schemas.openxmlformats.org/drawingml/2006/main"/>
        </p:blipFill>
        <p:spPr>
          <a:xfrm xmlns:a="http://schemas.openxmlformats.org/drawingml/2006/main">
            <a:off x="8029575" y="6519863"/>
            <a:ext cx="323850" cy="304800"/>
          </a:xfrm>
          <a:prstGeom xmlns:a="http://schemas.openxmlformats.org/drawingml/2006/main" prst="rect">
            <a:avLst/>
          </a:prstGeom>
        </p:spPr>
      </p:pic>
      <p:pic>
        <p:nvPicPr>
          <p:cNvPr id="103" name="">
            <a:extLst xmlns:a="http://schemas.openxmlformats.org/drawingml/2006/main">
              <a:ext uri="{FF2B5EF4-FFF2-40B4-BE49-F238E27FC236}">
                <a16:creationId xmlns:a16="http://schemas.microsoft.com/office/drawing/2014/main" id="{0788A65A-D04E-431A-8379-57ACF5C9C367}"/>
              </a:ext>
            </a:extLst>
          </p:cNvPr>
          <p:cNvPicPr>
            <a:picLocks xmlns:a="http://schemas.openxmlformats.org/drawingml/2006/main" noChangeAspect="1"/>
          </p:cNvPicPr>
          <p:nvPr/>
        </p:nvPicPr>
        <p:blipFill>
          <a:blip xmlns:r="http://schemas.openxmlformats.org/officeDocument/2006/relationships" xmlns:a="http://schemas.openxmlformats.org/drawingml/2006/main" r:embed="R39da60873f6442d6"/>
          <a:stretch xmlns:a="http://schemas.openxmlformats.org/drawingml/2006/main"/>
        </p:blipFill>
        <p:spPr>
          <a:xfrm xmlns:a="http://schemas.openxmlformats.org/drawingml/2006/main">
            <a:off x="11696700" y="2271800"/>
            <a:ext cx="1038225" cy="980900"/>
          </a:xfrm>
          <a:prstGeom xmlns:a="http://schemas.openxmlformats.org/drawingml/2006/main" prst="rect">
            <a:avLst/>
          </a:prstGeom>
        </p:spPr>
      </p:pic>
      <p:pic>
        <p:nvPicPr>
          <p:cNvPr id="104" name="">
            <a:extLst xmlns:a="http://schemas.openxmlformats.org/drawingml/2006/main">
              <a:ext uri="{FF2B5EF4-FFF2-40B4-BE49-F238E27FC236}">
                <a16:creationId xmlns:a16="http://schemas.microsoft.com/office/drawing/2014/main" id="{5E258448-7712-46C2-9B2D-398D5B32B2A3}"/>
              </a:ext>
            </a:extLst>
          </p:cNvPr>
          <p:cNvPicPr>
            <a:picLocks xmlns:a="http://schemas.openxmlformats.org/drawingml/2006/main" noChangeAspect="1"/>
          </p:cNvPicPr>
          <p:nvPr/>
        </p:nvPicPr>
        <p:blipFill>
          <a:blip xmlns:r="http://schemas.openxmlformats.org/officeDocument/2006/relationships" xmlns:a="http://schemas.openxmlformats.org/drawingml/2006/main" r:embed="R2fea731fc8974a73"/>
          <a:stretch xmlns:a="http://schemas.openxmlformats.org/drawingml/2006/main"/>
        </p:blipFill>
        <p:spPr>
          <a:xfrm xmlns:a="http://schemas.openxmlformats.org/drawingml/2006/main">
            <a:off x="11698288" y="3300413"/>
            <a:ext cx="1035050" cy="971550"/>
          </a:xfrm>
          <a:prstGeom xmlns:a="http://schemas.openxmlformats.org/drawingml/2006/main" prst="rect">
            <a:avLst/>
          </a:prstGeom>
        </p:spPr>
      </p:pic>
      <p:pic>
        <p:nvPicPr>
          <p:cNvPr id="105" name="">
            <a:extLst xmlns:a="http://schemas.openxmlformats.org/drawingml/2006/main">
              <a:ext uri="{FF2B5EF4-FFF2-40B4-BE49-F238E27FC236}">
                <a16:creationId xmlns:a16="http://schemas.microsoft.com/office/drawing/2014/main" id="{AC8030F1-4647-4D07-B148-006BCBFA2F90}"/>
              </a:ext>
            </a:extLst>
          </p:cNvPr>
          <p:cNvPicPr>
            <a:picLocks xmlns:a="http://schemas.openxmlformats.org/drawingml/2006/main" noChangeAspect="1"/>
          </p:cNvPicPr>
          <p:nvPr/>
        </p:nvPicPr>
        <p:blipFill>
          <a:blip xmlns:r="http://schemas.openxmlformats.org/officeDocument/2006/relationships" xmlns:a="http://schemas.openxmlformats.org/drawingml/2006/main" r:embed="Rcc9250a3692a46cb"/>
          <a:stretch xmlns:a="http://schemas.openxmlformats.org/drawingml/2006/main"/>
        </p:blipFill>
        <p:spPr>
          <a:xfrm xmlns:a="http://schemas.openxmlformats.org/drawingml/2006/main">
            <a:off x="16908029" y="2366963"/>
            <a:ext cx="2121767" cy="1866900"/>
          </a:xfrm>
          <a:prstGeom xmlns:a="http://schemas.openxmlformats.org/drawingml/2006/main" prst="rect">
            <a:avLst/>
          </a:prstGeom>
        </p:spPr>
      </p:pic>
      <p:pic>
        <p:nvPicPr>
          <p:cNvPr id="106" name="">
            <a:extLst xmlns:a="http://schemas.openxmlformats.org/drawingml/2006/main">
              <a:ext uri="{FF2B5EF4-FFF2-40B4-BE49-F238E27FC236}">
                <a16:creationId xmlns:a16="http://schemas.microsoft.com/office/drawing/2014/main" id="{960E0991-2E47-49B9-8BDB-6A6435E79004}"/>
              </a:ext>
            </a:extLst>
          </p:cNvPr>
          <p:cNvPicPr>
            <a:picLocks xmlns:a="http://schemas.openxmlformats.org/drawingml/2006/main" noChangeAspect="1"/>
          </p:cNvPicPr>
          <p:nvPr/>
        </p:nvPicPr>
        <p:blipFill>
          <a:blip xmlns:r="http://schemas.openxmlformats.org/officeDocument/2006/relationships" xmlns:a="http://schemas.openxmlformats.org/drawingml/2006/main" r:embed="R2cb14c5523f74c85"/>
          <a:stretch xmlns:a="http://schemas.openxmlformats.org/drawingml/2006/main"/>
        </p:blipFill>
        <p:spPr>
          <a:xfrm xmlns:a="http://schemas.openxmlformats.org/drawingml/2006/main">
            <a:off x="1752600" y="6854825"/>
            <a:ext cx="1333500" cy="1568450"/>
          </a:xfrm>
          <a:prstGeom xmlns:a="http://schemas.openxmlformats.org/drawingml/2006/main" prst="rect">
            <a:avLst/>
          </a:prstGeom>
        </p:spPr>
      </p:pic>
      <p:pic>
        <p:nvPicPr>
          <p:cNvPr id="107" name="">
            <a:extLst xmlns:a="http://schemas.openxmlformats.org/drawingml/2006/main">
              <a:ext uri="{FF2B5EF4-FFF2-40B4-BE49-F238E27FC236}">
                <a16:creationId xmlns:a16="http://schemas.microsoft.com/office/drawing/2014/main" id="{DCC9CE6A-4647-4104-B97F-F2521A1D25D5}"/>
              </a:ext>
            </a:extLst>
          </p:cNvPr>
          <p:cNvPicPr>
            <a:picLocks xmlns:a="http://schemas.openxmlformats.org/drawingml/2006/main" noChangeAspect="1"/>
          </p:cNvPicPr>
          <p:nvPr/>
        </p:nvPicPr>
        <p:blipFill>
          <a:blip xmlns:r="http://schemas.openxmlformats.org/officeDocument/2006/relationships" xmlns:a="http://schemas.openxmlformats.org/drawingml/2006/main" r:embed="Rf7314c5007bd43f8"/>
          <a:stretch xmlns:a="http://schemas.openxmlformats.org/drawingml/2006/main"/>
        </p:blipFill>
        <p:spPr>
          <a:xfrm xmlns:a="http://schemas.openxmlformats.org/drawingml/2006/main">
            <a:off x="17125950" y="6483089"/>
            <a:ext cx="1666875" cy="1940446"/>
          </a:xfrm>
          <a:prstGeom xmlns:a="http://schemas.openxmlformats.org/drawingml/2006/main" prst="rect">
            <a:avLst/>
          </a:prstGeom>
        </p:spPr>
      </p:pic>
      <p:sp>
        <p:nvSpPr>
          <p:cNvPr id="108" name="top question icon">
            <a:extLst xmlns:a="http://schemas.openxmlformats.org/drawingml/2006/main">
              <a:ext uri="{FF2B5EF4-FFF2-40B4-BE49-F238E27FC236}">
                <a16:creationId xmlns:a16="http://schemas.microsoft.com/office/drawing/2014/main" id="{F5DA7A82-5EC8-4DAE-BDB7-CF39844B6AB4}"/>
              </a:ext>
            </a:extLst>
          </p:cNvPr>
          <p:cNvSpPr>
            <a:spLocks xmlns:a="http://schemas.openxmlformats.org/drawingml/2006/main" noGrp="1"/>
          </p:cNvSpPr>
          <p:nvPr/>
        </p:nvSpPr>
        <p:spPr>
          <a:xfrm xmlns:a="http://schemas.openxmlformats.org/drawingml/2006/main">
            <a:off x="5086350" y="2309813"/>
            <a:ext cx="333375" cy="333375"/>
          </a:xfrm>
          <a:custGeom xmlns:a="http://schemas.openxmlformats.org/drawingml/2006/main">
            <a:pathLst>
              <a:path w="333375" h="333375">
                <a:moveTo>
                  <a:pt x="333375" y="166688"/>
                </a:moveTo>
                <a:cubicBezTo>
                  <a:pt x="333375" y="258746"/>
                  <a:pt x="258746" y="333375"/>
                  <a:pt x="166688" y="333375"/>
                </a:cubicBezTo>
                <a:cubicBezTo>
                  <a:pt x="74629" y="333375"/>
                  <a:pt x="0" y="258746"/>
                  <a:pt x="0" y="166688"/>
                </a:cubicBezTo>
                <a:cubicBezTo>
                  <a:pt x="0" y="74629"/>
                  <a:pt x="74629" y="0"/>
                  <a:pt x="166688" y="0"/>
                </a:cubicBezTo>
                <a:cubicBezTo>
                  <a:pt x="258746" y="0"/>
                  <a:pt x="333375" y="74629"/>
                  <a:pt x="333375" y="166688"/>
                </a:cubicBezTo>
                <a:close/>
              </a:path>
            </a:pathLst>
          </a:custGeom>
          <a:solidFill xmlns:a="http://schemas.openxmlformats.org/drawingml/2006/main">
            <a:srgbClr val="FF2453"/>
          </a:solidFill>
          <a:ln xmlns:a="http://schemas.openxmlformats.org/drawingml/2006/main" w="9525">
            <a:noFill/>
            <a:prstDash val="solid"/>
          </a:ln>
        </p:spPr>
      </p:sp>
      <p:sp>
        <p:nvSpPr>
          <p:cNvPr id="109" name="top question mark">
            <a:extLst xmlns:a="http://schemas.openxmlformats.org/drawingml/2006/main">
              <a:ext uri="{FF2B5EF4-FFF2-40B4-BE49-F238E27FC236}">
                <a16:creationId xmlns:a16="http://schemas.microsoft.com/office/drawing/2014/main" id="{C5405E6F-C581-4F1C-B10F-8210F6F16F04}"/>
              </a:ext>
            </a:extLst>
          </p:cNvPr>
          <p:cNvSpPr>
            <a:spLocks xmlns:a="http://schemas.openxmlformats.org/drawingml/2006/main" noGrp="1"/>
          </p:cNvSpPr>
          <p:nvPr/>
        </p:nvSpPr>
        <p:spPr>
          <a:xfrm xmlns:a="http://schemas.openxmlformats.org/drawingml/2006/main" rot="0">
            <a:off x="5200650" y="2308513"/>
            <a:ext cx="123825" cy="30644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724" b="1" i="0">
                <a:solidFill>
                  <a:srgbClr val="FFFFFF"/>
                </a:solidFill>
                <a:latin typeface="Comic Sans MS"/>
                <a:ea typeface="Comic Sans MS"/>
                <a:cs typeface="Comic Sans MS"/>
              </a:defRPr>
            </a:defPPr>
          </a:lstStyle>
          <a:p xmlns:a="http://schemas.openxmlformats.org/drawingml/2006/main">
            <a:pPr algn="l">
              <a:lnSpc>
                <a:spcPct val="100000"/>
              </a:lnSpc>
              <a:buNone/>
              <a:defRPr sz="1724" b="1" i="0">
                <a:solidFill>
                  <a:srgbClr val="FFFFFF"/>
                </a:solidFill>
                <a:latin typeface="Comic Sans MS"/>
                <a:ea typeface="Comic Sans MS"/>
                <a:cs typeface="Comic Sans MS"/>
              </a:defRPr>
            </a:pPr>
            <a:r>
              <a:rPr sz="1724" b="1" i="0">
                <a:solidFill>
                  <a:srgbClr val="FFFFFF"/>
                </a:solidFill>
                <a:latin typeface="Comic Sans MS"/>
                <a:ea typeface="Comic Sans MS"/>
                <a:cs typeface="Comic Sans MS"/>
              </a:rPr>
              <a:t>?</a:t>
            </a:r>
          </a:p>
        </p:txBody>
      </p:sp>
      <p:sp>
        <p:nvSpPr>
          <p:cNvPr id="110" name="bottom question icon">
            <a:extLst xmlns:a="http://schemas.openxmlformats.org/drawingml/2006/main">
              <a:ext uri="{FF2B5EF4-FFF2-40B4-BE49-F238E27FC236}">
                <a16:creationId xmlns:a16="http://schemas.microsoft.com/office/drawing/2014/main" id="{14F454DF-D84D-4233-B7C1-27F04DB64E19}"/>
              </a:ext>
            </a:extLst>
          </p:cNvPr>
          <p:cNvSpPr>
            <a:spLocks xmlns:a="http://schemas.openxmlformats.org/drawingml/2006/main" noGrp="1"/>
          </p:cNvSpPr>
          <p:nvPr/>
        </p:nvSpPr>
        <p:spPr>
          <a:xfrm xmlns:a="http://schemas.openxmlformats.org/drawingml/2006/main">
            <a:off x="5086350" y="6548438"/>
            <a:ext cx="333375" cy="333375"/>
          </a:xfrm>
          <a:custGeom xmlns:a="http://schemas.openxmlformats.org/drawingml/2006/main">
            <a:pathLst>
              <a:path w="333375" h="333375">
                <a:moveTo>
                  <a:pt x="333375" y="166688"/>
                </a:moveTo>
                <a:cubicBezTo>
                  <a:pt x="333375" y="258746"/>
                  <a:pt x="258746" y="333375"/>
                  <a:pt x="166688" y="333375"/>
                </a:cubicBezTo>
                <a:cubicBezTo>
                  <a:pt x="74629" y="333375"/>
                  <a:pt x="0" y="258746"/>
                  <a:pt x="0" y="166688"/>
                </a:cubicBezTo>
                <a:cubicBezTo>
                  <a:pt x="0" y="74629"/>
                  <a:pt x="74629" y="0"/>
                  <a:pt x="166688" y="0"/>
                </a:cubicBezTo>
                <a:cubicBezTo>
                  <a:pt x="258746" y="0"/>
                  <a:pt x="333375" y="74629"/>
                  <a:pt x="333375" y="166688"/>
                </a:cubicBezTo>
                <a:close/>
              </a:path>
            </a:pathLst>
          </a:custGeom>
          <a:solidFill xmlns:a="http://schemas.openxmlformats.org/drawingml/2006/main">
            <a:srgbClr val="FF2453"/>
          </a:solidFill>
          <a:ln xmlns:a="http://schemas.openxmlformats.org/drawingml/2006/main" w="9525">
            <a:noFill/>
            <a:prstDash val="solid"/>
          </a:ln>
        </p:spPr>
      </p:sp>
      <p:sp>
        <p:nvSpPr>
          <p:cNvPr id="111" name="bottom question mark">
            <a:extLst xmlns:a="http://schemas.openxmlformats.org/drawingml/2006/main">
              <a:ext uri="{FF2B5EF4-FFF2-40B4-BE49-F238E27FC236}">
                <a16:creationId xmlns:a16="http://schemas.microsoft.com/office/drawing/2014/main" id="{5DB04F19-CD2D-4FA0-B40E-7CDF4694BBED}"/>
              </a:ext>
            </a:extLst>
          </p:cNvPr>
          <p:cNvSpPr>
            <a:spLocks xmlns:a="http://schemas.openxmlformats.org/drawingml/2006/main" noGrp="1"/>
          </p:cNvSpPr>
          <p:nvPr/>
        </p:nvSpPr>
        <p:spPr>
          <a:xfrm xmlns:a="http://schemas.openxmlformats.org/drawingml/2006/main" rot="0">
            <a:off x="5200650" y="6547138"/>
            <a:ext cx="123825" cy="30644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724" b="1" i="0">
                <a:solidFill>
                  <a:srgbClr val="FFFFFF"/>
                </a:solidFill>
                <a:latin typeface="Comic Sans MS"/>
                <a:ea typeface="Comic Sans MS"/>
                <a:cs typeface="Comic Sans MS"/>
              </a:defRPr>
            </a:defPPr>
          </a:lstStyle>
          <a:p xmlns:a="http://schemas.openxmlformats.org/drawingml/2006/main">
            <a:pPr algn="l">
              <a:lnSpc>
                <a:spcPct val="100000"/>
              </a:lnSpc>
              <a:buNone/>
              <a:defRPr sz="1724" b="1" i="0">
                <a:solidFill>
                  <a:srgbClr val="FFFFFF"/>
                </a:solidFill>
                <a:latin typeface="Comic Sans MS"/>
                <a:ea typeface="Comic Sans MS"/>
                <a:cs typeface="Comic Sans MS"/>
              </a:defRPr>
            </a:pPr>
            <a:r>
              <a:rPr sz="1724" b="1" i="0">
                <a:solidFill>
                  <a:srgbClr val="FFFFFF"/>
                </a:solidFill>
                <a:latin typeface="Comic Sans MS"/>
                <a:ea typeface="Comic Sans MS"/>
                <a:cs typeface="Comic Sans MS"/>
              </a:rPr>
              <a:t>?</a:t>
            </a:r>
          </a:p>
        </p:txBody>
      </p:sp>
      <p:sp>
        <p:nvSpPr>
          <p:cNvPr id="112" name="top intent category color">
            <a:extLst xmlns:a="http://schemas.openxmlformats.org/drawingml/2006/main">
              <a:ext uri="{FF2B5EF4-FFF2-40B4-BE49-F238E27FC236}">
                <a16:creationId xmlns:a16="http://schemas.microsoft.com/office/drawing/2014/main" id="{BBBCE9F2-956F-486F-B129-13DE60A5D62E}"/>
              </a:ext>
            </a:extLst>
          </p:cNvPr>
          <p:cNvSpPr>
            <a:spLocks xmlns:a="http://schemas.openxmlformats.org/drawingml/2006/main" noGrp="1"/>
          </p:cNvSpPr>
          <p:nvPr/>
        </p:nvSpPr>
        <p:spPr>
          <a:xfrm xmlns:a="http://schemas.openxmlformats.org/drawingml/2006/main">
            <a:off x="5133975" y="3519488"/>
            <a:ext cx="114300" cy="114300"/>
          </a:xfrm>
          <a:custGeom xmlns:a="http://schemas.openxmlformats.org/drawingml/2006/main">
            <a:pathLst>
              <a:path w="114300" h="114300">
                <a:moveTo>
                  <a:pt x="19050" y="0"/>
                </a:moveTo>
                <a:lnTo>
                  <a:pt x="95250" y="0"/>
                </a:lnTo>
                <a:cubicBezTo>
                  <a:pt x="105771" y="0"/>
                  <a:pt x="114300" y="8529"/>
                  <a:pt x="114300" y="19050"/>
                </a:cubicBezTo>
                <a:lnTo>
                  <a:pt x="114300" y="95250"/>
                </a:lnTo>
                <a:cubicBezTo>
                  <a:pt x="114300" y="105771"/>
                  <a:pt x="105771" y="114300"/>
                  <a:pt x="95250" y="114300"/>
                </a:cubicBezTo>
                <a:lnTo>
                  <a:pt x="19050" y="114300"/>
                </a:lnTo>
                <a:cubicBezTo>
                  <a:pt x="8529" y="114300"/>
                  <a:pt x="0" y="105771"/>
                  <a:pt x="0" y="95250"/>
                </a:cubicBezTo>
                <a:lnTo>
                  <a:pt x="0" y="19050"/>
                </a:lnTo>
                <a:cubicBezTo>
                  <a:pt x="0" y="8529"/>
                  <a:pt x="8529" y="0"/>
                  <a:pt x="19050" y="0"/>
                </a:cubicBezTo>
                <a:close/>
              </a:path>
            </a:pathLst>
          </a:custGeom>
          <a:solidFill xmlns:a="http://schemas.openxmlformats.org/drawingml/2006/main">
            <a:srgbClr val="FA5552"/>
          </a:solidFill>
          <a:ln xmlns:a="http://schemas.openxmlformats.org/drawingml/2006/main" w="9525">
            <a:noFill/>
            <a:prstDash val="solid"/>
          </a:ln>
        </p:spPr>
      </p:sp>
      <p:sp>
        <p:nvSpPr>
          <p:cNvPr id="113" name="top intent category color">
            <a:extLst xmlns:a="http://schemas.openxmlformats.org/drawingml/2006/main">
              <a:ext uri="{FF2B5EF4-FFF2-40B4-BE49-F238E27FC236}">
                <a16:creationId xmlns:a16="http://schemas.microsoft.com/office/drawing/2014/main" id="{E836F414-BC0D-474B-9B9C-E5C7EA87311C}"/>
              </a:ext>
            </a:extLst>
          </p:cNvPr>
          <p:cNvSpPr>
            <a:spLocks xmlns:a="http://schemas.openxmlformats.org/drawingml/2006/main" noGrp="1"/>
          </p:cNvSpPr>
          <p:nvPr/>
        </p:nvSpPr>
        <p:spPr>
          <a:xfrm xmlns:a="http://schemas.openxmlformats.org/drawingml/2006/main">
            <a:off x="5267325" y="3519488"/>
            <a:ext cx="114300" cy="114300"/>
          </a:xfrm>
          <a:custGeom xmlns:a="http://schemas.openxmlformats.org/drawingml/2006/main">
            <a:pathLst>
              <a:path w="114300" h="114300">
                <a:moveTo>
                  <a:pt x="19050" y="0"/>
                </a:moveTo>
                <a:lnTo>
                  <a:pt x="95250" y="0"/>
                </a:lnTo>
                <a:cubicBezTo>
                  <a:pt x="105771" y="0"/>
                  <a:pt x="114300" y="8529"/>
                  <a:pt x="114300" y="19050"/>
                </a:cubicBezTo>
                <a:lnTo>
                  <a:pt x="114300" y="95250"/>
                </a:lnTo>
                <a:cubicBezTo>
                  <a:pt x="114300" y="105771"/>
                  <a:pt x="105771" y="114300"/>
                  <a:pt x="95250" y="114300"/>
                </a:cubicBezTo>
                <a:lnTo>
                  <a:pt x="19050" y="114300"/>
                </a:lnTo>
                <a:cubicBezTo>
                  <a:pt x="8529" y="114300"/>
                  <a:pt x="0" y="105771"/>
                  <a:pt x="0" y="95250"/>
                </a:cubicBezTo>
                <a:lnTo>
                  <a:pt x="0" y="19050"/>
                </a:lnTo>
                <a:cubicBezTo>
                  <a:pt x="0" y="8529"/>
                  <a:pt x="8529" y="0"/>
                  <a:pt x="19050" y="0"/>
                </a:cubicBezTo>
                <a:close/>
              </a:path>
            </a:pathLst>
          </a:custGeom>
          <a:solidFill xmlns:a="http://schemas.openxmlformats.org/drawingml/2006/main">
            <a:srgbClr val="29A9ED"/>
          </a:solidFill>
          <a:ln xmlns:a="http://schemas.openxmlformats.org/drawingml/2006/main" w="9525">
            <a:noFill/>
            <a:prstDash val="solid"/>
          </a:ln>
        </p:spPr>
      </p:sp>
      <p:sp>
        <p:nvSpPr>
          <p:cNvPr id="114" name="top intent category color">
            <a:extLst xmlns:a="http://schemas.openxmlformats.org/drawingml/2006/main">
              <a:ext uri="{FF2B5EF4-FFF2-40B4-BE49-F238E27FC236}">
                <a16:creationId xmlns:a16="http://schemas.microsoft.com/office/drawing/2014/main" id="{122BAA90-2312-403C-8C1D-A8F64E610E46}"/>
              </a:ext>
            </a:extLst>
          </p:cNvPr>
          <p:cNvSpPr>
            <a:spLocks xmlns:a="http://schemas.openxmlformats.org/drawingml/2006/main" noGrp="1"/>
          </p:cNvSpPr>
          <p:nvPr/>
        </p:nvSpPr>
        <p:spPr>
          <a:xfrm xmlns:a="http://schemas.openxmlformats.org/drawingml/2006/main">
            <a:off x="5133975" y="3652838"/>
            <a:ext cx="114300" cy="114300"/>
          </a:xfrm>
          <a:custGeom xmlns:a="http://schemas.openxmlformats.org/drawingml/2006/main">
            <a:pathLst>
              <a:path w="114300" h="114300">
                <a:moveTo>
                  <a:pt x="19050" y="0"/>
                </a:moveTo>
                <a:lnTo>
                  <a:pt x="95250" y="0"/>
                </a:lnTo>
                <a:cubicBezTo>
                  <a:pt x="105771" y="0"/>
                  <a:pt x="114300" y="8529"/>
                  <a:pt x="114300" y="19050"/>
                </a:cubicBezTo>
                <a:lnTo>
                  <a:pt x="114300" y="95250"/>
                </a:lnTo>
                <a:cubicBezTo>
                  <a:pt x="114300" y="105771"/>
                  <a:pt x="105771" y="114300"/>
                  <a:pt x="95250" y="114300"/>
                </a:cubicBezTo>
                <a:lnTo>
                  <a:pt x="19050" y="114300"/>
                </a:lnTo>
                <a:cubicBezTo>
                  <a:pt x="8529" y="114300"/>
                  <a:pt x="0" y="105771"/>
                  <a:pt x="0" y="95250"/>
                </a:cubicBezTo>
                <a:lnTo>
                  <a:pt x="0" y="19050"/>
                </a:lnTo>
                <a:cubicBezTo>
                  <a:pt x="0" y="8529"/>
                  <a:pt x="8529" y="0"/>
                  <a:pt x="19050" y="0"/>
                </a:cubicBezTo>
                <a:close/>
              </a:path>
            </a:pathLst>
          </a:custGeom>
          <a:solidFill xmlns:a="http://schemas.openxmlformats.org/drawingml/2006/main">
            <a:srgbClr val="F9D82A"/>
          </a:solidFill>
          <a:ln xmlns:a="http://schemas.openxmlformats.org/drawingml/2006/main" w="9525">
            <a:noFill/>
            <a:prstDash val="solid"/>
          </a:ln>
        </p:spPr>
      </p:sp>
      <p:sp>
        <p:nvSpPr>
          <p:cNvPr id="115" name="top intent category color">
            <a:extLst xmlns:a="http://schemas.openxmlformats.org/drawingml/2006/main">
              <a:ext uri="{FF2B5EF4-FFF2-40B4-BE49-F238E27FC236}">
                <a16:creationId xmlns:a16="http://schemas.microsoft.com/office/drawing/2014/main" id="{1A0E4AEA-8591-4A51-B215-6AF2F3401894}"/>
              </a:ext>
            </a:extLst>
          </p:cNvPr>
          <p:cNvSpPr>
            <a:spLocks xmlns:a="http://schemas.openxmlformats.org/drawingml/2006/main" noGrp="1"/>
          </p:cNvSpPr>
          <p:nvPr/>
        </p:nvSpPr>
        <p:spPr>
          <a:xfrm xmlns:a="http://schemas.openxmlformats.org/drawingml/2006/main">
            <a:off x="5267325" y="3652838"/>
            <a:ext cx="114300" cy="114300"/>
          </a:xfrm>
          <a:custGeom xmlns:a="http://schemas.openxmlformats.org/drawingml/2006/main">
            <a:pathLst>
              <a:path w="114300" h="114300">
                <a:moveTo>
                  <a:pt x="19050" y="0"/>
                </a:moveTo>
                <a:lnTo>
                  <a:pt x="95250" y="0"/>
                </a:lnTo>
                <a:cubicBezTo>
                  <a:pt x="105771" y="0"/>
                  <a:pt x="114300" y="8529"/>
                  <a:pt x="114300" y="19050"/>
                </a:cubicBezTo>
                <a:lnTo>
                  <a:pt x="114300" y="95250"/>
                </a:lnTo>
                <a:cubicBezTo>
                  <a:pt x="114300" y="105771"/>
                  <a:pt x="105771" y="114300"/>
                  <a:pt x="95250" y="114300"/>
                </a:cubicBezTo>
                <a:lnTo>
                  <a:pt x="19050" y="114300"/>
                </a:lnTo>
                <a:cubicBezTo>
                  <a:pt x="8529" y="114300"/>
                  <a:pt x="0" y="105771"/>
                  <a:pt x="0" y="95250"/>
                </a:cubicBezTo>
                <a:lnTo>
                  <a:pt x="0" y="19050"/>
                </a:lnTo>
                <a:cubicBezTo>
                  <a:pt x="0" y="8529"/>
                  <a:pt x="8529" y="0"/>
                  <a:pt x="19050" y="0"/>
                </a:cubicBezTo>
                <a:close/>
              </a:path>
            </a:pathLst>
          </a:custGeom>
          <a:solidFill xmlns:a="http://schemas.openxmlformats.org/drawingml/2006/main">
            <a:srgbClr val="77BE61"/>
          </a:solidFill>
          <a:ln xmlns:a="http://schemas.openxmlformats.org/drawingml/2006/main" w="9525">
            <a:noFill/>
            <a:prstDash val="solid"/>
          </a:ln>
        </p:spPr>
      </p:sp>
      <p:sp>
        <p:nvSpPr>
          <p:cNvPr id="116" name="bottom intent category color">
            <a:extLst xmlns:a="http://schemas.openxmlformats.org/drawingml/2006/main">
              <a:ext uri="{FF2B5EF4-FFF2-40B4-BE49-F238E27FC236}">
                <a16:creationId xmlns:a16="http://schemas.microsoft.com/office/drawing/2014/main" id="{554D1026-1EE6-47AA-902B-80A8087B30FB}"/>
              </a:ext>
            </a:extLst>
          </p:cNvPr>
          <p:cNvSpPr>
            <a:spLocks xmlns:a="http://schemas.openxmlformats.org/drawingml/2006/main" noGrp="1"/>
          </p:cNvSpPr>
          <p:nvPr/>
        </p:nvSpPr>
        <p:spPr>
          <a:xfrm xmlns:a="http://schemas.openxmlformats.org/drawingml/2006/main">
            <a:off x="5133975" y="7786688"/>
            <a:ext cx="114300" cy="114300"/>
          </a:xfrm>
          <a:custGeom xmlns:a="http://schemas.openxmlformats.org/drawingml/2006/main">
            <a:pathLst>
              <a:path w="114300" h="114300">
                <a:moveTo>
                  <a:pt x="19050" y="0"/>
                </a:moveTo>
                <a:lnTo>
                  <a:pt x="95250" y="0"/>
                </a:lnTo>
                <a:cubicBezTo>
                  <a:pt x="105771" y="0"/>
                  <a:pt x="114300" y="8529"/>
                  <a:pt x="114300" y="19050"/>
                </a:cubicBezTo>
                <a:lnTo>
                  <a:pt x="114300" y="95250"/>
                </a:lnTo>
                <a:cubicBezTo>
                  <a:pt x="114300" y="105771"/>
                  <a:pt x="105771" y="114300"/>
                  <a:pt x="95250" y="114300"/>
                </a:cubicBezTo>
                <a:lnTo>
                  <a:pt x="19050" y="114300"/>
                </a:lnTo>
                <a:cubicBezTo>
                  <a:pt x="8529" y="114300"/>
                  <a:pt x="0" y="105771"/>
                  <a:pt x="0" y="95250"/>
                </a:cubicBezTo>
                <a:lnTo>
                  <a:pt x="0" y="19050"/>
                </a:lnTo>
                <a:cubicBezTo>
                  <a:pt x="0" y="8529"/>
                  <a:pt x="8529" y="0"/>
                  <a:pt x="19050" y="0"/>
                </a:cubicBezTo>
                <a:close/>
              </a:path>
            </a:pathLst>
          </a:custGeom>
          <a:solidFill xmlns:a="http://schemas.openxmlformats.org/drawingml/2006/main">
            <a:srgbClr val="FA5552"/>
          </a:solidFill>
          <a:ln xmlns:a="http://schemas.openxmlformats.org/drawingml/2006/main" w="9525">
            <a:noFill/>
            <a:prstDash val="solid"/>
          </a:ln>
        </p:spPr>
      </p:sp>
      <p:sp>
        <p:nvSpPr>
          <p:cNvPr id="117" name="bottom intent category color">
            <a:extLst xmlns:a="http://schemas.openxmlformats.org/drawingml/2006/main">
              <a:ext uri="{FF2B5EF4-FFF2-40B4-BE49-F238E27FC236}">
                <a16:creationId xmlns:a16="http://schemas.microsoft.com/office/drawing/2014/main" id="{858F8DC6-DFB1-4167-B280-B57E5F7F1496}"/>
              </a:ext>
            </a:extLst>
          </p:cNvPr>
          <p:cNvSpPr>
            <a:spLocks xmlns:a="http://schemas.openxmlformats.org/drawingml/2006/main" noGrp="1"/>
          </p:cNvSpPr>
          <p:nvPr/>
        </p:nvSpPr>
        <p:spPr>
          <a:xfrm xmlns:a="http://schemas.openxmlformats.org/drawingml/2006/main">
            <a:off x="5267325" y="7786688"/>
            <a:ext cx="114300" cy="114300"/>
          </a:xfrm>
          <a:custGeom xmlns:a="http://schemas.openxmlformats.org/drawingml/2006/main">
            <a:pathLst>
              <a:path w="114300" h="114300">
                <a:moveTo>
                  <a:pt x="19050" y="0"/>
                </a:moveTo>
                <a:lnTo>
                  <a:pt x="95250" y="0"/>
                </a:lnTo>
                <a:cubicBezTo>
                  <a:pt x="105771" y="0"/>
                  <a:pt x="114300" y="8529"/>
                  <a:pt x="114300" y="19050"/>
                </a:cubicBezTo>
                <a:lnTo>
                  <a:pt x="114300" y="95250"/>
                </a:lnTo>
                <a:cubicBezTo>
                  <a:pt x="114300" y="105771"/>
                  <a:pt x="105771" y="114300"/>
                  <a:pt x="95250" y="114300"/>
                </a:cubicBezTo>
                <a:lnTo>
                  <a:pt x="19050" y="114300"/>
                </a:lnTo>
                <a:cubicBezTo>
                  <a:pt x="8529" y="114300"/>
                  <a:pt x="0" y="105771"/>
                  <a:pt x="0" y="95250"/>
                </a:cubicBezTo>
                <a:lnTo>
                  <a:pt x="0" y="19050"/>
                </a:lnTo>
                <a:cubicBezTo>
                  <a:pt x="0" y="8529"/>
                  <a:pt x="8529" y="0"/>
                  <a:pt x="19050" y="0"/>
                </a:cubicBezTo>
                <a:close/>
              </a:path>
            </a:pathLst>
          </a:custGeom>
          <a:solidFill xmlns:a="http://schemas.openxmlformats.org/drawingml/2006/main">
            <a:srgbClr val="29A9ED"/>
          </a:solidFill>
          <a:ln xmlns:a="http://schemas.openxmlformats.org/drawingml/2006/main" w="9525">
            <a:noFill/>
            <a:prstDash val="solid"/>
          </a:ln>
        </p:spPr>
      </p:sp>
      <p:sp>
        <p:nvSpPr>
          <p:cNvPr id="118" name="bottom intent category color">
            <a:extLst xmlns:a="http://schemas.openxmlformats.org/drawingml/2006/main">
              <a:ext uri="{FF2B5EF4-FFF2-40B4-BE49-F238E27FC236}">
                <a16:creationId xmlns:a16="http://schemas.microsoft.com/office/drawing/2014/main" id="{71913C95-7ED8-483A-A7A6-55A4692F12A5}"/>
              </a:ext>
            </a:extLst>
          </p:cNvPr>
          <p:cNvSpPr>
            <a:spLocks xmlns:a="http://schemas.openxmlformats.org/drawingml/2006/main" noGrp="1"/>
          </p:cNvSpPr>
          <p:nvPr/>
        </p:nvSpPr>
        <p:spPr>
          <a:xfrm xmlns:a="http://schemas.openxmlformats.org/drawingml/2006/main">
            <a:off x="5133975" y="7920038"/>
            <a:ext cx="114300" cy="114300"/>
          </a:xfrm>
          <a:custGeom xmlns:a="http://schemas.openxmlformats.org/drawingml/2006/main">
            <a:pathLst>
              <a:path w="114300" h="114300">
                <a:moveTo>
                  <a:pt x="19050" y="0"/>
                </a:moveTo>
                <a:lnTo>
                  <a:pt x="95250" y="0"/>
                </a:lnTo>
                <a:cubicBezTo>
                  <a:pt x="105771" y="0"/>
                  <a:pt x="114300" y="8529"/>
                  <a:pt x="114300" y="19050"/>
                </a:cubicBezTo>
                <a:lnTo>
                  <a:pt x="114300" y="95250"/>
                </a:lnTo>
                <a:cubicBezTo>
                  <a:pt x="114300" y="105771"/>
                  <a:pt x="105771" y="114300"/>
                  <a:pt x="95250" y="114300"/>
                </a:cubicBezTo>
                <a:lnTo>
                  <a:pt x="19050" y="114300"/>
                </a:lnTo>
                <a:cubicBezTo>
                  <a:pt x="8529" y="114300"/>
                  <a:pt x="0" y="105771"/>
                  <a:pt x="0" y="95250"/>
                </a:cubicBezTo>
                <a:lnTo>
                  <a:pt x="0" y="19050"/>
                </a:lnTo>
                <a:cubicBezTo>
                  <a:pt x="0" y="8529"/>
                  <a:pt x="8529" y="0"/>
                  <a:pt x="19050" y="0"/>
                </a:cubicBezTo>
                <a:close/>
              </a:path>
            </a:pathLst>
          </a:custGeom>
          <a:solidFill xmlns:a="http://schemas.openxmlformats.org/drawingml/2006/main">
            <a:srgbClr val="F9D82A"/>
          </a:solidFill>
          <a:ln xmlns:a="http://schemas.openxmlformats.org/drawingml/2006/main" w="9525">
            <a:noFill/>
            <a:prstDash val="solid"/>
          </a:ln>
        </p:spPr>
      </p:sp>
      <p:sp>
        <p:nvSpPr>
          <p:cNvPr id="119" name="bottom intent category color">
            <a:extLst xmlns:a="http://schemas.openxmlformats.org/drawingml/2006/main">
              <a:ext uri="{FF2B5EF4-FFF2-40B4-BE49-F238E27FC236}">
                <a16:creationId xmlns:a16="http://schemas.microsoft.com/office/drawing/2014/main" id="{36CCCEF5-C117-411F-A89F-819DF3C70226}"/>
              </a:ext>
            </a:extLst>
          </p:cNvPr>
          <p:cNvSpPr>
            <a:spLocks xmlns:a="http://schemas.openxmlformats.org/drawingml/2006/main" noGrp="1"/>
          </p:cNvSpPr>
          <p:nvPr/>
        </p:nvSpPr>
        <p:spPr>
          <a:xfrm xmlns:a="http://schemas.openxmlformats.org/drawingml/2006/main">
            <a:off x="5267325" y="7920038"/>
            <a:ext cx="114300" cy="114300"/>
          </a:xfrm>
          <a:custGeom xmlns:a="http://schemas.openxmlformats.org/drawingml/2006/main">
            <a:pathLst>
              <a:path w="114300" h="114300">
                <a:moveTo>
                  <a:pt x="19050" y="0"/>
                </a:moveTo>
                <a:lnTo>
                  <a:pt x="95250" y="0"/>
                </a:lnTo>
                <a:cubicBezTo>
                  <a:pt x="105771" y="0"/>
                  <a:pt x="114300" y="8529"/>
                  <a:pt x="114300" y="19050"/>
                </a:cubicBezTo>
                <a:lnTo>
                  <a:pt x="114300" y="95250"/>
                </a:lnTo>
                <a:cubicBezTo>
                  <a:pt x="114300" y="105771"/>
                  <a:pt x="105771" y="114300"/>
                  <a:pt x="95250" y="114300"/>
                </a:cubicBezTo>
                <a:lnTo>
                  <a:pt x="19050" y="114300"/>
                </a:lnTo>
                <a:cubicBezTo>
                  <a:pt x="8529" y="114300"/>
                  <a:pt x="0" y="105771"/>
                  <a:pt x="0" y="95250"/>
                </a:cubicBezTo>
                <a:lnTo>
                  <a:pt x="0" y="19050"/>
                </a:lnTo>
                <a:cubicBezTo>
                  <a:pt x="0" y="8529"/>
                  <a:pt x="8529" y="0"/>
                  <a:pt x="19050" y="0"/>
                </a:cubicBezTo>
                <a:close/>
              </a:path>
            </a:pathLst>
          </a:custGeom>
          <a:solidFill xmlns:a="http://schemas.openxmlformats.org/drawingml/2006/main">
            <a:srgbClr val="77BE61"/>
          </a:solidFill>
          <a:ln xmlns:a="http://schemas.openxmlformats.org/drawingml/2006/main" w="9525">
            <a:noFill/>
            <a:prstDash val="solid"/>
          </a:ln>
        </p:spPr>
      </p:sp>
      <p:sp>
        <p:nvSpPr>
          <p:cNvPr id="120" name="Dotted semantic separator">
            <a:extLst xmlns:a="http://schemas.openxmlformats.org/drawingml/2006/main">
              <a:ext uri="{FF2B5EF4-FFF2-40B4-BE49-F238E27FC236}">
                <a16:creationId xmlns:a16="http://schemas.microsoft.com/office/drawing/2014/main" id="{0F33B187-C64C-4E79-A534-6BBB6C6132D0}"/>
              </a:ext>
            </a:extLst>
          </p:cNvPr>
          <p:cNvSpPr>
            <a:spLocks xmlns:a="http://schemas.openxmlformats.org/drawingml/2006/main" noGrp="1"/>
          </p:cNvSpPr>
          <p:nvPr/>
        </p:nvSpPr>
        <p:spPr>
          <a:xfrm xmlns:a="http://schemas.openxmlformats.org/drawingml/2006/main">
            <a:off x="5105400" y="3386138"/>
            <a:ext cx="3714750" cy="191"/>
          </a:xfrm>
          <a:custGeom xmlns:a="http://schemas.openxmlformats.org/drawingml/2006/main">
            <a:pathLst>
              <a:path w="3714750" h="191">
                <a:moveTo>
                  <a:pt x="0" y="0"/>
                </a:moveTo>
                <a:lnTo>
                  <a:pt x="3714750" y="0"/>
                </a:lnTo>
              </a:path>
            </a:pathLst>
          </a:custGeom>
          <a:noFill xmlns:a="http://schemas.openxmlformats.org/drawingml/2006/main"/>
          <a:ln xmlns:a="http://schemas.openxmlformats.org/drawingml/2006/main" w="23813">
            <a:solidFill>
              <a:srgbClr val="F17865"/>
            </a:solidFill>
            <a:prstDash val="dash"/>
          </a:ln>
        </p:spPr>
      </p:sp>
      <p:sp>
        <p:nvSpPr>
          <p:cNvPr id="121" name="Dotted semantic separator">
            <a:extLst xmlns:a="http://schemas.openxmlformats.org/drawingml/2006/main">
              <a:ext uri="{FF2B5EF4-FFF2-40B4-BE49-F238E27FC236}">
                <a16:creationId xmlns:a16="http://schemas.microsoft.com/office/drawing/2014/main" id="{AFA4E24E-91BB-4E74-ADF9-9CE2E2DF0BB1}"/>
              </a:ext>
            </a:extLst>
          </p:cNvPr>
          <p:cNvSpPr>
            <a:spLocks xmlns:a="http://schemas.openxmlformats.org/drawingml/2006/main" noGrp="1"/>
          </p:cNvSpPr>
          <p:nvPr/>
        </p:nvSpPr>
        <p:spPr>
          <a:xfrm xmlns:a="http://schemas.openxmlformats.org/drawingml/2006/main">
            <a:off x="9267825" y="3005138"/>
            <a:ext cx="1914525" cy="191"/>
          </a:xfrm>
          <a:custGeom xmlns:a="http://schemas.openxmlformats.org/drawingml/2006/main">
            <a:pathLst>
              <a:path w="1914525" h="191">
                <a:moveTo>
                  <a:pt x="0" y="0"/>
                </a:moveTo>
                <a:lnTo>
                  <a:pt x="1914525" y="0"/>
                </a:lnTo>
              </a:path>
            </a:pathLst>
          </a:custGeom>
          <a:noFill xmlns:a="http://schemas.openxmlformats.org/drawingml/2006/main"/>
          <a:ln xmlns:a="http://schemas.openxmlformats.org/drawingml/2006/main" w="23813">
            <a:solidFill>
              <a:srgbClr val="F9B77C"/>
            </a:solidFill>
            <a:prstDash val="dash"/>
          </a:ln>
        </p:spPr>
      </p:sp>
      <p:sp>
        <p:nvSpPr>
          <p:cNvPr id="122" name="Dotted semantic separator">
            <a:extLst xmlns:a="http://schemas.openxmlformats.org/drawingml/2006/main">
              <a:ext uri="{FF2B5EF4-FFF2-40B4-BE49-F238E27FC236}">
                <a16:creationId xmlns:a16="http://schemas.microsoft.com/office/drawing/2014/main" id="{943353A8-C91A-4063-9F6B-467E57EEE049}"/>
              </a:ext>
            </a:extLst>
          </p:cNvPr>
          <p:cNvSpPr>
            <a:spLocks xmlns:a="http://schemas.openxmlformats.org/drawingml/2006/main" noGrp="1"/>
          </p:cNvSpPr>
          <p:nvPr/>
        </p:nvSpPr>
        <p:spPr>
          <a:xfrm xmlns:a="http://schemas.openxmlformats.org/drawingml/2006/main">
            <a:off x="5095875" y="7596188"/>
            <a:ext cx="2476500" cy="191"/>
          </a:xfrm>
          <a:custGeom xmlns:a="http://schemas.openxmlformats.org/drawingml/2006/main">
            <a:pathLst>
              <a:path w="2476500" h="191">
                <a:moveTo>
                  <a:pt x="0" y="0"/>
                </a:moveTo>
                <a:lnTo>
                  <a:pt x="2476500" y="0"/>
                </a:lnTo>
              </a:path>
            </a:pathLst>
          </a:custGeom>
          <a:noFill xmlns:a="http://schemas.openxmlformats.org/drawingml/2006/main"/>
          <a:ln xmlns:a="http://schemas.openxmlformats.org/drawingml/2006/main" w="23813">
            <a:solidFill>
              <a:srgbClr val="EF9D8F"/>
            </a:solidFill>
            <a:prstDash val="dash"/>
          </a:ln>
        </p:spPr>
      </p:sp>
      <p:sp>
        <p:nvSpPr>
          <p:cNvPr id="123" name="Reasoning step 1">
            <a:extLst xmlns:a="http://schemas.openxmlformats.org/drawingml/2006/main">
              <a:ext uri="{FF2B5EF4-FFF2-40B4-BE49-F238E27FC236}">
                <a16:creationId xmlns:a16="http://schemas.microsoft.com/office/drawing/2014/main" id="{CAE85BFE-F5D9-4C9E-A778-DDA8E26E4A87}"/>
              </a:ext>
            </a:extLst>
          </p:cNvPr>
          <p:cNvSpPr>
            <a:spLocks xmlns:a="http://schemas.openxmlformats.org/drawingml/2006/main" noGrp="1"/>
          </p:cNvSpPr>
          <p:nvPr/>
        </p:nvSpPr>
        <p:spPr>
          <a:xfrm xmlns:a="http://schemas.openxmlformats.org/drawingml/2006/main">
            <a:off x="8039100" y="6796088"/>
            <a:ext cx="276225" cy="276225"/>
          </a:xfrm>
          <a:custGeom xmlns:a="http://schemas.openxmlformats.org/drawingml/2006/main">
            <a:pathLst>
              <a:path w="276225" h="276225">
                <a:moveTo>
                  <a:pt x="276225" y="138113"/>
                </a:moveTo>
                <a:cubicBezTo>
                  <a:pt x="276225" y="214390"/>
                  <a:pt x="214390" y="276225"/>
                  <a:pt x="138113" y="276225"/>
                </a:cubicBezTo>
                <a:cubicBezTo>
                  <a:pt x="61835" y="276225"/>
                  <a:pt x="0" y="214390"/>
                  <a:pt x="0" y="138113"/>
                </a:cubicBezTo>
                <a:cubicBezTo>
                  <a:pt x="0" y="61835"/>
                  <a:pt x="61835" y="0"/>
                  <a:pt x="138113" y="0"/>
                </a:cubicBezTo>
                <a:cubicBezTo>
                  <a:pt x="214390" y="0"/>
                  <a:pt x="276225" y="61835"/>
                  <a:pt x="276225" y="138113"/>
                </a:cubicBezTo>
                <a:close/>
              </a:path>
            </a:pathLst>
          </a:custGeom>
          <a:solidFill xmlns:a="http://schemas.openxmlformats.org/drawingml/2006/main">
            <a:srgbClr val="DE81D0"/>
          </a:solidFill>
          <a:ln xmlns:a="http://schemas.openxmlformats.org/drawingml/2006/main" w="9525">
            <a:noFill/>
            <a:prstDash val="solid"/>
          </a:ln>
        </p:spPr>
      </p:sp>
      <p:sp>
        <p:nvSpPr>
          <p:cNvPr id="124" name="Reasoning step number 1">
            <a:extLst xmlns:a="http://schemas.openxmlformats.org/drawingml/2006/main">
              <a:ext uri="{FF2B5EF4-FFF2-40B4-BE49-F238E27FC236}">
                <a16:creationId xmlns:a16="http://schemas.microsoft.com/office/drawing/2014/main" id="{648F9D67-22DC-4B92-83A4-C0607A968E1D}"/>
              </a:ext>
            </a:extLst>
          </p:cNvPr>
          <p:cNvSpPr>
            <a:spLocks xmlns:a="http://schemas.openxmlformats.org/drawingml/2006/main" noGrp="1"/>
          </p:cNvSpPr>
          <p:nvPr/>
        </p:nvSpPr>
        <p:spPr>
          <a:xfrm xmlns:a="http://schemas.openxmlformats.org/drawingml/2006/main" rot="0">
            <a:off x="8134350" y="6812808"/>
            <a:ext cx="104775" cy="24036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352" b="1" i="0">
                <a:solidFill>
                  <a:srgbClr val="FFFFFF"/>
                </a:solidFill>
                <a:latin typeface="Comic Sans MS"/>
                <a:ea typeface="Comic Sans MS"/>
                <a:cs typeface="Comic Sans MS"/>
              </a:defRPr>
            </a:defPPr>
          </a:lstStyle>
          <a:p xmlns:a="http://schemas.openxmlformats.org/drawingml/2006/main">
            <a:pPr algn="l">
              <a:lnSpc>
                <a:spcPct val="100000"/>
              </a:lnSpc>
              <a:buNone/>
              <a:defRPr sz="1352" b="1" i="0">
                <a:solidFill>
                  <a:srgbClr val="FFFFFF"/>
                </a:solidFill>
                <a:latin typeface="Comic Sans MS"/>
                <a:ea typeface="Comic Sans MS"/>
                <a:cs typeface="Comic Sans MS"/>
              </a:defRPr>
            </a:pPr>
            <a:r>
              <a:rPr sz="1352" b="1" i="0">
                <a:solidFill>
                  <a:srgbClr val="FFFFFF"/>
                </a:solidFill>
                <a:latin typeface="Comic Sans MS"/>
                <a:ea typeface="Comic Sans MS"/>
                <a:cs typeface="Comic Sans MS"/>
              </a:rPr>
              <a:t>1</a:t>
            </a:r>
          </a:p>
        </p:txBody>
      </p:sp>
      <p:sp>
        <p:nvSpPr>
          <p:cNvPr id="125" name="Reasoning step 2">
            <a:extLst xmlns:a="http://schemas.openxmlformats.org/drawingml/2006/main">
              <a:ext uri="{FF2B5EF4-FFF2-40B4-BE49-F238E27FC236}">
                <a16:creationId xmlns:a16="http://schemas.microsoft.com/office/drawing/2014/main" id="{2CBDEED1-CB97-459E-B188-29FD33033108}"/>
              </a:ext>
            </a:extLst>
          </p:cNvPr>
          <p:cNvSpPr>
            <a:spLocks xmlns:a="http://schemas.openxmlformats.org/drawingml/2006/main" noGrp="1"/>
          </p:cNvSpPr>
          <p:nvPr/>
        </p:nvSpPr>
        <p:spPr>
          <a:xfrm xmlns:a="http://schemas.openxmlformats.org/drawingml/2006/main">
            <a:off x="8039100" y="7138988"/>
            <a:ext cx="276225" cy="276225"/>
          </a:xfrm>
          <a:custGeom xmlns:a="http://schemas.openxmlformats.org/drawingml/2006/main">
            <a:pathLst>
              <a:path w="276225" h="276225">
                <a:moveTo>
                  <a:pt x="276225" y="138113"/>
                </a:moveTo>
                <a:cubicBezTo>
                  <a:pt x="276225" y="214390"/>
                  <a:pt x="214390" y="276225"/>
                  <a:pt x="138113" y="276225"/>
                </a:cubicBezTo>
                <a:cubicBezTo>
                  <a:pt x="61835" y="276225"/>
                  <a:pt x="0" y="214390"/>
                  <a:pt x="0" y="138113"/>
                </a:cubicBezTo>
                <a:cubicBezTo>
                  <a:pt x="0" y="61835"/>
                  <a:pt x="61835" y="0"/>
                  <a:pt x="138113" y="0"/>
                </a:cubicBezTo>
                <a:cubicBezTo>
                  <a:pt x="214390" y="0"/>
                  <a:pt x="276225" y="61835"/>
                  <a:pt x="276225" y="138113"/>
                </a:cubicBezTo>
                <a:close/>
              </a:path>
            </a:pathLst>
          </a:custGeom>
          <a:solidFill xmlns:a="http://schemas.openxmlformats.org/drawingml/2006/main">
            <a:srgbClr val="DE81D0"/>
          </a:solidFill>
          <a:ln xmlns:a="http://schemas.openxmlformats.org/drawingml/2006/main" w="9525">
            <a:noFill/>
            <a:prstDash val="solid"/>
          </a:ln>
        </p:spPr>
      </p:sp>
      <p:sp>
        <p:nvSpPr>
          <p:cNvPr id="126" name="Reasoning step number 2">
            <a:extLst xmlns:a="http://schemas.openxmlformats.org/drawingml/2006/main">
              <a:ext uri="{FF2B5EF4-FFF2-40B4-BE49-F238E27FC236}">
                <a16:creationId xmlns:a16="http://schemas.microsoft.com/office/drawing/2014/main" id="{72A1CCD2-B6B3-43FC-85C1-09FF8D70E9E2}"/>
              </a:ext>
            </a:extLst>
          </p:cNvPr>
          <p:cNvSpPr>
            <a:spLocks xmlns:a="http://schemas.openxmlformats.org/drawingml/2006/main" noGrp="1"/>
          </p:cNvSpPr>
          <p:nvPr/>
        </p:nvSpPr>
        <p:spPr>
          <a:xfrm xmlns:a="http://schemas.openxmlformats.org/drawingml/2006/main" rot="0">
            <a:off x="8134350" y="7155708"/>
            <a:ext cx="104775" cy="24036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352" b="1" i="0">
                <a:solidFill>
                  <a:srgbClr val="FFFFFF"/>
                </a:solidFill>
                <a:latin typeface="Comic Sans MS"/>
                <a:ea typeface="Comic Sans MS"/>
                <a:cs typeface="Comic Sans MS"/>
              </a:defRPr>
            </a:defPPr>
          </a:lstStyle>
          <a:p xmlns:a="http://schemas.openxmlformats.org/drawingml/2006/main">
            <a:pPr algn="l">
              <a:lnSpc>
                <a:spcPct val="100000"/>
              </a:lnSpc>
              <a:buNone/>
              <a:defRPr sz="1352" b="1" i="0">
                <a:solidFill>
                  <a:srgbClr val="FFFFFF"/>
                </a:solidFill>
                <a:latin typeface="Comic Sans MS"/>
                <a:ea typeface="Comic Sans MS"/>
                <a:cs typeface="Comic Sans MS"/>
              </a:defRPr>
            </a:pPr>
            <a:r>
              <a:rPr sz="1352" b="1" i="0">
                <a:solidFill>
                  <a:srgbClr val="FFFFFF"/>
                </a:solidFill>
                <a:latin typeface="Comic Sans MS"/>
                <a:ea typeface="Comic Sans MS"/>
                <a:cs typeface="Comic Sans MS"/>
              </a:rPr>
              <a:t>2</a:t>
            </a:r>
          </a:p>
        </p:txBody>
      </p:sp>
      <p:sp>
        <p:nvSpPr>
          <p:cNvPr id="127" name="Reasoning step 3">
            <a:extLst xmlns:a="http://schemas.openxmlformats.org/drawingml/2006/main">
              <a:ext uri="{FF2B5EF4-FFF2-40B4-BE49-F238E27FC236}">
                <a16:creationId xmlns:a16="http://schemas.microsoft.com/office/drawing/2014/main" id="{693CB00F-5A7E-46F6-B9EC-C88A11945A12}"/>
              </a:ext>
            </a:extLst>
          </p:cNvPr>
          <p:cNvSpPr>
            <a:spLocks xmlns:a="http://schemas.openxmlformats.org/drawingml/2006/main" noGrp="1"/>
          </p:cNvSpPr>
          <p:nvPr/>
        </p:nvSpPr>
        <p:spPr>
          <a:xfrm xmlns:a="http://schemas.openxmlformats.org/drawingml/2006/main">
            <a:off x="8039100" y="7634288"/>
            <a:ext cx="276225" cy="276225"/>
          </a:xfrm>
          <a:custGeom xmlns:a="http://schemas.openxmlformats.org/drawingml/2006/main">
            <a:pathLst>
              <a:path w="276225" h="276225">
                <a:moveTo>
                  <a:pt x="276225" y="138113"/>
                </a:moveTo>
                <a:cubicBezTo>
                  <a:pt x="276225" y="214390"/>
                  <a:pt x="214390" y="276225"/>
                  <a:pt x="138113" y="276225"/>
                </a:cubicBezTo>
                <a:cubicBezTo>
                  <a:pt x="61835" y="276225"/>
                  <a:pt x="0" y="214390"/>
                  <a:pt x="0" y="138113"/>
                </a:cubicBezTo>
                <a:cubicBezTo>
                  <a:pt x="0" y="61835"/>
                  <a:pt x="61835" y="0"/>
                  <a:pt x="138113" y="0"/>
                </a:cubicBezTo>
                <a:cubicBezTo>
                  <a:pt x="214390" y="0"/>
                  <a:pt x="276225" y="61835"/>
                  <a:pt x="276225" y="138113"/>
                </a:cubicBezTo>
                <a:close/>
              </a:path>
            </a:pathLst>
          </a:custGeom>
          <a:solidFill xmlns:a="http://schemas.openxmlformats.org/drawingml/2006/main">
            <a:srgbClr val="DE81D0"/>
          </a:solidFill>
          <a:ln xmlns:a="http://schemas.openxmlformats.org/drawingml/2006/main" w="9525">
            <a:noFill/>
            <a:prstDash val="solid"/>
          </a:ln>
        </p:spPr>
      </p:sp>
      <p:sp>
        <p:nvSpPr>
          <p:cNvPr id="128" name="Reasoning step number 3">
            <a:extLst xmlns:a="http://schemas.openxmlformats.org/drawingml/2006/main">
              <a:ext uri="{FF2B5EF4-FFF2-40B4-BE49-F238E27FC236}">
                <a16:creationId xmlns:a16="http://schemas.microsoft.com/office/drawing/2014/main" id="{D32A75C9-AEDB-4611-A358-4D7F348C1B0C}"/>
              </a:ext>
            </a:extLst>
          </p:cNvPr>
          <p:cNvSpPr>
            <a:spLocks xmlns:a="http://schemas.openxmlformats.org/drawingml/2006/main" noGrp="1"/>
          </p:cNvSpPr>
          <p:nvPr/>
        </p:nvSpPr>
        <p:spPr>
          <a:xfrm xmlns:a="http://schemas.openxmlformats.org/drawingml/2006/main" rot="0">
            <a:off x="8134350" y="7651008"/>
            <a:ext cx="104775" cy="24036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352" b="1" i="0">
                <a:solidFill>
                  <a:srgbClr val="FFFFFF"/>
                </a:solidFill>
                <a:latin typeface="Comic Sans MS"/>
                <a:ea typeface="Comic Sans MS"/>
                <a:cs typeface="Comic Sans MS"/>
              </a:defRPr>
            </a:defPPr>
          </a:lstStyle>
          <a:p xmlns:a="http://schemas.openxmlformats.org/drawingml/2006/main">
            <a:pPr algn="l">
              <a:lnSpc>
                <a:spcPct val="100000"/>
              </a:lnSpc>
              <a:buNone/>
              <a:defRPr sz="1352" b="1" i="0">
                <a:solidFill>
                  <a:srgbClr val="FFFFFF"/>
                </a:solidFill>
                <a:latin typeface="Comic Sans MS"/>
                <a:ea typeface="Comic Sans MS"/>
                <a:cs typeface="Comic Sans MS"/>
              </a:defRPr>
            </a:pPr>
            <a:r>
              <a:rPr sz="1352" b="1" i="0">
                <a:solidFill>
                  <a:srgbClr val="FFFFFF"/>
                </a:solidFill>
                <a:latin typeface="Comic Sans MS"/>
                <a:ea typeface="Comic Sans MS"/>
                <a:cs typeface="Comic Sans MS"/>
              </a:rPr>
              <a:t>3</a:t>
            </a:r>
          </a:p>
        </p:txBody>
      </p:sp>
      <p:sp>
        <p:nvSpPr>
          <p:cNvPr id="129" name="Reasoning step 4">
            <a:extLst xmlns:a="http://schemas.openxmlformats.org/drawingml/2006/main">
              <a:ext uri="{FF2B5EF4-FFF2-40B4-BE49-F238E27FC236}">
                <a16:creationId xmlns:a16="http://schemas.microsoft.com/office/drawing/2014/main" id="{18C6DC86-333C-42AB-9F17-53C5C392E1B0}"/>
              </a:ext>
            </a:extLst>
          </p:cNvPr>
          <p:cNvSpPr>
            <a:spLocks xmlns:a="http://schemas.openxmlformats.org/drawingml/2006/main" noGrp="1"/>
          </p:cNvSpPr>
          <p:nvPr/>
        </p:nvSpPr>
        <p:spPr>
          <a:xfrm xmlns:a="http://schemas.openxmlformats.org/drawingml/2006/main">
            <a:off x="8039100" y="7986713"/>
            <a:ext cx="276225" cy="276225"/>
          </a:xfrm>
          <a:custGeom xmlns:a="http://schemas.openxmlformats.org/drawingml/2006/main">
            <a:pathLst>
              <a:path w="276225" h="276225">
                <a:moveTo>
                  <a:pt x="276225" y="138113"/>
                </a:moveTo>
                <a:cubicBezTo>
                  <a:pt x="276225" y="214390"/>
                  <a:pt x="214390" y="276225"/>
                  <a:pt x="138113" y="276225"/>
                </a:cubicBezTo>
                <a:cubicBezTo>
                  <a:pt x="61835" y="276225"/>
                  <a:pt x="0" y="214390"/>
                  <a:pt x="0" y="138113"/>
                </a:cubicBezTo>
                <a:cubicBezTo>
                  <a:pt x="0" y="61835"/>
                  <a:pt x="61835" y="0"/>
                  <a:pt x="138113" y="0"/>
                </a:cubicBezTo>
                <a:cubicBezTo>
                  <a:pt x="214390" y="0"/>
                  <a:pt x="276225" y="61835"/>
                  <a:pt x="276225" y="138113"/>
                </a:cubicBezTo>
                <a:close/>
              </a:path>
            </a:pathLst>
          </a:custGeom>
          <a:solidFill xmlns:a="http://schemas.openxmlformats.org/drawingml/2006/main">
            <a:srgbClr val="DE81D0"/>
          </a:solidFill>
          <a:ln xmlns:a="http://schemas.openxmlformats.org/drawingml/2006/main" w="9525">
            <a:noFill/>
            <a:prstDash val="solid"/>
          </a:ln>
        </p:spPr>
      </p:sp>
      <p:sp>
        <p:nvSpPr>
          <p:cNvPr id="130" name="Reasoning step number 4">
            <a:extLst xmlns:a="http://schemas.openxmlformats.org/drawingml/2006/main">
              <a:ext uri="{FF2B5EF4-FFF2-40B4-BE49-F238E27FC236}">
                <a16:creationId xmlns:a16="http://schemas.microsoft.com/office/drawing/2014/main" id="{DE2CE010-5787-4623-A29F-43FAE483F3ED}"/>
              </a:ext>
            </a:extLst>
          </p:cNvPr>
          <p:cNvSpPr>
            <a:spLocks xmlns:a="http://schemas.openxmlformats.org/drawingml/2006/main" noGrp="1"/>
          </p:cNvSpPr>
          <p:nvPr/>
        </p:nvSpPr>
        <p:spPr>
          <a:xfrm xmlns:a="http://schemas.openxmlformats.org/drawingml/2006/main" rot="0">
            <a:off x="8134350" y="8003433"/>
            <a:ext cx="104775" cy="24036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352" b="1" i="0">
                <a:solidFill>
                  <a:srgbClr val="FFFFFF"/>
                </a:solidFill>
                <a:latin typeface="Comic Sans MS"/>
                <a:ea typeface="Comic Sans MS"/>
                <a:cs typeface="Comic Sans MS"/>
              </a:defRPr>
            </a:defPPr>
          </a:lstStyle>
          <a:p xmlns:a="http://schemas.openxmlformats.org/drawingml/2006/main">
            <a:pPr algn="l">
              <a:lnSpc>
                <a:spcPct val="100000"/>
              </a:lnSpc>
              <a:buNone/>
              <a:defRPr sz="1352" b="1" i="0">
                <a:solidFill>
                  <a:srgbClr val="FFFFFF"/>
                </a:solidFill>
                <a:latin typeface="Comic Sans MS"/>
                <a:ea typeface="Comic Sans MS"/>
                <a:cs typeface="Comic Sans MS"/>
              </a:defRPr>
            </a:pPr>
            <a:r>
              <a:rPr sz="1352" b="1" i="0">
                <a:solidFill>
                  <a:srgbClr val="FFFFFF"/>
                </a:solidFill>
                <a:latin typeface="Comic Sans MS"/>
                <a:ea typeface="Comic Sans MS"/>
                <a:cs typeface="Comic Sans MS"/>
              </a:rPr>
              <a:t>4</a:t>
            </a:r>
          </a:p>
        </p:txBody>
      </p:sp>
      <p:sp>
        <p:nvSpPr>
          <p:cNvPr id="131" name="Watermark 1">
            <a:extLst xmlns:a="http://schemas.openxmlformats.org/drawingml/2006/main">
              <a:ext uri="{FF2B5EF4-FFF2-40B4-BE49-F238E27FC236}">
                <a16:creationId xmlns:a16="http://schemas.microsoft.com/office/drawing/2014/main" id="{640614AA-BA7D-492C-BE21-AA4E1425ACF0}"/>
              </a:ext>
            </a:extLst>
          </p:cNvPr>
          <p:cNvSpPr>
            <a:spLocks xmlns:a="http://schemas.openxmlformats.org/drawingml/2006/main" noGrp="1"/>
          </p:cNvSpPr>
          <p:nvPr/>
        </p:nvSpPr>
        <p:spPr>
          <a:xfrm xmlns:a="http://schemas.openxmlformats.org/drawingml/2006/main">
            <a:off x="8420100" y="2862263"/>
            <a:ext cx="495300" cy="762000"/>
          </a:xfrm>
          <a:custGeom xmlns:a="http://schemas.openxmlformats.org/drawingml/2006/main">
            <a:pathLst>
              <a:path w="495300" h="762000">
                <a:moveTo>
                  <a:pt x="495300" y="762000"/>
                </a:moveTo>
                <a:lnTo>
                  <a:pt x="330200" y="762000"/>
                </a:lnTo>
                <a:lnTo>
                  <a:pt x="330200" y="168240"/>
                </a:lnTo>
                <a:cubicBezTo>
                  <a:pt x="290454" y="189637"/>
                  <a:pt x="238325" y="211034"/>
                  <a:pt x="173814" y="232431"/>
                </a:cubicBezTo>
                <a:cubicBezTo>
                  <a:pt x="109302" y="253827"/>
                  <a:pt x="51364" y="269875"/>
                  <a:pt x="0" y="280573"/>
                </a:cubicBezTo>
                <a:lnTo>
                  <a:pt x="0" y="190500"/>
                </a:lnTo>
                <a:cubicBezTo>
                  <a:pt x="92334" y="165997"/>
                  <a:pt x="173049" y="136318"/>
                  <a:pt x="242147" y="101462"/>
                </a:cubicBezTo>
                <a:cubicBezTo>
                  <a:pt x="311244" y="66606"/>
                  <a:pt x="360163" y="32785"/>
                  <a:pt x="388902" y="0"/>
                </a:cubicBezTo>
                <a:lnTo>
                  <a:pt x="495300" y="0"/>
                </a:lnTo>
                <a:close/>
              </a:path>
            </a:pathLst>
          </a:custGeom>
          <a:noFill xmlns:a="http://schemas.openxmlformats.org/drawingml/2006/main"/>
          <a:ln xmlns:a="http://schemas.openxmlformats.org/drawingml/2006/main" w="15240">
            <a:solidFill>
              <a:srgbClr val="FFDDCF"/>
            </a:solidFill>
            <a:prstDash val="solid"/>
          </a:ln>
        </p:spPr>
      </p:sp>
      <p:sp>
        <p:nvSpPr>
          <p:cNvPr id="132" name="Watermark 2">
            <a:extLst xmlns:a="http://schemas.openxmlformats.org/drawingml/2006/main">
              <a:ext uri="{FF2B5EF4-FFF2-40B4-BE49-F238E27FC236}">
                <a16:creationId xmlns:a16="http://schemas.microsoft.com/office/drawing/2014/main" id="{E6DFFD9E-5178-4514-B6B8-A183CD8A76B8}"/>
              </a:ext>
            </a:extLst>
          </p:cNvPr>
          <p:cNvSpPr>
            <a:spLocks xmlns:a="http://schemas.openxmlformats.org/drawingml/2006/main" noGrp="1"/>
          </p:cNvSpPr>
          <p:nvPr/>
        </p:nvSpPr>
        <p:spPr>
          <a:xfrm xmlns:a="http://schemas.openxmlformats.org/drawingml/2006/main">
            <a:off x="10839450" y="2900363"/>
            <a:ext cx="400050" cy="733425"/>
          </a:xfrm>
          <a:custGeom xmlns:a="http://schemas.openxmlformats.org/drawingml/2006/main">
            <a:pathLst>
              <a:path w="400050" h="733425">
                <a:moveTo>
                  <a:pt x="400050" y="647228"/>
                </a:moveTo>
                <a:lnTo>
                  <a:pt x="400050" y="733425"/>
                </a:lnTo>
                <a:lnTo>
                  <a:pt x="66" y="733425"/>
                </a:lnTo>
                <a:cubicBezTo>
                  <a:pt x="-484" y="711834"/>
                  <a:pt x="2405" y="691074"/>
                  <a:pt x="8734" y="671144"/>
                </a:cubicBezTo>
                <a:cubicBezTo>
                  <a:pt x="18916" y="638259"/>
                  <a:pt x="35221" y="605873"/>
                  <a:pt x="57649" y="573985"/>
                </a:cubicBezTo>
                <a:cubicBezTo>
                  <a:pt x="80077" y="542097"/>
                  <a:pt x="112480" y="505226"/>
                  <a:pt x="154859" y="463373"/>
                </a:cubicBezTo>
                <a:cubicBezTo>
                  <a:pt x="220628" y="398268"/>
                  <a:pt x="265071" y="346699"/>
                  <a:pt x="288187" y="308666"/>
                </a:cubicBezTo>
                <a:cubicBezTo>
                  <a:pt x="311302" y="270633"/>
                  <a:pt x="322860" y="234676"/>
                  <a:pt x="322860" y="200795"/>
                </a:cubicBezTo>
                <a:cubicBezTo>
                  <a:pt x="322860" y="165253"/>
                  <a:pt x="312334" y="135275"/>
                  <a:pt x="291282" y="110861"/>
                </a:cubicBezTo>
                <a:cubicBezTo>
                  <a:pt x="270231" y="86446"/>
                  <a:pt x="242781" y="74239"/>
                  <a:pt x="208933" y="74239"/>
                </a:cubicBezTo>
                <a:cubicBezTo>
                  <a:pt x="173159" y="74239"/>
                  <a:pt x="144539" y="87194"/>
                  <a:pt x="123075" y="113103"/>
                </a:cubicBezTo>
                <a:cubicBezTo>
                  <a:pt x="101610" y="139012"/>
                  <a:pt x="90740" y="174886"/>
                  <a:pt x="90465" y="220725"/>
                </a:cubicBezTo>
                <a:lnTo>
                  <a:pt x="14101" y="211258"/>
                </a:lnTo>
                <a:cubicBezTo>
                  <a:pt x="19329" y="142500"/>
                  <a:pt x="39005" y="90100"/>
                  <a:pt x="73128" y="54060"/>
                </a:cubicBezTo>
                <a:cubicBezTo>
                  <a:pt x="107251" y="18020"/>
                  <a:pt x="153070" y="0"/>
                  <a:pt x="210584" y="0"/>
                </a:cubicBezTo>
                <a:cubicBezTo>
                  <a:pt x="268648" y="0"/>
                  <a:pt x="314605" y="19432"/>
                  <a:pt x="348452" y="58295"/>
                </a:cubicBezTo>
                <a:cubicBezTo>
                  <a:pt x="382300" y="97159"/>
                  <a:pt x="399224" y="145323"/>
                  <a:pt x="399224" y="202788"/>
                </a:cubicBezTo>
                <a:cubicBezTo>
                  <a:pt x="399224" y="232019"/>
                  <a:pt x="394271" y="260751"/>
                  <a:pt x="384364" y="288985"/>
                </a:cubicBezTo>
                <a:cubicBezTo>
                  <a:pt x="374458" y="317220"/>
                  <a:pt x="358015" y="346949"/>
                  <a:pt x="335037" y="378172"/>
                </a:cubicBezTo>
                <a:cubicBezTo>
                  <a:pt x="312059" y="409396"/>
                  <a:pt x="273877" y="452246"/>
                  <a:pt x="220491" y="506721"/>
                </a:cubicBezTo>
                <a:cubicBezTo>
                  <a:pt x="175910" y="551896"/>
                  <a:pt x="147291" y="582538"/>
                  <a:pt x="134632" y="598648"/>
                </a:cubicBezTo>
                <a:cubicBezTo>
                  <a:pt x="121974" y="614758"/>
                  <a:pt x="111517" y="630951"/>
                  <a:pt x="103261" y="647228"/>
                </a:cubicBezTo>
                <a:close/>
              </a:path>
            </a:pathLst>
          </a:custGeom>
          <a:noFill xmlns:a="http://schemas.openxmlformats.org/drawingml/2006/main"/>
          <a:ln xmlns:a="http://schemas.openxmlformats.org/drawingml/2006/main" w="15240">
            <a:solidFill>
              <a:srgbClr val="FFE1C9"/>
            </a:solidFill>
            <a:prstDash val="solid"/>
          </a:ln>
        </p:spPr>
      </p:sp>
      <p:sp>
        <p:nvSpPr>
          <p:cNvPr id="133" name="Watermark 3">
            <a:extLst xmlns:a="http://schemas.openxmlformats.org/drawingml/2006/main">
              <a:ext uri="{FF2B5EF4-FFF2-40B4-BE49-F238E27FC236}">
                <a16:creationId xmlns:a16="http://schemas.microsoft.com/office/drawing/2014/main" id="{885C68AE-B8A7-45BD-B468-0303826A97C8}"/>
              </a:ext>
            </a:extLst>
          </p:cNvPr>
          <p:cNvSpPr>
            <a:spLocks xmlns:a="http://schemas.openxmlformats.org/drawingml/2006/main" noGrp="1"/>
          </p:cNvSpPr>
          <p:nvPr/>
        </p:nvSpPr>
        <p:spPr>
          <a:xfrm xmlns:a="http://schemas.openxmlformats.org/drawingml/2006/main">
            <a:off x="12601575" y="2890838"/>
            <a:ext cx="390525" cy="742950"/>
          </a:xfrm>
          <a:custGeom xmlns:a="http://schemas.openxmlformats.org/drawingml/2006/main">
            <a:pathLst>
              <a:path w="390525" h="742950">
                <a:moveTo>
                  <a:pt x="0" y="538118"/>
                </a:moveTo>
                <a:lnTo>
                  <a:pt x="73223" y="526215"/>
                </a:lnTo>
                <a:cubicBezTo>
                  <a:pt x="81631" y="576803"/>
                  <a:pt x="95936" y="613256"/>
                  <a:pt x="116141" y="635574"/>
                </a:cubicBezTo>
                <a:cubicBezTo>
                  <a:pt x="136345" y="657893"/>
                  <a:pt x="160956" y="669052"/>
                  <a:pt x="189974" y="669052"/>
                </a:cubicBezTo>
                <a:cubicBezTo>
                  <a:pt x="224416" y="669052"/>
                  <a:pt x="253502" y="654504"/>
                  <a:pt x="277232" y="625407"/>
                </a:cubicBezTo>
                <a:cubicBezTo>
                  <a:pt x="300962" y="596311"/>
                  <a:pt x="312827" y="560271"/>
                  <a:pt x="312827" y="517288"/>
                </a:cubicBezTo>
                <a:cubicBezTo>
                  <a:pt x="312827" y="476288"/>
                  <a:pt x="301843" y="442480"/>
                  <a:pt x="279876" y="415864"/>
                </a:cubicBezTo>
                <a:cubicBezTo>
                  <a:pt x="257909" y="389247"/>
                  <a:pt x="229976" y="375939"/>
                  <a:pt x="196076" y="375939"/>
                </a:cubicBezTo>
                <a:cubicBezTo>
                  <a:pt x="182245" y="375939"/>
                  <a:pt x="165024" y="379245"/>
                  <a:pt x="144413" y="385858"/>
                </a:cubicBezTo>
                <a:lnTo>
                  <a:pt x="152549" y="307496"/>
                </a:lnTo>
                <a:cubicBezTo>
                  <a:pt x="157430" y="308157"/>
                  <a:pt x="161363" y="308488"/>
                  <a:pt x="164346" y="308488"/>
                </a:cubicBezTo>
                <a:cubicBezTo>
                  <a:pt x="195534" y="308488"/>
                  <a:pt x="223603" y="298569"/>
                  <a:pt x="248553" y="278730"/>
                </a:cubicBezTo>
                <a:cubicBezTo>
                  <a:pt x="273503" y="258892"/>
                  <a:pt x="285978" y="228308"/>
                  <a:pt x="285978" y="186977"/>
                </a:cubicBezTo>
                <a:cubicBezTo>
                  <a:pt x="285978" y="154244"/>
                  <a:pt x="276893" y="127131"/>
                  <a:pt x="258723" y="105640"/>
                </a:cubicBezTo>
                <a:cubicBezTo>
                  <a:pt x="240553" y="84148"/>
                  <a:pt x="217094" y="73402"/>
                  <a:pt x="188347" y="73402"/>
                </a:cubicBezTo>
                <a:cubicBezTo>
                  <a:pt x="159871" y="73402"/>
                  <a:pt x="136141" y="84313"/>
                  <a:pt x="117157" y="106136"/>
                </a:cubicBezTo>
                <a:cubicBezTo>
                  <a:pt x="98174" y="127958"/>
                  <a:pt x="85970" y="160691"/>
                  <a:pt x="80546" y="204336"/>
                </a:cubicBezTo>
                <a:lnTo>
                  <a:pt x="7322" y="188465"/>
                </a:lnTo>
                <a:cubicBezTo>
                  <a:pt x="16272" y="128619"/>
                  <a:pt x="36612" y="82247"/>
                  <a:pt x="68342" y="49348"/>
                </a:cubicBezTo>
                <a:cubicBezTo>
                  <a:pt x="100072" y="16449"/>
                  <a:pt x="139531" y="0"/>
                  <a:pt x="186720" y="0"/>
                </a:cubicBezTo>
                <a:cubicBezTo>
                  <a:pt x="219264" y="0"/>
                  <a:pt x="249231" y="8514"/>
                  <a:pt x="276622" y="25542"/>
                </a:cubicBezTo>
                <a:cubicBezTo>
                  <a:pt x="304013" y="42570"/>
                  <a:pt x="324963" y="65798"/>
                  <a:pt x="339472" y="95225"/>
                </a:cubicBezTo>
                <a:cubicBezTo>
                  <a:pt x="353981" y="124652"/>
                  <a:pt x="361236" y="155897"/>
                  <a:pt x="361236" y="188961"/>
                </a:cubicBezTo>
                <a:cubicBezTo>
                  <a:pt x="361236" y="220372"/>
                  <a:pt x="354320" y="248973"/>
                  <a:pt x="340489" y="274763"/>
                </a:cubicBezTo>
                <a:cubicBezTo>
                  <a:pt x="326658" y="300553"/>
                  <a:pt x="306182" y="321052"/>
                  <a:pt x="279063" y="336262"/>
                </a:cubicBezTo>
                <a:cubicBezTo>
                  <a:pt x="314318" y="346181"/>
                  <a:pt x="341709" y="366763"/>
                  <a:pt x="361236" y="398009"/>
                </a:cubicBezTo>
                <a:cubicBezTo>
                  <a:pt x="380762" y="429254"/>
                  <a:pt x="390525" y="468353"/>
                  <a:pt x="390525" y="515304"/>
                </a:cubicBezTo>
                <a:cubicBezTo>
                  <a:pt x="390525" y="578787"/>
                  <a:pt x="371541" y="632599"/>
                  <a:pt x="333573" y="676739"/>
                </a:cubicBezTo>
                <a:cubicBezTo>
                  <a:pt x="295606" y="720880"/>
                  <a:pt x="247604" y="742950"/>
                  <a:pt x="189567" y="742950"/>
                </a:cubicBezTo>
                <a:cubicBezTo>
                  <a:pt x="137226" y="742950"/>
                  <a:pt x="93767" y="723938"/>
                  <a:pt x="59189" y="685914"/>
                </a:cubicBezTo>
                <a:cubicBezTo>
                  <a:pt x="24611" y="647891"/>
                  <a:pt x="4882" y="598625"/>
                  <a:pt x="0" y="538118"/>
                </a:cubicBezTo>
                <a:close/>
              </a:path>
            </a:pathLst>
          </a:custGeom>
          <a:noFill xmlns:a="http://schemas.openxmlformats.org/drawingml/2006/main"/>
          <a:ln xmlns:a="http://schemas.openxmlformats.org/drawingml/2006/main" w="15240">
            <a:solidFill>
              <a:srgbClr val="FFE1C9"/>
            </a:solidFill>
            <a:prstDash val="solid"/>
          </a:ln>
        </p:spPr>
      </p:sp>
      <p:sp>
        <p:nvSpPr>
          <p:cNvPr id="134" name="Watermark 4">
            <a:extLst xmlns:a="http://schemas.openxmlformats.org/drawingml/2006/main">
              <a:ext uri="{FF2B5EF4-FFF2-40B4-BE49-F238E27FC236}">
                <a16:creationId xmlns:a16="http://schemas.microsoft.com/office/drawing/2014/main" id="{7BDFF7F2-4F78-49B0-859C-07B592D5B71C}"/>
              </a:ext>
            </a:extLst>
          </p:cNvPr>
          <p:cNvSpPr>
            <a:spLocks xmlns:a="http://schemas.openxmlformats.org/drawingml/2006/main" noGrp="1"/>
          </p:cNvSpPr>
          <p:nvPr/>
        </p:nvSpPr>
        <p:spPr>
          <a:xfrm xmlns:a="http://schemas.openxmlformats.org/drawingml/2006/main">
            <a:off x="16068675" y="2900363"/>
            <a:ext cx="476250" cy="733425"/>
          </a:xfrm>
          <a:custGeom xmlns:a="http://schemas.openxmlformats.org/drawingml/2006/main">
            <a:pathLst>
              <a:path w="476250" h="733425">
                <a:moveTo>
                  <a:pt x="298713" y="733425"/>
                </a:moveTo>
                <a:lnTo>
                  <a:pt x="298713" y="557823"/>
                </a:lnTo>
                <a:lnTo>
                  <a:pt x="0" y="557823"/>
                </a:lnTo>
                <a:lnTo>
                  <a:pt x="0" y="475275"/>
                </a:lnTo>
                <a:lnTo>
                  <a:pt x="314212" y="0"/>
                </a:lnTo>
                <a:lnTo>
                  <a:pt x="383254" y="0"/>
                </a:lnTo>
                <a:lnTo>
                  <a:pt x="383254" y="475275"/>
                </a:lnTo>
                <a:lnTo>
                  <a:pt x="476250" y="475275"/>
                </a:lnTo>
                <a:lnTo>
                  <a:pt x="476250" y="557823"/>
                </a:lnTo>
                <a:lnTo>
                  <a:pt x="383254" y="557823"/>
                </a:lnTo>
                <a:lnTo>
                  <a:pt x="383254" y="733425"/>
                </a:lnTo>
                <a:close/>
                <a:moveTo>
                  <a:pt x="298713" y="475275"/>
                </a:moveTo>
                <a:lnTo>
                  <a:pt x="298713" y="144584"/>
                </a:lnTo>
                <a:lnTo>
                  <a:pt x="83132" y="475275"/>
                </a:lnTo>
                <a:close/>
              </a:path>
            </a:pathLst>
          </a:custGeom>
          <a:noFill xmlns:a="http://schemas.openxmlformats.org/drawingml/2006/main"/>
          <a:ln xmlns:a="http://schemas.openxmlformats.org/drawingml/2006/main" w="15240">
            <a:solidFill>
              <a:srgbClr val="EEE3FA"/>
            </a:solidFill>
            <a:prstDash val="solid"/>
          </a:ln>
        </p:spPr>
      </p:sp>
      <p:sp>
        <p:nvSpPr>
          <p:cNvPr id="135" name="Watermark 5">
            <a:extLst xmlns:a="http://schemas.openxmlformats.org/drawingml/2006/main">
              <a:ext uri="{FF2B5EF4-FFF2-40B4-BE49-F238E27FC236}">
                <a16:creationId xmlns:a16="http://schemas.microsoft.com/office/drawing/2014/main" id="{BDF74F2B-5062-46E0-941E-E76381D97435}"/>
              </a:ext>
            </a:extLst>
          </p:cNvPr>
          <p:cNvSpPr>
            <a:spLocks xmlns:a="http://schemas.openxmlformats.org/drawingml/2006/main" noGrp="1"/>
          </p:cNvSpPr>
          <p:nvPr/>
        </p:nvSpPr>
        <p:spPr>
          <a:xfrm xmlns:a="http://schemas.openxmlformats.org/drawingml/2006/main">
            <a:off x="18783300" y="2890838"/>
            <a:ext cx="390525" cy="752475"/>
          </a:xfrm>
          <a:custGeom xmlns:a="http://schemas.openxmlformats.org/drawingml/2006/main">
            <a:pathLst>
              <a:path w="390525" h="752475">
                <a:moveTo>
                  <a:pt x="0" y="543255"/>
                </a:moveTo>
                <a:lnTo>
                  <a:pt x="75935" y="535071"/>
                </a:lnTo>
                <a:cubicBezTo>
                  <a:pt x="81560" y="582132"/>
                  <a:pt x="94618" y="617514"/>
                  <a:pt x="115108" y="641215"/>
                </a:cubicBezTo>
                <a:cubicBezTo>
                  <a:pt x="135599" y="664916"/>
                  <a:pt x="160308" y="676767"/>
                  <a:pt x="189236" y="676767"/>
                </a:cubicBezTo>
                <a:cubicBezTo>
                  <a:pt x="224056" y="676767"/>
                  <a:pt x="253520" y="660057"/>
                  <a:pt x="277626" y="626636"/>
                </a:cubicBezTo>
                <a:cubicBezTo>
                  <a:pt x="301733" y="593216"/>
                  <a:pt x="313786" y="548882"/>
                  <a:pt x="313786" y="493636"/>
                </a:cubicBezTo>
                <a:cubicBezTo>
                  <a:pt x="313786" y="441118"/>
                  <a:pt x="302202" y="399683"/>
                  <a:pt x="279033" y="369332"/>
                </a:cubicBezTo>
                <a:cubicBezTo>
                  <a:pt x="255864" y="338980"/>
                  <a:pt x="225530" y="323805"/>
                  <a:pt x="188031" y="323805"/>
                </a:cubicBezTo>
                <a:cubicBezTo>
                  <a:pt x="164728" y="323805"/>
                  <a:pt x="143701" y="330540"/>
                  <a:pt x="124952" y="344010"/>
                </a:cubicBezTo>
                <a:cubicBezTo>
                  <a:pt x="106202" y="357481"/>
                  <a:pt x="91471" y="374959"/>
                  <a:pt x="80757" y="396443"/>
                </a:cubicBezTo>
                <a:lnTo>
                  <a:pt x="12857" y="385189"/>
                </a:lnTo>
                <a:lnTo>
                  <a:pt x="69909" y="0"/>
                </a:lnTo>
                <a:lnTo>
                  <a:pt x="362803" y="0"/>
                </a:lnTo>
                <a:lnTo>
                  <a:pt x="362803" y="87985"/>
                </a:lnTo>
                <a:lnTo>
                  <a:pt x="127764" y="87985"/>
                </a:lnTo>
                <a:lnTo>
                  <a:pt x="96024" y="289532"/>
                </a:lnTo>
                <a:cubicBezTo>
                  <a:pt x="131380" y="258157"/>
                  <a:pt x="168478" y="242470"/>
                  <a:pt x="207316" y="242470"/>
                </a:cubicBezTo>
                <a:cubicBezTo>
                  <a:pt x="258743" y="242470"/>
                  <a:pt x="302135" y="265148"/>
                  <a:pt x="337491" y="310505"/>
                </a:cubicBezTo>
                <a:cubicBezTo>
                  <a:pt x="372847" y="355861"/>
                  <a:pt x="390525" y="414177"/>
                  <a:pt x="390525" y="485451"/>
                </a:cubicBezTo>
                <a:cubicBezTo>
                  <a:pt x="390525" y="553316"/>
                  <a:pt x="374990" y="611972"/>
                  <a:pt x="343919" y="661421"/>
                </a:cubicBezTo>
                <a:cubicBezTo>
                  <a:pt x="306152" y="722124"/>
                  <a:pt x="254591" y="752475"/>
                  <a:pt x="189236" y="752475"/>
                </a:cubicBezTo>
                <a:cubicBezTo>
                  <a:pt x="135666" y="752475"/>
                  <a:pt x="91939" y="733378"/>
                  <a:pt x="58056" y="695183"/>
                </a:cubicBezTo>
                <a:cubicBezTo>
                  <a:pt x="24173" y="656988"/>
                  <a:pt x="4821" y="606345"/>
                  <a:pt x="0" y="543255"/>
                </a:cubicBezTo>
                <a:close/>
              </a:path>
            </a:pathLst>
          </a:custGeom>
          <a:noFill xmlns:a="http://schemas.openxmlformats.org/drawingml/2006/main"/>
          <a:ln xmlns:a="http://schemas.openxmlformats.org/drawingml/2006/main" w="15240">
            <a:solidFill>
              <a:srgbClr val="DDEBFC"/>
            </a:solidFill>
            <a:prstDash val="solid"/>
          </a:ln>
        </p:spPr>
      </p:sp>
      <p:sp>
        <p:nvSpPr>
          <p:cNvPr id="136" name="Watermark 1">
            <a:extLst xmlns:a="http://schemas.openxmlformats.org/drawingml/2006/main">
              <a:ext uri="{FF2B5EF4-FFF2-40B4-BE49-F238E27FC236}">
                <a16:creationId xmlns:a16="http://schemas.microsoft.com/office/drawing/2014/main" id="{FE1D5105-1B4F-430D-A627-F157BF3CB6FD}"/>
              </a:ext>
            </a:extLst>
          </p:cNvPr>
          <p:cNvSpPr>
            <a:spLocks xmlns:a="http://schemas.openxmlformats.org/drawingml/2006/main" noGrp="1"/>
          </p:cNvSpPr>
          <p:nvPr/>
        </p:nvSpPr>
        <p:spPr>
          <a:xfrm xmlns:a="http://schemas.openxmlformats.org/drawingml/2006/main">
            <a:off x="7162800" y="6977063"/>
            <a:ext cx="485775" cy="742950"/>
          </a:xfrm>
          <a:custGeom xmlns:a="http://schemas.openxmlformats.org/drawingml/2006/main">
            <a:pathLst>
              <a:path w="485775" h="742950">
                <a:moveTo>
                  <a:pt x="485775" y="742950"/>
                </a:moveTo>
                <a:lnTo>
                  <a:pt x="323850" y="742950"/>
                </a:lnTo>
                <a:lnTo>
                  <a:pt x="323850" y="164034"/>
                </a:lnTo>
                <a:cubicBezTo>
                  <a:pt x="284868" y="184896"/>
                  <a:pt x="233742" y="205758"/>
                  <a:pt x="170471" y="226620"/>
                </a:cubicBezTo>
                <a:cubicBezTo>
                  <a:pt x="107200" y="247482"/>
                  <a:pt x="50377" y="263128"/>
                  <a:pt x="0" y="273559"/>
                </a:cubicBezTo>
                <a:lnTo>
                  <a:pt x="0" y="185738"/>
                </a:lnTo>
                <a:cubicBezTo>
                  <a:pt x="90558" y="161847"/>
                  <a:pt x="169721" y="132910"/>
                  <a:pt x="237490" y="98925"/>
                </a:cubicBezTo>
                <a:cubicBezTo>
                  <a:pt x="305259" y="64941"/>
                  <a:pt x="353236" y="31966"/>
                  <a:pt x="381423" y="0"/>
                </a:cubicBezTo>
                <a:lnTo>
                  <a:pt x="485775" y="0"/>
                </a:lnTo>
                <a:close/>
              </a:path>
            </a:pathLst>
          </a:custGeom>
          <a:noFill xmlns:a="http://schemas.openxmlformats.org/drawingml/2006/main"/>
          <a:ln xmlns:a="http://schemas.openxmlformats.org/drawingml/2006/main" w="15240">
            <a:solidFill>
              <a:srgbClr val="FFDDCF"/>
            </a:solidFill>
            <a:prstDash val="solid"/>
          </a:ln>
        </p:spPr>
      </p:sp>
      <p:sp>
        <p:nvSpPr>
          <p:cNvPr id="137" name="Watermark 2">
            <a:extLst xmlns:a="http://schemas.openxmlformats.org/drawingml/2006/main">
              <a:ext uri="{FF2B5EF4-FFF2-40B4-BE49-F238E27FC236}">
                <a16:creationId xmlns:a16="http://schemas.microsoft.com/office/drawing/2014/main" id="{A043DD33-9554-427C-BDF2-E1D881FD586A}"/>
              </a:ext>
            </a:extLst>
          </p:cNvPr>
          <p:cNvSpPr>
            <a:spLocks xmlns:a="http://schemas.openxmlformats.org/drawingml/2006/main" noGrp="1"/>
          </p:cNvSpPr>
          <p:nvPr/>
        </p:nvSpPr>
        <p:spPr>
          <a:xfrm xmlns:a="http://schemas.openxmlformats.org/drawingml/2006/main">
            <a:off x="12496800" y="6996113"/>
            <a:ext cx="495300" cy="742950"/>
          </a:xfrm>
          <a:custGeom xmlns:a="http://schemas.openxmlformats.org/drawingml/2006/main">
            <a:pathLst>
              <a:path w="495300" h="742950">
                <a:moveTo>
                  <a:pt x="495300" y="655633"/>
                </a:moveTo>
                <a:lnTo>
                  <a:pt x="495300" y="742950"/>
                </a:lnTo>
                <a:lnTo>
                  <a:pt x="82" y="742950"/>
                </a:lnTo>
                <a:cubicBezTo>
                  <a:pt x="-600" y="721079"/>
                  <a:pt x="2978" y="700049"/>
                  <a:pt x="10814" y="679860"/>
                </a:cubicBezTo>
                <a:cubicBezTo>
                  <a:pt x="23420" y="646548"/>
                  <a:pt x="43607" y="613741"/>
                  <a:pt x="71375" y="581439"/>
                </a:cubicBezTo>
                <a:cubicBezTo>
                  <a:pt x="99142" y="549137"/>
                  <a:pt x="139261" y="511788"/>
                  <a:pt x="191730" y="469391"/>
                </a:cubicBezTo>
                <a:cubicBezTo>
                  <a:pt x="273159" y="403441"/>
                  <a:pt x="328183" y="351202"/>
                  <a:pt x="356802" y="312675"/>
                </a:cubicBezTo>
                <a:cubicBezTo>
                  <a:pt x="385422" y="274148"/>
                  <a:pt x="399732" y="237724"/>
                  <a:pt x="399732" y="203403"/>
                </a:cubicBezTo>
                <a:cubicBezTo>
                  <a:pt x="399732" y="167399"/>
                  <a:pt x="386700" y="137032"/>
                  <a:pt x="360635" y="112301"/>
                </a:cubicBezTo>
                <a:cubicBezTo>
                  <a:pt x="334571" y="87569"/>
                  <a:pt x="300586" y="75203"/>
                  <a:pt x="258679" y="75203"/>
                </a:cubicBezTo>
                <a:cubicBezTo>
                  <a:pt x="214387" y="75203"/>
                  <a:pt x="178953" y="88326"/>
                  <a:pt x="152378" y="114572"/>
                </a:cubicBezTo>
                <a:cubicBezTo>
                  <a:pt x="125803" y="140817"/>
                  <a:pt x="112345" y="177157"/>
                  <a:pt x="112004" y="223592"/>
                </a:cubicBezTo>
                <a:lnTo>
                  <a:pt x="17458" y="214002"/>
                </a:lnTo>
                <a:cubicBezTo>
                  <a:pt x="23931" y="144350"/>
                  <a:pt x="48292" y="91270"/>
                  <a:pt x="90540" y="54762"/>
                </a:cubicBezTo>
                <a:cubicBezTo>
                  <a:pt x="132787" y="18254"/>
                  <a:pt x="189515" y="0"/>
                  <a:pt x="260723" y="0"/>
                </a:cubicBezTo>
                <a:cubicBezTo>
                  <a:pt x="332612" y="0"/>
                  <a:pt x="389510" y="19684"/>
                  <a:pt x="431417" y="59052"/>
                </a:cubicBezTo>
                <a:cubicBezTo>
                  <a:pt x="473324" y="98421"/>
                  <a:pt x="494278" y="147210"/>
                  <a:pt x="494278" y="205422"/>
                </a:cubicBezTo>
                <a:cubicBezTo>
                  <a:pt x="494278" y="235032"/>
                  <a:pt x="488145" y="264138"/>
                  <a:pt x="475880" y="292738"/>
                </a:cubicBezTo>
                <a:cubicBezTo>
                  <a:pt x="463614" y="321339"/>
                  <a:pt x="443257" y="351454"/>
                  <a:pt x="414808" y="383084"/>
                </a:cubicBezTo>
                <a:cubicBezTo>
                  <a:pt x="386359" y="414713"/>
                  <a:pt x="339086" y="458119"/>
                  <a:pt x="272988" y="513302"/>
                </a:cubicBezTo>
                <a:cubicBezTo>
                  <a:pt x="217794" y="559063"/>
                  <a:pt x="182360" y="590104"/>
                  <a:pt x="166688" y="606423"/>
                </a:cubicBezTo>
                <a:cubicBezTo>
                  <a:pt x="151015" y="622742"/>
                  <a:pt x="138068" y="639146"/>
                  <a:pt x="127847" y="655633"/>
                </a:cubicBezTo>
                <a:close/>
              </a:path>
            </a:pathLst>
          </a:custGeom>
          <a:noFill xmlns:a="http://schemas.openxmlformats.org/drawingml/2006/main"/>
          <a:ln xmlns:a="http://schemas.openxmlformats.org/drawingml/2006/main" w="15240">
            <a:solidFill>
              <a:srgbClr val="F4DDF1"/>
            </a:solidFill>
            <a:prstDash val="solid"/>
          </a:ln>
        </p:spPr>
      </p:sp>
      <p:sp>
        <p:nvSpPr>
          <p:cNvPr id="138" name="Watermark 3">
            <a:extLst xmlns:a="http://schemas.openxmlformats.org/drawingml/2006/main">
              <a:ext uri="{FF2B5EF4-FFF2-40B4-BE49-F238E27FC236}">
                <a16:creationId xmlns:a16="http://schemas.microsoft.com/office/drawing/2014/main" id="{4DB16F01-898C-4682-8500-A51050392BB4}"/>
              </a:ext>
            </a:extLst>
          </p:cNvPr>
          <p:cNvSpPr>
            <a:spLocks xmlns:a="http://schemas.openxmlformats.org/drawingml/2006/main" noGrp="1"/>
          </p:cNvSpPr>
          <p:nvPr/>
        </p:nvSpPr>
        <p:spPr>
          <a:xfrm xmlns:a="http://schemas.openxmlformats.org/drawingml/2006/main">
            <a:off x="16078200" y="6996113"/>
            <a:ext cx="495300" cy="733425"/>
          </a:xfrm>
          <a:custGeom xmlns:a="http://schemas.openxmlformats.org/drawingml/2006/main">
            <a:pathLst>
              <a:path w="495300" h="733425">
                <a:moveTo>
                  <a:pt x="0" y="531219"/>
                </a:moveTo>
                <a:lnTo>
                  <a:pt x="92869" y="519469"/>
                </a:lnTo>
                <a:cubicBezTo>
                  <a:pt x="103531" y="569408"/>
                  <a:pt x="121675" y="605394"/>
                  <a:pt x="147300" y="627426"/>
                </a:cubicBezTo>
                <a:cubicBezTo>
                  <a:pt x="172925" y="649458"/>
                  <a:pt x="204139" y="660474"/>
                  <a:pt x="240943" y="660474"/>
                </a:cubicBezTo>
                <a:cubicBezTo>
                  <a:pt x="284626" y="660474"/>
                  <a:pt x="321515" y="646113"/>
                  <a:pt x="351611" y="617389"/>
                </a:cubicBezTo>
                <a:cubicBezTo>
                  <a:pt x="381708" y="588666"/>
                  <a:pt x="396756" y="553088"/>
                  <a:pt x="396756" y="510656"/>
                </a:cubicBezTo>
                <a:cubicBezTo>
                  <a:pt x="396756" y="470182"/>
                  <a:pt x="382826" y="436807"/>
                  <a:pt x="354965" y="410532"/>
                </a:cubicBezTo>
                <a:cubicBezTo>
                  <a:pt x="327104" y="384257"/>
                  <a:pt x="291677" y="371119"/>
                  <a:pt x="248682" y="371119"/>
                </a:cubicBezTo>
                <a:cubicBezTo>
                  <a:pt x="231140" y="371119"/>
                  <a:pt x="209299" y="374383"/>
                  <a:pt x="183158" y="380911"/>
                </a:cubicBezTo>
                <a:lnTo>
                  <a:pt x="193477" y="303554"/>
                </a:lnTo>
                <a:cubicBezTo>
                  <a:pt x="199668" y="304207"/>
                  <a:pt x="204655" y="304533"/>
                  <a:pt x="208439" y="304533"/>
                </a:cubicBezTo>
                <a:cubicBezTo>
                  <a:pt x="247994" y="304533"/>
                  <a:pt x="283594" y="294741"/>
                  <a:pt x="315238" y="275157"/>
                </a:cubicBezTo>
                <a:cubicBezTo>
                  <a:pt x="346882" y="255573"/>
                  <a:pt x="362704" y="225380"/>
                  <a:pt x="362704" y="184580"/>
                </a:cubicBezTo>
                <a:cubicBezTo>
                  <a:pt x="362704" y="152266"/>
                  <a:pt x="351181" y="125502"/>
                  <a:pt x="328136" y="104285"/>
                </a:cubicBezTo>
                <a:cubicBezTo>
                  <a:pt x="305091" y="83069"/>
                  <a:pt x="275339" y="72461"/>
                  <a:pt x="238879" y="72461"/>
                </a:cubicBezTo>
                <a:cubicBezTo>
                  <a:pt x="202763" y="72461"/>
                  <a:pt x="172667" y="83232"/>
                  <a:pt x="148590" y="104775"/>
                </a:cubicBezTo>
                <a:cubicBezTo>
                  <a:pt x="124513" y="126318"/>
                  <a:pt x="109035" y="158631"/>
                  <a:pt x="102156" y="201716"/>
                </a:cubicBezTo>
                <a:lnTo>
                  <a:pt x="9287" y="186049"/>
                </a:lnTo>
                <a:cubicBezTo>
                  <a:pt x="20638" y="126970"/>
                  <a:pt x="46434" y="81192"/>
                  <a:pt x="86677" y="48715"/>
                </a:cubicBezTo>
                <a:cubicBezTo>
                  <a:pt x="126921" y="16238"/>
                  <a:pt x="176967" y="0"/>
                  <a:pt x="236815" y="0"/>
                </a:cubicBezTo>
                <a:cubicBezTo>
                  <a:pt x="278090" y="0"/>
                  <a:pt x="316098" y="8405"/>
                  <a:pt x="350837" y="25215"/>
                </a:cubicBezTo>
                <a:cubicBezTo>
                  <a:pt x="385577" y="42024"/>
                  <a:pt x="412148" y="64954"/>
                  <a:pt x="430550" y="94004"/>
                </a:cubicBezTo>
                <a:cubicBezTo>
                  <a:pt x="448952" y="123054"/>
                  <a:pt x="458152" y="153898"/>
                  <a:pt x="458152" y="186539"/>
                </a:cubicBezTo>
                <a:cubicBezTo>
                  <a:pt x="458152" y="217547"/>
                  <a:pt x="449382" y="245781"/>
                  <a:pt x="431840" y="271240"/>
                </a:cubicBezTo>
                <a:cubicBezTo>
                  <a:pt x="414298" y="296699"/>
                  <a:pt x="388329" y="316936"/>
                  <a:pt x="353933" y="331951"/>
                </a:cubicBezTo>
                <a:cubicBezTo>
                  <a:pt x="398648" y="341743"/>
                  <a:pt x="433388" y="362061"/>
                  <a:pt x="458152" y="392906"/>
                </a:cubicBezTo>
                <a:cubicBezTo>
                  <a:pt x="482918" y="423751"/>
                  <a:pt x="495300" y="462348"/>
                  <a:pt x="495300" y="508697"/>
                </a:cubicBezTo>
                <a:cubicBezTo>
                  <a:pt x="495300" y="571366"/>
                  <a:pt x="471223" y="624488"/>
                  <a:pt x="423069" y="668063"/>
                </a:cubicBezTo>
                <a:cubicBezTo>
                  <a:pt x="374915" y="711638"/>
                  <a:pt x="314034" y="733425"/>
                  <a:pt x="240427" y="733425"/>
                </a:cubicBezTo>
                <a:cubicBezTo>
                  <a:pt x="174043" y="733425"/>
                  <a:pt x="118924" y="714657"/>
                  <a:pt x="75069" y="677121"/>
                </a:cubicBezTo>
                <a:cubicBezTo>
                  <a:pt x="31214" y="639584"/>
                  <a:pt x="6191" y="590951"/>
                  <a:pt x="0" y="531219"/>
                </a:cubicBezTo>
                <a:close/>
              </a:path>
            </a:pathLst>
          </a:custGeom>
          <a:noFill xmlns:a="http://schemas.openxmlformats.org/drawingml/2006/main"/>
          <a:ln xmlns:a="http://schemas.openxmlformats.org/drawingml/2006/main" w="15240">
            <a:solidFill>
              <a:srgbClr val="EEE3FA"/>
            </a:solidFill>
            <a:prstDash val="solid"/>
          </a:ln>
        </p:spPr>
      </p:sp>
      <p:sp>
        <p:nvSpPr>
          <p:cNvPr id="139" name="Watermark 4">
            <a:extLst xmlns:a="http://schemas.openxmlformats.org/drawingml/2006/main">
              <a:ext uri="{FF2B5EF4-FFF2-40B4-BE49-F238E27FC236}">
                <a16:creationId xmlns:a16="http://schemas.microsoft.com/office/drawing/2014/main" id="{2694CAAC-3E3F-40E6-8B7D-2458AD6BC0A7}"/>
              </a:ext>
            </a:extLst>
          </p:cNvPr>
          <p:cNvSpPr>
            <a:spLocks xmlns:a="http://schemas.openxmlformats.org/drawingml/2006/main" noGrp="1"/>
          </p:cNvSpPr>
          <p:nvPr/>
        </p:nvSpPr>
        <p:spPr>
          <a:xfrm xmlns:a="http://schemas.openxmlformats.org/drawingml/2006/main">
            <a:off x="18773775" y="6986588"/>
            <a:ext cx="457200" cy="742950"/>
          </a:xfrm>
          <a:custGeom xmlns:a="http://schemas.openxmlformats.org/drawingml/2006/main">
            <a:pathLst>
              <a:path w="457200" h="742950">
                <a:moveTo>
                  <a:pt x="286764" y="742950"/>
                </a:moveTo>
                <a:lnTo>
                  <a:pt x="286764" y="565068"/>
                </a:lnTo>
                <a:lnTo>
                  <a:pt x="0" y="565068"/>
                </a:lnTo>
                <a:lnTo>
                  <a:pt x="0" y="481448"/>
                </a:lnTo>
                <a:lnTo>
                  <a:pt x="301644" y="0"/>
                </a:lnTo>
                <a:lnTo>
                  <a:pt x="367924" y="0"/>
                </a:lnTo>
                <a:lnTo>
                  <a:pt x="367924" y="481448"/>
                </a:lnTo>
                <a:lnTo>
                  <a:pt x="457200" y="481448"/>
                </a:lnTo>
                <a:lnTo>
                  <a:pt x="457200" y="565068"/>
                </a:lnTo>
                <a:lnTo>
                  <a:pt x="367924" y="565068"/>
                </a:lnTo>
                <a:lnTo>
                  <a:pt x="367924" y="742950"/>
                </a:lnTo>
                <a:close/>
                <a:moveTo>
                  <a:pt x="286764" y="481448"/>
                </a:moveTo>
                <a:lnTo>
                  <a:pt x="286764" y="146461"/>
                </a:lnTo>
                <a:lnTo>
                  <a:pt x="79807" y="481448"/>
                </a:lnTo>
                <a:close/>
              </a:path>
            </a:pathLst>
          </a:custGeom>
          <a:noFill xmlns:a="http://schemas.openxmlformats.org/drawingml/2006/main"/>
          <a:ln xmlns:a="http://schemas.openxmlformats.org/drawingml/2006/main" w="15240">
            <a:solidFill>
              <a:srgbClr val="DDEBFC"/>
            </a:solidFill>
            <a:prstDash val="solid"/>
          </a:ln>
        </p:spPr>
      </p:sp>
      <p:sp>
        <p:nvSpPr>
          <p:cNvPr id="140" name="Reviewed text 1">
            <a:extLst xmlns:a="http://schemas.openxmlformats.org/drawingml/2006/main">
              <a:ext uri="{FF2B5EF4-FFF2-40B4-BE49-F238E27FC236}">
                <a16:creationId xmlns:a16="http://schemas.microsoft.com/office/drawing/2014/main" id="{2A959AAF-A04A-4C3D-96C8-B51E2CC30E86}"/>
              </a:ext>
            </a:extLst>
          </p:cNvPr>
          <p:cNvSpPr>
            <a:spLocks xmlns:a="http://schemas.openxmlformats.org/drawingml/2006/main" noGrp="1"/>
          </p:cNvSpPr>
          <p:nvPr/>
        </p:nvSpPr>
        <p:spPr>
          <a:xfrm xmlns:a="http://schemas.openxmlformats.org/drawingml/2006/main" rot="0">
            <a:off x="1375630" y="1808388"/>
            <a:ext cx="649603" cy="35049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971" b="1" i="0">
                <a:solidFill>
                  <a:srgbClr val="101010"/>
                </a:solidFill>
                <a:latin typeface="Comic Sans MS"/>
                <a:ea typeface="Comic Sans MS"/>
                <a:cs typeface="Comic Sans MS"/>
              </a:defRPr>
            </a:defPPr>
          </a:lstStyle>
          <a:p xmlns:a="http://schemas.openxmlformats.org/drawingml/2006/main">
            <a:pPr algn="l">
              <a:lnSpc>
                <a:spcPct val="100000"/>
              </a:lnSpc>
              <a:buNone/>
              <a:defRPr sz="1971" b="1" i="0">
                <a:solidFill>
                  <a:srgbClr val="101010"/>
                </a:solidFill>
                <a:latin typeface="Comic Sans MS"/>
                <a:ea typeface="Comic Sans MS"/>
                <a:cs typeface="Comic Sans MS"/>
              </a:defRPr>
            </a:pPr>
            <a:r>
              <a:rPr sz="1971" b="1" i="0">
                <a:solidFill>
                  <a:srgbClr val="101010"/>
                </a:solidFill>
                <a:latin typeface="Comic Sans MS"/>
                <a:ea typeface="Comic Sans MS"/>
                <a:cs typeface="Comic Sans MS"/>
              </a:rPr>
              <a:t>Input</a:t>
            </a:r>
          </a:p>
        </p:txBody>
      </p:sp>
      <p:sp>
        <p:nvSpPr>
          <p:cNvPr id="141" name="Reviewed text 2">
            <a:extLst xmlns:a="http://schemas.openxmlformats.org/drawingml/2006/main">
              <a:ext uri="{FF2B5EF4-FFF2-40B4-BE49-F238E27FC236}">
                <a16:creationId xmlns:a16="http://schemas.microsoft.com/office/drawing/2014/main" id="{3D3E25A5-B2BC-4DBA-B82D-9E90A3C7793B}"/>
              </a:ext>
            </a:extLst>
          </p:cNvPr>
          <p:cNvSpPr>
            <a:spLocks xmlns:a="http://schemas.openxmlformats.org/drawingml/2006/main" noGrp="1"/>
          </p:cNvSpPr>
          <p:nvPr/>
        </p:nvSpPr>
        <p:spPr>
          <a:xfrm xmlns:a="http://schemas.openxmlformats.org/drawingml/2006/main" rot="0">
            <a:off x="834294" y="2328933"/>
            <a:ext cx="649603" cy="26453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488" b="1" i="0">
                <a:solidFill>
                  <a:srgbClr val="101010"/>
                </a:solidFill>
                <a:latin typeface="Comic Sans MS"/>
                <a:ea typeface="Comic Sans MS"/>
                <a:cs typeface="Comic Sans MS"/>
              </a:defRPr>
            </a:defPPr>
          </a:lstStyle>
          <a:p xmlns:a="http://schemas.openxmlformats.org/drawingml/2006/main">
            <a:pPr algn="l">
              <a:lnSpc>
                <a:spcPct val="100000"/>
              </a:lnSpc>
              <a:buNone/>
              <a:defRPr sz="1488" b="1" i="0">
                <a:solidFill>
                  <a:srgbClr val="101010"/>
                </a:solidFill>
                <a:latin typeface="Comic Sans MS"/>
                <a:ea typeface="Comic Sans MS"/>
                <a:cs typeface="Comic Sans MS"/>
              </a:defRPr>
            </a:pPr>
            <a:r>
              <a:rPr sz="1488" b="1" i="0">
                <a:solidFill>
                  <a:srgbClr val="101010"/>
                </a:solidFill>
                <a:latin typeface="Comic Sans MS"/>
                <a:ea typeface="Comic Sans MS"/>
                <a:cs typeface="Comic Sans MS"/>
              </a:rPr>
              <a:t>Prompt</a:t>
            </a:r>
          </a:p>
        </p:txBody>
      </p:sp>
      <p:sp>
        <p:nvSpPr>
          <p:cNvPr id="142" name="Reviewed text 4">
            <a:extLst xmlns:a="http://schemas.openxmlformats.org/drawingml/2006/main">
              <a:ext uri="{FF2B5EF4-FFF2-40B4-BE49-F238E27FC236}">
                <a16:creationId xmlns:a16="http://schemas.microsoft.com/office/drawing/2014/main" id="{69A61CDE-054A-4FCC-82C1-F57C28F2E556}"/>
              </a:ext>
            </a:extLst>
          </p:cNvPr>
          <p:cNvSpPr>
            <a:spLocks xmlns:a="http://schemas.openxmlformats.org/drawingml/2006/main" noGrp="1"/>
          </p:cNvSpPr>
          <p:nvPr/>
        </p:nvSpPr>
        <p:spPr>
          <a:xfrm xmlns:a="http://schemas.openxmlformats.org/drawingml/2006/main" rot="0">
            <a:off x="433069" y="2730159"/>
            <a:ext cx="1942441" cy="26453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488" b="0" i="0">
                <a:solidFill>
                  <a:srgbClr val="101010"/>
                </a:solidFill>
                <a:latin typeface="Comic Sans MS"/>
                <a:ea typeface="Comic Sans MS"/>
                <a:cs typeface="Comic Sans MS"/>
              </a:defRPr>
            </a:defPPr>
          </a:lstStyle>
          <a:p xmlns:a="http://schemas.openxmlformats.org/drawingml/2006/main">
            <a:pPr algn="l">
              <a:lnSpc>
                <a:spcPct val="100000"/>
              </a:lnSpc>
              <a:buNone/>
              <a:defRPr sz="1488" b="0" i="0">
                <a:solidFill>
                  <a:srgbClr val="101010"/>
                </a:solidFill>
                <a:latin typeface="Comic Sans MS"/>
                <a:ea typeface="Comic Sans MS"/>
                <a:cs typeface="Comic Sans MS"/>
              </a:defRPr>
            </a:pPr>
            <a:r>
              <a:rPr sz="1488" b="0" i="0">
                <a:solidFill>
                  <a:srgbClr val="101010"/>
                </a:solidFill>
                <a:latin typeface="Comic Sans MS"/>
                <a:ea typeface="Comic Sans MS"/>
                <a:cs typeface="Comic Sans MS"/>
              </a:rPr>
              <a:t>Generate an image of</a:t>
            </a:r>
          </a:p>
        </p:txBody>
      </p:sp>
      <p:sp>
        <p:nvSpPr>
          <p:cNvPr id="143" name="Reviewed text 5">
            <a:extLst xmlns:a="http://schemas.openxmlformats.org/drawingml/2006/main">
              <a:ext uri="{FF2B5EF4-FFF2-40B4-BE49-F238E27FC236}">
                <a16:creationId xmlns:a16="http://schemas.microsoft.com/office/drawing/2014/main" id="{FC897834-4CEE-4307-A1D7-8036F1101320}"/>
              </a:ext>
            </a:extLst>
          </p:cNvPr>
          <p:cNvSpPr>
            <a:spLocks xmlns:a="http://schemas.openxmlformats.org/drawingml/2006/main" noGrp="1"/>
          </p:cNvSpPr>
          <p:nvPr/>
        </p:nvSpPr>
        <p:spPr>
          <a:xfrm xmlns:a="http://schemas.openxmlformats.org/drawingml/2006/main" rot="0">
            <a:off x="433069" y="2958333"/>
            <a:ext cx="2521989" cy="27307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536" b="0" i="0">
                <a:solidFill>
                  <a:srgbClr val="101010"/>
                </a:solidFill>
                <a:latin typeface="Comic Sans MS"/>
                <a:ea typeface="Comic Sans MS"/>
                <a:cs typeface="Comic Sans MS"/>
              </a:defRPr>
            </a:defPPr>
          </a:lstStyle>
          <a:p xmlns:a="http://schemas.openxmlformats.org/drawingml/2006/main">
            <a:pPr algn="l">
              <a:lnSpc>
                <a:spcPct val="100000"/>
              </a:lnSpc>
              <a:buNone/>
              <a:defRPr sz="1536" b="0" i="0">
                <a:solidFill>
                  <a:srgbClr val="101010"/>
                </a:solidFill>
                <a:latin typeface="Comic Sans MS"/>
                <a:ea typeface="Comic Sans MS"/>
                <a:cs typeface="Comic Sans MS"/>
              </a:defRPr>
            </a:pPr>
            <a:r>
              <a:rPr sz="1536" b="0" i="0">
                <a:solidFill>
                  <a:srgbClr val="101010"/>
                </a:solidFill>
                <a:latin typeface="Comic Sans MS"/>
                <a:ea typeface="Comic Sans MS"/>
                <a:cs typeface="Comic Sans MS"/>
              </a:rPr>
              <a:t>famous YouTuber </a:t>
            </a:r>
            <a:r>
              <a:rPr sz="1536" b="1" i="0">
                <a:solidFill>
                  <a:srgbClr val="101010"/>
                </a:solidFill>
                <a:latin typeface="Comic Sans MS"/>
                <a:ea typeface="Comic Sans MS"/>
                <a:cs typeface="Comic Sans MS"/>
              </a:rPr>
              <a:t>Mr Beast</a:t>
            </a:r>
          </a:p>
        </p:txBody>
      </p:sp>
      <p:sp>
        <p:nvSpPr>
          <p:cNvPr id="144" name="Reviewed text 6">
            <a:extLst xmlns:a="http://schemas.openxmlformats.org/drawingml/2006/main">
              <a:ext uri="{FF2B5EF4-FFF2-40B4-BE49-F238E27FC236}">
                <a16:creationId xmlns:a16="http://schemas.microsoft.com/office/drawing/2014/main" id="{979792CF-D8B8-4A2F-883F-42358E643862}"/>
              </a:ext>
            </a:extLst>
          </p:cNvPr>
          <p:cNvSpPr>
            <a:spLocks xmlns:a="http://schemas.openxmlformats.org/drawingml/2006/main" noGrp="1"/>
          </p:cNvSpPr>
          <p:nvPr/>
        </p:nvSpPr>
        <p:spPr>
          <a:xfrm xmlns:a="http://schemas.openxmlformats.org/drawingml/2006/main" rot="0">
            <a:off x="426700" y="3201772"/>
            <a:ext cx="2369141" cy="2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473" b="0" i="0">
                <a:solidFill>
                  <a:srgbClr val="101010"/>
                </a:solidFill>
                <a:latin typeface="Comic Sans MS"/>
                <a:ea typeface="Comic Sans MS"/>
                <a:cs typeface="Comic Sans MS"/>
              </a:defRPr>
            </a:defPPr>
          </a:lstStyle>
          <a:p xmlns:a="http://schemas.openxmlformats.org/drawingml/2006/main">
            <a:pPr algn="l">
              <a:lnSpc>
                <a:spcPct val="100000"/>
              </a:lnSpc>
              <a:buNone/>
              <a:defRPr sz="1473" b="0" i="0">
                <a:solidFill>
                  <a:srgbClr val="101010"/>
                </a:solidFill>
                <a:latin typeface="Comic Sans MS"/>
                <a:ea typeface="Comic Sans MS"/>
                <a:cs typeface="Comic Sans MS"/>
              </a:defRPr>
            </a:pPr>
            <a:r>
              <a:rPr sz="1473" b="0" i="0">
                <a:solidFill>
                  <a:srgbClr val="101010"/>
                </a:solidFill>
                <a:latin typeface="Comic Sans MS"/>
                <a:ea typeface="Comic Sans MS"/>
                <a:cs typeface="Comic Sans MS"/>
              </a:rPr>
              <a:t>and </a:t>
            </a:r>
            <a:r>
              <a:rPr sz="1473" b="1" i="0">
                <a:solidFill>
                  <a:srgbClr val="101010"/>
                </a:solidFill>
                <a:latin typeface="Comic Sans MS"/>
                <a:ea typeface="Comic Sans MS"/>
                <a:cs typeface="Comic Sans MS"/>
              </a:rPr>
              <a:t>Tim</a:t>
            </a:r>
            <a:r>
              <a:rPr sz="1473" b="0" i="0">
                <a:solidFill>
                  <a:srgbClr val="101010"/>
                </a:solidFill>
                <a:latin typeface="Comic Sans MS"/>
                <a:ea typeface="Comic Sans MS"/>
                <a:cs typeface="Comic Sans MS"/>
              </a:rPr>
              <a:t> from Mediastorm</a:t>
            </a:r>
          </a:p>
        </p:txBody>
      </p:sp>
      <p:sp>
        <p:nvSpPr>
          <p:cNvPr id="145" name="Reviewed text 7">
            <a:extLst xmlns:a="http://schemas.openxmlformats.org/drawingml/2006/main">
              <a:ext uri="{FF2B5EF4-FFF2-40B4-BE49-F238E27FC236}">
                <a16:creationId xmlns:a16="http://schemas.microsoft.com/office/drawing/2014/main" id="{6E59C19B-41FA-4078-B3B1-111EE0494C9C}"/>
              </a:ext>
            </a:extLst>
          </p:cNvPr>
          <p:cNvSpPr>
            <a:spLocks xmlns:a="http://schemas.openxmlformats.org/drawingml/2006/main" noGrp="1"/>
          </p:cNvSpPr>
          <p:nvPr/>
        </p:nvSpPr>
        <p:spPr>
          <a:xfrm xmlns:a="http://schemas.openxmlformats.org/drawingml/2006/main" rot="0">
            <a:off x="433069" y="3429851"/>
            <a:ext cx="2082551" cy="2712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525" b="0" i="0">
                <a:solidFill>
                  <a:srgbClr val="101010"/>
                </a:solidFill>
                <a:latin typeface="Comic Sans MS"/>
                <a:ea typeface="Comic Sans MS"/>
                <a:cs typeface="Comic Sans MS"/>
              </a:defRPr>
            </a:defPPr>
          </a:lstStyle>
          <a:p xmlns:a="http://schemas.openxmlformats.org/drawingml/2006/main">
            <a:pPr algn="l">
              <a:lnSpc>
                <a:spcPct val="100000"/>
              </a:lnSpc>
              <a:buNone/>
              <a:defRPr sz="1525" b="0" i="0">
                <a:solidFill>
                  <a:srgbClr val="101010"/>
                </a:solidFill>
                <a:latin typeface="Comic Sans MS"/>
                <a:ea typeface="Comic Sans MS"/>
                <a:cs typeface="Comic Sans MS"/>
              </a:defRPr>
            </a:pPr>
            <a:r>
              <a:rPr sz="1525" b="0" i="0">
                <a:solidFill>
                  <a:srgbClr val="101010"/>
                </a:solidFill>
                <a:latin typeface="Comic Sans MS"/>
                <a:ea typeface="Comic Sans MS"/>
                <a:cs typeface="Comic Sans MS"/>
              </a:rPr>
              <a:t>posing for a photo with</a:t>
            </a:r>
          </a:p>
        </p:txBody>
      </p:sp>
      <p:sp>
        <p:nvSpPr>
          <p:cNvPr id="146" name="Reviewed text 8">
            <a:extLst xmlns:a="http://schemas.openxmlformats.org/drawingml/2006/main">
              <a:ext uri="{FF2B5EF4-FFF2-40B4-BE49-F238E27FC236}">
                <a16:creationId xmlns:a16="http://schemas.microsoft.com/office/drawing/2014/main" id="{ABB08077-AED6-4CCD-ADF2-407714B571C9}"/>
              </a:ext>
            </a:extLst>
          </p:cNvPr>
          <p:cNvSpPr>
            <a:spLocks xmlns:a="http://schemas.openxmlformats.org/drawingml/2006/main" noGrp="1"/>
          </p:cNvSpPr>
          <p:nvPr/>
        </p:nvSpPr>
        <p:spPr>
          <a:xfrm xmlns:a="http://schemas.openxmlformats.org/drawingml/2006/main" rot="0">
            <a:off x="433069" y="3667586"/>
            <a:ext cx="2108026" cy="25493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434" b="0" i="0">
                <a:solidFill>
                  <a:srgbClr val="101010"/>
                </a:solidFill>
                <a:latin typeface="Comic Sans MS"/>
                <a:ea typeface="Comic Sans MS"/>
                <a:cs typeface="Comic Sans MS"/>
              </a:defRPr>
            </a:defPPr>
          </a:lstStyle>
          <a:p xmlns:a="http://schemas.openxmlformats.org/drawingml/2006/main">
            <a:pPr algn="l">
              <a:lnSpc>
                <a:spcPct val="100000"/>
              </a:lnSpc>
              <a:buNone/>
              <a:defRPr sz="1434" b="0" i="0">
                <a:solidFill>
                  <a:srgbClr val="101010"/>
                </a:solidFill>
                <a:latin typeface="Comic Sans MS"/>
                <a:ea typeface="Comic Sans MS"/>
                <a:cs typeface="Comic Sans MS"/>
              </a:defRPr>
            </a:pPr>
            <a:r>
              <a:rPr sz="1434" b="0" i="0">
                <a:solidFill>
                  <a:srgbClr val="101010"/>
                </a:solidFill>
                <a:latin typeface="Comic Sans MS"/>
                <a:ea typeface="Comic Sans MS"/>
                <a:cs typeface="Comic Sans MS"/>
              </a:rPr>
              <a:t>their arms around each</a:t>
            </a:r>
          </a:p>
        </p:txBody>
      </p:sp>
      <p:sp>
        <p:nvSpPr>
          <p:cNvPr id="147" name="Reviewed text 9">
            <a:extLst xmlns:a="http://schemas.openxmlformats.org/drawingml/2006/main">
              <a:ext uri="{FF2B5EF4-FFF2-40B4-BE49-F238E27FC236}">
                <a16:creationId xmlns:a16="http://schemas.microsoft.com/office/drawing/2014/main" id="{C99A11E8-C283-446B-ADA1-001D9C1E5696}"/>
              </a:ext>
            </a:extLst>
          </p:cNvPr>
          <p:cNvSpPr>
            <a:spLocks xmlns:a="http://schemas.openxmlformats.org/drawingml/2006/main" noGrp="1"/>
          </p:cNvSpPr>
          <p:nvPr/>
        </p:nvSpPr>
        <p:spPr>
          <a:xfrm xmlns:a="http://schemas.openxmlformats.org/drawingml/2006/main" rot="0">
            <a:off x="433069" y="3894007"/>
            <a:ext cx="1643114" cy="27710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559" b="0" i="0">
                <a:solidFill>
                  <a:srgbClr val="101010"/>
                </a:solidFill>
                <a:latin typeface="Comic Sans MS"/>
                <a:ea typeface="Comic Sans MS"/>
                <a:cs typeface="Comic Sans MS"/>
              </a:defRPr>
            </a:defPPr>
          </a:lstStyle>
          <a:p xmlns:a="http://schemas.openxmlformats.org/drawingml/2006/main">
            <a:pPr algn="l">
              <a:lnSpc>
                <a:spcPct val="100000"/>
              </a:lnSpc>
              <a:buNone/>
              <a:defRPr sz="1559" b="0" i="0">
                <a:solidFill>
                  <a:srgbClr val="101010"/>
                </a:solidFill>
                <a:latin typeface="Comic Sans MS"/>
                <a:ea typeface="Comic Sans MS"/>
                <a:cs typeface="Comic Sans MS"/>
              </a:defRPr>
            </a:pPr>
            <a:r>
              <a:rPr sz="1559" b="0" i="0">
                <a:solidFill>
                  <a:srgbClr val="101010"/>
                </a:solidFill>
                <a:latin typeface="Comic Sans MS"/>
                <a:ea typeface="Comic Sans MS"/>
                <a:cs typeface="Comic Sans MS"/>
              </a:rPr>
              <a:t>other’s shoulders.</a:t>
            </a:r>
          </a:p>
        </p:txBody>
      </p:sp>
      <p:sp>
        <p:nvSpPr>
          <p:cNvPr id="148" name="Reviewed text 10">
            <a:extLst xmlns:a="http://schemas.openxmlformats.org/drawingml/2006/main">
              <a:ext uri="{FF2B5EF4-FFF2-40B4-BE49-F238E27FC236}">
                <a16:creationId xmlns:a16="http://schemas.microsoft.com/office/drawing/2014/main" id="{75F020B7-50DF-4A97-AC29-9895C0091F26}"/>
              </a:ext>
            </a:extLst>
          </p:cNvPr>
          <p:cNvSpPr>
            <a:spLocks xmlns:a="http://schemas.openxmlformats.org/drawingml/2006/main" noGrp="1"/>
          </p:cNvSpPr>
          <p:nvPr/>
        </p:nvSpPr>
        <p:spPr>
          <a:xfrm xmlns:a="http://schemas.openxmlformats.org/drawingml/2006/main" rot="0">
            <a:off x="458543" y="4962718"/>
            <a:ext cx="1369262" cy="187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055" b="0" i="0">
                <a:solidFill>
                  <a:srgbClr val="101010"/>
                </a:solidFill>
                <a:latin typeface="Comic Sans MS"/>
                <a:ea typeface="Comic Sans MS"/>
                <a:cs typeface="Comic Sans MS"/>
              </a:defRPr>
            </a:defPPr>
          </a:lstStyle>
          <a:p xmlns:a="http://schemas.openxmlformats.org/drawingml/2006/main">
            <a:pPr algn="l">
              <a:lnSpc>
                <a:spcPct val="100000"/>
              </a:lnSpc>
              <a:buNone/>
              <a:defRPr sz="1055" b="0" i="0">
                <a:solidFill>
                  <a:srgbClr val="101010"/>
                </a:solidFill>
                <a:latin typeface="Comic Sans MS"/>
                <a:ea typeface="Comic Sans MS"/>
                <a:cs typeface="Comic Sans MS"/>
              </a:defRPr>
            </a:pPr>
            <a:r>
              <a:rPr sz="1055" b="0" i="0">
                <a:solidFill>
                  <a:srgbClr val="101010"/>
                </a:solidFill>
                <a:latin typeface="Comic Sans MS"/>
                <a:ea typeface="Comic Sans MS"/>
                <a:cs typeface="Comic Sans MS"/>
              </a:rPr>
              <a:t>Get user input, which</a:t>
            </a:r>
          </a:p>
        </p:txBody>
      </p:sp>
      <p:sp>
        <p:nvSpPr>
          <p:cNvPr id="149" name="Reviewed text 11">
            <a:extLst xmlns:a="http://schemas.openxmlformats.org/drawingml/2006/main">
              <a:ext uri="{FF2B5EF4-FFF2-40B4-BE49-F238E27FC236}">
                <a16:creationId xmlns:a16="http://schemas.microsoft.com/office/drawing/2014/main" id="{6C78E930-8943-4452-A44F-DC460F7140AA}"/>
              </a:ext>
            </a:extLst>
          </p:cNvPr>
          <p:cNvSpPr>
            <a:spLocks xmlns:a="http://schemas.openxmlformats.org/drawingml/2006/main" noGrp="1"/>
          </p:cNvSpPr>
          <p:nvPr/>
        </p:nvSpPr>
        <p:spPr>
          <a:xfrm xmlns:a="http://schemas.openxmlformats.org/drawingml/2006/main" rot="0">
            <a:off x="464912" y="5128436"/>
            <a:ext cx="509493" cy="18651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049" b="0" i="0">
                <a:solidFill>
                  <a:srgbClr val="101010"/>
                </a:solidFill>
                <a:latin typeface="Comic Sans MS"/>
                <a:ea typeface="Comic Sans MS"/>
                <a:cs typeface="Comic Sans MS"/>
              </a:defRPr>
            </a:defPPr>
          </a:lstStyle>
          <a:p xmlns:a="http://schemas.openxmlformats.org/drawingml/2006/main">
            <a:pPr algn="l">
              <a:lnSpc>
                <a:spcPct val="100000"/>
              </a:lnSpc>
              <a:buNone/>
              <a:defRPr sz="1049" b="0" i="0">
                <a:solidFill>
                  <a:srgbClr val="101010"/>
                </a:solidFill>
                <a:latin typeface="Comic Sans MS"/>
                <a:ea typeface="Comic Sans MS"/>
                <a:cs typeface="Comic Sans MS"/>
              </a:defRPr>
            </a:pPr>
            <a:r>
              <a:rPr sz="1049" b="0" i="0">
                <a:solidFill>
                  <a:srgbClr val="101010"/>
                </a:solidFill>
                <a:latin typeface="Comic Sans MS"/>
                <a:ea typeface="Comic Sans MS"/>
                <a:cs typeface="Comic Sans MS"/>
              </a:rPr>
              <a:t>includes</a:t>
            </a:r>
          </a:p>
        </p:txBody>
      </p:sp>
      <p:sp>
        <p:nvSpPr>
          <p:cNvPr id="150" name="Reviewed text 12">
            <a:extLst xmlns:a="http://schemas.openxmlformats.org/drawingml/2006/main">
              <a:ext uri="{FF2B5EF4-FFF2-40B4-BE49-F238E27FC236}">
                <a16:creationId xmlns:a16="http://schemas.microsoft.com/office/drawing/2014/main" id="{085194BC-592C-4A8F-9499-2A2B5B55C304}"/>
              </a:ext>
            </a:extLst>
          </p:cNvPr>
          <p:cNvSpPr>
            <a:spLocks xmlns:a="http://schemas.openxmlformats.org/drawingml/2006/main" noGrp="1"/>
          </p:cNvSpPr>
          <p:nvPr/>
        </p:nvSpPr>
        <p:spPr>
          <a:xfrm xmlns:a="http://schemas.openxmlformats.org/drawingml/2006/main" rot="0">
            <a:off x="1375630" y="6005334"/>
            <a:ext cx="649603" cy="35049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971" b="1" i="0">
                <a:solidFill>
                  <a:srgbClr val="101010"/>
                </a:solidFill>
                <a:latin typeface="Comic Sans MS"/>
                <a:ea typeface="Comic Sans MS"/>
                <a:cs typeface="Comic Sans MS"/>
              </a:defRPr>
            </a:defPPr>
          </a:lstStyle>
          <a:p xmlns:a="http://schemas.openxmlformats.org/drawingml/2006/main">
            <a:pPr algn="l">
              <a:lnSpc>
                <a:spcPct val="100000"/>
              </a:lnSpc>
              <a:buNone/>
              <a:defRPr sz="1971" b="1" i="0">
                <a:solidFill>
                  <a:srgbClr val="101010"/>
                </a:solidFill>
                <a:latin typeface="Comic Sans MS"/>
                <a:ea typeface="Comic Sans MS"/>
                <a:cs typeface="Comic Sans MS"/>
              </a:defRPr>
            </a:pPr>
            <a:r>
              <a:rPr sz="1971" b="1" i="0">
                <a:solidFill>
                  <a:srgbClr val="101010"/>
                </a:solidFill>
                <a:latin typeface="Comic Sans MS"/>
                <a:ea typeface="Comic Sans MS"/>
                <a:cs typeface="Comic Sans MS"/>
              </a:rPr>
              <a:t>Input</a:t>
            </a:r>
          </a:p>
        </p:txBody>
      </p:sp>
      <p:sp>
        <p:nvSpPr>
          <p:cNvPr id="151" name="Reviewed text 13">
            <a:extLst xmlns:a="http://schemas.openxmlformats.org/drawingml/2006/main">
              <a:ext uri="{FF2B5EF4-FFF2-40B4-BE49-F238E27FC236}">
                <a16:creationId xmlns:a16="http://schemas.microsoft.com/office/drawing/2014/main" id="{BE4AC5D7-F667-4BBD-99C9-284A8CC312F4}"/>
              </a:ext>
            </a:extLst>
          </p:cNvPr>
          <p:cNvSpPr>
            <a:spLocks xmlns:a="http://schemas.openxmlformats.org/drawingml/2006/main" noGrp="1"/>
          </p:cNvSpPr>
          <p:nvPr/>
        </p:nvSpPr>
        <p:spPr>
          <a:xfrm xmlns:a="http://schemas.openxmlformats.org/drawingml/2006/main" rot="0">
            <a:off x="3604661" y="1845399"/>
            <a:ext cx="675078" cy="31030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745" b="1" i="0">
                <a:solidFill>
                  <a:srgbClr val="101010"/>
                </a:solidFill>
                <a:latin typeface="Comic Sans MS"/>
                <a:ea typeface="Comic Sans MS"/>
                <a:cs typeface="Comic Sans MS"/>
              </a:defRPr>
            </a:defPPr>
          </a:lstStyle>
          <a:p xmlns:a="http://schemas.openxmlformats.org/drawingml/2006/main">
            <a:pPr algn="l">
              <a:lnSpc>
                <a:spcPct val="100000"/>
              </a:lnSpc>
              <a:buNone/>
              <a:defRPr sz="1745" b="1" i="0">
                <a:solidFill>
                  <a:srgbClr val="101010"/>
                </a:solidFill>
                <a:latin typeface="Comic Sans MS"/>
                <a:ea typeface="Comic Sans MS"/>
                <a:cs typeface="Comic Sans MS"/>
              </a:defRPr>
            </a:pPr>
            <a:r>
              <a:rPr sz="1745" b="1" i="0">
                <a:solidFill>
                  <a:srgbClr val="101010"/>
                </a:solidFill>
                <a:latin typeface="Comic Sans MS"/>
                <a:ea typeface="Comic Sans MS"/>
                <a:cs typeface="Comic Sans MS"/>
              </a:rPr>
              <a:t>Action</a:t>
            </a:r>
          </a:p>
        </p:txBody>
      </p:sp>
      <p:sp>
        <p:nvSpPr>
          <p:cNvPr id="152" name="Reviewed text 16">
            <a:extLst xmlns:a="http://schemas.openxmlformats.org/drawingml/2006/main">
              <a:ext uri="{FF2B5EF4-FFF2-40B4-BE49-F238E27FC236}">
                <a16:creationId xmlns:a16="http://schemas.microsoft.com/office/drawing/2014/main" id="{11AD2F43-4A16-4650-95E7-5308CF93CEC2}"/>
              </a:ext>
            </a:extLst>
          </p:cNvPr>
          <p:cNvSpPr>
            <a:spLocks xmlns:a="http://schemas.openxmlformats.org/drawingml/2006/main" noGrp="1"/>
          </p:cNvSpPr>
          <p:nvPr/>
        </p:nvSpPr>
        <p:spPr>
          <a:xfrm xmlns:a="http://schemas.openxmlformats.org/drawingml/2006/main" rot="0">
            <a:off x="3050587" y="4961878"/>
            <a:ext cx="1286469" cy="19408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092" b="0" i="0">
                <a:solidFill>
                  <a:srgbClr val="101010"/>
                </a:solidFill>
                <a:latin typeface="Comic Sans MS"/>
                <a:ea typeface="Comic Sans MS"/>
                <a:cs typeface="Comic Sans MS"/>
              </a:defRPr>
            </a:defPPr>
          </a:lstStyle>
          <a:p xmlns:a="http://schemas.openxmlformats.org/drawingml/2006/main">
            <a:pPr algn="l">
              <a:lnSpc>
                <a:spcPct val="100000"/>
              </a:lnSpc>
              <a:buNone/>
              <a:defRPr sz="1092" b="0" i="0">
                <a:solidFill>
                  <a:srgbClr val="101010"/>
                </a:solidFill>
                <a:latin typeface="Comic Sans MS"/>
                <a:ea typeface="Comic Sans MS"/>
                <a:cs typeface="Comic Sans MS"/>
              </a:defRPr>
            </a:pPr>
            <a:r>
              <a:rPr sz="1092" b="0" i="0">
                <a:solidFill>
                  <a:srgbClr val="101010"/>
                </a:solidFill>
                <a:latin typeface="Comic Sans MS"/>
                <a:ea typeface="Comic Sans MS"/>
                <a:cs typeface="Comic Sans MS"/>
              </a:rPr>
              <a:t>Planning the </a:t>
            </a:r>
            <a:r>
              <a:rPr sz="1092" b="1" i="0">
                <a:solidFill>
                  <a:srgbClr val="101010"/>
                </a:solidFill>
                <a:latin typeface="Comic Sans MS"/>
                <a:ea typeface="Comic Sans MS"/>
                <a:cs typeface="Comic Sans MS"/>
              </a:rPr>
              <a:t>Action</a:t>
            </a:r>
          </a:p>
        </p:txBody>
      </p:sp>
      <p:sp>
        <p:nvSpPr>
          <p:cNvPr id="153" name="Reviewed text 17">
            <a:extLst xmlns:a="http://schemas.openxmlformats.org/drawingml/2006/main">
              <a:ext uri="{FF2B5EF4-FFF2-40B4-BE49-F238E27FC236}">
                <a16:creationId xmlns:a16="http://schemas.microsoft.com/office/drawing/2014/main" id="{5702302B-DDA4-4612-8C39-D29EC6A4241D}"/>
              </a:ext>
            </a:extLst>
          </p:cNvPr>
          <p:cNvSpPr>
            <a:spLocks xmlns:a="http://schemas.openxmlformats.org/drawingml/2006/main" noGrp="1"/>
          </p:cNvSpPr>
          <p:nvPr/>
        </p:nvSpPr>
        <p:spPr>
          <a:xfrm xmlns:a="http://schemas.openxmlformats.org/drawingml/2006/main" rot="0">
            <a:off x="3048000" y="5141377"/>
            <a:ext cx="1257300" cy="2017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135" b="0" i="0">
                <a:solidFill>
                  <a:srgbClr val="101010"/>
                </a:solidFill>
                <a:latin typeface="Comic Sans MS"/>
                <a:ea typeface="Comic Sans MS"/>
                <a:cs typeface="Comic Sans MS"/>
              </a:defRPr>
            </a:defPPr>
          </a:lstStyle>
          <a:p xmlns:a="http://schemas.openxmlformats.org/drawingml/2006/main">
            <a:pPr algn="l">
              <a:lnSpc>
                <a:spcPct val="100000"/>
              </a:lnSpc>
              <a:buNone/>
              <a:defRPr sz="1135" b="0" i="0">
                <a:solidFill>
                  <a:srgbClr val="101010"/>
                </a:solidFill>
                <a:latin typeface="Comic Sans MS"/>
                <a:ea typeface="Comic Sans MS"/>
                <a:cs typeface="Comic Sans MS"/>
              </a:defRPr>
            </a:pPr>
            <a:r>
              <a:rPr sz="1135" b="1" i="0">
                <a:solidFill>
                  <a:srgbClr val="101010"/>
                </a:solidFill>
                <a:latin typeface="Comic Sans MS"/>
                <a:ea typeface="Comic Sans MS"/>
                <a:cs typeface="Comic Sans MS"/>
              </a:rPr>
              <a:t>Flow</a:t>
            </a:r>
            <a:r>
              <a:rPr sz="1135" b="0" i="0">
                <a:solidFill>
                  <a:srgbClr val="101010"/>
                </a:solidFill>
                <a:latin typeface="Comic Sans MS"/>
                <a:ea typeface="Comic Sans MS"/>
                <a:cs typeface="Comic Sans MS"/>
              </a:rPr>
              <a:t> by </a:t>
            </a:r>
            <a:r>
              <a:rPr sz="1135" b="1" i="0">
                <a:solidFill>
                  <a:srgbClr val="101010"/>
                </a:solidFill>
                <a:latin typeface="Comic Sans MS"/>
                <a:ea typeface="Comic Sans MS"/>
                <a:cs typeface="Comic Sans MS"/>
              </a:rPr>
              <a:t>Tools</a:t>
            </a:r>
            <a:r>
              <a:rPr sz="1135" b="0" i="0">
                <a:solidFill>
                  <a:srgbClr val="101010"/>
                </a:solidFill>
                <a:latin typeface="Comic Sans MS"/>
                <a:ea typeface="Comic Sans MS"/>
                <a:cs typeface="Comic Sans MS"/>
              </a:rPr>
              <a:t>...</a:t>
            </a:r>
          </a:p>
        </p:txBody>
      </p:sp>
      <p:sp>
        <p:nvSpPr>
          <p:cNvPr id="154" name="Reviewed text 19">
            <a:extLst xmlns:a="http://schemas.openxmlformats.org/drawingml/2006/main">
              <a:ext uri="{FF2B5EF4-FFF2-40B4-BE49-F238E27FC236}">
                <a16:creationId xmlns:a16="http://schemas.microsoft.com/office/drawing/2014/main" id="{E0D8B383-E44E-4ED8-877F-291D7F23EDDE}"/>
              </a:ext>
            </a:extLst>
          </p:cNvPr>
          <p:cNvSpPr>
            <a:spLocks xmlns:a="http://schemas.openxmlformats.org/drawingml/2006/main" noGrp="1"/>
          </p:cNvSpPr>
          <p:nvPr/>
        </p:nvSpPr>
        <p:spPr>
          <a:xfrm xmlns:a="http://schemas.openxmlformats.org/drawingml/2006/main" rot="0">
            <a:off x="6145755" y="1840226"/>
            <a:ext cx="1859648" cy="35053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972" b="1" i="0">
                <a:solidFill>
                  <a:srgbClr val="101010"/>
                </a:solidFill>
                <a:latin typeface="Comic Sans MS"/>
                <a:ea typeface="Comic Sans MS"/>
                <a:cs typeface="Comic Sans MS"/>
              </a:defRPr>
            </a:defPPr>
          </a:lstStyle>
          <a:p xmlns:a="http://schemas.openxmlformats.org/drawingml/2006/main">
            <a:pPr algn="l">
              <a:lnSpc>
                <a:spcPct val="100000"/>
              </a:lnSpc>
              <a:buNone/>
              <a:defRPr sz="1972" b="1" i="0">
                <a:solidFill>
                  <a:srgbClr val="101010"/>
                </a:solidFill>
                <a:latin typeface="Comic Sans MS"/>
                <a:ea typeface="Comic Sans MS"/>
                <a:cs typeface="Comic Sans MS"/>
              </a:defRPr>
            </a:pPr>
            <a:r>
              <a:rPr sz="1972" b="1" i="0">
                <a:solidFill>
                  <a:srgbClr val="101010"/>
                </a:solidFill>
                <a:latin typeface="Comic Sans MS"/>
                <a:ea typeface="Comic Sans MS"/>
                <a:cs typeface="Comic Sans MS"/>
              </a:rPr>
              <a:t>Intent Analysis</a:t>
            </a:r>
          </a:p>
        </p:txBody>
      </p:sp>
      <p:sp>
        <p:nvSpPr>
          <p:cNvPr id="155" name="Reviewed text 21">
            <a:extLst xmlns:a="http://schemas.openxmlformats.org/drawingml/2006/main">
              <a:ext uri="{FF2B5EF4-FFF2-40B4-BE49-F238E27FC236}">
                <a16:creationId xmlns:a16="http://schemas.microsoft.com/office/drawing/2014/main" id="{4FA1649F-BE66-4F46-BCF9-4B34F45726A1}"/>
              </a:ext>
            </a:extLst>
          </p:cNvPr>
          <p:cNvSpPr>
            <a:spLocks xmlns:a="http://schemas.openxmlformats.org/drawingml/2006/main" noGrp="1"/>
          </p:cNvSpPr>
          <p:nvPr/>
        </p:nvSpPr>
        <p:spPr>
          <a:xfrm xmlns:a="http://schemas.openxmlformats.org/drawingml/2006/main" rot="0">
            <a:off x="5610788" y="2371743"/>
            <a:ext cx="764239" cy="22877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287" b="1" i="0">
                <a:solidFill>
                  <a:srgbClr val="101010"/>
                </a:solidFill>
                <a:latin typeface="Comic Sans MS"/>
                <a:ea typeface="Comic Sans MS"/>
                <a:cs typeface="Comic Sans MS"/>
              </a:defRPr>
            </a:defPPr>
          </a:lstStyle>
          <a:p xmlns:a="http://schemas.openxmlformats.org/drawingml/2006/main">
            <a:pPr algn="l">
              <a:lnSpc>
                <a:spcPct val="100000"/>
              </a:lnSpc>
              <a:buNone/>
              <a:defRPr sz="1287" b="1" i="0">
                <a:solidFill>
                  <a:srgbClr val="101010"/>
                </a:solidFill>
                <a:latin typeface="Comic Sans MS"/>
                <a:ea typeface="Comic Sans MS"/>
                <a:cs typeface="Comic Sans MS"/>
              </a:defRPr>
            </a:pPr>
            <a:r>
              <a:rPr sz="1287" b="1" i="0">
                <a:solidFill>
                  <a:srgbClr val="101010"/>
                </a:solidFill>
                <a:latin typeface="Comic Sans MS"/>
                <a:ea typeface="Comic Sans MS"/>
                <a:cs typeface="Comic Sans MS"/>
              </a:rPr>
              <a:t>Question:</a:t>
            </a:r>
          </a:p>
        </p:txBody>
      </p:sp>
      <p:sp>
        <p:nvSpPr>
          <p:cNvPr id="156" name="Reviewed text 22">
            <a:extLst xmlns:a="http://schemas.openxmlformats.org/drawingml/2006/main">
              <a:ext uri="{FF2B5EF4-FFF2-40B4-BE49-F238E27FC236}">
                <a16:creationId xmlns:a16="http://schemas.microsoft.com/office/drawing/2014/main" id="{63759479-699F-4F9B-B963-537A4EC985A9}"/>
              </a:ext>
            </a:extLst>
          </p:cNvPr>
          <p:cNvSpPr>
            <a:spLocks xmlns:a="http://schemas.openxmlformats.org/drawingml/2006/main" noGrp="1"/>
          </p:cNvSpPr>
          <p:nvPr/>
        </p:nvSpPr>
        <p:spPr>
          <a:xfrm xmlns:a="http://schemas.openxmlformats.org/drawingml/2006/main" rot="0">
            <a:off x="5133138" y="2740495"/>
            <a:ext cx="3617398" cy="23367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314" b="0" i="0">
                <a:solidFill>
                  <a:srgbClr val="101010"/>
                </a:solidFill>
                <a:latin typeface="Comic Sans MS"/>
                <a:ea typeface="Comic Sans MS"/>
                <a:cs typeface="Comic Sans MS"/>
              </a:defRPr>
            </a:defPPr>
          </a:lstStyle>
          <a:p xmlns:a="http://schemas.openxmlformats.org/drawingml/2006/main">
            <a:pPr algn="l">
              <a:lnSpc>
                <a:spcPct val="100000"/>
              </a:lnSpc>
              <a:buNone/>
              <a:defRPr sz="1314" b="0" i="0">
                <a:solidFill>
                  <a:srgbClr val="101010"/>
                </a:solidFill>
                <a:latin typeface="Comic Sans MS"/>
                <a:ea typeface="Comic Sans MS"/>
                <a:cs typeface="Comic Sans MS"/>
              </a:defRPr>
            </a:pPr>
            <a:r>
              <a:rPr sz="1314" b="0" i="0">
                <a:solidFill>
                  <a:srgbClr val="101010"/>
                </a:solidFill>
                <a:latin typeface="Comic Sans MS"/>
                <a:ea typeface="Comic Sans MS"/>
                <a:cs typeface="Comic Sans MS"/>
              </a:rPr>
              <a:t>1. What does the YouTuber MrBeast look like?</a:t>
            </a:r>
          </a:p>
        </p:txBody>
      </p:sp>
      <p:sp>
        <p:nvSpPr>
          <p:cNvPr id="157" name="Reviewed text 23">
            <a:extLst xmlns:a="http://schemas.openxmlformats.org/drawingml/2006/main">
              <a:ext uri="{FF2B5EF4-FFF2-40B4-BE49-F238E27FC236}">
                <a16:creationId xmlns:a16="http://schemas.microsoft.com/office/drawing/2014/main" id="{0985DED5-342C-4515-8402-3AC14C5AE6FF}"/>
              </a:ext>
            </a:extLst>
          </p:cNvPr>
          <p:cNvSpPr>
            <a:spLocks xmlns:a="http://schemas.openxmlformats.org/drawingml/2006/main" noGrp="1"/>
          </p:cNvSpPr>
          <p:nvPr/>
        </p:nvSpPr>
        <p:spPr>
          <a:xfrm xmlns:a="http://schemas.openxmlformats.org/drawingml/2006/main" rot="0">
            <a:off x="5124450" y="3021776"/>
            <a:ext cx="3667125" cy="24100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355" b="0" i="0">
                <a:solidFill>
                  <a:srgbClr val="101010"/>
                </a:solidFill>
                <a:latin typeface="Comic Sans MS"/>
                <a:ea typeface="Comic Sans MS"/>
                <a:cs typeface="Comic Sans MS"/>
              </a:defRPr>
            </a:defPPr>
          </a:lstStyle>
          <a:p xmlns:a="http://schemas.openxmlformats.org/drawingml/2006/main">
            <a:pPr algn="l">
              <a:lnSpc>
                <a:spcPct val="100000"/>
              </a:lnSpc>
              <a:buNone/>
              <a:defRPr sz="1355" b="0" i="0">
                <a:solidFill>
                  <a:srgbClr val="101010"/>
                </a:solidFill>
                <a:latin typeface="Comic Sans MS"/>
                <a:ea typeface="Comic Sans MS"/>
                <a:cs typeface="Comic Sans MS"/>
              </a:defRPr>
            </a:pPr>
            <a:r>
              <a:rPr sz="1355" b="0" i="0">
                <a:solidFill>
                  <a:srgbClr val="101010"/>
                </a:solidFill>
                <a:latin typeface="Comic Sans MS"/>
                <a:ea typeface="Comic Sans MS"/>
                <a:cs typeface="Comic Sans MS"/>
              </a:rPr>
              <a:t>2. What does Tim from Mediastorm look like?</a:t>
            </a:r>
          </a:p>
        </p:txBody>
      </p:sp>
      <p:sp>
        <p:nvSpPr>
          <p:cNvPr id="158" name="Reviewed text 24">
            <a:extLst xmlns:a="http://schemas.openxmlformats.org/drawingml/2006/main">
              <a:ext uri="{FF2B5EF4-FFF2-40B4-BE49-F238E27FC236}">
                <a16:creationId xmlns:a16="http://schemas.microsoft.com/office/drawing/2014/main" id="{77CE3241-2CD2-41ED-8DC3-AEC28E6CC7C9}"/>
              </a:ext>
            </a:extLst>
          </p:cNvPr>
          <p:cNvSpPr>
            <a:spLocks xmlns:a="http://schemas.openxmlformats.org/drawingml/2006/main" noGrp="1"/>
          </p:cNvSpPr>
          <p:nvPr/>
        </p:nvSpPr>
        <p:spPr>
          <a:xfrm xmlns:a="http://schemas.openxmlformats.org/drawingml/2006/main" rot="0">
            <a:off x="5566207" y="3530426"/>
            <a:ext cx="1350156" cy="23198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305" b="1" i="0">
                <a:solidFill>
                  <a:srgbClr val="101010"/>
                </a:solidFill>
                <a:latin typeface="Comic Sans MS"/>
                <a:ea typeface="Comic Sans MS"/>
                <a:cs typeface="Comic Sans MS"/>
              </a:defRPr>
            </a:defPPr>
          </a:lstStyle>
          <a:p xmlns:a="http://schemas.openxmlformats.org/drawingml/2006/main">
            <a:pPr algn="l">
              <a:lnSpc>
                <a:spcPct val="100000"/>
              </a:lnSpc>
              <a:buNone/>
              <a:defRPr sz="1305" b="1" i="0">
                <a:solidFill>
                  <a:srgbClr val="101010"/>
                </a:solidFill>
                <a:latin typeface="Comic Sans MS"/>
                <a:ea typeface="Comic Sans MS"/>
                <a:cs typeface="Comic Sans MS"/>
              </a:defRPr>
            </a:pPr>
            <a:r>
              <a:rPr sz="1305" b="1" i="0">
                <a:solidFill>
                  <a:srgbClr val="101010"/>
                </a:solidFill>
                <a:latin typeface="Comic Sans MS"/>
                <a:ea typeface="Comic Sans MS"/>
                <a:cs typeface="Comic Sans MS"/>
              </a:rPr>
              <a:t>Intent category:</a:t>
            </a:r>
          </a:p>
        </p:txBody>
      </p:sp>
      <p:sp>
        <p:nvSpPr>
          <p:cNvPr id="159" name="Reviewed text 26">
            <a:extLst xmlns:a="http://schemas.openxmlformats.org/drawingml/2006/main">
              <a:ext uri="{FF2B5EF4-FFF2-40B4-BE49-F238E27FC236}">
                <a16:creationId xmlns:a16="http://schemas.microsoft.com/office/drawing/2014/main" id="{874303F8-988E-4E0E-ADC9-9F8959A230CA}"/>
              </a:ext>
            </a:extLst>
          </p:cNvPr>
          <p:cNvSpPr>
            <a:spLocks xmlns:a="http://schemas.openxmlformats.org/drawingml/2006/main" noGrp="1"/>
          </p:cNvSpPr>
          <p:nvPr/>
        </p:nvSpPr>
        <p:spPr>
          <a:xfrm xmlns:a="http://schemas.openxmlformats.org/drawingml/2006/main" rot="0">
            <a:off x="5553470" y="3947422"/>
            <a:ext cx="1509372" cy="20838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172" b="0" i="0">
                <a:solidFill>
                  <a:srgbClr val="101010"/>
                </a:solidFill>
                <a:latin typeface="Comic Sans MS"/>
                <a:ea typeface="Comic Sans MS"/>
                <a:cs typeface="Comic Sans MS"/>
              </a:defRPr>
            </a:defPPr>
          </a:lstStyle>
          <a:p xmlns:a="http://schemas.openxmlformats.org/drawingml/2006/main">
            <a:pPr algn="l">
              <a:lnSpc>
                <a:spcPct val="100000"/>
              </a:lnSpc>
              <a:buNone/>
              <a:defRPr sz="1172" b="0" i="0">
                <a:solidFill>
                  <a:srgbClr val="101010"/>
                </a:solidFill>
                <a:latin typeface="Comic Sans MS"/>
                <a:ea typeface="Comic Sans MS"/>
                <a:cs typeface="Comic Sans MS"/>
              </a:defRPr>
            </a:pPr>
            <a:r>
              <a:rPr sz="1172" b="0" i="0">
                <a:solidFill>
                  <a:srgbClr val="101010"/>
                </a:solidFill>
                <a:latin typeface="Comic Sans MS"/>
                <a:ea typeface="Comic Sans MS"/>
                <a:cs typeface="Comic Sans MS"/>
              </a:rPr>
              <a:t>Search_Generation</a:t>
            </a:r>
          </a:p>
        </p:txBody>
      </p:sp>
      <p:sp>
        <p:nvSpPr>
          <p:cNvPr id="160" name="Reviewed text 27">
            <a:extLst xmlns:a="http://schemas.openxmlformats.org/drawingml/2006/main">
              <a:ext uri="{FF2B5EF4-FFF2-40B4-BE49-F238E27FC236}">
                <a16:creationId xmlns:a16="http://schemas.microsoft.com/office/drawing/2014/main" id="{D5FAE6C0-5D4B-4839-A5C0-BB29B9A84E0A}"/>
              </a:ext>
            </a:extLst>
          </p:cNvPr>
          <p:cNvSpPr>
            <a:spLocks xmlns:a="http://schemas.openxmlformats.org/drawingml/2006/main" noGrp="1"/>
          </p:cNvSpPr>
          <p:nvPr/>
        </p:nvSpPr>
        <p:spPr>
          <a:xfrm xmlns:a="http://schemas.openxmlformats.org/drawingml/2006/main" rot="0">
            <a:off x="9820471" y="1840581"/>
            <a:ext cx="1114515" cy="34777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956" b="1" i="0">
                <a:solidFill>
                  <a:srgbClr val="101010"/>
                </a:solidFill>
                <a:latin typeface="Comic Sans MS"/>
                <a:ea typeface="Comic Sans MS"/>
                <a:cs typeface="Comic Sans MS"/>
              </a:defRPr>
            </a:defPPr>
          </a:lstStyle>
          <a:p xmlns:a="http://schemas.openxmlformats.org/drawingml/2006/main">
            <a:pPr algn="l">
              <a:lnSpc>
                <a:spcPct val="100000"/>
              </a:lnSpc>
              <a:buNone/>
              <a:defRPr sz="1956" b="1" i="0">
                <a:solidFill>
                  <a:srgbClr val="101010"/>
                </a:solidFill>
                <a:latin typeface="Comic Sans MS"/>
                <a:ea typeface="Comic Sans MS"/>
                <a:cs typeface="Comic Sans MS"/>
              </a:defRPr>
            </a:pPr>
            <a:r>
              <a:rPr sz="1956" b="1" i="0">
                <a:solidFill>
                  <a:srgbClr val="101010"/>
                </a:solidFill>
                <a:latin typeface="Comic Sans MS"/>
                <a:ea typeface="Comic Sans MS"/>
                <a:cs typeface="Comic Sans MS"/>
              </a:rPr>
              <a:t>Keywords</a:t>
            </a:r>
          </a:p>
        </p:txBody>
      </p:sp>
      <p:sp>
        <p:nvSpPr>
          <p:cNvPr id="161" name="Reviewed text 29">
            <a:extLst xmlns:a="http://schemas.openxmlformats.org/drawingml/2006/main">
              <a:ext uri="{FF2B5EF4-FFF2-40B4-BE49-F238E27FC236}">
                <a16:creationId xmlns:a16="http://schemas.microsoft.com/office/drawing/2014/main" id="{121F1F41-9A26-4086-B3BC-5F276586FCA1}"/>
              </a:ext>
            </a:extLst>
          </p:cNvPr>
          <p:cNvSpPr>
            <a:spLocks xmlns:a="http://schemas.openxmlformats.org/drawingml/2006/main" noGrp="1"/>
          </p:cNvSpPr>
          <p:nvPr/>
        </p:nvSpPr>
        <p:spPr>
          <a:xfrm xmlns:a="http://schemas.openxmlformats.org/drawingml/2006/main" rot="0">
            <a:off x="9826840" y="2377806"/>
            <a:ext cx="1146358" cy="23115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300" b="1" i="0">
                <a:solidFill>
                  <a:srgbClr val="101010"/>
                </a:solidFill>
                <a:latin typeface="Comic Sans MS"/>
                <a:ea typeface="Comic Sans MS"/>
                <a:cs typeface="Comic Sans MS"/>
              </a:defRPr>
            </a:defPPr>
          </a:lstStyle>
          <a:p xmlns:a="http://schemas.openxmlformats.org/drawingml/2006/main">
            <a:pPr algn="l">
              <a:lnSpc>
                <a:spcPct val="100000"/>
              </a:lnSpc>
              <a:buNone/>
              <a:defRPr sz="1300" b="1" i="0">
                <a:solidFill>
                  <a:srgbClr val="101010"/>
                </a:solidFill>
                <a:latin typeface="Comic Sans MS"/>
                <a:ea typeface="Comic Sans MS"/>
                <a:cs typeface="Comic Sans MS"/>
              </a:defRPr>
            </a:pPr>
            <a:r>
              <a:rPr sz="1300" b="1" i="0">
                <a:solidFill>
                  <a:srgbClr val="101010"/>
                </a:solidFill>
                <a:latin typeface="Comic Sans MS"/>
                <a:ea typeface="Comic Sans MS"/>
                <a:cs typeface="Comic Sans MS"/>
              </a:rPr>
              <a:t>Text Queries:</a:t>
            </a:r>
          </a:p>
        </p:txBody>
      </p:sp>
      <p:sp>
        <p:nvSpPr>
          <p:cNvPr id="162" name="Reviewed text 30">
            <a:extLst xmlns:a="http://schemas.openxmlformats.org/drawingml/2006/main">
              <a:ext uri="{FF2B5EF4-FFF2-40B4-BE49-F238E27FC236}">
                <a16:creationId xmlns:a16="http://schemas.microsoft.com/office/drawing/2014/main" id="{4243146B-1CB0-490B-824B-553A9F2D9752}"/>
              </a:ext>
            </a:extLst>
          </p:cNvPr>
          <p:cNvSpPr>
            <a:spLocks xmlns:a="http://schemas.openxmlformats.org/drawingml/2006/main" noGrp="1"/>
          </p:cNvSpPr>
          <p:nvPr/>
        </p:nvSpPr>
        <p:spPr>
          <a:xfrm xmlns:a="http://schemas.openxmlformats.org/drawingml/2006/main" rot="0">
            <a:off x="9355559" y="2696818"/>
            <a:ext cx="509493" cy="2266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275" b="0" i="0">
                <a:solidFill>
                  <a:srgbClr val="101010"/>
                </a:solidFill>
                <a:latin typeface="Comic Sans MS"/>
                <a:ea typeface="Comic Sans MS"/>
                <a:cs typeface="Comic Sans MS"/>
              </a:defRPr>
            </a:defPPr>
          </a:lstStyle>
          <a:p xmlns:a="http://schemas.openxmlformats.org/drawingml/2006/main">
            <a:pPr algn="l">
              <a:lnSpc>
                <a:spcPct val="100000"/>
              </a:lnSpc>
              <a:buNone/>
              <a:defRPr sz="1275" b="0" i="0">
                <a:solidFill>
                  <a:srgbClr val="101010"/>
                </a:solidFill>
                <a:latin typeface="Comic Sans MS"/>
                <a:ea typeface="Comic Sans MS"/>
                <a:cs typeface="Comic Sans MS"/>
              </a:defRPr>
            </a:pPr>
            <a:r>
              <a:rPr sz="1275" b="0" i="0">
                <a:solidFill>
                  <a:srgbClr val="101010"/>
                </a:solidFill>
                <a:latin typeface="Comic Sans MS"/>
                <a:ea typeface="Comic Sans MS"/>
                <a:cs typeface="Comic Sans MS"/>
              </a:rPr>
              <a:t>[None]</a:t>
            </a:r>
          </a:p>
        </p:txBody>
      </p:sp>
      <p:sp>
        <p:nvSpPr>
          <p:cNvPr id="163" name="Reviewed text 31">
            <a:extLst xmlns:a="http://schemas.openxmlformats.org/drawingml/2006/main">
              <a:ext uri="{FF2B5EF4-FFF2-40B4-BE49-F238E27FC236}">
                <a16:creationId xmlns:a16="http://schemas.microsoft.com/office/drawing/2014/main" id="{3D758483-D7FC-4D7D-B255-4D4325BA0AA1}"/>
              </a:ext>
            </a:extLst>
          </p:cNvPr>
          <p:cNvSpPr>
            <a:spLocks xmlns:a="http://schemas.openxmlformats.org/drawingml/2006/main" noGrp="1"/>
          </p:cNvSpPr>
          <p:nvPr/>
        </p:nvSpPr>
        <p:spPr>
          <a:xfrm xmlns:a="http://schemas.openxmlformats.org/drawingml/2006/main" rot="0">
            <a:off x="9775890" y="3129293"/>
            <a:ext cx="1254626" cy="2312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301" b="1" i="0">
                <a:solidFill>
                  <a:srgbClr val="101010"/>
                </a:solidFill>
                <a:latin typeface="Comic Sans MS"/>
                <a:ea typeface="Comic Sans MS"/>
                <a:cs typeface="Comic Sans MS"/>
              </a:defRPr>
            </a:defPPr>
          </a:lstStyle>
          <a:p xmlns:a="http://schemas.openxmlformats.org/drawingml/2006/main">
            <a:pPr algn="l">
              <a:lnSpc>
                <a:spcPct val="100000"/>
              </a:lnSpc>
              <a:buNone/>
              <a:defRPr sz="1301" b="1" i="0">
                <a:solidFill>
                  <a:srgbClr val="101010"/>
                </a:solidFill>
                <a:latin typeface="Comic Sans MS"/>
                <a:ea typeface="Comic Sans MS"/>
                <a:cs typeface="Comic Sans MS"/>
              </a:defRPr>
            </a:pPr>
            <a:r>
              <a:rPr sz="1301" b="1" i="0">
                <a:solidFill>
                  <a:srgbClr val="101010"/>
                </a:solidFill>
                <a:latin typeface="Comic Sans MS"/>
                <a:ea typeface="Comic Sans MS"/>
                <a:cs typeface="Comic Sans MS"/>
              </a:rPr>
              <a:t>Image Queries:</a:t>
            </a:r>
          </a:p>
        </p:txBody>
      </p:sp>
      <p:sp>
        <p:nvSpPr>
          <p:cNvPr id="164" name="Reviewed text 32">
            <a:extLst xmlns:a="http://schemas.openxmlformats.org/drawingml/2006/main">
              <a:ext uri="{FF2B5EF4-FFF2-40B4-BE49-F238E27FC236}">
                <a16:creationId xmlns:a16="http://schemas.microsoft.com/office/drawing/2014/main" id="{28994429-AF26-4353-8173-8E39B826EE1B}"/>
              </a:ext>
            </a:extLst>
          </p:cNvPr>
          <p:cNvSpPr>
            <a:spLocks xmlns:a="http://schemas.openxmlformats.org/drawingml/2006/main" noGrp="1"/>
          </p:cNvSpPr>
          <p:nvPr/>
        </p:nvSpPr>
        <p:spPr>
          <a:xfrm xmlns:a="http://schemas.openxmlformats.org/drawingml/2006/main" rot="0">
            <a:off x="9495669" y="3616252"/>
            <a:ext cx="847032" cy="20838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172" b="0" i="0">
                <a:solidFill>
                  <a:srgbClr val="101010"/>
                </a:solidFill>
                <a:latin typeface="Comic Sans MS"/>
                <a:ea typeface="Comic Sans MS"/>
                <a:cs typeface="Comic Sans MS"/>
              </a:defRPr>
            </a:defPPr>
          </a:lstStyle>
          <a:p xmlns:a="http://schemas.openxmlformats.org/drawingml/2006/main">
            <a:pPr algn="l">
              <a:lnSpc>
                <a:spcPct val="100000"/>
              </a:lnSpc>
              <a:buNone/>
              <a:defRPr sz="1172" b="0" i="0">
                <a:solidFill>
                  <a:srgbClr val="101010"/>
                </a:solidFill>
                <a:latin typeface="Comic Sans MS"/>
                <a:ea typeface="Comic Sans MS"/>
                <a:cs typeface="Comic Sans MS"/>
              </a:defRPr>
            </a:pPr>
            <a:r>
              <a:rPr sz="1172" b="0" i="0">
                <a:solidFill>
                  <a:srgbClr val="101010"/>
                </a:solidFill>
                <a:latin typeface="Comic Sans MS"/>
                <a:ea typeface="Comic Sans MS"/>
                <a:cs typeface="Comic Sans MS"/>
              </a:rPr>
              <a:t>“Mr Beast”,</a:t>
            </a:r>
          </a:p>
        </p:txBody>
      </p:sp>
      <p:sp>
        <p:nvSpPr>
          <p:cNvPr id="165" name="Reviewed text 33">
            <a:extLst xmlns:a="http://schemas.openxmlformats.org/drawingml/2006/main">
              <a:ext uri="{FF2B5EF4-FFF2-40B4-BE49-F238E27FC236}">
                <a16:creationId xmlns:a16="http://schemas.microsoft.com/office/drawing/2014/main" id="{28BB67FA-3C29-444B-A91D-29141F0B8C05}"/>
              </a:ext>
            </a:extLst>
          </p:cNvPr>
          <p:cNvSpPr>
            <a:spLocks xmlns:a="http://schemas.openxmlformats.org/drawingml/2006/main" noGrp="1"/>
          </p:cNvSpPr>
          <p:nvPr/>
        </p:nvSpPr>
        <p:spPr>
          <a:xfrm xmlns:a="http://schemas.openxmlformats.org/drawingml/2006/main" rot="0">
            <a:off x="9495669" y="3805504"/>
            <a:ext cx="1362893" cy="22244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251" b="0" i="0">
                <a:solidFill>
                  <a:srgbClr val="101010"/>
                </a:solidFill>
                <a:latin typeface="Comic Sans MS"/>
                <a:ea typeface="Comic Sans MS"/>
                <a:cs typeface="Comic Sans MS"/>
              </a:defRPr>
            </a:defPPr>
          </a:lstStyle>
          <a:p xmlns:a="http://schemas.openxmlformats.org/drawingml/2006/main">
            <a:pPr algn="l">
              <a:lnSpc>
                <a:spcPct val="100000"/>
              </a:lnSpc>
              <a:buNone/>
              <a:defRPr sz="1251" b="0" i="0">
                <a:solidFill>
                  <a:srgbClr val="101010"/>
                </a:solidFill>
                <a:latin typeface="Comic Sans MS"/>
                <a:ea typeface="Comic Sans MS"/>
                <a:cs typeface="Comic Sans MS"/>
              </a:defRPr>
            </a:pPr>
            <a:r>
              <a:rPr sz="1251" b="0" i="0">
                <a:solidFill>
                  <a:srgbClr val="101010"/>
                </a:solidFill>
                <a:latin typeface="Comic Sans MS"/>
                <a:ea typeface="Comic Sans MS"/>
                <a:cs typeface="Comic Sans MS"/>
              </a:rPr>
              <a:t>“Tim MediaStorm”</a:t>
            </a:r>
          </a:p>
        </p:txBody>
      </p:sp>
      <p:sp>
        <p:nvSpPr>
          <p:cNvPr id="166" name="Reviewed text 34">
            <a:extLst xmlns:a="http://schemas.openxmlformats.org/drawingml/2006/main">
              <a:ext uri="{FF2B5EF4-FFF2-40B4-BE49-F238E27FC236}">
                <a16:creationId xmlns:a16="http://schemas.microsoft.com/office/drawing/2014/main" id="{5C0C205B-5FE8-4564-8B3A-9AC00BC7FE1A}"/>
              </a:ext>
            </a:extLst>
          </p:cNvPr>
          <p:cNvSpPr>
            <a:spLocks xmlns:a="http://schemas.openxmlformats.org/drawingml/2006/main" noGrp="1"/>
          </p:cNvSpPr>
          <p:nvPr/>
        </p:nvSpPr>
        <p:spPr>
          <a:xfrm xmlns:a="http://schemas.openxmlformats.org/drawingml/2006/main" rot="0">
            <a:off x="8992545" y="5387299"/>
            <a:ext cx="719658" cy="303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705" b="0" i="0">
                <a:solidFill>
                  <a:srgbClr val="101010"/>
                </a:solidFill>
                <a:latin typeface="Comic Sans MS"/>
                <a:ea typeface="Comic Sans MS"/>
                <a:cs typeface="Comic Sans MS"/>
              </a:defRPr>
            </a:defPPr>
          </a:lstStyle>
          <a:p xmlns:a="http://schemas.openxmlformats.org/drawingml/2006/main">
            <a:pPr algn="l">
              <a:lnSpc>
                <a:spcPct val="100000"/>
              </a:lnSpc>
              <a:buNone/>
              <a:defRPr sz="1705" b="0" i="0">
                <a:solidFill>
                  <a:srgbClr val="101010"/>
                </a:solidFill>
                <a:latin typeface="Comic Sans MS"/>
                <a:ea typeface="Comic Sans MS"/>
                <a:cs typeface="Comic Sans MS"/>
              </a:defRPr>
            </a:pPr>
            <a:r>
              <a:rPr sz="1705" b="0" i="0">
                <a:solidFill>
                  <a:srgbClr val="101010"/>
                </a:solidFill>
                <a:latin typeface="Comic Sans MS"/>
                <a:ea typeface="Comic Sans MS"/>
                <a:cs typeface="Comic Sans MS"/>
              </a:rPr>
              <a:t>Search</a:t>
            </a:r>
          </a:p>
        </p:txBody>
      </p:sp>
      <p:sp>
        <p:nvSpPr>
          <p:cNvPr id="167" name="Reviewed text 35">
            <a:extLst xmlns:a="http://schemas.openxmlformats.org/drawingml/2006/main">
              <a:ext uri="{FF2B5EF4-FFF2-40B4-BE49-F238E27FC236}">
                <a16:creationId xmlns:a16="http://schemas.microsoft.com/office/drawing/2014/main" id="{BFD80764-5A0E-4AC2-9D00-CF6F2A051BFD}"/>
              </a:ext>
            </a:extLst>
          </p:cNvPr>
          <p:cNvSpPr>
            <a:spLocks xmlns:a="http://schemas.openxmlformats.org/drawingml/2006/main" noGrp="1"/>
          </p:cNvSpPr>
          <p:nvPr/>
        </p:nvSpPr>
        <p:spPr>
          <a:xfrm xmlns:a="http://schemas.openxmlformats.org/drawingml/2006/main" rot="0">
            <a:off x="9177236" y="6075463"/>
            <a:ext cx="2477408" cy="34992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968" b="1" i="0">
                <a:solidFill>
                  <a:srgbClr val="101010"/>
                </a:solidFill>
                <a:latin typeface="Comic Sans MS"/>
                <a:ea typeface="Comic Sans MS"/>
                <a:cs typeface="Comic Sans MS"/>
              </a:defRPr>
            </a:defPPr>
          </a:lstStyle>
          <a:p xmlns:a="http://schemas.openxmlformats.org/drawingml/2006/main">
            <a:pPr algn="l">
              <a:lnSpc>
                <a:spcPct val="100000"/>
              </a:lnSpc>
              <a:buNone/>
              <a:defRPr sz="1968" b="1" i="0">
                <a:solidFill>
                  <a:srgbClr val="101010"/>
                </a:solidFill>
                <a:latin typeface="Comic Sans MS"/>
                <a:ea typeface="Comic Sans MS"/>
                <a:cs typeface="Comic Sans MS"/>
              </a:defRPr>
            </a:pPr>
            <a:r>
              <a:rPr sz="1968" b="1" i="0">
                <a:solidFill>
                  <a:srgbClr val="101010"/>
                </a:solidFill>
                <a:latin typeface="Comic Sans MS"/>
                <a:ea typeface="Comic Sans MS"/>
                <a:cs typeface="Comic Sans MS"/>
              </a:rPr>
              <a:t>Knowledge Reasoning</a:t>
            </a:r>
          </a:p>
        </p:txBody>
      </p:sp>
      <p:sp>
        <p:nvSpPr>
          <p:cNvPr id="168" name="Reviewed text 36">
            <a:extLst xmlns:a="http://schemas.openxmlformats.org/drawingml/2006/main">
              <a:ext uri="{FF2B5EF4-FFF2-40B4-BE49-F238E27FC236}">
                <a16:creationId xmlns:a16="http://schemas.microsoft.com/office/drawing/2014/main" id="{B61526EA-440B-4D49-8AD0-9FCB31DA2E33}"/>
              </a:ext>
            </a:extLst>
          </p:cNvPr>
          <p:cNvSpPr>
            <a:spLocks xmlns:a="http://schemas.openxmlformats.org/drawingml/2006/main" noGrp="1"/>
          </p:cNvSpPr>
          <p:nvPr/>
        </p:nvSpPr>
        <p:spPr>
          <a:xfrm xmlns:a="http://schemas.openxmlformats.org/drawingml/2006/main" rot="0">
            <a:off x="11960340" y="1840933"/>
            <a:ext cx="840663" cy="34504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941" b="1" i="0">
                <a:solidFill>
                  <a:srgbClr val="101010"/>
                </a:solidFill>
                <a:latin typeface="Comic Sans MS"/>
                <a:ea typeface="Comic Sans MS"/>
                <a:cs typeface="Comic Sans MS"/>
              </a:defRPr>
            </a:defPPr>
          </a:lstStyle>
          <a:p xmlns:a="http://schemas.openxmlformats.org/drawingml/2006/main">
            <a:pPr algn="l">
              <a:lnSpc>
                <a:spcPct val="100000"/>
              </a:lnSpc>
              <a:buNone/>
              <a:defRPr sz="1941" b="1" i="0">
                <a:solidFill>
                  <a:srgbClr val="101010"/>
                </a:solidFill>
                <a:latin typeface="Comic Sans MS"/>
                <a:ea typeface="Comic Sans MS"/>
                <a:cs typeface="Comic Sans MS"/>
              </a:defRPr>
            </a:pPr>
            <a:r>
              <a:rPr sz="1941" b="1" i="0">
                <a:solidFill>
                  <a:srgbClr val="101010"/>
                </a:solidFill>
                <a:latin typeface="Comic Sans MS"/>
                <a:ea typeface="Comic Sans MS"/>
                <a:cs typeface="Comic Sans MS"/>
              </a:rPr>
              <a:t>Search</a:t>
            </a:r>
          </a:p>
        </p:txBody>
      </p:sp>
      <p:sp>
        <p:nvSpPr>
          <p:cNvPr id="169" name="Reviewed text 38">
            <a:extLst xmlns:a="http://schemas.openxmlformats.org/drawingml/2006/main">
              <a:ext uri="{FF2B5EF4-FFF2-40B4-BE49-F238E27FC236}">
                <a16:creationId xmlns:a16="http://schemas.microsoft.com/office/drawing/2014/main" id="{A960A5A8-1F62-4E8A-AF0A-7F9DDBD5B9D1}"/>
              </a:ext>
            </a:extLst>
          </p:cNvPr>
          <p:cNvSpPr>
            <a:spLocks xmlns:a="http://schemas.openxmlformats.org/drawingml/2006/main" noGrp="1"/>
          </p:cNvSpPr>
          <p:nvPr/>
        </p:nvSpPr>
        <p:spPr>
          <a:xfrm xmlns:a="http://schemas.openxmlformats.org/drawingml/2006/main" rot="0">
            <a:off x="11769280" y="5392900"/>
            <a:ext cx="1006248" cy="30907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738" b="0" i="0">
                <a:solidFill>
                  <a:srgbClr val="101010"/>
                </a:solidFill>
                <a:latin typeface="Comic Sans MS"/>
                <a:ea typeface="Comic Sans MS"/>
                <a:cs typeface="Comic Sans MS"/>
              </a:defRPr>
            </a:defPPr>
          </a:lstStyle>
          <a:p xmlns:a="http://schemas.openxmlformats.org/drawingml/2006/main">
            <a:pPr algn="l">
              <a:lnSpc>
                <a:spcPct val="100000"/>
              </a:lnSpc>
              <a:buNone/>
              <a:defRPr sz="1738" b="0" i="0">
                <a:solidFill>
                  <a:srgbClr val="101010"/>
                </a:solidFill>
                <a:latin typeface="Comic Sans MS"/>
                <a:ea typeface="Comic Sans MS"/>
                <a:cs typeface="Comic Sans MS"/>
              </a:defRPr>
            </a:pPr>
            <a:r>
              <a:rPr sz="1738" b="0" i="0">
                <a:solidFill>
                  <a:srgbClr val="101010"/>
                </a:solidFill>
                <a:latin typeface="Comic Sans MS"/>
                <a:ea typeface="Comic Sans MS"/>
                <a:cs typeface="Comic Sans MS"/>
              </a:rPr>
              <a:t>Reasoning</a:t>
            </a:r>
          </a:p>
        </p:txBody>
      </p:sp>
      <p:sp>
        <p:nvSpPr>
          <p:cNvPr id="170" name="Reviewed text 39">
            <a:extLst xmlns:a="http://schemas.openxmlformats.org/drawingml/2006/main">
              <a:ext uri="{FF2B5EF4-FFF2-40B4-BE49-F238E27FC236}">
                <a16:creationId xmlns:a16="http://schemas.microsoft.com/office/drawing/2014/main" id="{A40FA4CE-2EFE-4C5F-95F9-8928483EFA17}"/>
              </a:ext>
            </a:extLst>
          </p:cNvPr>
          <p:cNvSpPr>
            <a:spLocks xmlns:a="http://schemas.openxmlformats.org/drawingml/2006/main" noGrp="1"/>
          </p:cNvSpPr>
          <p:nvPr/>
        </p:nvSpPr>
        <p:spPr>
          <a:xfrm xmlns:a="http://schemas.openxmlformats.org/drawingml/2006/main" rot="0">
            <a:off x="14501435" y="1847301"/>
            <a:ext cx="796082" cy="34504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941" b="1" i="0">
                <a:solidFill>
                  <a:srgbClr val="101010"/>
                </a:solidFill>
                <a:latin typeface="Comic Sans MS"/>
                <a:ea typeface="Comic Sans MS"/>
                <a:cs typeface="Comic Sans MS"/>
              </a:defRPr>
            </a:defPPr>
          </a:lstStyle>
          <a:p xmlns:a="http://schemas.openxmlformats.org/drawingml/2006/main">
            <a:pPr algn="l">
              <a:lnSpc>
                <a:spcPct val="100000"/>
              </a:lnSpc>
              <a:buNone/>
              <a:defRPr sz="1941" b="1" i="0">
                <a:solidFill>
                  <a:srgbClr val="101010"/>
                </a:solidFill>
                <a:latin typeface="Comic Sans MS"/>
                <a:ea typeface="Comic Sans MS"/>
                <a:cs typeface="Comic Sans MS"/>
              </a:defRPr>
            </a:pPr>
            <a:r>
              <a:rPr sz="1941" b="1" i="0">
                <a:solidFill>
                  <a:srgbClr val="101010"/>
                </a:solidFill>
                <a:latin typeface="Comic Sans MS"/>
                <a:ea typeface="Comic Sans MS"/>
                <a:cs typeface="Comic Sans MS"/>
              </a:rPr>
              <a:t>Review</a:t>
            </a:r>
          </a:p>
        </p:txBody>
      </p:sp>
      <p:sp>
        <p:nvSpPr>
          <p:cNvPr id="171" name="Reviewed text 40">
            <a:extLst xmlns:a="http://schemas.openxmlformats.org/drawingml/2006/main">
              <a:ext uri="{FF2B5EF4-FFF2-40B4-BE49-F238E27FC236}">
                <a16:creationId xmlns:a16="http://schemas.microsoft.com/office/drawing/2014/main" id="{15B234DE-C791-40BF-BDDA-A7799D2D5E89}"/>
              </a:ext>
            </a:extLst>
          </p:cNvPr>
          <p:cNvSpPr>
            <a:spLocks xmlns:a="http://schemas.openxmlformats.org/drawingml/2006/main" noGrp="1"/>
          </p:cNvSpPr>
          <p:nvPr/>
        </p:nvSpPr>
        <p:spPr>
          <a:xfrm xmlns:a="http://schemas.openxmlformats.org/drawingml/2006/main" rot="0">
            <a:off x="13832726" y="2372223"/>
            <a:ext cx="1292838" cy="22503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266" b="1" i="0">
                <a:solidFill>
                  <a:srgbClr val="101010"/>
                </a:solidFill>
                <a:latin typeface="Comic Sans MS"/>
                <a:ea typeface="Comic Sans MS"/>
                <a:cs typeface="Comic Sans MS"/>
              </a:defRPr>
            </a:defPPr>
          </a:lstStyle>
          <a:p xmlns:a="http://schemas.openxmlformats.org/drawingml/2006/main">
            <a:pPr algn="l">
              <a:lnSpc>
                <a:spcPct val="100000"/>
              </a:lnSpc>
              <a:buNone/>
              <a:defRPr sz="1266" b="1" i="0">
                <a:solidFill>
                  <a:srgbClr val="101010"/>
                </a:solidFill>
                <a:latin typeface="Comic Sans MS"/>
                <a:ea typeface="Comic Sans MS"/>
                <a:cs typeface="Comic Sans MS"/>
              </a:defRPr>
            </a:pPr>
            <a:r>
              <a:rPr sz="1266" b="1" i="0">
                <a:solidFill>
                  <a:srgbClr val="101010"/>
                </a:solidFill>
                <a:latin typeface="Comic Sans MS"/>
                <a:ea typeface="Comic Sans MS"/>
                <a:cs typeface="Comic Sans MS"/>
              </a:rPr>
              <a:t>Refined Prompt:</a:t>
            </a:r>
          </a:p>
        </p:txBody>
      </p:sp>
      <p:sp>
        <p:nvSpPr>
          <p:cNvPr id="172" name="Reviewed text 41">
            <a:extLst xmlns:a="http://schemas.openxmlformats.org/drawingml/2006/main">
              <a:ext uri="{FF2B5EF4-FFF2-40B4-BE49-F238E27FC236}">
                <a16:creationId xmlns:a16="http://schemas.microsoft.com/office/drawing/2014/main" id="{B5B0DF3D-140A-4B9E-9E73-586CE5D2A7D9}"/>
              </a:ext>
            </a:extLst>
          </p:cNvPr>
          <p:cNvSpPr>
            <a:spLocks xmlns:a="http://schemas.openxmlformats.org/drawingml/2006/main" noGrp="1"/>
          </p:cNvSpPr>
          <p:nvPr/>
        </p:nvSpPr>
        <p:spPr>
          <a:xfrm xmlns:a="http://schemas.openxmlformats.org/drawingml/2006/main" rot="0">
            <a:off x="13425131" y="2740349"/>
            <a:ext cx="2592044" cy="23480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321" b="0" i="0">
                <a:solidFill>
                  <a:srgbClr val="101010"/>
                </a:solidFill>
                <a:latin typeface="Comic Sans MS"/>
                <a:ea typeface="Comic Sans MS"/>
                <a:cs typeface="Comic Sans MS"/>
              </a:defRPr>
            </a:defPPr>
          </a:lstStyle>
          <a:p xmlns:a="http://schemas.openxmlformats.org/drawingml/2006/main">
            <a:pPr algn="l">
              <a:lnSpc>
                <a:spcPct val="100000"/>
              </a:lnSpc>
              <a:buNone/>
              <a:defRPr sz="1321" b="0" i="0">
                <a:solidFill>
                  <a:srgbClr val="101010"/>
                </a:solidFill>
                <a:latin typeface="Comic Sans MS"/>
                <a:ea typeface="Comic Sans MS"/>
                <a:cs typeface="Comic Sans MS"/>
              </a:defRPr>
            </a:pPr>
            <a:r>
              <a:rPr sz="1321" b="0" i="0">
                <a:solidFill>
                  <a:srgbClr val="101010"/>
                </a:solidFill>
                <a:latin typeface="Comic Sans MS"/>
                <a:ea typeface="Comic Sans MS"/>
                <a:cs typeface="Comic Sans MS"/>
              </a:rPr>
              <a:t>Capture a cinematic medium-shot</a:t>
            </a:r>
          </a:p>
        </p:txBody>
      </p:sp>
      <p:sp>
        <p:nvSpPr>
          <p:cNvPr id="173" name="Reviewed text 42">
            <a:extLst xmlns:a="http://schemas.openxmlformats.org/drawingml/2006/main">
              <a:ext uri="{FF2B5EF4-FFF2-40B4-BE49-F238E27FC236}">
                <a16:creationId xmlns:a16="http://schemas.microsoft.com/office/drawing/2014/main" id="{E4C59E65-7439-47AC-B769-AC5821A7DA79}"/>
              </a:ext>
            </a:extLst>
          </p:cNvPr>
          <p:cNvSpPr>
            <a:spLocks xmlns:a="http://schemas.openxmlformats.org/drawingml/2006/main" noGrp="1"/>
          </p:cNvSpPr>
          <p:nvPr/>
        </p:nvSpPr>
        <p:spPr>
          <a:xfrm xmlns:a="http://schemas.openxmlformats.org/drawingml/2006/main" rot="0">
            <a:off x="13431500" y="2944352"/>
            <a:ext cx="2662099" cy="23320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312" b="0" i="0">
                <a:solidFill>
                  <a:srgbClr val="101010"/>
                </a:solidFill>
                <a:latin typeface="Comic Sans MS"/>
                <a:ea typeface="Comic Sans MS"/>
                <a:cs typeface="Comic Sans MS"/>
              </a:defRPr>
            </a:defPPr>
          </a:lstStyle>
          <a:p xmlns:a="http://schemas.openxmlformats.org/drawingml/2006/main">
            <a:pPr algn="l">
              <a:lnSpc>
                <a:spcPct val="100000"/>
              </a:lnSpc>
              <a:buNone/>
              <a:defRPr sz="1312" b="0" i="0">
                <a:solidFill>
                  <a:srgbClr val="101010"/>
                </a:solidFill>
                <a:latin typeface="Comic Sans MS"/>
                <a:ea typeface="Comic Sans MS"/>
                <a:cs typeface="Comic Sans MS"/>
              </a:defRPr>
            </a:pPr>
            <a:r>
              <a:rPr sz="1312" b="0" i="0">
                <a:solidFill>
                  <a:srgbClr val="101010"/>
                </a:solidFill>
                <a:latin typeface="Comic Sans MS"/>
                <a:ea typeface="Comic Sans MS"/>
                <a:cs typeface="Comic Sans MS"/>
              </a:rPr>
              <a:t>photo of two young adult men with</a:t>
            </a:r>
          </a:p>
        </p:txBody>
      </p:sp>
      <p:sp>
        <p:nvSpPr>
          <p:cNvPr id="174" name="Reviewed text 43">
            <a:extLst xmlns:a="http://schemas.openxmlformats.org/drawingml/2006/main">
              <a:ext uri="{FF2B5EF4-FFF2-40B4-BE49-F238E27FC236}">
                <a16:creationId xmlns:a16="http://schemas.microsoft.com/office/drawing/2014/main" id="{162B44A7-8458-41DD-B508-1FA8DA4D5596}"/>
              </a:ext>
            </a:extLst>
          </p:cNvPr>
          <p:cNvSpPr>
            <a:spLocks xmlns:a="http://schemas.openxmlformats.org/drawingml/2006/main" noGrp="1"/>
          </p:cNvSpPr>
          <p:nvPr/>
        </p:nvSpPr>
        <p:spPr>
          <a:xfrm xmlns:a="http://schemas.openxmlformats.org/drawingml/2006/main" rot="0">
            <a:off x="13401675" y="3159064"/>
            <a:ext cx="3038475" cy="2844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600" b="0" i="0">
                <a:solidFill>
                  <a:srgbClr val="101010"/>
                </a:solidFill>
                <a:latin typeface="Comic Sans MS"/>
                <a:ea typeface="Comic Sans MS"/>
                <a:cs typeface="Comic Sans MS"/>
              </a:defRPr>
            </a:defPPr>
          </a:lstStyle>
          <a:p xmlns:a="http://schemas.openxmlformats.org/drawingml/2006/main">
            <a:pPr algn="l">
              <a:lnSpc>
                <a:spcPct val="100000"/>
              </a:lnSpc>
              <a:buNone/>
              <a:defRPr sz="1600" b="0" i="0">
                <a:solidFill>
                  <a:srgbClr val="101010"/>
                </a:solidFill>
                <a:latin typeface="Comic Sans MS"/>
                <a:ea typeface="Comic Sans MS"/>
                <a:cs typeface="Comic Sans MS"/>
              </a:defRPr>
            </a:pPr>
            <a:r>
              <a:rPr sz="1600" b="0" i="0">
                <a:solidFill>
                  <a:srgbClr val="101010"/>
                </a:solidFill>
                <a:latin typeface="Comic Sans MS"/>
                <a:ea typeface="Comic Sans MS"/>
                <a:cs typeface="Comic Sans MS"/>
              </a:rPr>
              <a:t>their arms around each other’s</a:t>
            </a:r>
          </a:p>
        </p:txBody>
      </p:sp>
      <p:sp>
        <p:nvSpPr>
          <p:cNvPr id="175" name="Reviewed text 44">
            <a:extLst xmlns:a="http://schemas.openxmlformats.org/drawingml/2006/main">
              <a:ext uri="{FF2B5EF4-FFF2-40B4-BE49-F238E27FC236}">
                <a16:creationId xmlns:a16="http://schemas.microsoft.com/office/drawing/2014/main" id="{430F069E-5529-456D-834E-0CDCBE64CB07}"/>
              </a:ext>
            </a:extLst>
          </p:cNvPr>
          <p:cNvSpPr>
            <a:spLocks xmlns:a="http://schemas.openxmlformats.org/drawingml/2006/main" noGrp="1"/>
          </p:cNvSpPr>
          <p:nvPr/>
        </p:nvSpPr>
        <p:spPr>
          <a:xfrm xmlns:a="http://schemas.openxmlformats.org/drawingml/2006/main" rot="0">
            <a:off x="13425131" y="3346355"/>
            <a:ext cx="2929583" cy="2271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278" b="0" i="0">
                <a:solidFill>
                  <a:srgbClr val="101010"/>
                </a:solidFill>
                <a:latin typeface="Comic Sans MS"/>
                <a:ea typeface="Comic Sans MS"/>
                <a:cs typeface="Comic Sans MS"/>
              </a:defRPr>
            </a:defPPr>
          </a:lstStyle>
          <a:p xmlns:a="http://schemas.openxmlformats.org/drawingml/2006/main">
            <a:pPr algn="l">
              <a:lnSpc>
                <a:spcPct val="100000"/>
              </a:lnSpc>
              <a:buNone/>
              <a:defRPr sz="1278" b="0" i="0">
                <a:solidFill>
                  <a:srgbClr val="101010"/>
                </a:solidFill>
                <a:latin typeface="Comic Sans MS"/>
                <a:ea typeface="Comic Sans MS"/>
                <a:cs typeface="Comic Sans MS"/>
              </a:defRPr>
            </a:pPr>
            <a:r>
              <a:rPr sz="1278" b="0" i="0">
                <a:solidFill>
                  <a:srgbClr val="101010"/>
                </a:solidFill>
                <a:latin typeface="Comic Sans MS"/>
                <a:ea typeface="Comic Sans MS"/>
                <a:cs typeface="Comic Sans MS"/>
              </a:rPr>
              <a:t>shoulders, smiling toward the camera...</a:t>
            </a:r>
          </a:p>
        </p:txBody>
      </p:sp>
      <p:sp>
        <p:nvSpPr>
          <p:cNvPr id="176" name="Reviewed text 45">
            <a:extLst xmlns:a="http://schemas.openxmlformats.org/drawingml/2006/main">
              <a:ext uri="{FF2B5EF4-FFF2-40B4-BE49-F238E27FC236}">
                <a16:creationId xmlns:a16="http://schemas.microsoft.com/office/drawing/2014/main" id="{F2C458A4-AD1C-4772-B2A1-8183C8467DBC}"/>
              </a:ext>
            </a:extLst>
          </p:cNvPr>
          <p:cNvSpPr>
            <a:spLocks xmlns:a="http://schemas.openxmlformats.org/drawingml/2006/main" noGrp="1"/>
          </p:cNvSpPr>
          <p:nvPr/>
        </p:nvSpPr>
        <p:spPr>
          <a:xfrm xmlns:a="http://schemas.openxmlformats.org/drawingml/2006/main" rot="0">
            <a:off x="13431500" y="3550425"/>
            <a:ext cx="700552" cy="22503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266" b="0" i="0">
                <a:solidFill>
                  <a:srgbClr val="101010"/>
                </a:solidFill>
                <a:latin typeface="Comic Sans MS"/>
                <a:ea typeface="Comic Sans MS"/>
                <a:cs typeface="Comic Sans MS"/>
              </a:defRPr>
            </a:defPPr>
          </a:lstStyle>
          <a:p xmlns:a="http://schemas.openxmlformats.org/drawingml/2006/main">
            <a:pPr algn="l">
              <a:lnSpc>
                <a:spcPct val="100000"/>
              </a:lnSpc>
              <a:buNone/>
              <a:defRPr sz="1266" b="0" i="0">
                <a:solidFill>
                  <a:srgbClr val="101010"/>
                </a:solidFill>
                <a:latin typeface="Comic Sans MS"/>
                <a:ea typeface="Comic Sans MS"/>
                <a:cs typeface="Comic Sans MS"/>
              </a:defRPr>
            </a:pPr>
            <a:r>
              <a:rPr sz="1266" b="0" i="0">
                <a:solidFill>
                  <a:srgbClr val="101010"/>
                </a:solidFill>
                <a:latin typeface="Comic Sans MS"/>
                <a:ea typeface="Comic Sans MS"/>
                <a:cs typeface="Comic Sans MS"/>
              </a:rPr>
              <a:t>Ref_img:</a:t>
            </a:r>
          </a:p>
        </p:txBody>
      </p:sp>
      <p:sp>
        <p:nvSpPr>
          <p:cNvPr id="177" name="Reviewed text 46">
            <a:extLst xmlns:a="http://schemas.openxmlformats.org/drawingml/2006/main">
              <a:ext uri="{FF2B5EF4-FFF2-40B4-BE49-F238E27FC236}">
                <a16:creationId xmlns:a16="http://schemas.microsoft.com/office/drawing/2014/main" id="{00AF3DED-A7F9-42DF-B4F4-6A6875997800}"/>
              </a:ext>
            </a:extLst>
          </p:cNvPr>
          <p:cNvSpPr>
            <a:spLocks xmlns:a="http://schemas.openxmlformats.org/drawingml/2006/main" noGrp="1"/>
          </p:cNvSpPr>
          <p:nvPr/>
        </p:nvSpPr>
        <p:spPr>
          <a:xfrm xmlns:a="http://schemas.openxmlformats.org/drawingml/2006/main" rot="0">
            <a:off x="13425131" y="3754827"/>
            <a:ext cx="1025354" cy="22033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239" b="0" i="0">
                <a:solidFill>
                  <a:srgbClr val="101010"/>
                </a:solidFill>
                <a:latin typeface="Comic Sans MS"/>
                <a:ea typeface="Comic Sans MS"/>
                <a:cs typeface="Comic Sans MS"/>
              </a:defRPr>
            </a:defPPr>
          </a:lstStyle>
          <a:p xmlns:a="http://schemas.openxmlformats.org/drawingml/2006/main">
            <a:pPr algn="l">
              <a:lnSpc>
                <a:spcPct val="100000"/>
              </a:lnSpc>
              <a:buNone/>
              <a:defRPr sz="1239" b="0" i="0">
                <a:solidFill>
                  <a:srgbClr val="101010"/>
                </a:solidFill>
                <a:latin typeface="Comic Sans MS"/>
                <a:ea typeface="Comic Sans MS"/>
                <a:cs typeface="Comic Sans MS"/>
              </a:defRPr>
            </a:pPr>
            <a:r>
              <a:rPr sz="1239" b="0" i="0">
                <a:solidFill>
                  <a:srgbClr val="101010"/>
                </a:solidFill>
                <a:latin typeface="Comic Sans MS"/>
                <a:ea typeface="Comic Sans MS"/>
                <a:cs typeface="Comic Sans MS"/>
              </a:rPr>
              <a:t>“MrBeast.jpg”</a:t>
            </a:r>
          </a:p>
        </p:txBody>
      </p:sp>
      <p:sp>
        <p:nvSpPr>
          <p:cNvPr id="178" name="Reviewed text 47">
            <a:extLst xmlns:a="http://schemas.openxmlformats.org/drawingml/2006/main">
              <a:ext uri="{FF2B5EF4-FFF2-40B4-BE49-F238E27FC236}">
                <a16:creationId xmlns:a16="http://schemas.microsoft.com/office/drawing/2014/main" id="{DB65511B-AB47-4CF7-BD23-3C7A96832751}"/>
              </a:ext>
            </a:extLst>
          </p:cNvPr>
          <p:cNvSpPr>
            <a:spLocks xmlns:a="http://schemas.openxmlformats.org/drawingml/2006/main" noGrp="1"/>
          </p:cNvSpPr>
          <p:nvPr/>
        </p:nvSpPr>
        <p:spPr>
          <a:xfrm xmlns:a="http://schemas.openxmlformats.org/drawingml/2006/main" rot="0">
            <a:off x="13425131" y="3951657"/>
            <a:ext cx="1706800" cy="22498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265" b="0" i="0">
                <a:solidFill>
                  <a:srgbClr val="101010"/>
                </a:solidFill>
                <a:latin typeface="Comic Sans MS"/>
                <a:ea typeface="Comic Sans MS"/>
                <a:cs typeface="Comic Sans MS"/>
              </a:defRPr>
            </a:defPPr>
          </a:lstStyle>
          <a:p xmlns:a="http://schemas.openxmlformats.org/drawingml/2006/main">
            <a:pPr algn="l">
              <a:lnSpc>
                <a:spcPct val="100000"/>
              </a:lnSpc>
              <a:buNone/>
              <a:defRPr sz="1265" b="0" i="0">
                <a:solidFill>
                  <a:srgbClr val="101010"/>
                </a:solidFill>
                <a:latin typeface="Comic Sans MS"/>
                <a:ea typeface="Comic Sans MS"/>
                <a:cs typeface="Comic Sans MS"/>
              </a:defRPr>
            </a:pPr>
            <a:r>
              <a:rPr sz="1265" b="0" i="0">
                <a:solidFill>
                  <a:srgbClr val="101010"/>
                </a:solidFill>
                <a:latin typeface="Comic Sans MS"/>
                <a:ea typeface="Comic Sans MS"/>
                <a:cs typeface="Comic Sans MS"/>
              </a:rPr>
              <a:t>“Tim_MediaStorm.jpg”</a:t>
            </a:r>
          </a:p>
        </p:txBody>
      </p:sp>
      <p:sp>
        <p:nvSpPr>
          <p:cNvPr id="179" name="Reviewed text 52">
            <a:extLst xmlns:a="http://schemas.openxmlformats.org/drawingml/2006/main">
              <a:ext uri="{FF2B5EF4-FFF2-40B4-BE49-F238E27FC236}">
                <a16:creationId xmlns:a16="http://schemas.microsoft.com/office/drawing/2014/main" id="{B022E5F4-EBFC-4BD8-BC28-938D875B0736}"/>
              </a:ext>
            </a:extLst>
          </p:cNvPr>
          <p:cNvSpPr>
            <a:spLocks xmlns:a="http://schemas.openxmlformats.org/drawingml/2006/main" noGrp="1"/>
          </p:cNvSpPr>
          <p:nvPr/>
        </p:nvSpPr>
        <p:spPr>
          <a:xfrm xmlns:a="http://schemas.openxmlformats.org/drawingml/2006/main" rot="0">
            <a:off x="6171230" y="5386887"/>
            <a:ext cx="834294" cy="30630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723" b="0" i="0">
                <a:solidFill>
                  <a:srgbClr val="101010"/>
                </a:solidFill>
                <a:latin typeface="Comic Sans MS"/>
                <a:ea typeface="Comic Sans MS"/>
                <a:cs typeface="Comic Sans MS"/>
              </a:defRPr>
            </a:defPPr>
          </a:lstStyle>
          <a:p xmlns:a="http://schemas.openxmlformats.org/drawingml/2006/main">
            <a:pPr algn="l">
              <a:lnSpc>
                <a:spcPct val="100000"/>
              </a:lnSpc>
              <a:buNone/>
              <a:defRPr sz="1723" b="0" i="0">
                <a:solidFill>
                  <a:srgbClr val="101010"/>
                </a:solidFill>
                <a:latin typeface="Comic Sans MS"/>
                <a:ea typeface="Comic Sans MS"/>
                <a:cs typeface="Comic Sans MS"/>
              </a:defRPr>
            </a:pPr>
            <a:r>
              <a:rPr sz="1723" b="0" i="0">
                <a:solidFill>
                  <a:srgbClr val="101010"/>
                </a:solidFill>
                <a:latin typeface="Comic Sans MS"/>
                <a:ea typeface="Comic Sans MS"/>
                <a:cs typeface="Comic Sans MS"/>
              </a:rPr>
              <a:t>Analysis</a:t>
            </a:r>
          </a:p>
        </p:txBody>
      </p:sp>
      <p:sp>
        <p:nvSpPr>
          <p:cNvPr id="180" name="Reviewed text 53">
            <a:extLst xmlns:a="http://schemas.openxmlformats.org/drawingml/2006/main">
              <a:ext uri="{FF2B5EF4-FFF2-40B4-BE49-F238E27FC236}">
                <a16:creationId xmlns:a16="http://schemas.microsoft.com/office/drawing/2014/main" id="{C187C052-B22E-4FB0-84E1-C0376C1F5891}"/>
              </a:ext>
            </a:extLst>
          </p:cNvPr>
          <p:cNvSpPr>
            <a:spLocks xmlns:a="http://schemas.openxmlformats.org/drawingml/2006/main" noGrp="1"/>
          </p:cNvSpPr>
          <p:nvPr/>
        </p:nvSpPr>
        <p:spPr>
          <a:xfrm xmlns:a="http://schemas.openxmlformats.org/drawingml/2006/main" rot="0">
            <a:off x="15998069" y="5393663"/>
            <a:ext cx="1101778" cy="30313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705" b="0" i="0">
                <a:solidFill>
                  <a:srgbClr val="101010"/>
                </a:solidFill>
                <a:latin typeface="Comic Sans MS"/>
                <a:ea typeface="Comic Sans MS"/>
                <a:cs typeface="Comic Sans MS"/>
              </a:defRPr>
            </a:defPPr>
          </a:lstStyle>
          <a:p xmlns:a="http://schemas.openxmlformats.org/drawingml/2006/main">
            <a:pPr algn="l">
              <a:lnSpc>
                <a:spcPct val="100000"/>
              </a:lnSpc>
              <a:buNone/>
              <a:defRPr sz="1705" b="0" i="0">
                <a:solidFill>
                  <a:srgbClr val="101010"/>
                </a:solidFill>
                <a:latin typeface="Comic Sans MS"/>
                <a:ea typeface="Comic Sans MS"/>
                <a:cs typeface="Comic Sans MS"/>
              </a:defRPr>
            </a:pPr>
            <a:r>
              <a:rPr sz="1705" b="0" i="0">
                <a:solidFill>
                  <a:srgbClr val="101010"/>
                </a:solidFill>
                <a:latin typeface="Comic Sans MS"/>
                <a:ea typeface="Comic Sans MS"/>
                <a:cs typeface="Comic Sans MS"/>
              </a:rPr>
              <a:t>Image Gen</a:t>
            </a:r>
          </a:p>
        </p:txBody>
      </p:sp>
      <p:sp>
        <p:nvSpPr>
          <p:cNvPr id="181" name="Reviewed text 56">
            <a:extLst xmlns:a="http://schemas.openxmlformats.org/drawingml/2006/main">
              <a:ext uri="{FF2B5EF4-FFF2-40B4-BE49-F238E27FC236}">
                <a16:creationId xmlns:a16="http://schemas.microsoft.com/office/drawing/2014/main" id="{0B628CE9-CE89-4088-91F5-08F923F92314}"/>
              </a:ext>
            </a:extLst>
          </p:cNvPr>
          <p:cNvSpPr>
            <a:spLocks xmlns:a="http://schemas.openxmlformats.org/drawingml/2006/main" noGrp="1"/>
          </p:cNvSpPr>
          <p:nvPr/>
        </p:nvSpPr>
        <p:spPr>
          <a:xfrm xmlns:a="http://schemas.openxmlformats.org/drawingml/2006/main" rot="0">
            <a:off x="14170264" y="5393578"/>
            <a:ext cx="694184" cy="303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709" b="0" i="0">
                <a:solidFill>
                  <a:srgbClr val="101010"/>
                </a:solidFill>
                <a:latin typeface="Comic Sans MS"/>
                <a:ea typeface="Comic Sans MS"/>
                <a:cs typeface="Comic Sans MS"/>
              </a:defRPr>
            </a:defPPr>
          </a:lstStyle>
          <a:p xmlns:a="http://schemas.openxmlformats.org/drawingml/2006/main">
            <a:pPr algn="l">
              <a:lnSpc>
                <a:spcPct val="100000"/>
              </a:lnSpc>
              <a:buNone/>
              <a:defRPr sz="1709" b="0" i="0">
                <a:solidFill>
                  <a:srgbClr val="101010"/>
                </a:solidFill>
                <a:latin typeface="Comic Sans MS"/>
                <a:ea typeface="Comic Sans MS"/>
                <a:cs typeface="Comic Sans MS"/>
              </a:defRPr>
            </a:pPr>
            <a:r>
              <a:rPr sz="1709" b="0" i="0">
                <a:solidFill>
                  <a:srgbClr val="101010"/>
                </a:solidFill>
                <a:latin typeface="Comic Sans MS"/>
                <a:ea typeface="Comic Sans MS"/>
                <a:cs typeface="Comic Sans MS"/>
              </a:rPr>
              <a:t>Review</a:t>
            </a:r>
          </a:p>
        </p:txBody>
      </p:sp>
      <p:sp>
        <p:nvSpPr>
          <p:cNvPr id="182" name="Reviewed text 57">
            <a:extLst xmlns:a="http://schemas.openxmlformats.org/drawingml/2006/main">
              <a:ext uri="{FF2B5EF4-FFF2-40B4-BE49-F238E27FC236}">
                <a16:creationId xmlns:a16="http://schemas.microsoft.com/office/drawing/2014/main" id="{1CCD076A-C688-4354-9994-16D8A60FAB95}"/>
              </a:ext>
            </a:extLst>
          </p:cNvPr>
          <p:cNvSpPr>
            <a:spLocks xmlns:a="http://schemas.openxmlformats.org/drawingml/2006/main" noGrp="1"/>
          </p:cNvSpPr>
          <p:nvPr/>
        </p:nvSpPr>
        <p:spPr>
          <a:xfrm xmlns:a="http://schemas.openxmlformats.org/drawingml/2006/main" rot="0">
            <a:off x="14501435" y="6063353"/>
            <a:ext cx="796082" cy="34504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941" b="1" i="0">
                <a:solidFill>
                  <a:srgbClr val="101010"/>
                </a:solidFill>
                <a:latin typeface="Comic Sans MS"/>
                <a:ea typeface="Comic Sans MS"/>
                <a:cs typeface="Comic Sans MS"/>
              </a:defRPr>
            </a:defPPr>
          </a:lstStyle>
          <a:p xmlns:a="http://schemas.openxmlformats.org/drawingml/2006/main">
            <a:pPr algn="l">
              <a:lnSpc>
                <a:spcPct val="100000"/>
              </a:lnSpc>
              <a:buNone/>
              <a:defRPr sz="1941" b="1" i="0">
                <a:solidFill>
                  <a:srgbClr val="101010"/>
                </a:solidFill>
                <a:latin typeface="Comic Sans MS"/>
                <a:ea typeface="Comic Sans MS"/>
                <a:cs typeface="Comic Sans MS"/>
              </a:defRPr>
            </a:pPr>
            <a:r>
              <a:rPr sz="1941" b="1" i="0">
                <a:solidFill>
                  <a:srgbClr val="101010"/>
                </a:solidFill>
                <a:latin typeface="Comic Sans MS"/>
                <a:ea typeface="Comic Sans MS"/>
                <a:cs typeface="Comic Sans MS"/>
              </a:rPr>
              <a:t>Review</a:t>
            </a:r>
          </a:p>
        </p:txBody>
      </p:sp>
      <p:sp>
        <p:nvSpPr>
          <p:cNvPr id="183" name="Reviewed text 59">
            <a:extLst xmlns:a="http://schemas.openxmlformats.org/drawingml/2006/main">
              <a:ext uri="{FF2B5EF4-FFF2-40B4-BE49-F238E27FC236}">
                <a16:creationId xmlns:a16="http://schemas.microsoft.com/office/drawing/2014/main" id="{57C451CB-6FFB-4061-975F-78F57F987498}"/>
              </a:ext>
            </a:extLst>
          </p:cNvPr>
          <p:cNvSpPr>
            <a:spLocks xmlns:a="http://schemas.openxmlformats.org/drawingml/2006/main" noGrp="1"/>
          </p:cNvSpPr>
          <p:nvPr/>
        </p:nvSpPr>
        <p:spPr>
          <a:xfrm xmlns:a="http://schemas.openxmlformats.org/drawingml/2006/main" rot="0">
            <a:off x="2292717" y="6499275"/>
            <a:ext cx="579548" cy="27332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537" b="1" i="0">
                <a:solidFill>
                  <a:srgbClr val="101010"/>
                </a:solidFill>
                <a:latin typeface="Comic Sans MS"/>
                <a:ea typeface="Comic Sans MS"/>
                <a:cs typeface="Comic Sans MS"/>
              </a:defRPr>
            </a:defPPr>
          </a:lstStyle>
          <a:p xmlns:a="http://schemas.openxmlformats.org/drawingml/2006/main">
            <a:pPr algn="l">
              <a:lnSpc>
                <a:spcPct val="100000"/>
              </a:lnSpc>
              <a:buNone/>
              <a:defRPr sz="1537" b="1" i="0">
                <a:solidFill>
                  <a:srgbClr val="101010"/>
                </a:solidFill>
                <a:latin typeface="Comic Sans MS"/>
                <a:ea typeface="Comic Sans MS"/>
                <a:cs typeface="Comic Sans MS"/>
              </a:defRPr>
            </a:pPr>
            <a:r>
              <a:rPr sz="1537" b="1" i="0">
                <a:solidFill>
                  <a:srgbClr val="101010"/>
                </a:solidFill>
                <a:latin typeface="Comic Sans MS"/>
                <a:ea typeface="Comic Sans MS"/>
                <a:cs typeface="Comic Sans MS"/>
              </a:rPr>
              <a:t>Image</a:t>
            </a:r>
          </a:p>
        </p:txBody>
      </p:sp>
      <p:sp>
        <p:nvSpPr>
          <p:cNvPr id="184" name="Reviewed text 64">
            <a:extLst xmlns:a="http://schemas.openxmlformats.org/drawingml/2006/main">
              <a:ext uri="{FF2B5EF4-FFF2-40B4-BE49-F238E27FC236}">
                <a16:creationId xmlns:a16="http://schemas.microsoft.com/office/drawing/2014/main" id="{E2DE57E1-D356-446B-BBB5-FF35020B9773}"/>
              </a:ext>
            </a:extLst>
          </p:cNvPr>
          <p:cNvSpPr>
            <a:spLocks xmlns:a="http://schemas.openxmlformats.org/drawingml/2006/main" noGrp="1"/>
          </p:cNvSpPr>
          <p:nvPr/>
        </p:nvSpPr>
        <p:spPr>
          <a:xfrm xmlns:a="http://schemas.openxmlformats.org/drawingml/2006/main" rot="0">
            <a:off x="439437" y="7081602"/>
            <a:ext cx="1178202" cy="25170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416" b="0" i="0">
                <a:solidFill>
                  <a:srgbClr val="101010"/>
                </a:solidFill>
                <a:latin typeface="Comic Sans MS"/>
                <a:ea typeface="Comic Sans MS"/>
                <a:cs typeface="Comic Sans MS"/>
              </a:defRPr>
            </a:defPPr>
          </a:lstStyle>
          <a:p xmlns:a="http://schemas.openxmlformats.org/drawingml/2006/main">
            <a:pPr algn="l">
              <a:lnSpc>
                <a:spcPct val="100000"/>
              </a:lnSpc>
              <a:buNone/>
              <a:defRPr sz="1416" b="0" i="0">
                <a:solidFill>
                  <a:srgbClr val="101010"/>
                </a:solidFill>
                <a:latin typeface="Comic Sans MS"/>
                <a:ea typeface="Comic Sans MS"/>
                <a:cs typeface="Comic Sans MS"/>
              </a:defRPr>
            </a:pPr>
            <a:r>
              <a:rPr sz="1416" b="0" i="0">
                <a:solidFill>
                  <a:srgbClr val="101010"/>
                </a:solidFill>
                <a:latin typeface="Comic Sans MS"/>
                <a:ea typeface="Comic Sans MS"/>
                <a:cs typeface="Comic Sans MS"/>
              </a:rPr>
              <a:t>image showing</a:t>
            </a:r>
          </a:p>
        </p:txBody>
      </p:sp>
      <p:sp>
        <p:nvSpPr>
          <p:cNvPr id="185" name="Reviewed text 65">
            <a:extLst xmlns:a="http://schemas.openxmlformats.org/drawingml/2006/main">
              <a:ext uri="{FF2B5EF4-FFF2-40B4-BE49-F238E27FC236}">
                <a16:creationId xmlns:a16="http://schemas.microsoft.com/office/drawing/2014/main" id="{F53C650B-804C-427D-B8C0-478A4BB2D1D8}"/>
              </a:ext>
            </a:extLst>
          </p:cNvPr>
          <p:cNvSpPr>
            <a:spLocks xmlns:a="http://schemas.openxmlformats.org/drawingml/2006/main" noGrp="1"/>
          </p:cNvSpPr>
          <p:nvPr/>
        </p:nvSpPr>
        <p:spPr>
          <a:xfrm xmlns:a="http://schemas.openxmlformats.org/drawingml/2006/main" rot="0">
            <a:off x="426700" y="7298612"/>
            <a:ext cx="968036" cy="248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395" b="0" i="0">
                <a:solidFill>
                  <a:srgbClr val="101010"/>
                </a:solidFill>
                <a:latin typeface="Comic Sans MS"/>
                <a:ea typeface="Comic Sans MS"/>
                <a:cs typeface="Comic Sans MS"/>
              </a:defRPr>
            </a:defPPr>
          </a:lstStyle>
          <a:p xmlns:a="http://schemas.openxmlformats.org/drawingml/2006/main">
            <a:pPr algn="l">
              <a:lnSpc>
                <a:spcPct val="100000"/>
              </a:lnSpc>
              <a:buNone/>
              <a:defRPr sz="1395" b="0" i="0">
                <a:solidFill>
                  <a:srgbClr val="101010"/>
                </a:solidFill>
                <a:latin typeface="Comic Sans MS"/>
                <a:ea typeface="Comic Sans MS"/>
                <a:cs typeface="Comic Sans MS"/>
              </a:defRPr>
            </a:pPr>
            <a:r>
              <a:rPr sz="1395" b="1" i="0">
                <a:solidFill>
                  <a:srgbClr val="101010"/>
                </a:solidFill>
                <a:latin typeface="Comic Sans MS"/>
                <a:ea typeface="Comic Sans MS"/>
                <a:cs typeface="Comic Sans MS"/>
              </a:rPr>
              <a:t>the answer</a:t>
            </a:r>
          </a:p>
        </p:txBody>
      </p:sp>
      <p:sp>
        <p:nvSpPr>
          <p:cNvPr id="186" name="Reviewed text 66">
            <a:extLst xmlns:a="http://schemas.openxmlformats.org/drawingml/2006/main">
              <a:ext uri="{FF2B5EF4-FFF2-40B4-BE49-F238E27FC236}">
                <a16:creationId xmlns:a16="http://schemas.microsoft.com/office/drawing/2014/main" id="{FA55BC12-90E1-45DB-8A20-7869E743FB44}"/>
              </a:ext>
            </a:extLst>
          </p:cNvPr>
          <p:cNvSpPr>
            <a:spLocks xmlns:a="http://schemas.openxmlformats.org/drawingml/2006/main" noGrp="1"/>
          </p:cNvSpPr>
          <p:nvPr/>
        </p:nvSpPr>
        <p:spPr>
          <a:xfrm xmlns:a="http://schemas.openxmlformats.org/drawingml/2006/main" rot="0">
            <a:off x="426700" y="7521515"/>
            <a:ext cx="1229151" cy="248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395" b="0" i="0">
                <a:solidFill>
                  <a:srgbClr val="101010"/>
                </a:solidFill>
                <a:latin typeface="Comic Sans MS"/>
                <a:ea typeface="Comic Sans MS"/>
                <a:cs typeface="Comic Sans MS"/>
              </a:defRPr>
            </a:defPPr>
          </a:lstStyle>
          <a:p xmlns:a="http://schemas.openxmlformats.org/drawingml/2006/main">
            <a:pPr algn="l">
              <a:lnSpc>
                <a:spcPct val="100000"/>
              </a:lnSpc>
              <a:buNone/>
              <a:defRPr sz="1395" b="0" i="0">
                <a:solidFill>
                  <a:srgbClr val="101010"/>
                </a:solidFill>
                <a:latin typeface="Comic Sans MS"/>
                <a:ea typeface="Comic Sans MS"/>
                <a:cs typeface="Comic Sans MS"/>
              </a:defRPr>
            </a:pPr>
            <a:r>
              <a:rPr sz="1395" b="1" i="0">
                <a:solidFill>
                  <a:srgbClr val="101010"/>
                </a:solidFill>
                <a:latin typeface="Comic Sans MS"/>
                <a:ea typeface="Comic Sans MS"/>
                <a:cs typeface="Comic Sans MS"/>
              </a:rPr>
              <a:t>written in the</a:t>
            </a:r>
          </a:p>
        </p:txBody>
      </p:sp>
      <p:sp>
        <p:nvSpPr>
          <p:cNvPr id="187" name="Reviewed text 67">
            <a:extLst xmlns:a="http://schemas.openxmlformats.org/drawingml/2006/main">
              <a:ext uri="{FF2B5EF4-FFF2-40B4-BE49-F238E27FC236}">
                <a16:creationId xmlns:a16="http://schemas.microsoft.com/office/drawing/2014/main" id="{7F5F1EA2-E6FF-4787-B47A-942817C1707A}"/>
              </a:ext>
            </a:extLst>
          </p:cNvPr>
          <p:cNvSpPr>
            <a:spLocks xmlns:a="http://schemas.openxmlformats.org/drawingml/2006/main" noGrp="1"/>
          </p:cNvSpPr>
          <p:nvPr/>
        </p:nvSpPr>
        <p:spPr>
          <a:xfrm xmlns:a="http://schemas.openxmlformats.org/drawingml/2006/main" rot="0">
            <a:off x="426700" y="7750442"/>
            <a:ext cx="1101778" cy="25068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410" b="0" i="0">
                <a:solidFill>
                  <a:srgbClr val="101010"/>
                </a:solidFill>
                <a:latin typeface="Comic Sans MS"/>
                <a:ea typeface="Comic Sans MS"/>
                <a:cs typeface="Comic Sans MS"/>
              </a:defRPr>
            </a:defPPr>
          </a:lstStyle>
          <a:p xmlns:a="http://schemas.openxmlformats.org/drawingml/2006/main">
            <a:pPr algn="l">
              <a:lnSpc>
                <a:spcPct val="100000"/>
              </a:lnSpc>
              <a:buNone/>
              <a:defRPr sz="1410" b="0" i="0">
                <a:solidFill>
                  <a:srgbClr val="101010"/>
                </a:solidFill>
                <a:latin typeface="Comic Sans MS"/>
                <a:ea typeface="Comic Sans MS"/>
                <a:cs typeface="Comic Sans MS"/>
              </a:defRPr>
            </a:pPr>
            <a:r>
              <a:rPr sz="1410" b="1" i="0">
                <a:solidFill>
                  <a:srgbClr val="101010"/>
                </a:solidFill>
                <a:latin typeface="Comic Sans MS"/>
                <a:ea typeface="Comic Sans MS"/>
                <a:cs typeface="Comic Sans MS"/>
              </a:rPr>
              <a:t>corr position</a:t>
            </a:r>
          </a:p>
        </p:txBody>
      </p:sp>
      <p:sp>
        <p:nvSpPr>
          <p:cNvPr id="188" name="Reviewed text 68">
            <a:extLst xmlns:a="http://schemas.openxmlformats.org/drawingml/2006/main">
              <a:ext uri="{FF2B5EF4-FFF2-40B4-BE49-F238E27FC236}">
                <a16:creationId xmlns:a16="http://schemas.microsoft.com/office/drawing/2014/main" id="{42210046-C63C-4296-A9EE-0B923356A4DC}"/>
              </a:ext>
            </a:extLst>
          </p:cNvPr>
          <p:cNvSpPr>
            <a:spLocks xmlns:a="http://schemas.openxmlformats.org/drawingml/2006/main" noGrp="1"/>
          </p:cNvSpPr>
          <p:nvPr/>
        </p:nvSpPr>
        <p:spPr>
          <a:xfrm xmlns:a="http://schemas.openxmlformats.org/drawingml/2006/main" rot="0">
            <a:off x="433069" y="7954584"/>
            <a:ext cx="1082672" cy="248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395" b="0" i="0">
                <a:solidFill>
                  <a:srgbClr val="101010"/>
                </a:solidFill>
                <a:latin typeface="Comic Sans MS"/>
                <a:ea typeface="Comic Sans MS"/>
                <a:cs typeface="Comic Sans MS"/>
              </a:defRPr>
            </a:defPPr>
          </a:lstStyle>
          <a:p xmlns:a="http://schemas.openxmlformats.org/drawingml/2006/main">
            <a:pPr algn="l">
              <a:lnSpc>
                <a:spcPct val="100000"/>
              </a:lnSpc>
              <a:buNone/>
              <a:defRPr sz="1395" b="0" i="0">
                <a:solidFill>
                  <a:srgbClr val="101010"/>
                </a:solidFill>
                <a:latin typeface="Comic Sans MS"/>
                <a:ea typeface="Comic Sans MS"/>
                <a:cs typeface="Comic Sans MS"/>
              </a:defRPr>
            </a:pPr>
            <a:r>
              <a:rPr sz="1395" b="0" i="0">
                <a:solidFill>
                  <a:srgbClr val="101010"/>
                </a:solidFill>
                <a:latin typeface="Comic Sans MS"/>
                <a:ea typeface="Comic Sans MS"/>
                <a:cs typeface="Comic Sans MS"/>
              </a:rPr>
              <a:t>based on the</a:t>
            </a:r>
          </a:p>
        </p:txBody>
      </p:sp>
      <p:sp>
        <p:nvSpPr>
          <p:cNvPr id="189" name="Reviewed text 69">
            <a:extLst xmlns:a="http://schemas.openxmlformats.org/drawingml/2006/main">
              <a:ext uri="{FF2B5EF4-FFF2-40B4-BE49-F238E27FC236}">
                <a16:creationId xmlns:a16="http://schemas.microsoft.com/office/drawing/2014/main" id="{D76B7753-AD29-4987-BC5C-C8BD0231043A}"/>
              </a:ext>
            </a:extLst>
          </p:cNvPr>
          <p:cNvSpPr>
            <a:spLocks xmlns:a="http://schemas.openxmlformats.org/drawingml/2006/main" noGrp="1"/>
          </p:cNvSpPr>
          <p:nvPr/>
        </p:nvSpPr>
        <p:spPr>
          <a:xfrm xmlns:a="http://schemas.openxmlformats.org/drawingml/2006/main" rot="0">
            <a:off x="426700" y="8189880"/>
            <a:ext cx="738764" cy="25068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410" b="0" i="0">
                <a:solidFill>
                  <a:srgbClr val="101010"/>
                </a:solidFill>
                <a:latin typeface="Comic Sans MS"/>
                <a:ea typeface="Comic Sans MS"/>
                <a:cs typeface="Comic Sans MS"/>
              </a:defRPr>
            </a:defPPr>
          </a:lstStyle>
          <a:p xmlns:a="http://schemas.openxmlformats.org/drawingml/2006/main">
            <a:pPr algn="l">
              <a:lnSpc>
                <a:spcPct val="100000"/>
              </a:lnSpc>
              <a:buNone/>
              <a:defRPr sz="1410" b="0" i="0">
                <a:solidFill>
                  <a:srgbClr val="101010"/>
                </a:solidFill>
                <a:latin typeface="Comic Sans MS"/>
                <a:ea typeface="Comic Sans MS"/>
                <a:cs typeface="Comic Sans MS"/>
              </a:defRPr>
            </a:pPr>
            <a:r>
              <a:rPr sz="1410" b="0" i="0">
                <a:solidFill>
                  <a:srgbClr val="101010"/>
                </a:solidFill>
                <a:latin typeface="Comic Sans MS"/>
                <a:ea typeface="Comic Sans MS"/>
                <a:cs typeface="Comic Sans MS"/>
              </a:rPr>
              <a:t>question.</a:t>
            </a:r>
          </a:p>
        </p:txBody>
      </p:sp>
      <p:sp>
        <p:nvSpPr>
          <p:cNvPr id="190" name="Reviewed text 72">
            <a:extLst xmlns:a="http://schemas.openxmlformats.org/drawingml/2006/main">
              <a:ext uri="{FF2B5EF4-FFF2-40B4-BE49-F238E27FC236}">
                <a16:creationId xmlns:a16="http://schemas.microsoft.com/office/drawing/2014/main" id="{9384A835-A711-414E-A2AA-BD8351978A58}"/>
              </a:ext>
            </a:extLst>
          </p:cNvPr>
          <p:cNvSpPr>
            <a:spLocks xmlns:a="http://schemas.openxmlformats.org/drawingml/2006/main" noGrp="1"/>
          </p:cNvSpPr>
          <p:nvPr/>
        </p:nvSpPr>
        <p:spPr>
          <a:xfrm xmlns:a="http://schemas.openxmlformats.org/drawingml/2006/main" rot="0">
            <a:off x="3604661" y="6254985"/>
            <a:ext cx="675078" cy="29105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637" b="1" i="0">
                <a:solidFill>
                  <a:srgbClr val="101010"/>
                </a:solidFill>
                <a:latin typeface="Comic Sans MS"/>
                <a:ea typeface="Comic Sans MS"/>
                <a:cs typeface="Comic Sans MS"/>
              </a:defRPr>
            </a:defPPr>
          </a:lstStyle>
          <a:p xmlns:a="http://schemas.openxmlformats.org/drawingml/2006/main">
            <a:pPr algn="l">
              <a:lnSpc>
                <a:spcPct val="100000"/>
              </a:lnSpc>
              <a:buNone/>
              <a:defRPr sz="1637" b="1" i="0">
                <a:solidFill>
                  <a:srgbClr val="101010"/>
                </a:solidFill>
                <a:latin typeface="Comic Sans MS"/>
                <a:ea typeface="Comic Sans MS"/>
                <a:cs typeface="Comic Sans MS"/>
              </a:defRPr>
            </a:pPr>
            <a:r>
              <a:rPr sz="1637" b="1" i="0">
                <a:solidFill>
                  <a:srgbClr val="101010"/>
                </a:solidFill>
                <a:latin typeface="Comic Sans MS"/>
                <a:ea typeface="Comic Sans MS"/>
                <a:cs typeface="Comic Sans MS"/>
              </a:rPr>
              <a:t>Action</a:t>
            </a:r>
          </a:p>
        </p:txBody>
      </p:sp>
      <p:sp>
        <p:nvSpPr>
          <p:cNvPr id="191" name="Reviewed text 77">
            <a:extLst xmlns:a="http://schemas.openxmlformats.org/drawingml/2006/main">
              <a:ext uri="{FF2B5EF4-FFF2-40B4-BE49-F238E27FC236}">
                <a16:creationId xmlns:a16="http://schemas.microsoft.com/office/drawing/2014/main" id="{1A889207-0BD3-42E0-AF7B-F39966AF8DC7}"/>
              </a:ext>
            </a:extLst>
          </p:cNvPr>
          <p:cNvSpPr>
            <a:spLocks xmlns:a="http://schemas.openxmlformats.org/drawingml/2006/main" noGrp="1"/>
          </p:cNvSpPr>
          <p:nvPr/>
        </p:nvSpPr>
        <p:spPr>
          <a:xfrm xmlns:a="http://schemas.openxmlformats.org/drawingml/2006/main" rot="0">
            <a:off x="5572576" y="6075384"/>
            <a:ext cx="1866017" cy="35053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972" b="1" i="0">
                <a:solidFill>
                  <a:srgbClr val="101010"/>
                </a:solidFill>
                <a:latin typeface="Comic Sans MS"/>
                <a:ea typeface="Comic Sans MS"/>
                <a:cs typeface="Comic Sans MS"/>
              </a:defRPr>
            </a:defPPr>
          </a:lstStyle>
          <a:p xmlns:a="http://schemas.openxmlformats.org/drawingml/2006/main">
            <a:pPr algn="l">
              <a:lnSpc>
                <a:spcPct val="100000"/>
              </a:lnSpc>
              <a:buNone/>
              <a:defRPr sz="1972" b="1" i="0">
                <a:solidFill>
                  <a:srgbClr val="101010"/>
                </a:solidFill>
                <a:latin typeface="Comic Sans MS"/>
                <a:ea typeface="Comic Sans MS"/>
                <a:cs typeface="Comic Sans MS"/>
              </a:defRPr>
            </a:pPr>
            <a:r>
              <a:rPr sz="1972" b="1" i="0">
                <a:solidFill>
                  <a:srgbClr val="101010"/>
                </a:solidFill>
                <a:latin typeface="Comic Sans MS"/>
                <a:ea typeface="Comic Sans MS"/>
                <a:cs typeface="Comic Sans MS"/>
              </a:rPr>
              <a:t>Intent Analysis</a:t>
            </a:r>
          </a:p>
        </p:txBody>
      </p:sp>
      <p:sp>
        <p:nvSpPr>
          <p:cNvPr id="192" name="Reviewed text 79">
            <a:extLst xmlns:a="http://schemas.openxmlformats.org/drawingml/2006/main">
              <a:ext uri="{FF2B5EF4-FFF2-40B4-BE49-F238E27FC236}">
                <a16:creationId xmlns:a16="http://schemas.microsoft.com/office/drawing/2014/main" id="{ABA1D5AB-7B7E-4806-9240-D1CD95AB177C}"/>
              </a:ext>
            </a:extLst>
          </p:cNvPr>
          <p:cNvSpPr>
            <a:spLocks xmlns:a="http://schemas.openxmlformats.org/drawingml/2006/main" noGrp="1"/>
          </p:cNvSpPr>
          <p:nvPr/>
        </p:nvSpPr>
        <p:spPr>
          <a:xfrm xmlns:a="http://schemas.openxmlformats.org/drawingml/2006/main" rot="0">
            <a:off x="5610788" y="6606889"/>
            <a:ext cx="764239" cy="2288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287" b="1" i="0">
                <a:solidFill>
                  <a:srgbClr val="101010"/>
                </a:solidFill>
                <a:latin typeface="Comic Sans MS"/>
                <a:ea typeface="Comic Sans MS"/>
                <a:cs typeface="Comic Sans MS"/>
              </a:defRPr>
            </a:defPPr>
          </a:lstStyle>
          <a:p xmlns:a="http://schemas.openxmlformats.org/drawingml/2006/main">
            <a:pPr algn="l">
              <a:lnSpc>
                <a:spcPct val="100000"/>
              </a:lnSpc>
              <a:buNone/>
              <a:defRPr sz="1287" b="1" i="0">
                <a:solidFill>
                  <a:srgbClr val="101010"/>
                </a:solidFill>
                <a:latin typeface="Comic Sans MS"/>
                <a:ea typeface="Comic Sans MS"/>
                <a:cs typeface="Comic Sans MS"/>
              </a:defRPr>
            </a:pPr>
            <a:r>
              <a:rPr sz="1287" b="1" i="0">
                <a:solidFill>
                  <a:srgbClr val="101010"/>
                </a:solidFill>
                <a:latin typeface="Comic Sans MS"/>
                <a:ea typeface="Comic Sans MS"/>
                <a:cs typeface="Comic Sans MS"/>
              </a:rPr>
              <a:t>Question:</a:t>
            </a:r>
          </a:p>
        </p:txBody>
      </p:sp>
      <p:sp>
        <p:nvSpPr>
          <p:cNvPr id="193" name="Reviewed text 80">
            <a:extLst xmlns:a="http://schemas.openxmlformats.org/drawingml/2006/main">
              <a:ext uri="{FF2B5EF4-FFF2-40B4-BE49-F238E27FC236}">
                <a16:creationId xmlns:a16="http://schemas.microsoft.com/office/drawing/2014/main" id="{02EA6171-9E75-4FE8-9753-9A22801C7AA1}"/>
              </a:ext>
            </a:extLst>
          </p:cNvPr>
          <p:cNvSpPr>
            <a:spLocks xmlns:a="http://schemas.openxmlformats.org/drawingml/2006/main" noGrp="1"/>
          </p:cNvSpPr>
          <p:nvPr/>
        </p:nvSpPr>
        <p:spPr>
          <a:xfrm xmlns:a="http://schemas.openxmlformats.org/drawingml/2006/main" rot="0">
            <a:off x="5145876" y="6950243"/>
            <a:ext cx="2299086" cy="23316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311" b="0" i="0">
                <a:solidFill>
                  <a:srgbClr val="101010"/>
                </a:solidFill>
                <a:latin typeface="Comic Sans MS"/>
                <a:ea typeface="Comic Sans MS"/>
                <a:cs typeface="Comic Sans MS"/>
              </a:defRPr>
            </a:defPPr>
          </a:lstStyle>
          <a:p xmlns:a="http://schemas.openxmlformats.org/drawingml/2006/main">
            <a:pPr algn="l">
              <a:lnSpc>
                <a:spcPct val="100000"/>
              </a:lnSpc>
              <a:buNone/>
              <a:defRPr sz="1311" b="0" i="0">
                <a:solidFill>
                  <a:srgbClr val="101010"/>
                </a:solidFill>
                <a:latin typeface="Comic Sans MS"/>
                <a:ea typeface="Comic Sans MS"/>
                <a:cs typeface="Comic Sans MS"/>
              </a:defRPr>
            </a:pPr>
            <a:r>
              <a:rPr sz="1311" b="0" i="0">
                <a:solidFill>
                  <a:srgbClr val="101010"/>
                </a:solidFill>
                <a:latin typeface="Comic Sans MS"/>
                <a:ea typeface="Comic Sans MS"/>
                <a:cs typeface="Comic Sans MS"/>
              </a:rPr>
              <a:t>What is the measure of </a:t>
            </a:r>
            <a:r>
              <a:rPr sz="1311" b="1" i="0">
                <a:solidFill>
                  <a:srgbClr val="101010"/>
                </a:solidFill>
                <a:latin typeface="Comic Sans MS"/>
                <a:ea typeface="Comic Sans MS"/>
                <a:cs typeface="Comic Sans MS"/>
              </a:rPr>
              <a:t>angle</a:t>
            </a:r>
          </a:p>
        </p:txBody>
      </p:sp>
      <p:sp>
        <p:nvSpPr>
          <p:cNvPr id="194" name="Reviewed text 81">
            <a:extLst xmlns:a="http://schemas.openxmlformats.org/drawingml/2006/main">
              <a:ext uri="{FF2B5EF4-FFF2-40B4-BE49-F238E27FC236}">
                <a16:creationId xmlns:a16="http://schemas.microsoft.com/office/drawing/2014/main" id="{A218DA6A-7E01-46D3-9540-1B70DC65DF4F}"/>
              </a:ext>
            </a:extLst>
          </p:cNvPr>
          <p:cNvSpPr>
            <a:spLocks xmlns:a="http://schemas.openxmlformats.org/drawingml/2006/main" noGrp="1"/>
          </p:cNvSpPr>
          <p:nvPr/>
        </p:nvSpPr>
        <p:spPr>
          <a:xfrm xmlns:a="http://schemas.openxmlformats.org/drawingml/2006/main" rot="0">
            <a:off x="5139507" y="7236841"/>
            <a:ext cx="2267242" cy="23310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311" b="0" i="0">
                <a:solidFill>
                  <a:srgbClr val="101010"/>
                </a:solidFill>
                <a:latin typeface="Comic Sans MS"/>
                <a:ea typeface="Comic Sans MS"/>
                <a:cs typeface="Comic Sans MS"/>
              </a:defRPr>
            </a:defPPr>
          </a:lstStyle>
          <a:p xmlns:a="http://schemas.openxmlformats.org/drawingml/2006/main">
            <a:pPr algn="l">
              <a:lnSpc>
                <a:spcPct val="100000"/>
              </a:lnSpc>
              <a:buNone/>
              <a:defRPr sz="1311" b="0" i="0">
                <a:solidFill>
                  <a:srgbClr val="101010"/>
                </a:solidFill>
                <a:latin typeface="Comic Sans MS"/>
                <a:ea typeface="Comic Sans MS"/>
                <a:cs typeface="Comic Sans MS"/>
              </a:defRPr>
            </a:pPr>
            <a:r>
              <a:rPr sz="1311" b="1" i="0">
                <a:solidFill>
                  <a:srgbClr val="101010"/>
                </a:solidFill>
                <a:latin typeface="Comic Sans MS"/>
                <a:ea typeface="Comic Sans MS"/>
                <a:cs typeface="Comic Sans MS"/>
              </a:rPr>
              <a:t>AFC</a:t>
            </a:r>
            <a:r>
              <a:rPr sz="1311" b="0" i="0">
                <a:solidFill>
                  <a:srgbClr val="101010"/>
                </a:solidFill>
                <a:latin typeface="Comic Sans MS"/>
                <a:ea typeface="Comic Sans MS"/>
                <a:cs typeface="Comic Sans MS"/>
              </a:rPr>
              <a:t> in the geometric figure?</a:t>
            </a:r>
          </a:p>
        </p:txBody>
      </p:sp>
      <p:sp>
        <p:nvSpPr>
          <p:cNvPr id="195" name="Reviewed text 82">
            <a:extLst xmlns:a="http://schemas.openxmlformats.org/drawingml/2006/main">
              <a:ext uri="{FF2B5EF4-FFF2-40B4-BE49-F238E27FC236}">
                <a16:creationId xmlns:a16="http://schemas.microsoft.com/office/drawing/2014/main" id="{F787E1ED-8817-45A8-ACF1-130B904E566D}"/>
              </a:ext>
            </a:extLst>
          </p:cNvPr>
          <p:cNvSpPr>
            <a:spLocks xmlns:a="http://schemas.openxmlformats.org/drawingml/2006/main" noGrp="1"/>
          </p:cNvSpPr>
          <p:nvPr/>
        </p:nvSpPr>
        <p:spPr>
          <a:xfrm xmlns:a="http://schemas.openxmlformats.org/drawingml/2006/main" rot="0">
            <a:off x="5598051" y="7784513"/>
            <a:ext cx="1375630" cy="23335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312" b="1" i="0">
                <a:solidFill>
                  <a:srgbClr val="101010"/>
                </a:solidFill>
                <a:latin typeface="Comic Sans MS"/>
                <a:ea typeface="Comic Sans MS"/>
                <a:cs typeface="Comic Sans MS"/>
              </a:defRPr>
            </a:defPPr>
          </a:lstStyle>
          <a:p xmlns:a="http://schemas.openxmlformats.org/drawingml/2006/main">
            <a:pPr algn="l">
              <a:lnSpc>
                <a:spcPct val="100000"/>
              </a:lnSpc>
              <a:buNone/>
              <a:defRPr sz="1312" b="1" i="0">
                <a:solidFill>
                  <a:srgbClr val="101010"/>
                </a:solidFill>
                <a:latin typeface="Comic Sans MS"/>
                <a:ea typeface="Comic Sans MS"/>
                <a:cs typeface="Comic Sans MS"/>
              </a:defRPr>
            </a:pPr>
            <a:r>
              <a:rPr sz="1312" b="1" i="0">
                <a:solidFill>
                  <a:srgbClr val="101010"/>
                </a:solidFill>
                <a:latin typeface="Comic Sans MS"/>
                <a:ea typeface="Comic Sans MS"/>
                <a:cs typeface="Comic Sans MS"/>
              </a:rPr>
              <a:t>Intent Category:</a:t>
            </a:r>
          </a:p>
        </p:txBody>
      </p:sp>
      <p:sp>
        <p:nvSpPr>
          <p:cNvPr id="196" name="Reviewed text 84">
            <a:extLst xmlns:a="http://schemas.openxmlformats.org/drawingml/2006/main">
              <a:ext uri="{FF2B5EF4-FFF2-40B4-BE49-F238E27FC236}">
                <a16:creationId xmlns:a16="http://schemas.microsoft.com/office/drawing/2014/main" id="{885E69F7-F588-4F8D-A431-81F3BC02EC35}"/>
              </a:ext>
            </a:extLst>
          </p:cNvPr>
          <p:cNvSpPr>
            <a:spLocks xmlns:a="http://schemas.openxmlformats.org/drawingml/2006/main" noGrp="1"/>
          </p:cNvSpPr>
          <p:nvPr/>
        </p:nvSpPr>
        <p:spPr>
          <a:xfrm xmlns:a="http://schemas.openxmlformats.org/drawingml/2006/main" rot="0">
            <a:off x="5495925" y="8128073"/>
            <a:ext cx="1743075" cy="23402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316" b="0" i="0">
                <a:solidFill>
                  <a:srgbClr val="101010"/>
                </a:solidFill>
                <a:latin typeface="Comic Sans MS"/>
                <a:ea typeface="Comic Sans MS"/>
                <a:cs typeface="Comic Sans MS"/>
              </a:defRPr>
            </a:defPPr>
          </a:lstStyle>
          <a:p xmlns:a="http://schemas.openxmlformats.org/drawingml/2006/main">
            <a:pPr algn="l">
              <a:lnSpc>
                <a:spcPct val="100000"/>
              </a:lnSpc>
              <a:buNone/>
              <a:defRPr sz="1316" b="0" i="0">
                <a:solidFill>
                  <a:srgbClr val="101010"/>
                </a:solidFill>
                <a:latin typeface="Comic Sans MS"/>
                <a:ea typeface="Comic Sans MS"/>
                <a:cs typeface="Comic Sans MS"/>
              </a:defRPr>
            </a:pPr>
            <a:r>
              <a:rPr sz="1316" b="0" i="0">
                <a:solidFill>
                  <a:srgbClr val="101010"/>
                </a:solidFill>
                <a:latin typeface="Comic Sans MS"/>
                <a:ea typeface="Comic Sans MS"/>
                <a:cs typeface="Comic Sans MS"/>
              </a:rPr>
              <a:t>Reasoning_Generation</a:t>
            </a:r>
          </a:p>
        </p:txBody>
      </p:sp>
      <p:sp>
        <p:nvSpPr>
          <p:cNvPr id="197" name="Reviewed text 85">
            <a:extLst xmlns:a="http://schemas.openxmlformats.org/drawingml/2006/main">
              <a:ext uri="{FF2B5EF4-FFF2-40B4-BE49-F238E27FC236}">
                <a16:creationId xmlns:a16="http://schemas.microsoft.com/office/drawing/2014/main" id="{587D268E-09CA-435E-947D-6A3D84A9BF50}"/>
              </a:ext>
            </a:extLst>
          </p:cNvPr>
          <p:cNvSpPr>
            <a:spLocks xmlns:a="http://schemas.openxmlformats.org/drawingml/2006/main" noGrp="1"/>
          </p:cNvSpPr>
          <p:nvPr/>
        </p:nvSpPr>
        <p:spPr>
          <a:xfrm xmlns:a="http://schemas.openxmlformats.org/drawingml/2006/main" rot="0">
            <a:off x="8514896" y="6530957"/>
            <a:ext cx="1700432" cy="22503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266" b="1" i="0">
                <a:solidFill>
                  <a:srgbClr val="101010"/>
                </a:solidFill>
                <a:latin typeface="Comic Sans MS"/>
                <a:ea typeface="Comic Sans MS"/>
                <a:cs typeface="Comic Sans MS"/>
              </a:defRPr>
            </a:defPPr>
          </a:lstStyle>
          <a:p xmlns:a="http://schemas.openxmlformats.org/drawingml/2006/main">
            <a:pPr algn="l">
              <a:lnSpc>
                <a:spcPct val="100000"/>
              </a:lnSpc>
              <a:buNone/>
              <a:defRPr sz="1266" b="1" i="0">
                <a:solidFill>
                  <a:srgbClr val="101010"/>
                </a:solidFill>
                <a:latin typeface="Comic Sans MS"/>
                <a:ea typeface="Comic Sans MS"/>
                <a:cs typeface="Comic Sans MS"/>
              </a:defRPr>
            </a:pPr>
            <a:r>
              <a:rPr sz="1266" b="1" i="0">
                <a:solidFill>
                  <a:srgbClr val="101010"/>
                </a:solidFill>
                <a:latin typeface="Comic Sans MS"/>
                <a:ea typeface="Comic Sans MS"/>
                <a:cs typeface="Comic Sans MS"/>
              </a:rPr>
              <a:t>Reasoning Knowledge:</a:t>
            </a:r>
          </a:p>
        </p:txBody>
      </p:sp>
      <p:sp>
        <p:nvSpPr>
          <p:cNvPr id="198" name="Reviewed text 87">
            <a:extLst xmlns:a="http://schemas.openxmlformats.org/drawingml/2006/main">
              <a:ext uri="{FF2B5EF4-FFF2-40B4-BE49-F238E27FC236}">
                <a16:creationId xmlns:a16="http://schemas.microsoft.com/office/drawing/2014/main" id="{734AAC37-8515-4466-835C-715C84BC2399}"/>
              </a:ext>
            </a:extLst>
          </p:cNvPr>
          <p:cNvSpPr>
            <a:spLocks xmlns:a="http://schemas.openxmlformats.org/drawingml/2006/main" noGrp="1"/>
          </p:cNvSpPr>
          <p:nvPr/>
        </p:nvSpPr>
        <p:spPr>
          <a:xfrm xmlns:a="http://schemas.openxmlformats.org/drawingml/2006/main" rot="0">
            <a:off x="8425735" y="6828180"/>
            <a:ext cx="3751140" cy="24139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358" b="0" i="0">
                <a:solidFill>
                  <a:srgbClr val="101010"/>
                </a:solidFill>
                <a:latin typeface="Comic Sans MS"/>
                <a:ea typeface="Comic Sans MS"/>
                <a:cs typeface="Comic Sans MS"/>
              </a:defRPr>
            </a:defPPr>
          </a:lstStyle>
          <a:p xmlns:a="http://schemas.openxmlformats.org/drawingml/2006/main">
            <a:pPr algn="l">
              <a:lnSpc>
                <a:spcPct val="100000"/>
              </a:lnSpc>
              <a:buNone/>
              <a:defRPr sz="1358" b="0" i="0">
                <a:solidFill>
                  <a:srgbClr val="101010"/>
                </a:solidFill>
                <a:latin typeface="Comic Sans MS"/>
                <a:ea typeface="Comic Sans MS"/>
                <a:cs typeface="Comic Sans MS"/>
              </a:defRPr>
            </a:pPr>
            <a:r>
              <a:rPr sz="1358" b="0" i="0">
                <a:solidFill>
                  <a:srgbClr val="101010"/>
                </a:solidFill>
                <a:latin typeface="Comic Sans MS"/>
                <a:ea typeface="Comic Sans MS"/>
                <a:cs typeface="Comic Sans MS"/>
              </a:rPr>
              <a:t>From the figure, ∠BAC = </a:t>
            </a:r>
            <a:r>
              <a:rPr sz="1358" b="1" i="0">
                <a:solidFill>
                  <a:srgbClr val="101010"/>
                </a:solidFill>
                <a:latin typeface="Comic Sans MS"/>
                <a:ea typeface="Comic Sans MS"/>
                <a:cs typeface="Comic Sans MS"/>
              </a:rPr>
              <a:t>60°</a:t>
            </a:r>
            <a:r>
              <a:rPr sz="1358" b="0" i="0">
                <a:solidFill>
                  <a:srgbClr val="101010"/>
                </a:solidFill>
                <a:latin typeface="Comic Sans MS"/>
                <a:ea typeface="Comic Sans MS"/>
                <a:cs typeface="Comic Sans MS"/>
              </a:rPr>
              <a:t> and ∠ACB = </a:t>
            </a:r>
            <a:r>
              <a:rPr sz="1358" b="1" i="0">
                <a:solidFill>
                  <a:srgbClr val="101010"/>
                </a:solidFill>
                <a:latin typeface="Comic Sans MS"/>
                <a:ea typeface="Comic Sans MS"/>
                <a:cs typeface="Comic Sans MS"/>
              </a:rPr>
              <a:t>36°</a:t>
            </a:r>
            <a:r>
              <a:rPr sz="1358" b="0" i="0">
                <a:solidFill>
                  <a:srgbClr val="101010"/>
                </a:solidFill>
                <a:latin typeface="Comic Sans MS"/>
                <a:ea typeface="Comic Sans MS"/>
                <a:cs typeface="Comic Sans MS"/>
              </a:rPr>
              <a:t>.</a:t>
            </a:r>
          </a:p>
        </p:txBody>
      </p:sp>
      <p:sp>
        <p:nvSpPr>
          <p:cNvPr id="199" name="Reviewed text 89">
            <a:extLst xmlns:a="http://schemas.openxmlformats.org/drawingml/2006/main">
              <a:ext uri="{FF2B5EF4-FFF2-40B4-BE49-F238E27FC236}">
                <a16:creationId xmlns:a16="http://schemas.microsoft.com/office/drawing/2014/main" id="{CE1DDC2E-4C01-4B7A-9F4C-B3F21DB87CA0}"/>
              </a:ext>
            </a:extLst>
          </p:cNvPr>
          <p:cNvSpPr>
            <a:spLocks xmlns:a="http://schemas.openxmlformats.org/drawingml/2006/main" noGrp="1"/>
          </p:cNvSpPr>
          <p:nvPr/>
        </p:nvSpPr>
        <p:spPr>
          <a:xfrm xmlns:a="http://schemas.openxmlformats.org/drawingml/2006/main" rot="0">
            <a:off x="8410575" y="7147287"/>
            <a:ext cx="4248150" cy="23178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304" b="0" i="0">
                <a:solidFill>
                  <a:srgbClr val="101010"/>
                </a:solidFill>
                <a:latin typeface="Comic Sans MS"/>
                <a:ea typeface="Comic Sans MS"/>
                <a:cs typeface="Comic Sans MS"/>
              </a:defRPr>
            </a:defPPr>
          </a:lstStyle>
          <a:p xmlns:a="http://schemas.openxmlformats.org/drawingml/2006/main">
            <a:pPr algn="l">
              <a:lnSpc>
                <a:spcPct val="100000"/>
              </a:lnSpc>
              <a:buNone/>
              <a:defRPr sz="1304" b="0" i="0">
                <a:solidFill>
                  <a:srgbClr val="101010"/>
                </a:solidFill>
                <a:latin typeface="Comic Sans MS"/>
                <a:ea typeface="Comic Sans MS"/>
                <a:cs typeface="Comic Sans MS"/>
              </a:defRPr>
            </a:pPr>
            <a:r>
              <a:rPr sz="1304" b="0" i="0">
                <a:solidFill>
                  <a:srgbClr val="101010"/>
                </a:solidFill>
                <a:latin typeface="Comic Sans MS"/>
                <a:ea typeface="Comic Sans MS"/>
                <a:cs typeface="Comic Sans MS"/>
              </a:rPr>
              <a:t>Thus, in triangle ABC, ∠ABC = 180°−60°−36° = </a:t>
            </a:r>
            <a:r>
              <a:rPr sz="1304" b="1" i="0">
                <a:solidFill>
                  <a:srgbClr val="101010"/>
                </a:solidFill>
                <a:latin typeface="Comic Sans MS"/>
                <a:ea typeface="Comic Sans MS"/>
                <a:cs typeface="Comic Sans MS"/>
              </a:rPr>
              <a:t>84°</a:t>
            </a:r>
            <a:r>
              <a:rPr sz="1304" b="0" i="0">
                <a:solidFill>
                  <a:srgbClr val="101010"/>
                </a:solidFill>
                <a:latin typeface="Comic Sans MS"/>
                <a:ea typeface="Comic Sans MS"/>
                <a:cs typeface="Comic Sans MS"/>
              </a:rPr>
              <a:t>.</a:t>
            </a:r>
          </a:p>
        </p:txBody>
      </p:sp>
      <p:sp>
        <p:nvSpPr>
          <p:cNvPr id="200" name="Reviewed text 90">
            <a:extLst xmlns:a="http://schemas.openxmlformats.org/drawingml/2006/main">
              <a:ext uri="{FF2B5EF4-FFF2-40B4-BE49-F238E27FC236}">
                <a16:creationId xmlns:a16="http://schemas.microsoft.com/office/drawing/2014/main" id="{E3B9A021-120B-49FA-B92F-02B707CE9593}"/>
              </a:ext>
            </a:extLst>
          </p:cNvPr>
          <p:cNvSpPr>
            <a:spLocks xmlns:a="http://schemas.openxmlformats.org/drawingml/2006/main" noGrp="1"/>
          </p:cNvSpPr>
          <p:nvPr/>
        </p:nvSpPr>
        <p:spPr>
          <a:xfrm xmlns:a="http://schemas.openxmlformats.org/drawingml/2006/main" rot="0">
            <a:off x="8425735" y="7478799"/>
            <a:ext cx="4368900" cy="23350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313" b="0" i="0">
                <a:solidFill>
                  <a:srgbClr val="101010"/>
                </a:solidFill>
                <a:latin typeface="Comic Sans MS"/>
                <a:ea typeface="Comic Sans MS"/>
                <a:cs typeface="Comic Sans MS"/>
              </a:defRPr>
            </a:defPPr>
          </a:lstStyle>
          <a:p xmlns:a="http://schemas.openxmlformats.org/drawingml/2006/main">
            <a:pPr algn="l">
              <a:lnSpc>
                <a:spcPct val="100000"/>
              </a:lnSpc>
              <a:buNone/>
              <a:defRPr sz="1313" b="0" i="0">
                <a:solidFill>
                  <a:srgbClr val="101010"/>
                </a:solidFill>
                <a:latin typeface="Comic Sans MS"/>
                <a:ea typeface="Comic Sans MS"/>
                <a:cs typeface="Comic Sans MS"/>
              </a:defRPr>
            </a:pPr>
            <a:r>
              <a:rPr sz="1313" b="0" i="0">
                <a:solidFill>
                  <a:srgbClr val="101010"/>
                </a:solidFill>
                <a:latin typeface="Comic Sans MS"/>
                <a:ea typeface="Comic Sans MS"/>
                <a:cs typeface="Comic Sans MS"/>
              </a:rPr>
              <a:t>The lines from A and C through F form vertical opposite</a:t>
            </a:r>
          </a:p>
        </p:txBody>
      </p:sp>
      <p:sp>
        <p:nvSpPr>
          <p:cNvPr id="201" name="Reviewed text 92">
            <a:extLst xmlns:a="http://schemas.openxmlformats.org/drawingml/2006/main">
              <a:ext uri="{FF2B5EF4-FFF2-40B4-BE49-F238E27FC236}">
                <a16:creationId xmlns:a16="http://schemas.microsoft.com/office/drawing/2014/main" id="{733F67C4-3062-42EE-98D5-9AC6B7A71DFA}"/>
              </a:ext>
            </a:extLst>
          </p:cNvPr>
          <p:cNvSpPr>
            <a:spLocks xmlns:a="http://schemas.openxmlformats.org/drawingml/2006/main" noGrp="1"/>
          </p:cNvSpPr>
          <p:nvPr/>
        </p:nvSpPr>
        <p:spPr>
          <a:xfrm xmlns:a="http://schemas.openxmlformats.org/drawingml/2006/main" rot="0">
            <a:off x="8419366" y="7681581"/>
            <a:ext cx="3719296" cy="24139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358" b="0" i="0">
                <a:solidFill>
                  <a:srgbClr val="101010"/>
                </a:solidFill>
                <a:latin typeface="Comic Sans MS"/>
                <a:ea typeface="Comic Sans MS"/>
                <a:cs typeface="Comic Sans MS"/>
              </a:defRPr>
            </a:defPPr>
          </a:lstStyle>
          <a:p xmlns:a="http://schemas.openxmlformats.org/drawingml/2006/main">
            <a:pPr algn="l">
              <a:lnSpc>
                <a:spcPct val="100000"/>
              </a:lnSpc>
              <a:buNone/>
              <a:defRPr sz="1358" b="0" i="0">
                <a:solidFill>
                  <a:srgbClr val="101010"/>
                </a:solidFill>
                <a:latin typeface="Comic Sans MS"/>
                <a:ea typeface="Comic Sans MS"/>
                <a:cs typeface="Comic Sans MS"/>
              </a:defRPr>
            </a:pPr>
            <a:r>
              <a:rPr sz="1358" b="0" i="0">
                <a:solidFill>
                  <a:srgbClr val="101010"/>
                </a:solidFill>
                <a:latin typeface="Comic Sans MS"/>
                <a:ea typeface="Comic Sans MS"/>
                <a:cs typeface="Comic Sans MS"/>
              </a:rPr>
              <a:t>angles with those at B, so </a:t>
            </a:r>
            <a:r>
              <a:rPr sz="1358" b="1" i="0">
                <a:solidFill>
                  <a:srgbClr val="101010"/>
                </a:solidFill>
                <a:latin typeface="Comic Sans MS"/>
                <a:ea typeface="Comic Sans MS"/>
                <a:cs typeface="Comic Sans MS"/>
              </a:rPr>
              <a:t>∠AFC equals ∠ABC.</a:t>
            </a:r>
          </a:p>
        </p:txBody>
      </p:sp>
      <p:sp>
        <p:nvSpPr>
          <p:cNvPr id="202" name="Reviewed text 94">
            <a:extLst xmlns:a="http://schemas.openxmlformats.org/drawingml/2006/main">
              <a:ext uri="{FF2B5EF4-FFF2-40B4-BE49-F238E27FC236}">
                <a16:creationId xmlns:a16="http://schemas.microsoft.com/office/drawing/2014/main" id="{A64835D0-2716-430A-AA01-E42AF21DB64F}"/>
              </a:ext>
            </a:extLst>
          </p:cNvPr>
          <p:cNvSpPr>
            <a:spLocks xmlns:a="http://schemas.openxmlformats.org/drawingml/2006/main" noGrp="1"/>
          </p:cNvSpPr>
          <p:nvPr/>
        </p:nvSpPr>
        <p:spPr>
          <a:xfrm xmlns:a="http://schemas.openxmlformats.org/drawingml/2006/main" rot="0">
            <a:off x="8425735" y="7982016"/>
            <a:ext cx="4024992" cy="23277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309" b="0" i="0">
                <a:solidFill>
                  <a:srgbClr val="101010"/>
                </a:solidFill>
                <a:latin typeface="Comic Sans MS"/>
                <a:ea typeface="Comic Sans MS"/>
                <a:cs typeface="Comic Sans MS"/>
              </a:defRPr>
            </a:defPPr>
          </a:lstStyle>
          <a:p xmlns:a="http://schemas.openxmlformats.org/drawingml/2006/main">
            <a:pPr algn="l">
              <a:lnSpc>
                <a:spcPct val="100000"/>
              </a:lnSpc>
              <a:buNone/>
              <a:defRPr sz="1309" b="0" i="0">
                <a:solidFill>
                  <a:srgbClr val="101010"/>
                </a:solidFill>
                <a:latin typeface="Comic Sans MS"/>
                <a:ea typeface="Comic Sans MS"/>
                <a:cs typeface="Comic Sans MS"/>
              </a:defRPr>
            </a:pPr>
            <a:r>
              <a:rPr sz="1309" b="0" i="0">
                <a:solidFill>
                  <a:srgbClr val="101010"/>
                </a:solidFill>
                <a:latin typeface="Comic Sans MS"/>
                <a:ea typeface="Comic Sans MS"/>
                <a:cs typeface="Comic Sans MS"/>
              </a:rPr>
              <a:t>Therefore, the measure of angle </a:t>
            </a:r>
            <a:r>
              <a:rPr sz="1309" b="1" i="0">
                <a:solidFill>
                  <a:srgbClr val="101010"/>
                </a:solidFill>
                <a:latin typeface="Comic Sans MS"/>
                <a:ea typeface="Comic Sans MS"/>
                <a:cs typeface="Comic Sans MS"/>
              </a:rPr>
              <a:t>AFC</a:t>
            </a:r>
            <a:r>
              <a:rPr sz="1309" b="0" i="0">
                <a:solidFill>
                  <a:srgbClr val="101010"/>
                </a:solidFill>
                <a:latin typeface="Comic Sans MS"/>
                <a:ea typeface="Comic Sans MS"/>
                <a:cs typeface="Comic Sans MS"/>
              </a:rPr>
              <a:t> is </a:t>
            </a:r>
            <a:r>
              <a:rPr sz="1309" b="1" i="0">
                <a:solidFill>
                  <a:srgbClr val="101010"/>
                </a:solidFill>
                <a:latin typeface="Comic Sans MS"/>
                <a:ea typeface="Comic Sans MS"/>
                <a:cs typeface="Comic Sans MS"/>
              </a:rPr>
              <a:t>84°</a:t>
            </a:r>
            <a:r>
              <a:rPr sz="1309" b="0" i="0">
                <a:solidFill>
                  <a:srgbClr val="101010"/>
                </a:solidFill>
                <a:latin typeface="Comic Sans MS"/>
                <a:ea typeface="Comic Sans MS"/>
                <a:cs typeface="Comic Sans MS"/>
              </a:rPr>
              <a:t>, which</a:t>
            </a:r>
          </a:p>
        </p:txBody>
      </p:sp>
      <p:sp>
        <p:nvSpPr>
          <p:cNvPr id="203" name="Reviewed text 95">
            <a:extLst xmlns:a="http://schemas.openxmlformats.org/drawingml/2006/main">
              <a:ext uri="{FF2B5EF4-FFF2-40B4-BE49-F238E27FC236}">
                <a16:creationId xmlns:a16="http://schemas.microsoft.com/office/drawing/2014/main" id="{04512521-E923-4CB7-A63F-F560D3195E88}"/>
              </a:ext>
            </a:extLst>
          </p:cNvPr>
          <p:cNvSpPr>
            <a:spLocks xmlns:a="http://schemas.openxmlformats.org/drawingml/2006/main" noGrp="1"/>
          </p:cNvSpPr>
          <p:nvPr/>
        </p:nvSpPr>
        <p:spPr>
          <a:xfrm xmlns:a="http://schemas.openxmlformats.org/drawingml/2006/main" rot="0">
            <a:off x="8419366" y="8192269"/>
            <a:ext cx="1910597" cy="232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305" b="0" i="0">
                <a:solidFill>
                  <a:srgbClr val="101010"/>
                </a:solidFill>
                <a:latin typeface="Comic Sans MS"/>
                <a:ea typeface="Comic Sans MS"/>
                <a:cs typeface="Comic Sans MS"/>
              </a:defRPr>
            </a:defPPr>
          </a:lstStyle>
          <a:p xmlns:a="http://schemas.openxmlformats.org/drawingml/2006/main">
            <a:pPr algn="l">
              <a:lnSpc>
                <a:spcPct val="100000"/>
              </a:lnSpc>
              <a:buNone/>
              <a:defRPr sz="1305" b="0" i="0">
                <a:solidFill>
                  <a:srgbClr val="101010"/>
                </a:solidFill>
                <a:latin typeface="Comic Sans MS"/>
                <a:ea typeface="Comic Sans MS"/>
                <a:cs typeface="Comic Sans MS"/>
              </a:defRPr>
            </a:pPr>
            <a:r>
              <a:rPr sz="1305" b="0" i="0">
                <a:solidFill>
                  <a:srgbClr val="101010"/>
                </a:solidFill>
                <a:latin typeface="Comic Sans MS"/>
                <a:ea typeface="Comic Sans MS"/>
                <a:cs typeface="Comic Sans MS"/>
              </a:rPr>
              <a:t>corresponds to choice A.</a:t>
            </a:r>
          </a:p>
        </p:txBody>
      </p:sp>
      <p:sp>
        <p:nvSpPr>
          <p:cNvPr id="204" name="Reviewed text 97">
            <a:extLst xmlns:a="http://schemas.openxmlformats.org/drawingml/2006/main">
              <a:ext uri="{FF2B5EF4-FFF2-40B4-BE49-F238E27FC236}">
                <a16:creationId xmlns:a16="http://schemas.microsoft.com/office/drawing/2014/main" id="{79C351B6-1D19-4DD6-8D0C-8BF542219EA2}"/>
              </a:ext>
            </a:extLst>
          </p:cNvPr>
          <p:cNvSpPr>
            <a:spLocks xmlns:a="http://schemas.openxmlformats.org/drawingml/2006/main" noGrp="1"/>
          </p:cNvSpPr>
          <p:nvPr/>
        </p:nvSpPr>
        <p:spPr>
          <a:xfrm xmlns:a="http://schemas.openxmlformats.org/drawingml/2006/main" rot="0">
            <a:off x="13832726" y="6594644"/>
            <a:ext cx="1292838" cy="22503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266" b="1" i="0">
                <a:solidFill>
                  <a:srgbClr val="101010"/>
                </a:solidFill>
                <a:latin typeface="Comic Sans MS"/>
                <a:ea typeface="Comic Sans MS"/>
                <a:cs typeface="Comic Sans MS"/>
              </a:defRPr>
            </a:defPPr>
          </a:lstStyle>
          <a:p xmlns:a="http://schemas.openxmlformats.org/drawingml/2006/main">
            <a:pPr algn="l">
              <a:lnSpc>
                <a:spcPct val="100000"/>
              </a:lnSpc>
              <a:buNone/>
              <a:defRPr sz="1266" b="1" i="0">
                <a:solidFill>
                  <a:srgbClr val="101010"/>
                </a:solidFill>
                <a:latin typeface="Comic Sans MS"/>
                <a:ea typeface="Comic Sans MS"/>
                <a:cs typeface="Comic Sans MS"/>
              </a:defRPr>
            </a:pPr>
            <a:r>
              <a:rPr sz="1266" b="1" i="0">
                <a:solidFill>
                  <a:srgbClr val="101010"/>
                </a:solidFill>
                <a:latin typeface="Comic Sans MS"/>
                <a:ea typeface="Comic Sans MS"/>
                <a:cs typeface="Comic Sans MS"/>
              </a:rPr>
              <a:t>Refined Prompt:</a:t>
            </a:r>
          </a:p>
        </p:txBody>
      </p:sp>
      <p:sp>
        <p:nvSpPr>
          <p:cNvPr id="205" name="Reviewed text 98">
            <a:extLst xmlns:a="http://schemas.openxmlformats.org/drawingml/2006/main">
              <a:ext uri="{FF2B5EF4-FFF2-40B4-BE49-F238E27FC236}">
                <a16:creationId xmlns:a16="http://schemas.microsoft.com/office/drawing/2014/main" id="{A92DCF66-7B1A-4A4C-9D31-A555C5A23098}"/>
              </a:ext>
            </a:extLst>
          </p:cNvPr>
          <p:cNvSpPr>
            <a:spLocks xmlns:a="http://schemas.openxmlformats.org/drawingml/2006/main" noGrp="1"/>
          </p:cNvSpPr>
          <p:nvPr/>
        </p:nvSpPr>
        <p:spPr>
          <a:xfrm xmlns:a="http://schemas.openxmlformats.org/drawingml/2006/main" rot="0">
            <a:off x="13393288" y="6950101"/>
            <a:ext cx="2993269" cy="23427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318" b="0" i="0">
                <a:solidFill>
                  <a:srgbClr val="101010"/>
                </a:solidFill>
                <a:latin typeface="Comic Sans MS"/>
                <a:ea typeface="Comic Sans MS"/>
                <a:cs typeface="Comic Sans MS"/>
              </a:defRPr>
            </a:defPPr>
          </a:lstStyle>
          <a:p xmlns:a="http://schemas.openxmlformats.org/drawingml/2006/main">
            <a:pPr algn="l">
              <a:lnSpc>
                <a:spcPct val="100000"/>
              </a:lnSpc>
              <a:buNone/>
              <a:defRPr sz="1318" b="0" i="0">
                <a:solidFill>
                  <a:srgbClr val="101010"/>
                </a:solidFill>
                <a:latin typeface="Comic Sans MS"/>
                <a:ea typeface="Comic Sans MS"/>
                <a:cs typeface="Comic Sans MS"/>
              </a:defRPr>
            </a:pPr>
            <a:r>
              <a:rPr sz="1318" b="0" i="0">
                <a:solidFill>
                  <a:srgbClr val="101010"/>
                </a:solidFill>
                <a:latin typeface="Comic Sans MS"/>
                <a:ea typeface="Comic Sans MS"/>
                <a:cs typeface="Comic Sans MS"/>
              </a:rPr>
              <a:t>Create a educational diagram based on</a:t>
            </a:r>
          </a:p>
        </p:txBody>
      </p:sp>
      <p:sp>
        <p:nvSpPr>
          <p:cNvPr id="206" name="Reviewed text 99">
            <a:extLst xmlns:a="http://schemas.openxmlformats.org/drawingml/2006/main">
              <a:ext uri="{FF2B5EF4-FFF2-40B4-BE49-F238E27FC236}">
                <a16:creationId xmlns:a16="http://schemas.microsoft.com/office/drawing/2014/main" id="{40F79488-A332-42F3-AE9B-DA1FC8030349}"/>
              </a:ext>
            </a:extLst>
          </p:cNvPr>
          <p:cNvSpPr>
            <a:spLocks xmlns:a="http://schemas.openxmlformats.org/drawingml/2006/main" noGrp="1"/>
          </p:cNvSpPr>
          <p:nvPr/>
        </p:nvSpPr>
        <p:spPr>
          <a:xfrm xmlns:a="http://schemas.openxmlformats.org/drawingml/2006/main" rot="0">
            <a:off x="13393288" y="7154056"/>
            <a:ext cx="2840422" cy="23304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311" b="0" i="0">
                <a:solidFill>
                  <a:srgbClr val="101010"/>
                </a:solidFill>
                <a:latin typeface="Comic Sans MS"/>
                <a:ea typeface="Comic Sans MS"/>
                <a:cs typeface="Comic Sans MS"/>
              </a:defRPr>
            </a:defPPr>
          </a:lstStyle>
          <a:p xmlns:a="http://schemas.openxmlformats.org/drawingml/2006/main">
            <a:pPr algn="l">
              <a:lnSpc>
                <a:spcPct val="100000"/>
              </a:lnSpc>
              <a:buNone/>
              <a:defRPr sz="1311" b="0" i="0">
                <a:solidFill>
                  <a:srgbClr val="101010"/>
                </a:solidFill>
                <a:latin typeface="Comic Sans MS"/>
                <a:ea typeface="Comic Sans MS"/>
                <a:cs typeface="Comic Sans MS"/>
              </a:defRPr>
            </a:pPr>
            <a:r>
              <a:rPr sz="1311" b="0" i="0">
                <a:solidFill>
                  <a:srgbClr val="101010"/>
                </a:solidFill>
                <a:latin typeface="Comic Sans MS"/>
                <a:ea typeface="Comic Sans MS"/>
                <a:cs typeface="Comic Sans MS"/>
              </a:rPr>
              <a:t>the user input image... At the vertex</a:t>
            </a:r>
          </a:p>
        </p:txBody>
      </p:sp>
      <p:sp>
        <p:nvSpPr>
          <p:cNvPr id="207" name="Reviewed text 100">
            <a:extLst xmlns:a="http://schemas.openxmlformats.org/drawingml/2006/main">
              <a:ext uri="{FF2B5EF4-FFF2-40B4-BE49-F238E27FC236}">
                <a16:creationId xmlns:a16="http://schemas.microsoft.com/office/drawing/2014/main" id="{7B6ECDA4-E842-495B-BBA3-DA566E304F92}"/>
              </a:ext>
            </a:extLst>
          </p:cNvPr>
          <p:cNvSpPr>
            <a:spLocks xmlns:a="http://schemas.openxmlformats.org/drawingml/2006/main" noGrp="1"/>
          </p:cNvSpPr>
          <p:nvPr/>
        </p:nvSpPr>
        <p:spPr>
          <a:xfrm xmlns:a="http://schemas.openxmlformats.org/drawingml/2006/main" rot="0">
            <a:off x="13393288" y="7351016"/>
            <a:ext cx="2929583" cy="23668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331" b="0" i="0">
                <a:solidFill>
                  <a:srgbClr val="101010"/>
                </a:solidFill>
                <a:latin typeface="Comic Sans MS"/>
                <a:ea typeface="Comic Sans MS"/>
                <a:cs typeface="Comic Sans MS"/>
              </a:defRPr>
            </a:defPPr>
          </a:lstStyle>
          <a:p xmlns:a="http://schemas.openxmlformats.org/drawingml/2006/main">
            <a:pPr algn="l">
              <a:lnSpc>
                <a:spcPct val="100000"/>
              </a:lnSpc>
              <a:buNone/>
              <a:defRPr sz="1331" b="0" i="0">
                <a:solidFill>
                  <a:srgbClr val="101010"/>
                </a:solidFill>
                <a:latin typeface="Comic Sans MS"/>
                <a:ea typeface="Comic Sans MS"/>
                <a:cs typeface="Comic Sans MS"/>
              </a:defRPr>
            </a:pPr>
            <a:r>
              <a:rPr sz="1331" b="0" i="0">
                <a:solidFill>
                  <a:srgbClr val="101010"/>
                </a:solidFill>
                <a:latin typeface="Comic Sans MS"/>
                <a:ea typeface="Comic Sans MS"/>
                <a:cs typeface="Comic Sans MS"/>
              </a:rPr>
              <a:t>correspo-nding to angle AFC, add the</a:t>
            </a:r>
          </a:p>
        </p:txBody>
      </p:sp>
      <p:sp>
        <p:nvSpPr>
          <p:cNvPr id="208" name="Reviewed text 101">
            <a:extLst xmlns:a="http://schemas.openxmlformats.org/drawingml/2006/main">
              <a:ext uri="{FF2B5EF4-FFF2-40B4-BE49-F238E27FC236}">
                <a16:creationId xmlns:a16="http://schemas.microsoft.com/office/drawing/2014/main" id="{730F15E7-61DD-4E7C-B95A-73287592284E}"/>
              </a:ext>
            </a:extLst>
          </p:cNvPr>
          <p:cNvSpPr>
            <a:spLocks xmlns:a="http://schemas.openxmlformats.org/drawingml/2006/main" noGrp="1"/>
          </p:cNvSpPr>
          <p:nvPr/>
        </p:nvSpPr>
        <p:spPr>
          <a:xfrm xmlns:a="http://schemas.openxmlformats.org/drawingml/2006/main" rot="0">
            <a:off x="13393288" y="7558889"/>
            <a:ext cx="2935951" cy="2049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153" b="0" i="0">
                <a:solidFill>
                  <a:srgbClr val="101010"/>
                </a:solidFill>
                <a:latin typeface="Comic Sans MS"/>
                <a:ea typeface="Comic Sans MS"/>
                <a:cs typeface="Comic Sans MS"/>
              </a:defRPr>
            </a:defPPr>
          </a:lstStyle>
          <a:p xmlns:a="http://schemas.openxmlformats.org/drawingml/2006/main">
            <a:pPr algn="l">
              <a:lnSpc>
                <a:spcPct val="100000"/>
              </a:lnSpc>
              <a:buNone/>
              <a:defRPr sz="1153" b="0" i="0">
                <a:solidFill>
                  <a:srgbClr val="101010"/>
                </a:solidFill>
                <a:latin typeface="Comic Sans MS"/>
                <a:ea typeface="Comic Sans MS"/>
                <a:cs typeface="Comic Sans MS"/>
              </a:defRPr>
            </a:pPr>
            <a:r>
              <a:rPr sz="1153" b="0" i="0">
                <a:solidFill>
                  <a:srgbClr val="101010"/>
                </a:solidFill>
                <a:latin typeface="Comic Sans MS"/>
                <a:ea typeface="Comic Sans MS"/>
                <a:cs typeface="Comic Sans MS"/>
              </a:rPr>
              <a:t>final answer label text </a:t>
            </a:r>
            <a:r>
              <a:rPr sz="1153" b="1" i="0">
                <a:solidFill>
                  <a:srgbClr val="101010"/>
                </a:solidFill>
                <a:latin typeface="Comic Sans MS"/>
                <a:ea typeface="Comic Sans MS"/>
                <a:cs typeface="Comic Sans MS"/>
              </a:rPr>
              <a:t>“A:84°”</a:t>
            </a:r>
            <a:r>
              <a:rPr sz="1153" b="0" i="0">
                <a:solidFill>
                  <a:srgbClr val="101010"/>
                </a:solidFill>
                <a:latin typeface="Comic Sans MS"/>
                <a:ea typeface="Comic Sans MS"/>
                <a:cs typeface="Comic Sans MS"/>
              </a:rPr>
              <a:t> close</a:t>
            </a:r>
          </a:p>
        </p:txBody>
      </p:sp>
      <p:sp>
        <p:nvSpPr>
          <p:cNvPr id="209" name="Reviewed text 102">
            <a:extLst xmlns:a="http://schemas.openxmlformats.org/drawingml/2006/main">
              <a:ext uri="{FF2B5EF4-FFF2-40B4-BE49-F238E27FC236}">
                <a16:creationId xmlns:a16="http://schemas.microsoft.com/office/drawing/2014/main" id="{14CE72D6-4F88-4AB3-8B58-95FD87B5807F}"/>
              </a:ext>
            </a:extLst>
          </p:cNvPr>
          <p:cNvSpPr>
            <a:spLocks xmlns:a="http://schemas.openxmlformats.org/drawingml/2006/main" noGrp="1"/>
          </p:cNvSpPr>
          <p:nvPr/>
        </p:nvSpPr>
        <p:spPr>
          <a:xfrm xmlns:a="http://schemas.openxmlformats.org/drawingml/2006/main" rot="0">
            <a:off x="13393288" y="7759009"/>
            <a:ext cx="2891371" cy="23358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314" b="0" i="0">
                <a:solidFill>
                  <a:srgbClr val="101010"/>
                </a:solidFill>
                <a:latin typeface="Comic Sans MS"/>
                <a:ea typeface="Comic Sans MS"/>
                <a:cs typeface="Comic Sans MS"/>
              </a:defRPr>
            </a:defPPr>
          </a:lstStyle>
          <a:p xmlns:a="http://schemas.openxmlformats.org/drawingml/2006/main">
            <a:pPr algn="l">
              <a:lnSpc>
                <a:spcPct val="100000"/>
              </a:lnSpc>
              <a:buNone/>
              <a:defRPr sz="1314" b="0" i="0">
                <a:solidFill>
                  <a:srgbClr val="101010"/>
                </a:solidFill>
                <a:latin typeface="Comic Sans MS"/>
                <a:ea typeface="Comic Sans MS"/>
                <a:cs typeface="Comic Sans MS"/>
              </a:defRPr>
            </a:pPr>
            <a:r>
              <a:rPr sz="1314" b="0" i="0">
                <a:solidFill>
                  <a:srgbClr val="101010"/>
                </a:solidFill>
                <a:latin typeface="Comic Sans MS"/>
                <a:ea typeface="Comic Sans MS"/>
                <a:cs typeface="Comic Sans MS"/>
              </a:rPr>
              <a:t>to the angle arc in bold, dark-colored</a:t>
            </a:r>
          </a:p>
        </p:txBody>
      </p:sp>
      <p:sp>
        <p:nvSpPr>
          <p:cNvPr id="210" name="Reviewed text 103">
            <a:extLst xmlns:a="http://schemas.openxmlformats.org/drawingml/2006/main">
              <a:ext uri="{FF2B5EF4-FFF2-40B4-BE49-F238E27FC236}">
                <a16:creationId xmlns:a16="http://schemas.microsoft.com/office/drawing/2014/main" id="{B9BAE6F9-6065-44C5-88DD-ABC2312EE03B}"/>
              </a:ext>
            </a:extLst>
          </p:cNvPr>
          <p:cNvSpPr>
            <a:spLocks xmlns:a="http://schemas.openxmlformats.org/drawingml/2006/main" noGrp="1"/>
          </p:cNvSpPr>
          <p:nvPr/>
        </p:nvSpPr>
        <p:spPr>
          <a:xfrm xmlns:a="http://schemas.openxmlformats.org/drawingml/2006/main" rot="0">
            <a:off x="13399657" y="7962879"/>
            <a:ext cx="2846790" cy="23301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311" b="0" i="0">
                <a:solidFill>
                  <a:srgbClr val="101010"/>
                </a:solidFill>
                <a:latin typeface="Comic Sans MS"/>
                <a:ea typeface="Comic Sans MS"/>
                <a:cs typeface="Comic Sans MS"/>
              </a:defRPr>
            </a:defPPr>
          </a:lstStyle>
          <a:p xmlns:a="http://schemas.openxmlformats.org/drawingml/2006/main">
            <a:pPr algn="l">
              <a:lnSpc>
                <a:spcPct val="100000"/>
              </a:lnSpc>
              <a:buNone/>
              <a:defRPr sz="1311" b="0" i="0">
                <a:solidFill>
                  <a:srgbClr val="101010"/>
                </a:solidFill>
                <a:latin typeface="Comic Sans MS"/>
                <a:ea typeface="Comic Sans MS"/>
                <a:cs typeface="Comic Sans MS"/>
              </a:defRPr>
            </a:pPr>
            <a:r>
              <a:rPr sz="1311" b="0" i="0">
                <a:solidFill>
                  <a:srgbClr val="101010"/>
                </a:solidFill>
                <a:latin typeface="Comic Sans MS"/>
                <a:ea typeface="Comic Sans MS"/>
                <a:cs typeface="Comic Sans MS"/>
              </a:rPr>
              <a:t>math font while matching the overall</a:t>
            </a:r>
          </a:p>
        </p:txBody>
      </p:sp>
      <p:sp>
        <p:nvSpPr>
          <p:cNvPr id="211" name="Reviewed text 104">
            <a:extLst xmlns:a="http://schemas.openxmlformats.org/drawingml/2006/main">
              <a:ext uri="{FF2B5EF4-FFF2-40B4-BE49-F238E27FC236}">
                <a16:creationId xmlns:a16="http://schemas.microsoft.com/office/drawing/2014/main" id="{6E81FDEC-1015-4DEC-9F49-8FD7BBFAF956}"/>
              </a:ext>
            </a:extLst>
          </p:cNvPr>
          <p:cNvSpPr>
            <a:spLocks xmlns:a="http://schemas.openxmlformats.org/drawingml/2006/main" noGrp="1"/>
          </p:cNvSpPr>
          <p:nvPr/>
        </p:nvSpPr>
        <p:spPr>
          <a:xfrm xmlns:a="http://schemas.openxmlformats.org/drawingml/2006/main" rot="0">
            <a:off x="13393288" y="8167702"/>
            <a:ext cx="2496514" cy="22503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266" b="0" i="0">
                <a:solidFill>
                  <a:srgbClr val="101010"/>
                </a:solidFill>
                <a:latin typeface="Comic Sans MS"/>
                <a:ea typeface="Comic Sans MS"/>
                <a:cs typeface="Comic Sans MS"/>
              </a:defRPr>
            </a:defPPr>
          </a:lstStyle>
          <a:p xmlns:a="http://schemas.openxmlformats.org/drawingml/2006/main">
            <a:pPr algn="l">
              <a:lnSpc>
                <a:spcPct val="100000"/>
              </a:lnSpc>
              <a:buNone/>
              <a:defRPr sz="1266" b="0" i="0">
                <a:solidFill>
                  <a:srgbClr val="101010"/>
                </a:solidFill>
                <a:latin typeface="Comic Sans MS"/>
                <a:ea typeface="Comic Sans MS"/>
                <a:cs typeface="Comic Sans MS"/>
              </a:defRPr>
            </a:pPr>
            <a:r>
              <a:rPr sz="1266" b="1" i="0">
                <a:solidFill>
                  <a:srgbClr val="101010"/>
                </a:solidFill>
                <a:latin typeface="Comic Sans MS"/>
                <a:ea typeface="Comic Sans MS"/>
                <a:cs typeface="Comic Sans MS"/>
              </a:rPr>
              <a:t>black-and-white line-art style.</a:t>
            </a:r>
          </a:p>
        </p:txBody>
      </p:sp>
      <p:sp>
        <p:nvSpPr>
          <p:cNvPr id="212" name="Reviewed text 105">
            <a:extLst xmlns:a="http://schemas.openxmlformats.org/drawingml/2006/main">
              <a:ext uri="{FF2B5EF4-FFF2-40B4-BE49-F238E27FC236}">
                <a16:creationId xmlns:a16="http://schemas.microsoft.com/office/drawing/2014/main" id="{9A0D5213-3252-4DF0-982B-5F1F9D653714}"/>
              </a:ext>
            </a:extLst>
          </p:cNvPr>
          <p:cNvSpPr>
            <a:spLocks xmlns:a="http://schemas.openxmlformats.org/drawingml/2006/main" noGrp="1"/>
          </p:cNvSpPr>
          <p:nvPr/>
        </p:nvSpPr>
        <p:spPr>
          <a:xfrm xmlns:a="http://schemas.openxmlformats.org/drawingml/2006/main" rot="0">
            <a:off x="17443755" y="1848715"/>
            <a:ext cx="1292838" cy="3340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879" b="1" i="0">
                <a:solidFill>
                  <a:srgbClr val="101010"/>
                </a:solidFill>
                <a:latin typeface="Comic Sans MS"/>
                <a:ea typeface="Comic Sans MS"/>
                <a:cs typeface="Comic Sans MS"/>
              </a:defRPr>
            </a:defPPr>
          </a:lstStyle>
          <a:p xmlns:a="http://schemas.openxmlformats.org/drawingml/2006/main">
            <a:pPr algn="l">
              <a:lnSpc>
                <a:spcPct val="100000"/>
              </a:lnSpc>
              <a:buNone/>
              <a:defRPr sz="1879" b="1" i="0">
                <a:solidFill>
                  <a:srgbClr val="101010"/>
                </a:solidFill>
                <a:latin typeface="Comic Sans MS"/>
                <a:ea typeface="Comic Sans MS"/>
                <a:cs typeface="Comic Sans MS"/>
              </a:defRPr>
            </a:pPr>
            <a:r>
              <a:rPr sz="1879" b="1" i="0">
                <a:solidFill>
                  <a:srgbClr val="101010"/>
                </a:solidFill>
                <a:latin typeface="Comic Sans MS"/>
                <a:ea typeface="Comic Sans MS"/>
                <a:cs typeface="Comic Sans MS"/>
              </a:rPr>
              <a:t>Image Gen</a:t>
            </a:r>
          </a:p>
        </p:txBody>
      </p:sp>
      <p:sp>
        <p:nvSpPr>
          <p:cNvPr id="213" name="Reviewed text 107">
            <a:extLst xmlns:a="http://schemas.openxmlformats.org/drawingml/2006/main">
              <a:ext uri="{FF2B5EF4-FFF2-40B4-BE49-F238E27FC236}">
                <a16:creationId xmlns:a16="http://schemas.microsoft.com/office/drawing/2014/main" id="{8E9C2F4C-E6CB-4477-8B06-0CFC455B14F2}"/>
              </a:ext>
            </a:extLst>
          </p:cNvPr>
          <p:cNvSpPr>
            <a:spLocks xmlns:a="http://schemas.openxmlformats.org/drawingml/2006/main" noGrp="1"/>
          </p:cNvSpPr>
          <p:nvPr/>
        </p:nvSpPr>
        <p:spPr>
          <a:xfrm xmlns:a="http://schemas.openxmlformats.org/drawingml/2006/main" rot="0">
            <a:off x="18023303" y="5386713"/>
            <a:ext cx="738764" cy="30765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730" b="0" i="0">
                <a:solidFill>
                  <a:srgbClr val="101010"/>
                </a:solidFill>
                <a:latin typeface="Comic Sans MS"/>
                <a:ea typeface="Comic Sans MS"/>
                <a:cs typeface="Comic Sans MS"/>
              </a:defRPr>
            </a:defPPr>
          </a:lstStyle>
          <a:p xmlns:a="http://schemas.openxmlformats.org/drawingml/2006/main">
            <a:pPr algn="l">
              <a:lnSpc>
                <a:spcPct val="100000"/>
              </a:lnSpc>
              <a:buNone/>
              <a:defRPr sz="1730" b="0" i="0">
                <a:solidFill>
                  <a:srgbClr val="101010"/>
                </a:solidFill>
                <a:latin typeface="Comic Sans MS"/>
                <a:ea typeface="Comic Sans MS"/>
                <a:cs typeface="Comic Sans MS"/>
              </a:defRPr>
            </a:pPr>
            <a:r>
              <a:rPr sz="1730" b="0" i="0">
                <a:solidFill>
                  <a:srgbClr val="101010"/>
                </a:solidFill>
                <a:latin typeface="Comic Sans MS"/>
                <a:ea typeface="Comic Sans MS"/>
                <a:cs typeface="Comic Sans MS"/>
              </a:rPr>
              <a:t>Others</a:t>
            </a:r>
          </a:p>
        </p:txBody>
      </p:sp>
      <p:sp>
        <p:nvSpPr>
          <p:cNvPr id="214" name="Reviewed text 108">
            <a:extLst xmlns:a="http://schemas.openxmlformats.org/drawingml/2006/main">
              <a:ext uri="{FF2B5EF4-FFF2-40B4-BE49-F238E27FC236}">
                <a16:creationId xmlns:a16="http://schemas.microsoft.com/office/drawing/2014/main" id="{CE0CBC41-A538-470C-805D-92770A0B8F74}"/>
              </a:ext>
            </a:extLst>
          </p:cNvPr>
          <p:cNvSpPr>
            <a:spLocks xmlns:a="http://schemas.openxmlformats.org/drawingml/2006/main" noGrp="1"/>
          </p:cNvSpPr>
          <p:nvPr/>
        </p:nvSpPr>
        <p:spPr>
          <a:xfrm xmlns:a="http://schemas.openxmlformats.org/drawingml/2006/main" rot="0">
            <a:off x="17443755" y="6071136"/>
            <a:ext cx="1292838" cy="3340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879" b="1" i="0">
                <a:solidFill>
                  <a:srgbClr val="101010"/>
                </a:solidFill>
                <a:latin typeface="Comic Sans MS"/>
                <a:ea typeface="Comic Sans MS"/>
                <a:cs typeface="Comic Sans MS"/>
              </a:defRPr>
            </a:defPPr>
          </a:lstStyle>
          <a:p xmlns:a="http://schemas.openxmlformats.org/drawingml/2006/main">
            <a:pPr algn="l">
              <a:lnSpc>
                <a:spcPct val="100000"/>
              </a:lnSpc>
              <a:buNone/>
              <a:defRPr sz="1879" b="1" i="0">
                <a:solidFill>
                  <a:srgbClr val="101010"/>
                </a:solidFill>
                <a:latin typeface="Comic Sans MS"/>
                <a:ea typeface="Comic Sans MS"/>
                <a:cs typeface="Comic Sans MS"/>
              </a:defRPr>
            </a:pPr>
            <a:r>
              <a:rPr sz="1879" b="1" i="0">
                <a:solidFill>
                  <a:srgbClr val="101010"/>
                </a:solidFill>
                <a:latin typeface="Comic Sans MS"/>
                <a:ea typeface="Comic Sans MS"/>
                <a:cs typeface="Comic Sans MS"/>
              </a:rPr>
              <a:t>Image Gen</a:t>
            </a:r>
          </a:p>
        </p:txBody>
      </p:sp>
      <p:sp>
        <p:nvSpPr>
          <p:cNvPr id="215" name="Bottom input prompt heading">
            <a:extLst xmlns:a="http://schemas.openxmlformats.org/drawingml/2006/main">
              <a:ext uri="{FF2B5EF4-FFF2-40B4-BE49-F238E27FC236}">
                <a16:creationId xmlns:a16="http://schemas.microsoft.com/office/drawing/2014/main" id="{DFB4587B-350E-4892-86BF-C1F78D899C0D}"/>
              </a:ext>
            </a:extLst>
          </p:cNvPr>
          <p:cNvSpPr>
            <a:spLocks xmlns:a="http://schemas.openxmlformats.org/drawingml/2006/main" noGrp="1"/>
          </p:cNvSpPr>
          <p:nvPr/>
        </p:nvSpPr>
        <p:spPr>
          <a:xfrm xmlns:a="http://schemas.openxmlformats.org/drawingml/2006/main" rot="0">
            <a:off x="809625" y="6470070"/>
            <a:ext cx="714375" cy="23911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345" b="1" i="0">
                <a:solidFill>
                  <a:srgbClr val="101010"/>
                </a:solidFill>
                <a:latin typeface="Comic Sans MS"/>
                <a:ea typeface="Comic Sans MS"/>
                <a:cs typeface="Comic Sans MS"/>
              </a:defRPr>
            </a:defPPr>
          </a:lstStyle>
          <a:p xmlns:a="http://schemas.openxmlformats.org/drawingml/2006/main">
            <a:pPr algn="l">
              <a:lnSpc>
                <a:spcPct val="100000"/>
              </a:lnSpc>
              <a:buNone/>
              <a:defRPr sz="1345" b="1" i="0">
                <a:solidFill>
                  <a:srgbClr val="101010"/>
                </a:solidFill>
                <a:latin typeface="Comic Sans MS"/>
                <a:ea typeface="Comic Sans MS"/>
                <a:cs typeface="Comic Sans MS"/>
              </a:defRPr>
            </a:pPr>
            <a:r>
              <a:rPr sz="1345" b="1" i="0">
                <a:solidFill>
                  <a:srgbClr val="101010"/>
                </a:solidFill>
                <a:latin typeface="Comic Sans MS"/>
                <a:ea typeface="Comic Sans MS"/>
                <a:cs typeface="Comic Sans MS"/>
              </a:rPr>
              <a:t>Prompt</a:t>
            </a:r>
          </a:p>
        </p:txBody>
      </p:sp>
      <p:sp>
        <p:nvSpPr>
          <p:cNvPr id="216" name="Bottom input first line">
            <a:extLst xmlns:a="http://schemas.openxmlformats.org/drawingml/2006/main">
              <a:ext uri="{FF2B5EF4-FFF2-40B4-BE49-F238E27FC236}">
                <a16:creationId xmlns:a16="http://schemas.microsoft.com/office/drawing/2014/main" id="{AF41E069-E158-4F02-ACD4-43DDA370FACD}"/>
              </a:ext>
            </a:extLst>
          </p:cNvPr>
          <p:cNvSpPr>
            <a:spLocks xmlns:a="http://schemas.openxmlformats.org/drawingml/2006/main" noGrp="1"/>
          </p:cNvSpPr>
          <p:nvPr/>
        </p:nvSpPr>
        <p:spPr>
          <a:xfrm xmlns:a="http://schemas.openxmlformats.org/drawingml/2006/main" rot="0">
            <a:off x="409575" y="6843498"/>
            <a:ext cx="1219200" cy="29800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676" b="0" i="0">
                <a:solidFill>
                  <a:srgbClr val="101010"/>
                </a:solidFill>
                <a:latin typeface="Comic Sans MS"/>
                <a:ea typeface="Comic Sans MS"/>
                <a:cs typeface="Comic Sans MS"/>
              </a:defRPr>
            </a:defPPr>
          </a:lstStyle>
          <a:p xmlns:a="http://schemas.openxmlformats.org/drawingml/2006/main">
            <a:pPr algn="l">
              <a:lnSpc>
                <a:spcPct val="100000"/>
              </a:lnSpc>
              <a:buNone/>
              <a:defRPr sz="1676" b="0" i="0">
                <a:solidFill>
                  <a:srgbClr val="101010"/>
                </a:solidFill>
                <a:latin typeface="Comic Sans MS"/>
                <a:ea typeface="Comic Sans MS"/>
                <a:cs typeface="Comic Sans MS"/>
              </a:defRPr>
            </a:pPr>
            <a:r>
              <a:rPr sz="1676" b="0" i="0">
                <a:solidFill>
                  <a:srgbClr val="101010"/>
                </a:solidFill>
                <a:latin typeface="Comic Sans MS"/>
                <a:ea typeface="Comic Sans MS"/>
                <a:cs typeface="Comic Sans MS"/>
              </a:rPr>
              <a:t>Generate an</a:t>
            </a:r>
          </a:p>
        </p:txBody>
      </p:sp>
      <p:sp>
        <p:nvSpPr>
          <p:cNvPr id="217" name="Keywords opening bracket">
            <a:extLst xmlns:a="http://schemas.openxmlformats.org/drawingml/2006/main">
              <a:ext uri="{FF2B5EF4-FFF2-40B4-BE49-F238E27FC236}">
                <a16:creationId xmlns:a16="http://schemas.microsoft.com/office/drawing/2014/main" id="{2674774A-6F53-4EA0-9524-10A235F60AE1}"/>
              </a:ext>
            </a:extLst>
          </p:cNvPr>
          <p:cNvSpPr>
            <a:spLocks xmlns:a="http://schemas.openxmlformats.org/drawingml/2006/main" noGrp="1"/>
          </p:cNvSpPr>
          <p:nvPr/>
        </p:nvSpPr>
        <p:spPr>
          <a:xfrm xmlns:a="http://schemas.openxmlformats.org/drawingml/2006/main" rot="0">
            <a:off x="9401175" y="3400938"/>
            <a:ext cx="76200" cy="25530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436" b="0" i="0">
                <a:solidFill>
                  <a:srgbClr val="101010"/>
                </a:solidFill>
                <a:latin typeface="Comic Sans MS"/>
                <a:ea typeface="Comic Sans MS"/>
                <a:cs typeface="Comic Sans MS"/>
              </a:defRPr>
            </a:defPPr>
          </a:lstStyle>
          <a:p xmlns:a="http://schemas.openxmlformats.org/drawingml/2006/main">
            <a:pPr algn="l">
              <a:lnSpc>
                <a:spcPct val="100000"/>
              </a:lnSpc>
              <a:buNone/>
              <a:defRPr sz="1436" b="0" i="0">
                <a:solidFill>
                  <a:srgbClr val="101010"/>
                </a:solidFill>
                <a:latin typeface="Comic Sans MS"/>
                <a:ea typeface="Comic Sans MS"/>
                <a:cs typeface="Comic Sans MS"/>
              </a:defRPr>
            </a:pPr>
            <a:r>
              <a:rPr sz="1436" b="0" i="0">
                <a:solidFill>
                  <a:srgbClr val="101010"/>
                </a:solidFill>
                <a:latin typeface="Comic Sans MS"/>
                <a:ea typeface="Comic Sans MS"/>
                <a:cs typeface="Comic Sans MS"/>
              </a:rPr>
              <a:t>[</a:t>
            </a:r>
          </a:p>
        </p:txBody>
      </p:sp>
      <p:sp>
        <p:nvSpPr>
          <p:cNvPr id="218" name="Keywords closing bracket">
            <a:extLst xmlns:a="http://schemas.openxmlformats.org/drawingml/2006/main">
              <a:ext uri="{FF2B5EF4-FFF2-40B4-BE49-F238E27FC236}">
                <a16:creationId xmlns:a16="http://schemas.microsoft.com/office/drawing/2014/main" id="{C486A35F-F858-4E16-BD6A-A62861A64DDB}"/>
              </a:ext>
            </a:extLst>
          </p:cNvPr>
          <p:cNvSpPr>
            <a:spLocks xmlns:a="http://schemas.openxmlformats.org/drawingml/2006/main" noGrp="1"/>
          </p:cNvSpPr>
          <p:nvPr/>
        </p:nvSpPr>
        <p:spPr>
          <a:xfrm xmlns:a="http://schemas.openxmlformats.org/drawingml/2006/main" rot="0">
            <a:off x="9401175" y="4010538"/>
            <a:ext cx="76200" cy="25530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436" b="0" i="0">
                <a:solidFill>
                  <a:srgbClr val="101010"/>
                </a:solidFill>
                <a:latin typeface="Comic Sans MS"/>
                <a:ea typeface="Comic Sans MS"/>
                <a:cs typeface="Comic Sans MS"/>
              </a:defRPr>
            </a:defPPr>
          </a:lstStyle>
          <a:p xmlns:a="http://schemas.openxmlformats.org/drawingml/2006/main">
            <a:pPr algn="l">
              <a:lnSpc>
                <a:spcPct val="100000"/>
              </a:lnSpc>
              <a:buNone/>
              <a:defRPr sz="1436" b="0" i="0">
                <a:solidFill>
                  <a:srgbClr val="101010"/>
                </a:solidFill>
                <a:latin typeface="Comic Sans MS"/>
                <a:ea typeface="Comic Sans MS"/>
                <a:cs typeface="Comic Sans MS"/>
              </a:defRPr>
            </a:pPr>
            <a:r>
              <a:rPr sz="1436" b="0" i="0">
                <a:solidFill>
                  <a:srgbClr val="101010"/>
                </a:solidFill>
                <a:latin typeface="Comic Sans MS"/>
                <a:ea typeface="Comic Sans MS"/>
                <a:cs typeface="Comic Sans MS"/>
              </a:rPr>
              <a:t>]</a:t>
            </a:r>
          </a:p>
        </p:txBody>
      </p:sp>
    </p:spTree>
    <p:extLst>
      <p:ext uri="{BB962C8B-B14F-4D97-AF65-F5344CB8AC3E}">
        <p14:creationId xmlns:p14="http://schemas.microsoft.com/office/powerpoint/2010/main" val="771707154"/>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3" name="Prompt container">
            <a:extLst xmlns:a="http://schemas.openxmlformats.org/drawingml/2006/main">
              <a:ext uri="{FF2B5EF4-FFF2-40B4-BE49-F238E27FC236}">
                <a16:creationId xmlns:a16="http://schemas.microsoft.com/office/drawing/2014/main" id="{A985D332-8831-4840-BA7B-50106E5A5047}"/>
              </a:ext>
            </a:extLst>
          </p:cNvPr>
          <p:cNvSpPr>
            <a:spLocks xmlns:a="http://schemas.openxmlformats.org/drawingml/2006/main" noGrp="1"/>
          </p:cNvSpPr>
          <p:nvPr/>
        </p:nvSpPr>
        <p:spPr>
          <a:xfrm xmlns:a="http://schemas.openxmlformats.org/drawingml/2006/main">
            <a:off x="3009900" y="381000"/>
            <a:ext cx="6981825" cy="3124200"/>
          </a:xfrm>
          <a:custGeom xmlns:a="http://schemas.openxmlformats.org/drawingml/2006/main">
            <a:pathLst>
              <a:path w="6981825" h="3124200">
                <a:moveTo>
                  <a:pt x="409575" y="0"/>
                </a:moveTo>
                <a:lnTo>
                  <a:pt x="6572250" y="0"/>
                </a:lnTo>
                <a:cubicBezTo>
                  <a:pt x="6798452" y="0"/>
                  <a:pt x="6981825" y="183373"/>
                  <a:pt x="6981825" y="409575"/>
                </a:cubicBezTo>
                <a:lnTo>
                  <a:pt x="6981825" y="2714625"/>
                </a:lnTo>
                <a:cubicBezTo>
                  <a:pt x="6981825" y="2940827"/>
                  <a:pt x="6798452" y="3124200"/>
                  <a:pt x="6572250" y="3124200"/>
                </a:cubicBezTo>
                <a:lnTo>
                  <a:pt x="409575" y="3124200"/>
                </a:lnTo>
                <a:cubicBezTo>
                  <a:pt x="183373" y="3124200"/>
                  <a:pt x="0" y="2940827"/>
                  <a:pt x="0" y="2714625"/>
                </a:cubicBezTo>
                <a:lnTo>
                  <a:pt x="0" y="409575"/>
                </a:lnTo>
                <a:cubicBezTo>
                  <a:pt x="0" y="183373"/>
                  <a:pt x="183373" y="0"/>
                  <a:pt x="409575" y="0"/>
                </a:cubicBezTo>
                <a:close/>
              </a:path>
            </a:pathLst>
          </a:custGeom>
          <a:solidFill xmlns:a="http://schemas.openxmlformats.org/drawingml/2006/main">
            <a:srgbClr val="EEF8FE"/>
          </a:solidFill>
          <a:ln xmlns:a="http://schemas.openxmlformats.org/drawingml/2006/main" w="76200">
            <a:solidFill>
              <a:srgbClr val="1A9FEA"/>
            </a:solidFill>
            <a:prstDash val="solid"/>
          </a:ln>
        </p:spPr>
      </p:sp>
      <p:sp>
        <p:nvSpPr>
          <p:cNvPr id="2" name="Reference container">
            <a:extLst xmlns:a="http://schemas.openxmlformats.org/drawingml/2006/main">
              <a:ext uri="{FF2B5EF4-FFF2-40B4-BE49-F238E27FC236}">
                <a16:creationId xmlns:a16="http://schemas.microsoft.com/office/drawing/2014/main" id="{712EA8CA-2542-47BE-B196-2BA4096EA568}"/>
              </a:ext>
            </a:extLst>
          </p:cNvPr>
          <p:cNvSpPr>
            <a:spLocks xmlns:a="http://schemas.openxmlformats.org/drawingml/2006/main" noGrp="1"/>
          </p:cNvSpPr>
          <p:nvPr/>
        </p:nvSpPr>
        <p:spPr>
          <a:xfrm xmlns:a="http://schemas.openxmlformats.org/drawingml/2006/main">
            <a:off x="10706100" y="381000"/>
            <a:ext cx="5934075" cy="3124200"/>
          </a:xfrm>
          <a:custGeom xmlns:a="http://schemas.openxmlformats.org/drawingml/2006/main">
            <a:pathLst>
              <a:path w="5934075" h="3124200">
                <a:moveTo>
                  <a:pt x="409575" y="0"/>
                </a:moveTo>
                <a:lnTo>
                  <a:pt x="5524500" y="0"/>
                </a:lnTo>
                <a:cubicBezTo>
                  <a:pt x="5750702" y="0"/>
                  <a:pt x="5934075" y="183373"/>
                  <a:pt x="5934075" y="409575"/>
                </a:cubicBezTo>
                <a:lnTo>
                  <a:pt x="5934075" y="2714625"/>
                </a:lnTo>
                <a:cubicBezTo>
                  <a:pt x="5934075" y="2940827"/>
                  <a:pt x="5750702" y="3124200"/>
                  <a:pt x="5524500" y="3124200"/>
                </a:cubicBezTo>
                <a:lnTo>
                  <a:pt x="409575" y="3124200"/>
                </a:lnTo>
                <a:cubicBezTo>
                  <a:pt x="183373" y="3124200"/>
                  <a:pt x="0" y="2940827"/>
                  <a:pt x="0" y="2714625"/>
                </a:cubicBezTo>
                <a:lnTo>
                  <a:pt x="0" y="409575"/>
                </a:lnTo>
                <a:cubicBezTo>
                  <a:pt x="0" y="183373"/>
                  <a:pt x="183373" y="0"/>
                  <a:pt x="409575" y="0"/>
                </a:cubicBezTo>
                <a:close/>
              </a:path>
            </a:pathLst>
          </a:custGeom>
          <a:solidFill xmlns:a="http://schemas.openxmlformats.org/drawingml/2006/main">
            <a:srgbClr val="FFF8F8"/>
          </a:solidFill>
          <a:ln xmlns:a="http://schemas.openxmlformats.org/drawingml/2006/main" w="76200">
            <a:solidFill>
              <a:srgbClr val="EE9298"/>
            </a:solidFill>
            <a:prstDash val="solid"/>
          </a:ln>
        </p:spPr>
      </p:sp>
      <p:sp>
        <p:nvSpPr>
          <p:cNvPr id="3" name="Evaluation container">
            <a:extLst xmlns:a="http://schemas.openxmlformats.org/drawingml/2006/main">
              <a:ext uri="{FF2B5EF4-FFF2-40B4-BE49-F238E27FC236}">
                <a16:creationId xmlns:a16="http://schemas.microsoft.com/office/drawing/2014/main" id="{D7104A4B-3C1A-4074-A799-6CD4F7FB7558}"/>
              </a:ext>
            </a:extLst>
          </p:cNvPr>
          <p:cNvSpPr>
            <a:spLocks xmlns:a="http://schemas.openxmlformats.org/drawingml/2006/main" noGrp="1"/>
          </p:cNvSpPr>
          <p:nvPr/>
        </p:nvSpPr>
        <p:spPr>
          <a:xfrm xmlns:a="http://schemas.openxmlformats.org/drawingml/2006/main">
            <a:off x="2819400" y="3790950"/>
            <a:ext cx="13877925" cy="6372225"/>
          </a:xfrm>
          <a:custGeom xmlns:a="http://schemas.openxmlformats.org/drawingml/2006/main">
            <a:pathLst>
              <a:path w="13877925" h="6372225">
                <a:moveTo>
                  <a:pt x="457200" y="0"/>
                </a:moveTo>
                <a:lnTo>
                  <a:pt x="13420725" y="0"/>
                </a:lnTo>
                <a:cubicBezTo>
                  <a:pt x="13673230" y="0"/>
                  <a:pt x="13877925" y="204695"/>
                  <a:pt x="13877925" y="457200"/>
                </a:cubicBezTo>
                <a:lnTo>
                  <a:pt x="13877925" y="5915025"/>
                </a:lnTo>
                <a:cubicBezTo>
                  <a:pt x="13877925" y="6167530"/>
                  <a:pt x="13673230" y="6372225"/>
                  <a:pt x="13420725" y="6372225"/>
                </a:cubicBezTo>
                <a:lnTo>
                  <a:pt x="457200" y="6372225"/>
                </a:lnTo>
                <a:cubicBezTo>
                  <a:pt x="204695" y="6372225"/>
                  <a:pt x="0" y="6167530"/>
                  <a:pt x="0" y="5915025"/>
                </a:cubicBezTo>
                <a:lnTo>
                  <a:pt x="0" y="457200"/>
                </a:lnTo>
                <a:cubicBezTo>
                  <a:pt x="0" y="204695"/>
                  <a:pt x="204695" y="0"/>
                  <a:pt x="457200" y="0"/>
                </a:cubicBezTo>
                <a:close/>
              </a:path>
            </a:pathLst>
          </a:custGeom>
          <a:solidFill xmlns:a="http://schemas.openxmlformats.org/drawingml/2006/main">
            <a:srgbClr val="FFFFFF"/>
          </a:solidFill>
          <a:ln xmlns:a="http://schemas.openxmlformats.org/drawingml/2006/main" w="76200">
            <a:solidFill>
              <a:srgbClr val="F9D965"/>
            </a:solidFill>
            <a:prstDash val="solid"/>
          </a:ln>
        </p:spPr>
      </p:sp>
      <p:sp>
        <p:nvSpPr>
          <p:cNvPr id="4" name="Spanish flag border">
            <a:extLst xmlns:a="http://schemas.openxmlformats.org/drawingml/2006/main">
              <a:ext uri="{FF2B5EF4-FFF2-40B4-BE49-F238E27FC236}">
                <a16:creationId xmlns:a16="http://schemas.microsoft.com/office/drawing/2014/main" id="{224C90E6-8153-4D5B-87D1-D8FF5DD694CC}"/>
              </a:ext>
            </a:extLst>
          </p:cNvPr>
          <p:cNvSpPr>
            <a:spLocks xmlns:a="http://schemas.openxmlformats.org/drawingml/2006/main" noGrp="1"/>
          </p:cNvSpPr>
          <p:nvPr/>
        </p:nvSpPr>
        <p:spPr>
          <a:xfrm xmlns:a="http://schemas.openxmlformats.org/drawingml/2006/main">
            <a:off x="11096625" y="514350"/>
            <a:ext cx="2733675" cy="1847850"/>
          </a:xfrm>
          <a:custGeom xmlns:a="http://schemas.openxmlformats.org/drawingml/2006/main">
            <a:pathLst>
              <a:path w="2733675" h="1847850">
                <a:moveTo>
                  <a:pt x="0" y="0"/>
                </a:moveTo>
                <a:lnTo>
                  <a:pt x="2733675" y="0"/>
                </a:lnTo>
                <a:lnTo>
                  <a:pt x="2733675" y="1847850"/>
                </a:lnTo>
                <a:lnTo>
                  <a:pt x="0" y="1847850"/>
                </a:lnTo>
                <a:close/>
              </a:path>
            </a:pathLst>
          </a:custGeom>
          <a:solidFill xmlns:a="http://schemas.openxmlformats.org/drawingml/2006/main">
            <a:srgbClr val="B3131B"/>
          </a:solidFill>
          <a:ln xmlns:a="http://schemas.openxmlformats.org/drawingml/2006/main" w="47625">
            <a:solidFill>
              <a:srgbClr val="080808"/>
            </a:solidFill>
            <a:prstDash val="solid"/>
          </a:ln>
        </p:spPr>
      </p:sp>
      <p:sp>
        <p:nvSpPr>
          <p:cNvPr id="5" name="Spanish flag yellow stripe">
            <a:extLst xmlns:a="http://schemas.openxmlformats.org/drawingml/2006/main">
              <a:ext uri="{FF2B5EF4-FFF2-40B4-BE49-F238E27FC236}">
                <a16:creationId xmlns:a16="http://schemas.microsoft.com/office/drawing/2014/main" id="{F63CE16A-C6AD-4940-82D0-9B8052BE1F68}"/>
              </a:ext>
            </a:extLst>
          </p:cNvPr>
          <p:cNvSpPr>
            <a:spLocks xmlns:a="http://schemas.openxmlformats.org/drawingml/2006/main" noGrp="1"/>
          </p:cNvSpPr>
          <p:nvPr/>
        </p:nvSpPr>
        <p:spPr>
          <a:xfrm xmlns:a="http://schemas.openxmlformats.org/drawingml/2006/main">
            <a:off x="11134725" y="990600"/>
            <a:ext cx="2647950" cy="904875"/>
          </a:xfrm>
          <a:custGeom xmlns:a="http://schemas.openxmlformats.org/drawingml/2006/main">
            <a:pathLst>
              <a:path w="2647950" h="904875">
                <a:moveTo>
                  <a:pt x="0" y="0"/>
                </a:moveTo>
                <a:lnTo>
                  <a:pt x="2647950" y="0"/>
                </a:lnTo>
                <a:lnTo>
                  <a:pt x="2647950" y="904875"/>
                </a:lnTo>
                <a:lnTo>
                  <a:pt x="0" y="904875"/>
                </a:lnTo>
                <a:close/>
              </a:path>
            </a:pathLst>
          </a:custGeom>
          <a:solidFill xmlns:a="http://schemas.openxmlformats.org/drawingml/2006/main">
            <a:srgbClr val="F5CA06"/>
          </a:solidFill>
          <a:ln xmlns:a="http://schemas.openxmlformats.org/drawingml/2006/main" w="9525">
            <a:noFill/>
            <a:prstDash val="solid"/>
          </a:ln>
        </p:spPr>
      </p:sp>
      <p:pic>
        <p:nvPicPr>
          <p:cNvPr id="6" name="">
            <a:extLst xmlns:a="http://schemas.openxmlformats.org/drawingml/2006/main">
              <a:ext uri="{FF2B5EF4-FFF2-40B4-BE49-F238E27FC236}">
                <a16:creationId xmlns:a16="http://schemas.microsoft.com/office/drawing/2014/main" id="{FD06FE44-940B-40E1-90C9-9E0A44F2C474}"/>
              </a:ext>
            </a:extLst>
          </p:cNvPr>
          <p:cNvPicPr>
            <a:picLocks xmlns:a="http://schemas.openxmlformats.org/drawingml/2006/main" noChangeAspect="1"/>
          </p:cNvPicPr>
          <p:nvPr/>
        </p:nvPicPr>
        <p:blipFill>
          <a:blip xmlns:r="http://schemas.openxmlformats.org/officeDocument/2006/relationships" xmlns:a="http://schemas.openxmlformats.org/drawingml/2006/main" r:embed="R69c8f1e34d83411c"/>
          <a:stretch xmlns:a="http://schemas.openxmlformats.org/drawingml/2006/main"/>
        </p:blipFill>
        <p:spPr>
          <a:xfrm xmlns:a="http://schemas.openxmlformats.org/drawingml/2006/main">
            <a:off x="11658600" y="1028700"/>
            <a:ext cx="781050" cy="895350"/>
          </a:xfrm>
          <a:prstGeom xmlns:a="http://schemas.openxmlformats.org/drawingml/2006/main" prst="rect">
            <a:avLst/>
          </a:prstGeom>
        </p:spPr>
      </p:pic>
      <p:sp>
        <p:nvSpPr>
          <p:cNvPr id="7" name="England flag border">
            <a:extLst xmlns:a="http://schemas.openxmlformats.org/drawingml/2006/main">
              <a:ext uri="{FF2B5EF4-FFF2-40B4-BE49-F238E27FC236}">
                <a16:creationId xmlns:a16="http://schemas.microsoft.com/office/drawing/2014/main" id="{C7C16C77-3952-4E18-8EE9-4BDF0B3719D0}"/>
              </a:ext>
            </a:extLst>
          </p:cNvPr>
          <p:cNvSpPr>
            <a:spLocks xmlns:a="http://schemas.openxmlformats.org/drawingml/2006/main" noGrp="1"/>
          </p:cNvSpPr>
          <p:nvPr/>
        </p:nvSpPr>
        <p:spPr>
          <a:xfrm xmlns:a="http://schemas.openxmlformats.org/drawingml/2006/main">
            <a:off x="13211175" y="1638300"/>
            <a:ext cx="2838450" cy="1733550"/>
          </a:xfrm>
          <a:custGeom xmlns:a="http://schemas.openxmlformats.org/drawingml/2006/main">
            <a:pathLst>
              <a:path w="2838450" h="1733550">
                <a:moveTo>
                  <a:pt x="0" y="0"/>
                </a:moveTo>
                <a:lnTo>
                  <a:pt x="2838450" y="0"/>
                </a:lnTo>
                <a:lnTo>
                  <a:pt x="2838450" y="1733550"/>
                </a:lnTo>
                <a:lnTo>
                  <a:pt x="0" y="1733550"/>
                </a:lnTo>
                <a:close/>
              </a:path>
            </a:pathLst>
          </a:custGeom>
          <a:solidFill xmlns:a="http://schemas.openxmlformats.org/drawingml/2006/main">
            <a:srgbClr val="FFFFFF"/>
          </a:solidFill>
          <a:ln xmlns:a="http://schemas.openxmlformats.org/drawingml/2006/main" w="47625">
            <a:solidFill>
              <a:srgbClr val="080808"/>
            </a:solidFill>
            <a:prstDash val="solid"/>
          </a:ln>
        </p:spPr>
      </p:sp>
      <p:sp>
        <p:nvSpPr>
          <p:cNvPr id="8" name="England flag vertical cross">
            <a:extLst xmlns:a="http://schemas.openxmlformats.org/drawingml/2006/main">
              <a:ext uri="{FF2B5EF4-FFF2-40B4-BE49-F238E27FC236}">
                <a16:creationId xmlns:a16="http://schemas.microsoft.com/office/drawing/2014/main" id="{CE7D045C-7D1B-4761-8696-D5CF54EB47FD}"/>
              </a:ext>
            </a:extLst>
          </p:cNvPr>
          <p:cNvSpPr>
            <a:spLocks xmlns:a="http://schemas.openxmlformats.org/drawingml/2006/main" noGrp="1"/>
          </p:cNvSpPr>
          <p:nvPr/>
        </p:nvSpPr>
        <p:spPr>
          <a:xfrm xmlns:a="http://schemas.openxmlformats.org/drawingml/2006/main">
            <a:off x="14458950" y="1676400"/>
            <a:ext cx="352425" cy="1647825"/>
          </a:xfrm>
          <a:custGeom xmlns:a="http://schemas.openxmlformats.org/drawingml/2006/main">
            <a:pathLst>
              <a:path w="352425" h="1647825">
                <a:moveTo>
                  <a:pt x="0" y="0"/>
                </a:moveTo>
                <a:lnTo>
                  <a:pt x="352425" y="0"/>
                </a:lnTo>
                <a:lnTo>
                  <a:pt x="352425" y="1647825"/>
                </a:lnTo>
                <a:lnTo>
                  <a:pt x="0" y="1647825"/>
                </a:lnTo>
                <a:close/>
              </a:path>
            </a:pathLst>
          </a:custGeom>
          <a:solidFill xmlns:a="http://schemas.openxmlformats.org/drawingml/2006/main">
            <a:srgbClr val="C80D32"/>
          </a:solidFill>
          <a:ln xmlns:a="http://schemas.openxmlformats.org/drawingml/2006/main" w="9525">
            <a:noFill/>
            <a:prstDash val="solid"/>
          </a:ln>
        </p:spPr>
      </p:sp>
      <p:sp>
        <p:nvSpPr>
          <p:cNvPr id="9" name="England flag horizontal cross">
            <a:extLst xmlns:a="http://schemas.openxmlformats.org/drawingml/2006/main">
              <a:ext uri="{FF2B5EF4-FFF2-40B4-BE49-F238E27FC236}">
                <a16:creationId xmlns:a16="http://schemas.microsoft.com/office/drawing/2014/main" id="{91604E8F-C551-4F1D-A28E-77CF42580F9C}"/>
              </a:ext>
            </a:extLst>
          </p:cNvPr>
          <p:cNvSpPr>
            <a:spLocks xmlns:a="http://schemas.openxmlformats.org/drawingml/2006/main" noGrp="1"/>
          </p:cNvSpPr>
          <p:nvPr/>
        </p:nvSpPr>
        <p:spPr>
          <a:xfrm xmlns:a="http://schemas.openxmlformats.org/drawingml/2006/main">
            <a:off x="13249275" y="2324100"/>
            <a:ext cx="2762250" cy="352425"/>
          </a:xfrm>
          <a:custGeom xmlns:a="http://schemas.openxmlformats.org/drawingml/2006/main">
            <a:pathLst>
              <a:path w="2762250" h="352425">
                <a:moveTo>
                  <a:pt x="0" y="0"/>
                </a:moveTo>
                <a:lnTo>
                  <a:pt x="2762250" y="0"/>
                </a:lnTo>
                <a:lnTo>
                  <a:pt x="2762250" y="352425"/>
                </a:lnTo>
                <a:lnTo>
                  <a:pt x="0" y="352425"/>
                </a:lnTo>
                <a:close/>
              </a:path>
            </a:pathLst>
          </a:custGeom>
          <a:solidFill xmlns:a="http://schemas.openxmlformats.org/drawingml/2006/main">
            <a:srgbClr val="C80D32"/>
          </a:solidFill>
          <a:ln xmlns:a="http://schemas.openxmlformats.org/drawingml/2006/main" w="9525">
            <a:noFill/>
            <a:prstDash val="solid"/>
          </a:ln>
        </p:spPr>
      </p:sp>
      <p:pic>
        <p:nvPicPr>
          <p:cNvPr id="10" name="">
            <a:extLst xmlns:a="http://schemas.openxmlformats.org/drawingml/2006/main">
              <a:ext uri="{FF2B5EF4-FFF2-40B4-BE49-F238E27FC236}">
                <a16:creationId xmlns:a16="http://schemas.microsoft.com/office/drawing/2014/main" id="{041ECD2E-4736-4B11-8CB0-19B6670C96CB}"/>
              </a:ext>
            </a:extLst>
          </p:cNvPr>
          <p:cNvPicPr>
            <a:picLocks xmlns:a="http://schemas.openxmlformats.org/drawingml/2006/main" noChangeAspect="1"/>
          </p:cNvPicPr>
          <p:nvPr/>
        </p:nvPicPr>
        <p:blipFill>
          <a:blip xmlns:r="http://schemas.openxmlformats.org/officeDocument/2006/relationships" xmlns:a="http://schemas.openxmlformats.org/drawingml/2006/main" r:embed="R8180f9930dd244f1"/>
          <a:stretch xmlns:a="http://schemas.openxmlformats.org/drawingml/2006/main"/>
        </p:blipFill>
        <p:spPr>
          <a:xfrm xmlns:a="http://schemas.openxmlformats.org/drawingml/2006/main">
            <a:off x="9210675" y="171450"/>
            <a:ext cx="1257300" cy="1266825"/>
          </a:xfrm>
          <a:prstGeom xmlns:a="http://schemas.openxmlformats.org/drawingml/2006/main" prst="rect">
            <a:avLst/>
          </a:prstGeom>
        </p:spPr>
      </p:pic>
      <p:pic>
        <p:nvPicPr>
          <p:cNvPr id="11" name="">
            <a:extLst xmlns:a="http://schemas.openxmlformats.org/drawingml/2006/main">
              <a:ext uri="{FF2B5EF4-FFF2-40B4-BE49-F238E27FC236}">
                <a16:creationId xmlns:a16="http://schemas.microsoft.com/office/drawing/2014/main" id="{8D94EE19-871C-4D89-AA1F-9E1414D02F49}"/>
              </a:ext>
            </a:extLst>
          </p:cNvPr>
          <p:cNvPicPr>
            <a:picLocks xmlns:a="http://schemas.openxmlformats.org/drawingml/2006/main" noChangeAspect="1"/>
          </p:cNvPicPr>
          <p:nvPr/>
        </p:nvPicPr>
        <p:blipFill>
          <a:blip xmlns:r="http://schemas.openxmlformats.org/officeDocument/2006/relationships" xmlns:a="http://schemas.openxmlformats.org/drawingml/2006/main" r:embed="Radbd91d1ba5b4b21"/>
          <a:stretch xmlns:a="http://schemas.openxmlformats.org/drawingml/2006/main"/>
        </p:blipFill>
        <p:spPr>
          <a:xfrm xmlns:a="http://schemas.openxmlformats.org/drawingml/2006/main">
            <a:off x="10191750" y="2457450"/>
            <a:ext cx="1190625" cy="1143000"/>
          </a:xfrm>
          <a:prstGeom xmlns:a="http://schemas.openxmlformats.org/drawingml/2006/main" prst="rect">
            <a:avLst/>
          </a:prstGeom>
        </p:spPr>
      </p:pic>
      <p:pic>
        <p:nvPicPr>
          <p:cNvPr id="12" name="">
            <a:extLst xmlns:a="http://schemas.openxmlformats.org/drawingml/2006/main">
              <a:ext uri="{FF2B5EF4-FFF2-40B4-BE49-F238E27FC236}">
                <a16:creationId xmlns:a16="http://schemas.microsoft.com/office/drawing/2014/main" id="{1E782AE3-8702-47C5-BA10-3BABD103C309}"/>
              </a:ext>
            </a:extLst>
          </p:cNvPr>
          <p:cNvPicPr>
            <a:picLocks xmlns:a="http://schemas.openxmlformats.org/drawingml/2006/main" noChangeAspect="1"/>
          </p:cNvPicPr>
          <p:nvPr/>
        </p:nvPicPr>
        <p:blipFill>
          <a:blip xmlns:r="http://schemas.openxmlformats.org/officeDocument/2006/relationships" xmlns:a="http://schemas.openxmlformats.org/drawingml/2006/main" r:embed="R43c28b33c5944e6c"/>
          <a:stretch xmlns:a="http://schemas.openxmlformats.org/drawingml/2006/main"/>
        </p:blipFill>
        <p:spPr>
          <a:xfrm xmlns:a="http://schemas.openxmlformats.org/drawingml/2006/main">
            <a:off x="8420100" y="3886200"/>
            <a:ext cx="1209675" cy="1228725"/>
          </a:xfrm>
          <a:prstGeom xmlns:a="http://schemas.openxmlformats.org/drawingml/2006/main" prst="rect">
            <a:avLst/>
          </a:prstGeom>
        </p:spPr>
      </p:pic>
      <p:pic>
        <p:nvPicPr>
          <p:cNvPr id="13" name="">
            <a:extLst xmlns:a="http://schemas.openxmlformats.org/drawingml/2006/main">
              <a:ext uri="{FF2B5EF4-FFF2-40B4-BE49-F238E27FC236}">
                <a16:creationId xmlns:a16="http://schemas.microsoft.com/office/drawing/2014/main" id="{4C0C7D4C-B473-45EC-A269-8EB1DE8750FA}"/>
              </a:ext>
            </a:extLst>
          </p:cNvPr>
          <p:cNvPicPr>
            <a:picLocks xmlns:a="http://schemas.openxmlformats.org/drawingml/2006/main" noChangeAspect="1"/>
          </p:cNvPicPr>
          <p:nvPr/>
        </p:nvPicPr>
        <p:blipFill>
          <a:blip xmlns:r="http://schemas.openxmlformats.org/officeDocument/2006/relationships" xmlns:a="http://schemas.openxmlformats.org/drawingml/2006/main" r:embed="R947514bbfd444a8c"/>
          <a:stretch xmlns:a="http://schemas.openxmlformats.org/drawingml/2006/main"/>
        </p:blipFill>
        <p:spPr>
          <a:xfrm xmlns:a="http://schemas.openxmlformats.org/drawingml/2006/main">
            <a:off x="3095625" y="4305300"/>
            <a:ext cx="5200650" cy="5229225"/>
          </a:xfrm>
          <a:prstGeom xmlns:a="http://schemas.openxmlformats.org/drawingml/2006/main" prst="rect">
            <a:avLst/>
          </a:prstGeom>
        </p:spPr>
      </p:pic>
      <p:sp>
        <p:nvSpPr>
          <p:cNvPr id="14" name="Prompt vertical label">
            <a:extLst xmlns:a="http://schemas.openxmlformats.org/drawingml/2006/main">
              <a:ext uri="{FF2B5EF4-FFF2-40B4-BE49-F238E27FC236}">
                <a16:creationId xmlns:a16="http://schemas.microsoft.com/office/drawing/2014/main" id="{60710226-949E-4E64-8C2A-FE5AABD41071}"/>
              </a:ext>
            </a:extLst>
          </p:cNvPr>
          <p:cNvSpPr>
            <a:spLocks xmlns:a="http://schemas.openxmlformats.org/drawingml/2006/main" noGrp="1"/>
          </p:cNvSpPr>
          <p:nvPr/>
        </p:nvSpPr>
        <p:spPr>
          <a:xfrm xmlns:a="http://schemas.openxmlformats.org/drawingml/2006/main" rot="5400000">
            <a:off x="2047875" y="1768836"/>
            <a:ext cx="2286000" cy="68863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3873" b="1" i="0">
                <a:ln w="38100">
                  <a:solidFill>
                    <a:srgbClr val="259FE6"/>
                  </a:solidFill>
                </a:ln>
                <a:solidFill>
                  <a:srgbClr val="FFFFFF"/>
                </a:solidFill>
                <a:latin typeface="Arial"/>
                <a:ea typeface="Arial"/>
                <a:cs typeface="Arial"/>
              </a:defRPr>
            </a:defPPr>
          </a:lstStyle>
          <a:p xmlns:a="http://schemas.openxmlformats.org/drawingml/2006/main">
            <a:pPr algn="l">
              <a:lnSpc>
                <a:spcPct val="100000"/>
              </a:lnSpc>
              <a:buNone/>
              <a:defRPr sz="3873" b="1" i="0">
                <a:solidFill>
                  <a:srgbClr val="259FE6"/>
                </a:solidFill>
                <a:latin typeface="Arial"/>
                <a:ea typeface="Arial"/>
                <a:cs typeface="Arial"/>
              </a:defRPr>
            </a:pPr>
            <a:r>
              <a:rPr sz="3873" b="1" i="0">
                <a:ln w="38100">
                  <a:solidFill>
                    <a:srgbClr val="259FE6"/>
                  </a:solidFill>
                </a:ln>
                <a:solidFill>
                  <a:srgbClr val="FFFFFF"/>
                </a:solidFill>
                <a:latin typeface="Arial"/>
                <a:ea typeface="Arial"/>
                <a:cs typeface="Arial"/>
              </a:rPr>
              <a:t>Prompt</a:t>
            </a:r>
          </a:p>
        </p:txBody>
      </p:sp>
      <p:sp>
        <p:nvSpPr>
          <p:cNvPr id="15" name="Reference vertical label">
            <a:extLst xmlns:a="http://schemas.openxmlformats.org/drawingml/2006/main">
              <a:ext uri="{FF2B5EF4-FFF2-40B4-BE49-F238E27FC236}">
                <a16:creationId xmlns:a16="http://schemas.microsoft.com/office/drawing/2014/main" id="{69C0A518-744C-4250-B49D-8275AB9FCCDF}"/>
              </a:ext>
            </a:extLst>
          </p:cNvPr>
          <p:cNvSpPr>
            <a:spLocks xmlns:a="http://schemas.openxmlformats.org/drawingml/2006/main" noGrp="1"/>
          </p:cNvSpPr>
          <p:nvPr/>
        </p:nvSpPr>
        <p:spPr>
          <a:xfrm xmlns:a="http://schemas.openxmlformats.org/drawingml/2006/main" rot="16200000">
            <a:off x="15049500" y="1713855"/>
            <a:ext cx="2790825" cy="74584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4195" b="1" i="0">
                <a:ln w="38100">
                  <a:solidFill>
                    <a:srgbClr val="E99399"/>
                  </a:solidFill>
                </a:ln>
                <a:solidFill>
                  <a:srgbClr val="FFFFFF"/>
                </a:solidFill>
                <a:latin typeface="Arial"/>
                <a:ea typeface="Arial"/>
                <a:cs typeface="Arial"/>
              </a:defRPr>
            </a:defPPr>
          </a:lstStyle>
          <a:p xmlns:a="http://schemas.openxmlformats.org/drawingml/2006/main">
            <a:pPr algn="l">
              <a:lnSpc>
                <a:spcPct val="100000"/>
              </a:lnSpc>
              <a:buNone/>
              <a:defRPr sz="4195" b="1" i="0">
                <a:solidFill>
                  <a:srgbClr val="E99399"/>
                </a:solidFill>
                <a:latin typeface="Arial"/>
                <a:ea typeface="Arial"/>
                <a:cs typeface="Arial"/>
              </a:defRPr>
            </a:pPr>
            <a:r>
              <a:rPr sz="4195" b="1" i="0">
                <a:ln w="38100">
                  <a:solidFill>
                    <a:srgbClr val="E99399"/>
                  </a:solidFill>
                </a:ln>
                <a:solidFill>
                  <a:srgbClr val="FFFFFF"/>
                </a:solidFill>
                <a:latin typeface="Arial"/>
                <a:ea typeface="Arial"/>
                <a:cs typeface="Arial"/>
              </a:rPr>
              <a:t>Reference</a:t>
            </a:r>
          </a:p>
        </p:txBody>
      </p:sp>
      <p:sp>
        <p:nvSpPr>
          <p:cNvPr id="16" name="Checklist number diamond 1">
            <a:extLst xmlns:a="http://schemas.openxmlformats.org/drawingml/2006/main">
              <a:ext uri="{FF2B5EF4-FFF2-40B4-BE49-F238E27FC236}">
                <a16:creationId xmlns:a16="http://schemas.microsoft.com/office/drawing/2014/main" id="{D4C3AEDC-72A7-4384-AB61-48EC31029EA3}"/>
              </a:ext>
            </a:extLst>
          </p:cNvPr>
          <p:cNvSpPr>
            <a:spLocks xmlns:a="http://schemas.openxmlformats.org/drawingml/2006/main" noGrp="1"/>
          </p:cNvSpPr>
          <p:nvPr/>
        </p:nvSpPr>
        <p:spPr>
          <a:xfrm xmlns:a="http://schemas.openxmlformats.org/drawingml/2006/main">
            <a:off x="8505825" y="5191125"/>
            <a:ext cx="571500" cy="571500"/>
          </a:xfrm>
          <a:custGeom xmlns:a="http://schemas.openxmlformats.org/drawingml/2006/main">
            <a:pathLst>
              <a:path w="571500" h="571500">
                <a:moveTo>
                  <a:pt x="285750" y="0"/>
                </a:moveTo>
                <a:lnTo>
                  <a:pt x="571500" y="285750"/>
                </a:lnTo>
                <a:lnTo>
                  <a:pt x="285750" y="571500"/>
                </a:lnTo>
                <a:lnTo>
                  <a:pt x="0" y="285750"/>
                </a:lnTo>
                <a:close/>
              </a:path>
            </a:pathLst>
          </a:custGeom>
          <a:solidFill xmlns:a="http://schemas.openxmlformats.org/drawingml/2006/main">
            <a:srgbClr val="EEE2F7"/>
          </a:solidFill>
          <a:ln xmlns:a="http://schemas.openxmlformats.org/drawingml/2006/main" w="57150">
            <a:solidFill>
              <a:srgbClr val="8037A3"/>
            </a:solidFill>
            <a:prstDash val="solid"/>
          </a:ln>
        </p:spPr>
      </p:sp>
      <p:sp>
        <p:nvSpPr>
          <p:cNvPr id="17" name="Checklist number 1">
            <a:extLst xmlns:a="http://schemas.openxmlformats.org/drawingml/2006/main">
              <a:ext uri="{FF2B5EF4-FFF2-40B4-BE49-F238E27FC236}">
                <a16:creationId xmlns:a16="http://schemas.microsoft.com/office/drawing/2014/main" id="{9F1B510E-1F08-4015-AB20-72B22FA81B7D}"/>
              </a:ext>
            </a:extLst>
          </p:cNvPr>
          <p:cNvSpPr>
            <a:spLocks xmlns:a="http://schemas.openxmlformats.org/drawingml/2006/main" noGrp="1"/>
          </p:cNvSpPr>
          <p:nvPr/>
        </p:nvSpPr>
        <p:spPr>
          <a:xfrm xmlns:a="http://schemas.openxmlformats.org/drawingml/2006/main" rot="0">
            <a:off x="8686800" y="5231410"/>
            <a:ext cx="228600" cy="57566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3238" b="1" i="0">
                <a:solidFill>
                  <a:srgbClr val="8037A3"/>
                </a:solidFill>
                <a:latin typeface="Arial"/>
                <a:ea typeface="Arial"/>
                <a:cs typeface="Arial"/>
              </a:defRPr>
            </a:defPPr>
          </a:lstStyle>
          <a:p xmlns:a="http://schemas.openxmlformats.org/drawingml/2006/main">
            <a:pPr algn="l">
              <a:lnSpc>
                <a:spcPct val="100000"/>
              </a:lnSpc>
              <a:buNone/>
              <a:defRPr sz="3238" b="1" i="0">
                <a:solidFill>
                  <a:srgbClr val="8037A3"/>
                </a:solidFill>
                <a:latin typeface="Arial"/>
                <a:ea typeface="Arial"/>
                <a:cs typeface="Arial"/>
              </a:defRPr>
            </a:pPr>
            <a:r>
              <a:rPr sz="3238" b="1" i="0">
                <a:solidFill>
                  <a:srgbClr val="8037A3"/>
                </a:solidFill>
                <a:latin typeface="Arial"/>
                <a:ea typeface="Arial"/>
                <a:cs typeface="Arial"/>
              </a:rPr>
              <a:t>1</a:t>
            </a:r>
          </a:p>
        </p:txBody>
      </p:sp>
      <p:sp>
        <p:nvSpPr>
          <p:cNvPr id="18" name="Checklist number diamond 2">
            <a:extLst xmlns:a="http://schemas.openxmlformats.org/drawingml/2006/main">
              <a:ext uri="{FF2B5EF4-FFF2-40B4-BE49-F238E27FC236}">
                <a16:creationId xmlns:a16="http://schemas.microsoft.com/office/drawing/2014/main" id="{A1983DC4-161C-4B95-A6ED-EC71728E94A6}"/>
              </a:ext>
            </a:extLst>
          </p:cNvPr>
          <p:cNvSpPr>
            <a:spLocks xmlns:a="http://schemas.openxmlformats.org/drawingml/2006/main" noGrp="1"/>
          </p:cNvSpPr>
          <p:nvPr/>
        </p:nvSpPr>
        <p:spPr>
          <a:xfrm xmlns:a="http://schemas.openxmlformats.org/drawingml/2006/main">
            <a:off x="8505825" y="6219825"/>
            <a:ext cx="571500" cy="571500"/>
          </a:xfrm>
          <a:custGeom xmlns:a="http://schemas.openxmlformats.org/drawingml/2006/main">
            <a:pathLst>
              <a:path w="571500" h="571500">
                <a:moveTo>
                  <a:pt x="285750" y="0"/>
                </a:moveTo>
                <a:lnTo>
                  <a:pt x="571500" y="285750"/>
                </a:lnTo>
                <a:lnTo>
                  <a:pt x="285750" y="571500"/>
                </a:lnTo>
                <a:lnTo>
                  <a:pt x="0" y="285750"/>
                </a:lnTo>
                <a:close/>
              </a:path>
            </a:pathLst>
          </a:custGeom>
          <a:solidFill xmlns:a="http://schemas.openxmlformats.org/drawingml/2006/main">
            <a:srgbClr val="FFE9E7"/>
          </a:solidFill>
          <a:ln xmlns:a="http://schemas.openxmlformats.org/drawingml/2006/main" w="57150">
            <a:solidFill>
              <a:srgbClr val="D3262E"/>
            </a:solidFill>
            <a:prstDash val="solid"/>
          </a:ln>
        </p:spPr>
      </p:sp>
      <p:sp>
        <p:nvSpPr>
          <p:cNvPr id="19" name="Checklist number 2">
            <a:extLst xmlns:a="http://schemas.openxmlformats.org/drawingml/2006/main">
              <a:ext uri="{FF2B5EF4-FFF2-40B4-BE49-F238E27FC236}">
                <a16:creationId xmlns:a16="http://schemas.microsoft.com/office/drawing/2014/main" id="{9515F173-922F-4C9E-A72F-B045AA730EB9}"/>
              </a:ext>
            </a:extLst>
          </p:cNvPr>
          <p:cNvSpPr>
            <a:spLocks xmlns:a="http://schemas.openxmlformats.org/drawingml/2006/main" noGrp="1"/>
          </p:cNvSpPr>
          <p:nvPr/>
        </p:nvSpPr>
        <p:spPr>
          <a:xfrm xmlns:a="http://schemas.openxmlformats.org/drawingml/2006/main" rot="0">
            <a:off x="8686800" y="6260110"/>
            <a:ext cx="228600" cy="57566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3238" b="1" i="0">
                <a:solidFill>
                  <a:srgbClr val="D3262E"/>
                </a:solidFill>
                <a:latin typeface="Arial"/>
                <a:ea typeface="Arial"/>
                <a:cs typeface="Arial"/>
              </a:defRPr>
            </a:defPPr>
          </a:lstStyle>
          <a:p xmlns:a="http://schemas.openxmlformats.org/drawingml/2006/main">
            <a:pPr algn="l">
              <a:lnSpc>
                <a:spcPct val="100000"/>
              </a:lnSpc>
              <a:buNone/>
              <a:defRPr sz="3238" b="1" i="0">
                <a:solidFill>
                  <a:srgbClr val="D3262E"/>
                </a:solidFill>
                <a:latin typeface="Arial"/>
                <a:ea typeface="Arial"/>
                <a:cs typeface="Arial"/>
              </a:defRPr>
            </a:pPr>
            <a:r>
              <a:rPr sz="3238" b="1" i="0">
                <a:solidFill>
                  <a:srgbClr val="D3262E"/>
                </a:solidFill>
                <a:latin typeface="Arial"/>
                <a:ea typeface="Arial"/>
                <a:cs typeface="Arial"/>
              </a:rPr>
              <a:t>2</a:t>
            </a:r>
          </a:p>
        </p:txBody>
      </p:sp>
      <p:sp>
        <p:nvSpPr>
          <p:cNvPr id="20" name="Checklist number diamond 3">
            <a:extLst xmlns:a="http://schemas.openxmlformats.org/drawingml/2006/main">
              <a:ext uri="{FF2B5EF4-FFF2-40B4-BE49-F238E27FC236}">
                <a16:creationId xmlns:a16="http://schemas.microsoft.com/office/drawing/2014/main" id="{A2AD8CE9-8B1C-4BE2-9ECD-371EC9AF27E1}"/>
              </a:ext>
            </a:extLst>
          </p:cNvPr>
          <p:cNvSpPr>
            <a:spLocks xmlns:a="http://schemas.openxmlformats.org/drawingml/2006/main" noGrp="1"/>
          </p:cNvSpPr>
          <p:nvPr/>
        </p:nvSpPr>
        <p:spPr>
          <a:xfrm xmlns:a="http://schemas.openxmlformats.org/drawingml/2006/main">
            <a:off x="8505825" y="7229475"/>
            <a:ext cx="571500" cy="571500"/>
          </a:xfrm>
          <a:custGeom xmlns:a="http://schemas.openxmlformats.org/drawingml/2006/main">
            <a:pathLst>
              <a:path w="571500" h="571500">
                <a:moveTo>
                  <a:pt x="285750" y="0"/>
                </a:moveTo>
                <a:lnTo>
                  <a:pt x="571500" y="285750"/>
                </a:lnTo>
                <a:lnTo>
                  <a:pt x="285750" y="571500"/>
                </a:lnTo>
                <a:lnTo>
                  <a:pt x="0" y="285750"/>
                </a:lnTo>
                <a:close/>
              </a:path>
            </a:pathLst>
          </a:custGeom>
          <a:solidFill xmlns:a="http://schemas.openxmlformats.org/drawingml/2006/main">
            <a:srgbClr val="E8F0D7"/>
          </a:solidFill>
          <a:ln xmlns:a="http://schemas.openxmlformats.org/drawingml/2006/main" w="57150">
            <a:solidFill>
              <a:srgbClr val="60893D"/>
            </a:solidFill>
            <a:prstDash val="solid"/>
          </a:ln>
        </p:spPr>
      </p:sp>
      <p:sp>
        <p:nvSpPr>
          <p:cNvPr id="21" name="Checklist number 3">
            <a:extLst xmlns:a="http://schemas.openxmlformats.org/drawingml/2006/main">
              <a:ext uri="{FF2B5EF4-FFF2-40B4-BE49-F238E27FC236}">
                <a16:creationId xmlns:a16="http://schemas.microsoft.com/office/drawing/2014/main" id="{72A538A6-1219-4877-B9D9-13C8173C63AD}"/>
              </a:ext>
            </a:extLst>
          </p:cNvPr>
          <p:cNvSpPr>
            <a:spLocks xmlns:a="http://schemas.openxmlformats.org/drawingml/2006/main" noGrp="1"/>
          </p:cNvSpPr>
          <p:nvPr/>
        </p:nvSpPr>
        <p:spPr>
          <a:xfrm xmlns:a="http://schemas.openxmlformats.org/drawingml/2006/main" rot="0">
            <a:off x="8686800" y="7269760"/>
            <a:ext cx="228600" cy="57566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3238" b="1" i="0">
                <a:solidFill>
                  <a:srgbClr val="60893D"/>
                </a:solidFill>
                <a:latin typeface="Arial"/>
                <a:ea typeface="Arial"/>
                <a:cs typeface="Arial"/>
              </a:defRPr>
            </a:defPPr>
          </a:lstStyle>
          <a:p xmlns:a="http://schemas.openxmlformats.org/drawingml/2006/main">
            <a:pPr algn="l">
              <a:lnSpc>
                <a:spcPct val="100000"/>
              </a:lnSpc>
              <a:buNone/>
              <a:defRPr sz="3238" b="1" i="0">
                <a:solidFill>
                  <a:srgbClr val="60893D"/>
                </a:solidFill>
                <a:latin typeface="Arial"/>
                <a:ea typeface="Arial"/>
                <a:cs typeface="Arial"/>
              </a:defRPr>
            </a:pPr>
            <a:r>
              <a:rPr sz="3238" b="1" i="0">
                <a:solidFill>
                  <a:srgbClr val="60893D"/>
                </a:solidFill>
                <a:latin typeface="Arial"/>
                <a:ea typeface="Arial"/>
                <a:cs typeface="Arial"/>
              </a:rPr>
              <a:t>3</a:t>
            </a:r>
          </a:p>
        </p:txBody>
      </p:sp>
      <p:sp>
        <p:nvSpPr>
          <p:cNvPr id="22" name="Checklist number diamond 4">
            <a:extLst xmlns:a="http://schemas.openxmlformats.org/drawingml/2006/main">
              <a:ext uri="{FF2B5EF4-FFF2-40B4-BE49-F238E27FC236}">
                <a16:creationId xmlns:a16="http://schemas.microsoft.com/office/drawing/2014/main" id="{5370A83B-1FDC-44A2-9BB2-37759560CCAA}"/>
              </a:ext>
            </a:extLst>
          </p:cNvPr>
          <p:cNvSpPr>
            <a:spLocks xmlns:a="http://schemas.openxmlformats.org/drawingml/2006/main" noGrp="1"/>
          </p:cNvSpPr>
          <p:nvPr/>
        </p:nvSpPr>
        <p:spPr>
          <a:xfrm xmlns:a="http://schemas.openxmlformats.org/drawingml/2006/main">
            <a:off x="8505825" y="8258175"/>
            <a:ext cx="571500" cy="571500"/>
          </a:xfrm>
          <a:custGeom xmlns:a="http://schemas.openxmlformats.org/drawingml/2006/main">
            <a:pathLst>
              <a:path w="571500" h="571500">
                <a:moveTo>
                  <a:pt x="285750" y="0"/>
                </a:moveTo>
                <a:lnTo>
                  <a:pt x="571500" y="285750"/>
                </a:lnTo>
                <a:lnTo>
                  <a:pt x="285750" y="571500"/>
                </a:lnTo>
                <a:lnTo>
                  <a:pt x="0" y="285750"/>
                </a:lnTo>
                <a:close/>
              </a:path>
            </a:pathLst>
          </a:custGeom>
          <a:solidFill xmlns:a="http://schemas.openxmlformats.org/drawingml/2006/main">
            <a:srgbClr val="E3EEFB"/>
          </a:solidFill>
          <a:ln xmlns:a="http://schemas.openxmlformats.org/drawingml/2006/main" w="57150">
            <a:solidFill>
              <a:srgbClr val="6C9CD3"/>
            </a:solidFill>
            <a:prstDash val="solid"/>
          </a:ln>
        </p:spPr>
      </p:sp>
      <p:sp>
        <p:nvSpPr>
          <p:cNvPr id="23" name="Checklist number 4">
            <a:extLst xmlns:a="http://schemas.openxmlformats.org/drawingml/2006/main">
              <a:ext uri="{FF2B5EF4-FFF2-40B4-BE49-F238E27FC236}">
                <a16:creationId xmlns:a16="http://schemas.microsoft.com/office/drawing/2014/main" id="{26C7FFBE-E221-4B32-AF9C-146C3920240F}"/>
              </a:ext>
            </a:extLst>
          </p:cNvPr>
          <p:cNvSpPr>
            <a:spLocks xmlns:a="http://schemas.openxmlformats.org/drawingml/2006/main" noGrp="1"/>
          </p:cNvSpPr>
          <p:nvPr/>
        </p:nvSpPr>
        <p:spPr>
          <a:xfrm xmlns:a="http://schemas.openxmlformats.org/drawingml/2006/main" rot="0">
            <a:off x="8686800" y="8298460"/>
            <a:ext cx="228600" cy="57566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3238" b="1" i="0">
                <a:solidFill>
                  <a:srgbClr val="6C9CD3"/>
                </a:solidFill>
                <a:latin typeface="Arial"/>
                <a:ea typeface="Arial"/>
                <a:cs typeface="Arial"/>
              </a:defRPr>
            </a:defPPr>
          </a:lstStyle>
          <a:p xmlns:a="http://schemas.openxmlformats.org/drawingml/2006/main">
            <a:pPr algn="l">
              <a:lnSpc>
                <a:spcPct val="100000"/>
              </a:lnSpc>
              <a:buNone/>
              <a:defRPr sz="3238" b="1" i="0">
                <a:solidFill>
                  <a:srgbClr val="6C9CD3"/>
                </a:solidFill>
                <a:latin typeface="Arial"/>
                <a:ea typeface="Arial"/>
                <a:cs typeface="Arial"/>
              </a:defRPr>
            </a:pPr>
            <a:r>
              <a:rPr sz="3238" b="1" i="0">
                <a:solidFill>
                  <a:srgbClr val="6C9CD3"/>
                </a:solidFill>
                <a:latin typeface="Arial"/>
                <a:ea typeface="Arial"/>
                <a:cs typeface="Arial"/>
              </a:rPr>
              <a:t>4</a:t>
            </a:r>
          </a:p>
        </p:txBody>
      </p:sp>
      <p:sp>
        <p:nvSpPr>
          <p:cNvPr id="24" name="Check result 1">
            <a:extLst xmlns:a="http://schemas.openxmlformats.org/drawingml/2006/main">
              <a:ext uri="{FF2B5EF4-FFF2-40B4-BE49-F238E27FC236}">
                <a16:creationId xmlns:a16="http://schemas.microsoft.com/office/drawing/2014/main" id="{D7B359EE-0C29-4589-A5AA-3E47B0AF911C}"/>
              </a:ext>
            </a:extLst>
          </p:cNvPr>
          <p:cNvSpPr>
            <a:spLocks xmlns:a="http://schemas.openxmlformats.org/drawingml/2006/main" noGrp="1"/>
          </p:cNvSpPr>
          <p:nvPr/>
        </p:nvSpPr>
        <p:spPr>
          <a:xfrm xmlns:a="http://schemas.openxmlformats.org/drawingml/2006/main">
            <a:off x="15592425" y="5143500"/>
            <a:ext cx="485775" cy="495300"/>
          </a:xfrm>
          <a:custGeom xmlns:a="http://schemas.openxmlformats.org/drawingml/2006/main">
            <a:pathLst>
              <a:path w="485775" h="495300">
                <a:moveTo>
                  <a:pt x="95250" y="0"/>
                </a:moveTo>
                <a:lnTo>
                  <a:pt x="390525" y="0"/>
                </a:lnTo>
                <a:cubicBezTo>
                  <a:pt x="443130" y="0"/>
                  <a:pt x="485775" y="42645"/>
                  <a:pt x="485775" y="95250"/>
                </a:cubicBezTo>
                <a:lnTo>
                  <a:pt x="485775" y="400050"/>
                </a:lnTo>
                <a:cubicBezTo>
                  <a:pt x="485775" y="452655"/>
                  <a:pt x="443130" y="495300"/>
                  <a:pt x="390525" y="495300"/>
                </a:cubicBezTo>
                <a:lnTo>
                  <a:pt x="95250" y="495300"/>
                </a:lnTo>
                <a:cubicBezTo>
                  <a:pt x="42645" y="495300"/>
                  <a:pt x="0" y="452655"/>
                  <a:pt x="0" y="400050"/>
                </a:cubicBezTo>
                <a:lnTo>
                  <a:pt x="0" y="95250"/>
                </a:lnTo>
                <a:cubicBezTo>
                  <a:pt x="0" y="42645"/>
                  <a:pt x="42645" y="0"/>
                  <a:pt x="95250" y="0"/>
                </a:cubicBezTo>
                <a:close/>
              </a:path>
            </a:pathLst>
          </a:custGeom>
          <a:solidFill xmlns:a="http://schemas.openxmlformats.org/drawingml/2006/main">
            <a:srgbClr val="2AAA84"/>
          </a:solidFill>
          <a:ln xmlns:a="http://schemas.openxmlformats.org/drawingml/2006/main" w="47625">
            <a:solidFill>
              <a:srgbClr val="169369"/>
            </a:solidFill>
            <a:prstDash val="solid"/>
          </a:ln>
        </p:spPr>
      </p:sp>
      <p:sp>
        <p:nvSpPr>
          <p:cNvPr id="25" name="Native checkmark short">
            <a:extLst xmlns:a="http://schemas.openxmlformats.org/drawingml/2006/main">
              <a:ext uri="{FF2B5EF4-FFF2-40B4-BE49-F238E27FC236}">
                <a16:creationId xmlns:a16="http://schemas.microsoft.com/office/drawing/2014/main" id="{A7405116-0147-4A8C-BDF0-3B835AB38EFF}"/>
              </a:ext>
            </a:extLst>
          </p:cNvPr>
          <p:cNvSpPr>
            <a:spLocks xmlns:a="http://schemas.openxmlformats.org/drawingml/2006/main" noGrp="1"/>
          </p:cNvSpPr>
          <p:nvPr/>
        </p:nvSpPr>
        <p:spPr>
          <a:xfrm xmlns:a="http://schemas.openxmlformats.org/drawingml/2006/main">
            <a:off x="15716250" y="5372100"/>
            <a:ext cx="95250" cy="95250"/>
          </a:xfrm>
          <a:custGeom xmlns:a="http://schemas.openxmlformats.org/drawingml/2006/main">
            <a:pathLst>
              <a:path w="95250" h="95250">
                <a:moveTo>
                  <a:pt x="0" y="0"/>
                </a:moveTo>
                <a:lnTo>
                  <a:pt x="95250" y="95250"/>
                </a:lnTo>
              </a:path>
            </a:pathLst>
          </a:custGeom>
          <a:noFill xmlns:a="http://schemas.openxmlformats.org/drawingml/2006/main"/>
          <a:ln xmlns:a="http://schemas.openxmlformats.org/drawingml/2006/main" w="47625">
            <a:solidFill>
              <a:srgbClr val="FFFFFF"/>
            </a:solidFill>
            <a:prstDash val="solid"/>
          </a:ln>
        </p:spPr>
      </p:sp>
      <p:sp>
        <p:nvSpPr>
          <p:cNvPr id="26" name="Native checkmark long">
            <a:extLst xmlns:a="http://schemas.openxmlformats.org/drawingml/2006/main">
              <a:ext uri="{FF2B5EF4-FFF2-40B4-BE49-F238E27FC236}">
                <a16:creationId xmlns:a16="http://schemas.microsoft.com/office/drawing/2014/main" id="{BF029F15-C853-43CE-AFF0-74C54CA2CE94}"/>
              </a:ext>
            </a:extLst>
          </p:cNvPr>
          <p:cNvSpPr>
            <a:spLocks xmlns:a="http://schemas.openxmlformats.org/drawingml/2006/main" noGrp="1"/>
          </p:cNvSpPr>
          <p:nvPr/>
        </p:nvSpPr>
        <p:spPr>
          <a:xfrm xmlns:a="http://schemas.openxmlformats.org/drawingml/2006/main">
            <a:off x="15811500" y="5295900"/>
            <a:ext cx="152400" cy="171450"/>
          </a:xfrm>
          <a:custGeom xmlns:a="http://schemas.openxmlformats.org/drawingml/2006/main">
            <a:pathLst>
              <a:path w="152400" h="171450">
                <a:moveTo>
                  <a:pt x="0" y="171450"/>
                </a:moveTo>
                <a:lnTo>
                  <a:pt x="152400" y="0"/>
                </a:lnTo>
              </a:path>
            </a:pathLst>
          </a:custGeom>
          <a:noFill xmlns:a="http://schemas.openxmlformats.org/drawingml/2006/main"/>
          <a:ln xmlns:a="http://schemas.openxmlformats.org/drawingml/2006/main" w="47625">
            <a:solidFill>
              <a:srgbClr val="FFFFFF"/>
            </a:solidFill>
            <a:prstDash val="solid"/>
          </a:ln>
        </p:spPr>
      </p:sp>
      <p:sp>
        <p:nvSpPr>
          <p:cNvPr id="27" name="Check result 2">
            <a:extLst xmlns:a="http://schemas.openxmlformats.org/drawingml/2006/main">
              <a:ext uri="{FF2B5EF4-FFF2-40B4-BE49-F238E27FC236}">
                <a16:creationId xmlns:a16="http://schemas.microsoft.com/office/drawing/2014/main" id="{258105B8-7478-4C62-A947-64DE32E37F33}"/>
              </a:ext>
            </a:extLst>
          </p:cNvPr>
          <p:cNvSpPr>
            <a:spLocks xmlns:a="http://schemas.openxmlformats.org/drawingml/2006/main" noGrp="1"/>
          </p:cNvSpPr>
          <p:nvPr/>
        </p:nvSpPr>
        <p:spPr>
          <a:xfrm xmlns:a="http://schemas.openxmlformats.org/drawingml/2006/main">
            <a:off x="15592425" y="6181725"/>
            <a:ext cx="485775" cy="495300"/>
          </a:xfrm>
          <a:custGeom xmlns:a="http://schemas.openxmlformats.org/drawingml/2006/main">
            <a:pathLst>
              <a:path w="485775" h="495300">
                <a:moveTo>
                  <a:pt x="95250" y="0"/>
                </a:moveTo>
                <a:lnTo>
                  <a:pt x="390525" y="0"/>
                </a:lnTo>
                <a:cubicBezTo>
                  <a:pt x="443130" y="0"/>
                  <a:pt x="485775" y="42645"/>
                  <a:pt x="485775" y="95250"/>
                </a:cubicBezTo>
                <a:lnTo>
                  <a:pt x="485775" y="400050"/>
                </a:lnTo>
                <a:cubicBezTo>
                  <a:pt x="485775" y="452655"/>
                  <a:pt x="443130" y="495300"/>
                  <a:pt x="390525" y="495300"/>
                </a:cubicBezTo>
                <a:lnTo>
                  <a:pt x="95250" y="495300"/>
                </a:lnTo>
                <a:cubicBezTo>
                  <a:pt x="42645" y="495300"/>
                  <a:pt x="0" y="452655"/>
                  <a:pt x="0" y="400050"/>
                </a:cubicBezTo>
                <a:lnTo>
                  <a:pt x="0" y="95250"/>
                </a:lnTo>
                <a:cubicBezTo>
                  <a:pt x="0" y="42645"/>
                  <a:pt x="42645" y="0"/>
                  <a:pt x="95250" y="0"/>
                </a:cubicBezTo>
                <a:close/>
              </a:path>
            </a:pathLst>
          </a:custGeom>
          <a:solidFill xmlns:a="http://schemas.openxmlformats.org/drawingml/2006/main">
            <a:srgbClr val="2AAA84"/>
          </a:solidFill>
          <a:ln xmlns:a="http://schemas.openxmlformats.org/drawingml/2006/main" w="47625">
            <a:solidFill>
              <a:srgbClr val="169369"/>
            </a:solidFill>
            <a:prstDash val="solid"/>
          </a:ln>
        </p:spPr>
      </p:sp>
      <p:sp>
        <p:nvSpPr>
          <p:cNvPr id="28" name="Native checkmark short">
            <a:extLst xmlns:a="http://schemas.openxmlformats.org/drawingml/2006/main">
              <a:ext uri="{FF2B5EF4-FFF2-40B4-BE49-F238E27FC236}">
                <a16:creationId xmlns:a16="http://schemas.microsoft.com/office/drawing/2014/main" id="{6086BD36-3661-4D98-B4CF-4A2532963B3C}"/>
              </a:ext>
            </a:extLst>
          </p:cNvPr>
          <p:cNvSpPr>
            <a:spLocks xmlns:a="http://schemas.openxmlformats.org/drawingml/2006/main" noGrp="1"/>
          </p:cNvSpPr>
          <p:nvPr/>
        </p:nvSpPr>
        <p:spPr>
          <a:xfrm xmlns:a="http://schemas.openxmlformats.org/drawingml/2006/main">
            <a:off x="15716250" y="6410325"/>
            <a:ext cx="95250" cy="95250"/>
          </a:xfrm>
          <a:custGeom xmlns:a="http://schemas.openxmlformats.org/drawingml/2006/main">
            <a:pathLst>
              <a:path w="95250" h="95250">
                <a:moveTo>
                  <a:pt x="0" y="0"/>
                </a:moveTo>
                <a:lnTo>
                  <a:pt x="95250" y="95250"/>
                </a:lnTo>
              </a:path>
            </a:pathLst>
          </a:custGeom>
          <a:noFill xmlns:a="http://schemas.openxmlformats.org/drawingml/2006/main"/>
          <a:ln xmlns:a="http://schemas.openxmlformats.org/drawingml/2006/main" w="47625">
            <a:solidFill>
              <a:srgbClr val="FFFFFF"/>
            </a:solidFill>
            <a:prstDash val="solid"/>
          </a:ln>
        </p:spPr>
      </p:sp>
      <p:sp>
        <p:nvSpPr>
          <p:cNvPr id="29" name="Native checkmark long">
            <a:extLst xmlns:a="http://schemas.openxmlformats.org/drawingml/2006/main">
              <a:ext uri="{FF2B5EF4-FFF2-40B4-BE49-F238E27FC236}">
                <a16:creationId xmlns:a16="http://schemas.microsoft.com/office/drawing/2014/main" id="{1B14A15D-1C94-4BE0-8733-F94E16CC2C60}"/>
              </a:ext>
            </a:extLst>
          </p:cNvPr>
          <p:cNvSpPr>
            <a:spLocks xmlns:a="http://schemas.openxmlformats.org/drawingml/2006/main" noGrp="1"/>
          </p:cNvSpPr>
          <p:nvPr/>
        </p:nvSpPr>
        <p:spPr>
          <a:xfrm xmlns:a="http://schemas.openxmlformats.org/drawingml/2006/main">
            <a:off x="15811500" y="6334125"/>
            <a:ext cx="152400" cy="171450"/>
          </a:xfrm>
          <a:custGeom xmlns:a="http://schemas.openxmlformats.org/drawingml/2006/main">
            <a:pathLst>
              <a:path w="152400" h="171450">
                <a:moveTo>
                  <a:pt x="0" y="171450"/>
                </a:moveTo>
                <a:lnTo>
                  <a:pt x="152400" y="0"/>
                </a:lnTo>
              </a:path>
            </a:pathLst>
          </a:custGeom>
          <a:noFill xmlns:a="http://schemas.openxmlformats.org/drawingml/2006/main"/>
          <a:ln xmlns:a="http://schemas.openxmlformats.org/drawingml/2006/main" w="47625">
            <a:solidFill>
              <a:srgbClr val="FFFFFF"/>
            </a:solidFill>
            <a:prstDash val="solid"/>
          </a:ln>
        </p:spPr>
      </p:sp>
      <p:sp>
        <p:nvSpPr>
          <p:cNvPr id="30" name="Check result 3">
            <a:extLst xmlns:a="http://schemas.openxmlformats.org/drawingml/2006/main">
              <a:ext uri="{FF2B5EF4-FFF2-40B4-BE49-F238E27FC236}">
                <a16:creationId xmlns:a16="http://schemas.microsoft.com/office/drawing/2014/main" id="{C1029F90-7ED9-453F-B667-D20C1D3DAEC9}"/>
              </a:ext>
            </a:extLst>
          </p:cNvPr>
          <p:cNvSpPr>
            <a:spLocks xmlns:a="http://schemas.openxmlformats.org/drawingml/2006/main" noGrp="1"/>
          </p:cNvSpPr>
          <p:nvPr/>
        </p:nvSpPr>
        <p:spPr>
          <a:xfrm xmlns:a="http://schemas.openxmlformats.org/drawingml/2006/main">
            <a:off x="15592425" y="7229475"/>
            <a:ext cx="485775" cy="495300"/>
          </a:xfrm>
          <a:custGeom xmlns:a="http://schemas.openxmlformats.org/drawingml/2006/main">
            <a:pathLst>
              <a:path w="485775" h="495300">
                <a:moveTo>
                  <a:pt x="95250" y="0"/>
                </a:moveTo>
                <a:lnTo>
                  <a:pt x="390525" y="0"/>
                </a:lnTo>
                <a:cubicBezTo>
                  <a:pt x="443130" y="0"/>
                  <a:pt x="485775" y="42645"/>
                  <a:pt x="485775" y="95250"/>
                </a:cubicBezTo>
                <a:lnTo>
                  <a:pt x="485775" y="400050"/>
                </a:lnTo>
                <a:cubicBezTo>
                  <a:pt x="485775" y="452655"/>
                  <a:pt x="443130" y="495300"/>
                  <a:pt x="390525" y="495300"/>
                </a:cubicBezTo>
                <a:lnTo>
                  <a:pt x="95250" y="495300"/>
                </a:lnTo>
                <a:cubicBezTo>
                  <a:pt x="42645" y="495300"/>
                  <a:pt x="0" y="452655"/>
                  <a:pt x="0" y="400050"/>
                </a:cubicBezTo>
                <a:lnTo>
                  <a:pt x="0" y="95250"/>
                </a:lnTo>
                <a:cubicBezTo>
                  <a:pt x="0" y="42645"/>
                  <a:pt x="42645" y="0"/>
                  <a:pt x="95250" y="0"/>
                </a:cubicBezTo>
                <a:close/>
              </a:path>
            </a:pathLst>
          </a:custGeom>
          <a:solidFill xmlns:a="http://schemas.openxmlformats.org/drawingml/2006/main">
            <a:srgbClr val="2AAA84"/>
          </a:solidFill>
          <a:ln xmlns:a="http://schemas.openxmlformats.org/drawingml/2006/main" w="47625">
            <a:solidFill>
              <a:srgbClr val="169369"/>
            </a:solidFill>
            <a:prstDash val="solid"/>
          </a:ln>
        </p:spPr>
      </p:sp>
      <p:sp>
        <p:nvSpPr>
          <p:cNvPr id="31" name="Native checkmark short">
            <a:extLst xmlns:a="http://schemas.openxmlformats.org/drawingml/2006/main">
              <a:ext uri="{FF2B5EF4-FFF2-40B4-BE49-F238E27FC236}">
                <a16:creationId xmlns:a16="http://schemas.microsoft.com/office/drawing/2014/main" id="{414EEAAE-BCEA-4386-BDEA-97007D70692C}"/>
              </a:ext>
            </a:extLst>
          </p:cNvPr>
          <p:cNvSpPr>
            <a:spLocks xmlns:a="http://schemas.openxmlformats.org/drawingml/2006/main" noGrp="1"/>
          </p:cNvSpPr>
          <p:nvPr/>
        </p:nvSpPr>
        <p:spPr>
          <a:xfrm xmlns:a="http://schemas.openxmlformats.org/drawingml/2006/main">
            <a:off x="15716250" y="7458075"/>
            <a:ext cx="95250" cy="95250"/>
          </a:xfrm>
          <a:custGeom xmlns:a="http://schemas.openxmlformats.org/drawingml/2006/main">
            <a:pathLst>
              <a:path w="95250" h="95250">
                <a:moveTo>
                  <a:pt x="0" y="0"/>
                </a:moveTo>
                <a:lnTo>
                  <a:pt x="95250" y="95250"/>
                </a:lnTo>
              </a:path>
            </a:pathLst>
          </a:custGeom>
          <a:noFill xmlns:a="http://schemas.openxmlformats.org/drawingml/2006/main"/>
          <a:ln xmlns:a="http://schemas.openxmlformats.org/drawingml/2006/main" w="47625">
            <a:solidFill>
              <a:srgbClr val="FFFFFF"/>
            </a:solidFill>
            <a:prstDash val="solid"/>
          </a:ln>
        </p:spPr>
      </p:sp>
      <p:sp>
        <p:nvSpPr>
          <p:cNvPr id="32" name="Native checkmark long">
            <a:extLst xmlns:a="http://schemas.openxmlformats.org/drawingml/2006/main">
              <a:ext uri="{FF2B5EF4-FFF2-40B4-BE49-F238E27FC236}">
                <a16:creationId xmlns:a16="http://schemas.microsoft.com/office/drawing/2014/main" id="{55D0C800-E991-4341-829C-F22810B85E5F}"/>
              </a:ext>
            </a:extLst>
          </p:cNvPr>
          <p:cNvSpPr>
            <a:spLocks xmlns:a="http://schemas.openxmlformats.org/drawingml/2006/main" noGrp="1"/>
          </p:cNvSpPr>
          <p:nvPr/>
        </p:nvSpPr>
        <p:spPr>
          <a:xfrm xmlns:a="http://schemas.openxmlformats.org/drawingml/2006/main">
            <a:off x="15811500" y="7381875"/>
            <a:ext cx="152400" cy="171450"/>
          </a:xfrm>
          <a:custGeom xmlns:a="http://schemas.openxmlformats.org/drawingml/2006/main">
            <a:pathLst>
              <a:path w="152400" h="171450">
                <a:moveTo>
                  <a:pt x="0" y="171450"/>
                </a:moveTo>
                <a:lnTo>
                  <a:pt x="152400" y="0"/>
                </a:lnTo>
              </a:path>
            </a:pathLst>
          </a:custGeom>
          <a:noFill xmlns:a="http://schemas.openxmlformats.org/drawingml/2006/main"/>
          <a:ln xmlns:a="http://schemas.openxmlformats.org/drawingml/2006/main" w="47625">
            <a:solidFill>
              <a:srgbClr val="FFFFFF"/>
            </a:solidFill>
            <a:prstDash val="solid"/>
          </a:ln>
        </p:spPr>
      </p:sp>
      <p:sp>
        <p:nvSpPr>
          <p:cNvPr id="33" name="Check result 4">
            <a:extLst xmlns:a="http://schemas.openxmlformats.org/drawingml/2006/main">
              <a:ext uri="{FF2B5EF4-FFF2-40B4-BE49-F238E27FC236}">
                <a16:creationId xmlns:a16="http://schemas.microsoft.com/office/drawing/2014/main" id="{EADAB35E-4CED-42E1-BD0E-201AAC1E2540}"/>
              </a:ext>
            </a:extLst>
          </p:cNvPr>
          <p:cNvSpPr>
            <a:spLocks xmlns:a="http://schemas.openxmlformats.org/drawingml/2006/main" noGrp="1"/>
          </p:cNvSpPr>
          <p:nvPr/>
        </p:nvSpPr>
        <p:spPr>
          <a:xfrm xmlns:a="http://schemas.openxmlformats.org/drawingml/2006/main">
            <a:off x="15592425" y="8296275"/>
            <a:ext cx="485775" cy="495300"/>
          </a:xfrm>
          <a:custGeom xmlns:a="http://schemas.openxmlformats.org/drawingml/2006/main">
            <a:pathLst>
              <a:path w="485775" h="495300">
                <a:moveTo>
                  <a:pt x="95250" y="0"/>
                </a:moveTo>
                <a:lnTo>
                  <a:pt x="390525" y="0"/>
                </a:lnTo>
                <a:cubicBezTo>
                  <a:pt x="443130" y="0"/>
                  <a:pt x="485775" y="42645"/>
                  <a:pt x="485775" y="95250"/>
                </a:cubicBezTo>
                <a:lnTo>
                  <a:pt x="485775" y="400050"/>
                </a:lnTo>
                <a:cubicBezTo>
                  <a:pt x="485775" y="452655"/>
                  <a:pt x="443130" y="495300"/>
                  <a:pt x="390525" y="495300"/>
                </a:cubicBezTo>
                <a:lnTo>
                  <a:pt x="95250" y="495300"/>
                </a:lnTo>
                <a:cubicBezTo>
                  <a:pt x="42645" y="495300"/>
                  <a:pt x="0" y="452655"/>
                  <a:pt x="0" y="400050"/>
                </a:cubicBezTo>
                <a:lnTo>
                  <a:pt x="0" y="95250"/>
                </a:lnTo>
                <a:cubicBezTo>
                  <a:pt x="0" y="42645"/>
                  <a:pt x="42645" y="0"/>
                  <a:pt x="95250" y="0"/>
                </a:cubicBezTo>
                <a:close/>
              </a:path>
            </a:pathLst>
          </a:custGeom>
          <a:solidFill xmlns:a="http://schemas.openxmlformats.org/drawingml/2006/main">
            <a:srgbClr val="EF7074"/>
          </a:solidFill>
          <a:ln xmlns:a="http://schemas.openxmlformats.org/drawingml/2006/main" w="47625">
            <a:solidFill>
              <a:srgbClr val="C9232C"/>
            </a:solidFill>
            <a:prstDash val="solid"/>
          </a:ln>
        </p:spPr>
      </p:sp>
      <p:sp>
        <p:nvSpPr>
          <p:cNvPr id="34" name="Native cross one">
            <a:extLst xmlns:a="http://schemas.openxmlformats.org/drawingml/2006/main">
              <a:ext uri="{FF2B5EF4-FFF2-40B4-BE49-F238E27FC236}">
                <a16:creationId xmlns:a16="http://schemas.microsoft.com/office/drawing/2014/main" id="{72FF8207-9E3C-4A30-9C25-F29775800827}"/>
              </a:ext>
            </a:extLst>
          </p:cNvPr>
          <p:cNvSpPr>
            <a:spLocks xmlns:a="http://schemas.openxmlformats.org/drawingml/2006/main" noGrp="1"/>
          </p:cNvSpPr>
          <p:nvPr/>
        </p:nvSpPr>
        <p:spPr>
          <a:xfrm xmlns:a="http://schemas.openxmlformats.org/drawingml/2006/main">
            <a:off x="15744825" y="8458200"/>
            <a:ext cx="190500" cy="190500"/>
          </a:xfrm>
          <a:custGeom xmlns:a="http://schemas.openxmlformats.org/drawingml/2006/main">
            <a:pathLst>
              <a:path w="190500" h="190500">
                <a:moveTo>
                  <a:pt x="0" y="0"/>
                </a:moveTo>
                <a:lnTo>
                  <a:pt x="190500" y="190500"/>
                </a:lnTo>
              </a:path>
            </a:pathLst>
          </a:custGeom>
          <a:noFill xmlns:a="http://schemas.openxmlformats.org/drawingml/2006/main"/>
          <a:ln xmlns:a="http://schemas.openxmlformats.org/drawingml/2006/main" w="47625">
            <a:solidFill>
              <a:srgbClr val="FFFFFF"/>
            </a:solidFill>
            <a:prstDash val="solid"/>
          </a:ln>
        </p:spPr>
      </p:sp>
      <p:sp>
        <p:nvSpPr>
          <p:cNvPr id="35" name="Native cross two">
            <a:extLst xmlns:a="http://schemas.openxmlformats.org/drawingml/2006/main">
              <a:ext uri="{FF2B5EF4-FFF2-40B4-BE49-F238E27FC236}">
                <a16:creationId xmlns:a16="http://schemas.microsoft.com/office/drawing/2014/main" id="{FBE36BA2-59D0-41E6-ACFC-305F4CADD66F}"/>
              </a:ext>
            </a:extLst>
          </p:cNvPr>
          <p:cNvSpPr>
            <a:spLocks xmlns:a="http://schemas.openxmlformats.org/drawingml/2006/main" noGrp="1"/>
          </p:cNvSpPr>
          <p:nvPr/>
        </p:nvSpPr>
        <p:spPr>
          <a:xfrm xmlns:a="http://schemas.openxmlformats.org/drawingml/2006/main">
            <a:off x="15744825" y="8458200"/>
            <a:ext cx="190500" cy="190500"/>
          </a:xfrm>
          <a:custGeom xmlns:a="http://schemas.openxmlformats.org/drawingml/2006/main">
            <a:pathLst>
              <a:path w="190500" h="190500">
                <a:moveTo>
                  <a:pt x="190500" y="0"/>
                </a:moveTo>
                <a:lnTo>
                  <a:pt x="0" y="190500"/>
                </a:lnTo>
              </a:path>
            </a:pathLst>
          </a:custGeom>
          <a:noFill xmlns:a="http://schemas.openxmlformats.org/drawingml/2006/main"/>
          <a:ln xmlns:a="http://schemas.openxmlformats.org/drawingml/2006/main" w="47625">
            <a:solidFill>
              <a:srgbClr val="FFFFFF"/>
            </a:solidFill>
            <a:prstDash val="solid"/>
          </a:ln>
        </p:spPr>
      </p:sp>
      <p:sp>
        <p:nvSpPr>
          <p:cNvPr id="36" name="Reviewed text 1">
            <a:extLst xmlns:a="http://schemas.openxmlformats.org/drawingml/2006/main">
              <a:ext uri="{FF2B5EF4-FFF2-40B4-BE49-F238E27FC236}">
                <a16:creationId xmlns:a16="http://schemas.microsoft.com/office/drawing/2014/main" id="{06D05A14-D7BF-4095-959C-D3BD648CBA12}"/>
              </a:ext>
            </a:extLst>
          </p:cNvPr>
          <p:cNvSpPr>
            <a:spLocks xmlns:a="http://schemas.openxmlformats.org/drawingml/2006/main" noGrp="1"/>
          </p:cNvSpPr>
          <p:nvPr/>
        </p:nvSpPr>
        <p:spPr>
          <a:xfrm xmlns:a="http://schemas.openxmlformats.org/drawingml/2006/main" rot="0">
            <a:off x="3914775" y="774559"/>
            <a:ext cx="4362450" cy="49498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784" b="0" i="0">
                <a:solidFill>
                  <a:srgbClr val="101010"/>
                </a:solidFill>
                <a:latin typeface="Arial"/>
                <a:ea typeface="Arial"/>
                <a:cs typeface="Arial"/>
              </a:defRPr>
            </a:defPPr>
          </a:lstStyle>
          <a:p xmlns:a="http://schemas.openxmlformats.org/drawingml/2006/main">
            <a:pPr algn="l">
              <a:lnSpc>
                <a:spcPct val="100000"/>
              </a:lnSpc>
              <a:buNone/>
              <a:defRPr sz="2784" b="0" i="0">
                <a:solidFill>
                  <a:srgbClr val="101010"/>
                </a:solidFill>
                <a:latin typeface="Arial"/>
                <a:ea typeface="Arial"/>
                <a:cs typeface="Arial"/>
              </a:defRPr>
            </a:pPr>
            <a:r>
              <a:rPr sz="2784" b="0" i="0">
                <a:solidFill>
                  <a:srgbClr val="101010"/>
                </a:solidFill>
                <a:latin typeface="Arial"/>
                <a:ea typeface="Arial"/>
                <a:cs typeface="Arial"/>
              </a:rPr>
              <a:t>Generate a photo of the live</a:t>
            </a:r>
          </a:p>
        </p:txBody>
      </p:sp>
      <p:sp>
        <p:nvSpPr>
          <p:cNvPr id="37" name="Reviewed text 2">
            <a:extLst xmlns:a="http://schemas.openxmlformats.org/drawingml/2006/main">
              <a:ext uri="{FF2B5EF4-FFF2-40B4-BE49-F238E27FC236}">
                <a16:creationId xmlns:a16="http://schemas.microsoft.com/office/drawing/2014/main" id="{E655FD97-56DA-41CB-BEFF-301D02DF3124}"/>
              </a:ext>
            </a:extLst>
          </p:cNvPr>
          <p:cNvSpPr>
            <a:spLocks xmlns:a="http://schemas.openxmlformats.org/drawingml/2006/main" noGrp="1"/>
          </p:cNvSpPr>
          <p:nvPr/>
        </p:nvSpPr>
        <p:spPr>
          <a:xfrm xmlns:a="http://schemas.openxmlformats.org/drawingml/2006/main" rot="0">
            <a:off x="3905250" y="1231798"/>
            <a:ext cx="5086350" cy="49468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782" b="0" i="0">
                <a:solidFill>
                  <a:srgbClr val="101010"/>
                </a:solidFill>
                <a:latin typeface="Arial"/>
                <a:ea typeface="Arial"/>
                <a:cs typeface="Arial"/>
              </a:defRPr>
            </a:defPPr>
          </a:lstStyle>
          <a:p xmlns:a="http://schemas.openxmlformats.org/drawingml/2006/main">
            <a:pPr algn="l">
              <a:lnSpc>
                <a:spcPct val="100000"/>
              </a:lnSpc>
              <a:buNone/>
              <a:defRPr sz="2782" b="0" i="0">
                <a:solidFill>
                  <a:srgbClr val="101010"/>
                </a:solidFill>
                <a:latin typeface="Arial"/>
                <a:ea typeface="Arial"/>
                <a:cs typeface="Arial"/>
              </a:defRPr>
            </a:pPr>
            <a:r>
              <a:rPr sz="2782" b="0" i="0">
                <a:solidFill>
                  <a:srgbClr val="101010"/>
                </a:solidFill>
                <a:latin typeface="Arial"/>
                <a:ea typeface="Arial"/>
                <a:cs typeface="Arial"/>
              </a:rPr>
              <a:t>scoreboard from the </a:t>
            </a:r>
            <a:r>
              <a:rPr sz="2782" b="1" i="0">
                <a:solidFill>
                  <a:srgbClr val="101010"/>
                </a:solidFill>
                <a:latin typeface="Arial"/>
                <a:ea typeface="Arial"/>
                <a:cs typeface="Arial"/>
              </a:rPr>
              <a:t>2024 UEFA</a:t>
            </a:r>
          </a:p>
        </p:txBody>
      </p:sp>
      <p:sp>
        <p:nvSpPr>
          <p:cNvPr id="38" name="Reviewed text 3">
            <a:extLst xmlns:a="http://schemas.openxmlformats.org/drawingml/2006/main">
              <a:ext uri="{FF2B5EF4-FFF2-40B4-BE49-F238E27FC236}">
                <a16:creationId xmlns:a16="http://schemas.microsoft.com/office/drawing/2014/main" id="{A3AEF6CD-5141-4353-82DA-2BCE041ABB28}"/>
              </a:ext>
            </a:extLst>
          </p:cNvPr>
          <p:cNvSpPr>
            <a:spLocks xmlns:a="http://schemas.openxmlformats.org/drawingml/2006/main" noGrp="1"/>
          </p:cNvSpPr>
          <p:nvPr/>
        </p:nvSpPr>
        <p:spPr>
          <a:xfrm xmlns:a="http://schemas.openxmlformats.org/drawingml/2006/main" rot="0">
            <a:off x="3924300" y="1689698"/>
            <a:ext cx="3067050" cy="48923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752" b="1" i="0">
                <a:solidFill>
                  <a:srgbClr val="101010"/>
                </a:solidFill>
                <a:latin typeface="Arial"/>
                <a:ea typeface="Arial"/>
                <a:cs typeface="Arial"/>
              </a:defRPr>
            </a:defPPr>
          </a:lstStyle>
          <a:p xmlns:a="http://schemas.openxmlformats.org/drawingml/2006/main">
            <a:pPr algn="l">
              <a:lnSpc>
                <a:spcPct val="100000"/>
              </a:lnSpc>
              <a:buNone/>
              <a:defRPr sz="2752" b="1" i="0">
                <a:solidFill>
                  <a:srgbClr val="101010"/>
                </a:solidFill>
                <a:latin typeface="Arial"/>
                <a:ea typeface="Arial"/>
                <a:cs typeface="Arial"/>
              </a:defRPr>
            </a:pPr>
            <a:r>
              <a:rPr sz="2752" b="1" i="0">
                <a:solidFill>
                  <a:srgbClr val="101010"/>
                </a:solidFill>
                <a:latin typeface="Arial"/>
                <a:ea typeface="Arial"/>
                <a:cs typeface="Arial"/>
              </a:rPr>
              <a:t>European Football</a:t>
            </a:r>
          </a:p>
        </p:txBody>
      </p:sp>
      <p:sp>
        <p:nvSpPr>
          <p:cNvPr id="39" name="Reviewed text 4">
            <a:extLst xmlns:a="http://schemas.openxmlformats.org/drawingml/2006/main">
              <a:ext uri="{FF2B5EF4-FFF2-40B4-BE49-F238E27FC236}">
                <a16:creationId xmlns:a16="http://schemas.microsoft.com/office/drawing/2014/main" id="{8D27C675-3E14-48FF-95C9-1644BCC63339}"/>
              </a:ext>
            </a:extLst>
          </p:cNvPr>
          <p:cNvSpPr>
            <a:spLocks xmlns:a="http://schemas.openxmlformats.org/drawingml/2006/main" noGrp="1"/>
          </p:cNvSpPr>
          <p:nvPr/>
        </p:nvSpPr>
        <p:spPr>
          <a:xfrm xmlns:a="http://schemas.openxmlformats.org/drawingml/2006/main" rot="0">
            <a:off x="3914775" y="2136136"/>
            <a:ext cx="4810125" cy="49885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806" b="0" i="0">
                <a:solidFill>
                  <a:srgbClr val="101010"/>
                </a:solidFill>
                <a:latin typeface="Arial"/>
                <a:ea typeface="Arial"/>
                <a:cs typeface="Arial"/>
              </a:defRPr>
            </a:defPPr>
          </a:lstStyle>
          <a:p xmlns:a="http://schemas.openxmlformats.org/drawingml/2006/main">
            <a:pPr algn="l">
              <a:lnSpc>
                <a:spcPct val="100000"/>
              </a:lnSpc>
              <a:buNone/>
              <a:defRPr sz="2806" b="0" i="0">
                <a:solidFill>
                  <a:srgbClr val="101010"/>
                </a:solidFill>
                <a:latin typeface="Arial"/>
                <a:ea typeface="Arial"/>
                <a:cs typeface="Arial"/>
              </a:defRPr>
            </a:pPr>
            <a:r>
              <a:rPr sz="2806" b="1" i="0">
                <a:solidFill>
                  <a:srgbClr val="101010"/>
                </a:solidFill>
                <a:latin typeface="Arial"/>
                <a:ea typeface="Arial"/>
                <a:cs typeface="Arial"/>
              </a:rPr>
              <a:t>Championship final,</a:t>
            </a:r>
            <a:r>
              <a:rPr sz="2806" b="0" i="0">
                <a:solidFill>
                  <a:srgbClr val="101010"/>
                </a:solidFill>
                <a:latin typeface="Arial"/>
                <a:ea typeface="Arial"/>
                <a:cs typeface="Arial"/>
              </a:rPr>
              <a:t> showing</a:t>
            </a:r>
          </a:p>
        </p:txBody>
      </p:sp>
      <p:sp>
        <p:nvSpPr>
          <p:cNvPr id="40" name="Reviewed text 5">
            <a:extLst xmlns:a="http://schemas.openxmlformats.org/drawingml/2006/main">
              <a:ext uri="{FF2B5EF4-FFF2-40B4-BE49-F238E27FC236}">
                <a16:creationId xmlns:a16="http://schemas.microsoft.com/office/drawing/2014/main" id="{4627C594-3280-4E79-A93D-5291CD12D8AD}"/>
              </a:ext>
            </a:extLst>
          </p:cNvPr>
          <p:cNvSpPr>
            <a:spLocks xmlns:a="http://schemas.openxmlformats.org/drawingml/2006/main" noGrp="1"/>
          </p:cNvSpPr>
          <p:nvPr/>
        </p:nvSpPr>
        <p:spPr>
          <a:xfrm xmlns:a="http://schemas.openxmlformats.org/drawingml/2006/main" rot="0">
            <a:off x="3905250" y="2593704"/>
            <a:ext cx="5295900" cy="49599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790" b="0" i="0">
                <a:solidFill>
                  <a:srgbClr val="101010"/>
                </a:solidFill>
                <a:latin typeface="Arial"/>
                <a:ea typeface="Arial"/>
                <a:cs typeface="Arial"/>
              </a:defRPr>
            </a:defPPr>
          </a:lstStyle>
          <a:p xmlns:a="http://schemas.openxmlformats.org/drawingml/2006/main">
            <a:pPr algn="l">
              <a:lnSpc>
                <a:spcPct val="100000"/>
              </a:lnSpc>
              <a:buNone/>
              <a:defRPr sz="2790" b="0" i="0">
                <a:solidFill>
                  <a:srgbClr val="101010"/>
                </a:solidFill>
                <a:latin typeface="Arial"/>
                <a:ea typeface="Arial"/>
                <a:cs typeface="Arial"/>
              </a:defRPr>
            </a:pPr>
            <a:r>
              <a:rPr sz="2790" b="0" i="0">
                <a:solidFill>
                  <a:srgbClr val="101010"/>
                </a:solidFill>
                <a:latin typeface="Arial"/>
                <a:ea typeface="Arial"/>
                <a:cs typeface="Arial"/>
              </a:rPr>
              <a:t>the </a:t>
            </a:r>
            <a:r>
              <a:rPr sz="2790" b="1" i="0">
                <a:solidFill>
                  <a:srgbClr val="101010"/>
                </a:solidFill>
                <a:latin typeface="Arial"/>
                <a:ea typeface="Arial"/>
                <a:cs typeface="Arial"/>
              </a:rPr>
              <a:t>national flags</a:t>
            </a:r>
            <a:r>
              <a:rPr sz="2790" b="0" i="0">
                <a:solidFill>
                  <a:srgbClr val="101010"/>
                </a:solidFill>
                <a:latin typeface="Arial"/>
                <a:ea typeface="Arial"/>
                <a:cs typeface="Arial"/>
              </a:rPr>
              <a:t> and the </a:t>
            </a:r>
            <a:r>
              <a:rPr sz="2790" b="1" i="0">
                <a:solidFill>
                  <a:srgbClr val="101010"/>
                </a:solidFill>
                <a:latin typeface="Arial"/>
                <a:ea typeface="Arial"/>
                <a:cs typeface="Arial"/>
              </a:rPr>
              <a:t>score.</a:t>
            </a:r>
          </a:p>
        </p:txBody>
      </p:sp>
      <p:sp>
        <p:nvSpPr>
          <p:cNvPr id="41" name="Reviewed text 6">
            <a:extLst xmlns:a="http://schemas.openxmlformats.org/drawingml/2006/main">
              <a:ext uri="{FF2B5EF4-FFF2-40B4-BE49-F238E27FC236}">
                <a16:creationId xmlns:a16="http://schemas.microsoft.com/office/drawing/2014/main" id="{90587F7A-B349-4A69-97B4-612628116EB3}"/>
              </a:ext>
            </a:extLst>
          </p:cNvPr>
          <p:cNvSpPr>
            <a:spLocks xmlns:a="http://schemas.openxmlformats.org/drawingml/2006/main" noGrp="1"/>
          </p:cNvSpPr>
          <p:nvPr/>
        </p:nvSpPr>
        <p:spPr>
          <a:xfrm xmlns:a="http://schemas.openxmlformats.org/drawingml/2006/main" rot="0">
            <a:off x="13944600" y="539234"/>
            <a:ext cx="1314450" cy="47320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661" b="1" i="0">
                <a:solidFill>
                  <a:srgbClr val="101010"/>
                </a:solidFill>
                <a:latin typeface="Arial"/>
                <a:ea typeface="Arial"/>
                <a:cs typeface="Arial"/>
              </a:defRPr>
            </a:defPPr>
          </a:lstStyle>
          <a:p xmlns:a="http://schemas.openxmlformats.org/drawingml/2006/main">
            <a:pPr algn="l">
              <a:lnSpc>
                <a:spcPct val="100000"/>
              </a:lnSpc>
              <a:buNone/>
              <a:defRPr sz="2661" b="1" i="0">
                <a:solidFill>
                  <a:srgbClr val="101010"/>
                </a:solidFill>
                <a:latin typeface="Arial"/>
                <a:ea typeface="Arial"/>
                <a:cs typeface="Arial"/>
              </a:defRPr>
            </a:pPr>
            <a:r>
              <a:rPr sz="2661" b="1" i="0">
                <a:solidFill>
                  <a:srgbClr val="101010"/>
                </a:solidFill>
                <a:latin typeface="Arial"/>
                <a:ea typeface="Arial"/>
                <a:cs typeface="Arial"/>
              </a:rPr>
              <a:t>Spanish</a:t>
            </a:r>
          </a:p>
        </p:txBody>
      </p:sp>
      <p:sp>
        <p:nvSpPr>
          <p:cNvPr id="42" name="Reviewed text 7">
            <a:extLst xmlns:a="http://schemas.openxmlformats.org/drawingml/2006/main">
              <a:ext uri="{FF2B5EF4-FFF2-40B4-BE49-F238E27FC236}">
                <a16:creationId xmlns:a16="http://schemas.microsoft.com/office/drawing/2014/main" id="{7F9935B2-D805-4F1C-88E3-82D208F809F2}"/>
              </a:ext>
            </a:extLst>
          </p:cNvPr>
          <p:cNvSpPr>
            <a:spLocks xmlns:a="http://schemas.openxmlformats.org/drawingml/2006/main" noGrp="1"/>
          </p:cNvSpPr>
          <p:nvPr/>
        </p:nvSpPr>
        <p:spPr>
          <a:xfrm xmlns:a="http://schemas.openxmlformats.org/drawingml/2006/main" rot="0">
            <a:off x="14306550" y="948752"/>
            <a:ext cx="695325" cy="47364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664" b="1" i="0">
                <a:solidFill>
                  <a:srgbClr val="101010"/>
                </a:solidFill>
                <a:latin typeface="Arial"/>
                <a:ea typeface="Arial"/>
                <a:cs typeface="Arial"/>
              </a:defRPr>
            </a:defPPr>
          </a:lstStyle>
          <a:p xmlns:a="http://schemas.openxmlformats.org/drawingml/2006/main">
            <a:pPr algn="l">
              <a:lnSpc>
                <a:spcPct val="100000"/>
              </a:lnSpc>
              <a:buNone/>
              <a:defRPr sz="2664" b="1" i="0">
                <a:solidFill>
                  <a:srgbClr val="101010"/>
                </a:solidFill>
                <a:latin typeface="Arial"/>
                <a:ea typeface="Arial"/>
                <a:cs typeface="Arial"/>
              </a:defRPr>
            </a:pPr>
            <a:r>
              <a:rPr sz="2664" b="1" i="0">
                <a:solidFill>
                  <a:srgbClr val="101010"/>
                </a:solidFill>
                <a:latin typeface="Arial"/>
                <a:ea typeface="Arial"/>
                <a:cs typeface="Arial"/>
              </a:rPr>
              <a:t>Flag</a:t>
            </a:r>
          </a:p>
        </p:txBody>
      </p:sp>
      <p:sp>
        <p:nvSpPr>
          <p:cNvPr id="43" name="Reviewed text 8">
            <a:extLst xmlns:a="http://schemas.openxmlformats.org/drawingml/2006/main">
              <a:ext uri="{FF2B5EF4-FFF2-40B4-BE49-F238E27FC236}">
                <a16:creationId xmlns:a16="http://schemas.microsoft.com/office/drawing/2014/main" id="{67B18790-C602-4EBB-83B0-0EF5FD71D0A0}"/>
              </a:ext>
            </a:extLst>
          </p:cNvPr>
          <p:cNvSpPr>
            <a:spLocks xmlns:a="http://schemas.openxmlformats.org/drawingml/2006/main" noGrp="1"/>
          </p:cNvSpPr>
          <p:nvPr/>
        </p:nvSpPr>
        <p:spPr>
          <a:xfrm xmlns:a="http://schemas.openxmlformats.org/drawingml/2006/main" rot="0">
            <a:off x="11753850" y="2558073"/>
            <a:ext cx="1343025" cy="47679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682" b="1" i="0">
                <a:solidFill>
                  <a:srgbClr val="101010"/>
                </a:solidFill>
                <a:latin typeface="Arial"/>
                <a:ea typeface="Arial"/>
                <a:cs typeface="Arial"/>
              </a:defRPr>
            </a:defPPr>
          </a:lstStyle>
          <a:p xmlns:a="http://schemas.openxmlformats.org/drawingml/2006/main">
            <a:pPr algn="l">
              <a:lnSpc>
                <a:spcPct val="100000"/>
              </a:lnSpc>
              <a:buNone/>
              <a:defRPr sz="2682" b="1" i="0">
                <a:solidFill>
                  <a:srgbClr val="101010"/>
                </a:solidFill>
                <a:latin typeface="Arial"/>
                <a:ea typeface="Arial"/>
                <a:cs typeface="Arial"/>
              </a:defRPr>
            </a:pPr>
            <a:r>
              <a:rPr sz="2682" b="1" i="0">
                <a:solidFill>
                  <a:srgbClr val="101010"/>
                </a:solidFill>
                <a:latin typeface="Arial"/>
                <a:ea typeface="Arial"/>
                <a:cs typeface="Arial"/>
              </a:rPr>
              <a:t>England</a:t>
            </a:r>
          </a:p>
        </p:txBody>
      </p:sp>
      <p:sp>
        <p:nvSpPr>
          <p:cNvPr id="44" name="Reviewed text 9">
            <a:extLst xmlns:a="http://schemas.openxmlformats.org/drawingml/2006/main">
              <a:ext uri="{FF2B5EF4-FFF2-40B4-BE49-F238E27FC236}">
                <a16:creationId xmlns:a16="http://schemas.microsoft.com/office/drawing/2014/main" id="{B149CC14-1211-4EC6-88CB-E9E91D179791}"/>
              </a:ext>
            </a:extLst>
          </p:cNvPr>
          <p:cNvSpPr>
            <a:spLocks xmlns:a="http://schemas.openxmlformats.org/drawingml/2006/main" noGrp="1"/>
          </p:cNvSpPr>
          <p:nvPr/>
        </p:nvSpPr>
        <p:spPr>
          <a:xfrm xmlns:a="http://schemas.openxmlformats.org/drawingml/2006/main" rot="0">
            <a:off x="12134850" y="2968888"/>
            <a:ext cx="685800" cy="46715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627" b="1" i="0">
                <a:solidFill>
                  <a:srgbClr val="101010"/>
                </a:solidFill>
                <a:latin typeface="Arial"/>
                <a:ea typeface="Arial"/>
                <a:cs typeface="Arial"/>
              </a:defRPr>
            </a:defPPr>
          </a:lstStyle>
          <a:p xmlns:a="http://schemas.openxmlformats.org/drawingml/2006/main">
            <a:pPr algn="l">
              <a:lnSpc>
                <a:spcPct val="100000"/>
              </a:lnSpc>
              <a:buNone/>
              <a:defRPr sz="2627" b="1" i="0">
                <a:solidFill>
                  <a:srgbClr val="101010"/>
                </a:solidFill>
                <a:latin typeface="Arial"/>
                <a:ea typeface="Arial"/>
                <a:cs typeface="Arial"/>
              </a:defRPr>
            </a:pPr>
            <a:r>
              <a:rPr sz="2627" b="1" i="0">
                <a:solidFill>
                  <a:srgbClr val="101010"/>
                </a:solidFill>
                <a:latin typeface="Arial"/>
                <a:ea typeface="Arial"/>
                <a:cs typeface="Arial"/>
              </a:rPr>
              <a:t>Flag</a:t>
            </a:r>
          </a:p>
        </p:txBody>
      </p:sp>
      <p:sp>
        <p:nvSpPr>
          <p:cNvPr id="45" name="Reviewed text 10">
            <a:extLst xmlns:a="http://schemas.openxmlformats.org/drawingml/2006/main">
              <a:ext uri="{FF2B5EF4-FFF2-40B4-BE49-F238E27FC236}">
                <a16:creationId xmlns:a16="http://schemas.microsoft.com/office/drawing/2014/main" id="{CBF7DA88-9536-46A5-8A13-BE0098292CD0}"/>
              </a:ext>
            </a:extLst>
          </p:cNvPr>
          <p:cNvSpPr>
            <a:spLocks xmlns:a="http://schemas.openxmlformats.org/drawingml/2006/main" noGrp="1"/>
          </p:cNvSpPr>
          <p:nvPr/>
        </p:nvSpPr>
        <p:spPr>
          <a:xfrm xmlns:a="http://schemas.openxmlformats.org/drawingml/2006/main" rot="0">
            <a:off x="10115550" y="4100237"/>
            <a:ext cx="5448300" cy="78001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4387" b="1" i="0">
                <a:solidFill>
                  <a:srgbClr val="101010"/>
                </a:solidFill>
                <a:latin typeface="Arial"/>
                <a:ea typeface="Arial"/>
                <a:cs typeface="Arial"/>
              </a:defRPr>
            </a:defPPr>
          </a:lstStyle>
          <a:p xmlns:a="http://schemas.openxmlformats.org/drawingml/2006/main">
            <a:pPr algn="l">
              <a:lnSpc>
                <a:spcPct val="100000"/>
              </a:lnSpc>
              <a:buNone/>
              <a:defRPr sz="4387" b="1" i="0">
                <a:solidFill>
                  <a:srgbClr val="101010"/>
                </a:solidFill>
                <a:latin typeface="Arial"/>
                <a:ea typeface="Arial"/>
                <a:cs typeface="Arial"/>
              </a:defRPr>
            </a:pPr>
            <a:r>
              <a:rPr sz="4387" b="1" i="0">
                <a:solidFill>
                  <a:srgbClr val="101010"/>
                </a:solidFill>
                <a:latin typeface="Arial"/>
                <a:ea typeface="Arial"/>
                <a:cs typeface="Arial"/>
              </a:rPr>
              <a:t>Evaluation Checklist</a:t>
            </a:r>
          </a:p>
        </p:txBody>
      </p:sp>
      <p:sp>
        <p:nvSpPr>
          <p:cNvPr id="46" name="Reviewed text 13">
            <a:extLst xmlns:a="http://schemas.openxmlformats.org/drawingml/2006/main">
              <a:ext uri="{FF2B5EF4-FFF2-40B4-BE49-F238E27FC236}">
                <a16:creationId xmlns:a16="http://schemas.microsoft.com/office/drawing/2014/main" id="{9F17A0A0-B60C-4A8C-993D-B9F77E265856}"/>
              </a:ext>
            </a:extLst>
          </p:cNvPr>
          <p:cNvSpPr>
            <a:spLocks xmlns:a="http://schemas.openxmlformats.org/drawingml/2006/main" noGrp="1"/>
          </p:cNvSpPr>
          <p:nvPr/>
        </p:nvSpPr>
        <p:spPr>
          <a:xfrm xmlns:a="http://schemas.openxmlformats.org/drawingml/2006/main" rot="0">
            <a:off x="9286875" y="5032751"/>
            <a:ext cx="5124450" cy="49096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761" b="0" i="0">
                <a:solidFill>
                  <a:srgbClr val="101010"/>
                </a:solidFill>
                <a:latin typeface="Arial"/>
                <a:ea typeface="Arial"/>
                <a:cs typeface="Arial"/>
              </a:defRPr>
            </a:defPPr>
          </a:lstStyle>
          <a:p xmlns:a="http://schemas.openxmlformats.org/drawingml/2006/main">
            <a:pPr algn="l">
              <a:lnSpc>
                <a:spcPct val="100000"/>
              </a:lnSpc>
              <a:buNone/>
              <a:defRPr sz="2761" b="0" i="0">
                <a:solidFill>
                  <a:srgbClr val="101010"/>
                </a:solidFill>
                <a:latin typeface="Arial"/>
                <a:ea typeface="Arial"/>
                <a:cs typeface="Arial"/>
              </a:defRPr>
            </a:pPr>
            <a:r>
              <a:rPr sz="2761" b="0" i="0">
                <a:solidFill>
                  <a:srgbClr val="101010"/>
                </a:solidFill>
                <a:latin typeface="Arial"/>
                <a:ea typeface="Arial"/>
                <a:cs typeface="Arial"/>
              </a:rPr>
              <a:t>A </a:t>
            </a:r>
            <a:r>
              <a:rPr sz="2761" b="1" i="0">
                <a:solidFill>
                  <a:srgbClr val="101010"/>
                </a:solidFill>
                <a:latin typeface="Arial"/>
                <a:ea typeface="Arial"/>
                <a:cs typeface="Arial"/>
              </a:rPr>
              <a:t>scoreboard</a:t>
            </a:r>
            <a:r>
              <a:rPr sz="2761" b="0" i="0">
                <a:solidFill>
                  <a:srgbClr val="101010"/>
                </a:solidFill>
                <a:latin typeface="Arial"/>
                <a:ea typeface="Arial"/>
                <a:cs typeface="Arial"/>
              </a:rPr>
              <a:t> is clearly visible in</a:t>
            </a:r>
          </a:p>
        </p:txBody>
      </p:sp>
      <p:sp>
        <p:nvSpPr>
          <p:cNvPr id="47" name="Reviewed text 14">
            <a:extLst xmlns:a="http://schemas.openxmlformats.org/drawingml/2006/main">
              <a:ext uri="{FF2B5EF4-FFF2-40B4-BE49-F238E27FC236}">
                <a16:creationId xmlns:a16="http://schemas.microsoft.com/office/drawing/2014/main" id="{3D23F397-C4D6-43DA-B8DB-D04E560D12D3}"/>
              </a:ext>
            </a:extLst>
          </p:cNvPr>
          <p:cNvSpPr>
            <a:spLocks xmlns:a="http://schemas.openxmlformats.org/drawingml/2006/main" noGrp="1"/>
          </p:cNvSpPr>
          <p:nvPr/>
        </p:nvSpPr>
        <p:spPr>
          <a:xfrm xmlns:a="http://schemas.openxmlformats.org/drawingml/2006/main" rot="0">
            <a:off x="9296400" y="5451075"/>
            <a:ext cx="1657350" cy="49699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795" b="0" i="0">
                <a:solidFill>
                  <a:srgbClr val="101010"/>
                </a:solidFill>
                <a:latin typeface="Arial"/>
                <a:ea typeface="Arial"/>
                <a:cs typeface="Arial"/>
              </a:defRPr>
            </a:defPPr>
          </a:lstStyle>
          <a:p xmlns:a="http://schemas.openxmlformats.org/drawingml/2006/main">
            <a:pPr algn="l">
              <a:lnSpc>
                <a:spcPct val="100000"/>
              </a:lnSpc>
              <a:buNone/>
              <a:defRPr sz="2795" b="0" i="0">
                <a:solidFill>
                  <a:srgbClr val="101010"/>
                </a:solidFill>
                <a:latin typeface="Arial"/>
                <a:ea typeface="Arial"/>
                <a:cs typeface="Arial"/>
              </a:defRPr>
            </a:pPr>
            <a:r>
              <a:rPr sz="2795" b="0" i="0">
                <a:solidFill>
                  <a:srgbClr val="101010"/>
                </a:solidFill>
                <a:latin typeface="Arial"/>
                <a:ea typeface="Arial"/>
                <a:cs typeface="Arial"/>
              </a:rPr>
              <a:t>the image.</a:t>
            </a:r>
          </a:p>
        </p:txBody>
      </p:sp>
      <p:sp>
        <p:nvSpPr>
          <p:cNvPr id="48" name="Reviewed text 15">
            <a:extLst xmlns:a="http://schemas.openxmlformats.org/drawingml/2006/main">
              <a:ext uri="{FF2B5EF4-FFF2-40B4-BE49-F238E27FC236}">
                <a16:creationId xmlns:a16="http://schemas.microsoft.com/office/drawing/2014/main" id="{1AE42F38-37EA-4CC0-8736-32CF7F533922}"/>
              </a:ext>
            </a:extLst>
          </p:cNvPr>
          <p:cNvSpPr>
            <a:spLocks xmlns:a="http://schemas.openxmlformats.org/drawingml/2006/main" noGrp="1"/>
          </p:cNvSpPr>
          <p:nvPr/>
        </p:nvSpPr>
        <p:spPr>
          <a:xfrm xmlns:a="http://schemas.openxmlformats.org/drawingml/2006/main" rot="0">
            <a:off x="9296400" y="6060793"/>
            <a:ext cx="4981575" cy="49608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790" b="0" i="0">
                <a:solidFill>
                  <a:srgbClr val="101010"/>
                </a:solidFill>
                <a:latin typeface="Arial"/>
                <a:ea typeface="Arial"/>
                <a:cs typeface="Arial"/>
              </a:defRPr>
            </a:defPPr>
          </a:lstStyle>
          <a:p xmlns:a="http://schemas.openxmlformats.org/drawingml/2006/main">
            <a:pPr algn="l">
              <a:lnSpc>
                <a:spcPct val="100000"/>
              </a:lnSpc>
              <a:buNone/>
              <a:defRPr sz="2790" b="0" i="0">
                <a:solidFill>
                  <a:srgbClr val="101010"/>
                </a:solidFill>
                <a:latin typeface="Arial"/>
                <a:ea typeface="Arial"/>
                <a:cs typeface="Arial"/>
              </a:defRPr>
            </a:pPr>
            <a:r>
              <a:rPr sz="2790" b="0" i="0">
                <a:solidFill>
                  <a:srgbClr val="101010"/>
                </a:solidFill>
                <a:latin typeface="Arial"/>
                <a:ea typeface="Arial"/>
                <a:cs typeface="Arial"/>
              </a:rPr>
              <a:t>The national flags of </a:t>
            </a:r>
            <a:r>
              <a:rPr sz="2790" b="1" i="0">
                <a:solidFill>
                  <a:srgbClr val="101010"/>
                </a:solidFill>
                <a:latin typeface="Arial"/>
                <a:ea typeface="Arial"/>
                <a:cs typeface="Arial"/>
              </a:rPr>
              <a:t>Spain and</a:t>
            </a:r>
          </a:p>
        </p:txBody>
      </p:sp>
      <p:sp>
        <p:nvSpPr>
          <p:cNvPr id="49" name="Reviewed text 17">
            <a:extLst xmlns:a="http://schemas.openxmlformats.org/drawingml/2006/main">
              <a:ext uri="{FF2B5EF4-FFF2-40B4-BE49-F238E27FC236}">
                <a16:creationId xmlns:a16="http://schemas.microsoft.com/office/drawing/2014/main" id="{B9196D49-275C-4502-930B-7E4D4D35DBC8}"/>
              </a:ext>
            </a:extLst>
          </p:cNvPr>
          <p:cNvSpPr>
            <a:spLocks xmlns:a="http://schemas.openxmlformats.org/drawingml/2006/main" noGrp="1"/>
          </p:cNvSpPr>
          <p:nvPr/>
        </p:nvSpPr>
        <p:spPr>
          <a:xfrm xmlns:a="http://schemas.openxmlformats.org/drawingml/2006/main" rot="0">
            <a:off x="9315450" y="6480811"/>
            <a:ext cx="3143250" cy="48893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750" b="0" i="0">
                <a:solidFill>
                  <a:srgbClr val="101010"/>
                </a:solidFill>
                <a:latin typeface="Arial"/>
                <a:ea typeface="Arial"/>
                <a:cs typeface="Arial"/>
              </a:defRPr>
            </a:defPPr>
          </a:lstStyle>
          <a:p xmlns:a="http://schemas.openxmlformats.org/drawingml/2006/main">
            <a:pPr algn="l">
              <a:lnSpc>
                <a:spcPct val="100000"/>
              </a:lnSpc>
              <a:buNone/>
              <a:defRPr sz="2750" b="0" i="0">
                <a:solidFill>
                  <a:srgbClr val="101010"/>
                </a:solidFill>
                <a:latin typeface="Arial"/>
                <a:ea typeface="Arial"/>
                <a:cs typeface="Arial"/>
              </a:defRPr>
            </a:pPr>
            <a:r>
              <a:rPr sz="2750" b="1" i="0">
                <a:solidFill>
                  <a:srgbClr val="101010"/>
                </a:solidFill>
                <a:latin typeface="Arial"/>
                <a:ea typeface="Arial"/>
                <a:cs typeface="Arial"/>
              </a:rPr>
              <a:t>England</a:t>
            </a:r>
            <a:r>
              <a:rPr sz="2750" b="0" i="0">
                <a:solidFill>
                  <a:srgbClr val="101010"/>
                </a:solidFill>
                <a:latin typeface="Arial"/>
                <a:ea typeface="Arial"/>
                <a:cs typeface="Arial"/>
              </a:rPr>
              <a:t> are visible.</a:t>
            </a:r>
          </a:p>
        </p:txBody>
      </p:sp>
      <p:sp>
        <p:nvSpPr>
          <p:cNvPr id="50" name="Reviewed text 18">
            <a:extLst xmlns:a="http://schemas.openxmlformats.org/drawingml/2006/main">
              <a:ext uri="{FF2B5EF4-FFF2-40B4-BE49-F238E27FC236}">
                <a16:creationId xmlns:a16="http://schemas.microsoft.com/office/drawing/2014/main" id="{00AFF00D-37C3-4089-8C7C-FF9EBA320848}"/>
              </a:ext>
            </a:extLst>
          </p:cNvPr>
          <p:cNvSpPr>
            <a:spLocks xmlns:a="http://schemas.openxmlformats.org/drawingml/2006/main" noGrp="1"/>
          </p:cNvSpPr>
          <p:nvPr/>
        </p:nvSpPr>
        <p:spPr>
          <a:xfrm xmlns:a="http://schemas.openxmlformats.org/drawingml/2006/main" rot="0">
            <a:off x="9296400" y="7089888"/>
            <a:ext cx="5000625" cy="49301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773" b="0" i="0">
                <a:solidFill>
                  <a:srgbClr val="101010"/>
                </a:solidFill>
                <a:latin typeface="Arial"/>
                <a:ea typeface="Arial"/>
                <a:cs typeface="Arial"/>
              </a:defRPr>
            </a:defPPr>
          </a:lstStyle>
          <a:p xmlns:a="http://schemas.openxmlformats.org/drawingml/2006/main">
            <a:pPr algn="l">
              <a:lnSpc>
                <a:spcPct val="100000"/>
              </a:lnSpc>
              <a:buNone/>
              <a:defRPr sz="2773" b="0" i="0">
                <a:solidFill>
                  <a:srgbClr val="101010"/>
                </a:solidFill>
                <a:latin typeface="Arial"/>
                <a:ea typeface="Arial"/>
                <a:cs typeface="Arial"/>
              </a:defRPr>
            </a:pPr>
            <a:r>
              <a:rPr sz="2773" b="0" i="0">
                <a:solidFill>
                  <a:srgbClr val="101010"/>
                </a:solidFill>
                <a:latin typeface="Arial"/>
                <a:ea typeface="Arial"/>
                <a:cs typeface="Arial"/>
              </a:rPr>
              <a:t>The score is displayed as </a:t>
            </a:r>
            <a:r>
              <a:rPr sz="2773" b="1" i="0">
                <a:solidFill>
                  <a:srgbClr val="101010"/>
                </a:solidFill>
                <a:latin typeface="Arial"/>
                <a:ea typeface="Arial"/>
                <a:cs typeface="Arial"/>
              </a:rPr>
              <a:t>'2' for</a:t>
            </a:r>
          </a:p>
        </p:txBody>
      </p:sp>
      <p:sp>
        <p:nvSpPr>
          <p:cNvPr id="51" name="Reviewed text 20">
            <a:extLst xmlns:a="http://schemas.openxmlformats.org/drawingml/2006/main">
              <a:ext uri="{FF2B5EF4-FFF2-40B4-BE49-F238E27FC236}">
                <a16:creationId xmlns:a16="http://schemas.microsoft.com/office/drawing/2014/main" id="{DB98A7DB-EFB1-4B09-9917-5470D977E44E}"/>
              </a:ext>
            </a:extLst>
          </p:cNvPr>
          <p:cNvSpPr>
            <a:spLocks xmlns:a="http://schemas.openxmlformats.org/drawingml/2006/main" noGrp="1"/>
          </p:cNvSpPr>
          <p:nvPr/>
        </p:nvSpPr>
        <p:spPr>
          <a:xfrm xmlns:a="http://schemas.openxmlformats.org/drawingml/2006/main" rot="0">
            <a:off x="9305925" y="7500150"/>
            <a:ext cx="4248150" cy="48766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743" b="0" i="0">
                <a:solidFill>
                  <a:srgbClr val="101010"/>
                </a:solidFill>
                <a:latin typeface="Arial"/>
                <a:ea typeface="Arial"/>
                <a:cs typeface="Arial"/>
              </a:defRPr>
            </a:defPPr>
          </a:lstStyle>
          <a:p xmlns:a="http://schemas.openxmlformats.org/drawingml/2006/main">
            <a:pPr algn="l">
              <a:lnSpc>
                <a:spcPct val="100000"/>
              </a:lnSpc>
              <a:buNone/>
              <a:defRPr sz="2743" b="0" i="0">
                <a:solidFill>
                  <a:srgbClr val="101010"/>
                </a:solidFill>
                <a:latin typeface="Arial"/>
                <a:ea typeface="Arial"/>
                <a:cs typeface="Arial"/>
              </a:defRPr>
            </a:pPr>
            <a:r>
              <a:rPr sz="2743" b="1" i="0">
                <a:solidFill>
                  <a:srgbClr val="101010"/>
                </a:solidFill>
                <a:latin typeface="Arial"/>
                <a:ea typeface="Arial"/>
                <a:cs typeface="Arial"/>
              </a:rPr>
              <a:t>Spain and '1' for England.</a:t>
            </a:r>
          </a:p>
        </p:txBody>
      </p:sp>
      <p:sp>
        <p:nvSpPr>
          <p:cNvPr id="52" name="Reviewed text 24">
            <a:extLst xmlns:a="http://schemas.openxmlformats.org/drawingml/2006/main">
              <a:ext uri="{FF2B5EF4-FFF2-40B4-BE49-F238E27FC236}">
                <a16:creationId xmlns:a16="http://schemas.microsoft.com/office/drawing/2014/main" id="{38F1D6F2-454D-49E2-98D2-59E3882F5366}"/>
              </a:ext>
            </a:extLst>
          </p:cNvPr>
          <p:cNvSpPr>
            <a:spLocks xmlns:a="http://schemas.openxmlformats.org/drawingml/2006/main" noGrp="1"/>
          </p:cNvSpPr>
          <p:nvPr/>
        </p:nvSpPr>
        <p:spPr>
          <a:xfrm xmlns:a="http://schemas.openxmlformats.org/drawingml/2006/main" rot="0">
            <a:off x="9229725" y="8119245"/>
            <a:ext cx="6076950" cy="48789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744" b="0" i="0">
                <a:solidFill>
                  <a:srgbClr val="101010"/>
                </a:solidFill>
                <a:latin typeface="Arial"/>
                <a:ea typeface="Arial"/>
                <a:cs typeface="Arial"/>
              </a:defRPr>
            </a:defPPr>
          </a:lstStyle>
          <a:p xmlns:a="http://schemas.openxmlformats.org/drawingml/2006/main">
            <a:pPr algn="l">
              <a:lnSpc>
                <a:spcPct val="100000"/>
              </a:lnSpc>
              <a:buNone/>
              <a:defRPr sz="2744" b="0" i="0">
                <a:solidFill>
                  <a:srgbClr val="101010"/>
                </a:solidFill>
                <a:latin typeface="Arial"/>
                <a:ea typeface="Arial"/>
                <a:cs typeface="Arial"/>
              </a:defRPr>
            </a:pPr>
            <a:r>
              <a:rPr sz="2744" b="0" i="0">
                <a:solidFill>
                  <a:srgbClr val="101010"/>
                </a:solidFill>
                <a:latin typeface="Arial"/>
                <a:ea typeface="Arial"/>
                <a:cs typeface="Arial"/>
              </a:rPr>
              <a:t>Text or logos referencing </a:t>
            </a:r>
            <a:r>
              <a:rPr sz="2744" b="1" i="0">
                <a:solidFill>
                  <a:srgbClr val="101010"/>
                </a:solidFill>
                <a:latin typeface="Arial"/>
                <a:ea typeface="Arial"/>
                <a:cs typeface="Arial"/>
              </a:rPr>
              <a:t>'UEFA', 'Euro</a:t>
            </a:r>
          </a:p>
        </p:txBody>
      </p:sp>
      <p:sp>
        <p:nvSpPr>
          <p:cNvPr id="53" name="Reviewed text 27">
            <a:extLst xmlns:a="http://schemas.openxmlformats.org/drawingml/2006/main">
              <a:ext uri="{FF2B5EF4-FFF2-40B4-BE49-F238E27FC236}">
                <a16:creationId xmlns:a16="http://schemas.microsoft.com/office/drawing/2014/main" id="{C5FD8B28-A406-4259-9920-8B85AAB0E1B3}"/>
              </a:ext>
            </a:extLst>
          </p:cNvPr>
          <p:cNvSpPr>
            <a:spLocks xmlns:a="http://schemas.openxmlformats.org/drawingml/2006/main" noGrp="1"/>
          </p:cNvSpPr>
          <p:nvPr/>
        </p:nvSpPr>
        <p:spPr>
          <a:xfrm xmlns:a="http://schemas.openxmlformats.org/drawingml/2006/main" rot="0">
            <a:off x="9229725" y="8537203"/>
            <a:ext cx="6315075" cy="49678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794" b="0" i="0">
                <a:solidFill>
                  <a:srgbClr val="101010"/>
                </a:solidFill>
                <a:latin typeface="Arial"/>
                <a:ea typeface="Arial"/>
                <a:cs typeface="Arial"/>
              </a:defRPr>
            </a:defPPr>
          </a:lstStyle>
          <a:p xmlns:a="http://schemas.openxmlformats.org/drawingml/2006/main">
            <a:pPr algn="l">
              <a:lnSpc>
                <a:spcPct val="100000"/>
              </a:lnSpc>
              <a:buNone/>
              <a:defRPr sz="2794" b="0" i="0">
                <a:solidFill>
                  <a:srgbClr val="101010"/>
                </a:solidFill>
                <a:latin typeface="Arial"/>
                <a:ea typeface="Arial"/>
                <a:cs typeface="Arial"/>
              </a:defRPr>
            </a:pPr>
            <a:r>
              <a:rPr sz="2794" b="1" i="0">
                <a:solidFill>
                  <a:srgbClr val="101010"/>
                </a:solidFill>
                <a:latin typeface="Arial"/>
                <a:ea typeface="Arial"/>
                <a:cs typeface="Arial"/>
              </a:rPr>
              <a:t>2024',</a:t>
            </a:r>
            <a:r>
              <a:rPr sz="2794" b="0" i="0">
                <a:solidFill>
                  <a:srgbClr val="101010"/>
                </a:solidFill>
                <a:latin typeface="Arial"/>
                <a:ea typeface="Arial"/>
                <a:cs typeface="Arial"/>
              </a:rPr>
              <a:t> or </a:t>
            </a:r>
            <a:r>
              <a:rPr sz="2794" b="1" i="0">
                <a:solidFill>
                  <a:srgbClr val="101010"/>
                </a:solidFill>
                <a:latin typeface="Arial"/>
                <a:ea typeface="Arial"/>
                <a:cs typeface="Arial"/>
              </a:rPr>
              <a:t>the championship</a:t>
            </a:r>
            <a:r>
              <a:rPr sz="2794" b="0" i="0">
                <a:solidFill>
                  <a:srgbClr val="101010"/>
                </a:solidFill>
                <a:latin typeface="Arial"/>
                <a:ea typeface="Arial"/>
                <a:cs typeface="Arial"/>
              </a:rPr>
              <a:t> are visible.</a:t>
            </a:r>
          </a:p>
        </p:txBody>
      </p:sp>
      <p:sp>
        <p:nvSpPr>
          <p:cNvPr id="54" name="Reviewed text 28">
            <a:extLst xmlns:a="http://schemas.openxmlformats.org/drawingml/2006/main">
              <a:ext uri="{FF2B5EF4-FFF2-40B4-BE49-F238E27FC236}">
                <a16:creationId xmlns:a16="http://schemas.microsoft.com/office/drawing/2014/main" id="{8DA0D29E-9903-413C-AAFF-09653FAA428B}"/>
              </a:ext>
            </a:extLst>
          </p:cNvPr>
          <p:cNvSpPr>
            <a:spLocks xmlns:a="http://schemas.openxmlformats.org/drawingml/2006/main" noGrp="1"/>
          </p:cNvSpPr>
          <p:nvPr/>
        </p:nvSpPr>
        <p:spPr>
          <a:xfrm xmlns:a="http://schemas.openxmlformats.org/drawingml/2006/main" rot="0">
            <a:off x="8743950" y="9137930"/>
            <a:ext cx="7162800" cy="78804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4432" b="1" i="0">
                <a:solidFill>
                  <a:srgbClr val="D01010"/>
                </a:solidFill>
                <a:latin typeface="Arial"/>
                <a:ea typeface="Arial"/>
                <a:cs typeface="Arial"/>
              </a:defRPr>
            </a:defPPr>
          </a:lstStyle>
          <a:p xmlns:a="http://schemas.openxmlformats.org/drawingml/2006/main">
            <a:pPr algn="l">
              <a:lnSpc>
                <a:spcPct val="100000"/>
              </a:lnSpc>
              <a:buNone/>
              <a:defRPr sz="4432" b="1" i="0">
                <a:solidFill>
                  <a:srgbClr val="D01010"/>
                </a:solidFill>
                <a:latin typeface="Arial"/>
                <a:ea typeface="Arial"/>
                <a:cs typeface="Arial"/>
              </a:defRPr>
            </a:pPr>
            <a:r>
              <a:rPr sz="4432" b="1" i="0">
                <a:solidFill>
                  <a:srgbClr val="D01010"/>
                </a:solidFill>
                <a:latin typeface="Arial"/>
                <a:ea typeface="Arial"/>
                <a:cs typeface="Arial"/>
              </a:rPr>
              <a:t>Incorrect Generation (3 / 4)</a:t>
            </a:r>
          </a:p>
        </p:txBody>
      </p:sp>
      <p:sp>
        <p:nvSpPr>
          <p:cNvPr id="55" name="Checklist underline">
            <a:extLst xmlns:a="http://schemas.openxmlformats.org/drawingml/2006/main">
              <a:ext uri="{FF2B5EF4-FFF2-40B4-BE49-F238E27FC236}">
                <a16:creationId xmlns:a16="http://schemas.microsoft.com/office/drawing/2014/main" id="{100DDE36-D6EE-49DE-89BB-6805FFF31688}"/>
              </a:ext>
            </a:extLst>
          </p:cNvPr>
          <p:cNvSpPr>
            <a:spLocks xmlns:a="http://schemas.openxmlformats.org/drawingml/2006/main" noGrp="1"/>
          </p:cNvSpPr>
          <p:nvPr/>
        </p:nvSpPr>
        <p:spPr>
          <a:xfrm xmlns:a="http://schemas.openxmlformats.org/drawingml/2006/main">
            <a:off x="9286875" y="5438775"/>
            <a:ext cx="5162550" cy="191"/>
          </a:xfrm>
          <a:custGeom xmlns:a="http://schemas.openxmlformats.org/drawingml/2006/main">
            <a:pathLst>
              <a:path w="5162550" h="191">
                <a:moveTo>
                  <a:pt x="0" y="0"/>
                </a:moveTo>
                <a:lnTo>
                  <a:pt x="5162550" y="0"/>
                </a:lnTo>
              </a:path>
            </a:pathLst>
          </a:custGeom>
          <a:noFill xmlns:a="http://schemas.openxmlformats.org/drawingml/2006/main"/>
          <a:ln xmlns:a="http://schemas.openxmlformats.org/drawingml/2006/main" w="17145">
            <a:solidFill>
              <a:srgbClr val="000000"/>
            </a:solidFill>
            <a:prstDash val="solid"/>
          </a:ln>
        </p:spPr>
      </p:sp>
      <p:sp>
        <p:nvSpPr>
          <p:cNvPr id="56" name="Checklist underline">
            <a:extLst xmlns:a="http://schemas.openxmlformats.org/drawingml/2006/main">
              <a:ext uri="{FF2B5EF4-FFF2-40B4-BE49-F238E27FC236}">
                <a16:creationId xmlns:a16="http://schemas.microsoft.com/office/drawing/2014/main" id="{1E0BB497-F4FD-46F8-9EF3-7FA177DFC298}"/>
              </a:ext>
            </a:extLst>
          </p:cNvPr>
          <p:cNvSpPr>
            <a:spLocks xmlns:a="http://schemas.openxmlformats.org/drawingml/2006/main" noGrp="1"/>
          </p:cNvSpPr>
          <p:nvPr/>
        </p:nvSpPr>
        <p:spPr>
          <a:xfrm xmlns:a="http://schemas.openxmlformats.org/drawingml/2006/main">
            <a:off x="9296400" y="5838825"/>
            <a:ext cx="1666875" cy="191"/>
          </a:xfrm>
          <a:custGeom xmlns:a="http://schemas.openxmlformats.org/drawingml/2006/main">
            <a:pathLst>
              <a:path w="1666875" h="191">
                <a:moveTo>
                  <a:pt x="0" y="0"/>
                </a:moveTo>
                <a:lnTo>
                  <a:pt x="1666875" y="0"/>
                </a:lnTo>
              </a:path>
            </a:pathLst>
          </a:custGeom>
          <a:noFill xmlns:a="http://schemas.openxmlformats.org/drawingml/2006/main"/>
          <a:ln xmlns:a="http://schemas.openxmlformats.org/drawingml/2006/main" w="17145">
            <a:solidFill>
              <a:srgbClr val="000000"/>
            </a:solidFill>
            <a:prstDash val="solid"/>
          </a:ln>
        </p:spPr>
      </p:sp>
      <p:sp>
        <p:nvSpPr>
          <p:cNvPr id="57" name="Checklist underline">
            <a:extLst xmlns:a="http://schemas.openxmlformats.org/drawingml/2006/main">
              <a:ext uri="{FF2B5EF4-FFF2-40B4-BE49-F238E27FC236}">
                <a16:creationId xmlns:a16="http://schemas.microsoft.com/office/drawing/2014/main" id="{60BD9A34-DB08-4504-9BCE-E66FA336BBF1}"/>
              </a:ext>
            </a:extLst>
          </p:cNvPr>
          <p:cNvSpPr>
            <a:spLocks xmlns:a="http://schemas.openxmlformats.org/drawingml/2006/main" noGrp="1"/>
          </p:cNvSpPr>
          <p:nvPr/>
        </p:nvSpPr>
        <p:spPr>
          <a:xfrm xmlns:a="http://schemas.openxmlformats.org/drawingml/2006/main">
            <a:off x="9296400" y="6457950"/>
            <a:ext cx="5019675" cy="191"/>
          </a:xfrm>
          <a:custGeom xmlns:a="http://schemas.openxmlformats.org/drawingml/2006/main">
            <a:pathLst>
              <a:path w="5019675" h="191">
                <a:moveTo>
                  <a:pt x="0" y="0"/>
                </a:moveTo>
                <a:lnTo>
                  <a:pt x="5019675" y="0"/>
                </a:lnTo>
              </a:path>
            </a:pathLst>
          </a:custGeom>
          <a:noFill xmlns:a="http://schemas.openxmlformats.org/drawingml/2006/main"/>
          <a:ln xmlns:a="http://schemas.openxmlformats.org/drawingml/2006/main" w="17145">
            <a:solidFill>
              <a:srgbClr val="000000"/>
            </a:solidFill>
            <a:prstDash val="solid"/>
          </a:ln>
        </p:spPr>
      </p:sp>
      <p:sp>
        <p:nvSpPr>
          <p:cNvPr id="58" name="Checklist underline">
            <a:extLst xmlns:a="http://schemas.openxmlformats.org/drawingml/2006/main">
              <a:ext uri="{FF2B5EF4-FFF2-40B4-BE49-F238E27FC236}">
                <a16:creationId xmlns:a16="http://schemas.microsoft.com/office/drawing/2014/main" id="{F9AEF9EC-8923-493A-B2D0-05C63EBFAECB}"/>
              </a:ext>
            </a:extLst>
          </p:cNvPr>
          <p:cNvSpPr>
            <a:spLocks xmlns:a="http://schemas.openxmlformats.org/drawingml/2006/main" noGrp="1"/>
          </p:cNvSpPr>
          <p:nvPr/>
        </p:nvSpPr>
        <p:spPr>
          <a:xfrm xmlns:a="http://schemas.openxmlformats.org/drawingml/2006/main">
            <a:off x="9315450" y="6858000"/>
            <a:ext cx="3228975" cy="191"/>
          </a:xfrm>
          <a:custGeom xmlns:a="http://schemas.openxmlformats.org/drawingml/2006/main">
            <a:pathLst>
              <a:path w="3228975" h="191">
                <a:moveTo>
                  <a:pt x="0" y="0"/>
                </a:moveTo>
                <a:lnTo>
                  <a:pt x="3228975" y="0"/>
                </a:lnTo>
              </a:path>
            </a:pathLst>
          </a:custGeom>
          <a:noFill xmlns:a="http://schemas.openxmlformats.org/drawingml/2006/main"/>
          <a:ln xmlns:a="http://schemas.openxmlformats.org/drawingml/2006/main" w="17145">
            <a:solidFill>
              <a:srgbClr val="000000"/>
            </a:solidFill>
            <a:prstDash val="solid"/>
          </a:ln>
        </p:spPr>
      </p:sp>
      <p:sp>
        <p:nvSpPr>
          <p:cNvPr id="59" name="Checklist underline">
            <a:extLst xmlns:a="http://schemas.openxmlformats.org/drawingml/2006/main">
              <a:ext uri="{FF2B5EF4-FFF2-40B4-BE49-F238E27FC236}">
                <a16:creationId xmlns:a16="http://schemas.microsoft.com/office/drawing/2014/main" id="{3363E973-6E48-4B19-9CE0-EFB8B2CB2E15}"/>
              </a:ext>
            </a:extLst>
          </p:cNvPr>
          <p:cNvSpPr>
            <a:spLocks xmlns:a="http://schemas.openxmlformats.org/drawingml/2006/main" noGrp="1"/>
          </p:cNvSpPr>
          <p:nvPr/>
        </p:nvSpPr>
        <p:spPr>
          <a:xfrm xmlns:a="http://schemas.openxmlformats.org/drawingml/2006/main">
            <a:off x="9296400" y="7496175"/>
            <a:ext cx="5067300" cy="191"/>
          </a:xfrm>
          <a:custGeom xmlns:a="http://schemas.openxmlformats.org/drawingml/2006/main">
            <a:pathLst>
              <a:path w="5067300" h="191">
                <a:moveTo>
                  <a:pt x="0" y="0"/>
                </a:moveTo>
                <a:lnTo>
                  <a:pt x="5067300" y="0"/>
                </a:lnTo>
              </a:path>
            </a:pathLst>
          </a:custGeom>
          <a:noFill xmlns:a="http://schemas.openxmlformats.org/drawingml/2006/main"/>
          <a:ln xmlns:a="http://schemas.openxmlformats.org/drawingml/2006/main" w="17145">
            <a:solidFill>
              <a:srgbClr val="000000"/>
            </a:solidFill>
            <a:prstDash val="solid"/>
          </a:ln>
        </p:spPr>
      </p:sp>
      <p:sp>
        <p:nvSpPr>
          <p:cNvPr id="60" name="Checklist underline">
            <a:extLst xmlns:a="http://schemas.openxmlformats.org/drawingml/2006/main">
              <a:ext uri="{FF2B5EF4-FFF2-40B4-BE49-F238E27FC236}">
                <a16:creationId xmlns:a16="http://schemas.microsoft.com/office/drawing/2014/main" id="{675A0B14-72FF-46B5-8531-C4C710775E8F}"/>
              </a:ext>
            </a:extLst>
          </p:cNvPr>
          <p:cNvSpPr>
            <a:spLocks xmlns:a="http://schemas.openxmlformats.org/drawingml/2006/main" noGrp="1"/>
          </p:cNvSpPr>
          <p:nvPr/>
        </p:nvSpPr>
        <p:spPr>
          <a:xfrm xmlns:a="http://schemas.openxmlformats.org/drawingml/2006/main">
            <a:off x="9305925" y="7905750"/>
            <a:ext cx="4610100" cy="191"/>
          </a:xfrm>
          <a:custGeom xmlns:a="http://schemas.openxmlformats.org/drawingml/2006/main">
            <a:pathLst>
              <a:path w="4610100" h="191">
                <a:moveTo>
                  <a:pt x="0" y="0"/>
                </a:moveTo>
                <a:lnTo>
                  <a:pt x="4610100" y="0"/>
                </a:lnTo>
              </a:path>
            </a:pathLst>
          </a:custGeom>
          <a:noFill xmlns:a="http://schemas.openxmlformats.org/drawingml/2006/main"/>
          <a:ln xmlns:a="http://schemas.openxmlformats.org/drawingml/2006/main" w="17145">
            <a:solidFill>
              <a:srgbClr val="000000"/>
            </a:solidFill>
            <a:prstDash val="solid"/>
          </a:ln>
        </p:spPr>
      </p:sp>
      <p:sp>
        <p:nvSpPr>
          <p:cNvPr id="61" name="Checklist underline">
            <a:extLst xmlns:a="http://schemas.openxmlformats.org/drawingml/2006/main">
              <a:ext uri="{FF2B5EF4-FFF2-40B4-BE49-F238E27FC236}">
                <a16:creationId xmlns:a16="http://schemas.microsoft.com/office/drawing/2014/main" id="{01BE2A30-D26D-48B4-B9D7-F5E9D0E5D861}"/>
              </a:ext>
            </a:extLst>
          </p:cNvPr>
          <p:cNvSpPr>
            <a:spLocks xmlns:a="http://schemas.openxmlformats.org/drawingml/2006/main" noGrp="1"/>
          </p:cNvSpPr>
          <p:nvPr/>
        </p:nvSpPr>
        <p:spPr>
          <a:xfrm xmlns:a="http://schemas.openxmlformats.org/drawingml/2006/main">
            <a:off x="9229725" y="8553450"/>
            <a:ext cx="6105525" cy="191"/>
          </a:xfrm>
          <a:custGeom xmlns:a="http://schemas.openxmlformats.org/drawingml/2006/main">
            <a:pathLst>
              <a:path w="6105525" h="191">
                <a:moveTo>
                  <a:pt x="0" y="0"/>
                </a:moveTo>
                <a:lnTo>
                  <a:pt x="6105525" y="0"/>
                </a:lnTo>
              </a:path>
            </a:pathLst>
          </a:custGeom>
          <a:noFill xmlns:a="http://schemas.openxmlformats.org/drawingml/2006/main"/>
          <a:ln xmlns:a="http://schemas.openxmlformats.org/drawingml/2006/main" w="17145">
            <a:solidFill>
              <a:srgbClr val="000000"/>
            </a:solidFill>
            <a:prstDash val="solid"/>
          </a:ln>
        </p:spPr>
      </p:sp>
      <p:sp>
        <p:nvSpPr>
          <p:cNvPr id="62" name="Checklist underline">
            <a:extLst xmlns:a="http://schemas.openxmlformats.org/drawingml/2006/main">
              <a:ext uri="{FF2B5EF4-FFF2-40B4-BE49-F238E27FC236}">
                <a16:creationId xmlns:a16="http://schemas.microsoft.com/office/drawing/2014/main" id="{85044F74-607D-4370-8549-B8C2676A8A7C}"/>
              </a:ext>
            </a:extLst>
          </p:cNvPr>
          <p:cNvSpPr>
            <a:spLocks xmlns:a="http://schemas.openxmlformats.org/drawingml/2006/main" noGrp="1"/>
          </p:cNvSpPr>
          <p:nvPr/>
        </p:nvSpPr>
        <p:spPr>
          <a:xfrm xmlns:a="http://schemas.openxmlformats.org/drawingml/2006/main">
            <a:off x="9229725" y="8953500"/>
            <a:ext cx="6315075" cy="191"/>
          </a:xfrm>
          <a:custGeom xmlns:a="http://schemas.openxmlformats.org/drawingml/2006/main">
            <a:pathLst>
              <a:path w="6315075" h="191">
                <a:moveTo>
                  <a:pt x="0" y="0"/>
                </a:moveTo>
                <a:lnTo>
                  <a:pt x="6315075" y="0"/>
                </a:lnTo>
              </a:path>
            </a:pathLst>
          </a:custGeom>
          <a:noFill xmlns:a="http://schemas.openxmlformats.org/drawingml/2006/main"/>
          <a:ln xmlns:a="http://schemas.openxmlformats.org/drawingml/2006/main" w="17145">
            <a:solidFill>
              <a:srgbClr val="000000"/>
            </a:solidFill>
            <a:prstDash val="solid"/>
          </a:ln>
        </p:spPr>
      </p:sp>
    </p:spTree>
    <p:extLst>
      <p:ext uri="{BB962C8B-B14F-4D97-AF65-F5344CB8AC3E}">
        <p14:creationId xmlns:p14="http://schemas.microsoft.com/office/powerpoint/2010/main" val="220731137"/>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2026-10-18T16:31:09.3120000Z</dcterms:created>
  <dcterms:modified xsi:type="dcterms:W3CDTF">2026-10-18T16:31:09.3120000Z</dcterms:modified>
</coreProperties>
</file>