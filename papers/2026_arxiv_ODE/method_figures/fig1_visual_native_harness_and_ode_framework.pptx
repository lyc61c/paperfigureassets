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eb4a053dad43ac" /><Relationship Type="http://schemas.openxmlformats.org/officeDocument/2006/relationships/extended-properties" Target="/docProps/app.xml" Id="Rd99d9ef65c0849ac" /><Relationship Type="http://schemas.openxmlformats.org/officeDocument/2006/relationships/officeDocument" Target="/ppt/presentation.xml" Id="R77cdb9e7664149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46f7f1d971442c"/>
  </p:sldMasterIdLst>
  <p:notesMasterIdLst>
    <p:notesMasterId xmlns:r="http://schemas.openxmlformats.org/officeDocument/2006/relationships" r:id="Rcc1261eba829408b"/>
  </p:notesMasterIdLst>
  <p:sldIdLst>
    <p:sldId xmlns:r="http://schemas.openxmlformats.org/officeDocument/2006/relationships" id="256" r:id="R2003544c16944986"/>
  </p:sldIdLst>
  <p:sldSz cx="16002000" cy="746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b8d5dff6654f91" /><Relationship Type="http://schemas.openxmlformats.org/officeDocument/2006/relationships/slideMaster" Target="/ppt/slideMasters/slideMaster1.xml" Id="Reb46f7f1d971442c" /><Relationship Type="http://schemas.openxmlformats.org/officeDocument/2006/relationships/notesMaster" Target="/ppt/notesMasters/notesMaster1.xml" Id="Rcc1261eba829408b" /><Relationship Type="http://schemas.openxmlformats.org/officeDocument/2006/relationships/presProps" Target="/ppt/presProps.xml" Id="R0c8c2ba3d2b34788" /><Relationship Type="http://schemas.openxmlformats.org/officeDocument/2006/relationships/tableStyles" Target="/ppt/tableStyles.xml" Id="R595b061c2f4745ca" /><Relationship Type="http://schemas.openxmlformats.org/officeDocument/2006/relationships/slide" Target="/ppt/slides/slide1.xml" Id="R2003544c169449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c57f2572d149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e948c311f94a7e" /><Relationship Type="http://schemas.openxmlformats.org/officeDocument/2006/relationships/notesMaster" Target="/ppt/notesMasters/notesMaster1.xml" Id="R267f1843abb04b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Visual-Native Agent Harness and On-policy Data Evolution</a:t>
            </a:r>
          </a:p>
          <a:p xmlns:a="http://schemas.openxmlformats.org/drawingml/2006/main">
            <a:r>
              <a:t>Source: https://arxiv.org/abs/2605.10832v2</a:t>
            </a:r>
          </a:p>
          <a:p xmlns:a="http://schemas.openxmlformats.org/drawingml/2006/main">
            <a:r>
              <a:t>Approved image: fig1_visual_native_harness_and_ode_framework.png; SHA-256: b924aca7479c9f280def7fa2e424cddc9e936e0e5663a9b537e3796547a83e34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(117).</a:t>
            </a:r>
          </a:p>
          <a:p xmlns:a="http://schemas.openxmlformats.org/drawingml/2006/main">
            <a:r>
              <a:t>Font substitution: source PDF families mapped to Times New Roman,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2a7f4ddc848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21b62ef5f4b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f808c778049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bfbc01cb64d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375a8efda48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83b4843544e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73DC86-C811-46A4-B3A5-DE3C8FD0C0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0200" y="2821093"/>
            <a:ext cx="12801600" cy="1078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9EC5B3-73CB-4E38-A945-01380E0FDD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00300" y="4107180"/>
            <a:ext cx="11201400" cy="829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0BC648-03C1-4F1C-B99C-4A96A2BEA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0200" y="3111500"/>
            <a:ext cx="128016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092310-BA39-4FE8-8B22-982407A9C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113" y="580813"/>
            <a:ext cx="14201775" cy="91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709709-2A77-404E-9DD7-8563AE4A72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113" y="2074333"/>
            <a:ext cx="14201775" cy="464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892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1pPr>
            <a:lvl2pPr marL="58081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2pPr>
            <a:lvl3pPr marL="91270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3pPr>
            <a:lvl4pPr marL="124460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4pPr>
            <a:lvl5pPr marL="157649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5pPr>
            <a:lvl6pPr marL="190838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6pPr>
            <a:lvl7pPr marL="224028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7pPr>
            <a:lvl8pPr marL="257217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8pPr>
            <a:lvl9pPr marL="290406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4F9A7C-CFC2-46F8-8EA1-7F9A050466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113" y="580813"/>
            <a:ext cx="14201775" cy="91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CE4E34-9382-4DA0-9BFF-F4A690FAEA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113" y="2074333"/>
            <a:ext cx="6600825" cy="464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892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1pPr>
            <a:lvl2pPr marL="58081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2pPr>
            <a:lvl3pPr marL="91270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3pPr>
            <a:lvl4pPr marL="124460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4pPr>
            <a:lvl5pPr marL="157649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5pPr>
            <a:lvl6pPr marL="190838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6pPr>
            <a:lvl7pPr marL="224028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7pPr>
            <a:lvl8pPr marL="257217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8pPr>
            <a:lvl9pPr marL="290406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4765B4-67B3-45CC-A57D-887B50AF00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501063" y="2074333"/>
            <a:ext cx="6600825" cy="464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892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1pPr>
            <a:lvl2pPr marL="58081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2pPr>
            <a:lvl3pPr marL="91270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3pPr>
            <a:lvl4pPr marL="124460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4pPr>
            <a:lvl5pPr marL="157649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5pPr>
            <a:lvl6pPr marL="190838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6pPr>
            <a:lvl7pPr marL="224028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7pPr>
            <a:lvl8pPr marL="257217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8pPr>
            <a:lvl9pPr marL="290406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001ED2-9DBD-49F5-8542-311C4774A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0113" y="580813"/>
            <a:ext cx="14201775" cy="91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03A501-FE02-4556-8694-520487E59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0113" y="2074333"/>
            <a:ext cx="6600825" cy="464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892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1pPr>
            <a:lvl2pPr marL="58081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2pPr>
            <a:lvl3pPr marL="91270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3pPr>
            <a:lvl4pPr marL="124460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4pPr>
            <a:lvl5pPr marL="157649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5pPr>
            <a:lvl6pPr marL="190838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6pPr>
            <a:lvl7pPr marL="2240280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7pPr>
            <a:lvl8pPr marL="2572173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8pPr>
            <a:lvl9pPr marL="2904067" indent="-248920">
              <a:lnSpc>
                <a:spcPct val="110000"/>
              </a:lnSpc>
              <a:spcBef>
                <a:spcPts val="0"/>
              </a:spcBef>
              <a:spcAft>
                <a:spcPts val="13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f7022827074df1" /><Relationship Type="http://schemas.openxmlformats.org/officeDocument/2006/relationships/slideLayout" Target="/ppt/slideLayouts/slideLayout1.xml" Id="Rc1eba62ca0ff46a8" /><Relationship Type="http://schemas.openxmlformats.org/officeDocument/2006/relationships/slideLayout" Target="/ppt/slideLayouts/slideLayout2.xml" Id="R944c94df27384571" /><Relationship Type="http://schemas.openxmlformats.org/officeDocument/2006/relationships/slideLayout" Target="/ppt/slideLayouts/slideLayout3.xml" Id="R72ed90ffc5024a2a" /><Relationship Type="http://schemas.openxmlformats.org/officeDocument/2006/relationships/slideLayout" Target="/ppt/slideLayouts/slideLayout4.xml" Id="R432770bf877d4b5c" /><Relationship Type="http://schemas.openxmlformats.org/officeDocument/2006/relationships/slideLayout" Target="/ppt/slideLayouts/slideLayout5.xml" Id="R56781da48e6e4649" /><Relationship Type="http://schemas.openxmlformats.org/officeDocument/2006/relationships/slideLayout" Target="/ppt/slideLayouts/slideLayout6.xml" Id="R5f0eee0d3e1b48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eba62ca0ff46a8"/>
    <p:sldLayoutId xmlns:r="http://schemas.openxmlformats.org/officeDocument/2006/relationships" id="2147483650" r:id="R944c94df27384571"/>
    <p:sldLayoutId xmlns:r="http://schemas.openxmlformats.org/officeDocument/2006/relationships" id="2147483651" r:id="R72ed90ffc5024a2a"/>
    <p:sldLayoutId xmlns:r="http://schemas.openxmlformats.org/officeDocument/2006/relationships" id="2147483652" r:id="R432770bf877d4b5c"/>
    <p:sldLayoutId xmlns:r="http://schemas.openxmlformats.org/officeDocument/2006/relationships" id="2147483653" r:id="R56781da48e6e4649"/>
    <p:sldLayoutId xmlns:r="http://schemas.openxmlformats.org/officeDocument/2006/relationships" id="2147483654" r:id="R5f0eee0d3e1b48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c79d616f3495e" /><Relationship Type="http://schemas.openxmlformats.org/officeDocument/2006/relationships/image" Target="/ppt/media/image.png" Id="Rdacd567241b54792" /><Relationship Type="http://schemas.openxmlformats.org/officeDocument/2006/relationships/image" Target="/ppt/media/image2.png" Id="Rd7cfda2902294c6d" /><Relationship Type="http://schemas.openxmlformats.org/officeDocument/2006/relationships/image" Target="/ppt/media/image3.png" Id="R62d002e16e3d471b" /><Relationship Type="http://schemas.openxmlformats.org/officeDocument/2006/relationships/image" Target="/ppt/media/image4.png" Id="Rbdf1b04774e7423a" /><Relationship Type="http://schemas.openxmlformats.org/officeDocument/2006/relationships/image" Target="/ppt/media/image5.png" Id="R0d40f3d4fc714ffe" /><Relationship Type="http://schemas.openxmlformats.org/officeDocument/2006/relationships/image" Target="/ppt/media/image6.png" Id="R8c6b87fce8e74e28" /><Relationship Type="http://schemas.openxmlformats.org/officeDocument/2006/relationships/image" Target="/ppt/media/image7.png" Id="R595143eefd5c406c" /><Relationship Type="http://schemas.openxmlformats.org/officeDocument/2006/relationships/image" Target="/ppt/media/image8.png" Id="R420929d90df149da" /><Relationship Type="http://schemas.openxmlformats.org/officeDocument/2006/relationships/image" Target="/ppt/media/image9.png" Id="Rc18a9612530445d1" /><Relationship Type="http://schemas.openxmlformats.org/officeDocument/2006/relationships/image" Target="/ppt/media/image10.png" Id="R49e3689d0cc4421d" /><Relationship Type="http://schemas.openxmlformats.org/officeDocument/2006/relationships/image" Target="/ppt/media/image11.png" Id="Re60890493910441a" /><Relationship Type="http://schemas.openxmlformats.org/officeDocument/2006/relationships/image" Target="/ppt/media/image12.png" Id="R29a46430ee1d425a" /><Relationship Type="http://schemas.openxmlformats.org/officeDocument/2006/relationships/image" Target="/ppt/media/image13.png" Id="Rbf4edc25694348c5" /><Relationship Type="http://schemas.openxmlformats.org/officeDocument/2006/relationships/image" Target="/ppt/media/image14.png" Id="Rcf93501731a54f6e" /><Relationship Type="http://schemas.openxmlformats.org/officeDocument/2006/relationships/image" Target="/ppt/media/image15.png" Id="R8ce40ba6b092467e" /><Relationship Type="http://schemas.openxmlformats.org/officeDocument/2006/relationships/image" Target="/ppt/media/image16.png" Id="R427dcccdf8034362" /><Relationship Type="http://schemas.openxmlformats.org/officeDocument/2006/relationships/image" Target="/ppt/media/image17.png" Id="R94b93561132f4a4f" /><Relationship Type="http://schemas.openxmlformats.org/officeDocument/2006/relationships/image" Target="/ppt/media/image18.png" Id="Rb5d3338bf0d74844" /><Relationship Type="http://schemas.openxmlformats.org/officeDocument/2006/relationships/image" Target="/ppt/media/image19.png" Id="R4c9ab310adfc41e0" /><Relationship Type="http://schemas.openxmlformats.org/officeDocument/2006/relationships/image" Target="/ppt/media/image20.png" Id="R59785163fd544a2e" /><Relationship Type="http://schemas.openxmlformats.org/officeDocument/2006/relationships/image" Target="/ppt/media/image21.png" Id="R470d48fad2744edd" /><Relationship Type="http://schemas.openxmlformats.org/officeDocument/2006/relationships/image" Target="/ppt/media/image22.png" Id="Rce1202c1be014797" /><Relationship Type="http://schemas.openxmlformats.org/officeDocument/2006/relationships/image" Target="/ppt/media/image23.png" Id="Rc96426caf0864367" /><Relationship Type="http://schemas.openxmlformats.org/officeDocument/2006/relationships/image" Target="/ppt/media/image24.png" Id="Red3292a68a894b0a" /><Relationship Type="http://schemas.openxmlformats.org/officeDocument/2006/relationships/image" Target="/ppt/media/image25.png" Id="Rf149a91290b74b87" /><Relationship Type="http://schemas.openxmlformats.org/officeDocument/2006/relationships/image" Target="/ppt/media/image26.png" Id="Rb618931d450c44cb" /><Relationship Type="http://schemas.openxmlformats.org/officeDocument/2006/relationships/image" Target="/ppt/media/image27.png" Id="R2abbd6ba04ba42ed" /><Relationship Type="http://schemas.openxmlformats.org/officeDocument/2006/relationships/image" Target="/ppt/media/image28.png" Id="R7130fb293ea1460d" /><Relationship Type="http://schemas.openxmlformats.org/officeDocument/2006/relationships/image" Target="/ppt/media/image29.png" Id="R521d2f4aadb34368" /><Relationship Type="http://schemas.openxmlformats.org/officeDocument/2006/relationships/image" Target="/ppt/media/image30.png" Id="R1211bfaebb9748ae" /><Relationship Type="http://schemas.openxmlformats.org/officeDocument/2006/relationships/image" Target="/ppt/media/image31.png" Id="R43fd8ae0d08e4b1c" /><Relationship Type="http://schemas.openxmlformats.org/officeDocument/2006/relationships/image" Target="/ppt/media/image32.png" Id="Ra7c4c8625033453f" /><Relationship Type="http://schemas.openxmlformats.org/officeDocument/2006/relationships/image" Target="/ppt/media/image33.png" Id="Rd3dfa173937b4aeb" /><Relationship Type="http://schemas.openxmlformats.org/officeDocument/2006/relationships/image" Target="/ppt/media/image34.png" Id="R1a0808779df1442b" /><Relationship Type="http://schemas.openxmlformats.org/officeDocument/2006/relationships/image" Target="/ppt/media/image35.png" Id="R347e6eef9ede4421" /><Relationship Type="http://schemas.openxmlformats.org/officeDocument/2006/relationships/image" Target="/ppt/media/image36.png" Id="R7aa9343c9d514f40" /><Relationship Type="http://schemas.openxmlformats.org/officeDocument/2006/relationships/image" Target="/ppt/media/image37.png" Id="Reb165d2830554913" /><Relationship Type="http://schemas.openxmlformats.org/officeDocument/2006/relationships/image" Target="/ppt/media/image38.png" Id="R314549b68ed84668" /><Relationship Type="http://schemas.openxmlformats.org/officeDocument/2006/relationships/image" Target="/ppt/media/image39.png" Id="R4f09def9b7824c81" /><Relationship Type="http://schemas.openxmlformats.org/officeDocument/2006/relationships/image" Target="/ppt/media/image40.png" Id="R192c82c40c674ac5" /><Relationship Type="http://schemas.openxmlformats.org/officeDocument/2006/relationships/image" Target="/ppt/media/image41.png" Id="R660564e77498427f" /><Relationship Type="http://schemas.openxmlformats.org/officeDocument/2006/relationships/image" Target="/ppt/media/image42.png" Id="R4a8fbd2446d643ef" /><Relationship Type="http://schemas.openxmlformats.org/officeDocument/2006/relationships/image" Target="/ppt/media/image43.png" Id="R34230dc94c0d4bbf" /><Relationship Type="http://schemas.openxmlformats.org/officeDocument/2006/relationships/image" Target="/ppt/media/image44.png" Id="Rf6dcc489b6d048aa" /><Relationship Type="http://schemas.openxmlformats.org/officeDocument/2006/relationships/image" Target="/ppt/media/image45.png" Id="R6120cc5fe0094557" /><Relationship Type="http://schemas.openxmlformats.org/officeDocument/2006/relationships/image" Target="/ppt/media/image46.png" Id="Rb4295a825f5244dd" /><Relationship Type="http://schemas.openxmlformats.org/officeDocument/2006/relationships/image" Target="/ppt/media/image47.png" Id="Rc1334e632dbe4690" /><Relationship Type="http://schemas.openxmlformats.org/officeDocument/2006/relationships/image" Target="/ppt/media/image48.png" Id="R2854c302e5014a16" /><Relationship Type="http://schemas.openxmlformats.org/officeDocument/2006/relationships/image" Target="/ppt/media/image49.png" Id="Rc043102b95d44d9f" /><Relationship Type="http://schemas.openxmlformats.org/officeDocument/2006/relationships/image" Target="/ppt/media/image50.png" Id="Rb2bf71386fae4bee" /><Relationship Type="http://schemas.openxmlformats.org/officeDocument/2006/relationships/image" Target="/ppt/media/image51.png" Id="R814c95b980a34d0b" /><Relationship Type="http://schemas.openxmlformats.org/officeDocument/2006/relationships/image" Target="/ppt/media/image52.png" Id="Re9a98faee6424197" /><Relationship Type="http://schemas.openxmlformats.org/officeDocument/2006/relationships/image" Target="/ppt/media/image53.png" Id="R5cc7ca65f5c74c86" /><Relationship Type="http://schemas.openxmlformats.org/officeDocument/2006/relationships/image" Target="/ppt/media/image54.png" Id="Rc258dd4be64e4553" /><Relationship Type="http://schemas.openxmlformats.org/officeDocument/2006/relationships/image" Target="/ppt/media/image55.png" Id="R0b24b69305ad4642" /><Relationship Type="http://schemas.openxmlformats.org/officeDocument/2006/relationships/image" Target="/ppt/media/image56.png" Id="R934fdf2cb9604015" /><Relationship Type="http://schemas.openxmlformats.org/officeDocument/2006/relationships/image" Target="/ppt/media/image57.png" Id="R7cf3de4b75e4421f" /><Relationship Type="http://schemas.openxmlformats.org/officeDocument/2006/relationships/image" Target="/ppt/media/image58.png" Id="R1a75350194ac4a1f" /><Relationship Type="http://schemas.openxmlformats.org/officeDocument/2006/relationships/image" Target="/ppt/media/image59.png" Id="Rf7857c597eac4c6e" /><Relationship Type="http://schemas.openxmlformats.org/officeDocument/2006/relationships/image" Target="/ppt/media/image60.png" Id="R27946fff01dd497a" /><Relationship Type="http://schemas.openxmlformats.org/officeDocument/2006/relationships/image" Target="/ppt/media/image61.png" Id="R0e864dde393e475f" /><Relationship Type="http://schemas.openxmlformats.org/officeDocument/2006/relationships/image" Target="/ppt/media/image62.png" Id="R2bf7551acf3646a5" /><Relationship Type="http://schemas.openxmlformats.org/officeDocument/2006/relationships/image" Target="/ppt/media/image63.png" Id="R14f3d8d082e84b59" /><Relationship Type="http://schemas.openxmlformats.org/officeDocument/2006/relationships/image" Target="/ppt/media/image64.png" Id="Rb6f45474bbd04276" /><Relationship Type="http://schemas.openxmlformats.org/officeDocument/2006/relationships/image" Target="/ppt/media/image65.png" Id="Rb234234dbaab4ca4" /><Relationship Type="http://schemas.openxmlformats.org/officeDocument/2006/relationships/image" Target="/ppt/media/image66.png" Id="R1511c64061db460d" /><Relationship Type="http://schemas.openxmlformats.org/officeDocument/2006/relationships/image" Target="/ppt/media/image67.png" Id="Rcc1a386bd7f743d8" /><Relationship Type="http://schemas.openxmlformats.org/officeDocument/2006/relationships/image" Target="/ppt/media/image68.png" Id="Rf44d0096eeb0499e" /><Relationship Type="http://schemas.openxmlformats.org/officeDocument/2006/relationships/image" Target="/ppt/media/image69.png" Id="R0209da70f8274d77" /><Relationship Type="http://schemas.openxmlformats.org/officeDocument/2006/relationships/image" Target="/ppt/media/image70.png" Id="Rbef06e4e1d1c475b" /><Relationship Type="http://schemas.openxmlformats.org/officeDocument/2006/relationships/image" Target="/ppt/media/image71.png" Id="Re3770d604b954ae8" /><Relationship Type="http://schemas.openxmlformats.org/officeDocument/2006/relationships/image" Target="/ppt/media/image72.png" Id="Rb789877b2d5a4836" /><Relationship Type="http://schemas.openxmlformats.org/officeDocument/2006/relationships/image" Target="/ppt/media/image73.png" Id="R468959a9784b4be7" /><Relationship Type="http://schemas.openxmlformats.org/officeDocument/2006/relationships/image" Target="/ppt/media/image74.png" Id="Re62d2d7328e048cf" /><Relationship Type="http://schemas.openxmlformats.org/officeDocument/2006/relationships/image" Target="/ppt/media/image75.png" Id="Rd90ffc51ef754fe1" /><Relationship Type="http://schemas.openxmlformats.org/officeDocument/2006/relationships/image" Target="/ppt/media/image76.png" Id="R4551b2b997d54884" /><Relationship Type="http://schemas.openxmlformats.org/officeDocument/2006/relationships/image" Target="/ppt/media/image77.png" Id="R062c768c9b594cbb" /><Relationship Type="http://schemas.openxmlformats.org/officeDocument/2006/relationships/image" Target="/ppt/media/image78.png" Id="Rb2776dc3e5054868" /><Relationship Type="http://schemas.openxmlformats.org/officeDocument/2006/relationships/image" Target="/ppt/media/image79.png" Id="Rf00eb92fb125436e" /><Relationship Type="http://schemas.openxmlformats.org/officeDocument/2006/relationships/image" Target="/ppt/media/image80.png" Id="R96adc062b55a47c8" /><Relationship Type="http://schemas.openxmlformats.org/officeDocument/2006/relationships/image" Target="/ppt/media/image81.png" Id="R63ccac32cd6745b1" /><Relationship Type="http://schemas.openxmlformats.org/officeDocument/2006/relationships/image" Target="/ppt/media/image82.png" Id="Ref0a7bf066544660" /><Relationship Type="http://schemas.openxmlformats.org/officeDocument/2006/relationships/image" Target="/ppt/media/image83.png" Id="R475b1b2f4cb44d1a" /><Relationship Type="http://schemas.openxmlformats.org/officeDocument/2006/relationships/image" Target="/ppt/media/image84.png" Id="Rf864fcfb5a9748b1" /><Relationship Type="http://schemas.openxmlformats.org/officeDocument/2006/relationships/image" Target="/ppt/media/image85.png" Id="R617b847ce4ed47ee" /><Relationship Type="http://schemas.openxmlformats.org/officeDocument/2006/relationships/image" Target="/ppt/media/image86.png" Id="R11e11e99afa84236" /><Relationship Type="http://schemas.openxmlformats.org/officeDocument/2006/relationships/image" Target="/ppt/media/image87.png" Id="Rd2b099f4b25f4493" /><Relationship Type="http://schemas.openxmlformats.org/officeDocument/2006/relationships/image" Target="/ppt/media/image88.png" Id="Ra5738451f7414b45" /><Relationship Type="http://schemas.openxmlformats.org/officeDocument/2006/relationships/image" Target="/ppt/media/image89.png" Id="Ra71ecd4725004ddb" /><Relationship Type="http://schemas.openxmlformats.org/officeDocument/2006/relationships/image" Target="/ppt/media/image90.png" Id="R87dda8fbba134980" /><Relationship Type="http://schemas.openxmlformats.org/officeDocument/2006/relationships/image" Target="/ppt/media/image91.png" Id="Rdde3176f894a4a13" /><Relationship Type="http://schemas.openxmlformats.org/officeDocument/2006/relationships/image" Target="/ppt/media/image92.png" Id="Rc014087628ca4d9e" /><Relationship Type="http://schemas.openxmlformats.org/officeDocument/2006/relationships/image" Target="/ppt/media/image93.png" Id="Rb227dfa3e29a4294" /><Relationship Type="http://schemas.openxmlformats.org/officeDocument/2006/relationships/image" Target="/ppt/media/image94.png" Id="Rf6999511b095402d" /><Relationship Type="http://schemas.openxmlformats.org/officeDocument/2006/relationships/image" Target="/ppt/media/image95.png" Id="Rcced528539f64a31" /><Relationship Type="http://schemas.openxmlformats.org/officeDocument/2006/relationships/image" Target="/ppt/media/image96.png" Id="Rf5b4c570d8f64681" /><Relationship Type="http://schemas.openxmlformats.org/officeDocument/2006/relationships/image" Target="/ppt/media/image97.png" Id="Rc19e72fb909b4ff2" /><Relationship Type="http://schemas.openxmlformats.org/officeDocument/2006/relationships/image" Target="/ppt/media/image98.png" Id="R0917363e0f1c4655" /><Relationship Type="http://schemas.openxmlformats.org/officeDocument/2006/relationships/image" Target="/ppt/media/image99.png" Id="R7babd1dfc61745d6" /><Relationship Type="http://schemas.openxmlformats.org/officeDocument/2006/relationships/image" Target="/ppt/media/image100.png" Id="R3a00829920784fea" /><Relationship Type="http://schemas.openxmlformats.org/officeDocument/2006/relationships/image" Target="/ppt/media/image101.png" Id="R0a0560e18e454bcf" /><Relationship Type="http://schemas.openxmlformats.org/officeDocument/2006/relationships/image" Target="/ppt/media/image102.png" Id="Rce7ec9717d834673" /><Relationship Type="http://schemas.openxmlformats.org/officeDocument/2006/relationships/image" Target="/ppt/media/image103.png" Id="R14d51cfa895646d7" /><Relationship Type="http://schemas.openxmlformats.org/officeDocument/2006/relationships/image" Target="/ppt/media/image104.png" Id="R3bb2b62a01414d4d" /><Relationship Type="http://schemas.openxmlformats.org/officeDocument/2006/relationships/image" Target="/ppt/media/image105.png" Id="R789d4f6a89f74283" /><Relationship Type="http://schemas.openxmlformats.org/officeDocument/2006/relationships/image" Target="/ppt/media/image106.png" Id="R042ea193fb1b45b3" /><Relationship Type="http://schemas.openxmlformats.org/officeDocument/2006/relationships/image" Target="/ppt/media/image107.png" Id="Rde65889f8a2f456f" /><Relationship Type="http://schemas.openxmlformats.org/officeDocument/2006/relationships/image" Target="/ppt/media/image108.png" Id="R875e889afed94d03" /><Relationship Type="http://schemas.openxmlformats.org/officeDocument/2006/relationships/image" Target="/ppt/media/image109.png" Id="R469501a521044122" /><Relationship Type="http://schemas.openxmlformats.org/officeDocument/2006/relationships/image" Target="/ppt/media/image110.png" Id="Rb3a4f0eec54e4346" /><Relationship Type="http://schemas.openxmlformats.org/officeDocument/2006/relationships/image" Target="/ppt/media/image111.png" Id="Red29c4a1948448bc" /><Relationship Type="http://schemas.openxmlformats.org/officeDocument/2006/relationships/image" Target="/ppt/media/image112.png" Id="Rd28d421bfb5248da" /><Relationship Type="http://schemas.openxmlformats.org/officeDocument/2006/relationships/image" Target="/ppt/media/image113.png" Id="R8432edcb0a05422a" /><Relationship Type="http://schemas.openxmlformats.org/officeDocument/2006/relationships/image" Target="/ppt/media/image114.png" Id="R4715434349274035" /><Relationship Type="http://schemas.openxmlformats.org/officeDocument/2006/relationships/image" Target="/ppt/media/image115.png" Id="R3421011dd32d4806" /><Relationship Type="http://schemas.openxmlformats.org/officeDocument/2006/relationships/image" Target="/ppt/media/image116.png" Id="R3eb40d826b104e95" /><Relationship Type="http://schemas.openxmlformats.org/officeDocument/2006/relationships/image" Target="/ppt/media/image117.png" Id="Rff035e447208434e" /><Relationship Type="http://schemas.openxmlformats.org/officeDocument/2006/relationships/notesSlide" Target="/ppt/notesSlides/notesSlide1.xml" Id="R86ffd3d0226041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path-1">
            <a:extLst xmlns:a="http://schemas.openxmlformats.org/drawingml/2006/main">
              <a:ext uri="{FF2B5EF4-FFF2-40B4-BE49-F238E27FC236}">
                <a16:creationId xmlns:a16="http://schemas.microsoft.com/office/drawing/2014/main" id="{FED7289D-8910-435F-BE17-0618539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14613" y="-634169"/>
            <a:ext cx="22198785" cy="10570850"/>
          </a:xfrm>
          <a:custGeom xmlns:a="http://schemas.openxmlformats.org/drawingml/2006/main">
            <a:pathLst>
              <a:path w="22198785" h="10570850">
                <a:moveTo>
                  <a:pt x="0" y="0"/>
                </a:moveTo>
                <a:lnTo>
                  <a:pt x="22198785" y="0"/>
                </a:lnTo>
                <a:lnTo>
                  <a:pt x="22198785" y="10570850"/>
                </a:lnTo>
                <a:lnTo>
                  <a:pt x="0" y="105708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DDD72DBD-1E96-45DE-85DC-568DC044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14613" y="-634169"/>
            <a:ext cx="22196337" cy="10570850"/>
          </a:xfrm>
          <a:custGeom xmlns:a="http://schemas.openxmlformats.org/drawingml/2006/main">
            <a:pathLst>
              <a:path w="22196337" h="10570850">
                <a:moveTo>
                  <a:pt x="0" y="0"/>
                </a:moveTo>
                <a:lnTo>
                  <a:pt x="22196337" y="0"/>
                </a:lnTo>
                <a:lnTo>
                  <a:pt x="22196337" y="10570850"/>
                </a:lnTo>
                <a:lnTo>
                  <a:pt x="0" y="105708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D5103E76-909A-43CA-BEF9-5DD04FB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226" y="2471974"/>
            <a:ext cx="5650882" cy="4668955"/>
          </a:xfrm>
          <a:custGeom xmlns:a="http://schemas.openxmlformats.org/drawingml/2006/main">
            <a:pathLst>
              <a:path w="5650882" h="4668955">
                <a:moveTo>
                  <a:pt x="0" y="10681"/>
                </a:moveTo>
                <a:lnTo>
                  <a:pt x="4461319" y="0"/>
                </a:lnTo>
                <a:lnTo>
                  <a:pt x="5650882" y="1193680"/>
                </a:lnTo>
                <a:cubicBezTo>
                  <a:pt x="5580233" y="1924897"/>
                  <a:pt x="5549474" y="2669408"/>
                  <a:pt x="5478825" y="3400625"/>
                </a:cubicBezTo>
                <a:cubicBezTo>
                  <a:pt x="4842984" y="3803323"/>
                  <a:pt x="4255329" y="4266256"/>
                  <a:pt x="3619489" y="4668955"/>
                </a:cubicBezTo>
                <a:cubicBezTo>
                  <a:pt x="3612423" y="3450259"/>
                  <a:pt x="3594263" y="2060063"/>
                  <a:pt x="3587200" y="841370"/>
                </a:cubicBezTo>
                <a:lnTo>
                  <a:pt x="7065" y="844901"/>
                </a:lnTo>
                <a:lnTo>
                  <a:pt x="0" y="10681"/>
                </a:lnTo>
              </a:path>
            </a:pathLst>
          </a:custGeom>
          <a:solidFill xmlns:a="http://schemas.openxmlformats.org/drawingml/2006/main">
            <a:srgbClr val="36BAE9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73D385E6-DDC8-4FF9-8F9A-FF5CBC03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082" y="2470966"/>
            <a:ext cx="4557078" cy="4668179"/>
          </a:xfrm>
          <a:custGeom xmlns:a="http://schemas.openxmlformats.org/drawingml/2006/main">
            <a:pathLst>
              <a:path w="4557078" h="4668179">
                <a:moveTo>
                  <a:pt x="1011533" y="39889"/>
                </a:moveTo>
                <a:lnTo>
                  <a:pt x="960265" y="0"/>
                </a:lnTo>
                <a:lnTo>
                  <a:pt x="0" y="1131836"/>
                </a:lnTo>
                <a:lnTo>
                  <a:pt x="425960" y="3422831"/>
                </a:lnTo>
                <a:lnTo>
                  <a:pt x="2265884" y="4643451"/>
                </a:lnTo>
                <a:lnTo>
                  <a:pt x="4557078" y="4668179"/>
                </a:lnTo>
                <a:cubicBezTo>
                  <a:pt x="4554269" y="4436830"/>
                  <a:pt x="4530103" y="4152090"/>
                  <a:pt x="4527293" y="3920744"/>
                </a:cubicBezTo>
                <a:lnTo>
                  <a:pt x="2341189" y="3915689"/>
                </a:lnTo>
                <a:lnTo>
                  <a:pt x="2313508" y="1051302"/>
                </a:lnTo>
                <a:lnTo>
                  <a:pt x="1007471" y="1057206"/>
                </a:lnTo>
                <a:cubicBezTo>
                  <a:pt x="1004844" y="773843"/>
                  <a:pt x="1014160" y="323254"/>
                  <a:pt x="1011533" y="39889"/>
                </a:cubicBezTo>
              </a:path>
            </a:pathLst>
          </a:custGeom>
          <a:solidFill xmlns:a="http://schemas.openxmlformats.org/drawingml/2006/main">
            <a:srgbClr val="477BD8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ECE999F7-7B0A-4CE4-82DE-104E3AA9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892" y="6353233"/>
            <a:ext cx="2091299" cy="472448"/>
          </a:xfrm>
          <a:custGeom xmlns:a="http://schemas.openxmlformats.org/drawingml/2006/main">
            <a:pathLst>
              <a:path w="2091299" h="472448">
                <a:moveTo>
                  <a:pt x="2091299" y="4724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E6222-7994-48A7-9D8C-1ADD17F3C7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d567241b54792"/>
          <a:stretch xmlns:a="http://schemas.openxmlformats.org/drawingml/2006/main"/>
        </p:blipFill>
        <p:spPr>
          <a:xfrm xmlns:a="http://schemas.openxmlformats.org/drawingml/2006/main">
            <a:off x="143962" y="5345321"/>
            <a:ext cx="7258050" cy="1990725"/>
          </a:xfrm>
          <a:prstGeom xmlns:a="http://schemas.openxmlformats.org/drawingml/2006/main" prst="rect">
            <a:avLst/>
          </a:prstGeom>
        </p:spPr>
      </p:pic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2D1404B6-384C-4621-91EB-9393BB98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79" y="5395279"/>
            <a:ext cx="7080054" cy="1807561"/>
          </a:xfrm>
          <a:custGeom xmlns:a="http://schemas.openxmlformats.org/drawingml/2006/main">
            <a:pathLst>
              <a:path w="7080054" h="1807561">
                <a:moveTo>
                  <a:pt x="0" y="85969"/>
                </a:moveTo>
                <a:cubicBezTo>
                  <a:pt x="0" y="38489"/>
                  <a:pt x="38490" y="0"/>
                  <a:pt x="85969" y="0"/>
                </a:cubicBezTo>
                <a:lnTo>
                  <a:pt x="6994086" y="0"/>
                </a:lnTo>
                <a:cubicBezTo>
                  <a:pt x="7041564" y="0"/>
                  <a:pt x="7080054" y="38489"/>
                  <a:pt x="7080054" y="85969"/>
                </a:cubicBezTo>
                <a:lnTo>
                  <a:pt x="7080054" y="1721592"/>
                </a:lnTo>
                <a:cubicBezTo>
                  <a:pt x="7080054" y="1769071"/>
                  <a:pt x="7041564" y="1807561"/>
                  <a:pt x="6994086" y="1807561"/>
                </a:cubicBezTo>
                <a:lnTo>
                  <a:pt x="85969" y="1807561"/>
                </a:lnTo>
                <a:cubicBezTo>
                  <a:pt x="38490" y="1807561"/>
                  <a:pt x="0" y="1769071"/>
                  <a:pt x="0" y="1721592"/>
                </a:cubicBezTo>
                <a:lnTo>
                  <a:pt x="0" y="8596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A4939D14-DF78-4E2F-8BE3-A4EB1E17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79" y="5395279"/>
            <a:ext cx="7080054" cy="1807560"/>
          </a:xfrm>
          <a:custGeom xmlns:a="http://schemas.openxmlformats.org/drawingml/2006/main">
            <a:pathLst>
              <a:path w="7080054" h="1807560">
                <a:moveTo>
                  <a:pt x="0" y="85969"/>
                </a:moveTo>
                <a:cubicBezTo>
                  <a:pt x="0" y="38489"/>
                  <a:pt x="38490" y="0"/>
                  <a:pt x="85969" y="0"/>
                </a:cubicBezTo>
                <a:lnTo>
                  <a:pt x="6994085" y="0"/>
                </a:lnTo>
                <a:cubicBezTo>
                  <a:pt x="7041564" y="0"/>
                  <a:pt x="7080054" y="38489"/>
                  <a:pt x="7080054" y="85969"/>
                </a:cubicBezTo>
                <a:lnTo>
                  <a:pt x="7080054" y="1721591"/>
                </a:lnTo>
                <a:cubicBezTo>
                  <a:pt x="7080054" y="1769070"/>
                  <a:pt x="7041564" y="1807560"/>
                  <a:pt x="6994085" y="1807560"/>
                </a:cubicBezTo>
                <a:lnTo>
                  <a:pt x="85969" y="1807560"/>
                </a:lnTo>
                <a:cubicBezTo>
                  <a:pt x="38490" y="1807560"/>
                  <a:pt x="0" y="1769070"/>
                  <a:pt x="0" y="1721591"/>
                </a:cubicBezTo>
                <a:lnTo>
                  <a:pt x="0" y="8596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0C0D7820-A599-4A52-B633-EFD6F72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0" y="142183"/>
            <a:ext cx="3378298" cy="457093"/>
          </a:xfrm>
          <a:custGeom xmlns:a="http://schemas.openxmlformats.org/drawingml/2006/main">
            <a:pathLst>
              <a:path w="3378298" h="457093">
                <a:moveTo>
                  <a:pt x="0" y="76185"/>
                </a:moveTo>
                <a:cubicBezTo>
                  <a:pt x="0" y="34109"/>
                  <a:pt x="34109" y="0"/>
                  <a:pt x="76184" y="0"/>
                </a:cubicBezTo>
                <a:lnTo>
                  <a:pt x="3302112" y="0"/>
                </a:lnTo>
                <a:cubicBezTo>
                  <a:pt x="3344190" y="0"/>
                  <a:pt x="3378298" y="34109"/>
                  <a:pt x="3378298" y="76185"/>
                </a:cubicBezTo>
                <a:lnTo>
                  <a:pt x="3378298" y="380909"/>
                </a:lnTo>
                <a:cubicBezTo>
                  <a:pt x="3378298" y="422986"/>
                  <a:pt x="3344190" y="457093"/>
                  <a:pt x="3302112" y="457093"/>
                </a:cubicBezTo>
                <a:lnTo>
                  <a:pt x="76184" y="457093"/>
                </a:lnTo>
                <a:cubicBezTo>
                  <a:pt x="34109" y="457093"/>
                  <a:pt x="0" y="422986"/>
                  <a:pt x="0" y="380909"/>
                </a:cubicBezTo>
                <a:lnTo>
                  <a:pt x="0" y="76185"/>
                </a:lnTo>
              </a:path>
            </a:pathLst>
          </a:custGeom>
          <a:solidFill xmlns:a="http://schemas.openxmlformats.org/drawingml/2006/main">
            <a:srgbClr val="C1C0F4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DE native panel-border soft shadow xref 724 layer 1">
            <a:extLst xmlns:a="http://schemas.openxmlformats.org/drawingml/2006/main">
              <a:ext uri="{FF2B5EF4-FFF2-40B4-BE49-F238E27FC236}">
                <a16:creationId xmlns:a16="http://schemas.microsoft.com/office/drawing/2014/main" id="{D56CAF80-9BB7-4767-82C0-2B29E5A5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03" y="170758"/>
            <a:ext cx="7217174" cy="7154266"/>
          </a:xfrm>
          <a:custGeom xmlns:a="http://schemas.openxmlformats.org/drawingml/2006/main">
            <a:pathLst>
              <a:path w="7217174" h="7154266">
                <a:moveTo>
                  <a:pt x="0" y="118471"/>
                </a:moveTo>
                <a:cubicBezTo>
                  <a:pt x="0" y="53041"/>
                  <a:pt x="53041" y="0"/>
                  <a:pt x="118471" y="0"/>
                </a:cubicBezTo>
                <a:lnTo>
                  <a:pt x="7098702" y="0"/>
                </a:lnTo>
                <a:cubicBezTo>
                  <a:pt x="7164132" y="0"/>
                  <a:pt x="7217174" y="53041"/>
                  <a:pt x="7217174" y="118471"/>
                </a:cubicBezTo>
                <a:lnTo>
                  <a:pt x="7217174" y="7035795"/>
                </a:lnTo>
                <a:cubicBezTo>
                  <a:pt x="7217174" y="7101225"/>
                  <a:pt x="7164132" y="7154266"/>
                  <a:pt x="7098702" y="7154266"/>
                </a:cubicBezTo>
                <a:lnTo>
                  <a:pt x="118471" y="7154266"/>
                </a:lnTo>
                <a:cubicBezTo>
                  <a:pt x="53041" y="7154266"/>
                  <a:pt x="0" y="7101225"/>
                  <a:pt x="0" y="7035795"/>
                </a:cubicBezTo>
                <a:lnTo>
                  <a:pt x="0" y="118471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000000">
                <a:alpha val="3000"/>
              </a:srgbClr>
            </a:solidFill>
            <a:prstDash val="dash"/>
          </a:ln>
        </p:spPr>
      </p:sp>
      <p:sp>
        <p:nvSpPr>
          <p:cNvPr id="11" name="ODE native panel-border soft shadow xref 724 layer 2">
            <a:extLst xmlns:a="http://schemas.openxmlformats.org/drawingml/2006/main">
              <a:ext uri="{FF2B5EF4-FFF2-40B4-BE49-F238E27FC236}">
                <a16:creationId xmlns:a16="http://schemas.microsoft.com/office/drawing/2014/main" id="{1679D329-4A0C-42D7-B317-8E1D86B2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40" y="165996"/>
            <a:ext cx="7217174" cy="7154266"/>
          </a:xfrm>
          <a:custGeom xmlns:a="http://schemas.openxmlformats.org/drawingml/2006/main">
            <a:pathLst>
              <a:path w="7217174" h="7154266">
                <a:moveTo>
                  <a:pt x="0" y="118471"/>
                </a:moveTo>
                <a:cubicBezTo>
                  <a:pt x="0" y="53041"/>
                  <a:pt x="53041" y="0"/>
                  <a:pt x="118471" y="0"/>
                </a:cubicBezTo>
                <a:lnTo>
                  <a:pt x="7098702" y="0"/>
                </a:lnTo>
                <a:cubicBezTo>
                  <a:pt x="7164132" y="0"/>
                  <a:pt x="7217174" y="53041"/>
                  <a:pt x="7217174" y="118471"/>
                </a:cubicBezTo>
                <a:lnTo>
                  <a:pt x="7217174" y="7035795"/>
                </a:lnTo>
                <a:cubicBezTo>
                  <a:pt x="7217174" y="7101225"/>
                  <a:pt x="7164132" y="7154266"/>
                  <a:pt x="7098702" y="7154266"/>
                </a:cubicBezTo>
                <a:lnTo>
                  <a:pt x="118471" y="7154266"/>
                </a:lnTo>
                <a:cubicBezTo>
                  <a:pt x="53041" y="7154266"/>
                  <a:pt x="0" y="7101225"/>
                  <a:pt x="0" y="7035795"/>
                </a:cubicBezTo>
                <a:lnTo>
                  <a:pt x="0" y="118471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0000">
                <a:alpha val="4000"/>
              </a:srgbClr>
            </a:solidFill>
            <a:prstDash val="dash"/>
          </a:ln>
        </p:spPr>
      </p:sp>
      <p:sp>
        <p:nvSpPr>
          <p:cNvPr id="12" name="ODE native panel-border soft shadow xref 724 layer 3">
            <a:extLst xmlns:a="http://schemas.openxmlformats.org/drawingml/2006/main">
              <a:ext uri="{FF2B5EF4-FFF2-40B4-BE49-F238E27FC236}">
                <a16:creationId xmlns:a16="http://schemas.microsoft.com/office/drawing/2014/main" id="{6D019996-76F7-4D4A-A1D4-795F1628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78" y="161233"/>
            <a:ext cx="7217174" cy="7154266"/>
          </a:xfrm>
          <a:custGeom xmlns:a="http://schemas.openxmlformats.org/drawingml/2006/main">
            <a:pathLst>
              <a:path w="7217174" h="7154266">
                <a:moveTo>
                  <a:pt x="0" y="118471"/>
                </a:moveTo>
                <a:cubicBezTo>
                  <a:pt x="0" y="53041"/>
                  <a:pt x="53041" y="0"/>
                  <a:pt x="118471" y="0"/>
                </a:cubicBezTo>
                <a:lnTo>
                  <a:pt x="7098702" y="0"/>
                </a:lnTo>
                <a:cubicBezTo>
                  <a:pt x="7164132" y="0"/>
                  <a:pt x="7217174" y="53041"/>
                  <a:pt x="7217174" y="118471"/>
                </a:cubicBezTo>
                <a:lnTo>
                  <a:pt x="7217174" y="7035795"/>
                </a:lnTo>
                <a:cubicBezTo>
                  <a:pt x="7217174" y="7101225"/>
                  <a:pt x="7164132" y="7154266"/>
                  <a:pt x="7098702" y="7154266"/>
                </a:cubicBezTo>
                <a:lnTo>
                  <a:pt x="118471" y="7154266"/>
                </a:lnTo>
                <a:cubicBezTo>
                  <a:pt x="53041" y="7154266"/>
                  <a:pt x="0" y="7101225"/>
                  <a:pt x="0" y="7035795"/>
                </a:cubicBezTo>
                <a:lnTo>
                  <a:pt x="0" y="1184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5000"/>
              </a:srgbClr>
            </a:solidFill>
            <a:prstDash val="dash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620B8940-719D-4AC8-88AD-D4FFE02E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0" y="142183"/>
            <a:ext cx="7217174" cy="7154266"/>
          </a:xfrm>
          <a:custGeom xmlns:a="http://schemas.openxmlformats.org/drawingml/2006/main">
            <a:pathLst>
              <a:path w="7217174" h="7154266">
                <a:moveTo>
                  <a:pt x="0" y="118471"/>
                </a:moveTo>
                <a:cubicBezTo>
                  <a:pt x="0" y="53041"/>
                  <a:pt x="53041" y="0"/>
                  <a:pt x="118471" y="0"/>
                </a:cubicBezTo>
                <a:lnTo>
                  <a:pt x="7098702" y="0"/>
                </a:lnTo>
                <a:cubicBezTo>
                  <a:pt x="7164132" y="0"/>
                  <a:pt x="7217174" y="53041"/>
                  <a:pt x="7217174" y="118471"/>
                </a:cubicBezTo>
                <a:lnTo>
                  <a:pt x="7217174" y="7035795"/>
                </a:lnTo>
                <a:cubicBezTo>
                  <a:pt x="7217174" y="7101225"/>
                  <a:pt x="7164132" y="7154266"/>
                  <a:pt x="7098702" y="7154266"/>
                </a:cubicBezTo>
                <a:lnTo>
                  <a:pt x="118471" y="7154266"/>
                </a:lnTo>
                <a:cubicBezTo>
                  <a:pt x="53041" y="7154266"/>
                  <a:pt x="0" y="7101225"/>
                  <a:pt x="0" y="7035795"/>
                </a:cubicBezTo>
                <a:lnTo>
                  <a:pt x="0" y="118471"/>
                </a:lnTo>
              </a:path>
            </a:pathLst>
          </a:custGeom>
          <a:noFill xmlns:a="http://schemas.openxmlformats.org/drawingml/2006/main"/>
          <a:ln xmlns:a="http://schemas.openxmlformats.org/drawingml/2006/main" w="29363">
            <a:solidFill>
              <a:srgbClr val="3A3399"/>
            </a:solidFill>
            <a:prstDash val="dash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F327287A-2000-4219-977B-7F94CF00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94" y="131820"/>
            <a:ext cx="3032145" cy="426174"/>
          </a:xfrm>
          <a:custGeom xmlns:a="http://schemas.openxmlformats.org/drawingml/2006/main">
            <a:pathLst>
              <a:path w="3032145" h="426174">
                <a:moveTo>
                  <a:pt x="0" y="82621"/>
                </a:moveTo>
                <a:cubicBezTo>
                  <a:pt x="0" y="36990"/>
                  <a:pt x="36990" y="0"/>
                  <a:pt x="82621" y="0"/>
                </a:cubicBezTo>
                <a:lnTo>
                  <a:pt x="2949523" y="0"/>
                </a:lnTo>
                <a:cubicBezTo>
                  <a:pt x="2995153" y="0"/>
                  <a:pt x="3032145" y="36990"/>
                  <a:pt x="3032145" y="82621"/>
                </a:cubicBezTo>
                <a:lnTo>
                  <a:pt x="3032145" y="343552"/>
                </a:lnTo>
                <a:cubicBezTo>
                  <a:pt x="3032145" y="389184"/>
                  <a:pt x="2995153" y="426174"/>
                  <a:pt x="2949523" y="426174"/>
                </a:cubicBezTo>
                <a:lnTo>
                  <a:pt x="82621" y="426174"/>
                </a:lnTo>
                <a:cubicBezTo>
                  <a:pt x="36990" y="426174"/>
                  <a:pt x="0" y="389184"/>
                  <a:pt x="0" y="343552"/>
                </a:cubicBezTo>
                <a:lnTo>
                  <a:pt x="0" y="82621"/>
                </a:lnTo>
              </a:path>
            </a:pathLst>
          </a:custGeom>
          <a:solidFill xmlns:a="http://schemas.openxmlformats.org/drawingml/2006/main">
            <a:srgbClr val="C0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5 1.">
            <a:extLst xmlns:a="http://schemas.openxmlformats.org/drawingml/2006/main">
              <a:ext uri="{FF2B5EF4-FFF2-40B4-BE49-F238E27FC236}">
                <a16:creationId xmlns:a16="http://schemas.microsoft.com/office/drawing/2014/main" id="{A74284AA-7836-4B97-9449-F458FE31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241" y="211414"/>
            <a:ext cx="218479" cy="32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</a:t>
            </a:r>
          </a:p>
        </p:txBody>
      </p:sp>
      <p:sp>
        <p:nvSpPr>
          <p:cNvPr id="16" name="text-15 Visual">
            <a:extLst xmlns:a="http://schemas.openxmlformats.org/drawingml/2006/main">
              <a:ext uri="{FF2B5EF4-FFF2-40B4-BE49-F238E27FC236}">
                <a16:creationId xmlns:a16="http://schemas.microsoft.com/office/drawing/2014/main" id="{EA6A1E5D-84D9-4CDF-BD4C-977640E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944" y="212124"/>
            <a:ext cx="671332" cy="327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17" name="text-16 -">
            <a:extLst xmlns:a="http://schemas.openxmlformats.org/drawingml/2006/main">
              <a:ext uri="{FF2B5EF4-FFF2-40B4-BE49-F238E27FC236}">
                <a16:creationId xmlns:a16="http://schemas.microsoft.com/office/drawing/2014/main" id="{B99EE248-C8BF-419C-A349-5823585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885" y="211421"/>
            <a:ext cx="120524" cy="328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8" name="text-17 Native">
            <a:extLst xmlns:a="http://schemas.openxmlformats.org/drawingml/2006/main">
              <a:ext uri="{FF2B5EF4-FFF2-40B4-BE49-F238E27FC236}">
                <a16:creationId xmlns:a16="http://schemas.microsoft.com/office/drawing/2014/main" id="{9D62432E-18DA-4748-8C98-738D31B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187" y="211428"/>
            <a:ext cx="694670" cy="328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Native</a:t>
            </a:r>
          </a:p>
        </p:txBody>
      </p:sp>
      <p:sp>
        <p:nvSpPr>
          <p:cNvPr id="19" name="text-17 Agent">
            <a:extLst xmlns:a="http://schemas.openxmlformats.org/drawingml/2006/main">
              <a:ext uri="{FF2B5EF4-FFF2-40B4-BE49-F238E27FC236}">
                <a16:creationId xmlns:a16="http://schemas.microsoft.com/office/drawing/2014/main" id="{18FDBCC7-A14B-4E44-A730-F0171684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7320" y="211757"/>
            <a:ext cx="641654" cy="328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sp>
        <p:nvSpPr>
          <p:cNvPr id="20" name="text-17 Harness">
            <a:extLst xmlns:a="http://schemas.openxmlformats.org/drawingml/2006/main">
              <a:ext uri="{FF2B5EF4-FFF2-40B4-BE49-F238E27FC236}">
                <a16:creationId xmlns:a16="http://schemas.microsoft.com/office/drawing/2014/main" id="{DBAF0350-ADF2-4792-AAB5-8EDC40AF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5532" y="211198"/>
            <a:ext cx="865399" cy="329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Harness</a:t>
            </a:r>
          </a:p>
        </p:txBody>
      </p:sp>
      <p:sp>
        <p:nvSpPr>
          <p:cNvPr id="21" name="text-18 2.">
            <a:extLst xmlns:a="http://schemas.openxmlformats.org/drawingml/2006/main">
              <a:ext uri="{FF2B5EF4-FFF2-40B4-BE49-F238E27FC236}">
                <a16:creationId xmlns:a16="http://schemas.microsoft.com/office/drawing/2014/main" id="{1F1C851C-4856-4111-90D3-963A63C1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4691" y="197319"/>
            <a:ext cx="218480" cy="328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</a:t>
            </a:r>
          </a:p>
        </p:txBody>
      </p:sp>
      <p:sp>
        <p:nvSpPr>
          <p:cNvPr id="22" name="text-18 On">
            <a:extLst xmlns:a="http://schemas.openxmlformats.org/drawingml/2006/main">
              <a:ext uri="{FF2B5EF4-FFF2-40B4-BE49-F238E27FC236}">
                <a16:creationId xmlns:a16="http://schemas.microsoft.com/office/drawing/2014/main" id="{AB87C00C-4D7F-4783-925C-08287E1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9598" y="196729"/>
            <a:ext cx="356584" cy="329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23" name="text-19 -">
            <a:extLst xmlns:a="http://schemas.openxmlformats.org/drawingml/2006/main">
              <a:ext uri="{FF2B5EF4-FFF2-40B4-BE49-F238E27FC236}">
                <a16:creationId xmlns:a16="http://schemas.microsoft.com/office/drawing/2014/main" id="{1DCE1C5B-B711-4B7A-AD60-0E349486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2810" y="197329"/>
            <a:ext cx="120523" cy="32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24" name="text-20 policy">
            <a:extLst xmlns:a="http://schemas.openxmlformats.org/drawingml/2006/main">
              <a:ext uri="{FF2B5EF4-FFF2-40B4-BE49-F238E27FC236}">
                <a16:creationId xmlns:a16="http://schemas.microsoft.com/office/drawing/2014/main" id="{169988E6-276D-45B5-8BB2-0FC084D4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1111" y="196699"/>
            <a:ext cx="644385" cy="329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25" name="text-20 Data">
            <a:extLst xmlns:a="http://schemas.openxmlformats.org/drawingml/2006/main">
              <a:ext uri="{FF2B5EF4-FFF2-40B4-BE49-F238E27FC236}">
                <a16:creationId xmlns:a16="http://schemas.microsoft.com/office/drawing/2014/main" id="{E3022B55-B885-4CD9-B3DD-0A26FDCE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1812" y="197697"/>
            <a:ext cx="524262" cy="328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26" name="text-20 Evolution">
            <a:extLst xmlns:a="http://schemas.openxmlformats.org/drawingml/2006/main">
              <a:ext uri="{FF2B5EF4-FFF2-40B4-BE49-F238E27FC236}">
                <a16:creationId xmlns:a16="http://schemas.microsoft.com/office/drawing/2014/main" id="{6979F765-FC2C-4461-A7A3-8AD70115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2570" y="197193"/>
            <a:ext cx="1022088" cy="32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Evolution</a:t>
            </a:r>
          </a:p>
        </p:txBody>
      </p:sp>
      <p:sp>
        <p:nvSpPr>
          <p:cNvPr id="27" name="ODE native panel-border soft shadow xref 735 layer 1">
            <a:extLst xmlns:a="http://schemas.openxmlformats.org/drawingml/2006/main">
              <a:ext uri="{FF2B5EF4-FFF2-40B4-BE49-F238E27FC236}">
                <a16:creationId xmlns:a16="http://schemas.microsoft.com/office/drawing/2014/main" id="{7A74CE81-59C7-46E1-BD98-69B2890A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55" y="155691"/>
            <a:ext cx="8348294" cy="7154266"/>
          </a:xfrm>
          <a:custGeom xmlns:a="http://schemas.openxmlformats.org/drawingml/2006/main">
            <a:pathLst>
              <a:path w="8348294" h="7154266">
                <a:moveTo>
                  <a:pt x="0" y="83346"/>
                </a:moveTo>
                <a:cubicBezTo>
                  <a:pt x="0" y="37315"/>
                  <a:pt x="37315" y="0"/>
                  <a:pt x="83347" y="0"/>
                </a:cubicBezTo>
                <a:lnTo>
                  <a:pt x="8264948" y="0"/>
                </a:lnTo>
                <a:cubicBezTo>
                  <a:pt x="8310979" y="0"/>
                  <a:pt x="8348294" y="37315"/>
                  <a:pt x="8348294" y="83346"/>
                </a:cubicBezTo>
                <a:lnTo>
                  <a:pt x="8348294" y="7070920"/>
                </a:lnTo>
                <a:cubicBezTo>
                  <a:pt x="8348294" y="7116951"/>
                  <a:pt x="8310979" y="7154266"/>
                  <a:pt x="8264948" y="7154266"/>
                </a:cubicBezTo>
                <a:lnTo>
                  <a:pt x="83347" y="7154266"/>
                </a:lnTo>
                <a:cubicBezTo>
                  <a:pt x="37315" y="7154266"/>
                  <a:pt x="0" y="7116951"/>
                  <a:pt x="0" y="7070920"/>
                </a:cubicBezTo>
                <a:lnTo>
                  <a:pt x="0" y="83346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000000">
                <a:alpha val="3000"/>
              </a:srgbClr>
            </a:solidFill>
            <a:prstDash val="dash"/>
          </a:ln>
        </p:spPr>
      </p:sp>
      <p:sp>
        <p:nvSpPr>
          <p:cNvPr id="28" name="ODE native panel-border soft shadow xref 735 layer 2">
            <a:extLst xmlns:a="http://schemas.openxmlformats.org/drawingml/2006/main">
              <a:ext uri="{FF2B5EF4-FFF2-40B4-BE49-F238E27FC236}">
                <a16:creationId xmlns:a16="http://schemas.microsoft.com/office/drawing/2014/main" id="{71551A87-3B21-47FF-AB6A-16D4BB01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792" y="150929"/>
            <a:ext cx="8348294" cy="7154266"/>
          </a:xfrm>
          <a:custGeom xmlns:a="http://schemas.openxmlformats.org/drawingml/2006/main">
            <a:pathLst>
              <a:path w="8348294" h="7154266">
                <a:moveTo>
                  <a:pt x="0" y="83346"/>
                </a:moveTo>
                <a:cubicBezTo>
                  <a:pt x="0" y="37315"/>
                  <a:pt x="37315" y="0"/>
                  <a:pt x="83347" y="0"/>
                </a:cubicBezTo>
                <a:lnTo>
                  <a:pt x="8264948" y="0"/>
                </a:lnTo>
                <a:cubicBezTo>
                  <a:pt x="8310979" y="0"/>
                  <a:pt x="8348294" y="37315"/>
                  <a:pt x="8348294" y="83346"/>
                </a:cubicBezTo>
                <a:lnTo>
                  <a:pt x="8348294" y="7070920"/>
                </a:lnTo>
                <a:cubicBezTo>
                  <a:pt x="8348294" y="7116951"/>
                  <a:pt x="8310979" y="7154266"/>
                  <a:pt x="8264948" y="7154266"/>
                </a:cubicBezTo>
                <a:lnTo>
                  <a:pt x="83347" y="7154266"/>
                </a:lnTo>
                <a:cubicBezTo>
                  <a:pt x="37315" y="7154266"/>
                  <a:pt x="0" y="7116951"/>
                  <a:pt x="0" y="7070920"/>
                </a:cubicBezTo>
                <a:lnTo>
                  <a:pt x="0" y="83346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0000">
                <a:alpha val="4000"/>
              </a:srgbClr>
            </a:solidFill>
            <a:prstDash val="dash"/>
          </a:ln>
        </p:spPr>
      </p:sp>
      <p:sp>
        <p:nvSpPr>
          <p:cNvPr id="29" name="ODE native panel-border soft shadow xref 735 layer 3">
            <a:extLst xmlns:a="http://schemas.openxmlformats.org/drawingml/2006/main">
              <a:ext uri="{FF2B5EF4-FFF2-40B4-BE49-F238E27FC236}">
                <a16:creationId xmlns:a16="http://schemas.microsoft.com/office/drawing/2014/main" id="{E0C867E2-4ECC-4BD4-BB4A-E33094B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030" y="146166"/>
            <a:ext cx="8348294" cy="7154266"/>
          </a:xfrm>
          <a:custGeom xmlns:a="http://schemas.openxmlformats.org/drawingml/2006/main">
            <a:pathLst>
              <a:path w="8348294" h="7154266">
                <a:moveTo>
                  <a:pt x="0" y="83346"/>
                </a:moveTo>
                <a:cubicBezTo>
                  <a:pt x="0" y="37315"/>
                  <a:pt x="37315" y="0"/>
                  <a:pt x="83347" y="0"/>
                </a:cubicBezTo>
                <a:lnTo>
                  <a:pt x="8264948" y="0"/>
                </a:lnTo>
                <a:cubicBezTo>
                  <a:pt x="8310979" y="0"/>
                  <a:pt x="8348294" y="37315"/>
                  <a:pt x="8348294" y="83346"/>
                </a:cubicBezTo>
                <a:lnTo>
                  <a:pt x="8348294" y="7070920"/>
                </a:lnTo>
                <a:cubicBezTo>
                  <a:pt x="8348294" y="7116951"/>
                  <a:pt x="8310979" y="7154266"/>
                  <a:pt x="8264948" y="7154266"/>
                </a:cubicBezTo>
                <a:lnTo>
                  <a:pt x="83347" y="7154266"/>
                </a:lnTo>
                <a:cubicBezTo>
                  <a:pt x="37315" y="7154266"/>
                  <a:pt x="0" y="7116951"/>
                  <a:pt x="0" y="7070920"/>
                </a:cubicBezTo>
                <a:lnTo>
                  <a:pt x="0" y="8334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>
                <a:alpha val="5000"/>
              </a:srgbClr>
            </a:solidFill>
            <a:prstDash val="dash"/>
          </a:ln>
        </p:spPr>
      </p:sp>
      <p:sp>
        <p:nvSpPr>
          <p:cNvPr id="30" name="path-24">
            <a:extLst xmlns:a="http://schemas.openxmlformats.org/drawingml/2006/main">
              <a:ext uri="{FF2B5EF4-FFF2-40B4-BE49-F238E27FC236}">
                <a16:creationId xmlns:a16="http://schemas.microsoft.com/office/drawing/2014/main" id="{724CBCF3-1D77-4CCD-9655-2D75D73E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742" y="127116"/>
            <a:ext cx="8348294" cy="7154266"/>
          </a:xfrm>
          <a:custGeom xmlns:a="http://schemas.openxmlformats.org/drawingml/2006/main">
            <a:pathLst>
              <a:path w="8348294" h="7154266">
                <a:moveTo>
                  <a:pt x="0" y="83346"/>
                </a:moveTo>
                <a:cubicBezTo>
                  <a:pt x="0" y="37315"/>
                  <a:pt x="37315" y="0"/>
                  <a:pt x="83347" y="0"/>
                </a:cubicBezTo>
                <a:lnTo>
                  <a:pt x="8264948" y="0"/>
                </a:lnTo>
                <a:cubicBezTo>
                  <a:pt x="8310979" y="0"/>
                  <a:pt x="8348294" y="37315"/>
                  <a:pt x="8348294" y="83346"/>
                </a:cubicBezTo>
                <a:lnTo>
                  <a:pt x="8348294" y="7070920"/>
                </a:lnTo>
                <a:cubicBezTo>
                  <a:pt x="8348294" y="7116951"/>
                  <a:pt x="8310979" y="7154266"/>
                  <a:pt x="8264948" y="7154266"/>
                </a:cubicBezTo>
                <a:lnTo>
                  <a:pt x="83347" y="7154266"/>
                </a:lnTo>
                <a:cubicBezTo>
                  <a:pt x="37315" y="7154266"/>
                  <a:pt x="0" y="7116951"/>
                  <a:pt x="0" y="7070920"/>
                </a:cubicBezTo>
                <a:lnTo>
                  <a:pt x="0" y="83346"/>
                </a:lnTo>
              </a:path>
            </a:pathLst>
          </a:custGeom>
          <a:noFill xmlns:a="http://schemas.openxmlformats.org/drawingml/2006/main"/>
          <a:ln xmlns:a="http://schemas.openxmlformats.org/drawingml/2006/main" w="29363">
            <a:solidFill>
              <a:srgbClr val="0C77A4"/>
            </a:solidFill>
            <a:prstDash val="dash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1C46F-9A19-42E5-8D9B-DE6D52CAD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fda2902294c6d"/>
          <a:stretch xmlns:a="http://schemas.openxmlformats.org/drawingml/2006/main"/>
        </p:blipFill>
        <p:spPr>
          <a:xfrm xmlns:a="http://schemas.openxmlformats.org/drawingml/2006/main">
            <a:off x="2268037" y="3716546"/>
            <a:ext cx="5067300" cy="1724025"/>
          </a:xfrm>
          <a:prstGeom xmlns:a="http://schemas.openxmlformats.org/drawingml/2006/main" prst="rect">
            <a:avLst/>
          </a:prstGeom>
        </p:spPr>
      </p:pic>
      <p:sp>
        <p:nvSpPr>
          <p:cNvPr id="32" name="path-26">
            <a:extLst xmlns:a="http://schemas.openxmlformats.org/drawingml/2006/main">
              <a:ext uri="{FF2B5EF4-FFF2-40B4-BE49-F238E27FC236}">
                <a16:creationId xmlns:a16="http://schemas.microsoft.com/office/drawing/2014/main" id="{7BF6784E-93B4-4BB4-890F-8069F67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33" y="3773660"/>
            <a:ext cx="4886763" cy="1529228"/>
          </a:xfrm>
          <a:custGeom xmlns:a="http://schemas.openxmlformats.org/drawingml/2006/main">
            <a:pathLst>
              <a:path w="4886763" h="1529228">
                <a:moveTo>
                  <a:pt x="0" y="72730"/>
                </a:moveTo>
                <a:cubicBezTo>
                  <a:pt x="0" y="32562"/>
                  <a:pt x="32562" y="0"/>
                  <a:pt x="72729" y="0"/>
                </a:cubicBezTo>
                <a:lnTo>
                  <a:pt x="4814033" y="0"/>
                </a:lnTo>
                <a:cubicBezTo>
                  <a:pt x="4854200" y="0"/>
                  <a:pt x="4886763" y="32562"/>
                  <a:pt x="4886763" y="72730"/>
                </a:cubicBezTo>
                <a:lnTo>
                  <a:pt x="4886763" y="1456499"/>
                </a:lnTo>
                <a:cubicBezTo>
                  <a:pt x="4886763" y="1496665"/>
                  <a:pt x="4854200" y="1529228"/>
                  <a:pt x="4814033" y="1529228"/>
                </a:cubicBezTo>
                <a:lnTo>
                  <a:pt x="72729" y="1529228"/>
                </a:lnTo>
                <a:cubicBezTo>
                  <a:pt x="32562" y="1529228"/>
                  <a:pt x="0" y="1496665"/>
                  <a:pt x="0" y="1456499"/>
                </a:cubicBezTo>
                <a:lnTo>
                  <a:pt x="0" y="727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27">
            <a:extLst xmlns:a="http://schemas.openxmlformats.org/drawingml/2006/main">
              <a:ext uri="{FF2B5EF4-FFF2-40B4-BE49-F238E27FC236}">
                <a16:creationId xmlns:a16="http://schemas.microsoft.com/office/drawing/2014/main" id="{C695A00B-86F0-4096-B8CA-BEB83F32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33" y="3773660"/>
            <a:ext cx="4886764" cy="1529229"/>
          </a:xfrm>
          <a:custGeom xmlns:a="http://schemas.openxmlformats.org/drawingml/2006/main">
            <a:pathLst>
              <a:path w="4886764" h="1529229">
                <a:moveTo>
                  <a:pt x="0" y="72730"/>
                </a:moveTo>
                <a:cubicBezTo>
                  <a:pt x="0" y="32562"/>
                  <a:pt x="32562" y="0"/>
                  <a:pt x="72730" y="0"/>
                </a:cubicBezTo>
                <a:lnTo>
                  <a:pt x="4814036" y="0"/>
                </a:lnTo>
                <a:cubicBezTo>
                  <a:pt x="4854203" y="0"/>
                  <a:pt x="4886764" y="32562"/>
                  <a:pt x="4886764" y="72730"/>
                </a:cubicBezTo>
                <a:lnTo>
                  <a:pt x="4886764" y="1456500"/>
                </a:lnTo>
                <a:cubicBezTo>
                  <a:pt x="4886764" y="1496667"/>
                  <a:pt x="4854203" y="1529229"/>
                  <a:pt x="4814036" y="1529229"/>
                </a:cubicBezTo>
                <a:lnTo>
                  <a:pt x="72730" y="1529229"/>
                </a:lnTo>
                <a:cubicBezTo>
                  <a:pt x="32562" y="1529229"/>
                  <a:pt x="0" y="1496667"/>
                  <a:pt x="0" y="1456500"/>
                </a:cubicBezTo>
                <a:lnTo>
                  <a:pt x="0" y="72730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33D775-161B-479D-AEDC-6C212D7363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002e16e3d471b"/>
          <a:stretch xmlns:a="http://schemas.openxmlformats.org/drawingml/2006/main"/>
        </p:blipFill>
        <p:spPr>
          <a:xfrm xmlns:a="http://schemas.openxmlformats.org/drawingml/2006/main">
            <a:off x="2915737" y="3735596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5" name="text-29 Image">
            <a:extLst xmlns:a="http://schemas.openxmlformats.org/drawingml/2006/main">
              <a:ext uri="{FF2B5EF4-FFF2-40B4-BE49-F238E27FC236}">
                <a16:creationId xmlns:a16="http://schemas.microsoft.com/office/drawing/2014/main" id="{35939D29-1558-4BEA-94C7-884CB1D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8569" y="3802070"/>
            <a:ext cx="611418" cy="300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6" name="text-30 B">
            <a:extLst xmlns:a="http://schemas.openxmlformats.org/drawingml/2006/main">
              <a:ext uri="{FF2B5EF4-FFF2-40B4-BE49-F238E27FC236}">
                <a16:creationId xmlns:a16="http://schemas.microsoft.com/office/drawing/2014/main" id="{47DBD3D2-693D-48B2-9F7F-42F48284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4990" y="3801549"/>
            <a:ext cx="182407" cy="301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7" name="text-31 ank">
            <a:extLst xmlns:a="http://schemas.openxmlformats.org/drawingml/2006/main">
              <a:ext uri="{FF2B5EF4-FFF2-40B4-BE49-F238E27FC236}">
                <a16:creationId xmlns:a16="http://schemas.microsoft.com/office/drawing/2014/main" id="{FBD766C6-C1EF-49F1-80CF-533B9EB5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360" y="3801472"/>
            <a:ext cx="386116" cy="301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ank</a:t>
            </a:r>
          </a:p>
        </p:txBody>
      </p:sp>
      <p:sp>
        <p:nvSpPr>
          <p:cNvPr id="38" name="text-32 R">
            <a:extLst xmlns:a="http://schemas.openxmlformats.org/drawingml/2006/main">
              <a:ext uri="{FF2B5EF4-FFF2-40B4-BE49-F238E27FC236}">
                <a16:creationId xmlns:a16="http://schemas.microsoft.com/office/drawing/2014/main" id="{E67434A5-EFA6-4A1D-9153-023B0F78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661" y="3801593"/>
            <a:ext cx="194280" cy="301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39" name="text-33 eference">
            <a:extLst xmlns:a="http://schemas.openxmlformats.org/drawingml/2006/main">
              <a:ext uri="{FF2B5EF4-FFF2-40B4-BE49-F238E27FC236}">
                <a16:creationId xmlns:a16="http://schemas.microsoft.com/office/drawing/2014/main" id="{874DBFEC-418E-4CAB-91B4-E00E81A3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7266" y="3800810"/>
            <a:ext cx="802536" cy="302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eference</a:t>
            </a:r>
          </a:p>
        </p:txBody>
      </p:sp>
      <p:sp>
        <p:nvSpPr>
          <p:cNvPr id="40" name="text-34 P">
            <a:extLst xmlns:a="http://schemas.openxmlformats.org/drawingml/2006/main">
              <a:ext uri="{FF2B5EF4-FFF2-40B4-BE49-F238E27FC236}">
                <a16:creationId xmlns:a16="http://schemas.microsoft.com/office/drawing/2014/main" id="{883E1DEB-8BE0-42C6-A0FF-F8EC5E6A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4550" y="3801528"/>
            <a:ext cx="170320" cy="301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41" name="text-35 rotocol">
            <a:extLst xmlns:a="http://schemas.openxmlformats.org/drawingml/2006/main">
              <a:ext uri="{FF2B5EF4-FFF2-40B4-BE49-F238E27FC236}">
                <a16:creationId xmlns:a16="http://schemas.microsoft.com/office/drawing/2014/main" id="{509BA39C-549F-4835-B2F1-95C3A2BA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6684" y="3800588"/>
            <a:ext cx="683602" cy="302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rotocol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EE163B-2A4B-4EEC-91BD-DE74E603BE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1b04774e7423a"/>
          <a:stretch xmlns:a="http://schemas.openxmlformats.org/drawingml/2006/main"/>
        </p:blipFill>
        <p:spPr>
          <a:xfrm xmlns:a="http://schemas.openxmlformats.org/drawingml/2006/main">
            <a:off x="4649287" y="4116596"/>
            <a:ext cx="1057275" cy="95250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636AF9-4408-44ED-AC30-93746E2AD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0f3d4fc714ffe"/>
          <a:stretch xmlns:a="http://schemas.openxmlformats.org/drawingml/2006/main"/>
        </p:blipFill>
        <p:spPr>
          <a:xfrm xmlns:a="http://schemas.openxmlformats.org/drawingml/2006/main">
            <a:off x="2382337" y="4135646"/>
            <a:ext cx="1085850" cy="91440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13AAFF-7FA9-4668-B0B9-5CA9AACBDF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b87fce8e74e28"/>
          <a:stretch xmlns:a="http://schemas.openxmlformats.org/drawingml/2006/main"/>
        </p:blipFill>
        <p:spPr>
          <a:xfrm xmlns:a="http://schemas.openxmlformats.org/drawingml/2006/main">
            <a:off x="3592012" y="4135646"/>
            <a:ext cx="895350" cy="914400"/>
          </a:xfrm>
          <a:prstGeom xmlns:a="http://schemas.openxmlformats.org/drawingml/2006/main" prst="rect">
            <a:avLst/>
          </a:prstGeom>
        </p:spPr>
      </p:pic>
      <p:sp>
        <p:nvSpPr>
          <p:cNvPr id="45" name="text-39 &lt;Image:">
            <a:extLst xmlns:a="http://schemas.openxmlformats.org/drawingml/2006/main">
              <a:ext uri="{FF2B5EF4-FFF2-40B4-BE49-F238E27FC236}">
                <a16:creationId xmlns:a16="http://schemas.microsoft.com/office/drawing/2014/main" id="{A74438AD-2E21-4752-8DC0-655628D8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3139" y="5032583"/>
            <a:ext cx="691716" cy="275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46" name="text-39 1&gt;">
            <a:extLst xmlns:a="http://schemas.openxmlformats.org/drawingml/2006/main">
              <a:ext uri="{FF2B5EF4-FFF2-40B4-BE49-F238E27FC236}">
                <a16:creationId xmlns:a16="http://schemas.microsoft.com/office/drawing/2014/main" id="{3310B204-C74D-4D57-A556-56AF12C1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7862" y="5033315"/>
            <a:ext cx="243525" cy="27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1&gt;</a:t>
            </a:r>
          </a:p>
        </p:txBody>
      </p:sp>
      <p:sp>
        <p:nvSpPr>
          <p:cNvPr id="47" name="text-40 &lt;Image:">
            <a:extLst xmlns:a="http://schemas.openxmlformats.org/drawingml/2006/main">
              <a:ext uri="{FF2B5EF4-FFF2-40B4-BE49-F238E27FC236}">
                <a16:creationId xmlns:a16="http://schemas.microsoft.com/office/drawing/2014/main" id="{0FC3B0DB-E40B-4822-8FB5-3289528A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3018" y="5037282"/>
            <a:ext cx="691716" cy="275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48" name="text-40 2&gt;">
            <a:extLst xmlns:a="http://schemas.openxmlformats.org/drawingml/2006/main">
              <a:ext uri="{FF2B5EF4-FFF2-40B4-BE49-F238E27FC236}">
                <a16:creationId xmlns:a16="http://schemas.microsoft.com/office/drawing/2014/main" id="{0C3564C9-FD04-4175-A6EF-F7FCAB9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741" y="5038014"/>
            <a:ext cx="243525" cy="27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2&gt;</a:t>
            </a:r>
          </a:p>
        </p:txBody>
      </p:sp>
      <p:sp>
        <p:nvSpPr>
          <p:cNvPr id="49" name="text-41 &lt;Image:">
            <a:extLst xmlns:a="http://schemas.openxmlformats.org/drawingml/2006/main">
              <a:ext uri="{FF2B5EF4-FFF2-40B4-BE49-F238E27FC236}">
                <a16:creationId xmlns:a16="http://schemas.microsoft.com/office/drawing/2014/main" id="{8267D946-D0D7-4A00-AB1B-7B6E3156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7075" y="5041979"/>
            <a:ext cx="691716" cy="275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50" name="text-41 3&gt;">
            <a:extLst xmlns:a="http://schemas.openxmlformats.org/drawingml/2006/main">
              <a:ext uri="{FF2B5EF4-FFF2-40B4-BE49-F238E27FC236}">
                <a16:creationId xmlns:a16="http://schemas.microsoft.com/office/drawing/2014/main" id="{E689800C-DDE3-467C-BFDE-AE3FC36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1798" y="5042711"/>
            <a:ext cx="243525" cy="27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3&gt;</a:t>
            </a:r>
          </a:p>
        </p:txBody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352089-5DC6-481B-BF95-02F39AFB86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143eefd5c406c"/>
          <a:stretch xmlns:a="http://schemas.openxmlformats.org/drawingml/2006/main"/>
        </p:blipFill>
        <p:spPr>
          <a:xfrm xmlns:a="http://schemas.openxmlformats.org/drawingml/2006/main">
            <a:off x="5897062" y="3792746"/>
            <a:ext cx="1438275" cy="1333500"/>
          </a:xfrm>
          <a:prstGeom xmlns:a="http://schemas.openxmlformats.org/drawingml/2006/main" prst="rect">
            <a:avLst/>
          </a:prstGeom>
        </p:spPr>
      </p:pic>
      <p:sp>
        <p:nvSpPr>
          <p:cNvPr id="52" name="text-43 &lt;Image:">
            <a:extLst xmlns:a="http://schemas.openxmlformats.org/drawingml/2006/main">
              <a:ext uri="{FF2B5EF4-FFF2-40B4-BE49-F238E27FC236}">
                <a16:creationId xmlns:a16="http://schemas.microsoft.com/office/drawing/2014/main" id="{E29BE522-4653-47C8-AE55-45D042E1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7943" y="5041979"/>
            <a:ext cx="691718" cy="275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53" name="text-43 4&gt;">
            <a:extLst xmlns:a="http://schemas.openxmlformats.org/drawingml/2006/main">
              <a:ext uri="{FF2B5EF4-FFF2-40B4-BE49-F238E27FC236}">
                <a16:creationId xmlns:a16="http://schemas.microsoft.com/office/drawing/2014/main" id="{955E642D-1199-4A5E-8664-C200FF0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2666" y="5042710"/>
            <a:ext cx="243525" cy="274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4&gt;</a:t>
            </a:r>
          </a:p>
        </p:txBody>
      </p:sp>
      <p:sp>
        <p:nvSpPr>
          <p:cNvPr id="54" name="text-44 …">
            <a:extLst xmlns:a="http://schemas.openxmlformats.org/drawingml/2006/main">
              <a:ext uri="{FF2B5EF4-FFF2-40B4-BE49-F238E27FC236}">
                <a16:creationId xmlns:a16="http://schemas.microsoft.com/office/drawing/2014/main" id="{F15C11B4-3EFD-4EBB-BED3-4227D916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6254" y="4385009"/>
            <a:ext cx="230995" cy="27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0B7D10-7916-4BE2-B9D3-10007DC7BB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929d90df149da"/>
          <a:stretch xmlns:a="http://schemas.openxmlformats.org/drawingml/2006/main"/>
        </p:blipFill>
        <p:spPr>
          <a:xfrm xmlns:a="http://schemas.openxmlformats.org/drawingml/2006/main">
            <a:off x="153487" y="1182896"/>
            <a:ext cx="2200275" cy="3638550"/>
          </a:xfrm>
          <a:prstGeom xmlns:a="http://schemas.openxmlformats.org/drawingml/2006/main" prst="rect">
            <a:avLst/>
          </a:prstGeom>
        </p:spPr>
      </p:pic>
      <p:sp>
        <p:nvSpPr>
          <p:cNvPr id="56" name="path-46">
            <a:extLst xmlns:a="http://schemas.openxmlformats.org/drawingml/2006/main">
              <a:ext uri="{FF2B5EF4-FFF2-40B4-BE49-F238E27FC236}">
                <a16:creationId xmlns:a16="http://schemas.microsoft.com/office/drawing/2014/main" id="{4D70B95D-248C-4CD3-8AFD-77C1689C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70" y="1234297"/>
            <a:ext cx="2016021" cy="3452049"/>
          </a:xfrm>
          <a:custGeom xmlns:a="http://schemas.openxmlformats.org/drawingml/2006/main">
            <a:pathLst>
              <a:path w="2016021" h="3452049">
                <a:moveTo>
                  <a:pt x="0" y="95884"/>
                </a:moveTo>
                <a:cubicBezTo>
                  <a:pt x="0" y="42927"/>
                  <a:pt x="42930" y="0"/>
                  <a:pt x="95884" y="0"/>
                </a:cubicBezTo>
                <a:lnTo>
                  <a:pt x="1920138" y="0"/>
                </a:lnTo>
                <a:cubicBezTo>
                  <a:pt x="1973092" y="0"/>
                  <a:pt x="2016021" y="42927"/>
                  <a:pt x="2016021" y="95884"/>
                </a:cubicBezTo>
                <a:lnTo>
                  <a:pt x="2016021" y="3356165"/>
                </a:lnTo>
                <a:cubicBezTo>
                  <a:pt x="2016021" y="3409121"/>
                  <a:pt x="1973092" y="3452049"/>
                  <a:pt x="1920138" y="3452049"/>
                </a:cubicBezTo>
                <a:lnTo>
                  <a:pt x="95884" y="3452049"/>
                </a:lnTo>
                <a:cubicBezTo>
                  <a:pt x="42930" y="3452049"/>
                  <a:pt x="0" y="3409121"/>
                  <a:pt x="0" y="3356165"/>
                </a:cubicBezTo>
                <a:lnTo>
                  <a:pt x="0" y="95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47">
            <a:extLst xmlns:a="http://schemas.openxmlformats.org/drawingml/2006/main">
              <a:ext uri="{FF2B5EF4-FFF2-40B4-BE49-F238E27FC236}">
                <a16:creationId xmlns:a16="http://schemas.microsoft.com/office/drawing/2014/main" id="{71318618-2169-4C10-AC0E-0426120D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70" y="1234297"/>
            <a:ext cx="2016020" cy="3452049"/>
          </a:xfrm>
          <a:custGeom xmlns:a="http://schemas.openxmlformats.org/drawingml/2006/main">
            <a:pathLst>
              <a:path w="2016020" h="3452049">
                <a:moveTo>
                  <a:pt x="0" y="95883"/>
                </a:moveTo>
                <a:cubicBezTo>
                  <a:pt x="0" y="42928"/>
                  <a:pt x="42928" y="0"/>
                  <a:pt x="95883" y="0"/>
                </a:cubicBezTo>
                <a:lnTo>
                  <a:pt x="1920139" y="0"/>
                </a:lnTo>
                <a:cubicBezTo>
                  <a:pt x="1973093" y="0"/>
                  <a:pt x="2016020" y="42928"/>
                  <a:pt x="2016020" y="95883"/>
                </a:cubicBezTo>
                <a:lnTo>
                  <a:pt x="2016020" y="3356166"/>
                </a:lnTo>
                <a:cubicBezTo>
                  <a:pt x="2016020" y="3409121"/>
                  <a:pt x="1973093" y="3452049"/>
                  <a:pt x="1920139" y="3452049"/>
                </a:cubicBezTo>
                <a:lnTo>
                  <a:pt x="95883" y="3452049"/>
                </a:lnTo>
                <a:cubicBezTo>
                  <a:pt x="42928" y="3452049"/>
                  <a:pt x="0" y="3409121"/>
                  <a:pt x="0" y="3356166"/>
                </a:cubicBezTo>
                <a:lnTo>
                  <a:pt x="0" y="95883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58" name="text-48 Q:">
            <a:extLst xmlns:a="http://schemas.openxmlformats.org/drawingml/2006/main">
              <a:ext uri="{FF2B5EF4-FFF2-40B4-BE49-F238E27FC236}">
                <a16:creationId xmlns:a16="http://schemas.microsoft.com/office/drawing/2014/main" id="{195D6041-7E45-4B74-B3A9-3570296F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144" y="3562277"/>
            <a:ext cx="231650" cy="274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</a:p>
        </p:txBody>
      </p:sp>
      <p:sp>
        <p:nvSpPr>
          <p:cNvPr id="59" name="text-49 What">
            <a:extLst xmlns:a="http://schemas.openxmlformats.org/drawingml/2006/main">
              <a:ext uri="{FF2B5EF4-FFF2-40B4-BE49-F238E27FC236}">
                <a16:creationId xmlns:a16="http://schemas.microsoft.com/office/drawing/2014/main" id="{A93B1391-2E6E-47C0-8EEC-6C43143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839" y="3561668"/>
            <a:ext cx="461773" cy="275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1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What</a:t>
            </a:r>
          </a:p>
        </p:txBody>
      </p:sp>
      <p:sp>
        <p:nvSpPr>
          <p:cNvPr id="60" name="text-50 is">
            <a:extLst xmlns:a="http://schemas.openxmlformats.org/drawingml/2006/main">
              <a:ext uri="{FF2B5EF4-FFF2-40B4-BE49-F238E27FC236}">
                <a16:creationId xmlns:a16="http://schemas.microsoft.com/office/drawing/2014/main" id="{441868AB-6203-4402-80A7-7DDF0318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549" y="3563568"/>
            <a:ext cx="165120" cy="273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6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6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6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61" name="text-51 the">
            <a:extLst xmlns:a="http://schemas.openxmlformats.org/drawingml/2006/main">
              <a:ext uri="{FF2B5EF4-FFF2-40B4-BE49-F238E27FC236}">
                <a16:creationId xmlns:a16="http://schemas.microsoft.com/office/drawing/2014/main" id="{39416129-B3CF-4734-8659-1EB3502C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177" y="3563242"/>
            <a:ext cx="273763" cy="27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8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62" name="text-52 location">
            <a:extLst xmlns:a="http://schemas.openxmlformats.org/drawingml/2006/main">
              <a:ext uri="{FF2B5EF4-FFF2-40B4-BE49-F238E27FC236}">
                <a16:creationId xmlns:a16="http://schemas.microsoft.com/office/drawing/2014/main" id="{847C1A60-4C65-4761-AB54-A52D6C9D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918" y="3562584"/>
            <a:ext cx="666598" cy="274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location</a:t>
            </a:r>
          </a:p>
        </p:txBody>
      </p:sp>
      <p:sp>
        <p:nvSpPr>
          <p:cNvPr id="63" name="text-53 ?">
            <a:extLst xmlns:a="http://schemas.openxmlformats.org/drawingml/2006/main">
              <a:ext uri="{FF2B5EF4-FFF2-40B4-BE49-F238E27FC236}">
                <a16:creationId xmlns:a16="http://schemas.microsoft.com/office/drawing/2014/main" id="{036401EE-41D9-4E35-AFA3-27A68025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8232" y="3562808"/>
            <a:ext cx="122130" cy="274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64" name="text-54 A:">
            <a:extLst xmlns:a="http://schemas.openxmlformats.org/drawingml/2006/main">
              <a:ext uri="{FF2B5EF4-FFF2-40B4-BE49-F238E27FC236}">
                <a16:creationId xmlns:a16="http://schemas.microsoft.com/office/drawing/2014/main" id="{4E70B9EB-92E3-4192-B220-69F1AFCA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144" y="4032094"/>
            <a:ext cx="231650" cy="274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6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6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6" b="0" i="0">
                <a:solidFill>
                  <a:srgbClr val="1D1B19"/>
                </a:solidFill>
                <a:latin typeface="Times New Roman"/>
                <a:ea typeface="Times New Roman"/>
                <a:cs typeface="Times New Roman"/>
              </a:rPr>
              <a:t>A:</a:t>
            </a:r>
          </a:p>
        </p:txBody>
      </p:sp>
      <p:sp>
        <p:nvSpPr>
          <p:cNvPr id="65" name="text-55 Zheduo">
            <a:extLst xmlns:a="http://schemas.openxmlformats.org/drawingml/2006/main">
              <a:ext uri="{FF2B5EF4-FFF2-40B4-BE49-F238E27FC236}">
                <a16:creationId xmlns:a16="http://schemas.microsoft.com/office/drawing/2014/main" id="{4941DBEE-4BD7-4C79-B1DB-03B36306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839" y="4036495"/>
            <a:ext cx="685361" cy="26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1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1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pPr>
            <a:r>
              <a:rPr sz="1511" b="0" i="1">
                <a:solidFill>
                  <a:srgbClr val="1D1B19"/>
                </a:solidFill>
                <a:latin typeface="Arial"/>
                <a:ea typeface="Arial"/>
                <a:cs typeface="Arial"/>
              </a:rPr>
              <a:t>Zheduo</a:t>
            </a:r>
          </a:p>
        </p:txBody>
      </p:sp>
      <p:sp>
        <p:nvSpPr>
          <p:cNvPr id="66" name="text-56 Mountain">
            <a:extLst xmlns:a="http://schemas.openxmlformats.org/drawingml/2006/main">
              <a:ext uri="{FF2B5EF4-FFF2-40B4-BE49-F238E27FC236}">
                <a16:creationId xmlns:a16="http://schemas.microsoft.com/office/drawing/2014/main" id="{06F65064-25F2-433C-9554-5042322A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222" y="4017111"/>
            <a:ext cx="907164" cy="295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4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4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pPr>
            <a:r>
              <a:rPr sz="1664" b="0" i="1">
                <a:solidFill>
                  <a:srgbClr val="1D1B19"/>
                </a:solidFill>
                <a:latin typeface="Arial"/>
                <a:ea typeface="Arial"/>
                <a:cs typeface="Arial"/>
              </a:rPr>
              <a:t>Mountain</a:t>
            </a:r>
          </a:p>
        </p:txBody>
      </p:sp>
      <p:sp>
        <p:nvSpPr>
          <p:cNvPr id="67" name="text-57 Pass">
            <a:extLst xmlns:a="http://schemas.openxmlformats.org/drawingml/2006/main">
              <a:ext uri="{FF2B5EF4-FFF2-40B4-BE49-F238E27FC236}">
                <a16:creationId xmlns:a16="http://schemas.microsoft.com/office/drawing/2014/main" id="{81B768F8-8108-46CE-91B5-A196775B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097" y="4283428"/>
            <a:ext cx="432245" cy="251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1">
                <a:solidFill>
                  <a:srgbClr val="1D1B19"/>
                </a:solidFill>
                <a:latin typeface="Arial"/>
                <a:ea typeface="Arial"/>
                <a:cs typeface="Arial"/>
              </a:defRPr>
            </a:pPr>
            <a:r>
              <a:rPr sz="1417" b="0" i="1">
                <a:solidFill>
                  <a:srgbClr val="1D1B19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EC167A-433C-4BC4-9438-DD29DA9BE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a9612530445d1"/>
          <a:stretch xmlns:a="http://schemas.openxmlformats.org/drawingml/2006/main"/>
        </p:blipFill>
        <p:spPr>
          <a:xfrm xmlns:a="http://schemas.openxmlformats.org/drawingml/2006/main">
            <a:off x="267787" y="1735346"/>
            <a:ext cx="1943100" cy="1104900"/>
          </a:xfrm>
          <a:prstGeom xmlns:a="http://schemas.openxmlformats.org/drawingml/2006/main" prst="rect">
            <a:avLst/>
          </a:prstGeom>
        </p:spPr>
      </p:pic>
      <p:sp>
        <p:nvSpPr>
          <p:cNvPr id="69" name="text-59 Task">
            <a:extLst xmlns:a="http://schemas.openxmlformats.org/drawingml/2006/main">
              <a:ext uri="{FF2B5EF4-FFF2-40B4-BE49-F238E27FC236}">
                <a16:creationId xmlns:a16="http://schemas.microsoft.com/office/drawing/2014/main" id="{CAC719E3-68B4-4848-81E9-179D1EEF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376" y="1325142"/>
            <a:ext cx="495567" cy="315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70" name="text-60 &lt;Image:">
            <a:extLst xmlns:a="http://schemas.openxmlformats.org/drawingml/2006/main">
              <a:ext uri="{FF2B5EF4-FFF2-40B4-BE49-F238E27FC236}">
                <a16:creationId xmlns:a16="http://schemas.microsoft.com/office/drawing/2014/main" id="{3203E85C-D0ED-4456-9555-DA63833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377" y="2988885"/>
            <a:ext cx="691716" cy="275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71" name="text-60 0&gt;">
            <a:extLst xmlns:a="http://schemas.openxmlformats.org/drawingml/2006/main">
              <a:ext uri="{FF2B5EF4-FFF2-40B4-BE49-F238E27FC236}">
                <a16:creationId xmlns:a16="http://schemas.microsoft.com/office/drawing/2014/main" id="{27CE0C37-9E2C-46A7-995A-23007C1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101" y="2989617"/>
            <a:ext cx="243525" cy="27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0&gt;</a:t>
            </a:r>
          </a:p>
        </p:txBody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98E4C8-1482-4FC6-B071-A456E91886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3689d0cc4421d"/>
          <a:stretch xmlns:a="http://schemas.openxmlformats.org/drawingml/2006/main"/>
        </p:blipFill>
        <p:spPr>
          <a:xfrm xmlns:a="http://schemas.openxmlformats.org/drawingml/2006/main">
            <a:off x="524962" y="1201946"/>
            <a:ext cx="504825" cy="504825"/>
          </a:xfrm>
          <a:prstGeom xmlns:a="http://schemas.openxmlformats.org/drawingml/2006/main" prst="rect">
            <a:avLst/>
          </a:prstGeom>
        </p:spPr>
      </p:pic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B13A37A-58EB-466E-96EA-5EC92A601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890493910441a"/>
          <a:stretch xmlns:a="http://schemas.openxmlformats.org/drawingml/2006/main"/>
        </p:blipFill>
        <p:spPr>
          <a:xfrm xmlns:a="http://schemas.openxmlformats.org/drawingml/2006/main">
            <a:off x="11354887" y="3516521"/>
            <a:ext cx="2381250" cy="2828925"/>
          </a:xfrm>
          <a:prstGeom xmlns:a="http://schemas.openxmlformats.org/drawingml/2006/main" prst="rect">
            <a:avLst/>
          </a:prstGeom>
        </p:spPr>
      </p:pic>
      <p:sp>
        <p:nvSpPr>
          <p:cNvPr id="74" name="path-63">
            <a:extLst xmlns:a="http://schemas.openxmlformats.org/drawingml/2006/main">
              <a:ext uri="{FF2B5EF4-FFF2-40B4-BE49-F238E27FC236}">
                <a16:creationId xmlns:a16="http://schemas.microsoft.com/office/drawing/2014/main" id="{6364EB7E-7E81-4D7E-A3D0-4E4605B5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490" y="3564970"/>
            <a:ext cx="2186290" cy="2648020"/>
          </a:xfrm>
          <a:custGeom xmlns:a="http://schemas.openxmlformats.org/drawingml/2006/main">
            <a:pathLst>
              <a:path w="2186290" h="2648020">
                <a:moveTo>
                  <a:pt x="0" y="103980"/>
                </a:moveTo>
                <a:cubicBezTo>
                  <a:pt x="0" y="46553"/>
                  <a:pt x="46554" y="0"/>
                  <a:pt x="103981" y="0"/>
                </a:cubicBezTo>
                <a:lnTo>
                  <a:pt x="2082311" y="0"/>
                </a:lnTo>
                <a:cubicBezTo>
                  <a:pt x="2139738" y="0"/>
                  <a:pt x="2186290" y="46553"/>
                  <a:pt x="2186290" y="103980"/>
                </a:cubicBezTo>
                <a:lnTo>
                  <a:pt x="2186290" y="2544039"/>
                </a:lnTo>
                <a:cubicBezTo>
                  <a:pt x="2186290" y="2601467"/>
                  <a:pt x="2139738" y="2648020"/>
                  <a:pt x="2082311" y="2648020"/>
                </a:cubicBezTo>
                <a:lnTo>
                  <a:pt x="103981" y="2648020"/>
                </a:lnTo>
                <a:cubicBezTo>
                  <a:pt x="46554" y="2648020"/>
                  <a:pt x="0" y="2601467"/>
                  <a:pt x="0" y="2544039"/>
                </a:cubicBezTo>
                <a:lnTo>
                  <a:pt x="0" y="10398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64">
            <a:extLst xmlns:a="http://schemas.openxmlformats.org/drawingml/2006/main">
              <a:ext uri="{FF2B5EF4-FFF2-40B4-BE49-F238E27FC236}">
                <a16:creationId xmlns:a16="http://schemas.microsoft.com/office/drawing/2014/main" id="{E8749A5D-C793-4BAA-A7D7-A94A6E29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490" y="3564970"/>
            <a:ext cx="2186291" cy="2648021"/>
          </a:xfrm>
          <a:custGeom xmlns:a="http://schemas.openxmlformats.org/drawingml/2006/main">
            <a:pathLst>
              <a:path w="2186291" h="2648021">
                <a:moveTo>
                  <a:pt x="0" y="103981"/>
                </a:moveTo>
                <a:cubicBezTo>
                  <a:pt x="0" y="46554"/>
                  <a:pt x="46554" y="0"/>
                  <a:pt x="103981" y="0"/>
                </a:cubicBezTo>
                <a:lnTo>
                  <a:pt x="2082311" y="0"/>
                </a:lnTo>
                <a:cubicBezTo>
                  <a:pt x="2139739" y="0"/>
                  <a:pt x="2186291" y="46554"/>
                  <a:pt x="2186291" y="103981"/>
                </a:cubicBezTo>
                <a:lnTo>
                  <a:pt x="2186291" y="2544040"/>
                </a:lnTo>
                <a:cubicBezTo>
                  <a:pt x="2186291" y="2601468"/>
                  <a:pt x="2139739" y="2648021"/>
                  <a:pt x="2082311" y="2648021"/>
                </a:cubicBezTo>
                <a:lnTo>
                  <a:pt x="103981" y="2648021"/>
                </a:lnTo>
                <a:cubicBezTo>
                  <a:pt x="46554" y="2648021"/>
                  <a:pt x="0" y="2601468"/>
                  <a:pt x="0" y="2544040"/>
                </a:cubicBezTo>
                <a:lnTo>
                  <a:pt x="0" y="10398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76" name="text-65 Rollout">
            <a:extLst xmlns:a="http://schemas.openxmlformats.org/drawingml/2006/main">
              <a:ext uri="{FF2B5EF4-FFF2-40B4-BE49-F238E27FC236}">
                <a16:creationId xmlns:a16="http://schemas.microsoft.com/office/drawing/2014/main" id="{99A83163-DC31-4E98-8ED6-341A7E6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5183" y="5479080"/>
            <a:ext cx="719720" cy="301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Rollout</a:t>
            </a:r>
          </a:p>
        </p:txBody>
      </p:sp>
      <p:sp>
        <p:nvSpPr>
          <p:cNvPr id="77" name="text-65 Process">
            <a:extLst xmlns:a="http://schemas.openxmlformats.org/drawingml/2006/main">
              <a:ext uri="{FF2B5EF4-FFF2-40B4-BE49-F238E27FC236}">
                <a16:creationId xmlns:a16="http://schemas.microsoft.com/office/drawing/2014/main" id="{55E62355-93BE-4055-9ECF-CF88D908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9250" y="5477704"/>
            <a:ext cx="732080" cy="303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84E670-24C4-4BEE-9F3F-F9B3CFB094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46430ee1d425a"/>
          <a:stretch xmlns:a="http://schemas.openxmlformats.org/drawingml/2006/main"/>
        </p:blipFill>
        <p:spPr>
          <a:xfrm xmlns:a="http://schemas.openxmlformats.org/drawingml/2006/main">
            <a:off x="2582362" y="5345321"/>
            <a:ext cx="552450" cy="542925"/>
          </a:xfrm>
          <a:prstGeom xmlns:a="http://schemas.openxmlformats.org/drawingml/2006/main" prst="rect">
            <a:avLst/>
          </a:prstGeom>
        </p:spPr>
      </p:pic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A88343B-ED3E-417B-AB0D-686EA48821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edc25694348c5"/>
          <a:stretch xmlns:a="http://schemas.openxmlformats.org/drawingml/2006/main"/>
        </p:blipFill>
        <p:spPr>
          <a:xfrm xmlns:a="http://schemas.openxmlformats.org/drawingml/2006/main">
            <a:off x="9326062" y="2849771"/>
            <a:ext cx="723900" cy="723900"/>
          </a:xfrm>
          <a:prstGeom xmlns:a="http://schemas.openxmlformats.org/drawingml/2006/main" prst="rect">
            <a:avLst/>
          </a:prstGeom>
        </p:spPr>
      </p:pic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66EA6C-2CFC-49C7-B4CF-523BFCB67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3501731a54f6e"/>
          <a:stretch xmlns:a="http://schemas.openxmlformats.org/drawingml/2006/main"/>
        </p:blipFill>
        <p:spPr>
          <a:xfrm xmlns:a="http://schemas.openxmlformats.org/drawingml/2006/main">
            <a:off x="9326062" y="2849771"/>
            <a:ext cx="723900" cy="723900"/>
          </a:xfrm>
          <a:prstGeom xmlns:a="http://schemas.openxmlformats.org/drawingml/2006/main" prst="rect">
            <a:avLst/>
          </a:prstGeom>
        </p:spPr>
      </p:pic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A15553-620C-45A3-9715-312E583B9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40ba6b092467e"/>
          <a:stretch xmlns:a="http://schemas.openxmlformats.org/drawingml/2006/main"/>
        </p:blipFill>
        <p:spPr>
          <a:xfrm xmlns:a="http://schemas.openxmlformats.org/drawingml/2006/main">
            <a:off x="9326062" y="2849771"/>
            <a:ext cx="723900" cy="723900"/>
          </a:xfrm>
          <a:prstGeom xmlns:a="http://schemas.openxmlformats.org/drawingml/2006/main" prst="rect">
            <a:avLst/>
          </a:prstGeom>
        </p:spPr>
      </p:pic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A7BE4EA-12C3-4A20-9B9F-5D587255F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dcccdf8034362"/>
          <a:stretch xmlns:a="http://schemas.openxmlformats.org/drawingml/2006/main"/>
        </p:blipFill>
        <p:spPr>
          <a:xfrm xmlns:a="http://schemas.openxmlformats.org/drawingml/2006/main">
            <a:off x="7497262" y="2478296"/>
            <a:ext cx="2371725" cy="4486275"/>
          </a:xfrm>
          <a:prstGeom xmlns:a="http://schemas.openxmlformats.org/drawingml/2006/main" prst="rect">
            <a:avLst/>
          </a:prstGeom>
        </p:spPr>
      </p:pic>
      <p:sp>
        <p:nvSpPr>
          <p:cNvPr id="83" name="path-71">
            <a:extLst xmlns:a="http://schemas.openxmlformats.org/drawingml/2006/main">
              <a:ext uri="{FF2B5EF4-FFF2-40B4-BE49-F238E27FC236}">
                <a16:creationId xmlns:a16="http://schemas.microsoft.com/office/drawing/2014/main" id="{90E573F2-D6E5-4921-99D6-FEB15A8C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339" y="2525969"/>
            <a:ext cx="2180331" cy="4319016"/>
          </a:xfrm>
          <a:custGeom xmlns:a="http://schemas.openxmlformats.org/drawingml/2006/main">
            <a:pathLst>
              <a:path w="2180331" h="4319016">
                <a:moveTo>
                  <a:pt x="0" y="88358"/>
                </a:moveTo>
                <a:cubicBezTo>
                  <a:pt x="0" y="39561"/>
                  <a:pt x="29874" y="0"/>
                  <a:pt x="66727" y="0"/>
                </a:cubicBezTo>
                <a:lnTo>
                  <a:pt x="1336298" y="0"/>
                </a:lnTo>
                <a:cubicBezTo>
                  <a:pt x="1373151" y="0"/>
                  <a:pt x="1403027" y="39561"/>
                  <a:pt x="1403027" y="88358"/>
                </a:cubicBezTo>
                <a:cubicBezTo>
                  <a:pt x="1403027" y="1460676"/>
                  <a:pt x="1718149" y="2916444"/>
                  <a:pt x="2180331" y="4270218"/>
                </a:cubicBezTo>
                <a:cubicBezTo>
                  <a:pt x="2180331" y="4319016"/>
                  <a:pt x="1373151" y="4302940"/>
                  <a:pt x="1336298" y="4302940"/>
                </a:cubicBezTo>
                <a:lnTo>
                  <a:pt x="66727" y="4293670"/>
                </a:lnTo>
                <a:cubicBezTo>
                  <a:pt x="29874" y="4293670"/>
                  <a:pt x="0" y="4254110"/>
                  <a:pt x="0" y="4205311"/>
                </a:cubicBezTo>
                <a:lnTo>
                  <a:pt x="0" y="883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72">
            <a:extLst xmlns:a="http://schemas.openxmlformats.org/drawingml/2006/main">
              <a:ext uri="{FF2B5EF4-FFF2-40B4-BE49-F238E27FC236}">
                <a16:creationId xmlns:a16="http://schemas.microsoft.com/office/drawing/2014/main" id="{29A8CB7F-C9DA-4FA0-BA48-FC7156DC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339" y="2525969"/>
            <a:ext cx="2180333" cy="4319017"/>
          </a:xfrm>
          <a:custGeom xmlns:a="http://schemas.openxmlformats.org/drawingml/2006/main">
            <a:pathLst>
              <a:path w="2180333" h="4319017">
                <a:moveTo>
                  <a:pt x="0" y="88358"/>
                </a:moveTo>
                <a:cubicBezTo>
                  <a:pt x="0" y="39560"/>
                  <a:pt x="29876" y="0"/>
                  <a:pt x="66728" y="0"/>
                </a:cubicBezTo>
                <a:lnTo>
                  <a:pt x="1336300" y="0"/>
                </a:lnTo>
                <a:cubicBezTo>
                  <a:pt x="1373153" y="0"/>
                  <a:pt x="1403029" y="39560"/>
                  <a:pt x="1403029" y="88358"/>
                </a:cubicBezTo>
                <a:cubicBezTo>
                  <a:pt x="1403029" y="1460677"/>
                  <a:pt x="1718152" y="2916445"/>
                  <a:pt x="2180333" y="4270218"/>
                </a:cubicBezTo>
                <a:cubicBezTo>
                  <a:pt x="2180333" y="4319017"/>
                  <a:pt x="1373153" y="4302940"/>
                  <a:pt x="1336300" y="4302940"/>
                </a:cubicBezTo>
                <a:lnTo>
                  <a:pt x="66728" y="4293669"/>
                </a:lnTo>
                <a:cubicBezTo>
                  <a:pt x="29876" y="4293669"/>
                  <a:pt x="0" y="4254109"/>
                  <a:pt x="0" y="4205311"/>
                </a:cubicBezTo>
                <a:lnTo>
                  <a:pt x="0" y="88358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EC1656-105C-476D-8B05-284789919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93561132f4a4f"/>
          <a:stretch xmlns:a="http://schemas.openxmlformats.org/drawingml/2006/main"/>
        </p:blipFill>
        <p:spPr>
          <a:xfrm xmlns:a="http://schemas.openxmlformats.org/drawingml/2006/main">
            <a:off x="10049962" y="2564021"/>
            <a:ext cx="2009775" cy="762000"/>
          </a:xfrm>
          <a:prstGeom xmlns:a="http://schemas.openxmlformats.org/drawingml/2006/main" prst="rect">
            <a:avLst/>
          </a:prstGeom>
        </p:spPr>
      </p:pic>
      <p:sp>
        <p:nvSpPr>
          <p:cNvPr id="86" name="path-74">
            <a:extLst xmlns:a="http://schemas.openxmlformats.org/drawingml/2006/main">
              <a:ext uri="{FF2B5EF4-FFF2-40B4-BE49-F238E27FC236}">
                <a16:creationId xmlns:a16="http://schemas.microsoft.com/office/drawing/2014/main" id="{0B964F66-F4C9-4B9A-AFE4-54AE4941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380" y="2617869"/>
            <a:ext cx="1827004" cy="572769"/>
          </a:xfrm>
          <a:custGeom xmlns:a="http://schemas.openxmlformats.org/drawingml/2006/main">
            <a:pathLst>
              <a:path w="1827004" h="572769">
                <a:moveTo>
                  <a:pt x="0" y="27242"/>
                </a:moveTo>
                <a:cubicBezTo>
                  <a:pt x="0" y="12195"/>
                  <a:pt x="12198" y="0"/>
                  <a:pt x="27242" y="0"/>
                </a:cubicBezTo>
                <a:lnTo>
                  <a:pt x="1799762" y="0"/>
                </a:lnTo>
                <a:cubicBezTo>
                  <a:pt x="1814808" y="0"/>
                  <a:pt x="1827004" y="12195"/>
                  <a:pt x="1827004" y="27242"/>
                </a:cubicBezTo>
                <a:lnTo>
                  <a:pt x="1827004" y="545528"/>
                </a:lnTo>
                <a:cubicBezTo>
                  <a:pt x="1827004" y="560572"/>
                  <a:pt x="1814808" y="572769"/>
                  <a:pt x="1799762" y="572769"/>
                </a:cubicBezTo>
                <a:lnTo>
                  <a:pt x="27242" y="572769"/>
                </a:lnTo>
                <a:cubicBezTo>
                  <a:pt x="12198" y="572769"/>
                  <a:pt x="0" y="560572"/>
                  <a:pt x="0" y="545528"/>
                </a:cubicBezTo>
                <a:lnTo>
                  <a:pt x="0" y="272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75">
            <a:extLst xmlns:a="http://schemas.openxmlformats.org/drawingml/2006/main">
              <a:ext uri="{FF2B5EF4-FFF2-40B4-BE49-F238E27FC236}">
                <a16:creationId xmlns:a16="http://schemas.microsoft.com/office/drawing/2014/main" id="{0FFA5244-049F-4942-859E-9B98533C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380" y="2617869"/>
            <a:ext cx="1827002" cy="572770"/>
          </a:xfrm>
          <a:custGeom xmlns:a="http://schemas.openxmlformats.org/drawingml/2006/main">
            <a:pathLst>
              <a:path w="1827002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2" y="12196"/>
                  <a:pt x="1827002" y="27241"/>
                </a:cubicBezTo>
                <a:lnTo>
                  <a:pt x="1827002" y="545529"/>
                </a:lnTo>
                <a:cubicBezTo>
                  <a:pt x="1827002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ADD3669-40F1-42EC-A445-B4F1E4CAC8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3338bf0d74844"/>
          <a:stretch xmlns:a="http://schemas.openxmlformats.org/drawingml/2006/main"/>
        </p:blipFill>
        <p:spPr>
          <a:xfrm xmlns:a="http://schemas.openxmlformats.org/drawingml/2006/main">
            <a:off x="2620462" y="611396"/>
            <a:ext cx="1390650" cy="647700"/>
          </a:xfrm>
          <a:prstGeom xmlns:a="http://schemas.openxmlformats.org/drawingml/2006/main" prst="rect">
            <a:avLst/>
          </a:prstGeom>
        </p:spPr>
      </p:pic>
      <p:sp>
        <p:nvSpPr>
          <p:cNvPr id="89" name="path-77">
            <a:extLst xmlns:a="http://schemas.openxmlformats.org/drawingml/2006/main">
              <a:ext uri="{FF2B5EF4-FFF2-40B4-BE49-F238E27FC236}">
                <a16:creationId xmlns:a16="http://schemas.microsoft.com/office/drawing/2014/main" id="{C36D9886-5230-4927-9179-B86C0D4C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80" y="666796"/>
            <a:ext cx="1205034" cy="457093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3"/>
                  <a:pt x="9733" y="0"/>
                  <a:pt x="21740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0"/>
                  <a:pt x="1195301" y="457093"/>
                  <a:pt x="1183295" y="457093"/>
                </a:cubicBezTo>
                <a:lnTo>
                  <a:pt x="21740" y="457093"/>
                </a:lnTo>
                <a:cubicBezTo>
                  <a:pt x="9733" y="457093"/>
                  <a:pt x="0" y="447360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78">
            <a:extLst xmlns:a="http://schemas.openxmlformats.org/drawingml/2006/main">
              <a:ext uri="{FF2B5EF4-FFF2-40B4-BE49-F238E27FC236}">
                <a16:creationId xmlns:a16="http://schemas.microsoft.com/office/drawing/2014/main" id="{46204A51-A929-49B2-BAF3-32CD6B59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80" y="666796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AEC117-9DF9-497B-938E-A615B4546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ab310adfc41e0"/>
          <a:stretch xmlns:a="http://schemas.openxmlformats.org/drawingml/2006/main"/>
        </p:blipFill>
        <p:spPr>
          <a:xfrm xmlns:a="http://schemas.openxmlformats.org/drawingml/2006/main">
            <a:off x="4125412" y="1335296"/>
            <a:ext cx="1476375" cy="1762125"/>
          </a:xfrm>
          <a:prstGeom xmlns:a="http://schemas.openxmlformats.org/drawingml/2006/main" prst="rect">
            <a:avLst/>
          </a:prstGeom>
        </p:spPr>
      </p:pic>
      <p:sp>
        <p:nvSpPr>
          <p:cNvPr id="92" name="path-80">
            <a:extLst xmlns:a="http://schemas.openxmlformats.org/drawingml/2006/main">
              <a:ext uri="{FF2B5EF4-FFF2-40B4-BE49-F238E27FC236}">
                <a16:creationId xmlns:a16="http://schemas.microsoft.com/office/drawing/2014/main" id="{1C2D749D-231C-48DD-BED2-19E26D43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849" y="1360897"/>
            <a:ext cx="1366940" cy="1653858"/>
          </a:xfrm>
          <a:custGeom xmlns:a="http://schemas.openxmlformats.org/drawingml/2006/main">
            <a:pathLst>
              <a:path w="1366940" h="1653858">
                <a:moveTo>
                  <a:pt x="0" y="826928"/>
                </a:moveTo>
                <a:cubicBezTo>
                  <a:pt x="0" y="370228"/>
                  <a:pt x="305998" y="0"/>
                  <a:pt x="683470" y="0"/>
                </a:cubicBezTo>
                <a:cubicBezTo>
                  <a:pt x="1060939" y="0"/>
                  <a:pt x="1366940" y="370228"/>
                  <a:pt x="1366940" y="826928"/>
                </a:cubicBezTo>
                <a:cubicBezTo>
                  <a:pt x="1366940" y="1283630"/>
                  <a:pt x="1060939" y="1653858"/>
                  <a:pt x="683470" y="1653858"/>
                </a:cubicBezTo>
                <a:cubicBezTo>
                  <a:pt x="305998" y="1653858"/>
                  <a:pt x="0" y="1283630"/>
                  <a:pt x="0" y="8269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81">
            <a:extLst xmlns:a="http://schemas.openxmlformats.org/drawingml/2006/main">
              <a:ext uri="{FF2B5EF4-FFF2-40B4-BE49-F238E27FC236}">
                <a16:creationId xmlns:a16="http://schemas.microsoft.com/office/drawing/2014/main" id="{04DA240F-F0E8-4A8E-89D3-291C7578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849" y="1360897"/>
            <a:ext cx="1366942" cy="1653859"/>
          </a:xfrm>
          <a:custGeom xmlns:a="http://schemas.openxmlformats.org/drawingml/2006/main">
            <a:pathLst>
              <a:path w="1366942" h="1653859">
                <a:moveTo>
                  <a:pt x="0" y="826930"/>
                </a:moveTo>
                <a:cubicBezTo>
                  <a:pt x="0" y="370229"/>
                  <a:pt x="306000" y="0"/>
                  <a:pt x="683471" y="0"/>
                </a:cubicBezTo>
                <a:cubicBezTo>
                  <a:pt x="1060941" y="0"/>
                  <a:pt x="1366942" y="370229"/>
                  <a:pt x="1366942" y="826930"/>
                </a:cubicBezTo>
                <a:cubicBezTo>
                  <a:pt x="1366942" y="1283630"/>
                  <a:pt x="1060941" y="1653859"/>
                  <a:pt x="683471" y="1653859"/>
                </a:cubicBezTo>
                <a:cubicBezTo>
                  <a:pt x="306000" y="1653859"/>
                  <a:pt x="0" y="1283630"/>
                  <a:pt x="0" y="8269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D9D9D9"/>
            </a:solidFill>
            <a:prstDash val="solid"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B20E850-D761-47BC-937D-4873CCBE4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85163fd544a2e"/>
          <a:stretch xmlns:a="http://schemas.openxmlformats.org/drawingml/2006/main"/>
        </p:blipFill>
        <p:spPr>
          <a:xfrm xmlns:a="http://schemas.openxmlformats.org/drawingml/2006/main">
            <a:off x="4458787" y="1563896"/>
            <a:ext cx="809625" cy="809625"/>
          </a:xfrm>
          <a:prstGeom xmlns:a="http://schemas.openxmlformats.org/drawingml/2006/main" prst="rect">
            <a:avLst/>
          </a:prstGeom>
        </p:spPr>
      </p:pic>
      <p:sp>
        <p:nvSpPr>
          <p:cNvPr id="95" name="text-83 Web">
            <a:extLst xmlns:a="http://schemas.openxmlformats.org/drawingml/2006/main">
              <a:ext uri="{FF2B5EF4-FFF2-40B4-BE49-F238E27FC236}">
                <a16:creationId xmlns:a16="http://schemas.microsoft.com/office/drawing/2014/main" id="{42143704-B627-4B25-A8CD-586AFCAD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194" y="635236"/>
            <a:ext cx="408984" cy="288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96" name="text-84 Search">
            <a:extLst xmlns:a="http://schemas.openxmlformats.org/drawingml/2006/main">
              <a:ext uri="{FF2B5EF4-FFF2-40B4-BE49-F238E27FC236}">
                <a16:creationId xmlns:a16="http://schemas.microsoft.com/office/drawing/2014/main" id="{F4EFB105-4588-466D-9312-A62B0CE5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3739" y="878904"/>
            <a:ext cx="571451" cy="275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778F05E-78D5-4CC7-BBBF-CD63437B01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d48fad2744edd"/>
          <a:stretch xmlns:a="http://schemas.openxmlformats.org/drawingml/2006/main"/>
        </p:blipFill>
        <p:spPr>
          <a:xfrm xmlns:a="http://schemas.openxmlformats.org/drawingml/2006/main">
            <a:off x="2649037" y="639971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4A4552-75E5-465F-B94B-EE905672BB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202c1be014797"/>
          <a:stretch xmlns:a="http://schemas.openxmlformats.org/drawingml/2006/main"/>
        </p:blipFill>
        <p:spPr>
          <a:xfrm xmlns:a="http://schemas.openxmlformats.org/drawingml/2006/main">
            <a:off x="2353762" y="1316246"/>
            <a:ext cx="1390650" cy="647700"/>
          </a:xfrm>
          <a:prstGeom xmlns:a="http://schemas.openxmlformats.org/drawingml/2006/main" prst="rect">
            <a:avLst/>
          </a:prstGeom>
        </p:spPr>
      </p:pic>
      <p:sp>
        <p:nvSpPr>
          <p:cNvPr id="99" name="path-87">
            <a:extLst xmlns:a="http://schemas.openxmlformats.org/drawingml/2006/main">
              <a:ext uri="{FF2B5EF4-FFF2-40B4-BE49-F238E27FC236}">
                <a16:creationId xmlns:a16="http://schemas.microsoft.com/office/drawing/2014/main" id="{776A53FE-FC93-4AB4-9B57-983A684E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190" y="1367651"/>
            <a:ext cx="1205034" cy="457095"/>
          </a:xfrm>
          <a:custGeom xmlns:a="http://schemas.openxmlformats.org/drawingml/2006/main">
            <a:pathLst>
              <a:path w="1205034" h="457095">
                <a:moveTo>
                  <a:pt x="0" y="21738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8"/>
                </a:cubicBezTo>
                <a:lnTo>
                  <a:pt x="1205034" y="435354"/>
                </a:lnTo>
                <a:cubicBezTo>
                  <a:pt x="1205034" y="447362"/>
                  <a:pt x="1195301" y="457095"/>
                  <a:pt x="1183295" y="457095"/>
                </a:cubicBezTo>
                <a:lnTo>
                  <a:pt x="21739" y="457095"/>
                </a:lnTo>
                <a:cubicBezTo>
                  <a:pt x="9733" y="457095"/>
                  <a:pt x="0" y="447362"/>
                  <a:pt x="0" y="435354"/>
                </a:cubicBezTo>
                <a:lnTo>
                  <a:pt x="0" y="2173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88">
            <a:extLst xmlns:a="http://schemas.openxmlformats.org/drawingml/2006/main">
              <a:ext uri="{FF2B5EF4-FFF2-40B4-BE49-F238E27FC236}">
                <a16:creationId xmlns:a16="http://schemas.microsoft.com/office/drawing/2014/main" id="{54B6F215-FACA-423C-93CF-B3B00043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190" y="1367651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D72745-88F0-4B07-93B8-F47B29588E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426caf0864367"/>
          <a:stretch xmlns:a="http://schemas.openxmlformats.org/drawingml/2006/main"/>
        </p:blipFill>
        <p:spPr>
          <a:xfrm xmlns:a="http://schemas.openxmlformats.org/drawingml/2006/main">
            <a:off x="2353762" y="2049671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102" name="path-90">
            <a:extLst xmlns:a="http://schemas.openxmlformats.org/drawingml/2006/main">
              <a:ext uri="{FF2B5EF4-FFF2-40B4-BE49-F238E27FC236}">
                <a16:creationId xmlns:a16="http://schemas.microsoft.com/office/drawing/2014/main" id="{42DF093E-D5E7-4760-9EA1-64E4FDB2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049" y="2103113"/>
            <a:ext cx="1205033" cy="457096"/>
          </a:xfrm>
          <a:custGeom xmlns:a="http://schemas.openxmlformats.org/drawingml/2006/main">
            <a:pathLst>
              <a:path w="1205033" h="457096">
                <a:moveTo>
                  <a:pt x="0" y="21739"/>
                </a:moveTo>
                <a:cubicBezTo>
                  <a:pt x="0" y="9733"/>
                  <a:pt x="9733" y="0"/>
                  <a:pt x="21741" y="0"/>
                </a:cubicBezTo>
                <a:lnTo>
                  <a:pt x="1183295" y="0"/>
                </a:lnTo>
                <a:cubicBezTo>
                  <a:pt x="1195300" y="0"/>
                  <a:pt x="1205033" y="9733"/>
                  <a:pt x="1205033" y="21739"/>
                </a:cubicBezTo>
                <a:lnTo>
                  <a:pt x="1205033" y="435357"/>
                </a:lnTo>
                <a:cubicBezTo>
                  <a:pt x="1205033" y="447362"/>
                  <a:pt x="1195300" y="457096"/>
                  <a:pt x="1183295" y="457096"/>
                </a:cubicBezTo>
                <a:lnTo>
                  <a:pt x="21741" y="457096"/>
                </a:lnTo>
                <a:cubicBezTo>
                  <a:pt x="9733" y="457096"/>
                  <a:pt x="0" y="447362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91">
            <a:extLst xmlns:a="http://schemas.openxmlformats.org/drawingml/2006/main">
              <a:ext uri="{FF2B5EF4-FFF2-40B4-BE49-F238E27FC236}">
                <a16:creationId xmlns:a16="http://schemas.microsoft.com/office/drawing/2014/main" id="{C163C26C-ACB9-4D0C-BFC9-3D1AAF7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049" y="2103113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104" name="text-92 Image">
            <a:extLst xmlns:a="http://schemas.openxmlformats.org/drawingml/2006/main">
              <a:ext uri="{FF2B5EF4-FFF2-40B4-BE49-F238E27FC236}">
                <a16:creationId xmlns:a16="http://schemas.microsoft.com/office/drawing/2014/main" id="{9B4EAA25-18D0-4CEC-B358-58B45C60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5966" y="2091679"/>
            <a:ext cx="525987" cy="274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105" name="text-93 Search">
            <a:extLst xmlns:a="http://schemas.openxmlformats.org/drawingml/2006/main">
              <a:ext uri="{FF2B5EF4-FFF2-40B4-BE49-F238E27FC236}">
                <a16:creationId xmlns:a16="http://schemas.microsoft.com/office/drawing/2014/main" id="{374BDDA3-14DC-426B-8C5D-E3D8C9F1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8413" y="2325936"/>
            <a:ext cx="571451" cy="275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sp>
        <p:nvSpPr>
          <p:cNvPr id="106" name="text-94 Scholar">
            <a:extLst xmlns:a="http://schemas.openxmlformats.org/drawingml/2006/main">
              <a:ext uri="{FF2B5EF4-FFF2-40B4-BE49-F238E27FC236}">
                <a16:creationId xmlns:a16="http://schemas.microsoft.com/office/drawing/2014/main" id="{00C6B32E-B80D-45CF-8545-678839A1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4132" y="1354443"/>
            <a:ext cx="633910" cy="274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Scholar</a:t>
            </a:r>
          </a:p>
        </p:txBody>
      </p:sp>
      <p:sp>
        <p:nvSpPr>
          <p:cNvPr id="107" name="text-95 Search">
            <a:extLst xmlns:a="http://schemas.openxmlformats.org/drawingml/2006/main">
              <a:ext uri="{FF2B5EF4-FFF2-40B4-BE49-F238E27FC236}">
                <a16:creationId xmlns:a16="http://schemas.microsoft.com/office/drawing/2014/main" id="{5CF463F7-2A41-4772-8D1B-0CCAD444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4132" y="1588325"/>
            <a:ext cx="571451" cy="275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34019B1-5715-4A2A-9FA5-D57ADD42E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292a68a894b0a"/>
          <a:stretch xmlns:a="http://schemas.openxmlformats.org/drawingml/2006/main"/>
        </p:blipFill>
        <p:spPr>
          <a:xfrm xmlns:a="http://schemas.openxmlformats.org/drawingml/2006/main">
            <a:off x="2363287" y="1316246"/>
            <a:ext cx="561975" cy="571500"/>
          </a:xfrm>
          <a:prstGeom xmlns:a="http://schemas.openxmlformats.org/drawingml/2006/main" prst="rect">
            <a:avLst/>
          </a:prstGeom>
        </p:spPr>
      </p:pic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FC1F542-D6EA-4128-99F4-76EA96DB4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9a91290b74b87"/>
          <a:stretch xmlns:a="http://schemas.openxmlformats.org/drawingml/2006/main"/>
        </p:blipFill>
        <p:spPr>
          <a:xfrm xmlns:a="http://schemas.openxmlformats.org/drawingml/2006/main">
            <a:off x="2591887" y="2849771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110" name="path-98">
            <a:extLst xmlns:a="http://schemas.openxmlformats.org/drawingml/2006/main">
              <a:ext uri="{FF2B5EF4-FFF2-40B4-BE49-F238E27FC236}">
                <a16:creationId xmlns:a16="http://schemas.microsoft.com/office/drawing/2014/main" id="{F8C293A1-E888-41B8-974C-CCE3E695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840" y="2901845"/>
            <a:ext cx="1205034" cy="457095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2" y="0"/>
                  <a:pt x="21738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5"/>
                  <a:pt x="1183295" y="457095"/>
                </a:cubicBezTo>
                <a:lnTo>
                  <a:pt x="21738" y="457095"/>
                </a:lnTo>
                <a:cubicBezTo>
                  <a:pt x="9732" y="457095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99">
            <a:extLst xmlns:a="http://schemas.openxmlformats.org/drawingml/2006/main">
              <a:ext uri="{FF2B5EF4-FFF2-40B4-BE49-F238E27FC236}">
                <a16:creationId xmlns:a16="http://schemas.microsoft.com/office/drawing/2014/main" id="{8D928832-C1C5-406B-8560-787CB70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840" y="2901845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977CCE-D2F1-484E-9B1E-47666E936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8931d450c44cb"/>
          <a:stretch xmlns:a="http://schemas.openxmlformats.org/drawingml/2006/main"/>
        </p:blipFill>
        <p:spPr>
          <a:xfrm xmlns:a="http://schemas.openxmlformats.org/drawingml/2006/main">
            <a:off x="2391862" y="2078246"/>
            <a:ext cx="542925" cy="552450"/>
          </a:xfrm>
          <a:prstGeom xmlns:a="http://schemas.openxmlformats.org/drawingml/2006/main" prst="rect">
            <a:avLst/>
          </a:prstGeom>
        </p:spPr>
      </p:pic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0B9B08F-2F1F-4F38-A4BB-4ED5EFBCA5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bd6ba04ba42ed"/>
          <a:stretch xmlns:a="http://schemas.openxmlformats.org/drawingml/2006/main"/>
        </p:blipFill>
        <p:spPr>
          <a:xfrm xmlns:a="http://schemas.openxmlformats.org/drawingml/2006/main">
            <a:off x="2620462" y="2859296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114" name="text-102 Visual">
            <a:extLst xmlns:a="http://schemas.openxmlformats.org/drawingml/2006/main">
              <a:ext uri="{FF2B5EF4-FFF2-40B4-BE49-F238E27FC236}">
                <a16:creationId xmlns:a16="http://schemas.microsoft.com/office/drawing/2014/main" id="{8F756886-885C-4860-95AF-2D57CD82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798" y="2895405"/>
            <a:ext cx="548105" cy="281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115" name="text-103 Search">
            <a:extLst xmlns:a="http://schemas.openxmlformats.org/drawingml/2006/main">
              <a:ext uri="{FF2B5EF4-FFF2-40B4-BE49-F238E27FC236}">
                <a16:creationId xmlns:a16="http://schemas.microsoft.com/office/drawing/2014/main" id="{652E35D9-13AE-4D7E-AFF8-DB70FEE0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2564" y="3134019"/>
            <a:ext cx="571451" cy="275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842383D-9784-401C-B3E8-455786AF38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0fb293ea1460d"/>
          <a:stretch xmlns:a="http://schemas.openxmlformats.org/drawingml/2006/main"/>
        </p:blipFill>
        <p:spPr>
          <a:xfrm xmlns:a="http://schemas.openxmlformats.org/drawingml/2006/main">
            <a:off x="4163512" y="401846"/>
            <a:ext cx="1390650" cy="647700"/>
          </a:xfrm>
          <a:prstGeom xmlns:a="http://schemas.openxmlformats.org/drawingml/2006/main" prst="rect">
            <a:avLst/>
          </a:prstGeom>
        </p:spPr>
      </p:pic>
      <p:sp>
        <p:nvSpPr>
          <p:cNvPr id="117" name="path-105">
            <a:extLst xmlns:a="http://schemas.openxmlformats.org/drawingml/2006/main">
              <a:ext uri="{FF2B5EF4-FFF2-40B4-BE49-F238E27FC236}">
                <a16:creationId xmlns:a16="http://schemas.microsoft.com/office/drawing/2014/main" id="{27C223B4-83B8-4A75-816D-A794D73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859" y="457449"/>
            <a:ext cx="1205034" cy="457093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3"/>
                  <a:pt x="9733" y="0"/>
                  <a:pt x="21740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3"/>
                  <a:pt x="1183295" y="457093"/>
                </a:cubicBezTo>
                <a:lnTo>
                  <a:pt x="21740" y="457093"/>
                </a:lnTo>
                <a:cubicBezTo>
                  <a:pt x="9733" y="457093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06">
            <a:extLst xmlns:a="http://schemas.openxmlformats.org/drawingml/2006/main">
              <a:ext uri="{FF2B5EF4-FFF2-40B4-BE49-F238E27FC236}">
                <a16:creationId xmlns:a16="http://schemas.microsoft.com/office/drawing/2014/main" id="{E822EBB8-C4AF-42FD-8D50-2AEA30E4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859" y="457449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D10620B-BD24-46EA-A26F-3B3A607FF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d2f4aadb34368"/>
          <a:stretch xmlns:a="http://schemas.openxmlformats.org/drawingml/2006/main"/>
        </p:blipFill>
        <p:spPr>
          <a:xfrm xmlns:a="http://schemas.openxmlformats.org/drawingml/2006/main">
            <a:off x="5687512" y="620921"/>
            <a:ext cx="1390650" cy="647700"/>
          </a:xfrm>
          <a:prstGeom xmlns:a="http://schemas.openxmlformats.org/drawingml/2006/main" prst="rect">
            <a:avLst/>
          </a:prstGeom>
        </p:spPr>
      </p:pic>
      <p:sp>
        <p:nvSpPr>
          <p:cNvPr id="120" name="path-108">
            <a:extLst xmlns:a="http://schemas.openxmlformats.org/drawingml/2006/main">
              <a:ext uri="{FF2B5EF4-FFF2-40B4-BE49-F238E27FC236}">
                <a16:creationId xmlns:a16="http://schemas.microsoft.com/office/drawing/2014/main" id="{A36D9E95-F443-4B96-8E68-7C4CD17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684" y="676881"/>
            <a:ext cx="1205034" cy="457093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4"/>
                </a:lnTo>
                <a:cubicBezTo>
                  <a:pt x="1205034" y="447360"/>
                  <a:pt x="1195301" y="457093"/>
                  <a:pt x="1183296" y="457093"/>
                </a:cubicBezTo>
                <a:lnTo>
                  <a:pt x="21739" y="457093"/>
                </a:lnTo>
                <a:cubicBezTo>
                  <a:pt x="9733" y="457093"/>
                  <a:pt x="0" y="447360"/>
                  <a:pt x="0" y="435354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09">
            <a:extLst xmlns:a="http://schemas.openxmlformats.org/drawingml/2006/main">
              <a:ext uri="{FF2B5EF4-FFF2-40B4-BE49-F238E27FC236}">
                <a16:creationId xmlns:a16="http://schemas.microsoft.com/office/drawing/2014/main" id="{F1F4A7AF-A369-4D7B-BB9D-1AB90E4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684" y="676881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96E231-A659-4BB9-B525-967D598F6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1bfaebb9748ae"/>
          <a:stretch xmlns:a="http://schemas.openxmlformats.org/drawingml/2006/main"/>
        </p:blipFill>
        <p:spPr>
          <a:xfrm xmlns:a="http://schemas.openxmlformats.org/drawingml/2006/main">
            <a:off x="6001837" y="1325771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123" name="path-111">
            <a:extLst xmlns:a="http://schemas.openxmlformats.org/drawingml/2006/main">
              <a:ext uri="{FF2B5EF4-FFF2-40B4-BE49-F238E27FC236}">
                <a16:creationId xmlns:a16="http://schemas.microsoft.com/office/drawing/2014/main" id="{3A120B59-F6F3-4B3C-BC33-0886ABA4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41" y="1374028"/>
            <a:ext cx="1205034" cy="457096"/>
          </a:xfrm>
          <a:custGeom xmlns:a="http://schemas.openxmlformats.org/drawingml/2006/main">
            <a:pathLst>
              <a:path w="1205034" h="457096">
                <a:moveTo>
                  <a:pt x="0" y="21742"/>
                </a:moveTo>
                <a:cubicBezTo>
                  <a:pt x="0" y="9734"/>
                  <a:pt x="9733" y="0"/>
                  <a:pt x="21739" y="0"/>
                </a:cubicBezTo>
                <a:lnTo>
                  <a:pt x="1183295" y="0"/>
                </a:lnTo>
                <a:cubicBezTo>
                  <a:pt x="1195300" y="0"/>
                  <a:pt x="1205034" y="9734"/>
                  <a:pt x="1205034" y="21742"/>
                </a:cubicBezTo>
                <a:lnTo>
                  <a:pt x="1205034" y="435357"/>
                </a:lnTo>
                <a:cubicBezTo>
                  <a:pt x="1205034" y="447363"/>
                  <a:pt x="1195300" y="457096"/>
                  <a:pt x="1183295" y="457096"/>
                </a:cubicBezTo>
                <a:lnTo>
                  <a:pt x="21739" y="457096"/>
                </a:lnTo>
                <a:cubicBezTo>
                  <a:pt x="9733" y="457096"/>
                  <a:pt x="0" y="447363"/>
                  <a:pt x="0" y="435357"/>
                </a:cubicBezTo>
                <a:lnTo>
                  <a:pt x="0" y="217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12">
            <a:extLst xmlns:a="http://schemas.openxmlformats.org/drawingml/2006/main">
              <a:ext uri="{FF2B5EF4-FFF2-40B4-BE49-F238E27FC236}">
                <a16:creationId xmlns:a16="http://schemas.microsoft.com/office/drawing/2014/main" id="{AFFB5AE4-1CDB-46C3-8811-01D65A5A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41" y="1374028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A9D8065-1CBA-44AF-8F7D-8DECBF0EF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d8ae0d08e4b1c"/>
          <a:stretch xmlns:a="http://schemas.openxmlformats.org/drawingml/2006/main"/>
        </p:blipFill>
        <p:spPr>
          <a:xfrm xmlns:a="http://schemas.openxmlformats.org/drawingml/2006/main">
            <a:off x="6001837" y="2049671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126" name="path-114">
            <a:extLst xmlns:a="http://schemas.openxmlformats.org/drawingml/2006/main">
              <a:ext uri="{FF2B5EF4-FFF2-40B4-BE49-F238E27FC236}">
                <a16:creationId xmlns:a16="http://schemas.microsoft.com/office/drawing/2014/main" id="{6775CC96-BBCA-472A-8DF1-15128487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55" y="2102346"/>
            <a:ext cx="1205035" cy="457095"/>
          </a:xfrm>
          <a:custGeom xmlns:a="http://schemas.openxmlformats.org/drawingml/2006/main">
            <a:pathLst>
              <a:path w="1205035" h="457095">
                <a:moveTo>
                  <a:pt x="0" y="21739"/>
                </a:moveTo>
                <a:cubicBezTo>
                  <a:pt x="0" y="9733"/>
                  <a:pt x="9734" y="0"/>
                  <a:pt x="21739" y="0"/>
                </a:cubicBezTo>
                <a:lnTo>
                  <a:pt x="1183296" y="0"/>
                </a:lnTo>
                <a:cubicBezTo>
                  <a:pt x="1195302" y="0"/>
                  <a:pt x="1205035" y="9733"/>
                  <a:pt x="1205035" y="21739"/>
                </a:cubicBezTo>
                <a:lnTo>
                  <a:pt x="1205035" y="435355"/>
                </a:lnTo>
                <a:cubicBezTo>
                  <a:pt x="1205035" y="447362"/>
                  <a:pt x="1195302" y="457095"/>
                  <a:pt x="1183296" y="457095"/>
                </a:cubicBezTo>
                <a:lnTo>
                  <a:pt x="21739" y="457095"/>
                </a:lnTo>
                <a:cubicBezTo>
                  <a:pt x="9734" y="457095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15">
            <a:extLst xmlns:a="http://schemas.openxmlformats.org/drawingml/2006/main">
              <a:ext uri="{FF2B5EF4-FFF2-40B4-BE49-F238E27FC236}">
                <a16:creationId xmlns:a16="http://schemas.microsoft.com/office/drawing/2014/main" id="{6483C47F-8B52-4D94-9B9B-4C25345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55" y="2102346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E114D1D-D89C-4F47-9585-27269E9307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4c8625033453f"/>
          <a:stretch xmlns:a="http://schemas.openxmlformats.org/drawingml/2006/main"/>
        </p:blipFill>
        <p:spPr>
          <a:xfrm xmlns:a="http://schemas.openxmlformats.org/drawingml/2006/main">
            <a:off x="5792287" y="2840246"/>
            <a:ext cx="1381125" cy="647700"/>
          </a:xfrm>
          <a:prstGeom xmlns:a="http://schemas.openxmlformats.org/drawingml/2006/main" prst="rect">
            <a:avLst/>
          </a:prstGeom>
        </p:spPr>
      </p:pic>
      <p:sp>
        <p:nvSpPr>
          <p:cNvPr id="129" name="path-117">
            <a:extLst xmlns:a="http://schemas.openxmlformats.org/drawingml/2006/main">
              <a:ext uri="{FF2B5EF4-FFF2-40B4-BE49-F238E27FC236}">
                <a16:creationId xmlns:a16="http://schemas.microsoft.com/office/drawing/2014/main" id="{B5B8F298-FCDD-44EB-A456-FD2A970C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05" y="2895784"/>
            <a:ext cx="1205034" cy="457095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4" y="0"/>
                  <a:pt x="21739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5"/>
                  <a:pt x="1183296" y="457095"/>
                </a:cubicBezTo>
                <a:lnTo>
                  <a:pt x="21739" y="457095"/>
                </a:lnTo>
                <a:cubicBezTo>
                  <a:pt x="9734" y="457095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18">
            <a:extLst xmlns:a="http://schemas.openxmlformats.org/drawingml/2006/main">
              <a:ext uri="{FF2B5EF4-FFF2-40B4-BE49-F238E27FC236}">
                <a16:creationId xmlns:a16="http://schemas.microsoft.com/office/drawing/2014/main" id="{C4A60954-8C44-44A1-97A9-246918B2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05" y="2895784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7BAE806-5302-4F22-8BD3-28B4E9D5F8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fa173937b4aeb"/>
          <a:stretch xmlns:a="http://schemas.openxmlformats.org/drawingml/2006/main"/>
        </p:blipFill>
        <p:spPr>
          <a:xfrm xmlns:a="http://schemas.openxmlformats.org/drawingml/2006/main">
            <a:off x="5744662" y="630446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32" name="text-120 Visit">
            <a:extLst xmlns:a="http://schemas.openxmlformats.org/drawingml/2006/main">
              <a:ext uri="{FF2B5EF4-FFF2-40B4-BE49-F238E27FC236}">
                <a16:creationId xmlns:a16="http://schemas.microsoft.com/office/drawing/2014/main" id="{59146268-399C-4DFB-8207-C4EC6EA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4771" y="780493"/>
            <a:ext cx="416006" cy="282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Visit</a:t>
            </a:r>
          </a:p>
        </p:txBody>
      </p:sp>
      <p:sp>
        <p:nvSpPr>
          <p:cNvPr id="133" name="text-121 Flip">
            <a:extLst xmlns:a="http://schemas.openxmlformats.org/drawingml/2006/main">
              <a:ext uri="{FF2B5EF4-FFF2-40B4-BE49-F238E27FC236}">
                <a16:creationId xmlns:a16="http://schemas.microsoft.com/office/drawing/2014/main" id="{D11DC979-7545-43CB-9D66-3003C1DA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2275" y="2206484"/>
            <a:ext cx="348194" cy="272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Flip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A72431B-F691-4DCC-BCCA-B67025628D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808779df1442b"/>
          <a:stretch xmlns:a="http://schemas.openxmlformats.org/drawingml/2006/main"/>
        </p:blipFill>
        <p:spPr>
          <a:xfrm xmlns:a="http://schemas.openxmlformats.org/drawingml/2006/main">
            <a:off x="6058987" y="2087771"/>
            <a:ext cx="485775" cy="476250"/>
          </a:xfrm>
          <a:prstGeom xmlns:a="http://schemas.openxmlformats.org/drawingml/2006/main" prst="rect">
            <a:avLst/>
          </a:prstGeom>
        </p:spPr>
      </p:pic>
      <p:sp>
        <p:nvSpPr>
          <p:cNvPr id="135" name="text-123 Zoom">
            <a:extLst xmlns:a="http://schemas.openxmlformats.org/drawingml/2006/main">
              <a:ext uri="{FF2B5EF4-FFF2-40B4-BE49-F238E27FC236}">
                <a16:creationId xmlns:a16="http://schemas.microsoft.com/office/drawing/2014/main" id="{9396DE00-BAF1-4ADD-AAB5-44BA3E6A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0139" y="2909624"/>
            <a:ext cx="503192" cy="274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Zoom</a:t>
            </a:r>
          </a:p>
        </p:txBody>
      </p:sp>
      <p:sp>
        <p:nvSpPr>
          <p:cNvPr id="136" name="text-124 In">
            <a:extLst xmlns:a="http://schemas.openxmlformats.org/drawingml/2006/main">
              <a:ext uri="{FF2B5EF4-FFF2-40B4-BE49-F238E27FC236}">
                <a16:creationId xmlns:a16="http://schemas.microsoft.com/office/drawing/2014/main" id="{3321FCBC-4102-4018-AE9A-0A718B02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1853" y="3143660"/>
            <a:ext cx="199372" cy="275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B042983-DFB6-46D6-9CDC-7BCC815E90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e6eef9ede4421"/>
          <a:stretch xmlns:a="http://schemas.openxmlformats.org/drawingml/2006/main"/>
        </p:blipFill>
        <p:spPr>
          <a:xfrm xmlns:a="http://schemas.openxmlformats.org/drawingml/2006/main">
            <a:off x="5830387" y="2887871"/>
            <a:ext cx="495300" cy="485775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30766C1-7B43-4517-A875-BCC122FAF3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9343c9d514f40"/>
          <a:stretch xmlns:a="http://schemas.openxmlformats.org/drawingml/2006/main"/>
        </p:blipFill>
        <p:spPr>
          <a:xfrm xmlns:a="http://schemas.openxmlformats.org/drawingml/2006/main">
            <a:off x="6020887" y="1392446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39" name="text-127 Rotation">
            <a:extLst xmlns:a="http://schemas.openxmlformats.org/drawingml/2006/main">
              <a:ext uri="{FF2B5EF4-FFF2-40B4-BE49-F238E27FC236}">
                <a16:creationId xmlns:a16="http://schemas.microsoft.com/office/drawing/2014/main" id="{276D0E60-F28F-4B18-9410-0CD837D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295" y="1496002"/>
            <a:ext cx="708088" cy="273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Rotation</a:t>
            </a:r>
          </a:p>
        </p:txBody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8153A48-11E6-428D-89A0-2E997F51C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65d2830554913"/>
          <a:stretch xmlns:a="http://schemas.openxmlformats.org/drawingml/2006/main"/>
        </p:blipFill>
        <p:spPr>
          <a:xfrm xmlns:a="http://schemas.openxmlformats.org/drawingml/2006/main">
            <a:off x="4201612" y="420896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41" name="text-129 Python">
            <a:extLst xmlns:a="http://schemas.openxmlformats.org/drawingml/2006/main">
              <a:ext uri="{FF2B5EF4-FFF2-40B4-BE49-F238E27FC236}">
                <a16:creationId xmlns:a16="http://schemas.microsoft.com/office/drawing/2014/main" id="{AF0F3AE6-B993-438F-9404-E01F3FCF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1298" y="457944"/>
            <a:ext cx="588145" cy="273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Python</a:t>
            </a:r>
          </a:p>
        </p:txBody>
      </p:sp>
      <p:sp>
        <p:nvSpPr>
          <p:cNvPr id="142" name="text-130 Code">
            <a:extLst xmlns:a="http://schemas.openxmlformats.org/drawingml/2006/main">
              <a:ext uri="{FF2B5EF4-FFF2-40B4-BE49-F238E27FC236}">
                <a16:creationId xmlns:a16="http://schemas.microsoft.com/office/drawing/2014/main" id="{2B0BB03F-0B0B-4C65-A904-0C68B9B3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1085" y="692640"/>
            <a:ext cx="447502" cy="273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Code</a:t>
            </a:r>
          </a:p>
        </p:txBody>
      </p:sp>
      <p:sp>
        <p:nvSpPr>
          <p:cNvPr id="143" name="text-131 Policy">
            <a:extLst xmlns:a="http://schemas.openxmlformats.org/drawingml/2006/main">
              <a:ext uri="{FF2B5EF4-FFF2-40B4-BE49-F238E27FC236}">
                <a16:creationId xmlns:a16="http://schemas.microsoft.com/office/drawing/2014/main" id="{48785F0E-6581-4DB0-BB4E-E96B156E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63" y="2349496"/>
            <a:ext cx="575587" cy="288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44" name="text-133 Model">
            <a:extLst xmlns:a="http://schemas.openxmlformats.org/drawingml/2006/main">
              <a:ext uri="{FF2B5EF4-FFF2-40B4-BE49-F238E27FC236}">
                <a16:creationId xmlns:a16="http://schemas.microsoft.com/office/drawing/2014/main" id="{4A88B1EE-21E1-4964-BEC8-3A85846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2285" y="2349439"/>
            <a:ext cx="598666" cy="289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0EFA5E-6D25-4256-A1D5-ECDE3B1C4B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549b68ed84668"/>
          <a:stretch xmlns:a="http://schemas.openxmlformats.org/drawingml/2006/main"/>
        </p:blipFill>
        <p:spPr>
          <a:xfrm xmlns:a="http://schemas.openxmlformats.org/drawingml/2006/main">
            <a:off x="4125412" y="1173371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46" name="path-135">
            <a:extLst xmlns:a="http://schemas.openxmlformats.org/drawingml/2006/main">
              <a:ext uri="{FF2B5EF4-FFF2-40B4-BE49-F238E27FC236}">
                <a16:creationId xmlns:a16="http://schemas.microsoft.com/office/drawing/2014/main" id="{3739E3B4-B10F-45F4-830C-221B9535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4" y="1288349"/>
            <a:ext cx="83778" cy="84349"/>
          </a:xfrm>
          <a:custGeom xmlns:a="http://schemas.openxmlformats.org/drawingml/2006/main">
            <a:pathLst>
              <a:path w="83778" h="84349">
                <a:moveTo>
                  <a:pt x="0" y="42174"/>
                </a:moveTo>
                <a:cubicBezTo>
                  <a:pt x="0" y="18883"/>
                  <a:pt x="18755" y="0"/>
                  <a:pt x="41888" y="0"/>
                </a:cubicBezTo>
                <a:cubicBezTo>
                  <a:pt x="65025" y="0"/>
                  <a:pt x="83778" y="18883"/>
                  <a:pt x="83778" y="42174"/>
                </a:cubicBezTo>
                <a:cubicBezTo>
                  <a:pt x="83778" y="65467"/>
                  <a:pt x="65025" y="84349"/>
                  <a:pt x="41888" y="84349"/>
                </a:cubicBezTo>
                <a:cubicBezTo>
                  <a:pt x="18755" y="84349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36">
            <a:extLst xmlns:a="http://schemas.openxmlformats.org/drawingml/2006/main">
              <a:ext uri="{FF2B5EF4-FFF2-40B4-BE49-F238E27FC236}">
                <a16:creationId xmlns:a16="http://schemas.microsoft.com/office/drawing/2014/main" id="{6B1D620D-2B66-4D63-B2B8-62F9E956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4" y="1288349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B5DB7AE-08B9-4B17-B81A-9C93C5C1B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9def9b7824c81"/>
          <a:stretch xmlns:a="http://schemas.openxmlformats.org/drawingml/2006/main"/>
        </p:blipFill>
        <p:spPr>
          <a:xfrm xmlns:a="http://schemas.openxmlformats.org/drawingml/2006/main">
            <a:off x="4687387" y="1020971"/>
            <a:ext cx="304800" cy="314325"/>
          </a:xfrm>
          <a:prstGeom xmlns:a="http://schemas.openxmlformats.org/drawingml/2006/main" prst="rect">
            <a:avLst/>
          </a:prstGeom>
        </p:spPr>
      </p:pic>
      <p:sp>
        <p:nvSpPr>
          <p:cNvPr id="149" name="path-138">
            <a:extLst xmlns:a="http://schemas.openxmlformats.org/drawingml/2006/main">
              <a:ext uri="{FF2B5EF4-FFF2-40B4-BE49-F238E27FC236}">
                <a16:creationId xmlns:a16="http://schemas.microsoft.com/office/drawing/2014/main" id="{59DA4D43-8C59-48DD-BA21-3841F75E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2" y="1139716"/>
            <a:ext cx="83778" cy="84350"/>
          </a:xfrm>
          <a:custGeom xmlns:a="http://schemas.openxmlformats.org/drawingml/2006/main">
            <a:pathLst>
              <a:path w="83778" h="84350">
                <a:moveTo>
                  <a:pt x="0" y="42176"/>
                </a:moveTo>
                <a:cubicBezTo>
                  <a:pt x="0" y="18883"/>
                  <a:pt x="18755" y="0"/>
                  <a:pt x="41888" y="0"/>
                </a:cubicBezTo>
                <a:cubicBezTo>
                  <a:pt x="65026" y="0"/>
                  <a:pt x="83778" y="18883"/>
                  <a:pt x="83778" y="42176"/>
                </a:cubicBezTo>
                <a:cubicBezTo>
                  <a:pt x="83778" y="65467"/>
                  <a:pt x="65026" y="84350"/>
                  <a:pt x="41888" y="84350"/>
                </a:cubicBezTo>
                <a:cubicBezTo>
                  <a:pt x="18755" y="84350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39">
            <a:extLst xmlns:a="http://schemas.openxmlformats.org/drawingml/2006/main">
              <a:ext uri="{FF2B5EF4-FFF2-40B4-BE49-F238E27FC236}">
                <a16:creationId xmlns:a16="http://schemas.microsoft.com/office/drawing/2014/main" id="{778D74EE-C888-4C7E-85FF-DE6F09A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2" y="1139716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EC681C2-F509-4851-8788-5038F74B02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c82c40c674ac5"/>
          <a:stretch xmlns:a="http://schemas.openxmlformats.org/drawingml/2006/main"/>
        </p:blipFill>
        <p:spPr>
          <a:xfrm xmlns:a="http://schemas.openxmlformats.org/drawingml/2006/main">
            <a:off x="3830137" y="156389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52" name="path-141">
            <a:extLst xmlns:a="http://schemas.openxmlformats.org/drawingml/2006/main">
              <a:ext uri="{FF2B5EF4-FFF2-40B4-BE49-F238E27FC236}">
                <a16:creationId xmlns:a16="http://schemas.microsoft.com/office/drawing/2014/main" id="{B92581BC-2F1D-4219-91B7-59D0E80F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516" y="1676754"/>
            <a:ext cx="83780" cy="84349"/>
          </a:xfrm>
          <a:custGeom xmlns:a="http://schemas.openxmlformats.org/drawingml/2006/main">
            <a:pathLst>
              <a:path w="83780" h="84349">
                <a:moveTo>
                  <a:pt x="0" y="42174"/>
                </a:moveTo>
                <a:cubicBezTo>
                  <a:pt x="0" y="18881"/>
                  <a:pt x="18756" y="0"/>
                  <a:pt x="41890" y="0"/>
                </a:cubicBezTo>
                <a:cubicBezTo>
                  <a:pt x="65025" y="0"/>
                  <a:pt x="83780" y="18881"/>
                  <a:pt x="83780" y="42174"/>
                </a:cubicBezTo>
                <a:cubicBezTo>
                  <a:pt x="83780" y="65467"/>
                  <a:pt x="65025" y="84349"/>
                  <a:pt x="41890" y="84349"/>
                </a:cubicBezTo>
                <a:cubicBezTo>
                  <a:pt x="18756" y="84349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42">
            <a:extLst xmlns:a="http://schemas.openxmlformats.org/drawingml/2006/main">
              <a:ext uri="{FF2B5EF4-FFF2-40B4-BE49-F238E27FC236}">
                <a16:creationId xmlns:a16="http://schemas.microsoft.com/office/drawing/2014/main" id="{77AB2E12-294C-464F-87C7-52A57EC0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516" y="1676754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2DA9828-A78B-4FE9-AA4C-5358BD245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564e77498427f"/>
          <a:stretch xmlns:a="http://schemas.openxmlformats.org/drawingml/2006/main"/>
        </p:blipFill>
        <p:spPr>
          <a:xfrm xmlns:a="http://schemas.openxmlformats.org/drawingml/2006/main">
            <a:off x="3820612" y="215444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55" name="path-144">
            <a:extLst xmlns:a="http://schemas.openxmlformats.org/drawingml/2006/main">
              <a:ext uri="{FF2B5EF4-FFF2-40B4-BE49-F238E27FC236}">
                <a16:creationId xmlns:a16="http://schemas.microsoft.com/office/drawing/2014/main" id="{367D6FC5-FD8C-4B77-BF7F-19B9C338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680" y="2267919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6"/>
                </a:moveTo>
                <a:cubicBezTo>
                  <a:pt x="0" y="18883"/>
                  <a:pt x="18753" y="0"/>
                  <a:pt x="41890" y="0"/>
                </a:cubicBezTo>
                <a:cubicBezTo>
                  <a:pt x="65025" y="0"/>
                  <a:pt x="83779" y="18883"/>
                  <a:pt x="83779" y="42176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3" y="84349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45">
            <a:extLst xmlns:a="http://schemas.openxmlformats.org/drawingml/2006/main">
              <a:ext uri="{FF2B5EF4-FFF2-40B4-BE49-F238E27FC236}">
                <a16:creationId xmlns:a16="http://schemas.microsoft.com/office/drawing/2014/main" id="{AC3F3444-0975-4F7D-9AA1-F83139F3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680" y="2267919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AB3701B-C081-4693-8A13-FAAFBB255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fbd2446d643ef"/>
          <a:stretch xmlns:a="http://schemas.openxmlformats.org/drawingml/2006/main"/>
        </p:blipFill>
        <p:spPr>
          <a:xfrm xmlns:a="http://schemas.openxmlformats.org/drawingml/2006/main">
            <a:off x="4077787" y="285929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58" name="path-147">
            <a:extLst xmlns:a="http://schemas.openxmlformats.org/drawingml/2006/main">
              <a:ext uri="{FF2B5EF4-FFF2-40B4-BE49-F238E27FC236}">
                <a16:creationId xmlns:a16="http://schemas.microsoft.com/office/drawing/2014/main" id="{9E0BFA4F-6A02-49F2-B99F-5D50D43E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536" y="2972581"/>
            <a:ext cx="83778" cy="84350"/>
          </a:xfrm>
          <a:custGeom xmlns:a="http://schemas.openxmlformats.org/drawingml/2006/main">
            <a:pathLst>
              <a:path w="83778" h="84350">
                <a:moveTo>
                  <a:pt x="0" y="42176"/>
                </a:moveTo>
                <a:cubicBezTo>
                  <a:pt x="0" y="18883"/>
                  <a:pt x="18753" y="0"/>
                  <a:pt x="41887" y="0"/>
                </a:cubicBezTo>
                <a:cubicBezTo>
                  <a:pt x="65025" y="0"/>
                  <a:pt x="83778" y="18883"/>
                  <a:pt x="83778" y="42176"/>
                </a:cubicBezTo>
                <a:cubicBezTo>
                  <a:pt x="83778" y="65469"/>
                  <a:pt x="65025" y="84350"/>
                  <a:pt x="41887" y="84350"/>
                </a:cubicBezTo>
                <a:cubicBezTo>
                  <a:pt x="18753" y="84350"/>
                  <a:pt x="0" y="65469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48">
            <a:extLst xmlns:a="http://schemas.openxmlformats.org/drawingml/2006/main">
              <a:ext uri="{FF2B5EF4-FFF2-40B4-BE49-F238E27FC236}">
                <a16:creationId xmlns:a16="http://schemas.microsoft.com/office/drawing/2014/main" id="{50CA3913-B47A-4F08-81F8-99998716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536" y="2972581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E6AE2A9-3E9B-4825-B2B8-6E374511F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30dc94c0d4bbf"/>
          <a:stretch xmlns:a="http://schemas.openxmlformats.org/drawingml/2006/main"/>
        </p:blipFill>
        <p:spPr>
          <a:xfrm xmlns:a="http://schemas.openxmlformats.org/drawingml/2006/main">
            <a:off x="5325562" y="1173371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61" name="path-150">
            <a:extLst xmlns:a="http://schemas.openxmlformats.org/drawingml/2006/main">
              <a:ext uri="{FF2B5EF4-FFF2-40B4-BE49-F238E27FC236}">
                <a16:creationId xmlns:a16="http://schemas.microsoft.com/office/drawing/2014/main" id="{E0EA66F3-E2BF-4E19-B83E-ED77D722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490" y="1283634"/>
            <a:ext cx="83780" cy="84349"/>
          </a:xfrm>
          <a:custGeom xmlns:a="http://schemas.openxmlformats.org/drawingml/2006/main">
            <a:pathLst>
              <a:path w="83780" h="84349">
                <a:moveTo>
                  <a:pt x="0" y="42175"/>
                </a:moveTo>
                <a:cubicBezTo>
                  <a:pt x="0" y="18882"/>
                  <a:pt x="18756" y="0"/>
                  <a:pt x="41891" y="0"/>
                </a:cubicBezTo>
                <a:cubicBezTo>
                  <a:pt x="65026" y="0"/>
                  <a:pt x="83780" y="18882"/>
                  <a:pt x="83780" y="42175"/>
                </a:cubicBezTo>
                <a:cubicBezTo>
                  <a:pt x="83780" y="65466"/>
                  <a:pt x="65026" y="84349"/>
                  <a:pt x="41891" y="84349"/>
                </a:cubicBezTo>
                <a:cubicBezTo>
                  <a:pt x="18756" y="84349"/>
                  <a:pt x="0" y="65466"/>
                  <a:pt x="0" y="42175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51">
            <a:extLst xmlns:a="http://schemas.openxmlformats.org/drawingml/2006/main">
              <a:ext uri="{FF2B5EF4-FFF2-40B4-BE49-F238E27FC236}">
                <a16:creationId xmlns:a16="http://schemas.microsoft.com/office/drawing/2014/main" id="{DDA4358A-254A-400E-A085-15060462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490" y="1283634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0B17F4C-CDA2-4DDC-ACA7-16920C9DD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cc489b6d048aa"/>
          <a:stretch xmlns:a="http://schemas.openxmlformats.org/drawingml/2006/main"/>
        </p:blipFill>
        <p:spPr>
          <a:xfrm xmlns:a="http://schemas.openxmlformats.org/drawingml/2006/main">
            <a:off x="5554162" y="1554371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64" name="path-153">
            <a:extLst xmlns:a="http://schemas.openxmlformats.org/drawingml/2006/main">
              <a:ext uri="{FF2B5EF4-FFF2-40B4-BE49-F238E27FC236}">
                <a16:creationId xmlns:a16="http://schemas.microsoft.com/office/drawing/2014/main" id="{A08E8F33-5E28-44E8-9F93-D4E0E373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214" y="1665220"/>
            <a:ext cx="83778" cy="84350"/>
          </a:xfrm>
          <a:custGeom xmlns:a="http://schemas.openxmlformats.org/drawingml/2006/main">
            <a:pathLst>
              <a:path w="83778" h="84350">
                <a:moveTo>
                  <a:pt x="0" y="42176"/>
                </a:moveTo>
                <a:cubicBezTo>
                  <a:pt x="0" y="18883"/>
                  <a:pt x="18753" y="0"/>
                  <a:pt x="41887" y="0"/>
                </a:cubicBezTo>
                <a:cubicBezTo>
                  <a:pt x="65023" y="0"/>
                  <a:pt x="83778" y="18883"/>
                  <a:pt x="83778" y="42176"/>
                </a:cubicBezTo>
                <a:cubicBezTo>
                  <a:pt x="83778" y="65467"/>
                  <a:pt x="65023" y="84350"/>
                  <a:pt x="41887" y="84350"/>
                </a:cubicBezTo>
                <a:cubicBezTo>
                  <a:pt x="18753" y="84350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54">
            <a:extLst xmlns:a="http://schemas.openxmlformats.org/drawingml/2006/main">
              <a:ext uri="{FF2B5EF4-FFF2-40B4-BE49-F238E27FC236}">
                <a16:creationId xmlns:a16="http://schemas.microsoft.com/office/drawing/2014/main" id="{6C53986E-5C7B-4DED-BBEF-1BDD5F8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214" y="1665220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FC1F29C-D1B6-41E3-9331-F051E81A4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0cc5fe0094557"/>
          <a:stretch xmlns:a="http://schemas.openxmlformats.org/drawingml/2006/main"/>
        </p:blipFill>
        <p:spPr>
          <a:xfrm xmlns:a="http://schemas.openxmlformats.org/drawingml/2006/main">
            <a:off x="5554162" y="215444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67" name="path-156">
            <a:extLst xmlns:a="http://schemas.openxmlformats.org/drawingml/2006/main">
              <a:ext uri="{FF2B5EF4-FFF2-40B4-BE49-F238E27FC236}">
                <a16:creationId xmlns:a16="http://schemas.microsoft.com/office/drawing/2014/main" id="{FF06B58F-12F2-4658-96B7-4FEFC43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574" y="2267410"/>
            <a:ext cx="83780" cy="84349"/>
          </a:xfrm>
          <a:custGeom xmlns:a="http://schemas.openxmlformats.org/drawingml/2006/main">
            <a:pathLst>
              <a:path w="83780" h="84349">
                <a:moveTo>
                  <a:pt x="0" y="42174"/>
                </a:moveTo>
                <a:cubicBezTo>
                  <a:pt x="0" y="18881"/>
                  <a:pt x="18756" y="0"/>
                  <a:pt x="41891" y="0"/>
                </a:cubicBezTo>
                <a:cubicBezTo>
                  <a:pt x="65025" y="0"/>
                  <a:pt x="83780" y="18881"/>
                  <a:pt x="83780" y="42174"/>
                </a:cubicBezTo>
                <a:cubicBezTo>
                  <a:pt x="83780" y="65467"/>
                  <a:pt x="65025" y="84349"/>
                  <a:pt x="41891" y="84349"/>
                </a:cubicBezTo>
                <a:cubicBezTo>
                  <a:pt x="18756" y="84349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57">
            <a:extLst xmlns:a="http://schemas.openxmlformats.org/drawingml/2006/main">
              <a:ext uri="{FF2B5EF4-FFF2-40B4-BE49-F238E27FC236}">
                <a16:creationId xmlns:a16="http://schemas.microsoft.com/office/drawing/2014/main" id="{ECEBFF51-66F5-4F67-9A76-20A9480D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574" y="2267410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E565ED4-408E-4205-B7E3-048BCB3D49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95a825f5244dd"/>
          <a:stretch xmlns:a="http://schemas.openxmlformats.org/drawingml/2006/main"/>
        </p:blipFill>
        <p:spPr>
          <a:xfrm xmlns:a="http://schemas.openxmlformats.org/drawingml/2006/main">
            <a:off x="5325562" y="285929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70" name="path-159">
            <a:extLst xmlns:a="http://schemas.openxmlformats.org/drawingml/2006/main">
              <a:ext uri="{FF2B5EF4-FFF2-40B4-BE49-F238E27FC236}">
                <a16:creationId xmlns:a16="http://schemas.microsoft.com/office/drawing/2014/main" id="{BF7347A8-F735-49A2-B2E0-6F70AA1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74" y="2972581"/>
            <a:ext cx="83780" cy="84350"/>
          </a:xfrm>
          <a:custGeom xmlns:a="http://schemas.openxmlformats.org/drawingml/2006/main">
            <a:pathLst>
              <a:path w="83780" h="84350">
                <a:moveTo>
                  <a:pt x="0" y="42174"/>
                </a:moveTo>
                <a:cubicBezTo>
                  <a:pt x="0" y="18881"/>
                  <a:pt x="18756" y="0"/>
                  <a:pt x="41891" y="0"/>
                </a:cubicBezTo>
                <a:cubicBezTo>
                  <a:pt x="65025" y="0"/>
                  <a:pt x="83780" y="18881"/>
                  <a:pt x="83780" y="42174"/>
                </a:cubicBezTo>
                <a:cubicBezTo>
                  <a:pt x="83780" y="65467"/>
                  <a:pt x="65025" y="84350"/>
                  <a:pt x="41891" y="84350"/>
                </a:cubicBezTo>
                <a:cubicBezTo>
                  <a:pt x="18756" y="84350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60">
            <a:extLst xmlns:a="http://schemas.openxmlformats.org/drawingml/2006/main">
              <a:ext uri="{FF2B5EF4-FFF2-40B4-BE49-F238E27FC236}">
                <a16:creationId xmlns:a16="http://schemas.microsoft.com/office/drawing/2014/main" id="{768548CC-94EC-401C-BEA9-927F0DD2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74" y="2972581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72" name="path-161">
            <a:extLst xmlns:a="http://schemas.openxmlformats.org/drawingml/2006/main">
              <a:ext uri="{FF2B5EF4-FFF2-40B4-BE49-F238E27FC236}">
                <a16:creationId xmlns:a16="http://schemas.microsoft.com/office/drawing/2014/main" id="{E4C75547-4D4B-4B35-AF0A-C48A0759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134" y="1181892"/>
            <a:ext cx="486659" cy="118810"/>
          </a:xfrm>
          <a:custGeom xmlns:a="http://schemas.openxmlformats.org/drawingml/2006/main">
            <a:pathLst>
              <a:path w="486659" h="118810">
                <a:moveTo>
                  <a:pt x="0" y="118810"/>
                </a:moveTo>
                <a:lnTo>
                  <a:pt x="4866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A6A6A6"/>
            </a:solidFill>
            <a:prstDash val="solid"/>
          </a:ln>
        </p:spPr>
      </p:sp>
      <p:sp>
        <p:nvSpPr>
          <p:cNvPr id="173" name="path-162">
            <a:extLst xmlns:a="http://schemas.openxmlformats.org/drawingml/2006/main">
              <a:ext uri="{FF2B5EF4-FFF2-40B4-BE49-F238E27FC236}">
                <a16:creationId xmlns:a16="http://schemas.microsoft.com/office/drawing/2014/main" id="{F7D4101E-5BF0-4E69-9F89-595238A1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026" y="1360347"/>
            <a:ext cx="234868" cy="328760"/>
          </a:xfrm>
          <a:custGeom xmlns:a="http://schemas.openxmlformats.org/drawingml/2006/main">
            <a:pathLst>
              <a:path w="234868" h="328760">
                <a:moveTo>
                  <a:pt x="234868" y="0"/>
                </a:moveTo>
                <a:lnTo>
                  <a:pt x="0" y="328760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A6A6A6"/>
            </a:solidFill>
            <a:prstDash val="solid"/>
          </a:ln>
        </p:spPr>
      </p:sp>
      <p:sp>
        <p:nvSpPr>
          <p:cNvPr id="174" name="path-163">
            <a:extLst xmlns:a="http://schemas.openxmlformats.org/drawingml/2006/main">
              <a:ext uri="{FF2B5EF4-FFF2-40B4-BE49-F238E27FC236}">
                <a16:creationId xmlns:a16="http://schemas.microsoft.com/office/drawing/2014/main" id="{EDF0428E-31D5-4651-BB1B-C94E22EB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570" y="1761103"/>
            <a:ext cx="8837" cy="506817"/>
          </a:xfrm>
          <a:custGeom xmlns:a="http://schemas.openxmlformats.org/drawingml/2006/main">
            <a:pathLst>
              <a:path w="8837" h="506817">
                <a:moveTo>
                  <a:pt x="0" y="506817"/>
                </a:moveTo>
                <a:lnTo>
                  <a:pt x="8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A6A6A6"/>
            </a:solidFill>
            <a:prstDash val="solid"/>
          </a:ln>
        </p:spPr>
      </p:sp>
      <p:sp>
        <p:nvSpPr>
          <p:cNvPr id="175" name="path-164">
            <a:extLst xmlns:a="http://schemas.openxmlformats.org/drawingml/2006/main">
              <a:ext uri="{FF2B5EF4-FFF2-40B4-BE49-F238E27FC236}">
                <a16:creationId xmlns:a16="http://schemas.microsoft.com/office/drawing/2014/main" id="{0A5B3477-AE21-425C-87FD-4DAF646C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570" y="1181891"/>
            <a:ext cx="557920" cy="143918"/>
          </a:xfrm>
          <a:custGeom xmlns:a="http://schemas.openxmlformats.org/drawingml/2006/main">
            <a:pathLst>
              <a:path w="557920" h="143918">
                <a:moveTo>
                  <a:pt x="557920" y="1439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A6A6A6"/>
            </a:solidFill>
            <a:prstDash val="solid"/>
          </a:ln>
        </p:spPr>
      </p:sp>
      <p:sp>
        <p:nvSpPr>
          <p:cNvPr id="176" name="path-165">
            <a:extLst xmlns:a="http://schemas.openxmlformats.org/drawingml/2006/main">
              <a:ext uri="{FF2B5EF4-FFF2-40B4-BE49-F238E27FC236}">
                <a16:creationId xmlns:a16="http://schemas.microsoft.com/office/drawing/2014/main" id="{2AD96186-A911-4314-B52A-58D27522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000" y="1355632"/>
            <a:ext cx="172482" cy="321942"/>
          </a:xfrm>
          <a:custGeom xmlns:a="http://schemas.openxmlformats.org/drawingml/2006/main">
            <a:pathLst>
              <a:path w="172482" h="321942">
                <a:moveTo>
                  <a:pt x="172482" y="3219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A6A6A6"/>
            </a:solidFill>
            <a:prstDash val="solid"/>
          </a:ln>
        </p:spPr>
      </p:sp>
      <p:sp>
        <p:nvSpPr>
          <p:cNvPr id="177" name="path-166">
            <a:extLst xmlns:a="http://schemas.openxmlformats.org/drawingml/2006/main">
              <a:ext uri="{FF2B5EF4-FFF2-40B4-BE49-F238E27FC236}">
                <a16:creationId xmlns:a16="http://schemas.microsoft.com/office/drawing/2014/main" id="{B8A0E66B-4101-4B20-8F5E-5A08D6D6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103" y="1749571"/>
            <a:ext cx="3362" cy="517839"/>
          </a:xfrm>
          <a:custGeom xmlns:a="http://schemas.openxmlformats.org/drawingml/2006/main">
            <a:pathLst>
              <a:path w="3362" h="517839">
                <a:moveTo>
                  <a:pt x="3362" y="5178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A6A6A6"/>
            </a:solidFill>
            <a:prstDash val="solid"/>
          </a:ln>
        </p:spPr>
      </p:sp>
      <p:sp>
        <p:nvSpPr>
          <p:cNvPr id="178" name="path-167">
            <a:extLst xmlns:a="http://schemas.openxmlformats.org/drawingml/2006/main">
              <a:ext uri="{FF2B5EF4-FFF2-40B4-BE49-F238E27FC236}">
                <a16:creationId xmlns:a16="http://schemas.microsoft.com/office/drawing/2014/main" id="{4F8CAB9A-2A3D-4E4A-8249-4B89A291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065" y="2351759"/>
            <a:ext cx="232400" cy="620822"/>
          </a:xfrm>
          <a:custGeom xmlns:a="http://schemas.openxmlformats.org/drawingml/2006/main">
            <a:pathLst>
              <a:path w="232400" h="620822">
                <a:moveTo>
                  <a:pt x="0" y="620822"/>
                </a:moveTo>
                <a:lnTo>
                  <a:pt x="23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A6A6A6"/>
            </a:solidFill>
            <a:prstDash val="solid"/>
          </a:ln>
        </p:spPr>
      </p:sp>
      <p:sp>
        <p:nvSpPr>
          <p:cNvPr id="179" name="path-168">
            <a:extLst xmlns:a="http://schemas.openxmlformats.org/drawingml/2006/main">
              <a:ext uri="{FF2B5EF4-FFF2-40B4-BE49-F238E27FC236}">
                <a16:creationId xmlns:a16="http://schemas.microsoft.com/office/drawing/2014/main" id="{772FB926-E405-4ADF-9218-1B9446D6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570" y="2352267"/>
            <a:ext cx="256856" cy="620314"/>
          </a:xfrm>
          <a:custGeom xmlns:a="http://schemas.openxmlformats.org/drawingml/2006/main">
            <a:pathLst>
              <a:path w="256856" h="620314">
                <a:moveTo>
                  <a:pt x="256856" y="6203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A6A6A6"/>
            </a:solidFill>
            <a:prstDash val="solid"/>
          </a:ln>
        </p:spPr>
      </p:sp>
      <p:sp>
        <p:nvSpPr>
          <p:cNvPr id="180" name="path-169">
            <a:extLst xmlns:a="http://schemas.openxmlformats.org/drawingml/2006/main">
              <a:ext uri="{FF2B5EF4-FFF2-40B4-BE49-F238E27FC236}">
                <a16:creationId xmlns:a16="http://schemas.microsoft.com/office/drawing/2014/main" id="{C50053A0-E3AC-4552-A362-A8A8061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504" y="1123889"/>
            <a:ext cx="376389" cy="176813"/>
          </a:xfrm>
          <a:custGeom xmlns:a="http://schemas.openxmlformats.org/drawingml/2006/main">
            <a:pathLst>
              <a:path w="376389" h="176813">
                <a:moveTo>
                  <a:pt x="0" y="0"/>
                </a:moveTo>
                <a:lnTo>
                  <a:pt x="376389" y="176813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81" name="path-170">
            <a:extLst xmlns:a="http://schemas.openxmlformats.org/drawingml/2006/main">
              <a:ext uri="{FF2B5EF4-FFF2-40B4-BE49-F238E27FC236}">
                <a16:creationId xmlns:a16="http://schemas.microsoft.com/office/drawing/2014/main" id="{3B47943D-41BF-44E4-BC40-C6865307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683" y="914543"/>
            <a:ext cx="191" cy="225172"/>
          </a:xfrm>
          <a:custGeom xmlns:a="http://schemas.openxmlformats.org/drawingml/2006/main">
            <a:pathLst>
              <a:path w="191" h="225172">
                <a:moveTo>
                  <a:pt x="0" y="225172"/>
                </a:moveTo>
                <a:lnTo>
                  <a:pt x="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82" name="path-171">
            <a:extLst xmlns:a="http://schemas.openxmlformats.org/drawingml/2006/main">
              <a:ext uri="{FF2B5EF4-FFF2-40B4-BE49-F238E27FC236}">
                <a16:creationId xmlns:a16="http://schemas.microsoft.com/office/drawing/2014/main" id="{4A40EDA2-5F23-4D01-80D8-2BC2B27B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001" y="1123889"/>
            <a:ext cx="231683" cy="172098"/>
          </a:xfrm>
          <a:custGeom xmlns:a="http://schemas.openxmlformats.org/drawingml/2006/main">
            <a:pathLst>
              <a:path w="231683" h="172098">
                <a:moveTo>
                  <a:pt x="231683" y="0"/>
                </a:moveTo>
                <a:lnTo>
                  <a:pt x="0" y="172098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83" name="path-172">
            <a:extLst xmlns:a="http://schemas.openxmlformats.org/drawingml/2006/main">
              <a:ext uri="{FF2B5EF4-FFF2-40B4-BE49-F238E27FC236}">
                <a16:creationId xmlns:a16="http://schemas.microsoft.com/office/drawing/2014/main" id="{A00FFAFF-8613-4470-BB0E-66E7731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992" y="1602576"/>
            <a:ext cx="296848" cy="104819"/>
          </a:xfrm>
          <a:custGeom xmlns:a="http://schemas.openxmlformats.org/drawingml/2006/main">
            <a:pathLst>
              <a:path w="296848" h="104819">
                <a:moveTo>
                  <a:pt x="296848" y="0"/>
                </a:moveTo>
                <a:lnTo>
                  <a:pt x="0" y="104819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84" name="path-173">
            <a:extLst xmlns:a="http://schemas.openxmlformats.org/drawingml/2006/main">
              <a:ext uri="{FF2B5EF4-FFF2-40B4-BE49-F238E27FC236}">
                <a16:creationId xmlns:a16="http://schemas.microsoft.com/office/drawing/2014/main" id="{D7B2FA01-50A4-497C-8DEB-B2FCBD8E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224" y="1596198"/>
            <a:ext cx="332293" cy="122730"/>
          </a:xfrm>
          <a:custGeom xmlns:a="http://schemas.openxmlformats.org/drawingml/2006/main">
            <a:pathLst>
              <a:path w="332293" h="122730">
                <a:moveTo>
                  <a:pt x="0" y="0"/>
                </a:moveTo>
                <a:lnTo>
                  <a:pt x="332293" y="12273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85" name="path-174">
            <a:extLst xmlns:a="http://schemas.openxmlformats.org/drawingml/2006/main">
              <a:ext uri="{FF2B5EF4-FFF2-40B4-BE49-F238E27FC236}">
                <a16:creationId xmlns:a16="http://schemas.microsoft.com/office/drawing/2014/main" id="{202A6BFD-FC1B-438D-ADBF-B5EDEF56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353" y="2309584"/>
            <a:ext cx="297402" cy="21310"/>
          </a:xfrm>
          <a:custGeom xmlns:a="http://schemas.openxmlformats.org/drawingml/2006/main">
            <a:pathLst>
              <a:path w="297402" h="21310">
                <a:moveTo>
                  <a:pt x="297402" y="213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86" name="path-175">
            <a:extLst xmlns:a="http://schemas.openxmlformats.org/drawingml/2006/main">
              <a:ext uri="{FF2B5EF4-FFF2-40B4-BE49-F238E27FC236}">
                <a16:creationId xmlns:a16="http://schemas.microsoft.com/office/drawing/2014/main" id="{D698146C-371B-4C5C-B537-531C2FAD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082" y="2310094"/>
            <a:ext cx="324597" cy="21567"/>
          </a:xfrm>
          <a:custGeom xmlns:a="http://schemas.openxmlformats.org/drawingml/2006/main">
            <a:pathLst>
              <a:path w="324597" h="21567">
                <a:moveTo>
                  <a:pt x="0" y="21567"/>
                </a:moveTo>
                <a:lnTo>
                  <a:pt x="3245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87" name="path-176">
            <a:extLst xmlns:a="http://schemas.openxmlformats.org/drawingml/2006/main">
              <a:ext uri="{FF2B5EF4-FFF2-40B4-BE49-F238E27FC236}">
                <a16:creationId xmlns:a16="http://schemas.microsoft.com/office/drawing/2014/main" id="{8E7D6214-D547-4C18-9AFF-09C2189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953" y="3014756"/>
            <a:ext cx="315652" cy="109576"/>
          </a:xfrm>
          <a:custGeom xmlns:a="http://schemas.openxmlformats.org/drawingml/2006/main">
            <a:pathLst>
              <a:path w="315652" h="109576">
                <a:moveTo>
                  <a:pt x="315652" y="1095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188" name="path-177">
            <a:extLst xmlns:a="http://schemas.openxmlformats.org/drawingml/2006/main">
              <a:ext uri="{FF2B5EF4-FFF2-40B4-BE49-F238E27FC236}">
                <a16:creationId xmlns:a16="http://schemas.microsoft.com/office/drawing/2014/main" id="{55C08503-66B6-4F20-A59A-DA60F259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504" y="3014758"/>
            <a:ext cx="318030" cy="137446"/>
          </a:xfrm>
          <a:custGeom xmlns:a="http://schemas.openxmlformats.org/drawingml/2006/main">
            <a:pathLst>
              <a:path w="318030" h="137446">
                <a:moveTo>
                  <a:pt x="0" y="137446"/>
                </a:moveTo>
                <a:lnTo>
                  <a:pt x="3180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0352070-0AE7-4468-BF8E-65C2D97AB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34e632dbe4690"/>
          <a:stretch xmlns:a="http://schemas.openxmlformats.org/drawingml/2006/main"/>
        </p:blipFill>
        <p:spPr>
          <a:xfrm xmlns:a="http://schemas.openxmlformats.org/drawingml/2006/main">
            <a:off x="4763587" y="3087896"/>
            <a:ext cx="285750" cy="685800"/>
          </a:xfrm>
          <a:prstGeom xmlns:a="http://schemas.openxmlformats.org/drawingml/2006/main" prst="rect">
            <a:avLst/>
          </a:prstGeom>
        </p:spPr>
      </p:pic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AECE034-8F45-47F9-86C6-D6BDDF4EA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c302e5014a16"/>
          <a:stretch xmlns:a="http://schemas.openxmlformats.org/drawingml/2006/main"/>
        </p:blipFill>
        <p:spPr>
          <a:xfrm xmlns:a="http://schemas.openxmlformats.org/drawingml/2006/main">
            <a:off x="4763587" y="3087896"/>
            <a:ext cx="285750" cy="685800"/>
          </a:xfrm>
          <a:prstGeom xmlns:a="http://schemas.openxmlformats.org/drawingml/2006/main" prst="rect">
            <a:avLst/>
          </a:prstGeom>
        </p:spPr>
      </p:pic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0A2D577-658F-4DDF-9B99-03D844B1D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3102b95d44d9f"/>
          <a:stretch xmlns:a="http://schemas.openxmlformats.org/drawingml/2006/main"/>
        </p:blipFill>
        <p:spPr>
          <a:xfrm xmlns:a="http://schemas.openxmlformats.org/drawingml/2006/main">
            <a:off x="4363537" y="3049796"/>
            <a:ext cx="285750" cy="723900"/>
          </a:xfrm>
          <a:prstGeom xmlns:a="http://schemas.openxmlformats.org/drawingml/2006/main" prst="rect">
            <a:avLst/>
          </a:prstGeom>
        </p:spPr>
      </p:pic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7A9365E-9B5B-474F-8A5B-88BA2C3F8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f71386fae4bee"/>
          <a:stretch xmlns:a="http://schemas.openxmlformats.org/drawingml/2006/main"/>
        </p:blipFill>
        <p:spPr>
          <a:xfrm xmlns:a="http://schemas.openxmlformats.org/drawingml/2006/main">
            <a:off x="4363537" y="3049796"/>
            <a:ext cx="285750" cy="723900"/>
          </a:xfrm>
          <a:prstGeom xmlns:a="http://schemas.openxmlformats.org/drawingml/2006/main" prst="rect">
            <a:avLst/>
          </a:prstGeom>
        </p:spPr>
      </p:pic>
      <p:sp>
        <p:nvSpPr>
          <p:cNvPr id="193" name="text-182 Store">
            <a:extLst xmlns:a="http://schemas.openxmlformats.org/drawingml/2006/main">
              <a:ext uri="{FF2B5EF4-FFF2-40B4-BE49-F238E27FC236}">
                <a16:creationId xmlns:a16="http://schemas.microsoft.com/office/drawing/2014/main" id="{A78FA5A2-7D47-4534-BEE8-164AA971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6981" y="3372916"/>
            <a:ext cx="482186" cy="276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Store</a:t>
            </a:r>
          </a:p>
        </p:txBody>
      </p:sp>
      <p:sp>
        <p:nvSpPr>
          <p:cNvPr id="194" name="text-183 Retrieve">
            <a:extLst xmlns:a="http://schemas.openxmlformats.org/drawingml/2006/main">
              <a:ext uri="{FF2B5EF4-FFF2-40B4-BE49-F238E27FC236}">
                <a16:creationId xmlns:a16="http://schemas.microsoft.com/office/drawing/2014/main" id="{B2C2A2AF-2036-4A50-AEA5-39C50516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8982" y="3373627"/>
            <a:ext cx="746329" cy="275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Retrieve</a:t>
            </a:r>
          </a:p>
        </p:txBody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3FEFFD0-7540-4EBF-BF68-81871788B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c95b980a34d0b"/>
          <a:stretch xmlns:a="http://schemas.openxmlformats.org/drawingml/2006/main"/>
        </p:blipFill>
        <p:spPr>
          <a:xfrm xmlns:a="http://schemas.openxmlformats.org/drawingml/2006/main">
            <a:off x="7516312" y="6221621"/>
            <a:ext cx="723900" cy="733425"/>
          </a:xfrm>
          <a:prstGeom xmlns:a="http://schemas.openxmlformats.org/drawingml/2006/main" prst="rect">
            <a:avLst/>
          </a:prstGeom>
        </p:spPr>
      </p:pic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A7AEEB4-B97E-493E-B378-AF12AC3C29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98faee6424197"/>
          <a:stretch xmlns:a="http://schemas.openxmlformats.org/drawingml/2006/main"/>
        </p:blipFill>
        <p:spPr>
          <a:xfrm xmlns:a="http://schemas.openxmlformats.org/drawingml/2006/main">
            <a:off x="11392987" y="5612021"/>
            <a:ext cx="628650" cy="619125"/>
          </a:xfrm>
          <a:prstGeom xmlns:a="http://schemas.openxmlformats.org/drawingml/2006/main" prst="rect">
            <a:avLst/>
          </a:prstGeom>
        </p:spPr>
      </p:pic>
      <p:sp>
        <p:nvSpPr>
          <p:cNvPr id="197" name="text-186 System">
            <a:extLst xmlns:a="http://schemas.openxmlformats.org/drawingml/2006/main">
              <a:ext uri="{FF2B5EF4-FFF2-40B4-BE49-F238E27FC236}">
                <a16:creationId xmlns:a16="http://schemas.microsoft.com/office/drawing/2014/main" id="{C6AF1A7A-18BA-49B0-B182-BE467A9E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1386" y="6456671"/>
            <a:ext cx="633904" cy="27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</a:t>
            </a:r>
          </a:p>
        </p:txBody>
      </p:sp>
      <p:sp>
        <p:nvSpPr>
          <p:cNvPr id="198" name="text-188 Config">
            <a:extLst xmlns:a="http://schemas.openxmlformats.org/drawingml/2006/main">
              <a:ext uri="{FF2B5EF4-FFF2-40B4-BE49-F238E27FC236}">
                <a16:creationId xmlns:a16="http://schemas.microsoft.com/office/drawing/2014/main" id="{52815AA0-8B3C-4AC4-AE01-4481B30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9829" y="6456968"/>
            <a:ext cx="600473" cy="273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sp>
        <p:nvSpPr>
          <p:cNvPr id="199" name="text-189 Evolvable">
            <a:extLst xmlns:a="http://schemas.openxmlformats.org/drawingml/2006/main">
              <a:ext uri="{FF2B5EF4-FFF2-40B4-BE49-F238E27FC236}">
                <a16:creationId xmlns:a16="http://schemas.microsoft.com/office/drawing/2014/main" id="{A4FA4529-CABE-4BB8-BF50-4C46E878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9165" y="5898536"/>
            <a:ext cx="858530" cy="27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Evolvable</a:t>
            </a:r>
          </a:p>
        </p:txBody>
      </p:sp>
      <p:sp>
        <p:nvSpPr>
          <p:cNvPr id="200" name="text-189 Config">
            <a:extLst xmlns:a="http://schemas.openxmlformats.org/drawingml/2006/main">
              <a:ext uri="{FF2B5EF4-FFF2-40B4-BE49-F238E27FC236}">
                <a16:creationId xmlns:a16="http://schemas.microsoft.com/office/drawing/2014/main" id="{4FFF7F97-C2E9-416D-87FB-4DAC4236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2729" y="5897887"/>
            <a:ext cx="600473" cy="273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097605C-265D-4894-A535-213FA7393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7ca65f5c74c86"/>
          <a:stretch xmlns:a="http://schemas.openxmlformats.org/drawingml/2006/main"/>
        </p:blipFill>
        <p:spPr>
          <a:xfrm xmlns:a="http://schemas.openxmlformats.org/drawingml/2006/main">
            <a:off x="10059487" y="2573546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02" name="text-191 Seed">
            <a:extLst xmlns:a="http://schemas.openxmlformats.org/drawingml/2006/main">
              <a:ext uri="{FF2B5EF4-FFF2-40B4-BE49-F238E27FC236}">
                <a16:creationId xmlns:a16="http://schemas.microsoft.com/office/drawing/2014/main" id="{BE749796-9FFA-4EB1-8D26-DCE2DFAD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4540" y="2674232"/>
            <a:ext cx="417081" cy="2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Seed</a:t>
            </a:r>
          </a:p>
        </p:txBody>
      </p:sp>
      <p:sp>
        <p:nvSpPr>
          <p:cNvPr id="203" name="text-192 Proposal">
            <a:extLst xmlns:a="http://schemas.openxmlformats.org/drawingml/2006/main">
              <a:ext uri="{FF2B5EF4-FFF2-40B4-BE49-F238E27FC236}">
                <a16:creationId xmlns:a16="http://schemas.microsoft.com/office/drawing/2014/main" id="{D71E825B-A935-4BD1-BFAC-8300F0C1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7301" y="2909589"/>
            <a:ext cx="720978" cy="274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Proposal</a:t>
            </a:r>
          </a:p>
        </p:txBody>
      </p:sp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01E5DE4-3483-4EE4-A126-AE399957EC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8dd4be64e4553"/>
          <a:stretch xmlns:a="http://schemas.openxmlformats.org/drawingml/2006/main"/>
        </p:blipFill>
        <p:spPr>
          <a:xfrm xmlns:a="http://schemas.openxmlformats.org/drawingml/2006/main">
            <a:off x="12659812" y="2583071"/>
            <a:ext cx="2009775" cy="762000"/>
          </a:xfrm>
          <a:prstGeom xmlns:a="http://schemas.openxmlformats.org/drawingml/2006/main" prst="rect">
            <a:avLst/>
          </a:prstGeom>
        </p:spPr>
      </p:pic>
      <p:sp>
        <p:nvSpPr>
          <p:cNvPr id="205" name="path-194">
            <a:extLst xmlns:a="http://schemas.openxmlformats.org/drawingml/2006/main">
              <a:ext uri="{FF2B5EF4-FFF2-40B4-BE49-F238E27FC236}">
                <a16:creationId xmlns:a16="http://schemas.microsoft.com/office/drawing/2014/main" id="{C04528FC-7226-4A04-98DE-7FB610FC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5051" y="2631509"/>
            <a:ext cx="1827001" cy="572770"/>
          </a:xfrm>
          <a:custGeom xmlns:a="http://schemas.openxmlformats.org/drawingml/2006/main">
            <a:pathLst>
              <a:path w="1827001" h="572770">
                <a:moveTo>
                  <a:pt x="0" y="27242"/>
                </a:moveTo>
                <a:cubicBezTo>
                  <a:pt x="0" y="12198"/>
                  <a:pt x="12195" y="0"/>
                  <a:pt x="27239" y="0"/>
                </a:cubicBezTo>
                <a:lnTo>
                  <a:pt x="1799761" y="0"/>
                </a:lnTo>
                <a:cubicBezTo>
                  <a:pt x="1814806" y="0"/>
                  <a:pt x="1827001" y="12198"/>
                  <a:pt x="1827001" y="27242"/>
                </a:cubicBezTo>
                <a:lnTo>
                  <a:pt x="1827001" y="545529"/>
                </a:lnTo>
                <a:cubicBezTo>
                  <a:pt x="1827001" y="560575"/>
                  <a:pt x="1814806" y="572770"/>
                  <a:pt x="1799761" y="572770"/>
                </a:cubicBezTo>
                <a:lnTo>
                  <a:pt x="27239" y="572770"/>
                </a:lnTo>
                <a:cubicBezTo>
                  <a:pt x="12195" y="572770"/>
                  <a:pt x="0" y="560575"/>
                  <a:pt x="0" y="545529"/>
                </a:cubicBezTo>
                <a:lnTo>
                  <a:pt x="0" y="272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195">
            <a:extLst xmlns:a="http://schemas.openxmlformats.org/drawingml/2006/main">
              <a:ext uri="{FF2B5EF4-FFF2-40B4-BE49-F238E27FC236}">
                <a16:creationId xmlns:a16="http://schemas.microsoft.com/office/drawing/2014/main" id="{11F19825-254F-4E5D-A77C-4BC5F9E6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5051" y="2631509"/>
            <a:ext cx="1827002" cy="572770"/>
          </a:xfrm>
          <a:custGeom xmlns:a="http://schemas.openxmlformats.org/drawingml/2006/main">
            <a:pathLst>
              <a:path w="1827002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2" y="12196"/>
                  <a:pt x="1827002" y="27241"/>
                </a:cubicBezTo>
                <a:lnTo>
                  <a:pt x="1827002" y="545529"/>
                </a:lnTo>
                <a:cubicBezTo>
                  <a:pt x="1827002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E02D1CB-27C5-4390-B7AE-F17FD3571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4b69305ad4642"/>
          <a:stretch xmlns:a="http://schemas.openxmlformats.org/drawingml/2006/main"/>
        </p:blipFill>
        <p:spPr>
          <a:xfrm xmlns:a="http://schemas.openxmlformats.org/drawingml/2006/main">
            <a:off x="12707437" y="2621171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08" name="text-197 Web">
            <a:extLst xmlns:a="http://schemas.openxmlformats.org/drawingml/2006/main">
              <a:ext uri="{FF2B5EF4-FFF2-40B4-BE49-F238E27FC236}">
                <a16:creationId xmlns:a16="http://schemas.microsoft.com/office/drawing/2014/main" id="{492F814C-B1F5-4C53-9333-910BD754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7981" y="2678933"/>
            <a:ext cx="408984" cy="288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209" name="text-198 Exploration">
            <a:extLst xmlns:a="http://schemas.openxmlformats.org/drawingml/2006/main">
              <a:ext uri="{FF2B5EF4-FFF2-40B4-BE49-F238E27FC236}">
                <a16:creationId xmlns:a16="http://schemas.microsoft.com/office/drawing/2014/main" id="{BEEABF35-80ED-4926-9BC3-EF129226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5946" y="2923704"/>
            <a:ext cx="960221" cy="27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Exploration</a:t>
            </a:r>
          </a:p>
        </p:txBody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C2DD9B1-67D2-4883-9DB2-BFCCE6583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fdf2cb9604015"/>
          <a:stretch xmlns:a="http://schemas.openxmlformats.org/drawingml/2006/main"/>
        </p:blipFill>
        <p:spPr>
          <a:xfrm xmlns:a="http://schemas.openxmlformats.org/drawingml/2006/main">
            <a:off x="13812337" y="3583196"/>
            <a:ext cx="2019300" cy="762000"/>
          </a:xfrm>
          <a:prstGeom xmlns:a="http://schemas.openxmlformats.org/drawingml/2006/main" prst="rect">
            <a:avLst/>
          </a:prstGeom>
        </p:spPr>
      </p:pic>
      <p:sp>
        <p:nvSpPr>
          <p:cNvPr id="211" name="path-200">
            <a:extLst xmlns:a="http://schemas.openxmlformats.org/drawingml/2006/main">
              <a:ext uri="{FF2B5EF4-FFF2-40B4-BE49-F238E27FC236}">
                <a16:creationId xmlns:a16="http://schemas.microsoft.com/office/drawing/2014/main" id="{8C285F21-E838-4782-B653-9B83579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5870" y="3636212"/>
            <a:ext cx="1827002" cy="572768"/>
          </a:xfrm>
          <a:custGeom xmlns:a="http://schemas.openxmlformats.org/drawingml/2006/main">
            <a:pathLst>
              <a:path w="1827002" h="572768">
                <a:moveTo>
                  <a:pt x="0" y="27239"/>
                </a:moveTo>
                <a:cubicBezTo>
                  <a:pt x="0" y="12196"/>
                  <a:pt x="12195" y="0"/>
                  <a:pt x="27242" y="0"/>
                </a:cubicBezTo>
                <a:lnTo>
                  <a:pt x="1799762" y="0"/>
                </a:lnTo>
                <a:cubicBezTo>
                  <a:pt x="1814807" y="0"/>
                  <a:pt x="1827002" y="12196"/>
                  <a:pt x="1827002" y="27239"/>
                </a:cubicBezTo>
                <a:lnTo>
                  <a:pt x="1827002" y="545528"/>
                </a:lnTo>
                <a:cubicBezTo>
                  <a:pt x="1827002" y="560572"/>
                  <a:pt x="1814807" y="572768"/>
                  <a:pt x="1799762" y="572768"/>
                </a:cubicBezTo>
                <a:lnTo>
                  <a:pt x="27242" y="572768"/>
                </a:lnTo>
                <a:cubicBezTo>
                  <a:pt x="12195" y="572768"/>
                  <a:pt x="0" y="560572"/>
                  <a:pt x="0" y="545528"/>
                </a:cubicBezTo>
                <a:lnTo>
                  <a:pt x="0" y="272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01">
            <a:extLst xmlns:a="http://schemas.openxmlformats.org/drawingml/2006/main">
              <a:ext uri="{FF2B5EF4-FFF2-40B4-BE49-F238E27FC236}">
                <a16:creationId xmlns:a16="http://schemas.microsoft.com/office/drawing/2014/main" id="{9FA72078-5051-459F-B50C-9FD717D6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5870" y="3636212"/>
            <a:ext cx="1827004" cy="572770"/>
          </a:xfrm>
          <a:custGeom xmlns:a="http://schemas.openxmlformats.org/drawingml/2006/main">
            <a:pathLst>
              <a:path w="1827004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4" y="12196"/>
                  <a:pt x="1827004" y="27241"/>
                </a:cubicBezTo>
                <a:lnTo>
                  <a:pt x="1827004" y="545529"/>
                </a:lnTo>
                <a:cubicBezTo>
                  <a:pt x="1827004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010D818-1B68-4F22-8A23-05AC007BE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3de4b75e4421f"/>
          <a:stretch xmlns:a="http://schemas.openxmlformats.org/drawingml/2006/main"/>
        </p:blipFill>
        <p:spPr>
          <a:xfrm xmlns:a="http://schemas.openxmlformats.org/drawingml/2006/main">
            <a:off x="13631362" y="5164346"/>
            <a:ext cx="2019300" cy="762000"/>
          </a:xfrm>
          <a:prstGeom xmlns:a="http://schemas.openxmlformats.org/drawingml/2006/main" prst="rect">
            <a:avLst/>
          </a:prstGeom>
        </p:spPr>
      </p:pic>
      <p:sp>
        <p:nvSpPr>
          <p:cNvPr id="214" name="path-203">
            <a:extLst xmlns:a="http://schemas.openxmlformats.org/drawingml/2006/main">
              <a:ext uri="{FF2B5EF4-FFF2-40B4-BE49-F238E27FC236}">
                <a16:creationId xmlns:a16="http://schemas.microsoft.com/office/drawing/2014/main" id="{204B05E5-29D8-453A-A86A-4FED9E66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145" y="5216918"/>
            <a:ext cx="1827002" cy="572770"/>
          </a:xfrm>
          <a:custGeom xmlns:a="http://schemas.openxmlformats.org/drawingml/2006/main">
            <a:pathLst>
              <a:path w="1827002" h="572770">
                <a:moveTo>
                  <a:pt x="0" y="27241"/>
                </a:moveTo>
                <a:cubicBezTo>
                  <a:pt x="0" y="12195"/>
                  <a:pt x="12198" y="0"/>
                  <a:pt x="27242" y="0"/>
                </a:cubicBezTo>
                <a:lnTo>
                  <a:pt x="1799761" y="0"/>
                </a:lnTo>
                <a:cubicBezTo>
                  <a:pt x="1814807" y="0"/>
                  <a:pt x="1827002" y="12195"/>
                  <a:pt x="1827002" y="27241"/>
                </a:cubicBezTo>
                <a:lnTo>
                  <a:pt x="1827002" y="545528"/>
                </a:lnTo>
                <a:cubicBezTo>
                  <a:pt x="1827002" y="560574"/>
                  <a:pt x="1814807" y="572770"/>
                  <a:pt x="1799761" y="572770"/>
                </a:cubicBezTo>
                <a:lnTo>
                  <a:pt x="27242" y="572770"/>
                </a:lnTo>
                <a:cubicBezTo>
                  <a:pt x="12198" y="572770"/>
                  <a:pt x="0" y="560574"/>
                  <a:pt x="0" y="545528"/>
                </a:cubicBezTo>
                <a:lnTo>
                  <a:pt x="0" y="2724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04">
            <a:extLst xmlns:a="http://schemas.openxmlformats.org/drawingml/2006/main">
              <a:ext uri="{FF2B5EF4-FFF2-40B4-BE49-F238E27FC236}">
                <a16:creationId xmlns:a16="http://schemas.microsoft.com/office/drawing/2014/main" id="{8DA9083C-D9ED-423E-BED4-A5C95B68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145" y="5216918"/>
            <a:ext cx="1827002" cy="572770"/>
          </a:xfrm>
          <a:custGeom xmlns:a="http://schemas.openxmlformats.org/drawingml/2006/main">
            <a:pathLst>
              <a:path w="1827002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2" y="12196"/>
                  <a:pt x="1827002" y="27241"/>
                </a:cubicBezTo>
                <a:lnTo>
                  <a:pt x="1827002" y="545529"/>
                </a:lnTo>
                <a:cubicBezTo>
                  <a:pt x="1827002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B7EE595-557C-401D-96B8-FC72175A7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5350194ac4a1f"/>
          <a:stretch xmlns:a="http://schemas.openxmlformats.org/drawingml/2006/main"/>
        </p:blipFill>
        <p:spPr>
          <a:xfrm xmlns:a="http://schemas.openxmlformats.org/drawingml/2006/main">
            <a:off x="9278437" y="3583196"/>
            <a:ext cx="2019300" cy="762000"/>
          </a:xfrm>
          <a:prstGeom xmlns:a="http://schemas.openxmlformats.org/drawingml/2006/main" prst="rect">
            <a:avLst/>
          </a:prstGeom>
        </p:spPr>
      </p:pic>
      <p:sp>
        <p:nvSpPr>
          <p:cNvPr id="217" name="path-206">
            <a:extLst xmlns:a="http://schemas.openxmlformats.org/drawingml/2006/main">
              <a:ext uri="{FF2B5EF4-FFF2-40B4-BE49-F238E27FC236}">
                <a16:creationId xmlns:a16="http://schemas.microsoft.com/office/drawing/2014/main" id="{B76ACA03-A9F0-4D6A-85C5-B6128FD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990" y="3633082"/>
            <a:ext cx="1827004" cy="572770"/>
          </a:xfrm>
          <a:custGeom xmlns:a="http://schemas.openxmlformats.org/drawingml/2006/main">
            <a:pathLst>
              <a:path w="1827004" h="572770">
                <a:moveTo>
                  <a:pt x="0" y="27241"/>
                </a:moveTo>
                <a:cubicBezTo>
                  <a:pt x="0" y="12198"/>
                  <a:pt x="12198" y="0"/>
                  <a:pt x="27242" y="0"/>
                </a:cubicBezTo>
                <a:lnTo>
                  <a:pt x="1799763" y="0"/>
                </a:lnTo>
                <a:cubicBezTo>
                  <a:pt x="1814807" y="0"/>
                  <a:pt x="1827004" y="12198"/>
                  <a:pt x="1827004" y="27241"/>
                </a:cubicBezTo>
                <a:lnTo>
                  <a:pt x="1827004" y="545528"/>
                </a:lnTo>
                <a:cubicBezTo>
                  <a:pt x="1827004" y="560574"/>
                  <a:pt x="1814807" y="572770"/>
                  <a:pt x="1799763" y="572770"/>
                </a:cubicBezTo>
                <a:lnTo>
                  <a:pt x="27242" y="572770"/>
                </a:lnTo>
                <a:cubicBezTo>
                  <a:pt x="12198" y="572770"/>
                  <a:pt x="0" y="560574"/>
                  <a:pt x="0" y="545528"/>
                </a:cubicBezTo>
                <a:lnTo>
                  <a:pt x="0" y="2724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07">
            <a:extLst xmlns:a="http://schemas.openxmlformats.org/drawingml/2006/main">
              <a:ext uri="{FF2B5EF4-FFF2-40B4-BE49-F238E27FC236}">
                <a16:creationId xmlns:a16="http://schemas.microsoft.com/office/drawing/2014/main" id="{6C9A9D3D-7D8C-4172-B9F0-CCDB9CB1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990" y="3633082"/>
            <a:ext cx="1827004" cy="572770"/>
          </a:xfrm>
          <a:custGeom xmlns:a="http://schemas.openxmlformats.org/drawingml/2006/main">
            <a:pathLst>
              <a:path w="1827004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4" y="12196"/>
                  <a:pt x="1827004" y="27241"/>
                </a:cubicBezTo>
                <a:lnTo>
                  <a:pt x="1827004" y="545529"/>
                </a:lnTo>
                <a:cubicBezTo>
                  <a:pt x="1827004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2150274-A4CE-4BF9-A58C-17D1EFBE1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57c597eac4c6e"/>
          <a:stretch xmlns:a="http://schemas.openxmlformats.org/drawingml/2006/main"/>
        </p:blipFill>
        <p:spPr>
          <a:xfrm xmlns:a="http://schemas.openxmlformats.org/drawingml/2006/main">
            <a:off x="9459412" y="5164346"/>
            <a:ext cx="1866900" cy="752475"/>
          </a:xfrm>
          <a:prstGeom xmlns:a="http://schemas.openxmlformats.org/drawingml/2006/main" prst="rect">
            <a:avLst/>
          </a:prstGeom>
        </p:spPr>
      </p:pic>
      <p:sp>
        <p:nvSpPr>
          <p:cNvPr id="220" name="path-209">
            <a:extLst xmlns:a="http://schemas.openxmlformats.org/drawingml/2006/main">
              <a:ext uri="{FF2B5EF4-FFF2-40B4-BE49-F238E27FC236}">
                <a16:creationId xmlns:a16="http://schemas.microsoft.com/office/drawing/2014/main" id="{342E93FF-91EC-4621-AEDF-C82A42C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646" y="5214524"/>
            <a:ext cx="1682034" cy="572770"/>
          </a:xfrm>
          <a:custGeom xmlns:a="http://schemas.openxmlformats.org/drawingml/2006/main">
            <a:pathLst>
              <a:path w="1682034" h="572770">
                <a:moveTo>
                  <a:pt x="0" y="27242"/>
                </a:moveTo>
                <a:cubicBezTo>
                  <a:pt x="0" y="12198"/>
                  <a:pt x="12195" y="0"/>
                  <a:pt x="27239" y="0"/>
                </a:cubicBezTo>
                <a:lnTo>
                  <a:pt x="1654792" y="0"/>
                </a:lnTo>
                <a:cubicBezTo>
                  <a:pt x="1669836" y="0"/>
                  <a:pt x="1682034" y="12198"/>
                  <a:pt x="1682034" y="27242"/>
                </a:cubicBezTo>
                <a:lnTo>
                  <a:pt x="1682034" y="545528"/>
                </a:lnTo>
                <a:cubicBezTo>
                  <a:pt x="1682034" y="560575"/>
                  <a:pt x="1669836" y="572770"/>
                  <a:pt x="1654792" y="572770"/>
                </a:cubicBezTo>
                <a:lnTo>
                  <a:pt x="27239" y="572770"/>
                </a:lnTo>
                <a:cubicBezTo>
                  <a:pt x="12195" y="572770"/>
                  <a:pt x="0" y="560575"/>
                  <a:pt x="0" y="545528"/>
                </a:cubicBezTo>
                <a:lnTo>
                  <a:pt x="0" y="272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10">
            <a:extLst xmlns:a="http://schemas.openxmlformats.org/drawingml/2006/main">
              <a:ext uri="{FF2B5EF4-FFF2-40B4-BE49-F238E27FC236}">
                <a16:creationId xmlns:a16="http://schemas.microsoft.com/office/drawing/2014/main" id="{0B61E086-2A50-400C-9FBD-459E791C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646" y="5214524"/>
            <a:ext cx="1682034" cy="572770"/>
          </a:xfrm>
          <a:custGeom xmlns:a="http://schemas.openxmlformats.org/drawingml/2006/main">
            <a:pathLst>
              <a:path w="1682034" h="572770">
                <a:moveTo>
                  <a:pt x="0" y="27241"/>
                </a:moveTo>
                <a:cubicBezTo>
                  <a:pt x="0" y="12196"/>
                  <a:pt x="12196" y="0"/>
                  <a:pt x="27241" y="0"/>
                </a:cubicBezTo>
                <a:lnTo>
                  <a:pt x="1654793" y="0"/>
                </a:lnTo>
                <a:cubicBezTo>
                  <a:pt x="1669839" y="0"/>
                  <a:pt x="1682034" y="12196"/>
                  <a:pt x="1682034" y="27241"/>
                </a:cubicBezTo>
                <a:lnTo>
                  <a:pt x="1682034" y="545529"/>
                </a:lnTo>
                <a:cubicBezTo>
                  <a:pt x="1682034" y="560573"/>
                  <a:pt x="1669839" y="572770"/>
                  <a:pt x="1654793" y="572770"/>
                </a:cubicBezTo>
                <a:lnTo>
                  <a:pt x="27241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8E0E430-0980-4256-9C78-012FF03AB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46fff01dd497a"/>
          <a:stretch xmlns:a="http://schemas.openxmlformats.org/drawingml/2006/main"/>
        </p:blipFill>
        <p:spPr>
          <a:xfrm xmlns:a="http://schemas.openxmlformats.org/drawingml/2006/main">
            <a:off x="11612062" y="6402596"/>
            <a:ext cx="2009775" cy="752475"/>
          </a:xfrm>
          <a:prstGeom xmlns:a="http://schemas.openxmlformats.org/drawingml/2006/main" prst="rect">
            <a:avLst/>
          </a:prstGeom>
        </p:spPr>
      </p:pic>
      <p:sp>
        <p:nvSpPr>
          <p:cNvPr id="223" name="path-212">
            <a:extLst xmlns:a="http://schemas.openxmlformats.org/drawingml/2006/main">
              <a:ext uri="{FF2B5EF4-FFF2-40B4-BE49-F238E27FC236}">
                <a16:creationId xmlns:a16="http://schemas.microsoft.com/office/drawing/2014/main" id="{8DC1D21C-6BC0-4A54-BC25-2362C04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744" y="6450422"/>
            <a:ext cx="1827004" cy="572770"/>
          </a:xfrm>
          <a:custGeom xmlns:a="http://schemas.openxmlformats.org/drawingml/2006/main">
            <a:pathLst>
              <a:path w="1827004" h="572770">
                <a:moveTo>
                  <a:pt x="0" y="27242"/>
                </a:moveTo>
                <a:cubicBezTo>
                  <a:pt x="0" y="12198"/>
                  <a:pt x="12195" y="0"/>
                  <a:pt x="27242" y="0"/>
                </a:cubicBezTo>
                <a:lnTo>
                  <a:pt x="1799762" y="0"/>
                </a:lnTo>
                <a:cubicBezTo>
                  <a:pt x="1814805" y="0"/>
                  <a:pt x="1827004" y="12198"/>
                  <a:pt x="1827004" y="27242"/>
                </a:cubicBezTo>
                <a:lnTo>
                  <a:pt x="1827004" y="545528"/>
                </a:lnTo>
                <a:cubicBezTo>
                  <a:pt x="1827004" y="560575"/>
                  <a:pt x="1814805" y="572770"/>
                  <a:pt x="1799762" y="572770"/>
                </a:cubicBezTo>
                <a:lnTo>
                  <a:pt x="27242" y="572770"/>
                </a:lnTo>
                <a:cubicBezTo>
                  <a:pt x="12195" y="572770"/>
                  <a:pt x="0" y="560575"/>
                  <a:pt x="0" y="545528"/>
                </a:cubicBezTo>
                <a:lnTo>
                  <a:pt x="0" y="272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13">
            <a:extLst xmlns:a="http://schemas.openxmlformats.org/drawingml/2006/main">
              <a:ext uri="{FF2B5EF4-FFF2-40B4-BE49-F238E27FC236}">
                <a16:creationId xmlns:a16="http://schemas.microsoft.com/office/drawing/2014/main" id="{21536E26-1387-4C19-A00A-A5F0BD1B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744" y="6450422"/>
            <a:ext cx="1827004" cy="572770"/>
          </a:xfrm>
          <a:custGeom xmlns:a="http://schemas.openxmlformats.org/drawingml/2006/main">
            <a:pathLst>
              <a:path w="1827004" h="572770">
                <a:moveTo>
                  <a:pt x="0" y="27241"/>
                </a:moveTo>
                <a:cubicBezTo>
                  <a:pt x="0" y="12196"/>
                  <a:pt x="12196" y="0"/>
                  <a:pt x="27242" y="0"/>
                </a:cubicBezTo>
                <a:lnTo>
                  <a:pt x="1799762" y="0"/>
                </a:lnTo>
                <a:cubicBezTo>
                  <a:pt x="1814806" y="0"/>
                  <a:pt x="1827004" y="12196"/>
                  <a:pt x="1827004" y="27241"/>
                </a:cubicBezTo>
                <a:lnTo>
                  <a:pt x="1827004" y="545529"/>
                </a:lnTo>
                <a:cubicBezTo>
                  <a:pt x="1827004" y="560573"/>
                  <a:pt x="1814806" y="572770"/>
                  <a:pt x="1799762" y="572770"/>
                </a:cubicBezTo>
                <a:lnTo>
                  <a:pt x="27242" y="572770"/>
                </a:lnTo>
                <a:cubicBezTo>
                  <a:pt x="12196" y="572770"/>
                  <a:pt x="0" y="560573"/>
                  <a:pt x="0" y="545529"/>
                </a:cubicBezTo>
                <a:lnTo>
                  <a:pt x="0" y="2724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F505D09-2BD2-40EC-B6B3-2C53E843AC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64dde393e475f"/>
          <a:stretch xmlns:a="http://schemas.openxmlformats.org/drawingml/2006/main"/>
        </p:blipFill>
        <p:spPr>
          <a:xfrm xmlns:a="http://schemas.openxmlformats.org/drawingml/2006/main">
            <a:off x="13859962" y="3554621"/>
            <a:ext cx="762000" cy="752475"/>
          </a:xfrm>
          <a:prstGeom xmlns:a="http://schemas.openxmlformats.org/drawingml/2006/main" prst="rect">
            <a:avLst/>
          </a:prstGeom>
        </p:spPr>
      </p:pic>
      <p:sp>
        <p:nvSpPr>
          <p:cNvPr id="226" name="text-215 Graph">
            <a:extLst xmlns:a="http://schemas.openxmlformats.org/drawingml/2006/main">
              <a:ext uri="{FF2B5EF4-FFF2-40B4-BE49-F238E27FC236}">
                <a16:creationId xmlns:a16="http://schemas.microsoft.com/office/drawing/2014/main" id="{887D0AB4-E31B-4189-9CEE-DA3C253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9153" y="3693306"/>
            <a:ext cx="527271" cy="275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227" name="text-216 Organization">
            <a:extLst xmlns:a="http://schemas.openxmlformats.org/drawingml/2006/main">
              <a:ext uri="{FF2B5EF4-FFF2-40B4-BE49-F238E27FC236}">
                <a16:creationId xmlns:a16="http://schemas.microsoft.com/office/drawing/2014/main" id="{8AD51FC2-98C2-41D3-8F48-6C65C15B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2434" y="3927932"/>
            <a:ext cx="1060758" cy="275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Organization</a:t>
            </a:r>
          </a:p>
        </p:txBody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C736C64-3244-4894-B0F2-07C02D1C8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7551acf3646a5"/>
          <a:stretch xmlns:a="http://schemas.openxmlformats.org/drawingml/2006/main"/>
        </p:blipFill>
        <p:spPr>
          <a:xfrm xmlns:a="http://schemas.openxmlformats.org/drawingml/2006/main">
            <a:off x="13678987" y="5192921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229" name="text-218 Task">
            <a:extLst xmlns:a="http://schemas.openxmlformats.org/drawingml/2006/main">
              <a:ext uri="{FF2B5EF4-FFF2-40B4-BE49-F238E27FC236}">
                <a16:creationId xmlns:a16="http://schemas.microsoft.com/office/drawing/2014/main" id="{00380122-3479-4A89-AB6A-D4A0C1C3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83037" y="5260268"/>
            <a:ext cx="418502" cy="285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30" name="text-219 Curation">
            <a:extLst xmlns:a="http://schemas.openxmlformats.org/drawingml/2006/main">
              <a:ext uri="{FF2B5EF4-FFF2-40B4-BE49-F238E27FC236}">
                <a16:creationId xmlns:a16="http://schemas.microsoft.com/office/drawing/2014/main" id="{677907DB-D7A7-45ED-B463-D8037808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1326" y="5503102"/>
            <a:ext cx="720399" cy="274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Curation</a:t>
            </a:r>
          </a:p>
        </p:txBody>
      </p:sp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9C4AEED-4522-4250-8292-536595BD1D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3d8d082e84b59"/>
          <a:stretch xmlns:a="http://schemas.openxmlformats.org/drawingml/2006/main"/>
        </p:blipFill>
        <p:spPr>
          <a:xfrm xmlns:a="http://schemas.openxmlformats.org/drawingml/2006/main">
            <a:off x="11631112" y="6402596"/>
            <a:ext cx="695325" cy="695325"/>
          </a:xfrm>
          <a:prstGeom xmlns:a="http://schemas.openxmlformats.org/drawingml/2006/main" prst="rect">
            <a:avLst/>
          </a:prstGeom>
        </p:spPr>
      </p:pic>
      <p:sp>
        <p:nvSpPr>
          <p:cNvPr id="232" name="text-221 Task">
            <a:extLst xmlns:a="http://schemas.openxmlformats.org/drawingml/2006/main">
              <a:ext uri="{FF2B5EF4-FFF2-40B4-BE49-F238E27FC236}">
                <a16:creationId xmlns:a16="http://schemas.microsoft.com/office/drawing/2014/main" id="{A513BCA0-D892-4404-82AA-B2F573F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7034" y="6491184"/>
            <a:ext cx="418502" cy="285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33" name="text-222 Verification">
            <a:extLst xmlns:a="http://schemas.openxmlformats.org/drawingml/2006/main">
              <a:ext uri="{FF2B5EF4-FFF2-40B4-BE49-F238E27FC236}">
                <a16:creationId xmlns:a16="http://schemas.microsoft.com/office/drawing/2014/main" id="{E9DD708C-B216-4A44-A461-63FECAD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3187" y="6728683"/>
            <a:ext cx="985631" cy="28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Verification</a:t>
            </a:r>
          </a:p>
        </p:txBody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4035AA8-D065-465C-AC5E-BDA68B326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45474bbd04276"/>
          <a:stretch xmlns:a="http://schemas.openxmlformats.org/drawingml/2006/main"/>
        </p:blipFill>
        <p:spPr>
          <a:xfrm xmlns:a="http://schemas.openxmlformats.org/drawingml/2006/main">
            <a:off x="9487987" y="5154821"/>
            <a:ext cx="733425" cy="733425"/>
          </a:xfrm>
          <a:prstGeom xmlns:a="http://schemas.openxmlformats.org/drawingml/2006/main" prst="rect">
            <a:avLst/>
          </a:prstGeom>
        </p:spPr>
      </p:pic>
      <p:sp>
        <p:nvSpPr>
          <p:cNvPr id="235" name="text-224 Trace">
            <a:extLst xmlns:a="http://schemas.openxmlformats.org/drawingml/2006/main">
              <a:ext uri="{FF2B5EF4-FFF2-40B4-BE49-F238E27FC236}">
                <a16:creationId xmlns:a16="http://schemas.microsoft.com/office/drawing/2014/main" id="{2AC3F6CF-D928-4DB7-9987-7C25E9F3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2243" y="5249366"/>
            <a:ext cx="485335" cy="28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Trace</a:t>
            </a:r>
          </a:p>
        </p:txBody>
      </p:sp>
      <p:sp>
        <p:nvSpPr>
          <p:cNvPr id="236" name="text-225 Analysis">
            <a:extLst xmlns:a="http://schemas.openxmlformats.org/drawingml/2006/main">
              <a:ext uri="{FF2B5EF4-FFF2-40B4-BE49-F238E27FC236}">
                <a16:creationId xmlns:a16="http://schemas.microsoft.com/office/drawing/2014/main" id="{E9EE6A72-FE8C-4E5F-84B8-BF805057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4790" y="5488943"/>
            <a:ext cx="720736" cy="27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</a:t>
            </a:r>
          </a:p>
        </p:txBody>
      </p:sp>
      <p:pic>
        <p:nvPic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32F78B05-B563-4820-B5B1-C0B7EDEB2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4234dbaab4ca4"/>
          <a:stretch xmlns:a="http://schemas.openxmlformats.org/drawingml/2006/main"/>
        </p:blipFill>
        <p:spPr>
          <a:xfrm xmlns:a="http://schemas.openxmlformats.org/drawingml/2006/main">
            <a:off x="9383212" y="3602246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238" name="text-227 Optimization">
            <a:extLst xmlns:a="http://schemas.openxmlformats.org/drawingml/2006/main">
              <a:ext uri="{FF2B5EF4-FFF2-40B4-BE49-F238E27FC236}">
                <a16:creationId xmlns:a16="http://schemas.microsoft.com/office/drawing/2014/main" id="{8E6117E9-BBDE-4D74-B25C-BE2B53F2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4427" y="3802472"/>
            <a:ext cx="1067848" cy="27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FD2FA07-3830-499E-8E2B-8F742E775F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1c64061db460d"/>
          <a:stretch xmlns:a="http://schemas.openxmlformats.org/drawingml/2006/main"/>
        </p:blipFill>
        <p:spPr>
          <a:xfrm xmlns:a="http://schemas.openxmlformats.org/drawingml/2006/main">
            <a:off x="11983537" y="2697371"/>
            <a:ext cx="647700" cy="447675"/>
          </a:xfrm>
          <a:prstGeom xmlns:a="http://schemas.openxmlformats.org/drawingml/2006/main" prst="rect">
            <a:avLst/>
          </a:prstGeom>
        </p:spPr>
      </p:pic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ABC6F5D-0DD6-4F48-912E-D37A8DA30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a386bd7f743d8"/>
          <a:stretch xmlns:a="http://schemas.openxmlformats.org/drawingml/2006/main"/>
        </p:blipFill>
        <p:spPr>
          <a:xfrm xmlns:a="http://schemas.openxmlformats.org/drawingml/2006/main">
            <a:off x="11983537" y="2697371"/>
            <a:ext cx="647700" cy="447675"/>
          </a:xfrm>
          <a:prstGeom xmlns:a="http://schemas.openxmlformats.org/drawingml/2006/main" prst="rect">
            <a:avLst/>
          </a:prstGeom>
        </p:spPr>
      </p:pic>
      <p:pic>
        <p:nvPic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F0DA8D3-3B8B-410C-B7B5-F0CB079CBB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d0096eeb0499e"/>
          <a:stretch xmlns:a="http://schemas.openxmlformats.org/drawingml/2006/main"/>
        </p:blipFill>
        <p:spPr>
          <a:xfrm xmlns:a="http://schemas.openxmlformats.org/drawingml/2006/main">
            <a:off x="13650412" y="5869196"/>
            <a:ext cx="1362075" cy="1047750"/>
          </a:xfrm>
          <a:prstGeom xmlns:a="http://schemas.openxmlformats.org/drawingml/2006/main" prst="rect">
            <a:avLst/>
          </a:prstGeom>
        </p:spPr>
      </p:pic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4C2301D-A62A-4BA2-88F4-05520AFAA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9da70f8274d77"/>
          <a:stretch xmlns:a="http://schemas.openxmlformats.org/drawingml/2006/main"/>
        </p:blipFill>
        <p:spPr>
          <a:xfrm xmlns:a="http://schemas.openxmlformats.org/drawingml/2006/main">
            <a:off x="13650412" y="5869196"/>
            <a:ext cx="1362075" cy="1047750"/>
          </a:xfrm>
          <a:prstGeom xmlns:a="http://schemas.openxmlformats.org/drawingml/2006/main" prst="rect">
            <a:avLst/>
          </a:prstGeom>
        </p:spPr>
      </p:pic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3BD4819-7D43-4A1D-AF0B-8C55DCA59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06e4e1d1c475b"/>
          <a:stretch xmlns:a="http://schemas.openxmlformats.org/drawingml/2006/main"/>
        </p:blipFill>
        <p:spPr>
          <a:xfrm xmlns:a="http://schemas.openxmlformats.org/drawingml/2006/main">
            <a:off x="14802937" y="4288046"/>
            <a:ext cx="447675" cy="914400"/>
          </a:xfrm>
          <a:prstGeom xmlns:a="http://schemas.openxmlformats.org/drawingml/2006/main" prst="rect">
            <a:avLst/>
          </a:prstGeom>
        </p:spPr>
      </p:pic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C4E73A6-70CB-4DFC-934D-A1EB24C47E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70d604b954ae8"/>
          <a:stretch xmlns:a="http://schemas.openxmlformats.org/drawingml/2006/main"/>
        </p:blipFill>
        <p:spPr>
          <a:xfrm xmlns:a="http://schemas.openxmlformats.org/drawingml/2006/main">
            <a:off x="14802937" y="4288046"/>
            <a:ext cx="447675" cy="914400"/>
          </a:xfrm>
          <a:prstGeom xmlns:a="http://schemas.openxmlformats.org/drawingml/2006/main" prst="rect">
            <a:avLst/>
          </a:prstGeom>
        </p:spPr>
      </p:pic>
      <p:pic>
        <p:nvPic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FC30496-9C13-49C8-BF18-350A88334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9877b2d5a4836"/>
          <a:stretch xmlns:a="http://schemas.openxmlformats.org/drawingml/2006/main"/>
        </p:blipFill>
        <p:spPr>
          <a:xfrm xmlns:a="http://schemas.openxmlformats.org/drawingml/2006/main">
            <a:off x="14802937" y="4288046"/>
            <a:ext cx="447675" cy="914400"/>
          </a:xfrm>
          <a:prstGeom xmlns:a="http://schemas.openxmlformats.org/drawingml/2006/main" prst="rect">
            <a:avLst/>
          </a:prstGeom>
        </p:spPr>
      </p:pic>
      <p:pic>
        <p:nvPic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681F617-3A1F-49CD-B70B-3C87E8DCF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959a9784b4be7"/>
          <a:stretch xmlns:a="http://schemas.openxmlformats.org/drawingml/2006/main"/>
        </p:blipFill>
        <p:spPr>
          <a:xfrm xmlns:a="http://schemas.openxmlformats.org/drawingml/2006/main">
            <a:off x="9402262" y="4202321"/>
            <a:ext cx="685800" cy="923925"/>
          </a:xfrm>
          <a:prstGeom xmlns:a="http://schemas.openxmlformats.org/drawingml/2006/main" prst="rect">
            <a:avLst/>
          </a:prstGeom>
        </p:spPr>
      </p:pic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5B8DEE7-5AA0-4763-A0FE-A82790C048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d2d7328e048cf"/>
          <a:stretch xmlns:a="http://schemas.openxmlformats.org/drawingml/2006/main"/>
        </p:blipFill>
        <p:spPr>
          <a:xfrm xmlns:a="http://schemas.openxmlformats.org/drawingml/2006/main">
            <a:off x="9402262" y="4202321"/>
            <a:ext cx="685800" cy="923925"/>
          </a:xfrm>
          <a:prstGeom xmlns:a="http://schemas.openxmlformats.org/drawingml/2006/main" prst="rect">
            <a:avLst/>
          </a:prstGeom>
        </p:spPr>
      </p:pic>
      <p:pic>
        <p:nvPic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D7D392E-E6E6-4AFB-AE80-F78E10C2D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ffc51ef754fe1"/>
          <a:stretch xmlns:a="http://schemas.openxmlformats.org/drawingml/2006/main"/>
        </p:blipFill>
        <p:spPr>
          <a:xfrm xmlns:a="http://schemas.openxmlformats.org/drawingml/2006/main">
            <a:off x="9402262" y="4202321"/>
            <a:ext cx="685800" cy="923925"/>
          </a:xfrm>
          <a:prstGeom xmlns:a="http://schemas.openxmlformats.org/drawingml/2006/main" prst="rect">
            <a:avLst/>
          </a:prstGeom>
        </p:spPr>
      </p:pic>
      <p:pic>
        <p:nvPic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5FE5646-519A-421F-99C7-BC1276C01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1b2b997d54884"/>
          <a:stretch xmlns:a="http://schemas.openxmlformats.org/drawingml/2006/main"/>
        </p:blipFill>
        <p:spPr>
          <a:xfrm xmlns:a="http://schemas.openxmlformats.org/drawingml/2006/main">
            <a:off x="11421562" y="3602246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250" name="path-239">
            <a:extLst xmlns:a="http://schemas.openxmlformats.org/drawingml/2006/main">
              <a:ext uri="{FF2B5EF4-FFF2-40B4-BE49-F238E27FC236}">
                <a16:creationId xmlns:a16="http://schemas.microsoft.com/office/drawing/2014/main" id="{B90FFFB6-EDDF-49F3-9A9A-C141F72D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558" y="3651743"/>
            <a:ext cx="1205034" cy="457095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38" y="0"/>
                </a:cubicBezTo>
                <a:lnTo>
                  <a:pt x="1183295" y="0"/>
                </a:lnTo>
                <a:cubicBezTo>
                  <a:pt x="1195300" y="0"/>
                  <a:pt x="1205034" y="9733"/>
                  <a:pt x="1205034" y="21739"/>
                </a:cubicBezTo>
                <a:lnTo>
                  <a:pt x="1205034" y="435357"/>
                </a:lnTo>
                <a:cubicBezTo>
                  <a:pt x="1205034" y="447363"/>
                  <a:pt x="1195300" y="457095"/>
                  <a:pt x="1183295" y="457095"/>
                </a:cubicBezTo>
                <a:lnTo>
                  <a:pt x="21738" y="457095"/>
                </a:lnTo>
                <a:cubicBezTo>
                  <a:pt x="9733" y="457095"/>
                  <a:pt x="0" y="447363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40">
            <a:extLst xmlns:a="http://schemas.openxmlformats.org/drawingml/2006/main">
              <a:ext uri="{FF2B5EF4-FFF2-40B4-BE49-F238E27FC236}">
                <a16:creationId xmlns:a16="http://schemas.microsoft.com/office/drawing/2014/main" id="{453533F2-2FF7-486E-A1C6-DE40DF29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558" y="3651743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131A1EB-35FE-4B10-995B-3B3A49685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c768c9b594cbb"/>
          <a:stretch xmlns:a="http://schemas.openxmlformats.org/drawingml/2006/main"/>
        </p:blipFill>
        <p:spPr>
          <a:xfrm xmlns:a="http://schemas.openxmlformats.org/drawingml/2006/main">
            <a:off x="11659687" y="4173746"/>
            <a:ext cx="1390650" cy="647700"/>
          </a:xfrm>
          <a:prstGeom xmlns:a="http://schemas.openxmlformats.org/drawingml/2006/main" prst="rect">
            <a:avLst/>
          </a:prstGeom>
        </p:spPr>
      </p:pic>
      <p:sp>
        <p:nvSpPr>
          <p:cNvPr id="253" name="path-242">
            <a:extLst xmlns:a="http://schemas.openxmlformats.org/drawingml/2006/main">
              <a:ext uri="{FF2B5EF4-FFF2-40B4-BE49-F238E27FC236}">
                <a16:creationId xmlns:a16="http://schemas.microsoft.com/office/drawing/2014/main" id="{7A9E85AE-D722-41E8-992D-738E9EEA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467" y="4229569"/>
            <a:ext cx="1205034" cy="457093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4"/>
                  <a:pt x="9733" y="0"/>
                  <a:pt x="21739" y="0"/>
                </a:cubicBezTo>
                <a:lnTo>
                  <a:pt x="1183296" y="0"/>
                </a:lnTo>
                <a:cubicBezTo>
                  <a:pt x="1195301" y="0"/>
                  <a:pt x="1205034" y="9734"/>
                  <a:pt x="1205034" y="21739"/>
                </a:cubicBezTo>
                <a:lnTo>
                  <a:pt x="1205034" y="435355"/>
                </a:lnTo>
                <a:cubicBezTo>
                  <a:pt x="1205034" y="447363"/>
                  <a:pt x="1195301" y="457093"/>
                  <a:pt x="1183296" y="457093"/>
                </a:cubicBezTo>
                <a:lnTo>
                  <a:pt x="21739" y="457093"/>
                </a:lnTo>
                <a:cubicBezTo>
                  <a:pt x="9733" y="457093"/>
                  <a:pt x="0" y="447363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3">
            <a:extLst xmlns:a="http://schemas.openxmlformats.org/drawingml/2006/main">
              <a:ext uri="{FF2B5EF4-FFF2-40B4-BE49-F238E27FC236}">
                <a16:creationId xmlns:a16="http://schemas.microsoft.com/office/drawing/2014/main" id="{CC6CDED9-76CB-4B84-BA39-14A8771D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467" y="4229569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8050384-4A5C-40CC-8ACB-85AEFDA0B5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76dc3e5054868"/>
          <a:stretch xmlns:a="http://schemas.openxmlformats.org/drawingml/2006/main"/>
        </p:blipFill>
        <p:spPr>
          <a:xfrm xmlns:a="http://schemas.openxmlformats.org/drawingml/2006/main">
            <a:off x="11907337" y="4735721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256" name="path-245">
            <a:extLst xmlns:a="http://schemas.openxmlformats.org/drawingml/2006/main">
              <a:ext uri="{FF2B5EF4-FFF2-40B4-BE49-F238E27FC236}">
                <a16:creationId xmlns:a16="http://schemas.microsoft.com/office/drawing/2014/main" id="{489C6FC9-A626-4873-B781-A14E13FD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973" y="4781777"/>
            <a:ext cx="1205034" cy="457093"/>
          </a:xfrm>
          <a:custGeom xmlns:a="http://schemas.openxmlformats.org/drawingml/2006/main">
            <a:pathLst>
              <a:path w="1205034" h="457093">
                <a:moveTo>
                  <a:pt x="0" y="21739"/>
                </a:moveTo>
                <a:cubicBezTo>
                  <a:pt x="0" y="9733"/>
                  <a:pt x="9733" y="0"/>
                  <a:pt x="21738" y="0"/>
                </a:cubicBezTo>
                <a:lnTo>
                  <a:pt x="1183293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0"/>
                  <a:pt x="1195301" y="457093"/>
                  <a:pt x="1183293" y="457093"/>
                </a:cubicBezTo>
                <a:lnTo>
                  <a:pt x="21738" y="457093"/>
                </a:lnTo>
                <a:cubicBezTo>
                  <a:pt x="9733" y="457093"/>
                  <a:pt x="0" y="447360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46">
            <a:extLst xmlns:a="http://schemas.openxmlformats.org/drawingml/2006/main">
              <a:ext uri="{FF2B5EF4-FFF2-40B4-BE49-F238E27FC236}">
                <a16:creationId xmlns:a16="http://schemas.microsoft.com/office/drawing/2014/main" id="{69071E3D-9119-48DD-B3FD-6FE5F296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973" y="4781777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6134152-EA20-41CB-81A1-07FC47AB4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eb92fb125436e"/>
          <a:stretch xmlns:a="http://schemas.openxmlformats.org/drawingml/2006/main"/>
        </p:blipFill>
        <p:spPr>
          <a:xfrm xmlns:a="http://schemas.openxmlformats.org/drawingml/2006/main">
            <a:off x="12212137" y="5307221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259" name="path-248">
            <a:extLst xmlns:a="http://schemas.openxmlformats.org/drawingml/2006/main">
              <a:ext uri="{FF2B5EF4-FFF2-40B4-BE49-F238E27FC236}">
                <a16:creationId xmlns:a16="http://schemas.microsoft.com/office/drawing/2014/main" id="{20AD8676-2014-4481-8CD4-AA38892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958" y="5357882"/>
            <a:ext cx="1205034" cy="457096"/>
          </a:xfrm>
          <a:custGeom xmlns:a="http://schemas.openxmlformats.org/drawingml/2006/main">
            <a:pathLst>
              <a:path w="1205034" h="457096">
                <a:moveTo>
                  <a:pt x="0" y="21739"/>
                </a:moveTo>
                <a:cubicBezTo>
                  <a:pt x="0" y="9734"/>
                  <a:pt x="9733" y="0"/>
                  <a:pt x="21740" y="0"/>
                </a:cubicBezTo>
                <a:lnTo>
                  <a:pt x="1183293" y="0"/>
                </a:lnTo>
                <a:cubicBezTo>
                  <a:pt x="1195302" y="0"/>
                  <a:pt x="1205034" y="9734"/>
                  <a:pt x="1205034" y="21739"/>
                </a:cubicBezTo>
                <a:lnTo>
                  <a:pt x="1205034" y="435357"/>
                </a:lnTo>
                <a:cubicBezTo>
                  <a:pt x="1205034" y="447363"/>
                  <a:pt x="1195302" y="457096"/>
                  <a:pt x="1183293" y="457096"/>
                </a:cubicBezTo>
                <a:lnTo>
                  <a:pt x="21740" y="457096"/>
                </a:lnTo>
                <a:cubicBezTo>
                  <a:pt x="9733" y="457096"/>
                  <a:pt x="0" y="447363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49">
            <a:extLst xmlns:a="http://schemas.openxmlformats.org/drawingml/2006/main">
              <a:ext uri="{FF2B5EF4-FFF2-40B4-BE49-F238E27FC236}">
                <a16:creationId xmlns:a16="http://schemas.microsoft.com/office/drawing/2014/main" id="{538C0449-ECFB-411A-BB6E-02F8A501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958" y="5357882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261" name="text-250 Seed">
            <a:extLst xmlns:a="http://schemas.openxmlformats.org/drawingml/2006/main">
              <a:ext uri="{FF2B5EF4-FFF2-40B4-BE49-F238E27FC236}">
                <a16:creationId xmlns:a16="http://schemas.microsoft.com/office/drawing/2014/main" id="{27191D32-B365-4983-B2B3-7AEABB5D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7731" y="3637353"/>
            <a:ext cx="417081" cy="2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Seed</a:t>
            </a:r>
          </a:p>
        </p:txBody>
      </p:sp>
      <p:sp>
        <p:nvSpPr>
          <p:cNvPr id="262" name="text-251 Config">
            <a:extLst xmlns:a="http://schemas.openxmlformats.org/drawingml/2006/main">
              <a:ext uri="{FF2B5EF4-FFF2-40B4-BE49-F238E27FC236}">
                <a16:creationId xmlns:a16="http://schemas.microsoft.com/office/drawing/2014/main" id="{A5A5789A-5FDD-43C2-9FDC-08F7ECDF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1451" y="3873095"/>
            <a:ext cx="578431" cy="273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sp>
        <p:nvSpPr>
          <p:cNvPr id="263" name="text-252 Exploration">
            <a:extLst xmlns:a="http://schemas.openxmlformats.org/drawingml/2006/main">
              <a:ext uri="{FF2B5EF4-FFF2-40B4-BE49-F238E27FC236}">
                <a16:creationId xmlns:a16="http://schemas.microsoft.com/office/drawing/2014/main" id="{6598D05E-2185-449E-88CF-9A06608B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9206" y="4215697"/>
            <a:ext cx="960221" cy="27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Exploration</a:t>
            </a:r>
          </a:p>
        </p:txBody>
      </p:sp>
      <p:sp>
        <p:nvSpPr>
          <p:cNvPr id="264" name="text-253 Config">
            <a:extLst xmlns:a="http://schemas.openxmlformats.org/drawingml/2006/main">
              <a:ext uri="{FF2B5EF4-FFF2-40B4-BE49-F238E27FC236}">
                <a16:creationId xmlns:a16="http://schemas.microsoft.com/office/drawing/2014/main" id="{3A122922-68E9-408A-86B6-039EABA4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4536" y="4450968"/>
            <a:ext cx="578431" cy="273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sp>
        <p:nvSpPr>
          <p:cNvPr id="265" name="text-254 Organization">
            <a:extLst xmlns:a="http://schemas.openxmlformats.org/drawingml/2006/main">
              <a:ext uri="{FF2B5EF4-FFF2-40B4-BE49-F238E27FC236}">
                <a16:creationId xmlns:a16="http://schemas.microsoft.com/office/drawing/2014/main" id="{1D769D1B-23A3-445C-913B-CA9CF7C7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0600" y="4750110"/>
            <a:ext cx="1060758" cy="275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Organization</a:t>
            </a:r>
          </a:p>
        </p:txBody>
      </p:sp>
      <p:sp>
        <p:nvSpPr>
          <p:cNvPr id="266" name="text-255 Config">
            <a:extLst xmlns:a="http://schemas.openxmlformats.org/drawingml/2006/main">
              <a:ext uri="{FF2B5EF4-FFF2-40B4-BE49-F238E27FC236}">
                <a16:creationId xmlns:a16="http://schemas.microsoft.com/office/drawing/2014/main" id="{5B9A1AD6-616C-453F-9DBE-F4E01009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7204" y="4986558"/>
            <a:ext cx="578431" cy="273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sp>
        <p:nvSpPr>
          <p:cNvPr id="267" name="text-256 Curation">
            <a:extLst xmlns:a="http://schemas.openxmlformats.org/drawingml/2006/main">
              <a:ext uri="{FF2B5EF4-FFF2-40B4-BE49-F238E27FC236}">
                <a16:creationId xmlns:a16="http://schemas.microsoft.com/office/drawing/2014/main" id="{EE952DD5-5EB0-4EE9-9C5F-8B02874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499" y="5319875"/>
            <a:ext cx="720399" cy="274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Curation</a:t>
            </a:r>
          </a:p>
        </p:txBody>
      </p:sp>
      <p:sp>
        <p:nvSpPr>
          <p:cNvPr id="268" name="text-257 Config">
            <a:extLst xmlns:a="http://schemas.openxmlformats.org/drawingml/2006/main">
              <a:ext uri="{FF2B5EF4-FFF2-40B4-BE49-F238E27FC236}">
                <a16:creationId xmlns:a16="http://schemas.microsoft.com/office/drawing/2014/main" id="{F31C8CA7-7B20-41E4-B9AE-691E7917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9992" y="5555034"/>
            <a:ext cx="578431" cy="273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</a:t>
            </a:r>
          </a:p>
        </p:txBody>
      </p:sp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E01056B-03AC-4E02-86AC-662C68AA8C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dc062b55a47c8"/>
          <a:stretch xmlns:a="http://schemas.openxmlformats.org/drawingml/2006/main"/>
        </p:blipFill>
        <p:spPr>
          <a:xfrm xmlns:a="http://schemas.openxmlformats.org/drawingml/2006/main">
            <a:off x="7554412" y="2583071"/>
            <a:ext cx="1390650" cy="647700"/>
          </a:xfrm>
          <a:prstGeom xmlns:a="http://schemas.openxmlformats.org/drawingml/2006/main" prst="rect">
            <a:avLst/>
          </a:prstGeom>
        </p:spPr>
      </p:pic>
      <p:sp>
        <p:nvSpPr>
          <p:cNvPr id="270" name="path-259">
            <a:extLst xmlns:a="http://schemas.openxmlformats.org/drawingml/2006/main">
              <a:ext uri="{FF2B5EF4-FFF2-40B4-BE49-F238E27FC236}">
                <a16:creationId xmlns:a16="http://schemas.microsoft.com/office/drawing/2014/main" id="{60EC6D47-C627-4022-B92E-FA94199E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00" y="2634348"/>
            <a:ext cx="1205034" cy="457095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4"/>
                </a:lnTo>
                <a:cubicBezTo>
                  <a:pt x="1205034" y="447362"/>
                  <a:pt x="1195301" y="457095"/>
                  <a:pt x="1183296" y="457095"/>
                </a:cubicBezTo>
                <a:lnTo>
                  <a:pt x="21739" y="457095"/>
                </a:lnTo>
                <a:cubicBezTo>
                  <a:pt x="9733" y="457095"/>
                  <a:pt x="0" y="447362"/>
                  <a:pt x="0" y="435354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60">
            <a:extLst xmlns:a="http://schemas.openxmlformats.org/drawingml/2006/main">
              <a:ext uri="{FF2B5EF4-FFF2-40B4-BE49-F238E27FC236}">
                <a16:creationId xmlns:a16="http://schemas.microsoft.com/office/drawing/2014/main" id="{19293E72-A7F7-4911-9E39-B96222D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00" y="2634348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272" name="text-261 Tool">
            <a:extLst xmlns:a="http://schemas.openxmlformats.org/drawingml/2006/main">
              <a:ext uri="{FF2B5EF4-FFF2-40B4-BE49-F238E27FC236}">
                <a16:creationId xmlns:a16="http://schemas.microsoft.com/office/drawing/2014/main" id="{805D91D5-5D1A-48A7-8E23-94C8880A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4818" y="2615466"/>
            <a:ext cx="406676" cy="28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</a:t>
            </a:r>
          </a:p>
        </p:txBody>
      </p:sp>
      <p:sp>
        <p:nvSpPr>
          <p:cNvPr id="273" name="text-262 Configuration">
            <a:extLst xmlns:a="http://schemas.openxmlformats.org/drawingml/2006/main">
              <a:ext uri="{FF2B5EF4-FFF2-40B4-BE49-F238E27FC236}">
                <a16:creationId xmlns:a16="http://schemas.microsoft.com/office/drawing/2014/main" id="{A0052E54-04A6-45E6-8C95-33698A1D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4693" y="2858012"/>
            <a:ext cx="1133940" cy="274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</a:p>
        </p:txBody>
      </p:sp>
      <p:pic>
        <p:nvPic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7ACDA23-3120-42AC-821F-BFDA55CF22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cac32cd6745b1"/>
          <a:stretch xmlns:a="http://schemas.openxmlformats.org/drawingml/2006/main"/>
        </p:blipFill>
        <p:spPr>
          <a:xfrm xmlns:a="http://schemas.openxmlformats.org/drawingml/2006/main">
            <a:off x="7573462" y="3240296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275" name="path-264">
            <a:extLst xmlns:a="http://schemas.openxmlformats.org/drawingml/2006/main">
              <a:ext uri="{FF2B5EF4-FFF2-40B4-BE49-F238E27FC236}">
                <a16:creationId xmlns:a16="http://schemas.microsoft.com/office/drawing/2014/main" id="{D0798BDD-CDE4-44DD-A226-D036CD7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382" y="3289086"/>
            <a:ext cx="1205034" cy="457095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38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7"/>
                </a:lnTo>
                <a:cubicBezTo>
                  <a:pt x="1205034" y="447362"/>
                  <a:pt x="1195301" y="457095"/>
                  <a:pt x="1183295" y="457095"/>
                </a:cubicBezTo>
                <a:lnTo>
                  <a:pt x="21738" y="457095"/>
                </a:lnTo>
                <a:cubicBezTo>
                  <a:pt x="9733" y="457095"/>
                  <a:pt x="0" y="447362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65">
            <a:extLst xmlns:a="http://schemas.openxmlformats.org/drawingml/2006/main">
              <a:ext uri="{FF2B5EF4-FFF2-40B4-BE49-F238E27FC236}">
                <a16:creationId xmlns:a16="http://schemas.microsoft.com/office/drawing/2014/main" id="{C52D504D-D5FE-42F9-B23E-CDDA39C1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382" y="3289086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277" name="text-266 Runtime">
            <a:extLst xmlns:a="http://schemas.openxmlformats.org/drawingml/2006/main">
              <a:ext uri="{FF2B5EF4-FFF2-40B4-BE49-F238E27FC236}">
                <a16:creationId xmlns:a16="http://schemas.microsoft.com/office/drawing/2014/main" id="{8943C2E2-8144-4281-B06B-DC5979B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3442" y="3276953"/>
            <a:ext cx="706820" cy="273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Runtime</a:t>
            </a:r>
          </a:p>
        </p:txBody>
      </p:sp>
      <p:sp>
        <p:nvSpPr>
          <p:cNvPr id="278" name="text-267 Budgets">
            <a:extLst xmlns:a="http://schemas.openxmlformats.org/drawingml/2006/main">
              <a:ext uri="{FF2B5EF4-FFF2-40B4-BE49-F238E27FC236}">
                <a16:creationId xmlns:a16="http://schemas.microsoft.com/office/drawing/2014/main" id="{C8244652-41DD-4CD1-A063-45B8F1F7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3769" y="3511195"/>
            <a:ext cx="676659" cy="274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Budgets</a:t>
            </a:r>
          </a:p>
        </p:txBody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4BD555F-8029-41DC-979A-1C9373FB21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a7bf066544660"/>
          <a:stretch xmlns:a="http://schemas.openxmlformats.org/drawingml/2006/main"/>
        </p:blipFill>
        <p:spPr>
          <a:xfrm xmlns:a="http://schemas.openxmlformats.org/drawingml/2006/main">
            <a:off x="7563937" y="3935621"/>
            <a:ext cx="1390650" cy="647700"/>
          </a:xfrm>
          <a:prstGeom xmlns:a="http://schemas.openxmlformats.org/drawingml/2006/main" prst="rect">
            <a:avLst/>
          </a:prstGeom>
        </p:spPr>
      </p:pic>
      <p:sp>
        <p:nvSpPr>
          <p:cNvPr id="280" name="path-269">
            <a:extLst xmlns:a="http://schemas.openxmlformats.org/drawingml/2006/main">
              <a:ext uri="{FF2B5EF4-FFF2-40B4-BE49-F238E27FC236}">
                <a16:creationId xmlns:a16="http://schemas.microsoft.com/office/drawing/2014/main" id="{A275270F-5E93-4BDB-805A-EF1CB3FD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024" y="3988039"/>
            <a:ext cx="1205034" cy="457095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7"/>
                </a:lnTo>
                <a:cubicBezTo>
                  <a:pt x="1205034" y="447363"/>
                  <a:pt x="1195301" y="457095"/>
                  <a:pt x="1183295" y="457095"/>
                </a:cubicBezTo>
                <a:lnTo>
                  <a:pt x="21739" y="457095"/>
                </a:lnTo>
                <a:cubicBezTo>
                  <a:pt x="9733" y="457095"/>
                  <a:pt x="0" y="447363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70">
            <a:extLst xmlns:a="http://schemas.openxmlformats.org/drawingml/2006/main">
              <a:ext uri="{FF2B5EF4-FFF2-40B4-BE49-F238E27FC236}">
                <a16:creationId xmlns:a16="http://schemas.microsoft.com/office/drawing/2014/main" id="{2D46BAEA-1AE3-47EF-9EBA-AE5FFDD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024" y="3988039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282" name="text-271 Policy">
            <a:extLst xmlns:a="http://schemas.openxmlformats.org/drawingml/2006/main">
              <a:ext uri="{FF2B5EF4-FFF2-40B4-BE49-F238E27FC236}">
                <a16:creationId xmlns:a16="http://schemas.microsoft.com/office/drawing/2014/main" id="{95A17195-2019-4B55-86FF-DC95F700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0227" y="3976670"/>
            <a:ext cx="534346" cy="273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283" name="text-271 &amp;">
            <a:extLst xmlns:a="http://schemas.openxmlformats.org/drawingml/2006/main">
              <a:ext uri="{FF2B5EF4-FFF2-40B4-BE49-F238E27FC236}">
                <a16:creationId xmlns:a16="http://schemas.microsoft.com/office/drawing/2014/main" id="{6814249B-E43C-4A56-A513-0942A865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8344" y="3976215"/>
            <a:ext cx="187515" cy="27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&amp;</a:t>
            </a:r>
          </a:p>
        </p:txBody>
      </p:sp>
      <p:sp>
        <p:nvSpPr>
          <p:cNvPr id="284" name="text-272 Judge">
            <a:extLst xmlns:a="http://schemas.openxmlformats.org/drawingml/2006/main">
              <a:ext uri="{FF2B5EF4-FFF2-40B4-BE49-F238E27FC236}">
                <a16:creationId xmlns:a16="http://schemas.microsoft.com/office/drawing/2014/main" id="{35EB2694-ECDC-4CCC-916E-DE7B98E8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8728" y="4211304"/>
            <a:ext cx="491593" cy="273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Judge</a:t>
            </a:r>
          </a:p>
        </p:txBody>
      </p:sp>
      <p:sp>
        <p:nvSpPr>
          <p:cNvPr id="285" name="text-272 Setup">
            <a:extLst xmlns:a="http://schemas.openxmlformats.org/drawingml/2006/main">
              <a:ext uri="{FF2B5EF4-FFF2-40B4-BE49-F238E27FC236}">
                <a16:creationId xmlns:a16="http://schemas.microsoft.com/office/drawing/2014/main" id="{6573EC11-6CAF-4FDB-BC50-F79FE3F3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5248" y="4211382"/>
            <a:ext cx="480548" cy="273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Setup</a:t>
            </a:r>
          </a:p>
        </p:txBody>
      </p:sp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40A3984-3798-4F35-A53F-5B449AE82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b1b2f4cb44d1a"/>
          <a:stretch xmlns:a="http://schemas.openxmlformats.org/drawingml/2006/main"/>
        </p:blipFill>
        <p:spPr>
          <a:xfrm xmlns:a="http://schemas.openxmlformats.org/drawingml/2006/main">
            <a:off x="7563937" y="4669046"/>
            <a:ext cx="1390650" cy="638175"/>
          </a:xfrm>
          <a:prstGeom xmlns:a="http://schemas.openxmlformats.org/drawingml/2006/main" prst="rect">
            <a:avLst/>
          </a:prstGeom>
        </p:spPr>
      </p:pic>
      <p:sp>
        <p:nvSpPr>
          <p:cNvPr id="287" name="path-274">
            <a:extLst xmlns:a="http://schemas.openxmlformats.org/drawingml/2006/main">
              <a:ext uri="{FF2B5EF4-FFF2-40B4-BE49-F238E27FC236}">
                <a16:creationId xmlns:a16="http://schemas.microsoft.com/office/drawing/2014/main" id="{E1070EF3-5310-4828-9FC2-A45E4F17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454" y="4714861"/>
            <a:ext cx="1205034" cy="457096"/>
          </a:xfrm>
          <a:custGeom xmlns:a="http://schemas.openxmlformats.org/drawingml/2006/main">
            <a:pathLst>
              <a:path w="1205034" h="457096">
                <a:moveTo>
                  <a:pt x="0" y="21739"/>
                </a:moveTo>
                <a:cubicBezTo>
                  <a:pt x="0" y="9733"/>
                  <a:pt x="9733" y="0"/>
                  <a:pt x="21740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3"/>
                  <a:pt x="1195301" y="457096"/>
                  <a:pt x="1183296" y="457096"/>
                </a:cubicBezTo>
                <a:lnTo>
                  <a:pt x="21740" y="457096"/>
                </a:lnTo>
                <a:cubicBezTo>
                  <a:pt x="9733" y="457096"/>
                  <a:pt x="0" y="447363"/>
                  <a:pt x="0" y="435355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75">
            <a:extLst xmlns:a="http://schemas.openxmlformats.org/drawingml/2006/main">
              <a:ext uri="{FF2B5EF4-FFF2-40B4-BE49-F238E27FC236}">
                <a16:creationId xmlns:a16="http://schemas.microsoft.com/office/drawing/2014/main" id="{7A7D5A5B-88DD-4EAB-AE4C-1050BD0F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454" y="4714861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289" name="text-276 Optimization">
            <a:extLst xmlns:a="http://schemas.openxmlformats.org/drawingml/2006/main">
              <a:ext uri="{FF2B5EF4-FFF2-40B4-BE49-F238E27FC236}">
                <a16:creationId xmlns:a16="http://schemas.microsoft.com/office/drawing/2014/main" id="{97D6A738-5646-4A2C-B186-0D0E382F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1435" y="4704518"/>
            <a:ext cx="1067848" cy="27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  <p:sp>
        <p:nvSpPr>
          <p:cNvPr id="290" name="text-277 Strategy">
            <a:extLst xmlns:a="http://schemas.openxmlformats.org/drawingml/2006/main">
              <a:ext uri="{FF2B5EF4-FFF2-40B4-BE49-F238E27FC236}">
                <a16:creationId xmlns:a16="http://schemas.microsoft.com/office/drawing/2014/main" id="{228E0C4A-EEDA-4FEB-9DCC-58396E0C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1124" y="4939062"/>
            <a:ext cx="688635" cy="274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Strategy</a:t>
            </a:r>
          </a:p>
        </p:txBody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022EE53-5B5C-4598-B5BE-769813F8C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4fcfb5a9748b1"/>
          <a:stretch xmlns:a="http://schemas.openxmlformats.org/drawingml/2006/main"/>
        </p:blipFill>
        <p:spPr>
          <a:xfrm xmlns:a="http://schemas.openxmlformats.org/drawingml/2006/main">
            <a:off x="7573462" y="5373896"/>
            <a:ext cx="1390650" cy="647700"/>
          </a:xfrm>
          <a:prstGeom xmlns:a="http://schemas.openxmlformats.org/drawingml/2006/main" prst="rect">
            <a:avLst/>
          </a:prstGeom>
        </p:spPr>
      </p:pic>
      <p:sp>
        <p:nvSpPr>
          <p:cNvPr id="292" name="path-279">
            <a:extLst xmlns:a="http://schemas.openxmlformats.org/drawingml/2006/main">
              <a:ext uri="{FF2B5EF4-FFF2-40B4-BE49-F238E27FC236}">
                <a16:creationId xmlns:a16="http://schemas.microsoft.com/office/drawing/2014/main" id="{C7CC0C0B-5869-4DC9-BCB0-2E068EBD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322" y="5426716"/>
            <a:ext cx="1205034" cy="457095"/>
          </a:xfrm>
          <a:custGeom xmlns:a="http://schemas.openxmlformats.org/drawingml/2006/main">
            <a:pathLst>
              <a:path w="1205034" h="457095">
                <a:moveTo>
                  <a:pt x="0" y="21739"/>
                </a:moveTo>
                <a:cubicBezTo>
                  <a:pt x="0" y="9733"/>
                  <a:pt x="9733" y="0"/>
                  <a:pt x="21742" y="0"/>
                </a:cubicBezTo>
                <a:lnTo>
                  <a:pt x="1183296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7"/>
                </a:lnTo>
                <a:cubicBezTo>
                  <a:pt x="1205034" y="447362"/>
                  <a:pt x="1195301" y="457095"/>
                  <a:pt x="1183296" y="457095"/>
                </a:cubicBezTo>
                <a:lnTo>
                  <a:pt x="21742" y="457095"/>
                </a:lnTo>
                <a:cubicBezTo>
                  <a:pt x="9733" y="457095"/>
                  <a:pt x="0" y="447362"/>
                  <a:pt x="0" y="435357"/>
                </a:cubicBezTo>
                <a:lnTo>
                  <a:pt x="0" y="217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80">
            <a:extLst xmlns:a="http://schemas.openxmlformats.org/drawingml/2006/main">
              <a:ext uri="{FF2B5EF4-FFF2-40B4-BE49-F238E27FC236}">
                <a16:creationId xmlns:a16="http://schemas.microsoft.com/office/drawing/2014/main" id="{ACEA3677-64E2-4F73-BFE3-57A43A21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322" y="5426716"/>
            <a:ext cx="1205034" cy="457094"/>
          </a:xfrm>
          <a:custGeom xmlns:a="http://schemas.openxmlformats.org/drawingml/2006/main">
            <a:pathLst>
              <a:path w="1205034" h="457094">
                <a:moveTo>
                  <a:pt x="0" y="21739"/>
                </a:moveTo>
                <a:cubicBezTo>
                  <a:pt x="0" y="9733"/>
                  <a:pt x="9733" y="0"/>
                  <a:pt x="21739" y="0"/>
                </a:cubicBezTo>
                <a:lnTo>
                  <a:pt x="1183295" y="0"/>
                </a:lnTo>
                <a:cubicBezTo>
                  <a:pt x="1195301" y="0"/>
                  <a:pt x="1205034" y="9733"/>
                  <a:pt x="1205034" y="21739"/>
                </a:cubicBezTo>
                <a:lnTo>
                  <a:pt x="1205034" y="435355"/>
                </a:lnTo>
                <a:cubicBezTo>
                  <a:pt x="1205034" y="447362"/>
                  <a:pt x="1195301" y="457094"/>
                  <a:pt x="1183295" y="457094"/>
                </a:cubicBezTo>
                <a:lnTo>
                  <a:pt x="21739" y="457094"/>
                </a:lnTo>
                <a:cubicBezTo>
                  <a:pt x="9733" y="457094"/>
                  <a:pt x="0" y="447362"/>
                  <a:pt x="0" y="435355"/>
                </a:cubicBezTo>
                <a:lnTo>
                  <a:pt x="0" y="21739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294" name="text-281 …">
            <a:extLst xmlns:a="http://schemas.openxmlformats.org/drawingml/2006/main">
              <a:ext uri="{FF2B5EF4-FFF2-40B4-BE49-F238E27FC236}">
                <a16:creationId xmlns:a16="http://schemas.microsoft.com/office/drawing/2014/main" id="{3CE829F0-9DD7-49DF-89A4-5D2DFCD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1284" y="6038761"/>
            <a:ext cx="230995" cy="27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5495ADC-3FE4-424D-B472-928197A0E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b847ce4ed47ee"/>
          <a:stretch xmlns:a="http://schemas.openxmlformats.org/drawingml/2006/main"/>
        </p:blipFill>
        <p:spPr>
          <a:xfrm xmlns:a="http://schemas.openxmlformats.org/drawingml/2006/main">
            <a:off x="12707437" y="3545096"/>
            <a:ext cx="314325" cy="304800"/>
          </a:xfrm>
          <a:prstGeom xmlns:a="http://schemas.openxmlformats.org/drawingml/2006/main" prst="rect">
            <a:avLst/>
          </a:prstGeom>
        </p:spPr>
      </p:pic>
      <p:sp>
        <p:nvSpPr>
          <p:cNvPr id="296" name="path-283">
            <a:extLst xmlns:a="http://schemas.openxmlformats.org/drawingml/2006/main">
              <a:ext uri="{FF2B5EF4-FFF2-40B4-BE49-F238E27FC236}">
                <a16:creationId xmlns:a16="http://schemas.microsoft.com/office/drawing/2014/main" id="{5AE17DB3-6FCC-4812-980E-D289D76C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737" y="3655521"/>
            <a:ext cx="83778" cy="84349"/>
          </a:xfrm>
          <a:custGeom xmlns:a="http://schemas.openxmlformats.org/drawingml/2006/main">
            <a:pathLst>
              <a:path w="83778" h="84349">
                <a:moveTo>
                  <a:pt x="0" y="42176"/>
                </a:moveTo>
                <a:cubicBezTo>
                  <a:pt x="0" y="18882"/>
                  <a:pt x="18753" y="0"/>
                  <a:pt x="41890" y="0"/>
                </a:cubicBezTo>
                <a:cubicBezTo>
                  <a:pt x="65025" y="0"/>
                  <a:pt x="83778" y="18882"/>
                  <a:pt x="83778" y="42176"/>
                </a:cubicBezTo>
                <a:cubicBezTo>
                  <a:pt x="83778" y="65467"/>
                  <a:pt x="65025" y="84349"/>
                  <a:pt x="41890" y="84349"/>
                </a:cubicBezTo>
                <a:cubicBezTo>
                  <a:pt x="18753" y="84349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84">
            <a:extLst xmlns:a="http://schemas.openxmlformats.org/drawingml/2006/main">
              <a:ext uri="{FF2B5EF4-FFF2-40B4-BE49-F238E27FC236}">
                <a16:creationId xmlns:a16="http://schemas.microsoft.com/office/drawing/2014/main" id="{7A54EAB0-391B-40D3-B36A-834377F5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737" y="3655521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298" name="text-285 Analysis">
            <a:extLst xmlns:a="http://schemas.openxmlformats.org/drawingml/2006/main">
              <a:ext uri="{FF2B5EF4-FFF2-40B4-BE49-F238E27FC236}">
                <a16:creationId xmlns:a16="http://schemas.microsoft.com/office/drawing/2014/main" id="{813A4ABF-CF03-42FC-A12C-F520A89D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275" y="5409074"/>
            <a:ext cx="720736" cy="27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</a:t>
            </a:r>
          </a:p>
        </p:txBody>
      </p:sp>
      <p:sp>
        <p:nvSpPr>
          <p:cNvPr id="299" name="text-286 Setup">
            <a:extLst xmlns:a="http://schemas.openxmlformats.org/drawingml/2006/main">
              <a:ext uri="{FF2B5EF4-FFF2-40B4-BE49-F238E27FC236}">
                <a16:creationId xmlns:a16="http://schemas.microsoft.com/office/drawing/2014/main" id="{51608A46-73A6-4DD6-A2D0-A4CFB023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5176" y="5644319"/>
            <a:ext cx="480549" cy="273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Setup</a:t>
            </a:r>
          </a:p>
        </p:txBody>
      </p:sp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6803BD54-2693-45F8-90CA-0F3730A07A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11e99afa84236"/>
          <a:stretch xmlns:a="http://schemas.openxmlformats.org/drawingml/2006/main"/>
        </p:blipFill>
        <p:spPr>
          <a:xfrm xmlns:a="http://schemas.openxmlformats.org/drawingml/2006/main">
            <a:off x="13212262" y="451664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301" name="path-288">
            <a:extLst xmlns:a="http://schemas.openxmlformats.org/drawingml/2006/main">
              <a:ext uri="{FF2B5EF4-FFF2-40B4-BE49-F238E27FC236}">
                <a16:creationId xmlns:a16="http://schemas.microsoft.com/office/drawing/2014/main" id="{BEE01C77-0F68-4B04-9A46-7BE1F033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776" y="4634422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3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3" y="0"/>
                  <a:pt x="83779" y="18882"/>
                  <a:pt x="83779" y="42173"/>
                </a:cubicBezTo>
                <a:cubicBezTo>
                  <a:pt x="83779" y="65466"/>
                  <a:pt x="65023" y="84349"/>
                  <a:pt x="41890" y="84349"/>
                </a:cubicBezTo>
                <a:cubicBezTo>
                  <a:pt x="18755" y="84349"/>
                  <a:pt x="0" y="65466"/>
                  <a:pt x="0" y="42173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89">
            <a:extLst xmlns:a="http://schemas.openxmlformats.org/drawingml/2006/main">
              <a:ext uri="{FF2B5EF4-FFF2-40B4-BE49-F238E27FC236}">
                <a16:creationId xmlns:a16="http://schemas.microsoft.com/office/drawing/2014/main" id="{4922BFB7-B82C-42A0-96EF-C223F9AC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776" y="4634422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25E09C1A-B8BF-4272-ABD4-B86CEB9691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99f4b25f4493"/>
          <a:stretch xmlns:a="http://schemas.openxmlformats.org/drawingml/2006/main"/>
        </p:blipFill>
        <p:spPr>
          <a:xfrm xmlns:a="http://schemas.openxmlformats.org/drawingml/2006/main">
            <a:off x="13269412" y="5011946"/>
            <a:ext cx="304800" cy="314325"/>
          </a:xfrm>
          <a:prstGeom xmlns:a="http://schemas.openxmlformats.org/drawingml/2006/main" prst="rect">
            <a:avLst/>
          </a:prstGeom>
        </p:spPr>
      </p:pic>
      <p:sp>
        <p:nvSpPr>
          <p:cNvPr id="304" name="path-291">
            <a:extLst xmlns:a="http://schemas.openxmlformats.org/drawingml/2006/main">
              <a:ext uri="{FF2B5EF4-FFF2-40B4-BE49-F238E27FC236}">
                <a16:creationId xmlns:a16="http://schemas.microsoft.com/office/drawing/2014/main" id="{E99AAE21-0926-44A0-948E-1A39EA3A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327" y="5129936"/>
            <a:ext cx="83778" cy="84349"/>
          </a:xfrm>
          <a:custGeom xmlns:a="http://schemas.openxmlformats.org/drawingml/2006/main">
            <a:pathLst>
              <a:path w="83778" h="84349">
                <a:moveTo>
                  <a:pt x="0" y="42176"/>
                </a:moveTo>
                <a:cubicBezTo>
                  <a:pt x="0" y="18882"/>
                  <a:pt x="18755" y="0"/>
                  <a:pt x="41891" y="0"/>
                </a:cubicBezTo>
                <a:cubicBezTo>
                  <a:pt x="65023" y="0"/>
                  <a:pt x="83778" y="18882"/>
                  <a:pt x="83778" y="42176"/>
                </a:cubicBezTo>
                <a:cubicBezTo>
                  <a:pt x="83778" y="65469"/>
                  <a:pt x="65023" y="84349"/>
                  <a:pt x="41891" y="84349"/>
                </a:cubicBezTo>
                <a:cubicBezTo>
                  <a:pt x="18755" y="84349"/>
                  <a:pt x="0" y="65469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92">
            <a:extLst xmlns:a="http://schemas.openxmlformats.org/drawingml/2006/main">
              <a:ext uri="{FF2B5EF4-FFF2-40B4-BE49-F238E27FC236}">
                <a16:creationId xmlns:a16="http://schemas.microsoft.com/office/drawing/2014/main" id="{358EBCE3-F70F-4435-A105-424ACD1B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327" y="5129936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06" name="path-293">
            <a:extLst xmlns:a="http://schemas.openxmlformats.org/drawingml/2006/main">
              <a:ext uri="{FF2B5EF4-FFF2-40B4-BE49-F238E27FC236}">
                <a16:creationId xmlns:a16="http://schemas.microsoft.com/office/drawing/2014/main" id="{5E26BCB6-F971-452F-9DB0-653FFE60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952" y="4113414"/>
            <a:ext cx="109713" cy="521008"/>
          </a:xfrm>
          <a:custGeom xmlns:a="http://schemas.openxmlformats.org/drawingml/2006/main">
            <a:pathLst>
              <a:path w="109713" h="521008">
                <a:moveTo>
                  <a:pt x="109713" y="521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07" name="path-294">
            <a:extLst xmlns:a="http://schemas.openxmlformats.org/drawingml/2006/main">
              <a:ext uri="{FF2B5EF4-FFF2-40B4-BE49-F238E27FC236}">
                <a16:creationId xmlns:a16="http://schemas.microsoft.com/office/drawing/2014/main" id="{E38DF2E1-4397-4247-97E1-FA68F610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8667" y="4718771"/>
            <a:ext cx="23930" cy="423518"/>
          </a:xfrm>
          <a:custGeom xmlns:a="http://schemas.openxmlformats.org/drawingml/2006/main">
            <a:pathLst>
              <a:path w="23930" h="423518">
                <a:moveTo>
                  <a:pt x="23930" y="4235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08" name="path-295">
            <a:extLst xmlns:a="http://schemas.openxmlformats.org/drawingml/2006/main">
              <a:ext uri="{FF2B5EF4-FFF2-40B4-BE49-F238E27FC236}">
                <a16:creationId xmlns:a16="http://schemas.microsoft.com/office/drawing/2014/main" id="{93C2584A-8A05-48C2-9A40-0E10C77D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3450" y="3190638"/>
            <a:ext cx="864555" cy="477236"/>
          </a:xfrm>
          <a:custGeom xmlns:a="http://schemas.openxmlformats.org/drawingml/2006/main">
            <a:pathLst>
              <a:path w="864555" h="477236">
                <a:moveTo>
                  <a:pt x="0" y="0"/>
                </a:moveTo>
                <a:lnTo>
                  <a:pt x="864555" y="477236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09" name="path-296">
            <a:extLst xmlns:a="http://schemas.openxmlformats.org/drawingml/2006/main">
              <a:ext uri="{FF2B5EF4-FFF2-40B4-BE49-F238E27FC236}">
                <a16:creationId xmlns:a16="http://schemas.microsoft.com/office/drawing/2014/main" id="{86F6B70D-1A85-43D4-88B3-E402AF71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554" y="4205852"/>
            <a:ext cx="455316" cy="470745"/>
          </a:xfrm>
          <a:custGeom xmlns:a="http://schemas.openxmlformats.org/drawingml/2006/main">
            <a:pathLst>
              <a:path w="455316" h="470745">
                <a:moveTo>
                  <a:pt x="455316" y="0"/>
                </a:moveTo>
                <a:lnTo>
                  <a:pt x="0" y="470745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10" name="path-297">
            <a:extLst xmlns:a="http://schemas.openxmlformats.org/drawingml/2006/main">
              <a:ext uri="{FF2B5EF4-FFF2-40B4-BE49-F238E27FC236}">
                <a16:creationId xmlns:a16="http://schemas.microsoft.com/office/drawing/2014/main" id="{83A43544-F59F-4072-AF6F-AE14D5F4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2216" y="5214286"/>
            <a:ext cx="262929" cy="289018"/>
          </a:xfrm>
          <a:custGeom xmlns:a="http://schemas.openxmlformats.org/drawingml/2006/main">
            <a:pathLst>
              <a:path w="262929" h="289018">
                <a:moveTo>
                  <a:pt x="262929" y="2890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3213B58D-89B9-444E-8F24-0507A48D9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38451f7414b45"/>
          <a:stretch xmlns:a="http://schemas.openxmlformats.org/drawingml/2006/main"/>
        </p:blipFill>
        <p:spPr>
          <a:xfrm xmlns:a="http://schemas.openxmlformats.org/drawingml/2006/main">
            <a:off x="8849812" y="4135646"/>
            <a:ext cx="314325" cy="304800"/>
          </a:xfrm>
          <a:prstGeom xmlns:a="http://schemas.openxmlformats.org/drawingml/2006/main" prst="rect">
            <a:avLst/>
          </a:prstGeom>
        </p:spPr>
      </p:pic>
      <p:sp>
        <p:nvSpPr>
          <p:cNvPr id="312" name="path-299">
            <a:extLst xmlns:a="http://schemas.openxmlformats.org/drawingml/2006/main">
              <a:ext uri="{FF2B5EF4-FFF2-40B4-BE49-F238E27FC236}">
                <a16:creationId xmlns:a16="http://schemas.microsoft.com/office/drawing/2014/main" id="{D52227C2-BDCD-4AC8-9C3C-C24FE38A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570" y="4247084"/>
            <a:ext cx="83778" cy="84349"/>
          </a:xfrm>
          <a:custGeom xmlns:a="http://schemas.openxmlformats.org/drawingml/2006/main">
            <a:pathLst>
              <a:path w="83778" h="84349">
                <a:moveTo>
                  <a:pt x="0" y="42176"/>
                </a:moveTo>
                <a:cubicBezTo>
                  <a:pt x="0" y="18882"/>
                  <a:pt x="18753" y="0"/>
                  <a:pt x="41891" y="0"/>
                </a:cubicBezTo>
                <a:cubicBezTo>
                  <a:pt x="65025" y="0"/>
                  <a:pt x="83778" y="18882"/>
                  <a:pt x="83778" y="42176"/>
                </a:cubicBezTo>
                <a:cubicBezTo>
                  <a:pt x="83778" y="65467"/>
                  <a:pt x="65025" y="84349"/>
                  <a:pt x="41891" y="84349"/>
                </a:cubicBezTo>
                <a:cubicBezTo>
                  <a:pt x="18753" y="84349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00">
            <a:extLst xmlns:a="http://schemas.openxmlformats.org/drawingml/2006/main">
              <a:ext uri="{FF2B5EF4-FFF2-40B4-BE49-F238E27FC236}">
                <a16:creationId xmlns:a16="http://schemas.microsoft.com/office/drawing/2014/main" id="{BBFC7B24-61AC-4936-9A55-876462C1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570" y="4247084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C5370598-DAF0-4666-B702-BED1AF016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ecd4725004ddb"/>
          <a:stretch xmlns:a="http://schemas.openxmlformats.org/drawingml/2006/main"/>
        </p:blipFill>
        <p:spPr>
          <a:xfrm xmlns:a="http://schemas.openxmlformats.org/drawingml/2006/main">
            <a:off x="8868862" y="529769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315" name="path-302">
            <a:extLst xmlns:a="http://schemas.openxmlformats.org/drawingml/2006/main">
              <a:ext uri="{FF2B5EF4-FFF2-40B4-BE49-F238E27FC236}">
                <a16:creationId xmlns:a16="http://schemas.microsoft.com/office/drawing/2014/main" id="{3612498E-C742-4AA6-86A2-E378FAE3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211" y="5415014"/>
            <a:ext cx="83780" cy="84349"/>
          </a:xfrm>
          <a:custGeom xmlns:a="http://schemas.openxmlformats.org/drawingml/2006/main">
            <a:pathLst>
              <a:path w="83780" h="84349">
                <a:moveTo>
                  <a:pt x="0" y="42174"/>
                </a:moveTo>
                <a:cubicBezTo>
                  <a:pt x="0" y="18881"/>
                  <a:pt x="18756" y="0"/>
                  <a:pt x="41891" y="0"/>
                </a:cubicBezTo>
                <a:cubicBezTo>
                  <a:pt x="65025" y="0"/>
                  <a:pt x="83780" y="18881"/>
                  <a:pt x="83780" y="42174"/>
                </a:cubicBezTo>
                <a:cubicBezTo>
                  <a:pt x="83780" y="65467"/>
                  <a:pt x="65025" y="84349"/>
                  <a:pt x="41891" y="84349"/>
                </a:cubicBezTo>
                <a:cubicBezTo>
                  <a:pt x="18756" y="84349"/>
                  <a:pt x="0" y="65467"/>
                  <a:pt x="0" y="42174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03">
            <a:extLst xmlns:a="http://schemas.openxmlformats.org/drawingml/2006/main">
              <a:ext uri="{FF2B5EF4-FFF2-40B4-BE49-F238E27FC236}">
                <a16:creationId xmlns:a16="http://schemas.microsoft.com/office/drawing/2014/main" id="{66DFF4D8-F70E-461E-B5D6-8793B23D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211" y="5415014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9C79F28-FBB3-4E85-8777-5567C4ACA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da8fbba134980"/>
          <a:stretch xmlns:a="http://schemas.openxmlformats.org/drawingml/2006/main"/>
        </p:blipFill>
        <p:spPr>
          <a:xfrm xmlns:a="http://schemas.openxmlformats.org/drawingml/2006/main">
            <a:off x="9373687" y="619304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318" name="path-305">
            <a:extLst xmlns:a="http://schemas.openxmlformats.org/drawingml/2006/main">
              <a:ext uri="{FF2B5EF4-FFF2-40B4-BE49-F238E27FC236}">
                <a16:creationId xmlns:a16="http://schemas.microsoft.com/office/drawing/2014/main" id="{9FF8A9B7-E293-42D8-8C90-2561E93F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110" y="6311058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6"/>
                </a:moveTo>
                <a:cubicBezTo>
                  <a:pt x="0" y="18882"/>
                  <a:pt x="18756" y="0"/>
                  <a:pt x="41890" y="0"/>
                </a:cubicBezTo>
                <a:cubicBezTo>
                  <a:pt x="65025" y="0"/>
                  <a:pt x="83779" y="18882"/>
                  <a:pt x="83779" y="42176"/>
                </a:cubicBezTo>
                <a:cubicBezTo>
                  <a:pt x="83779" y="65469"/>
                  <a:pt x="65025" y="84349"/>
                  <a:pt x="41890" y="84349"/>
                </a:cubicBezTo>
                <a:cubicBezTo>
                  <a:pt x="18756" y="84349"/>
                  <a:pt x="0" y="65469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06">
            <a:extLst xmlns:a="http://schemas.openxmlformats.org/drawingml/2006/main">
              <a:ext uri="{FF2B5EF4-FFF2-40B4-BE49-F238E27FC236}">
                <a16:creationId xmlns:a16="http://schemas.microsoft.com/office/drawing/2014/main" id="{796E8AB7-A612-402C-9EBC-DD07982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110" y="6311058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20" name="path-307">
            <a:extLst xmlns:a="http://schemas.openxmlformats.org/drawingml/2006/main">
              <a:ext uri="{FF2B5EF4-FFF2-40B4-BE49-F238E27FC236}">
                <a16:creationId xmlns:a16="http://schemas.microsoft.com/office/drawing/2014/main" id="{7A4DFCA1-0238-44EF-B432-F09F6A39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460" y="4331434"/>
            <a:ext cx="16642" cy="1083580"/>
          </a:xfrm>
          <a:custGeom xmlns:a="http://schemas.openxmlformats.org/drawingml/2006/main">
            <a:pathLst>
              <a:path w="16642" h="1083580">
                <a:moveTo>
                  <a:pt x="16642" y="10835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21" name="path-308">
            <a:extLst xmlns:a="http://schemas.openxmlformats.org/drawingml/2006/main">
              <a:ext uri="{FF2B5EF4-FFF2-40B4-BE49-F238E27FC236}">
                <a16:creationId xmlns:a16="http://schemas.microsoft.com/office/drawing/2014/main" id="{4EFED062-E465-4457-AB1D-9F7C3AB2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101" y="5499362"/>
            <a:ext cx="467009" cy="853871"/>
          </a:xfrm>
          <a:custGeom xmlns:a="http://schemas.openxmlformats.org/drawingml/2006/main">
            <a:pathLst>
              <a:path w="467009" h="853871">
                <a:moveTo>
                  <a:pt x="467009" y="8538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22" name="path-309">
            <a:extLst xmlns:a="http://schemas.openxmlformats.org/drawingml/2006/main">
              <a:ext uri="{FF2B5EF4-FFF2-40B4-BE49-F238E27FC236}">
                <a16:creationId xmlns:a16="http://schemas.microsoft.com/office/drawing/2014/main" id="{3C99687E-2CC3-445F-8FB8-3D6C98F1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348" y="4195833"/>
            <a:ext cx="300506" cy="93427"/>
          </a:xfrm>
          <a:custGeom xmlns:a="http://schemas.openxmlformats.org/drawingml/2006/main">
            <a:pathLst>
              <a:path w="300506" h="93427">
                <a:moveTo>
                  <a:pt x="300506" y="0"/>
                </a:moveTo>
                <a:lnTo>
                  <a:pt x="0" y="93427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23" name="path-310">
            <a:extLst xmlns:a="http://schemas.openxmlformats.org/drawingml/2006/main">
              <a:ext uri="{FF2B5EF4-FFF2-40B4-BE49-F238E27FC236}">
                <a16:creationId xmlns:a16="http://schemas.microsoft.com/office/drawing/2014/main" id="{8D845270-158B-4ACA-9DD2-2783405B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993" y="5249361"/>
            <a:ext cx="448653" cy="207828"/>
          </a:xfrm>
          <a:custGeom xmlns:a="http://schemas.openxmlformats.org/drawingml/2006/main">
            <a:pathLst>
              <a:path w="448653" h="207828">
                <a:moveTo>
                  <a:pt x="448653" y="0"/>
                </a:moveTo>
                <a:lnTo>
                  <a:pt x="0" y="207828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C2CAC8E-C5C4-4C19-BE5F-B4EA071AB9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3176f894a4a13"/>
          <a:stretch xmlns:a="http://schemas.openxmlformats.org/drawingml/2006/main"/>
        </p:blipFill>
        <p:spPr>
          <a:xfrm xmlns:a="http://schemas.openxmlformats.org/drawingml/2006/main">
            <a:off x="13069387" y="3926096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325" name="path-312">
            <a:extLst xmlns:a="http://schemas.openxmlformats.org/drawingml/2006/main">
              <a:ext uri="{FF2B5EF4-FFF2-40B4-BE49-F238E27FC236}">
                <a16:creationId xmlns:a16="http://schemas.microsoft.com/office/drawing/2014/main" id="{F86B371C-479A-4AC8-A207-EEBFE3B8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442" y="4041416"/>
            <a:ext cx="83779" cy="84350"/>
          </a:xfrm>
          <a:custGeom xmlns:a="http://schemas.openxmlformats.org/drawingml/2006/main">
            <a:pathLst>
              <a:path w="83779" h="84350">
                <a:moveTo>
                  <a:pt x="0" y="42176"/>
                </a:moveTo>
                <a:cubicBezTo>
                  <a:pt x="0" y="18883"/>
                  <a:pt x="18756" y="0"/>
                  <a:pt x="41890" y="0"/>
                </a:cubicBezTo>
                <a:cubicBezTo>
                  <a:pt x="65025" y="0"/>
                  <a:pt x="83779" y="18883"/>
                  <a:pt x="83779" y="42176"/>
                </a:cubicBezTo>
                <a:cubicBezTo>
                  <a:pt x="83779" y="65467"/>
                  <a:pt x="65025" y="84350"/>
                  <a:pt x="41890" y="84350"/>
                </a:cubicBezTo>
                <a:cubicBezTo>
                  <a:pt x="18756" y="84350"/>
                  <a:pt x="0" y="65467"/>
                  <a:pt x="0" y="42176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13">
            <a:extLst xmlns:a="http://schemas.openxmlformats.org/drawingml/2006/main">
              <a:ext uri="{FF2B5EF4-FFF2-40B4-BE49-F238E27FC236}">
                <a16:creationId xmlns:a16="http://schemas.microsoft.com/office/drawing/2014/main" id="{1C2CC8AC-1628-4250-9F9F-9C9A8CCE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442" y="4041416"/>
            <a:ext cx="83779" cy="84349"/>
          </a:xfrm>
          <a:custGeom xmlns:a="http://schemas.openxmlformats.org/drawingml/2006/main">
            <a:pathLst>
              <a:path w="83779" h="84349">
                <a:moveTo>
                  <a:pt x="0" y="42175"/>
                </a:moveTo>
                <a:cubicBezTo>
                  <a:pt x="0" y="18882"/>
                  <a:pt x="18755" y="0"/>
                  <a:pt x="41890" y="0"/>
                </a:cubicBezTo>
                <a:cubicBezTo>
                  <a:pt x="65025" y="0"/>
                  <a:pt x="83779" y="18882"/>
                  <a:pt x="83779" y="42175"/>
                </a:cubicBezTo>
                <a:cubicBezTo>
                  <a:pt x="83779" y="65467"/>
                  <a:pt x="65025" y="84349"/>
                  <a:pt x="41890" y="84349"/>
                </a:cubicBezTo>
                <a:cubicBezTo>
                  <a:pt x="18755" y="84349"/>
                  <a:pt x="0" y="65467"/>
                  <a:pt x="0" y="4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27" name="path-314">
            <a:extLst xmlns:a="http://schemas.openxmlformats.org/drawingml/2006/main">
              <a:ext uri="{FF2B5EF4-FFF2-40B4-BE49-F238E27FC236}">
                <a16:creationId xmlns:a16="http://schemas.microsoft.com/office/drawing/2014/main" id="{60FF31B1-090D-4DF6-AC4C-FF3758D0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7246" y="3727517"/>
            <a:ext cx="302467" cy="326251"/>
          </a:xfrm>
          <a:custGeom xmlns:a="http://schemas.openxmlformats.org/drawingml/2006/main">
            <a:pathLst>
              <a:path w="302467" h="326251">
                <a:moveTo>
                  <a:pt x="302467" y="3262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sp>
        <p:nvSpPr>
          <p:cNvPr id="328" name="path-315">
            <a:extLst xmlns:a="http://schemas.openxmlformats.org/drawingml/2006/main">
              <a:ext uri="{FF2B5EF4-FFF2-40B4-BE49-F238E27FC236}">
                <a16:creationId xmlns:a16="http://schemas.microsoft.com/office/drawing/2014/main" id="{1D461A12-E2C1-4233-B6BA-4EB07B5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952" y="3218654"/>
            <a:ext cx="362995" cy="835116"/>
          </a:xfrm>
          <a:custGeom xmlns:a="http://schemas.openxmlformats.org/drawingml/2006/main">
            <a:pathLst>
              <a:path w="362995" h="835116">
                <a:moveTo>
                  <a:pt x="362995" y="0"/>
                </a:moveTo>
                <a:lnTo>
                  <a:pt x="0" y="835116"/>
                </a:lnTo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A6A6A6"/>
            </a:solidFill>
            <a:prstDash val="solid"/>
          </a:ln>
        </p:spPr>
      </p:sp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8399B48-FEE6-46AB-9D80-E0BB776E1E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4087628ca4d9e"/>
          <a:stretch xmlns:a="http://schemas.openxmlformats.org/drawingml/2006/main"/>
        </p:blipFill>
        <p:spPr>
          <a:xfrm xmlns:a="http://schemas.openxmlformats.org/drawingml/2006/main">
            <a:off x="3715837" y="6078746"/>
            <a:ext cx="247650" cy="438150"/>
          </a:xfrm>
          <a:prstGeom xmlns:a="http://schemas.openxmlformats.org/drawingml/2006/main" prst="rect">
            <a:avLst/>
          </a:prstGeom>
        </p:spPr>
      </p:pic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4BACAACC-24ED-4220-A8FC-D30FD8551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7dfa3e29a4294"/>
          <a:stretch xmlns:a="http://schemas.openxmlformats.org/drawingml/2006/main"/>
        </p:blipFill>
        <p:spPr>
          <a:xfrm xmlns:a="http://schemas.openxmlformats.org/drawingml/2006/main">
            <a:off x="3944437" y="6469271"/>
            <a:ext cx="1543050" cy="695325"/>
          </a:xfrm>
          <a:prstGeom xmlns:a="http://schemas.openxmlformats.org/drawingml/2006/main" prst="rect">
            <a:avLst/>
          </a:prstGeom>
        </p:spPr>
      </p:pic>
      <p:sp>
        <p:nvSpPr>
          <p:cNvPr id="331" name="path-318">
            <a:extLst xmlns:a="http://schemas.openxmlformats.org/drawingml/2006/main">
              <a:ext uri="{FF2B5EF4-FFF2-40B4-BE49-F238E27FC236}">
                <a16:creationId xmlns:a16="http://schemas.microsoft.com/office/drawing/2014/main" id="{DBD52251-23D8-4756-9D08-D3841072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92" y="6515316"/>
            <a:ext cx="1366381" cy="508967"/>
          </a:xfrm>
          <a:custGeom xmlns:a="http://schemas.openxmlformats.org/drawingml/2006/main">
            <a:pathLst>
              <a:path w="1366381" h="508967">
                <a:moveTo>
                  <a:pt x="0" y="24207"/>
                </a:moveTo>
                <a:cubicBezTo>
                  <a:pt x="0" y="10839"/>
                  <a:pt x="10837" y="0"/>
                  <a:pt x="24206" y="0"/>
                </a:cubicBezTo>
                <a:lnTo>
                  <a:pt x="1342173" y="0"/>
                </a:lnTo>
                <a:cubicBezTo>
                  <a:pt x="1355541" y="0"/>
                  <a:pt x="1366381" y="10839"/>
                  <a:pt x="1366381" y="24207"/>
                </a:cubicBezTo>
                <a:lnTo>
                  <a:pt x="1366381" y="484762"/>
                </a:lnTo>
                <a:cubicBezTo>
                  <a:pt x="1366381" y="498130"/>
                  <a:pt x="1355541" y="508967"/>
                  <a:pt x="1342173" y="508967"/>
                </a:cubicBezTo>
                <a:lnTo>
                  <a:pt x="24206" y="508967"/>
                </a:lnTo>
                <a:cubicBezTo>
                  <a:pt x="10837" y="508967"/>
                  <a:pt x="0" y="498130"/>
                  <a:pt x="0" y="484762"/>
                </a:cubicBezTo>
                <a:lnTo>
                  <a:pt x="0" y="2420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19">
            <a:extLst xmlns:a="http://schemas.openxmlformats.org/drawingml/2006/main">
              <a:ext uri="{FF2B5EF4-FFF2-40B4-BE49-F238E27FC236}">
                <a16:creationId xmlns:a16="http://schemas.microsoft.com/office/drawing/2014/main" id="{3D6D6958-3F96-4450-A694-D2E97C2C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92" y="6515316"/>
            <a:ext cx="1366381" cy="508967"/>
          </a:xfrm>
          <a:custGeom xmlns:a="http://schemas.openxmlformats.org/drawingml/2006/main">
            <a:pathLst>
              <a:path w="1366381" h="508967">
                <a:moveTo>
                  <a:pt x="0" y="24206"/>
                </a:moveTo>
                <a:cubicBezTo>
                  <a:pt x="0" y="10837"/>
                  <a:pt x="10837" y="0"/>
                  <a:pt x="24206" y="0"/>
                </a:cubicBezTo>
                <a:lnTo>
                  <a:pt x="1342174" y="0"/>
                </a:lnTo>
                <a:cubicBezTo>
                  <a:pt x="1355543" y="0"/>
                  <a:pt x="1366381" y="10837"/>
                  <a:pt x="1366381" y="24206"/>
                </a:cubicBezTo>
                <a:lnTo>
                  <a:pt x="1366381" y="484761"/>
                </a:lnTo>
                <a:cubicBezTo>
                  <a:pt x="1366381" y="498130"/>
                  <a:pt x="1355543" y="508967"/>
                  <a:pt x="1342174" y="508967"/>
                </a:cubicBezTo>
                <a:lnTo>
                  <a:pt x="24206" y="508967"/>
                </a:lnTo>
                <a:cubicBezTo>
                  <a:pt x="10837" y="508967"/>
                  <a:pt x="0" y="498130"/>
                  <a:pt x="0" y="484761"/>
                </a:cubicBezTo>
                <a:lnTo>
                  <a:pt x="0" y="24206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6CF6C602-EB9D-4022-AEEA-6D633BED0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99511b095402d"/>
          <a:stretch xmlns:a="http://schemas.openxmlformats.org/drawingml/2006/main"/>
        </p:blipFill>
        <p:spPr>
          <a:xfrm xmlns:a="http://schemas.openxmlformats.org/drawingml/2006/main">
            <a:off x="1887037" y="6478796"/>
            <a:ext cx="1123950" cy="647700"/>
          </a:xfrm>
          <a:prstGeom xmlns:a="http://schemas.openxmlformats.org/drawingml/2006/main" prst="rect">
            <a:avLst/>
          </a:prstGeom>
        </p:spPr>
      </p:pic>
      <p:sp>
        <p:nvSpPr>
          <p:cNvPr id="334" name="path-321">
            <a:extLst xmlns:a="http://schemas.openxmlformats.org/drawingml/2006/main">
              <a:ext uri="{FF2B5EF4-FFF2-40B4-BE49-F238E27FC236}">
                <a16:creationId xmlns:a16="http://schemas.microsoft.com/office/drawing/2014/main" id="{3853940A-DBA4-4EC7-A49F-8F507E3D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917" y="6526681"/>
            <a:ext cx="945504" cy="465900"/>
          </a:xfrm>
          <a:custGeom xmlns:a="http://schemas.openxmlformats.org/drawingml/2006/main">
            <a:pathLst>
              <a:path w="945504" h="465900">
                <a:moveTo>
                  <a:pt x="0" y="22158"/>
                </a:moveTo>
                <a:cubicBezTo>
                  <a:pt x="0" y="9921"/>
                  <a:pt x="9921" y="0"/>
                  <a:pt x="22158" y="0"/>
                </a:cubicBezTo>
                <a:lnTo>
                  <a:pt x="923346" y="0"/>
                </a:lnTo>
                <a:cubicBezTo>
                  <a:pt x="935583" y="0"/>
                  <a:pt x="945504" y="9921"/>
                  <a:pt x="945504" y="22158"/>
                </a:cubicBezTo>
                <a:lnTo>
                  <a:pt x="945504" y="443743"/>
                </a:lnTo>
                <a:cubicBezTo>
                  <a:pt x="945504" y="455980"/>
                  <a:pt x="935583" y="465900"/>
                  <a:pt x="923346" y="465900"/>
                </a:cubicBezTo>
                <a:lnTo>
                  <a:pt x="22158" y="465900"/>
                </a:lnTo>
                <a:cubicBezTo>
                  <a:pt x="9921" y="465900"/>
                  <a:pt x="0" y="455980"/>
                  <a:pt x="0" y="443743"/>
                </a:cubicBezTo>
                <a:lnTo>
                  <a:pt x="0" y="221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22">
            <a:extLst xmlns:a="http://schemas.openxmlformats.org/drawingml/2006/main">
              <a:ext uri="{FF2B5EF4-FFF2-40B4-BE49-F238E27FC236}">
                <a16:creationId xmlns:a16="http://schemas.microsoft.com/office/drawing/2014/main" id="{BEC11EF7-96FE-468F-9ED4-F3D6F79F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917" y="6526681"/>
            <a:ext cx="945504" cy="465900"/>
          </a:xfrm>
          <a:custGeom xmlns:a="http://schemas.openxmlformats.org/drawingml/2006/main">
            <a:pathLst>
              <a:path w="945504" h="465900">
                <a:moveTo>
                  <a:pt x="0" y="22158"/>
                </a:moveTo>
                <a:cubicBezTo>
                  <a:pt x="0" y="9921"/>
                  <a:pt x="9921" y="0"/>
                  <a:pt x="22158" y="0"/>
                </a:cubicBezTo>
                <a:lnTo>
                  <a:pt x="923346" y="0"/>
                </a:lnTo>
                <a:cubicBezTo>
                  <a:pt x="935583" y="0"/>
                  <a:pt x="945504" y="9921"/>
                  <a:pt x="945504" y="22158"/>
                </a:cubicBezTo>
                <a:lnTo>
                  <a:pt x="945504" y="443743"/>
                </a:lnTo>
                <a:cubicBezTo>
                  <a:pt x="945504" y="455980"/>
                  <a:pt x="935583" y="465900"/>
                  <a:pt x="923346" y="465900"/>
                </a:cubicBezTo>
                <a:lnTo>
                  <a:pt x="22158" y="465900"/>
                </a:lnTo>
                <a:cubicBezTo>
                  <a:pt x="9921" y="465900"/>
                  <a:pt x="0" y="455980"/>
                  <a:pt x="0" y="443743"/>
                </a:cubicBezTo>
                <a:lnTo>
                  <a:pt x="0" y="22158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sp>
        <p:nvSpPr>
          <p:cNvPr id="336" name="path-323">
            <a:extLst xmlns:a="http://schemas.openxmlformats.org/drawingml/2006/main">
              <a:ext uri="{FF2B5EF4-FFF2-40B4-BE49-F238E27FC236}">
                <a16:creationId xmlns:a16="http://schemas.microsoft.com/office/drawing/2014/main" id="{90879A8F-AB32-4060-80CD-317BF057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83" y="5876631"/>
            <a:ext cx="1520533" cy="1223889"/>
          </a:xfrm>
          <a:custGeom xmlns:a="http://schemas.openxmlformats.org/drawingml/2006/main">
            <a:pathLst>
              <a:path w="1520533" h="1223889">
                <a:moveTo>
                  <a:pt x="0" y="106491"/>
                </a:moveTo>
                <a:cubicBezTo>
                  <a:pt x="0" y="47678"/>
                  <a:pt x="47677" y="0"/>
                  <a:pt x="106490" y="0"/>
                </a:cubicBezTo>
                <a:lnTo>
                  <a:pt x="1414042" y="0"/>
                </a:lnTo>
                <a:cubicBezTo>
                  <a:pt x="1472855" y="0"/>
                  <a:pt x="1520533" y="47678"/>
                  <a:pt x="1520533" y="106491"/>
                </a:cubicBezTo>
                <a:lnTo>
                  <a:pt x="1520533" y="1117399"/>
                </a:lnTo>
                <a:cubicBezTo>
                  <a:pt x="1520533" y="1176212"/>
                  <a:pt x="1472855" y="1223889"/>
                  <a:pt x="1414042" y="1223889"/>
                </a:cubicBezTo>
                <a:lnTo>
                  <a:pt x="106490" y="1223889"/>
                </a:lnTo>
                <a:cubicBezTo>
                  <a:pt x="47677" y="1223889"/>
                  <a:pt x="0" y="1176212"/>
                  <a:pt x="0" y="1117399"/>
                </a:cubicBezTo>
                <a:lnTo>
                  <a:pt x="0" y="106491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7030A0"/>
            </a:solidFill>
            <a:prstDash val="solid"/>
          </a:ln>
        </p:spPr>
      </p:sp>
      <p:pic>
        <p:nvPic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C5657D9F-BFAC-4BE4-81B1-C670866C6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d528539f64a31"/>
          <a:stretch xmlns:a="http://schemas.openxmlformats.org/drawingml/2006/main"/>
        </p:blipFill>
        <p:spPr>
          <a:xfrm xmlns:a="http://schemas.openxmlformats.org/drawingml/2006/main">
            <a:off x="982162" y="6364496"/>
            <a:ext cx="561975" cy="485775"/>
          </a:xfrm>
          <a:prstGeom xmlns:a="http://schemas.openxmlformats.org/drawingml/2006/main" prst="rect">
            <a:avLst/>
          </a:prstGeom>
        </p:spPr>
      </p:pic>
      <p:sp>
        <p:nvSpPr>
          <p:cNvPr id="338" name="text-325 &lt;Image:">
            <a:extLst xmlns:a="http://schemas.openxmlformats.org/drawingml/2006/main">
              <a:ext uri="{FF2B5EF4-FFF2-40B4-BE49-F238E27FC236}">
                <a16:creationId xmlns:a16="http://schemas.microsoft.com/office/drawing/2014/main" id="{B78CD803-28FD-40AA-8460-3DA87277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335" y="6862108"/>
            <a:ext cx="486263" cy="193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39" name="text-325 1&gt;">
            <a:extLst xmlns:a="http://schemas.openxmlformats.org/drawingml/2006/main">
              <a:ext uri="{FF2B5EF4-FFF2-40B4-BE49-F238E27FC236}">
                <a16:creationId xmlns:a16="http://schemas.microsoft.com/office/drawing/2014/main" id="{1E6560AD-86BF-47C7-BB48-DE07CE88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054" y="6863156"/>
            <a:ext cx="170486" cy="192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1&gt;</a:t>
            </a:r>
          </a:p>
        </p:txBody>
      </p:sp>
      <p:sp>
        <p:nvSpPr>
          <p:cNvPr id="340" name="path-326">
            <a:extLst xmlns:a="http://schemas.openxmlformats.org/drawingml/2006/main">
              <a:ext uri="{FF2B5EF4-FFF2-40B4-BE49-F238E27FC236}">
                <a16:creationId xmlns:a16="http://schemas.microsoft.com/office/drawing/2014/main" id="{C89F5408-68DA-42BB-B071-D820F312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048" y="5896345"/>
            <a:ext cx="1880682" cy="1172483"/>
          </a:xfrm>
          <a:custGeom xmlns:a="http://schemas.openxmlformats.org/drawingml/2006/main">
            <a:pathLst>
              <a:path w="1880682" h="1172483">
                <a:moveTo>
                  <a:pt x="0" y="78427"/>
                </a:moveTo>
                <a:cubicBezTo>
                  <a:pt x="0" y="35113"/>
                  <a:pt x="35113" y="0"/>
                  <a:pt x="78427" y="0"/>
                </a:cubicBezTo>
                <a:lnTo>
                  <a:pt x="1802254" y="0"/>
                </a:lnTo>
                <a:cubicBezTo>
                  <a:pt x="1845569" y="0"/>
                  <a:pt x="1880682" y="35113"/>
                  <a:pt x="1880682" y="78427"/>
                </a:cubicBezTo>
                <a:lnTo>
                  <a:pt x="1880682" y="1094055"/>
                </a:lnTo>
                <a:cubicBezTo>
                  <a:pt x="1880682" y="1137370"/>
                  <a:pt x="1845569" y="1172483"/>
                  <a:pt x="1802254" y="1172483"/>
                </a:cubicBezTo>
                <a:lnTo>
                  <a:pt x="78427" y="1172483"/>
                </a:lnTo>
                <a:cubicBezTo>
                  <a:pt x="35113" y="1172483"/>
                  <a:pt x="0" y="1137370"/>
                  <a:pt x="0" y="1094055"/>
                </a:cubicBezTo>
                <a:lnTo>
                  <a:pt x="0" y="78427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7030A0"/>
            </a:solidFill>
            <a:prstDash val="solid"/>
          </a:ln>
        </p:spPr>
      </p:sp>
      <p:sp>
        <p:nvSpPr>
          <p:cNvPr id="341" name="text-327 Param:">
            <a:extLst xmlns:a="http://schemas.openxmlformats.org/drawingml/2006/main">
              <a:ext uri="{FF2B5EF4-FFF2-40B4-BE49-F238E27FC236}">
                <a16:creationId xmlns:a16="http://schemas.microsoft.com/office/drawing/2014/main" id="{265054DC-7B40-4EF6-9992-5B93010E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9169" y="6129971"/>
            <a:ext cx="470585" cy="218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Param:</a:t>
            </a:r>
          </a:p>
        </p:txBody>
      </p:sp>
      <p:sp>
        <p:nvSpPr>
          <p:cNvPr id="342" name="text-329 &lt;Image:">
            <a:extLst xmlns:a="http://schemas.openxmlformats.org/drawingml/2006/main">
              <a:ext uri="{FF2B5EF4-FFF2-40B4-BE49-F238E27FC236}">
                <a16:creationId xmlns:a16="http://schemas.microsoft.com/office/drawing/2014/main" id="{7D16FB0C-2F63-411F-B66E-291EFAA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20" y="6147989"/>
            <a:ext cx="486263" cy="193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43" name="text-329 1&gt;">
            <a:extLst xmlns:a="http://schemas.openxmlformats.org/drawingml/2006/main">
              <a:ext uri="{FF2B5EF4-FFF2-40B4-BE49-F238E27FC236}">
                <a16:creationId xmlns:a16="http://schemas.microsoft.com/office/drawing/2014/main" id="{B2E0675F-D457-46D6-BF8B-F931D514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7938" y="6149037"/>
            <a:ext cx="170486" cy="192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1&gt;</a:t>
            </a:r>
          </a:p>
        </p:txBody>
      </p:sp>
      <p:sp>
        <p:nvSpPr>
          <p:cNvPr id="344" name="text-330 Obs">
            <a:extLst xmlns:a="http://schemas.openxmlformats.org/drawingml/2006/main">
              <a:ext uri="{FF2B5EF4-FFF2-40B4-BE49-F238E27FC236}">
                <a16:creationId xmlns:a16="http://schemas.microsoft.com/office/drawing/2014/main" id="{1E7A3B71-C1A8-497A-8C9E-42888643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9169" y="6303761"/>
            <a:ext cx="279930" cy="218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</a:p>
        </p:txBody>
      </p:sp>
      <p:sp>
        <p:nvSpPr>
          <p:cNvPr id="345" name="text-331 :">
            <a:extLst xmlns:a="http://schemas.openxmlformats.org/drawingml/2006/main">
              <a:ext uri="{FF2B5EF4-FFF2-40B4-BE49-F238E27FC236}">
                <a16:creationId xmlns:a16="http://schemas.microsoft.com/office/drawing/2014/main" id="{D489AA7A-6427-4A44-861A-3EA31DBA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1206" y="6303510"/>
            <a:ext cx="71686" cy="21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346" name="text-332 Web">
            <a:extLst xmlns:a="http://schemas.openxmlformats.org/drawingml/2006/main">
              <a:ext uri="{FF2B5EF4-FFF2-40B4-BE49-F238E27FC236}">
                <a16:creationId xmlns:a16="http://schemas.microsoft.com/office/drawing/2014/main" id="{E20B8B1C-163F-426B-ABA8-EF0BC659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4217" y="6548989"/>
            <a:ext cx="237374" cy="17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347" name="text-333 page">
            <a:extLst xmlns:a="http://schemas.openxmlformats.org/drawingml/2006/main">
              <a:ext uri="{FF2B5EF4-FFF2-40B4-BE49-F238E27FC236}">
                <a16:creationId xmlns:a16="http://schemas.microsoft.com/office/drawing/2014/main" id="{BFB7CE49-6BF2-4A25-8874-ED4FF388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12" y="6553961"/>
            <a:ext cx="249462" cy="164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page</a:t>
            </a:r>
          </a:p>
        </p:txBody>
      </p:sp>
      <p:sp>
        <p:nvSpPr>
          <p:cNvPr id="348" name="text-334 :">
            <a:extLst xmlns:a="http://schemas.openxmlformats.org/drawingml/2006/main">
              <a:ext uri="{FF2B5EF4-FFF2-40B4-BE49-F238E27FC236}">
                <a16:creationId xmlns:a16="http://schemas.microsoft.com/office/drawing/2014/main" id="{4AEFA061-C060-44F0-B482-62140084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479" y="6554114"/>
            <a:ext cx="60236" cy="164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349" name="text-335 Zheduo">
            <a:extLst xmlns:a="http://schemas.openxmlformats.org/drawingml/2006/main">
              <a:ext uri="{FF2B5EF4-FFF2-40B4-BE49-F238E27FC236}">
                <a16:creationId xmlns:a16="http://schemas.microsoft.com/office/drawing/2014/main" id="{75B0A156-452A-4B35-B8FC-7E122FF5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4994" y="6553967"/>
            <a:ext cx="373511" cy="164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Zheduo</a:t>
            </a:r>
          </a:p>
        </p:txBody>
      </p:sp>
      <p:sp>
        <p:nvSpPr>
          <p:cNvPr id="350" name="text-336 Mountain">
            <a:extLst xmlns:a="http://schemas.openxmlformats.org/drawingml/2006/main">
              <a:ext uri="{FF2B5EF4-FFF2-40B4-BE49-F238E27FC236}">
                <a16:creationId xmlns:a16="http://schemas.microsoft.com/office/drawing/2014/main" id="{80740A54-5584-4DC8-A587-4A5A3332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4217" y="6690643"/>
            <a:ext cx="476194" cy="163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Mountain</a:t>
            </a:r>
          </a:p>
        </p:txBody>
      </p:sp>
      <p:sp>
        <p:nvSpPr>
          <p:cNvPr id="351" name="text-337 is">
            <a:extLst xmlns:a="http://schemas.openxmlformats.org/drawingml/2006/main">
              <a:ext uri="{FF2B5EF4-FFF2-40B4-BE49-F238E27FC236}">
                <a16:creationId xmlns:a16="http://schemas.microsoft.com/office/drawing/2014/main" id="{40F84B0A-8D3C-4CBC-AF18-9F50002F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8714" y="6691427"/>
            <a:ext cx="98446" cy="162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</a:t>
            </a:r>
          </a:p>
        </p:txBody>
      </p:sp>
      <p:sp>
        <p:nvSpPr>
          <p:cNvPr id="352" name="text-338 a">
            <a:extLst xmlns:a="http://schemas.openxmlformats.org/drawingml/2006/main">
              <a:ext uri="{FF2B5EF4-FFF2-40B4-BE49-F238E27FC236}">
                <a16:creationId xmlns:a16="http://schemas.microsoft.com/office/drawing/2014/main" id="{B61F2727-B4D3-45B1-AD60-8F0ADBF2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6380" y="6690149"/>
            <a:ext cx="79888" cy="164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53" name="text-339 mountain">
            <a:extLst xmlns:a="http://schemas.openxmlformats.org/drawingml/2006/main">
              <a:ext uri="{FF2B5EF4-FFF2-40B4-BE49-F238E27FC236}">
                <a16:creationId xmlns:a16="http://schemas.microsoft.com/office/drawing/2014/main" id="{C5BB0343-A2B0-472B-97B7-1E400416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4217" y="6826683"/>
            <a:ext cx="464004" cy="164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mountain</a:t>
            </a:r>
          </a:p>
        </p:txBody>
      </p:sp>
      <p:sp>
        <p:nvSpPr>
          <p:cNvPr id="354" name="text-340 peak">
            <a:extLst xmlns:a="http://schemas.openxmlformats.org/drawingml/2006/main">
              <a:ext uri="{FF2B5EF4-FFF2-40B4-BE49-F238E27FC236}">
                <a16:creationId xmlns:a16="http://schemas.microsoft.com/office/drawing/2014/main" id="{4EEFDEAB-1B1B-480D-A053-96344CA1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479" y="6826860"/>
            <a:ext cx="242049" cy="163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peak</a:t>
            </a:r>
          </a:p>
        </p:txBody>
      </p:sp>
      <p:sp>
        <p:nvSpPr>
          <p:cNvPr id="355" name="text-341 …">
            <a:extLst xmlns:a="http://schemas.openxmlformats.org/drawingml/2006/main">
              <a:ext uri="{FF2B5EF4-FFF2-40B4-BE49-F238E27FC236}">
                <a16:creationId xmlns:a16="http://schemas.microsoft.com/office/drawing/2014/main" id="{36A5F0E9-1668-40C7-ADB0-B1BCE7F9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6704" y="6826455"/>
            <a:ext cx="125586" cy="164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56" name="text-342 &lt;Image:">
            <a:extLst xmlns:a="http://schemas.openxmlformats.org/drawingml/2006/main">
              <a:ext uri="{FF2B5EF4-FFF2-40B4-BE49-F238E27FC236}">
                <a16:creationId xmlns:a16="http://schemas.microsoft.com/office/drawing/2014/main" id="{9A196515-3073-4AF7-8B04-74599E5B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4980" y="6829220"/>
            <a:ext cx="486263" cy="193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57" name="text-342 3&gt;">
            <a:extLst xmlns:a="http://schemas.openxmlformats.org/drawingml/2006/main">
              <a:ext uri="{FF2B5EF4-FFF2-40B4-BE49-F238E27FC236}">
                <a16:creationId xmlns:a16="http://schemas.microsoft.com/office/drawing/2014/main" id="{7DD13B07-2A35-4A4C-B34F-11668717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699" y="6830269"/>
            <a:ext cx="170486" cy="192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3&gt;</a:t>
            </a:r>
          </a:p>
        </p:txBody>
      </p:sp>
      <p:pic>
        <p:nvPic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0C234522-AD6F-46A2-9CBD-20ED3F1C6E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4c570d8f64681"/>
          <a:stretch xmlns:a="http://schemas.openxmlformats.org/drawingml/2006/main"/>
        </p:blipFill>
        <p:spPr>
          <a:xfrm xmlns:a="http://schemas.openxmlformats.org/drawingml/2006/main">
            <a:off x="3068137" y="6354971"/>
            <a:ext cx="514350" cy="504825"/>
          </a:xfrm>
          <a:prstGeom xmlns:a="http://schemas.openxmlformats.org/drawingml/2006/main" prst="rect">
            <a:avLst/>
          </a:prstGeom>
        </p:spPr>
      </p:pic>
      <p:sp>
        <p:nvSpPr>
          <p:cNvPr id="359" name="path-344">
            <a:extLst xmlns:a="http://schemas.openxmlformats.org/drawingml/2006/main">
              <a:ext uri="{FF2B5EF4-FFF2-40B4-BE49-F238E27FC236}">
                <a16:creationId xmlns:a16="http://schemas.microsoft.com/office/drawing/2014/main" id="{D48B5E39-2D7C-47C1-9BD9-48FA3158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387" y="5892256"/>
            <a:ext cx="1761150" cy="1215936"/>
          </a:xfrm>
          <a:custGeom xmlns:a="http://schemas.openxmlformats.org/drawingml/2006/main">
            <a:pathLst>
              <a:path w="1761150" h="1215936">
                <a:moveTo>
                  <a:pt x="0" y="86222"/>
                </a:moveTo>
                <a:cubicBezTo>
                  <a:pt x="0" y="38603"/>
                  <a:pt x="38603" y="0"/>
                  <a:pt x="86222" y="0"/>
                </a:cubicBezTo>
                <a:lnTo>
                  <a:pt x="1674928" y="0"/>
                </a:lnTo>
                <a:cubicBezTo>
                  <a:pt x="1722548" y="0"/>
                  <a:pt x="1761150" y="38603"/>
                  <a:pt x="1761150" y="86222"/>
                </a:cubicBezTo>
                <a:lnTo>
                  <a:pt x="1761150" y="1129714"/>
                </a:lnTo>
                <a:cubicBezTo>
                  <a:pt x="1761150" y="1177333"/>
                  <a:pt x="1722548" y="1215936"/>
                  <a:pt x="1674928" y="1215936"/>
                </a:cubicBezTo>
                <a:lnTo>
                  <a:pt x="86222" y="1215936"/>
                </a:lnTo>
                <a:cubicBezTo>
                  <a:pt x="38603" y="1215936"/>
                  <a:pt x="0" y="1177333"/>
                  <a:pt x="0" y="1129714"/>
                </a:cubicBezTo>
                <a:lnTo>
                  <a:pt x="0" y="86222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5C54A5"/>
            </a:solidFill>
            <a:prstDash val="solid"/>
          </a:ln>
        </p:spPr>
      </p:sp>
      <p:sp>
        <p:nvSpPr>
          <p:cNvPr id="360" name="text-345 Web">
            <a:extLst xmlns:a="http://schemas.openxmlformats.org/drawingml/2006/main">
              <a:ext uri="{FF2B5EF4-FFF2-40B4-BE49-F238E27FC236}">
                <a16:creationId xmlns:a16="http://schemas.microsoft.com/office/drawing/2014/main" id="{12F40065-8E10-4C01-B341-E918193A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2383" y="5926394"/>
            <a:ext cx="322884" cy="227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361" name="text-345 Search">
            <a:extLst xmlns:a="http://schemas.openxmlformats.org/drawingml/2006/main">
              <a:ext uri="{FF2B5EF4-FFF2-40B4-BE49-F238E27FC236}">
                <a16:creationId xmlns:a16="http://schemas.microsoft.com/office/drawing/2014/main" id="{BE98C19F-7847-42D5-9278-99D2B53E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5169" y="5933256"/>
            <a:ext cx="451334" cy="217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5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5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sp>
        <p:nvSpPr>
          <p:cNvPr id="362" name="text-346 Param:">
            <a:extLst xmlns:a="http://schemas.openxmlformats.org/drawingml/2006/main">
              <a:ext uri="{FF2B5EF4-FFF2-40B4-BE49-F238E27FC236}">
                <a16:creationId xmlns:a16="http://schemas.microsoft.com/office/drawing/2014/main" id="{FF6DBD2C-6645-4637-AAD0-F96353AD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2567" y="6111177"/>
            <a:ext cx="470585" cy="218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Param:</a:t>
            </a:r>
          </a:p>
        </p:txBody>
      </p:sp>
      <p:sp>
        <p:nvSpPr>
          <p:cNvPr id="363" name="text-347 Zheduo">
            <a:extLst xmlns:a="http://schemas.openxmlformats.org/drawingml/2006/main">
              <a:ext uri="{FF2B5EF4-FFF2-40B4-BE49-F238E27FC236}">
                <a16:creationId xmlns:a16="http://schemas.microsoft.com/office/drawing/2014/main" id="{9A75C6C1-AC42-4F7D-A391-717342E3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4618" y="6130334"/>
            <a:ext cx="443095" cy="191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Zheduo</a:t>
            </a:r>
          </a:p>
        </p:txBody>
      </p:sp>
      <p:sp>
        <p:nvSpPr>
          <p:cNvPr id="364" name="text-347 Mountain">
            <a:extLst xmlns:a="http://schemas.openxmlformats.org/drawingml/2006/main">
              <a:ext uri="{FF2B5EF4-FFF2-40B4-BE49-F238E27FC236}">
                <a16:creationId xmlns:a16="http://schemas.microsoft.com/office/drawing/2014/main" id="{F151DD04-4238-4D16-A244-299F6077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95" y="6129508"/>
            <a:ext cx="560706" cy="19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Mountain</a:t>
            </a:r>
          </a:p>
        </p:txBody>
      </p:sp>
      <p:sp>
        <p:nvSpPr>
          <p:cNvPr id="365" name="text-348 Obs:">
            <a:extLst xmlns:a="http://schemas.openxmlformats.org/drawingml/2006/main">
              <a:ext uri="{FF2B5EF4-FFF2-40B4-BE49-F238E27FC236}">
                <a16:creationId xmlns:a16="http://schemas.microsoft.com/office/drawing/2014/main" id="{F54D1793-3B68-491E-AA0C-1C5B252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2567" y="6303555"/>
            <a:ext cx="323703" cy="219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Obs:</a:t>
            </a:r>
          </a:p>
        </p:txBody>
      </p:sp>
      <p:sp>
        <p:nvSpPr>
          <p:cNvPr id="366" name="text-349 Web">
            <a:extLst xmlns:a="http://schemas.openxmlformats.org/drawingml/2006/main">
              <a:ext uri="{FF2B5EF4-FFF2-40B4-BE49-F238E27FC236}">
                <a16:creationId xmlns:a16="http://schemas.microsoft.com/office/drawing/2014/main" id="{25CFB479-A25A-4269-ACFD-FDD7E09B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639" y="6530196"/>
            <a:ext cx="237374" cy="17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367" name="text-349 page:">
            <a:extLst xmlns:a="http://schemas.openxmlformats.org/drawingml/2006/main">
              <a:ext uri="{FF2B5EF4-FFF2-40B4-BE49-F238E27FC236}">
                <a16:creationId xmlns:a16="http://schemas.microsoft.com/office/drawing/2014/main" id="{3CF9DB14-F8AE-45E9-9070-9DA174C4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2331" y="6535518"/>
            <a:ext cx="287767" cy="164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2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page:</a:t>
            </a:r>
          </a:p>
        </p:txBody>
      </p:sp>
      <p:sp>
        <p:nvSpPr>
          <p:cNvPr id="368" name="text-350 In">
            <a:extLst xmlns:a="http://schemas.openxmlformats.org/drawingml/2006/main">
              <a:ext uri="{FF2B5EF4-FFF2-40B4-BE49-F238E27FC236}">
                <a16:creationId xmlns:a16="http://schemas.microsoft.com/office/drawing/2014/main" id="{782D165B-79CF-4C74-B0F6-71A67057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8417" y="6535153"/>
            <a:ext cx="119028" cy="164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69" name="text-350 Tibetan,">
            <a:extLst xmlns:a="http://schemas.openxmlformats.org/drawingml/2006/main">
              <a:ext uri="{FF2B5EF4-FFF2-40B4-BE49-F238E27FC236}">
                <a16:creationId xmlns:a16="http://schemas.microsoft.com/office/drawing/2014/main" id="{8A2575D7-401F-4243-8492-0D987129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5655" y="6533695"/>
            <a:ext cx="408026" cy="166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Tibetan,</a:t>
            </a:r>
          </a:p>
        </p:txBody>
      </p:sp>
      <p:sp>
        <p:nvSpPr>
          <p:cNvPr id="370" name="text-350 the">
            <a:extLst xmlns:a="http://schemas.openxmlformats.org/drawingml/2006/main">
              <a:ext uri="{FF2B5EF4-FFF2-40B4-BE49-F238E27FC236}">
                <a16:creationId xmlns:a16="http://schemas.microsoft.com/office/drawing/2014/main" id="{75E54D83-E626-4ABA-B361-29A54AE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1629" y="6535856"/>
            <a:ext cx="163692" cy="163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71" name="text-351 term">
            <a:extLst xmlns:a="http://schemas.openxmlformats.org/drawingml/2006/main">
              <a:ext uri="{FF2B5EF4-FFF2-40B4-BE49-F238E27FC236}">
                <a16:creationId xmlns:a16="http://schemas.microsoft.com/office/drawing/2014/main" id="{DCE7CC8F-E858-415C-B522-52E0971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639" y="6671879"/>
            <a:ext cx="235569" cy="16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term</a:t>
            </a:r>
          </a:p>
        </p:txBody>
      </p:sp>
      <p:sp>
        <p:nvSpPr>
          <p:cNvPr id="372" name="text-351 &quot;Zheduo&quot;">
            <a:extLst xmlns:a="http://schemas.openxmlformats.org/drawingml/2006/main">
              <a:ext uri="{FF2B5EF4-FFF2-40B4-BE49-F238E27FC236}">
                <a16:creationId xmlns:a16="http://schemas.microsoft.com/office/drawing/2014/main" id="{85A41A9F-3E7E-4AE6-A5CC-8B4CB0BF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2331" y="6671537"/>
            <a:ext cx="471754" cy="164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"Zheduo"</a:t>
            </a:r>
          </a:p>
        </p:txBody>
      </p:sp>
      <p:sp>
        <p:nvSpPr>
          <p:cNvPr id="373" name="text-351 means">
            <a:extLst xmlns:a="http://schemas.openxmlformats.org/drawingml/2006/main">
              <a:ext uri="{FF2B5EF4-FFF2-40B4-BE49-F238E27FC236}">
                <a16:creationId xmlns:a16="http://schemas.microsoft.com/office/drawing/2014/main" id="{3D3CB663-8FF7-4EE3-91DE-DDA98270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1942" y="6671400"/>
            <a:ext cx="321349" cy="164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means</a:t>
            </a:r>
          </a:p>
        </p:txBody>
      </p:sp>
      <p:sp>
        <p:nvSpPr>
          <p:cNvPr id="374" name="text-352 winding">
            <a:extLst xmlns:a="http://schemas.openxmlformats.org/drawingml/2006/main">
              <a:ext uri="{FF2B5EF4-FFF2-40B4-BE49-F238E27FC236}">
                <a16:creationId xmlns:a16="http://schemas.microsoft.com/office/drawing/2014/main" id="{F0C0C764-8ACC-4A1E-A83E-6B698830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639" y="6812905"/>
            <a:ext cx="397880" cy="163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winding</a:t>
            </a:r>
          </a:p>
        </p:txBody>
      </p:sp>
      <p:sp>
        <p:nvSpPr>
          <p:cNvPr id="375" name="text-352 or">
            <a:extLst xmlns:a="http://schemas.openxmlformats.org/drawingml/2006/main">
              <a:ext uri="{FF2B5EF4-FFF2-40B4-BE49-F238E27FC236}">
                <a16:creationId xmlns:a16="http://schemas.microsoft.com/office/drawing/2014/main" id="{19EB75E9-3BC3-4D87-9E77-C293B87A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30" y="6812361"/>
            <a:ext cx="125586" cy="164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</a:t>
            </a:r>
          </a:p>
        </p:txBody>
      </p:sp>
      <p:sp>
        <p:nvSpPr>
          <p:cNvPr id="376" name="text-352 bent.">
            <a:extLst xmlns:a="http://schemas.openxmlformats.org/drawingml/2006/main">
              <a:ext uri="{FF2B5EF4-FFF2-40B4-BE49-F238E27FC236}">
                <a16:creationId xmlns:a16="http://schemas.microsoft.com/office/drawing/2014/main" id="{BAC7E4F2-686D-44C8-9014-CE0EE6E6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8409" y="6813191"/>
            <a:ext cx="251011" cy="163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bent.</a:t>
            </a:r>
          </a:p>
        </p:txBody>
      </p:sp>
      <p:sp>
        <p:nvSpPr>
          <p:cNvPr id="377" name="text-352 The">
            <a:extLst xmlns:a="http://schemas.openxmlformats.org/drawingml/2006/main">
              <a:ext uri="{FF2B5EF4-FFF2-40B4-BE49-F238E27FC236}">
                <a16:creationId xmlns:a16="http://schemas.microsoft.com/office/drawing/2014/main" id="{EEF5083A-1CBC-4E31-A1C8-DE5FACE2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782" y="6811869"/>
            <a:ext cx="198165" cy="16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378" name="text-353 …">
            <a:extLst xmlns:a="http://schemas.openxmlformats.org/drawingml/2006/main">
              <a:ext uri="{FF2B5EF4-FFF2-40B4-BE49-F238E27FC236}">
                <a16:creationId xmlns:a16="http://schemas.microsoft.com/office/drawing/2014/main" id="{C9BB3514-43B7-458E-AF1F-ACF428CE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3338" y="6812361"/>
            <a:ext cx="125586" cy="164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79" name="path-354">
            <a:extLst xmlns:a="http://schemas.openxmlformats.org/drawingml/2006/main">
              <a:ext uri="{FF2B5EF4-FFF2-40B4-BE49-F238E27FC236}">
                <a16:creationId xmlns:a16="http://schemas.microsoft.com/office/drawing/2014/main" id="{BD7AF3C7-A55C-41C0-B70F-E659ED7E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507" y="5892536"/>
            <a:ext cx="1413431" cy="1216366"/>
          </a:xfrm>
          <a:custGeom xmlns:a="http://schemas.openxmlformats.org/drawingml/2006/main">
            <a:pathLst>
              <a:path w="1413431" h="1216366">
                <a:moveTo>
                  <a:pt x="0" y="105836"/>
                </a:moveTo>
                <a:cubicBezTo>
                  <a:pt x="0" y="47384"/>
                  <a:pt x="47384" y="0"/>
                  <a:pt x="105836" y="0"/>
                </a:cubicBezTo>
                <a:lnTo>
                  <a:pt x="1307595" y="0"/>
                </a:lnTo>
                <a:cubicBezTo>
                  <a:pt x="1366047" y="0"/>
                  <a:pt x="1413431" y="47384"/>
                  <a:pt x="1413431" y="105836"/>
                </a:cubicBezTo>
                <a:lnTo>
                  <a:pt x="1413431" y="1110530"/>
                </a:lnTo>
                <a:cubicBezTo>
                  <a:pt x="1413431" y="1168982"/>
                  <a:pt x="1366047" y="1216366"/>
                  <a:pt x="1307595" y="1216366"/>
                </a:cubicBezTo>
                <a:lnTo>
                  <a:pt x="105836" y="1216366"/>
                </a:lnTo>
                <a:cubicBezTo>
                  <a:pt x="47384" y="1216366"/>
                  <a:pt x="0" y="1168982"/>
                  <a:pt x="0" y="1110530"/>
                </a:cubicBezTo>
                <a:lnTo>
                  <a:pt x="0" y="105836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6159AC"/>
            </a:solidFill>
            <a:prstDash val="solid"/>
          </a:ln>
        </p:spPr>
      </p:sp>
      <p:sp>
        <p:nvSpPr>
          <p:cNvPr id="380" name="text-355 Zoom">
            <a:extLst xmlns:a="http://schemas.openxmlformats.org/drawingml/2006/main">
              <a:ext uri="{FF2B5EF4-FFF2-40B4-BE49-F238E27FC236}">
                <a16:creationId xmlns:a16="http://schemas.microsoft.com/office/drawing/2014/main" id="{5368B98E-37D4-4C37-8D18-E4E7758B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601" y="5913535"/>
            <a:ext cx="402035" cy="219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Zoom</a:t>
            </a:r>
          </a:p>
        </p:txBody>
      </p:sp>
      <p:sp>
        <p:nvSpPr>
          <p:cNvPr id="381" name="text-355 In">
            <a:extLst xmlns:a="http://schemas.openxmlformats.org/drawingml/2006/main">
              <a:ext uri="{FF2B5EF4-FFF2-40B4-BE49-F238E27FC236}">
                <a16:creationId xmlns:a16="http://schemas.microsoft.com/office/drawing/2014/main" id="{FA152935-7E2B-471D-AD80-9443BB74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4133" y="5914350"/>
            <a:ext cx="157719" cy="218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6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82" name="text-356 -">
            <a:extLst xmlns:a="http://schemas.openxmlformats.org/drawingml/2006/main">
              <a:ext uri="{FF2B5EF4-FFF2-40B4-BE49-F238E27FC236}">
                <a16:creationId xmlns:a16="http://schemas.microsoft.com/office/drawing/2014/main" id="{2F95B657-DEF5-4FAD-877F-8443C676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483" y="6091876"/>
            <a:ext cx="80366" cy="21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383" name="text-357 Param:">
            <a:extLst xmlns:a="http://schemas.openxmlformats.org/drawingml/2006/main">
              <a:ext uri="{FF2B5EF4-FFF2-40B4-BE49-F238E27FC236}">
                <a16:creationId xmlns:a16="http://schemas.microsoft.com/office/drawing/2014/main" id="{A99CD6B7-B6F1-4B26-8513-5763A726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020" y="6092385"/>
            <a:ext cx="470585" cy="218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Param:</a:t>
            </a:r>
          </a:p>
        </p:txBody>
      </p:sp>
      <p:sp>
        <p:nvSpPr>
          <p:cNvPr id="384" name="text-359 &lt;Image:">
            <a:extLst xmlns:a="http://schemas.openxmlformats.org/drawingml/2006/main">
              <a:ext uri="{FF2B5EF4-FFF2-40B4-BE49-F238E27FC236}">
                <a16:creationId xmlns:a16="http://schemas.microsoft.com/office/drawing/2014/main" id="{BA8A6CCA-08D2-429D-B435-4A0FBF4E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071" y="6110404"/>
            <a:ext cx="486263" cy="193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85" name="text-359 3&gt;">
            <a:extLst xmlns:a="http://schemas.openxmlformats.org/drawingml/2006/main">
              <a:ext uri="{FF2B5EF4-FFF2-40B4-BE49-F238E27FC236}">
                <a16:creationId xmlns:a16="http://schemas.microsoft.com/office/drawing/2014/main" id="{EB32744D-9096-43EE-B91F-7D7A68B1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1789" y="6111451"/>
            <a:ext cx="170487" cy="192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3&gt;</a:t>
            </a:r>
          </a:p>
        </p:txBody>
      </p:sp>
      <p:sp>
        <p:nvSpPr>
          <p:cNvPr id="386" name="text-360 -">
            <a:extLst xmlns:a="http://schemas.openxmlformats.org/drawingml/2006/main">
              <a:ext uri="{FF2B5EF4-FFF2-40B4-BE49-F238E27FC236}">
                <a16:creationId xmlns:a16="http://schemas.microsoft.com/office/drawing/2014/main" id="{A35A4C1F-8FA9-434B-A125-B5F093F9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483" y="6289199"/>
            <a:ext cx="80366" cy="21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387" name="text-361 Obs">
            <a:extLst xmlns:a="http://schemas.openxmlformats.org/drawingml/2006/main">
              <a:ext uri="{FF2B5EF4-FFF2-40B4-BE49-F238E27FC236}">
                <a16:creationId xmlns:a16="http://schemas.microsoft.com/office/drawing/2014/main" id="{5C578D0C-F298-45AA-AFF3-95D3BAF0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020" y="6289669"/>
            <a:ext cx="279930" cy="218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</a:p>
        </p:txBody>
      </p:sp>
      <p:sp>
        <p:nvSpPr>
          <p:cNvPr id="388" name="text-362 :">
            <a:extLst xmlns:a="http://schemas.openxmlformats.org/drawingml/2006/main">
              <a:ext uri="{FF2B5EF4-FFF2-40B4-BE49-F238E27FC236}">
                <a16:creationId xmlns:a16="http://schemas.microsoft.com/office/drawing/2014/main" id="{D4164A09-AD0B-4714-86D5-6E8B7161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057" y="6289417"/>
            <a:ext cx="71686" cy="21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389" name="text-363 &lt;Image:">
            <a:extLst xmlns:a="http://schemas.openxmlformats.org/drawingml/2006/main">
              <a:ext uri="{FF2B5EF4-FFF2-40B4-BE49-F238E27FC236}">
                <a16:creationId xmlns:a16="http://schemas.microsoft.com/office/drawing/2014/main" id="{6E20FABE-4D8A-4B46-8975-E8CEF136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3337" y="6904391"/>
            <a:ext cx="486263" cy="193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&lt;Image:</a:t>
            </a:r>
          </a:p>
        </p:txBody>
      </p:sp>
      <p:sp>
        <p:nvSpPr>
          <p:cNvPr id="390" name="text-363 4&gt;">
            <a:extLst xmlns:a="http://schemas.openxmlformats.org/drawingml/2006/main">
              <a:ext uri="{FF2B5EF4-FFF2-40B4-BE49-F238E27FC236}">
                <a16:creationId xmlns:a16="http://schemas.microsoft.com/office/drawing/2014/main" id="{43B6C69D-FA07-4FA4-8873-C22225BD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0055" y="6905439"/>
            <a:ext cx="170487" cy="192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4&gt;</a:t>
            </a:r>
          </a:p>
        </p:txBody>
      </p:sp>
      <p:pic>
        <p:nvPic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5DC05E5-A70E-457A-833A-0E141E84B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e72fb909b4ff2"/>
          <a:stretch xmlns:a="http://schemas.openxmlformats.org/drawingml/2006/main"/>
        </p:blipFill>
        <p:spPr>
          <a:xfrm xmlns:a="http://schemas.openxmlformats.org/drawingml/2006/main">
            <a:off x="6163762" y="6097796"/>
            <a:ext cx="1333500" cy="885825"/>
          </a:xfrm>
          <a:prstGeom xmlns:a="http://schemas.openxmlformats.org/drawingml/2006/main" prst="rect">
            <a:avLst/>
          </a:prstGeom>
        </p:spPr>
      </p:pic>
      <p:sp>
        <p:nvSpPr>
          <p:cNvPr id="392" name="text-365 …">
            <a:extLst xmlns:a="http://schemas.openxmlformats.org/drawingml/2006/main">
              <a:ext uri="{FF2B5EF4-FFF2-40B4-BE49-F238E27FC236}">
                <a16:creationId xmlns:a16="http://schemas.microsoft.com/office/drawing/2014/main" id="{51BAACE5-6606-433C-B16F-AB4DDAFA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1211" y="6409915"/>
            <a:ext cx="230995" cy="27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2D89971E-C828-418E-BCDD-1EF6D3E298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7363e0f1c4655"/>
          <a:stretch xmlns:a="http://schemas.openxmlformats.org/drawingml/2006/main"/>
        </p:blipFill>
        <p:spPr>
          <a:xfrm xmlns:a="http://schemas.openxmlformats.org/drawingml/2006/main">
            <a:off x="696412" y="590729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94" name="path-367">
            <a:extLst xmlns:a="http://schemas.openxmlformats.org/drawingml/2006/main">
              <a:ext uri="{FF2B5EF4-FFF2-40B4-BE49-F238E27FC236}">
                <a16:creationId xmlns:a16="http://schemas.microsoft.com/office/drawing/2014/main" id="{BC61CFF6-837A-498C-9821-2980DD6A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63" y="5926549"/>
            <a:ext cx="164436" cy="155627"/>
          </a:xfrm>
          <a:custGeom xmlns:a="http://schemas.openxmlformats.org/drawingml/2006/main">
            <a:pathLst>
              <a:path w="164436" h="155627">
                <a:moveTo>
                  <a:pt x="0" y="0"/>
                </a:moveTo>
                <a:lnTo>
                  <a:pt x="0" y="155627"/>
                </a:lnTo>
                <a:lnTo>
                  <a:pt x="164436" y="155627"/>
                </a:lnTo>
                <a:lnTo>
                  <a:pt x="1644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4472C4"/>
            </a:solidFill>
            <a:prstDash val="dash"/>
          </a:ln>
        </p:spPr>
      </p:sp>
      <p:sp>
        <p:nvSpPr>
          <p:cNvPr id="395" name="text-368 Zoom">
            <a:extLst xmlns:a="http://schemas.openxmlformats.org/drawingml/2006/main">
              <a:ext uri="{FF2B5EF4-FFF2-40B4-BE49-F238E27FC236}">
                <a16:creationId xmlns:a16="http://schemas.microsoft.com/office/drawing/2014/main" id="{BEF4509D-8DA6-4634-8FCE-37C97064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722" y="5904138"/>
            <a:ext cx="402034" cy="219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Zoom</a:t>
            </a:r>
          </a:p>
        </p:txBody>
      </p:sp>
      <p:sp>
        <p:nvSpPr>
          <p:cNvPr id="396" name="text-368 In">
            <a:extLst xmlns:a="http://schemas.openxmlformats.org/drawingml/2006/main">
              <a:ext uri="{FF2B5EF4-FFF2-40B4-BE49-F238E27FC236}">
                <a16:creationId xmlns:a16="http://schemas.microsoft.com/office/drawing/2014/main" id="{AE75B190-AD4F-40FA-BD67-1BCC5D84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254" y="5904952"/>
            <a:ext cx="157720" cy="21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6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397" name="text-369 Visual">
            <a:extLst xmlns:a="http://schemas.openxmlformats.org/drawingml/2006/main">
              <a:ext uri="{FF2B5EF4-FFF2-40B4-BE49-F238E27FC236}">
                <a16:creationId xmlns:a16="http://schemas.microsoft.com/office/drawing/2014/main" id="{DAAEBEF3-5B4F-4DA3-A6D3-1519F70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4635" y="5919470"/>
            <a:ext cx="436906" cy="224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0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</p:txBody>
      </p:sp>
      <p:sp>
        <p:nvSpPr>
          <p:cNvPr id="398" name="text-369 Search">
            <a:extLst xmlns:a="http://schemas.openxmlformats.org/drawingml/2006/main">
              <a:ext uri="{FF2B5EF4-FFF2-40B4-BE49-F238E27FC236}">
                <a16:creationId xmlns:a16="http://schemas.microsoft.com/office/drawing/2014/main" id="{D5EB3151-0472-4C31-B9DE-4214E56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2431" y="5923859"/>
            <a:ext cx="451334" cy="217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5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5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pic>
        <p:nvPic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822FCDA0-729D-46BE-B97D-E36688684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bd1dfc61745d6"/>
          <a:stretch xmlns:a="http://schemas.openxmlformats.org/drawingml/2006/main"/>
        </p:blipFill>
        <p:spPr>
          <a:xfrm xmlns:a="http://schemas.openxmlformats.org/drawingml/2006/main">
            <a:off x="1858462" y="6088271"/>
            <a:ext cx="238125" cy="438150"/>
          </a:xfrm>
          <a:prstGeom xmlns:a="http://schemas.openxmlformats.org/drawingml/2006/main" prst="rect">
            <a:avLst/>
          </a:prstGeom>
        </p:spPr>
      </p:pic>
      <p:pic>
        <p:nvPic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7A2866A9-08F7-43CA-B93A-6D598B47B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0829920784fea"/>
          <a:stretch xmlns:a="http://schemas.openxmlformats.org/drawingml/2006/main"/>
        </p:blipFill>
        <p:spPr>
          <a:xfrm xmlns:a="http://schemas.openxmlformats.org/drawingml/2006/main">
            <a:off x="2287087" y="5907296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8B5EF542-76E6-456B-A94D-089E0340B0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560e18e454bcf"/>
          <a:stretch xmlns:a="http://schemas.openxmlformats.org/drawingml/2006/main"/>
        </p:blipFill>
        <p:spPr>
          <a:xfrm xmlns:a="http://schemas.openxmlformats.org/drawingml/2006/main">
            <a:off x="458287" y="5916821"/>
            <a:ext cx="180975" cy="171450"/>
          </a:xfrm>
          <a:prstGeom xmlns:a="http://schemas.openxmlformats.org/drawingml/2006/main" prst="rect">
            <a:avLst/>
          </a:prstGeom>
        </p:spPr>
      </p:pic>
      <p:sp>
        <p:nvSpPr>
          <p:cNvPr id="402" name="text-373 Param">
            <a:extLst xmlns:a="http://schemas.openxmlformats.org/drawingml/2006/main">
              <a:ext uri="{FF2B5EF4-FFF2-40B4-BE49-F238E27FC236}">
                <a16:creationId xmlns:a16="http://schemas.microsoft.com/office/drawing/2014/main" id="{F69AEFDF-A06B-4B7E-B739-DFCF540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122" y="6139710"/>
            <a:ext cx="439061" cy="22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Param</a:t>
            </a:r>
          </a:p>
        </p:txBody>
      </p:sp>
      <p:sp>
        <p:nvSpPr>
          <p:cNvPr id="403" name="text-374 :">
            <a:extLst xmlns:a="http://schemas.openxmlformats.org/drawingml/2006/main">
              <a:ext uri="{FF2B5EF4-FFF2-40B4-BE49-F238E27FC236}">
                <a16:creationId xmlns:a16="http://schemas.microsoft.com/office/drawing/2014/main" id="{9AB2CD0B-7357-42FE-BB76-18B687CA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657" y="6143774"/>
            <a:ext cx="71686" cy="21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404" name="text-375 &lt;Image">
            <a:extLst xmlns:a="http://schemas.openxmlformats.org/drawingml/2006/main">
              <a:ext uri="{FF2B5EF4-FFF2-40B4-BE49-F238E27FC236}">
                <a16:creationId xmlns:a16="http://schemas.microsoft.com/office/drawing/2014/main" id="{CE452826-2D29-436D-91F3-0DBCC8C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877" y="6157301"/>
            <a:ext cx="463325" cy="200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&lt;Image</a:t>
            </a:r>
          </a:p>
        </p:txBody>
      </p:sp>
      <p:sp>
        <p:nvSpPr>
          <p:cNvPr id="405" name="text-376 :">
            <a:extLst xmlns:a="http://schemas.openxmlformats.org/drawingml/2006/main">
              <a:ext uri="{FF2B5EF4-FFF2-40B4-BE49-F238E27FC236}">
                <a16:creationId xmlns:a16="http://schemas.microsoft.com/office/drawing/2014/main" id="{7F6D1EBF-C8A4-4F2A-B4D6-B5889491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624" y="6163039"/>
            <a:ext cx="62780" cy="192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406" name="text-377 0">
            <a:extLst xmlns:a="http://schemas.openxmlformats.org/drawingml/2006/main">
              <a:ext uri="{FF2B5EF4-FFF2-40B4-BE49-F238E27FC236}">
                <a16:creationId xmlns:a16="http://schemas.microsoft.com/office/drawing/2014/main" id="{157AE7CD-A664-4791-A96A-DE7F7D1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966" y="6163219"/>
            <a:ext cx="93191" cy="19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07" name="text-378 &gt;">
            <a:extLst xmlns:a="http://schemas.openxmlformats.org/drawingml/2006/main">
              <a:ext uri="{FF2B5EF4-FFF2-40B4-BE49-F238E27FC236}">
                <a16:creationId xmlns:a16="http://schemas.microsoft.com/office/drawing/2014/main" id="{A208B5E3-CDDC-497D-B5A5-DB4F19D3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320" y="6163222"/>
            <a:ext cx="101955" cy="191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&gt;</a:t>
            </a:r>
          </a:p>
        </p:txBody>
      </p:sp>
      <p:sp>
        <p:nvSpPr>
          <p:cNvPr id="408" name="text-379 Obs:">
            <a:extLst xmlns:a="http://schemas.openxmlformats.org/drawingml/2006/main">
              <a:ext uri="{FF2B5EF4-FFF2-40B4-BE49-F238E27FC236}">
                <a16:creationId xmlns:a16="http://schemas.microsoft.com/office/drawing/2014/main" id="{5F4E2977-C422-44EC-A0A7-7E1AC5DC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122" y="6317650"/>
            <a:ext cx="323703" cy="219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Obs:</a:t>
            </a:r>
          </a:p>
        </p:txBody>
      </p:sp>
      <p:pic>
        <p:nvPic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D80C70C8-9B34-486B-8DA2-499609190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ec9717d834673"/>
          <a:stretch xmlns:a="http://schemas.openxmlformats.org/drawingml/2006/main"/>
        </p:blipFill>
        <p:spPr>
          <a:xfrm xmlns:a="http://schemas.openxmlformats.org/drawingml/2006/main">
            <a:off x="296362" y="6097796"/>
            <a:ext cx="238125" cy="428625"/>
          </a:xfrm>
          <a:prstGeom xmlns:a="http://schemas.openxmlformats.org/drawingml/2006/main" prst="rect">
            <a:avLst/>
          </a:prstGeom>
        </p:spPr>
      </p:pic>
      <p:pic>
        <p:nvPic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2008186C-153E-442D-B0D7-6A93D1DC7F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51cfa895646d7"/>
          <a:stretch xmlns:a="http://schemas.openxmlformats.org/drawingml/2006/main"/>
        </p:blipFill>
        <p:spPr>
          <a:xfrm xmlns:a="http://schemas.openxmlformats.org/drawingml/2006/main">
            <a:off x="2077537" y="5907296"/>
            <a:ext cx="200025" cy="219075"/>
          </a:xfrm>
          <a:prstGeom xmlns:a="http://schemas.openxmlformats.org/drawingml/2006/main" prst="rect">
            <a:avLst/>
          </a:prstGeom>
        </p:spPr>
      </p:pic>
      <p:pic>
        <p:nvPic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049AB939-A0FB-44D4-8FF6-33A12E9D3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2b62a01414d4d"/>
          <a:stretch xmlns:a="http://schemas.openxmlformats.org/drawingml/2006/main"/>
        </p:blipFill>
        <p:spPr>
          <a:xfrm xmlns:a="http://schemas.openxmlformats.org/drawingml/2006/main">
            <a:off x="4163512" y="5907296"/>
            <a:ext cx="238125" cy="238125"/>
          </a:xfrm>
          <a:prstGeom xmlns:a="http://schemas.openxmlformats.org/drawingml/2006/main" prst="rect">
            <a:avLst/>
          </a:prstGeom>
        </p:spPr>
      </p:pic>
      <p:pic>
        <p:nvPic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9C97BF24-D969-415B-B9F9-05B95E075B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d4f6a89f74283"/>
          <a:stretch xmlns:a="http://schemas.openxmlformats.org/drawingml/2006/main"/>
        </p:blipFill>
        <p:spPr>
          <a:xfrm xmlns:a="http://schemas.openxmlformats.org/drawingml/2006/main">
            <a:off x="3963487" y="5916821"/>
            <a:ext cx="209550" cy="219075"/>
          </a:xfrm>
          <a:prstGeom xmlns:a="http://schemas.openxmlformats.org/drawingml/2006/main" prst="rect">
            <a:avLst/>
          </a:prstGeom>
        </p:spPr>
      </p:pic>
      <p:pic>
        <p:nvPic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96D76837-CCE9-4DA7-B030-14684E4605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ea193fb1b45b3"/>
          <a:stretch xmlns:a="http://schemas.openxmlformats.org/drawingml/2006/main"/>
        </p:blipFill>
        <p:spPr>
          <a:xfrm xmlns:a="http://schemas.openxmlformats.org/drawingml/2006/main">
            <a:off x="5982787" y="591682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14" name="path-385">
            <a:extLst xmlns:a="http://schemas.openxmlformats.org/drawingml/2006/main">
              <a:ext uri="{FF2B5EF4-FFF2-40B4-BE49-F238E27FC236}">
                <a16:creationId xmlns:a16="http://schemas.microsoft.com/office/drawing/2014/main" id="{83CD74CB-B3BB-47AA-B686-31F052B0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002" y="5936755"/>
            <a:ext cx="162477" cy="153669"/>
          </a:xfrm>
          <a:custGeom xmlns:a="http://schemas.openxmlformats.org/drawingml/2006/main">
            <a:pathLst>
              <a:path w="162477" h="153669">
                <a:moveTo>
                  <a:pt x="0" y="0"/>
                </a:moveTo>
                <a:lnTo>
                  <a:pt x="0" y="153669"/>
                </a:lnTo>
                <a:lnTo>
                  <a:pt x="162477" y="153669"/>
                </a:lnTo>
                <a:lnTo>
                  <a:pt x="16247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576">
            <a:solidFill>
              <a:srgbClr val="4472C4"/>
            </a:solidFill>
            <a:prstDash val="dash"/>
          </a:ln>
        </p:spPr>
      </p:sp>
      <p:pic>
        <p:nvPic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AA08BE0F-B4F0-4B23-BD02-5E6CA2501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5889f8a2f456f"/>
          <a:stretch xmlns:a="http://schemas.openxmlformats.org/drawingml/2006/main"/>
        </p:blipFill>
        <p:spPr>
          <a:xfrm xmlns:a="http://schemas.openxmlformats.org/drawingml/2006/main">
            <a:off x="5754187" y="5907296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8C69A73B-48A9-4BA4-92C8-607FFD792B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e889afed94d03"/>
          <a:stretch xmlns:a="http://schemas.openxmlformats.org/drawingml/2006/main"/>
        </p:blipFill>
        <p:spPr>
          <a:xfrm xmlns:a="http://schemas.openxmlformats.org/drawingml/2006/main">
            <a:off x="14564812" y="2849771"/>
            <a:ext cx="771525" cy="685800"/>
          </a:xfrm>
          <a:prstGeom xmlns:a="http://schemas.openxmlformats.org/drawingml/2006/main" prst="rect">
            <a:avLst/>
          </a:prstGeom>
        </p:spPr>
      </p:pic>
      <p:pic>
        <p:nvPic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4BE35C87-639C-44B7-8FD8-06869F015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501a521044122"/>
          <a:stretch xmlns:a="http://schemas.openxmlformats.org/drawingml/2006/main"/>
        </p:blipFill>
        <p:spPr>
          <a:xfrm xmlns:a="http://schemas.openxmlformats.org/drawingml/2006/main">
            <a:off x="14564812" y="2849771"/>
            <a:ext cx="771525" cy="685800"/>
          </a:xfrm>
          <a:prstGeom xmlns:a="http://schemas.openxmlformats.org/drawingml/2006/main" prst="rect">
            <a:avLst/>
          </a:prstGeom>
        </p:spPr>
      </p:pic>
      <p:pic>
        <p:nvPic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535C2805-7516-4B54-8C15-2EB915ADF8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4f0eec54e4346"/>
          <a:stretch xmlns:a="http://schemas.openxmlformats.org/drawingml/2006/main"/>
        </p:blipFill>
        <p:spPr>
          <a:xfrm xmlns:a="http://schemas.openxmlformats.org/drawingml/2006/main">
            <a:off x="14564812" y="2849771"/>
            <a:ext cx="771525" cy="685800"/>
          </a:xfrm>
          <a:prstGeom xmlns:a="http://schemas.openxmlformats.org/drawingml/2006/main" prst="rect">
            <a:avLst/>
          </a:prstGeom>
        </p:spPr>
      </p:pic>
      <p:pic>
        <p:nvPic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5B3FACDE-89A8-437C-88E9-35C45F48F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9c4a1948448bc"/>
          <a:stretch xmlns:a="http://schemas.openxmlformats.org/drawingml/2006/main"/>
        </p:blipFill>
        <p:spPr>
          <a:xfrm xmlns:a="http://schemas.openxmlformats.org/drawingml/2006/main">
            <a:off x="10278562" y="5907296"/>
            <a:ext cx="1362075" cy="885825"/>
          </a:xfrm>
          <a:prstGeom xmlns:a="http://schemas.openxmlformats.org/drawingml/2006/main" prst="rect">
            <a:avLst/>
          </a:prstGeom>
        </p:spPr>
      </p:pic>
      <p:pic>
        <p:nvPic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13527E97-259B-4804-A5A5-F8F099E622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d421bfb5248da"/>
          <a:stretch xmlns:a="http://schemas.openxmlformats.org/drawingml/2006/main"/>
        </p:blipFill>
        <p:spPr>
          <a:xfrm xmlns:a="http://schemas.openxmlformats.org/drawingml/2006/main">
            <a:off x="10278562" y="5907296"/>
            <a:ext cx="1362075" cy="885825"/>
          </a:xfrm>
          <a:prstGeom xmlns:a="http://schemas.openxmlformats.org/drawingml/2006/main" prst="rect">
            <a:avLst/>
          </a:prstGeom>
        </p:spPr>
      </p:pic>
      <p:pic>
        <p:nvPic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4D9D5B89-C293-4B6E-8BDD-8661F0166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2edcb0a05422a"/>
          <a:stretch xmlns:a="http://schemas.openxmlformats.org/drawingml/2006/main"/>
        </p:blipFill>
        <p:spPr>
          <a:xfrm xmlns:a="http://schemas.openxmlformats.org/drawingml/2006/main">
            <a:off x="10278562" y="5907296"/>
            <a:ext cx="1362075" cy="885825"/>
          </a:xfrm>
          <a:prstGeom xmlns:a="http://schemas.openxmlformats.org/drawingml/2006/main" prst="rect">
            <a:avLst/>
          </a:prstGeom>
        </p:spPr>
      </p:pic>
      <p:pic>
        <p:nvPic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B834CEC5-D1BE-4F79-B159-B89A4D5CC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5434349274035"/>
          <a:stretch xmlns:a="http://schemas.openxmlformats.org/drawingml/2006/main"/>
        </p:blipFill>
        <p:spPr>
          <a:xfrm xmlns:a="http://schemas.openxmlformats.org/drawingml/2006/main">
            <a:off x="7449637" y="659021"/>
            <a:ext cx="8391525" cy="1638300"/>
          </a:xfrm>
          <a:prstGeom xmlns:a="http://schemas.openxmlformats.org/drawingml/2006/main" prst="rect">
            <a:avLst/>
          </a:prstGeom>
        </p:spPr>
      </p:pic>
      <p:sp>
        <p:nvSpPr>
          <p:cNvPr id="423" name="path-394">
            <a:extLst xmlns:a="http://schemas.openxmlformats.org/drawingml/2006/main">
              <a:ext uri="{FF2B5EF4-FFF2-40B4-BE49-F238E27FC236}">
                <a16:creationId xmlns:a16="http://schemas.microsoft.com/office/drawing/2014/main" id="{6E9A2988-A7B1-40B9-B171-FDBE3A1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464" y="715388"/>
            <a:ext cx="8200448" cy="1445278"/>
          </a:xfrm>
          <a:custGeom xmlns:a="http://schemas.openxmlformats.org/drawingml/2006/main">
            <a:pathLst>
              <a:path w="8200448" h="1445278">
                <a:moveTo>
                  <a:pt x="0" y="68742"/>
                </a:moveTo>
                <a:cubicBezTo>
                  <a:pt x="0" y="30776"/>
                  <a:pt x="30775" y="0"/>
                  <a:pt x="68741" y="0"/>
                </a:cubicBezTo>
                <a:lnTo>
                  <a:pt x="8131709" y="0"/>
                </a:lnTo>
                <a:cubicBezTo>
                  <a:pt x="8169673" y="0"/>
                  <a:pt x="8200448" y="30776"/>
                  <a:pt x="8200448" y="68742"/>
                </a:cubicBezTo>
                <a:lnTo>
                  <a:pt x="8200448" y="1376538"/>
                </a:lnTo>
                <a:cubicBezTo>
                  <a:pt x="8200448" y="1414501"/>
                  <a:pt x="8169673" y="1445278"/>
                  <a:pt x="8131709" y="1445278"/>
                </a:cubicBezTo>
                <a:lnTo>
                  <a:pt x="68741" y="1445278"/>
                </a:lnTo>
                <a:cubicBezTo>
                  <a:pt x="30775" y="1445278"/>
                  <a:pt x="0" y="1414501"/>
                  <a:pt x="0" y="1376538"/>
                </a:cubicBezTo>
                <a:lnTo>
                  <a:pt x="0" y="687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395">
            <a:extLst xmlns:a="http://schemas.openxmlformats.org/drawingml/2006/main">
              <a:ext uri="{FF2B5EF4-FFF2-40B4-BE49-F238E27FC236}">
                <a16:creationId xmlns:a16="http://schemas.microsoft.com/office/drawing/2014/main" id="{CFE84B50-A428-4331-B128-940DF6D9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464" y="715388"/>
            <a:ext cx="8200450" cy="1445278"/>
          </a:xfrm>
          <a:custGeom xmlns:a="http://schemas.openxmlformats.org/drawingml/2006/main">
            <a:pathLst>
              <a:path w="8200450" h="1445278">
                <a:moveTo>
                  <a:pt x="0" y="68741"/>
                </a:moveTo>
                <a:cubicBezTo>
                  <a:pt x="0" y="30776"/>
                  <a:pt x="30776" y="0"/>
                  <a:pt x="68741" y="0"/>
                </a:cubicBezTo>
                <a:lnTo>
                  <a:pt x="8131709" y="0"/>
                </a:lnTo>
                <a:cubicBezTo>
                  <a:pt x="8169673" y="0"/>
                  <a:pt x="8200450" y="30776"/>
                  <a:pt x="8200450" y="68741"/>
                </a:cubicBezTo>
                <a:lnTo>
                  <a:pt x="8200450" y="1376537"/>
                </a:lnTo>
                <a:cubicBezTo>
                  <a:pt x="8200450" y="1414502"/>
                  <a:pt x="8169673" y="1445278"/>
                  <a:pt x="8131709" y="1445278"/>
                </a:cubicBezTo>
                <a:lnTo>
                  <a:pt x="68741" y="1445278"/>
                </a:lnTo>
                <a:cubicBezTo>
                  <a:pt x="30776" y="1445278"/>
                  <a:pt x="0" y="1414502"/>
                  <a:pt x="0" y="1376537"/>
                </a:cubicBezTo>
                <a:lnTo>
                  <a:pt x="0" y="68741"/>
                </a:lnTo>
              </a:path>
            </a:pathLst>
          </a:custGeom>
          <a:noFill xmlns:a="http://schemas.openxmlformats.org/drawingml/2006/main"/>
          <a:ln xmlns:a="http://schemas.openxmlformats.org/drawingml/2006/main" w="14682">
            <a:solidFill>
              <a:srgbClr val="D9D9D9"/>
            </a:solidFill>
            <a:prstDash val="solid"/>
          </a:ln>
        </p:spPr>
      </p:sp>
      <p:pic>
        <p:nvPic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94F4AC8-CA2F-4448-80F3-6A6A3E327A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1011dd32d4806"/>
          <a:stretch xmlns:a="http://schemas.openxmlformats.org/drawingml/2006/main"/>
        </p:blipFill>
        <p:spPr>
          <a:xfrm xmlns:a="http://schemas.openxmlformats.org/drawingml/2006/main">
            <a:off x="10211887" y="659021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26" name="text-397 Rubric">
            <a:extLst xmlns:a="http://schemas.openxmlformats.org/drawingml/2006/main">
              <a:ext uri="{FF2B5EF4-FFF2-40B4-BE49-F238E27FC236}">
                <a16:creationId xmlns:a16="http://schemas.microsoft.com/office/drawing/2014/main" id="{6074E7B8-B167-42C5-809B-0088A20A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9720" y="775977"/>
            <a:ext cx="684631" cy="30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Rubric</a:t>
            </a:r>
          </a:p>
        </p:txBody>
      </p:sp>
      <p:sp>
        <p:nvSpPr>
          <p:cNvPr id="427" name="text-398 -">
            <a:extLst xmlns:a="http://schemas.openxmlformats.org/drawingml/2006/main">
              <a:ext uri="{FF2B5EF4-FFF2-40B4-BE49-F238E27FC236}">
                <a16:creationId xmlns:a16="http://schemas.microsoft.com/office/drawing/2014/main" id="{92B1451C-7837-447C-B8F1-A3DDE655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5717" y="775822"/>
            <a:ext cx="110510" cy="30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7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28" name="text-399 Guided">
            <a:extLst xmlns:a="http://schemas.openxmlformats.org/drawingml/2006/main">
              <a:ext uri="{FF2B5EF4-FFF2-40B4-BE49-F238E27FC236}">
                <a16:creationId xmlns:a16="http://schemas.microsoft.com/office/drawing/2014/main" id="{11C40AD3-6895-4B7D-B88B-C21B2298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6681" y="776599"/>
            <a:ext cx="718758" cy="300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1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1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1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Guided</a:t>
            </a:r>
          </a:p>
        </p:txBody>
      </p:sp>
      <p:sp>
        <p:nvSpPr>
          <p:cNvPr id="429" name="text-399 Optimization">
            <a:extLst xmlns:a="http://schemas.openxmlformats.org/drawingml/2006/main">
              <a:ext uri="{FF2B5EF4-FFF2-40B4-BE49-F238E27FC236}">
                <a16:creationId xmlns:a16="http://schemas.microsoft.com/office/drawing/2014/main" id="{528EBFF2-B4CB-4F7D-85EE-B1048AF8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20748" y="777119"/>
            <a:ext cx="1252064" cy="29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7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7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7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  <p:sp>
        <p:nvSpPr>
          <p:cNvPr id="430" name="path-400">
            <a:extLst xmlns:a="http://schemas.openxmlformats.org/drawingml/2006/main">
              <a:ext uri="{FF2B5EF4-FFF2-40B4-BE49-F238E27FC236}">
                <a16:creationId xmlns:a16="http://schemas.microsoft.com/office/drawing/2014/main" id="{7A65261C-239D-4FA5-8C59-2F02E5DC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618" y="1105325"/>
            <a:ext cx="4042639" cy="983118"/>
          </a:xfrm>
          <a:custGeom xmlns:a="http://schemas.openxmlformats.org/drawingml/2006/main">
            <a:pathLst>
              <a:path w="4042639" h="983118">
                <a:moveTo>
                  <a:pt x="0" y="85540"/>
                </a:moveTo>
                <a:cubicBezTo>
                  <a:pt x="0" y="38298"/>
                  <a:pt x="38298" y="0"/>
                  <a:pt x="85539" y="0"/>
                </a:cubicBezTo>
                <a:lnTo>
                  <a:pt x="3957101" y="0"/>
                </a:lnTo>
                <a:cubicBezTo>
                  <a:pt x="4004344" y="0"/>
                  <a:pt x="4042639" y="38298"/>
                  <a:pt x="4042639" y="85540"/>
                </a:cubicBezTo>
                <a:lnTo>
                  <a:pt x="4042639" y="897579"/>
                </a:lnTo>
                <a:cubicBezTo>
                  <a:pt x="4042639" y="944821"/>
                  <a:pt x="4004344" y="983118"/>
                  <a:pt x="3957101" y="983118"/>
                </a:cubicBezTo>
                <a:lnTo>
                  <a:pt x="85539" y="983118"/>
                </a:lnTo>
                <a:cubicBezTo>
                  <a:pt x="38298" y="983118"/>
                  <a:pt x="0" y="944821"/>
                  <a:pt x="0" y="897579"/>
                </a:cubicBezTo>
                <a:lnTo>
                  <a:pt x="0" y="85540"/>
                </a:lnTo>
              </a:path>
            </a:pathLst>
          </a:custGeom>
          <a:solidFill xmlns:a="http://schemas.openxmlformats.org/drawingml/2006/main">
            <a:srgbClr val="F6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path-401">
            <a:extLst xmlns:a="http://schemas.openxmlformats.org/drawingml/2006/main">
              <a:ext uri="{FF2B5EF4-FFF2-40B4-BE49-F238E27FC236}">
                <a16:creationId xmlns:a16="http://schemas.microsoft.com/office/drawing/2014/main" id="{82846B16-4947-4C24-A502-45A8A4C8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618" y="1105325"/>
            <a:ext cx="4042639" cy="983118"/>
          </a:xfrm>
          <a:custGeom xmlns:a="http://schemas.openxmlformats.org/drawingml/2006/main">
            <a:pathLst>
              <a:path w="4042639" h="983118">
                <a:moveTo>
                  <a:pt x="0" y="85539"/>
                </a:moveTo>
                <a:cubicBezTo>
                  <a:pt x="0" y="38297"/>
                  <a:pt x="38297" y="0"/>
                  <a:pt x="85539" y="0"/>
                </a:cubicBezTo>
                <a:lnTo>
                  <a:pt x="3957101" y="0"/>
                </a:lnTo>
                <a:cubicBezTo>
                  <a:pt x="4004343" y="0"/>
                  <a:pt x="4042639" y="38297"/>
                  <a:pt x="4042639" y="85539"/>
                </a:cubicBezTo>
                <a:lnTo>
                  <a:pt x="4042639" y="897579"/>
                </a:lnTo>
                <a:cubicBezTo>
                  <a:pt x="4042639" y="944821"/>
                  <a:pt x="4004343" y="983118"/>
                  <a:pt x="3957101" y="983118"/>
                </a:cubicBezTo>
                <a:lnTo>
                  <a:pt x="85539" y="983118"/>
                </a:lnTo>
                <a:cubicBezTo>
                  <a:pt x="38297" y="983118"/>
                  <a:pt x="0" y="944821"/>
                  <a:pt x="0" y="897579"/>
                </a:cubicBezTo>
                <a:lnTo>
                  <a:pt x="0" y="85539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7030A0"/>
            </a:solidFill>
            <a:prstDash val="solid"/>
          </a:ln>
        </p:spPr>
      </p:sp>
      <p:pic>
        <p:nvPic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B252EADB-5DF0-44D5-8E01-A15CB90CA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40d826b104e95"/>
          <a:stretch xmlns:a="http://schemas.openxmlformats.org/drawingml/2006/main"/>
        </p:blipFill>
        <p:spPr>
          <a:xfrm xmlns:a="http://schemas.openxmlformats.org/drawingml/2006/main">
            <a:off x="7983037" y="1001921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433" name="text-403 SFT">
            <a:extLst xmlns:a="http://schemas.openxmlformats.org/drawingml/2006/main">
              <a:ext uri="{FF2B5EF4-FFF2-40B4-BE49-F238E27FC236}">
                <a16:creationId xmlns:a16="http://schemas.microsoft.com/office/drawing/2014/main" id="{DF5B4C40-067F-4170-AE93-91F42096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919" y="1696597"/>
            <a:ext cx="410142" cy="301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SFT</a:t>
            </a:r>
          </a:p>
        </p:txBody>
      </p:sp>
      <p:sp>
        <p:nvSpPr>
          <p:cNvPr id="434" name="text-403 Mode">
            <a:extLst xmlns:a="http://schemas.openxmlformats.org/drawingml/2006/main">
              <a:ext uri="{FF2B5EF4-FFF2-40B4-BE49-F238E27FC236}">
                <a16:creationId xmlns:a16="http://schemas.microsoft.com/office/drawing/2014/main" id="{C3C2152F-1B88-4237-B3D1-C3C5C93F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0674" y="1697021"/>
            <a:ext cx="540515" cy="301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</a:t>
            </a:r>
          </a:p>
        </p:txBody>
      </p:sp>
      <p:sp>
        <p:nvSpPr>
          <p:cNvPr id="435" name="text-404 -">
            <a:extLst xmlns:a="http://schemas.openxmlformats.org/drawingml/2006/main">
              <a:ext uri="{FF2B5EF4-FFF2-40B4-BE49-F238E27FC236}">
                <a16:creationId xmlns:a16="http://schemas.microsoft.com/office/drawing/2014/main" id="{36BE2A22-F82C-499B-A717-910C3DD6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0870" y="1185471"/>
            <a:ext cx="100445" cy="27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36" name="text-405 Information">
            <a:extLst xmlns:a="http://schemas.openxmlformats.org/drawingml/2006/main">
              <a:ext uri="{FF2B5EF4-FFF2-40B4-BE49-F238E27FC236}">
                <a16:creationId xmlns:a16="http://schemas.microsoft.com/office/drawing/2014/main" id="{796C3CAC-6AD8-480E-9ED3-DFAFECD0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5142" y="1185081"/>
            <a:ext cx="972510" cy="27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Information</a:t>
            </a:r>
          </a:p>
        </p:txBody>
      </p:sp>
      <p:sp>
        <p:nvSpPr>
          <p:cNvPr id="437" name="text-405 Complexity">
            <a:extLst xmlns:a="http://schemas.openxmlformats.org/drawingml/2006/main">
              <a:ext uri="{FF2B5EF4-FFF2-40B4-BE49-F238E27FC236}">
                <a16:creationId xmlns:a16="http://schemas.microsoft.com/office/drawing/2014/main" id="{070B18D2-2694-4E79-9E77-F29C890F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1265" y="1185945"/>
            <a:ext cx="957674" cy="27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Complexity</a:t>
            </a:r>
          </a:p>
        </p:txBody>
      </p:sp>
      <p:sp>
        <p:nvSpPr>
          <p:cNvPr id="438" name="text-406 -">
            <a:extLst xmlns:a="http://schemas.openxmlformats.org/drawingml/2006/main">
              <a:ext uri="{FF2B5EF4-FFF2-40B4-BE49-F238E27FC236}">
                <a16:creationId xmlns:a16="http://schemas.microsoft.com/office/drawing/2014/main" id="{3CDCAFFE-405F-43D0-A53F-C741BF23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0870" y="1401587"/>
            <a:ext cx="100445" cy="27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39" name="text-407 Tool">
            <a:extLst xmlns:a="http://schemas.openxmlformats.org/drawingml/2006/main">
              <a:ext uri="{FF2B5EF4-FFF2-40B4-BE49-F238E27FC236}">
                <a16:creationId xmlns:a16="http://schemas.microsoft.com/office/drawing/2014/main" id="{E4DABDE5-CEF3-4601-9787-523BDBCC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5142" y="1393947"/>
            <a:ext cx="406676" cy="28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</a:t>
            </a:r>
          </a:p>
        </p:txBody>
      </p:sp>
      <p:sp>
        <p:nvSpPr>
          <p:cNvPr id="440" name="text-407 Usage">
            <a:extLst xmlns:a="http://schemas.openxmlformats.org/drawingml/2006/main">
              <a:ext uri="{FF2B5EF4-FFF2-40B4-BE49-F238E27FC236}">
                <a16:creationId xmlns:a16="http://schemas.microsoft.com/office/drawing/2014/main" id="{85A85BE2-7F9E-42A3-A2E6-7D4AC451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571" y="1401088"/>
            <a:ext cx="525980" cy="274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Usage</a:t>
            </a:r>
          </a:p>
        </p:txBody>
      </p:sp>
      <p:sp>
        <p:nvSpPr>
          <p:cNvPr id="441" name="text-407 Quality">
            <a:extLst xmlns:a="http://schemas.openxmlformats.org/drawingml/2006/main">
              <a:ext uri="{FF2B5EF4-FFF2-40B4-BE49-F238E27FC236}">
                <a16:creationId xmlns:a16="http://schemas.microsoft.com/office/drawing/2014/main" id="{CC4C1D70-19C8-4E6E-A328-12F5FCEB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4349" y="1401617"/>
            <a:ext cx="622519" cy="27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Quality</a:t>
            </a:r>
          </a:p>
        </p:txBody>
      </p:sp>
      <p:sp>
        <p:nvSpPr>
          <p:cNvPr id="442" name="text-408 -">
            <a:extLst xmlns:a="http://schemas.openxmlformats.org/drawingml/2006/main">
              <a:ext uri="{FF2B5EF4-FFF2-40B4-BE49-F238E27FC236}">
                <a16:creationId xmlns:a16="http://schemas.microsoft.com/office/drawing/2014/main" id="{0AA443F0-E6EE-4DA5-B12D-0F1AA533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0870" y="1617702"/>
            <a:ext cx="100445" cy="27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43" name="text-409 Tool">
            <a:extLst xmlns:a="http://schemas.openxmlformats.org/drawingml/2006/main">
              <a:ext uri="{FF2B5EF4-FFF2-40B4-BE49-F238E27FC236}">
                <a16:creationId xmlns:a16="http://schemas.microsoft.com/office/drawing/2014/main" id="{85487A99-BD71-4E61-928F-985EC50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5142" y="1610062"/>
            <a:ext cx="406676" cy="28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</a:t>
            </a:r>
          </a:p>
        </p:txBody>
      </p:sp>
      <p:sp>
        <p:nvSpPr>
          <p:cNvPr id="444" name="text-409 Pattern">
            <a:extLst xmlns:a="http://schemas.openxmlformats.org/drawingml/2006/main">
              <a:ext uri="{FF2B5EF4-FFF2-40B4-BE49-F238E27FC236}">
                <a16:creationId xmlns:a16="http://schemas.microsoft.com/office/drawing/2014/main" id="{980B217D-385C-485D-855A-7664657C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571" y="1617424"/>
            <a:ext cx="590765" cy="274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Pattern</a:t>
            </a:r>
          </a:p>
        </p:txBody>
      </p:sp>
      <p:sp>
        <p:nvSpPr>
          <p:cNvPr id="445" name="text-409 Diversity">
            <a:extLst xmlns:a="http://schemas.openxmlformats.org/drawingml/2006/main">
              <a:ext uri="{FF2B5EF4-FFF2-40B4-BE49-F238E27FC236}">
                <a16:creationId xmlns:a16="http://schemas.microsoft.com/office/drawing/2014/main" id="{9ED31A0C-AD70-4280-ADA4-C2878D9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7969" y="1617594"/>
            <a:ext cx="764469" cy="274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Diversity</a:t>
            </a:r>
          </a:p>
        </p:txBody>
      </p:sp>
      <p:sp>
        <p:nvSpPr>
          <p:cNvPr id="446" name="text-410 -">
            <a:extLst xmlns:a="http://schemas.openxmlformats.org/drawingml/2006/main">
              <a:ext uri="{FF2B5EF4-FFF2-40B4-BE49-F238E27FC236}">
                <a16:creationId xmlns:a16="http://schemas.microsoft.com/office/drawing/2014/main" id="{D7A94712-7FFB-4E67-AC1F-532EC4C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0870" y="1829119"/>
            <a:ext cx="100445" cy="27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47" name="text-411 …">
            <a:extLst xmlns:a="http://schemas.openxmlformats.org/drawingml/2006/main">
              <a:ext uri="{FF2B5EF4-FFF2-40B4-BE49-F238E27FC236}">
                <a16:creationId xmlns:a16="http://schemas.microsoft.com/office/drawing/2014/main" id="{20C88EBE-B4BD-49DF-BFAA-51375842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5142" y="1829213"/>
            <a:ext cx="230995" cy="27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48" name="path-412">
            <a:extLst xmlns:a="http://schemas.openxmlformats.org/drawingml/2006/main">
              <a:ext uri="{FF2B5EF4-FFF2-40B4-BE49-F238E27FC236}">
                <a16:creationId xmlns:a16="http://schemas.microsoft.com/office/drawing/2014/main" id="{62D597AF-D484-44A2-BF34-42AEC52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112" y="1090859"/>
            <a:ext cx="3737761" cy="1010360"/>
          </a:xfrm>
          <a:custGeom xmlns:a="http://schemas.openxmlformats.org/drawingml/2006/main">
            <a:pathLst>
              <a:path w="3737761" h="1010360">
                <a:moveTo>
                  <a:pt x="0" y="87914"/>
                </a:moveTo>
                <a:cubicBezTo>
                  <a:pt x="0" y="39361"/>
                  <a:pt x="39361" y="0"/>
                  <a:pt x="87913" y="0"/>
                </a:cubicBezTo>
                <a:lnTo>
                  <a:pt x="3649848" y="0"/>
                </a:lnTo>
                <a:cubicBezTo>
                  <a:pt x="3698402" y="0"/>
                  <a:pt x="3737761" y="39361"/>
                  <a:pt x="3737761" y="87914"/>
                </a:cubicBezTo>
                <a:lnTo>
                  <a:pt x="3737761" y="922448"/>
                </a:lnTo>
                <a:cubicBezTo>
                  <a:pt x="3737761" y="971001"/>
                  <a:pt x="3698402" y="1010360"/>
                  <a:pt x="3649848" y="1010360"/>
                </a:cubicBezTo>
                <a:lnTo>
                  <a:pt x="87913" y="1010360"/>
                </a:lnTo>
                <a:cubicBezTo>
                  <a:pt x="39361" y="1010360"/>
                  <a:pt x="0" y="971001"/>
                  <a:pt x="0" y="922448"/>
                </a:cubicBezTo>
                <a:lnTo>
                  <a:pt x="0" y="87914"/>
                </a:lnTo>
              </a:path>
            </a:pathLst>
          </a:cu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13">
            <a:extLst xmlns:a="http://schemas.openxmlformats.org/drawingml/2006/main">
              <a:ext uri="{FF2B5EF4-FFF2-40B4-BE49-F238E27FC236}">
                <a16:creationId xmlns:a16="http://schemas.microsoft.com/office/drawing/2014/main" id="{C38A0BBD-1BAB-467C-A970-CAB039D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112" y="1090859"/>
            <a:ext cx="3737762" cy="1010361"/>
          </a:xfrm>
          <a:custGeom xmlns:a="http://schemas.openxmlformats.org/drawingml/2006/main">
            <a:pathLst>
              <a:path w="3737762" h="1010361">
                <a:moveTo>
                  <a:pt x="0" y="87913"/>
                </a:moveTo>
                <a:cubicBezTo>
                  <a:pt x="0" y="39360"/>
                  <a:pt x="39361" y="0"/>
                  <a:pt x="87914" y="0"/>
                </a:cubicBezTo>
                <a:lnTo>
                  <a:pt x="3649848" y="0"/>
                </a:lnTo>
                <a:cubicBezTo>
                  <a:pt x="3698402" y="0"/>
                  <a:pt x="3737762" y="39360"/>
                  <a:pt x="3737762" y="87913"/>
                </a:cubicBezTo>
                <a:lnTo>
                  <a:pt x="3737762" y="922447"/>
                </a:lnTo>
                <a:cubicBezTo>
                  <a:pt x="3737762" y="971001"/>
                  <a:pt x="3698402" y="1010361"/>
                  <a:pt x="3649848" y="1010361"/>
                </a:cubicBezTo>
                <a:lnTo>
                  <a:pt x="87914" y="1010361"/>
                </a:lnTo>
                <a:cubicBezTo>
                  <a:pt x="39361" y="1010361"/>
                  <a:pt x="0" y="971001"/>
                  <a:pt x="0" y="922447"/>
                </a:cubicBezTo>
                <a:lnTo>
                  <a:pt x="0" y="87913"/>
                </a:lnTo>
              </a:path>
            </a:pathLst>
          </a:custGeom>
          <a:noFill xmlns:a="http://schemas.openxmlformats.org/drawingml/2006/main"/>
          <a:ln xmlns:a="http://schemas.openxmlformats.org/drawingml/2006/main" w="9788">
            <a:solidFill>
              <a:srgbClr val="4472C4"/>
            </a:solidFill>
            <a:prstDash val="solid"/>
          </a:ln>
        </p:spPr>
      </p:sp>
      <p:pic>
        <p:nvPic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872DC679-3BF2-4703-B783-99A47C4FA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35e447208434e"/>
          <a:stretch xmlns:a="http://schemas.openxmlformats.org/drawingml/2006/main"/>
        </p:blipFill>
        <p:spPr>
          <a:xfrm xmlns:a="http://schemas.openxmlformats.org/drawingml/2006/main">
            <a:off x="12288337" y="1087646"/>
            <a:ext cx="733425" cy="733425"/>
          </a:xfrm>
          <a:prstGeom xmlns:a="http://schemas.openxmlformats.org/drawingml/2006/main" prst="rect">
            <a:avLst/>
          </a:prstGeom>
        </p:spPr>
      </p:pic>
      <p:sp>
        <p:nvSpPr>
          <p:cNvPr id="451" name="text-415 RL">
            <a:extLst xmlns:a="http://schemas.openxmlformats.org/drawingml/2006/main">
              <a:ext uri="{FF2B5EF4-FFF2-40B4-BE49-F238E27FC236}">
                <a16:creationId xmlns:a16="http://schemas.microsoft.com/office/drawing/2014/main" id="{CA7ADDFF-437F-456A-8CF9-30495D6C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0693" y="1776043"/>
            <a:ext cx="314804" cy="302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RL</a:t>
            </a:r>
          </a:p>
        </p:txBody>
      </p:sp>
      <p:sp>
        <p:nvSpPr>
          <p:cNvPr id="452" name="text-415 Mode">
            <a:extLst xmlns:a="http://schemas.openxmlformats.org/drawingml/2006/main">
              <a:ext uri="{FF2B5EF4-FFF2-40B4-BE49-F238E27FC236}">
                <a16:creationId xmlns:a16="http://schemas.microsoft.com/office/drawing/2014/main" id="{46F379AE-A651-483C-BB5C-B7AA482D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1035" y="1776891"/>
            <a:ext cx="540515" cy="301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</a:t>
            </a:r>
          </a:p>
        </p:txBody>
      </p:sp>
      <p:sp>
        <p:nvSpPr>
          <p:cNvPr id="453" name="text-416 -">
            <a:extLst xmlns:a="http://schemas.openxmlformats.org/drawingml/2006/main">
              <a:ext uri="{FF2B5EF4-FFF2-40B4-BE49-F238E27FC236}">
                <a16:creationId xmlns:a16="http://schemas.microsoft.com/office/drawing/2014/main" id="{8431714E-5916-4E52-A0A3-770F7846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1702" y="1124395"/>
            <a:ext cx="100445" cy="27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54" name="text-417 Shortcut">
            <a:extLst xmlns:a="http://schemas.openxmlformats.org/drawingml/2006/main">
              <a:ext uri="{FF2B5EF4-FFF2-40B4-BE49-F238E27FC236}">
                <a16:creationId xmlns:a16="http://schemas.microsoft.com/office/drawing/2014/main" id="{23DDB702-8064-4AFB-B889-24BB8D90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5973" y="1124372"/>
            <a:ext cx="698940" cy="274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Shortcut</a:t>
            </a:r>
          </a:p>
        </p:txBody>
      </p:sp>
      <p:sp>
        <p:nvSpPr>
          <p:cNvPr id="455" name="text-417 Leakage">
            <a:extLst xmlns:a="http://schemas.openxmlformats.org/drawingml/2006/main">
              <a:ext uri="{FF2B5EF4-FFF2-40B4-BE49-F238E27FC236}">
                <a16:creationId xmlns:a16="http://schemas.microsoft.com/office/drawing/2014/main" id="{518E3888-3F23-4F48-B779-77D2FF66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036" y="1123306"/>
            <a:ext cx="702267" cy="27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Leakage</a:t>
            </a:r>
          </a:p>
        </p:txBody>
      </p:sp>
      <p:sp>
        <p:nvSpPr>
          <p:cNvPr id="456" name="text-418 -">
            <a:extLst xmlns:a="http://schemas.openxmlformats.org/drawingml/2006/main">
              <a:ext uri="{FF2B5EF4-FFF2-40B4-BE49-F238E27FC236}">
                <a16:creationId xmlns:a16="http://schemas.microsoft.com/office/drawing/2014/main" id="{5740F63A-6425-4927-BC27-94460C7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1702" y="1340511"/>
            <a:ext cx="100445" cy="27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57" name="text-419 Difficulty">
            <a:extLst xmlns:a="http://schemas.openxmlformats.org/drawingml/2006/main">
              <a:ext uri="{FF2B5EF4-FFF2-40B4-BE49-F238E27FC236}">
                <a16:creationId xmlns:a16="http://schemas.microsoft.com/office/drawing/2014/main" id="{FEAFB93F-0BB0-4B24-8637-7DD8A96E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5973" y="1339337"/>
            <a:ext cx="808705" cy="27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Difficulty</a:t>
            </a:r>
          </a:p>
        </p:txBody>
      </p:sp>
      <p:sp>
        <p:nvSpPr>
          <p:cNvPr id="458" name="text-419 Match">
            <a:extLst xmlns:a="http://schemas.openxmlformats.org/drawingml/2006/main">
              <a:ext uri="{FF2B5EF4-FFF2-40B4-BE49-F238E27FC236}">
                <a16:creationId xmlns:a16="http://schemas.microsoft.com/office/drawing/2014/main" id="{23830D4F-ECC1-4C80-B9A6-64D9DCC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8149" y="1339974"/>
            <a:ext cx="536979" cy="27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Match</a:t>
            </a:r>
          </a:p>
        </p:txBody>
      </p:sp>
      <p:sp>
        <p:nvSpPr>
          <p:cNvPr id="459" name="text-420 -">
            <a:extLst xmlns:a="http://schemas.openxmlformats.org/drawingml/2006/main">
              <a:ext uri="{FF2B5EF4-FFF2-40B4-BE49-F238E27FC236}">
                <a16:creationId xmlns:a16="http://schemas.microsoft.com/office/drawing/2014/main" id="{A96CA767-ED57-4F59-BDDF-C5B5733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1702" y="1556626"/>
            <a:ext cx="100445" cy="27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60" name="text-421 Learning">
            <a:extLst xmlns:a="http://schemas.openxmlformats.org/drawingml/2006/main">
              <a:ext uri="{FF2B5EF4-FFF2-40B4-BE49-F238E27FC236}">
                <a16:creationId xmlns:a16="http://schemas.microsoft.com/office/drawing/2014/main" id="{B06D89D7-16EA-485E-B3E7-300E4C2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5973" y="1555839"/>
            <a:ext cx="745015" cy="275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Learning</a:t>
            </a:r>
          </a:p>
        </p:txBody>
      </p:sp>
      <p:sp>
        <p:nvSpPr>
          <p:cNvPr id="461" name="text-421 Utility">
            <a:extLst xmlns:a="http://schemas.openxmlformats.org/drawingml/2006/main">
              <a:ext uri="{FF2B5EF4-FFF2-40B4-BE49-F238E27FC236}">
                <a16:creationId xmlns:a16="http://schemas.microsoft.com/office/drawing/2014/main" id="{94EE938E-5B83-4C3F-BA91-851EE031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4529" y="1557523"/>
            <a:ext cx="544061" cy="27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Utility</a:t>
            </a:r>
          </a:p>
        </p:txBody>
      </p:sp>
      <p:sp>
        <p:nvSpPr>
          <p:cNvPr id="462" name="text-422 -">
            <a:extLst xmlns:a="http://schemas.openxmlformats.org/drawingml/2006/main">
              <a:ext uri="{FF2B5EF4-FFF2-40B4-BE49-F238E27FC236}">
                <a16:creationId xmlns:a16="http://schemas.microsoft.com/office/drawing/2014/main" id="{8D957160-A911-4693-B176-D2D330D5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1702" y="1772741"/>
            <a:ext cx="100445" cy="274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63" name="text-423 …">
            <a:extLst xmlns:a="http://schemas.openxmlformats.org/drawingml/2006/main">
              <a:ext uri="{FF2B5EF4-FFF2-40B4-BE49-F238E27FC236}">
                <a16:creationId xmlns:a16="http://schemas.microsoft.com/office/drawing/2014/main" id="{9E3A6163-E006-4887-95B8-047B4E15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5973" y="1772836"/>
            <a:ext cx="230995" cy="27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64" name="text-424 Forward">
            <a:extLst xmlns:a="http://schemas.openxmlformats.org/drawingml/2006/main">
              <a:ext uri="{FF2B5EF4-FFF2-40B4-BE49-F238E27FC236}">
                <a16:creationId xmlns:a16="http://schemas.microsoft.com/office/drawing/2014/main" id="{DFFFB541-4A3D-444E-A4D3-EA8B368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5600" y="4463601"/>
            <a:ext cx="853551" cy="302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</p:txBody>
      </p:sp>
      <p:sp>
        <p:nvSpPr>
          <p:cNvPr id="465" name="text-425 Curatio">
            <a:extLst xmlns:a="http://schemas.openxmlformats.org/drawingml/2006/main">
              <a:ext uri="{FF2B5EF4-FFF2-40B4-BE49-F238E27FC236}">
                <a16:creationId xmlns:a16="http://schemas.microsoft.com/office/drawing/2014/main" id="{FD0B2C1B-91A3-47D7-A43E-3C232D94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1457" y="4717927"/>
            <a:ext cx="755688" cy="301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5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5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5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Curatio</a:t>
            </a:r>
          </a:p>
        </p:txBody>
      </p:sp>
      <p:sp>
        <p:nvSpPr>
          <p:cNvPr id="466" name="text-426 n">
            <a:extLst xmlns:a="http://schemas.openxmlformats.org/drawingml/2006/main">
              <a:ext uri="{FF2B5EF4-FFF2-40B4-BE49-F238E27FC236}">
                <a16:creationId xmlns:a16="http://schemas.microsoft.com/office/drawing/2014/main" id="{29D152DD-FF80-40BB-A57B-23863BC1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8415" y="4717762"/>
            <a:ext cx="158527" cy="301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6" b="1" i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467" name="text-427 Backward">
            <a:extLst xmlns:a="http://schemas.openxmlformats.org/drawingml/2006/main">
              <a:ext uri="{FF2B5EF4-FFF2-40B4-BE49-F238E27FC236}">
                <a16:creationId xmlns:a16="http://schemas.microsoft.com/office/drawing/2014/main" id="{6730C804-A982-4C23-85F3-C96EC0AC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4215" y="4463599"/>
            <a:ext cx="985701" cy="302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Backward</a:t>
            </a:r>
          </a:p>
        </p:txBody>
      </p:sp>
      <p:sp>
        <p:nvSpPr>
          <p:cNvPr id="468" name="text-428 Optimizatio">
            <a:extLst xmlns:a="http://schemas.openxmlformats.org/drawingml/2006/main">
              <a:ext uri="{FF2B5EF4-FFF2-40B4-BE49-F238E27FC236}">
                <a16:creationId xmlns:a16="http://schemas.microsoft.com/office/drawing/2014/main" id="{6A109E6C-C1F6-4477-AEA3-50D1E47C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7724" y="4718992"/>
            <a:ext cx="1132284" cy="299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Optimizatio</a:t>
            </a:r>
          </a:p>
        </p:txBody>
      </p:sp>
      <p:sp>
        <p:nvSpPr>
          <p:cNvPr id="469" name="text-429 n">
            <a:extLst xmlns:a="http://schemas.openxmlformats.org/drawingml/2006/main">
              <a:ext uri="{FF2B5EF4-FFF2-40B4-BE49-F238E27FC236}">
                <a16:creationId xmlns:a16="http://schemas.microsoft.com/office/drawing/2014/main" id="{F1B6719B-5CFA-489A-BD8A-F4A3748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1512" y="4717762"/>
            <a:ext cx="158527" cy="301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011587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2026-10-14T12:30:10.4230000Z</dcterms:created>
  <dcterms:modified xsi:type="dcterms:W3CDTF">2026-10-14T12:30:10.4230000Z</dcterms:modified>
</coreProperties>
</file>