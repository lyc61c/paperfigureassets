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2fb684e4c24ed1" /><Relationship Type="http://schemas.openxmlformats.org/officeDocument/2006/relationships/extended-properties" Target="/docProps/app.xml" Id="R906768a8a7984992" /><Relationship Type="http://schemas.openxmlformats.org/officeDocument/2006/relationships/officeDocument" Target="/ppt/presentation.xml" Id="Rab1b94520e684b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3385b516f84f5f"/>
  </p:sldMasterIdLst>
  <p:notesMasterIdLst>
    <p:notesMasterId xmlns:r="http://schemas.openxmlformats.org/officeDocument/2006/relationships" r:id="Rc3f851f737594367"/>
  </p:notesMasterIdLst>
  <p:sldIdLst>
    <p:sldId xmlns:r="http://schemas.openxmlformats.org/officeDocument/2006/relationships" id="256" r:id="R9b1149dddc44496b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7cb395c9cf4927" /><Relationship Type="http://schemas.openxmlformats.org/officeDocument/2006/relationships/slideMaster" Target="/ppt/slideMasters/slideMaster1.xml" Id="R773385b516f84f5f" /><Relationship Type="http://schemas.openxmlformats.org/officeDocument/2006/relationships/notesMaster" Target="/ppt/notesMasters/notesMaster1.xml" Id="Rc3f851f737594367" /><Relationship Type="http://schemas.openxmlformats.org/officeDocument/2006/relationships/presProps" Target="/ppt/presProps.xml" Id="Rfb858d7770224fa5" /><Relationship Type="http://schemas.openxmlformats.org/officeDocument/2006/relationships/tableStyles" Target="/ppt/tableStyles.xml" Id="R3e23070e317c437c" /><Relationship Type="http://schemas.openxmlformats.org/officeDocument/2006/relationships/slide" Target="/ppt/slides/slide1.xml" Id="R9b1149dddc4449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6fb8f4df0c4f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6304b6239e49e9" /><Relationship Type="http://schemas.openxmlformats.org/officeDocument/2006/relationships/notesMaster" Target="/ppt/notesMasters/notesMaster1.xml" Id="Ra31b21f6eddb46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Figarium editable reconstruction — not author-provided PowerPoint.</a:t>
            </a:r>
          </a:p>
          <a:p xmlns:a="http://schemas.openxmlformats.org/drawingml/2006/main">
            <a:r>
              <a:t>Visual-Native Agent Harness and On-Policy Data Evolution</a:t>
            </a:r>
          </a:p>
          <a:p xmlns:a="http://schemas.openxmlformats.org/drawingml/2006/main">
            <a:r>
              <a:t>Source: https://arxiv.org/abs/2605.10832v2</a:t>
            </a:r>
          </a:p>
          <a:p xmlns:a="http://schemas.openxmlformats.org/drawingml/2006/main">
            <a:r>
              <a:t>Approved image: fig1_visual_native_harness_and_ode_framework.png; SHA-256: b924aca7479c9f280def7fa2e424cddc9e936e0e5663a9b537e3796547a83e34</a:t>
            </a:r>
          </a:p>
          <a:p xmlns:a="http://schemas.openxmlformats.org/drawingml/2006/main">
            <a:r>
              <a:t>Readable diagram labels and vector geometry are native editable PowerPoint objects. Some equations, small ticks, and unavailable font symbols are exact or traced native vector outlines rather than typeable text/live equations. Arrow paths are not endpoint-bound connectors; plot paths are not data-bound charts. Photos/screenshots/complex illustrations and local effects remain independent raster objects (117), whose internal pixels are not editable.</a:t>
            </a:r>
          </a:p>
          <a:p xmlns:a="http://schemas.openxmlformats.org/drawingml/2006/main">
            <a:r>
              <a:t>Font substitution: source PDF families mapped to Times New Roman, Arial (installed Windows fonts). Some shadows, gradients, and antialiasing are approximate; this is not pixel-identical author source.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6b3ee76d8947b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6fe33c8aeb4e8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28d2d974da4d5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6e0e38c36b4b0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f609b11aca4c6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4353c1c63441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912F568-F4B5-4D52-9BA9-23CE4BAABC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4742446-5397-4893-BB03-33F6BC86B97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CC1BB3D-138A-4388-AA7A-057D8D5C97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32C9F88-EB2C-4868-BCE5-4DC7CAC404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4FA1C5B-6A99-4056-8709-36C8EE5F10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9D3ACF0-358C-40E0-AF87-D28FCDB35D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D3D6993-DEC9-46F7-A777-41B4B43BB4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383B7DA-BF35-4847-9A2E-FD51B88A1B7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E4F8940-B494-4C62-AAAC-29D563C502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52CC32E-F6A6-4E19-9A88-4ABC5CC6E3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4c1596096e446a" /><Relationship Type="http://schemas.openxmlformats.org/officeDocument/2006/relationships/slideLayout" Target="/ppt/slideLayouts/slideLayout1.xml" Id="Ra50c1fec48224c1d" /><Relationship Type="http://schemas.openxmlformats.org/officeDocument/2006/relationships/slideLayout" Target="/ppt/slideLayouts/slideLayout2.xml" Id="Rb3925e385b2049f5" /><Relationship Type="http://schemas.openxmlformats.org/officeDocument/2006/relationships/slideLayout" Target="/ppt/slideLayouts/slideLayout3.xml" Id="Rd480cc586bd641a0" /><Relationship Type="http://schemas.openxmlformats.org/officeDocument/2006/relationships/slideLayout" Target="/ppt/slideLayouts/slideLayout4.xml" Id="R0d7740249eea4d12" /><Relationship Type="http://schemas.openxmlformats.org/officeDocument/2006/relationships/slideLayout" Target="/ppt/slideLayouts/slideLayout5.xml" Id="Rfb834031137241db" /><Relationship Type="http://schemas.openxmlformats.org/officeDocument/2006/relationships/slideLayout" Target="/ppt/slideLayouts/slideLayout6.xml" Id="Re8346e6dc07145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0c1fec48224c1d"/>
    <p:sldLayoutId xmlns:r="http://schemas.openxmlformats.org/officeDocument/2006/relationships" id="2147483650" r:id="Rb3925e385b2049f5"/>
    <p:sldLayoutId xmlns:r="http://schemas.openxmlformats.org/officeDocument/2006/relationships" id="2147483651" r:id="Rd480cc586bd641a0"/>
    <p:sldLayoutId xmlns:r="http://schemas.openxmlformats.org/officeDocument/2006/relationships" id="2147483652" r:id="R0d7740249eea4d12"/>
    <p:sldLayoutId xmlns:r="http://schemas.openxmlformats.org/officeDocument/2006/relationships" id="2147483653" r:id="Rfb834031137241db"/>
    <p:sldLayoutId xmlns:r="http://schemas.openxmlformats.org/officeDocument/2006/relationships" id="2147483654" r:id="Re8346e6dc07145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96fdd418bb48da" /><Relationship Type="http://schemas.openxmlformats.org/officeDocument/2006/relationships/image" Target="/ppt/media/image.png" Id="Rb71f112a0cfd472e" /><Relationship Type="http://schemas.openxmlformats.org/officeDocument/2006/relationships/image" Target="/ppt/media/image2.png" Id="Rd11ede7206cb411a" /><Relationship Type="http://schemas.openxmlformats.org/officeDocument/2006/relationships/image" Target="/ppt/media/image3.png" Id="Refa1e476055a4b28" /><Relationship Type="http://schemas.openxmlformats.org/officeDocument/2006/relationships/image" Target="/ppt/media/image4.png" Id="R2314cf66cd5b4f48" /><Relationship Type="http://schemas.openxmlformats.org/officeDocument/2006/relationships/image" Target="/ppt/media/image5.png" Id="R0a6113b5d9a94851" /><Relationship Type="http://schemas.openxmlformats.org/officeDocument/2006/relationships/image" Target="/ppt/media/image6.png" Id="R3e857d75897d4170" /><Relationship Type="http://schemas.openxmlformats.org/officeDocument/2006/relationships/image" Target="/ppt/media/image7.png" Id="R3cd210df20fa4111" /><Relationship Type="http://schemas.openxmlformats.org/officeDocument/2006/relationships/image" Target="/ppt/media/image8.png" Id="Rc44e586d301942ce" /><Relationship Type="http://schemas.openxmlformats.org/officeDocument/2006/relationships/image" Target="/ppt/media/image9.png" Id="R4038751e023b4d2e" /><Relationship Type="http://schemas.openxmlformats.org/officeDocument/2006/relationships/image" Target="/ppt/media/image10.png" Id="R7e91d163a0f04f5b" /><Relationship Type="http://schemas.openxmlformats.org/officeDocument/2006/relationships/image" Target="/ppt/media/image11.png" Id="R3264460bbee74c35" /><Relationship Type="http://schemas.openxmlformats.org/officeDocument/2006/relationships/image" Target="/ppt/media/image12.png" Id="Rb7bff191424e4ad7" /><Relationship Type="http://schemas.openxmlformats.org/officeDocument/2006/relationships/image" Target="/ppt/media/image13.png" Id="R5b31ce7594ae4854" /><Relationship Type="http://schemas.openxmlformats.org/officeDocument/2006/relationships/image" Target="/ppt/media/image14.png" Id="Rf3816c4f350e4a17" /><Relationship Type="http://schemas.openxmlformats.org/officeDocument/2006/relationships/image" Target="/ppt/media/image15.png" Id="R7e2d5c34d5a44f8e" /><Relationship Type="http://schemas.openxmlformats.org/officeDocument/2006/relationships/image" Target="/ppt/media/image16.png" Id="Rf7e7d75a02dd4061" /><Relationship Type="http://schemas.openxmlformats.org/officeDocument/2006/relationships/image" Target="/ppt/media/image17.png" Id="Rdb87263204b2410b" /><Relationship Type="http://schemas.openxmlformats.org/officeDocument/2006/relationships/image" Target="/ppt/media/image18.png" Id="R0791264fe8f54fef" /><Relationship Type="http://schemas.openxmlformats.org/officeDocument/2006/relationships/image" Target="/ppt/media/image19.png" Id="R4c54806fa53c45a2" /><Relationship Type="http://schemas.openxmlformats.org/officeDocument/2006/relationships/image" Target="/ppt/media/image20.png" Id="R91d26981c9484e0b" /><Relationship Type="http://schemas.openxmlformats.org/officeDocument/2006/relationships/image" Target="/ppt/media/image21.png" Id="Rbcbc46e3c68341da" /><Relationship Type="http://schemas.openxmlformats.org/officeDocument/2006/relationships/image" Target="/ppt/media/image22.png" Id="R427b11b96f974994" /><Relationship Type="http://schemas.openxmlformats.org/officeDocument/2006/relationships/image" Target="/ppt/media/image23.png" Id="R6718f23c750f43ea" /><Relationship Type="http://schemas.openxmlformats.org/officeDocument/2006/relationships/image" Target="/ppt/media/image24.png" Id="Rd4297b2da6f1422b" /><Relationship Type="http://schemas.openxmlformats.org/officeDocument/2006/relationships/image" Target="/ppt/media/image25.png" Id="R86b2dc94c0064828" /><Relationship Type="http://schemas.openxmlformats.org/officeDocument/2006/relationships/image" Target="/ppt/media/image26.png" Id="Rc42d221922fd4f36" /><Relationship Type="http://schemas.openxmlformats.org/officeDocument/2006/relationships/image" Target="/ppt/media/image27.png" Id="Rbca51b8061824822" /><Relationship Type="http://schemas.openxmlformats.org/officeDocument/2006/relationships/image" Target="/ppt/media/image28.png" Id="Re39704019efd4d73" /><Relationship Type="http://schemas.openxmlformats.org/officeDocument/2006/relationships/image" Target="/ppt/media/image29.png" Id="Radd98c3b758d4ee4" /><Relationship Type="http://schemas.openxmlformats.org/officeDocument/2006/relationships/image" Target="/ppt/media/image30.png" Id="R19d0c1cb552549bd" /><Relationship Type="http://schemas.openxmlformats.org/officeDocument/2006/relationships/image" Target="/ppt/media/image31.png" Id="R9f90b2e8f3f04ea6" /><Relationship Type="http://schemas.openxmlformats.org/officeDocument/2006/relationships/image" Target="/ppt/media/image32.png" Id="R119198d35c094509" /><Relationship Type="http://schemas.openxmlformats.org/officeDocument/2006/relationships/image" Target="/ppt/media/image33.png" Id="Re9a036f1130f43d2" /><Relationship Type="http://schemas.openxmlformats.org/officeDocument/2006/relationships/image" Target="/ppt/media/image34.png" Id="R660d51fe3151494e" /><Relationship Type="http://schemas.openxmlformats.org/officeDocument/2006/relationships/image" Target="/ppt/media/image35.png" Id="R7a7c164ff26f4b87" /><Relationship Type="http://schemas.openxmlformats.org/officeDocument/2006/relationships/image" Target="/ppt/media/image36.png" Id="Ra50f499f8ed742d4" /><Relationship Type="http://schemas.openxmlformats.org/officeDocument/2006/relationships/image" Target="/ppt/media/image37.png" Id="Rf07df3f7caab42cc" /><Relationship Type="http://schemas.openxmlformats.org/officeDocument/2006/relationships/image" Target="/ppt/media/image38.png" Id="Reb436d7061244406" /><Relationship Type="http://schemas.openxmlformats.org/officeDocument/2006/relationships/image" Target="/ppt/media/image39.png" Id="R2570c01379144492" /><Relationship Type="http://schemas.openxmlformats.org/officeDocument/2006/relationships/image" Target="/ppt/media/image40.png" Id="Rea148ca3a0c341fb" /><Relationship Type="http://schemas.openxmlformats.org/officeDocument/2006/relationships/image" Target="/ppt/media/image41.png" Id="R94918ee8a26446d1" /><Relationship Type="http://schemas.openxmlformats.org/officeDocument/2006/relationships/image" Target="/ppt/media/image42.png" Id="R9b2dc133a36f4d09" /><Relationship Type="http://schemas.openxmlformats.org/officeDocument/2006/relationships/image" Target="/ppt/media/image43.png" Id="R387eb39cd2ec4e2f" /><Relationship Type="http://schemas.openxmlformats.org/officeDocument/2006/relationships/image" Target="/ppt/media/image44.png" Id="Rea6134a2f7f14c5f" /><Relationship Type="http://schemas.openxmlformats.org/officeDocument/2006/relationships/image" Target="/ppt/media/image45.png" Id="R59bdfb438d7e4ad4" /><Relationship Type="http://schemas.openxmlformats.org/officeDocument/2006/relationships/image" Target="/ppt/media/image46.png" Id="Rb5178084d3214a56" /><Relationship Type="http://schemas.openxmlformats.org/officeDocument/2006/relationships/image" Target="/ppt/media/image47.png" Id="R77ef2d4480e84889" /><Relationship Type="http://schemas.openxmlformats.org/officeDocument/2006/relationships/image" Target="/ppt/media/image48.png" Id="R95870681682d4168" /><Relationship Type="http://schemas.openxmlformats.org/officeDocument/2006/relationships/image" Target="/ppt/media/image49.png" Id="Re9f9d63e01f4494b" /><Relationship Type="http://schemas.openxmlformats.org/officeDocument/2006/relationships/image" Target="/ppt/media/image50.png" Id="Ra6e5e18aef45430d" /><Relationship Type="http://schemas.openxmlformats.org/officeDocument/2006/relationships/image" Target="/ppt/media/image51.png" Id="Rcbb5320fe64b4878" /><Relationship Type="http://schemas.openxmlformats.org/officeDocument/2006/relationships/image" Target="/ppt/media/image52.png" Id="R3bfece6d7b2c46c9" /><Relationship Type="http://schemas.openxmlformats.org/officeDocument/2006/relationships/image" Target="/ppt/media/image53.png" Id="Rbefb74fc74044ee2" /><Relationship Type="http://schemas.openxmlformats.org/officeDocument/2006/relationships/image" Target="/ppt/media/image54.png" Id="R8a22d1e8b6bf414a" /><Relationship Type="http://schemas.openxmlformats.org/officeDocument/2006/relationships/image" Target="/ppt/media/image55.png" Id="R5bfa913a433047f4" /><Relationship Type="http://schemas.openxmlformats.org/officeDocument/2006/relationships/image" Target="/ppt/media/image56.png" Id="Re8e6771944304312" /><Relationship Type="http://schemas.openxmlformats.org/officeDocument/2006/relationships/image" Target="/ppt/media/image57.png" Id="R4291fa7da01f4e97" /><Relationship Type="http://schemas.openxmlformats.org/officeDocument/2006/relationships/image" Target="/ppt/media/image58.png" Id="R201d422729694919" /><Relationship Type="http://schemas.openxmlformats.org/officeDocument/2006/relationships/image" Target="/ppt/media/image59.png" Id="Re43ad2f1efbe487d" /><Relationship Type="http://schemas.openxmlformats.org/officeDocument/2006/relationships/image" Target="/ppt/media/image60.png" Id="R0132bbb6dadf4446" /><Relationship Type="http://schemas.openxmlformats.org/officeDocument/2006/relationships/image" Target="/ppt/media/image61.png" Id="R97e8e55171464263" /><Relationship Type="http://schemas.openxmlformats.org/officeDocument/2006/relationships/image" Target="/ppt/media/image62.png" Id="R63173304485d41da" /><Relationship Type="http://schemas.openxmlformats.org/officeDocument/2006/relationships/image" Target="/ppt/media/image63.png" Id="Rcaafcda064bf4e67" /><Relationship Type="http://schemas.openxmlformats.org/officeDocument/2006/relationships/image" Target="/ppt/media/image64.png" Id="Rb8941746a99648ec" /><Relationship Type="http://schemas.openxmlformats.org/officeDocument/2006/relationships/image" Target="/ppt/media/image65.png" Id="R0e95830c48d14a20" /><Relationship Type="http://schemas.openxmlformats.org/officeDocument/2006/relationships/image" Target="/ppt/media/image66.png" Id="Rfff277c8bc084bb9" /><Relationship Type="http://schemas.openxmlformats.org/officeDocument/2006/relationships/image" Target="/ppt/media/image67.png" Id="Raaed28b8eee64c11" /><Relationship Type="http://schemas.openxmlformats.org/officeDocument/2006/relationships/image" Target="/ppt/media/image68.png" Id="Rb52fa602fa634fb4" /><Relationship Type="http://schemas.openxmlformats.org/officeDocument/2006/relationships/image" Target="/ppt/media/image69.png" Id="Reac85dc9107348e2" /><Relationship Type="http://schemas.openxmlformats.org/officeDocument/2006/relationships/image" Target="/ppt/media/image70.png" Id="R0fd269f8f8dd4fba" /><Relationship Type="http://schemas.openxmlformats.org/officeDocument/2006/relationships/image" Target="/ppt/media/image71.png" Id="Rf20844c5b2e84de3" /><Relationship Type="http://schemas.openxmlformats.org/officeDocument/2006/relationships/image" Target="/ppt/media/image72.png" Id="R4eb7ec7131384dd0" /><Relationship Type="http://schemas.openxmlformats.org/officeDocument/2006/relationships/image" Target="/ppt/media/image73.png" Id="Rcb357367144b4851" /><Relationship Type="http://schemas.openxmlformats.org/officeDocument/2006/relationships/image" Target="/ppt/media/image74.png" Id="R10140df0a2ff4106" /><Relationship Type="http://schemas.openxmlformats.org/officeDocument/2006/relationships/image" Target="/ppt/media/image75.png" Id="Rb0648dceb55b4f7e" /><Relationship Type="http://schemas.openxmlformats.org/officeDocument/2006/relationships/image" Target="/ppt/media/image76.png" Id="Rcea8d33b577a44ed" /><Relationship Type="http://schemas.openxmlformats.org/officeDocument/2006/relationships/image" Target="/ppt/media/image77.png" Id="R19dcac321aad4d7a" /><Relationship Type="http://schemas.openxmlformats.org/officeDocument/2006/relationships/image" Target="/ppt/media/image78.png" Id="R35d52f7ecea8480a" /><Relationship Type="http://schemas.openxmlformats.org/officeDocument/2006/relationships/image" Target="/ppt/media/image79.png" Id="Rdaede7330526482a" /><Relationship Type="http://schemas.openxmlformats.org/officeDocument/2006/relationships/image" Target="/ppt/media/image80.png" Id="R1fef64dcb99a41b4" /><Relationship Type="http://schemas.openxmlformats.org/officeDocument/2006/relationships/image" Target="/ppt/media/image81.png" Id="Rb4f859e21935447d" /><Relationship Type="http://schemas.openxmlformats.org/officeDocument/2006/relationships/image" Target="/ppt/media/image82.png" Id="Rb45b2f791f3644d5" /><Relationship Type="http://schemas.openxmlformats.org/officeDocument/2006/relationships/image" Target="/ppt/media/image83.png" Id="R0f60ae4249ab480b" /><Relationship Type="http://schemas.openxmlformats.org/officeDocument/2006/relationships/image" Target="/ppt/media/image84.png" Id="R4ea2de6afc4f461c" /><Relationship Type="http://schemas.openxmlformats.org/officeDocument/2006/relationships/image" Target="/ppt/media/image85.png" Id="Rb915b09fbec74069" /><Relationship Type="http://schemas.openxmlformats.org/officeDocument/2006/relationships/image" Target="/ppt/media/image86.png" Id="Rcf8f9400b66c4347" /><Relationship Type="http://schemas.openxmlformats.org/officeDocument/2006/relationships/image" Target="/ppt/media/image87.png" Id="Rccd25228a31243f8" /><Relationship Type="http://schemas.openxmlformats.org/officeDocument/2006/relationships/image" Target="/ppt/media/image88.png" Id="Re5d74ef466be46f7" /><Relationship Type="http://schemas.openxmlformats.org/officeDocument/2006/relationships/image" Target="/ppt/media/image89.png" Id="Rac4cc6117a80441b" /><Relationship Type="http://schemas.openxmlformats.org/officeDocument/2006/relationships/image" Target="/ppt/media/image90.png" Id="R5cfa5de0fabd4cc1" /><Relationship Type="http://schemas.openxmlformats.org/officeDocument/2006/relationships/image" Target="/ppt/media/image91.png" Id="Rac880331fe1c4715" /><Relationship Type="http://schemas.openxmlformats.org/officeDocument/2006/relationships/image" Target="/ppt/media/image92.png" Id="R53440bd29aa948f8" /><Relationship Type="http://schemas.openxmlformats.org/officeDocument/2006/relationships/image" Target="/ppt/media/image93.png" Id="Raf3d1b72c79e40de" /><Relationship Type="http://schemas.openxmlformats.org/officeDocument/2006/relationships/image" Target="/ppt/media/image94.png" Id="R5028f37eedd24f5e" /><Relationship Type="http://schemas.openxmlformats.org/officeDocument/2006/relationships/image" Target="/ppt/media/image95.png" Id="Ra7c1483b821f4ac5" /><Relationship Type="http://schemas.openxmlformats.org/officeDocument/2006/relationships/image" Target="/ppt/media/image96.png" Id="Ra2a94b0e30c84ba1" /><Relationship Type="http://schemas.openxmlformats.org/officeDocument/2006/relationships/image" Target="/ppt/media/image97.png" Id="R26c049234a6c436e" /><Relationship Type="http://schemas.openxmlformats.org/officeDocument/2006/relationships/image" Target="/ppt/media/image98.png" Id="R1c57551939db460a" /><Relationship Type="http://schemas.openxmlformats.org/officeDocument/2006/relationships/image" Target="/ppt/media/image99.png" Id="R3dbe01656a274cbe" /><Relationship Type="http://schemas.openxmlformats.org/officeDocument/2006/relationships/image" Target="/ppt/media/image100.png" Id="Re283febde65c4bd7" /><Relationship Type="http://schemas.openxmlformats.org/officeDocument/2006/relationships/image" Target="/ppt/media/image101.png" Id="R94a22c0d47ea415b" /><Relationship Type="http://schemas.openxmlformats.org/officeDocument/2006/relationships/image" Target="/ppt/media/image102.png" Id="R2b2ea03a255d4d85" /><Relationship Type="http://schemas.openxmlformats.org/officeDocument/2006/relationships/image" Target="/ppt/media/image103.png" Id="Rc0b25d3208204faf" /><Relationship Type="http://schemas.openxmlformats.org/officeDocument/2006/relationships/image" Target="/ppt/media/image104.png" Id="R022e907152144960" /><Relationship Type="http://schemas.openxmlformats.org/officeDocument/2006/relationships/image" Target="/ppt/media/image105.png" Id="R59df48ed19264b5b" /><Relationship Type="http://schemas.openxmlformats.org/officeDocument/2006/relationships/image" Target="/ppt/media/image106.png" Id="Rcefc17ada5bf42ba" /><Relationship Type="http://schemas.openxmlformats.org/officeDocument/2006/relationships/image" Target="/ppt/media/image107.png" Id="Ra1762681203f46df" /><Relationship Type="http://schemas.openxmlformats.org/officeDocument/2006/relationships/image" Target="/ppt/media/image108.png" Id="R85f9bcad4cc945c5" /><Relationship Type="http://schemas.openxmlformats.org/officeDocument/2006/relationships/image" Target="/ppt/media/image109.png" Id="Re410cfd872e04575" /><Relationship Type="http://schemas.openxmlformats.org/officeDocument/2006/relationships/image" Target="/ppt/media/image110.png" Id="R41b92120385446e1" /><Relationship Type="http://schemas.openxmlformats.org/officeDocument/2006/relationships/image" Target="/ppt/media/image111.png" Id="R476e5cc18a5241f5" /><Relationship Type="http://schemas.openxmlformats.org/officeDocument/2006/relationships/image" Target="/ppt/media/image112.png" Id="Re2720d47f7e442d6" /><Relationship Type="http://schemas.openxmlformats.org/officeDocument/2006/relationships/image" Target="/ppt/media/image113.png" Id="Rc2801251795748e2" /><Relationship Type="http://schemas.openxmlformats.org/officeDocument/2006/relationships/image" Target="/ppt/media/image114.png" Id="Rf50e6d76660b4aaa" /><Relationship Type="http://schemas.openxmlformats.org/officeDocument/2006/relationships/image" Target="/ppt/media/image115.png" Id="R539cb0c52e6b4d33" /><Relationship Type="http://schemas.openxmlformats.org/officeDocument/2006/relationships/image" Target="/ppt/media/image116.png" Id="Rff558e56c9034835" /><Relationship Type="http://schemas.openxmlformats.org/officeDocument/2006/relationships/image" Target="/ppt/media/image117.png" Id="R90d90e5aebd9431a" /><Relationship Type="http://schemas.openxmlformats.org/officeDocument/2006/relationships/notesSlide" Target="/ppt/notesSlides/notesSlide1.xml" Id="Rb7589eb1db0747f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0" name="path-1">
            <a:extLst xmlns:a="http://schemas.openxmlformats.org/drawingml/2006/main">
              <a:ext uri="{FF2B5EF4-FFF2-40B4-BE49-F238E27FC236}">
                <a16:creationId xmlns:a16="http://schemas.microsoft.com/office/drawing/2014/main" id="{52AC87AB-5D97-4F62-A565-9AE29891F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55" y="966974"/>
            <a:ext cx="17970397" cy="8321554"/>
          </a:xfrm>
          <a:custGeom xmlns:a="http://schemas.openxmlformats.org/drawingml/2006/main">
            <a:pathLst>
              <a:path w="15724097" h="7281360">
                <a:moveTo>
                  <a:pt x="15724097" y="0"/>
                </a:moveTo>
                <a:lnTo>
                  <a:pt x="0" y="0"/>
                </a:lnTo>
                <a:lnTo>
                  <a:pt x="0" y="7281360"/>
                </a:lnTo>
                <a:lnTo>
                  <a:pt x="15724097" y="7281360"/>
                </a:lnTo>
                <a:lnTo>
                  <a:pt x="15724097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th-2">
            <a:extLst xmlns:a="http://schemas.openxmlformats.org/drawingml/2006/main">
              <a:ext uri="{FF2B5EF4-FFF2-40B4-BE49-F238E27FC236}">
                <a16:creationId xmlns:a16="http://schemas.microsoft.com/office/drawing/2014/main" id="{6D0DD6F2-6779-4426-8C81-661A6B3C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55" y="966974"/>
            <a:ext cx="17970397" cy="8321554"/>
          </a:xfrm>
          <a:custGeom xmlns:a="http://schemas.openxmlformats.org/drawingml/2006/main">
            <a:pathLst>
              <a:path w="15724097" h="7281360">
                <a:moveTo>
                  <a:pt x="15724097" y="0"/>
                </a:moveTo>
                <a:lnTo>
                  <a:pt x="0" y="0"/>
                </a:lnTo>
                <a:lnTo>
                  <a:pt x="0" y="7281360"/>
                </a:lnTo>
                <a:lnTo>
                  <a:pt x="15724097" y="7281360"/>
                </a:lnTo>
                <a:lnTo>
                  <a:pt x="15724097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th-3">
            <a:extLst xmlns:a="http://schemas.openxmlformats.org/drawingml/2006/main">
              <a:ext uri="{FF2B5EF4-FFF2-40B4-BE49-F238E27FC236}">
                <a16:creationId xmlns:a16="http://schemas.microsoft.com/office/drawing/2014/main" id="{C67C194F-9DEA-4164-962F-0AB0D9681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8544" y="3701413"/>
            <a:ext cx="6458151" cy="5335948"/>
          </a:xfrm>
          <a:custGeom xmlns:a="http://schemas.openxmlformats.org/drawingml/2006/main">
            <a:pathLst>
              <a:path w="5650882" h="4668955">
                <a:moveTo>
                  <a:pt x="0" y="10681"/>
                </a:moveTo>
                <a:lnTo>
                  <a:pt x="4461319" y="0"/>
                </a:lnTo>
                <a:lnTo>
                  <a:pt x="5650882" y="1193680"/>
                </a:lnTo>
                <a:cubicBezTo>
                  <a:pt x="5580233" y="1924897"/>
                  <a:pt x="5549474" y="2669408"/>
                  <a:pt x="5478825" y="3400625"/>
                </a:cubicBezTo>
                <a:cubicBezTo>
                  <a:pt x="4842984" y="3803323"/>
                  <a:pt x="4255329" y="4266256"/>
                  <a:pt x="3619489" y="4668955"/>
                </a:cubicBezTo>
                <a:cubicBezTo>
                  <a:pt x="3612423" y="3450259"/>
                  <a:pt x="3594263" y="2060063"/>
                  <a:pt x="3587200" y="841370"/>
                </a:cubicBezTo>
                <a:lnTo>
                  <a:pt x="7065" y="844901"/>
                </a:lnTo>
                <a:lnTo>
                  <a:pt x="0" y="10681"/>
                </a:lnTo>
              </a:path>
            </a:pathLst>
          </a:custGeom>
          <a:solidFill xmlns:a="http://schemas.openxmlformats.org/drawingml/2006/main">
            <a:srgbClr val="36BAE9">
              <a:alpha val="1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th-4">
            <a:extLst xmlns:a="http://schemas.openxmlformats.org/drawingml/2006/main">
              <a:ext uri="{FF2B5EF4-FFF2-40B4-BE49-F238E27FC236}">
                <a16:creationId xmlns:a16="http://schemas.microsoft.com/office/drawing/2014/main" id="{9F742425-611B-40FD-81E0-FC4C1BF2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5237" y="3700261"/>
            <a:ext cx="5208089" cy="5335062"/>
          </a:xfrm>
          <a:custGeom xmlns:a="http://schemas.openxmlformats.org/drawingml/2006/main">
            <a:pathLst>
              <a:path w="4557078" h="4668179">
                <a:moveTo>
                  <a:pt x="1011533" y="39889"/>
                </a:moveTo>
                <a:lnTo>
                  <a:pt x="960265" y="0"/>
                </a:lnTo>
                <a:lnTo>
                  <a:pt x="0" y="1131836"/>
                </a:lnTo>
                <a:lnTo>
                  <a:pt x="425960" y="3422831"/>
                </a:lnTo>
                <a:lnTo>
                  <a:pt x="2265884" y="4643451"/>
                </a:lnTo>
                <a:lnTo>
                  <a:pt x="4557078" y="4668179"/>
                </a:lnTo>
                <a:cubicBezTo>
                  <a:pt x="4554269" y="4436830"/>
                  <a:pt x="4530103" y="4152090"/>
                  <a:pt x="4527293" y="3920744"/>
                </a:cubicBezTo>
                <a:lnTo>
                  <a:pt x="2341189" y="3915689"/>
                </a:lnTo>
                <a:lnTo>
                  <a:pt x="2313508" y="1051302"/>
                </a:lnTo>
                <a:lnTo>
                  <a:pt x="1007471" y="1057206"/>
                </a:lnTo>
                <a:cubicBezTo>
                  <a:pt x="1004844" y="773843"/>
                  <a:pt x="1014160" y="323254"/>
                  <a:pt x="1011533" y="39889"/>
                </a:cubicBezTo>
              </a:path>
            </a:pathLst>
          </a:custGeom>
          <a:solidFill xmlns:a="http://schemas.openxmlformats.org/drawingml/2006/main">
            <a:srgbClr val="477BD8">
              <a:alpha val="1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th-5">
            <a:extLst xmlns:a="http://schemas.openxmlformats.org/drawingml/2006/main">
              <a:ext uri="{FF2B5EF4-FFF2-40B4-BE49-F238E27FC236}">
                <a16:creationId xmlns:a16="http://schemas.microsoft.com/office/drawing/2014/main" id="{9209E2B8-8BA0-4D7D-A8F7-AA08ABDBB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9305" y="8137138"/>
            <a:ext cx="2390056" cy="539941"/>
          </a:xfrm>
          <a:custGeom xmlns:a="http://schemas.openxmlformats.org/drawingml/2006/main">
            <a:pathLst>
              <a:path w="2091299" h="472448">
                <a:moveTo>
                  <a:pt x="2091299" y="47244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372">
            <a:solidFill>
              <a:srgbClr val="A6A6A6"/>
            </a:solidFill>
            <a:prstDash val="solid"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D5FEE1-A348-4CB8-96AB-142C60C7EC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1f112a0cfd472e"/>
          <a:stretch xmlns:a="http://schemas.openxmlformats.org/drawingml/2006/main"/>
        </p:blipFill>
        <p:spPr>
          <a:xfrm xmlns:a="http://schemas.openxmlformats.org/drawingml/2006/main">
            <a:off x="164528" y="6985239"/>
            <a:ext cx="8294914" cy="2275114"/>
          </a:xfrm>
          <a:prstGeom xmlns:a="http://schemas.openxmlformats.org/drawingml/2006/main" prst="rect">
            <a:avLst/>
          </a:prstGeom>
        </p:spPr>
      </p:pic>
      <p:sp>
        <p:nvSpPr>
          <p:cNvPr id="7" name="path-7">
            <a:extLst xmlns:a="http://schemas.openxmlformats.org/drawingml/2006/main">
              <a:ext uri="{FF2B5EF4-FFF2-40B4-BE49-F238E27FC236}">
                <a16:creationId xmlns:a16="http://schemas.microsoft.com/office/drawing/2014/main" id="{4ED71604-482A-4774-AE8B-DE10C8FC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318" y="7042334"/>
            <a:ext cx="8091490" cy="2065784"/>
          </a:xfrm>
          <a:custGeom xmlns:a="http://schemas.openxmlformats.org/drawingml/2006/main">
            <a:pathLst>
              <a:path w="7080054" h="1807561">
                <a:moveTo>
                  <a:pt x="0" y="85969"/>
                </a:moveTo>
                <a:cubicBezTo>
                  <a:pt x="0" y="38489"/>
                  <a:pt x="38490" y="0"/>
                  <a:pt x="85969" y="0"/>
                </a:cubicBezTo>
                <a:lnTo>
                  <a:pt x="6994086" y="0"/>
                </a:lnTo>
                <a:cubicBezTo>
                  <a:pt x="7041564" y="0"/>
                  <a:pt x="7080054" y="38489"/>
                  <a:pt x="7080054" y="85969"/>
                </a:cubicBezTo>
                <a:lnTo>
                  <a:pt x="7080054" y="1721592"/>
                </a:lnTo>
                <a:cubicBezTo>
                  <a:pt x="7080054" y="1769071"/>
                  <a:pt x="7041564" y="1807561"/>
                  <a:pt x="6994086" y="1807561"/>
                </a:cubicBezTo>
                <a:lnTo>
                  <a:pt x="85969" y="1807561"/>
                </a:lnTo>
                <a:cubicBezTo>
                  <a:pt x="38490" y="1807561"/>
                  <a:pt x="0" y="1769071"/>
                  <a:pt x="0" y="1721592"/>
                </a:cubicBezTo>
                <a:lnTo>
                  <a:pt x="0" y="8596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th-8">
            <a:extLst xmlns:a="http://schemas.openxmlformats.org/drawingml/2006/main">
              <a:ext uri="{FF2B5EF4-FFF2-40B4-BE49-F238E27FC236}">
                <a16:creationId xmlns:a16="http://schemas.microsoft.com/office/drawing/2014/main" id="{5E58A803-2D78-4D15-9C39-E8B673E3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318" y="7042334"/>
            <a:ext cx="8091490" cy="2065782"/>
          </a:xfrm>
          <a:custGeom xmlns:a="http://schemas.openxmlformats.org/drawingml/2006/main">
            <a:pathLst>
              <a:path w="7080054" h="1807560">
                <a:moveTo>
                  <a:pt x="0" y="85969"/>
                </a:moveTo>
                <a:cubicBezTo>
                  <a:pt x="0" y="38489"/>
                  <a:pt x="38490" y="0"/>
                  <a:pt x="85969" y="0"/>
                </a:cubicBezTo>
                <a:lnTo>
                  <a:pt x="6994085" y="0"/>
                </a:lnTo>
                <a:cubicBezTo>
                  <a:pt x="7041564" y="0"/>
                  <a:pt x="7080054" y="38489"/>
                  <a:pt x="7080054" y="85969"/>
                </a:cubicBezTo>
                <a:lnTo>
                  <a:pt x="7080054" y="1721591"/>
                </a:lnTo>
                <a:cubicBezTo>
                  <a:pt x="7080054" y="1769070"/>
                  <a:pt x="7041564" y="1807560"/>
                  <a:pt x="6994085" y="1807560"/>
                </a:cubicBezTo>
                <a:lnTo>
                  <a:pt x="85969" y="1807560"/>
                </a:lnTo>
                <a:cubicBezTo>
                  <a:pt x="38490" y="1807560"/>
                  <a:pt x="0" y="1769070"/>
                  <a:pt x="0" y="1721591"/>
                </a:cubicBezTo>
                <a:lnTo>
                  <a:pt x="0" y="85969"/>
                </a:lnTo>
              </a:path>
            </a:pathLst>
          </a:custGeom>
          <a:noFill xmlns:a="http://schemas.openxmlformats.org/drawingml/2006/main"/>
          <a:ln xmlns:a="http://schemas.openxmlformats.org/drawingml/2006/main" w="16779">
            <a:solidFill>
              <a:srgbClr val="D9D9D9"/>
            </a:solidFill>
            <a:prstDash val="solid"/>
          </a:ln>
        </p:spPr>
      </p:sp>
      <p:sp>
        <p:nvSpPr>
          <p:cNvPr id="9" name="path-9">
            <a:extLst xmlns:a="http://schemas.openxmlformats.org/drawingml/2006/main">
              <a:ext uri="{FF2B5EF4-FFF2-40B4-BE49-F238E27FC236}">
                <a16:creationId xmlns:a16="http://schemas.microsoft.com/office/drawing/2014/main" id="{E54EA38B-F0D5-43C6-B96C-A2E70084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160" y="1038795"/>
            <a:ext cx="3860912" cy="522392"/>
          </a:xfrm>
          <a:custGeom xmlns:a="http://schemas.openxmlformats.org/drawingml/2006/main">
            <a:pathLst>
              <a:path w="3378298" h="457093">
                <a:moveTo>
                  <a:pt x="0" y="76185"/>
                </a:moveTo>
                <a:cubicBezTo>
                  <a:pt x="0" y="34109"/>
                  <a:pt x="34109" y="0"/>
                  <a:pt x="76184" y="0"/>
                </a:cubicBezTo>
                <a:lnTo>
                  <a:pt x="3302112" y="0"/>
                </a:lnTo>
                <a:cubicBezTo>
                  <a:pt x="3344190" y="0"/>
                  <a:pt x="3378298" y="34109"/>
                  <a:pt x="3378298" y="76185"/>
                </a:cubicBezTo>
                <a:lnTo>
                  <a:pt x="3378298" y="380909"/>
                </a:lnTo>
                <a:cubicBezTo>
                  <a:pt x="3378298" y="422986"/>
                  <a:pt x="3344190" y="457093"/>
                  <a:pt x="3302112" y="457093"/>
                </a:cubicBezTo>
                <a:lnTo>
                  <a:pt x="76184" y="457093"/>
                </a:lnTo>
                <a:cubicBezTo>
                  <a:pt x="34109" y="457093"/>
                  <a:pt x="0" y="422986"/>
                  <a:pt x="0" y="380909"/>
                </a:cubicBezTo>
                <a:lnTo>
                  <a:pt x="0" y="76185"/>
                </a:lnTo>
              </a:path>
            </a:pathLst>
          </a:custGeom>
          <a:solidFill xmlns:a="http://schemas.openxmlformats.org/drawingml/2006/main">
            <a:srgbClr val="C1C0F4">
              <a:alpha val="9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ODE native panel-border soft shadow xref 724 layer 1">
            <a:extLst xmlns:a="http://schemas.openxmlformats.org/drawingml/2006/main">
              <a:ext uri="{FF2B5EF4-FFF2-40B4-BE49-F238E27FC236}">
                <a16:creationId xmlns:a16="http://schemas.microsoft.com/office/drawing/2014/main" id="{7EC6DF32-8570-492D-B39A-778608CE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374" y="1071452"/>
            <a:ext cx="8248198" cy="8176304"/>
          </a:xfrm>
          <a:custGeom xmlns:a="http://schemas.openxmlformats.org/drawingml/2006/main">
            <a:pathLst>
              <a:path w="7217174" h="7154266">
                <a:moveTo>
                  <a:pt x="0" y="118471"/>
                </a:moveTo>
                <a:cubicBezTo>
                  <a:pt x="0" y="53041"/>
                  <a:pt x="53041" y="0"/>
                  <a:pt x="118471" y="0"/>
                </a:cubicBezTo>
                <a:lnTo>
                  <a:pt x="7098702" y="0"/>
                </a:lnTo>
                <a:cubicBezTo>
                  <a:pt x="7164132" y="0"/>
                  <a:pt x="7217174" y="53041"/>
                  <a:pt x="7217174" y="118471"/>
                </a:cubicBezTo>
                <a:lnTo>
                  <a:pt x="7217174" y="7035795"/>
                </a:lnTo>
                <a:cubicBezTo>
                  <a:pt x="7217174" y="7101225"/>
                  <a:pt x="7164132" y="7154266"/>
                  <a:pt x="7098702" y="7154266"/>
                </a:cubicBezTo>
                <a:lnTo>
                  <a:pt x="118471" y="7154266"/>
                </a:lnTo>
                <a:cubicBezTo>
                  <a:pt x="53041" y="7154266"/>
                  <a:pt x="0" y="7101225"/>
                  <a:pt x="0" y="7035795"/>
                </a:cubicBezTo>
                <a:lnTo>
                  <a:pt x="0" y="118471"/>
                </a:lnTo>
              </a:path>
            </a:pathLst>
          </a:custGeom>
          <a:noFill xmlns:a="http://schemas.openxmlformats.org/drawingml/2006/main"/>
          <a:ln xmlns:a="http://schemas.openxmlformats.org/drawingml/2006/main" w="97971">
            <a:solidFill>
              <a:srgbClr val="000000">
                <a:alpha val="3000"/>
              </a:srgbClr>
            </a:solidFill>
            <a:prstDash val="dash"/>
          </a:ln>
        </p:spPr>
      </p:sp>
      <p:sp>
        <p:nvSpPr>
          <p:cNvPr id="11" name="ODE native panel-border soft shadow xref 724 layer 2">
            <a:extLst xmlns:a="http://schemas.openxmlformats.org/drawingml/2006/main">
              <a:ext uri="{FF2B5EF4-FFF2-40B4-BE49-F238E27FC236}">
                <a16:creationId xmlns:a16="http://schemas.microsoft.com/office/drawing/2014/main" id="{26EA7C39-D513-4727-B93D-C669F9F8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932" y="1066010"/>
            <a:ext cx="8248198" cy="8176304"/>
          </a:xfrm>
          <a:custGeom xmlns:a="http://schemas.openxmlformats.org/drawingml/2006/main">
            <a:pathLst>
              <a:path w="7217174" h="7154266">
                <a:moveTo>
                  <a:pt x="0" y="118471"/>
                </a:moveTo>
                <a:cubicBezTo>
                  <a:pt x="0" y="53041"/>
                  <a:pt x="53041" y="0"/>
                  <a:pt x="118471" y="0"/>
                </a:cubicBezTo>
                <a:lnTo>
                  <a:pt x="7098702" y="0"/>
                </a:lnTo>
                <a:cubicBezTo>
                  <a:pt x="7164132" y="0"/>
                  <a:pt x="7217174" y="53041"/>
                  <a:pt x="7217174" y="118471"/>
                </a:cubicBezTo>
                <a:lnTo>
                  <a:pt x="7217174" y="7035795"/>
                </a:lnTo>
                <a:cubicBezTo>
                  <a:pt x="7217174" y="7101225"/>
                  <a:pt x="7164132" y="7154266"/>
                  <a:pt x="7098702" y="7154266"/>
                </a:cubicBezTo>
                <a:lnTo>
                  <a:pt x="118471" y="7154266"/>
                </a:lnTo>
                <a:cubicBezTo>
                  <a:pt x="53041" y="7154266"/>
                  <a:pt x="0" y="7101225"/>
                  <a:pt x="0" y="7035795"/>
                </a:cubicBezTo>
                <a:lnTo>
                  <a:pt x="0" y="118471"/>
                </a:lnTo>
              </a:path>
            </a:pathLst>
          </a:custGeom>
          <a:noFill xmlns:a="http://schemas.openxmlformats.org/drawingml/2006/main"/>
          <a:ln xmlns:a="http://schemas.openxmlformats.org/drawingml/2006/main" w="65314">
            <a:solidFill>
              <a:srgbClr val="000000">
                <a:alpha val="4000"/>
              </a:srgbClr>
            </a:solidFill>
            <a:prstDash val="dash"/>
          </a:ln>
        </p:spPr>
      </p:sp>
      <p:sp>
        <p:nvSpPr>
          <p:cNvPr id="12" name="ODE native panel-border soft shadow xref 724 layer 3">
            <a:extLst xmlns:a="http://schemas.openxmlformats.org/drawingml/2006/main">
              <a:ext uri="{FF2B5EF4-FFF2-40B4-BE49-F238E27FC236}">
                <a16:creationId xmlns:a16="http://schemas.microsoft.com/office/drawing/2014/main" id="{657687DF-23F0-428D-BFAA-A86E31E9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489" y="1060567"/>
            <a:ext cx="8248198" cy="8176304"/>
          </a:xfrm>
          <a:custGeom xmlns:a="http://schemas.openxmlformats.org/drawingml/2006/main">
            <a:pathLst>
              <a:path w="7217174" h="7154266">
                <a:moveTo>
                  <a:pt x="0" y="118471"/>
                </a:moveTo>
                <a:cubicBezTo>
                  <a:pt x="0" y="53041"/>
                  <a:pt x="53041" y="0"/>
                  <a:pt x="118471" y="0"/>
                </a:cubicBezTo>
                <a:lnTo>
                  <a:pt x="7098702" y="0"/>
                </a:lnTo>
                <a:cubicBezTo>
                  <a:pt x="7164132" y="0"/>
                  <a:pt x="7217174" y="53041"/>
                  <a:pt x="7217174" y="118471"/>
                </a:cubicBezTo>
                <a:lnTo>
                  <a:pt x="7217174" y="7035795"/>
                </a:lnTo>
                <a:cubicBezTo>
                  <a:pt x="7217174" y="7101225"/>
                  <a:pt x="7164132" y="7154266"/>
                  <a:pt x="7098702" y="7154266"/>
                </a:cubicBezTo>
                <a:lnTo>
                  <a:pt x="118471" y="7154266"/>
                </a:lnTo>
                <a:cubicBezTo>
                  <a:pt x="53041" y="7154266"/>
                  <a:pt x="0" y="7101225"/>
                  <a:pt x="0" y="7035795"/>
                </a:cubicBezTo>
                <a:lnTo>
                  <a:pt x="0" y="118471"/>
                </a:lnTo>
              </a:path>
            </a:pathLst>
          </a:custGeom>
          <a:noFill xmlns:a="http://schemas.openxmlformats.org/drawingml/2006/main"/>
          <a:ln xmlns:a="http://schemas.openxmlformats.org/drawingml/2006/main" w="32657">
            <a:solidFill>
              <a:srgbClr val="000000">
                <a:alpha val="5000"/>
              </a:srgbClr>
            </a:solidFill>
            <a:prstDash val="dash"/>
          </a:ln>
        </p:spPr>
      </p:sp>
      <p:sp>
        <p:nvSpPr>
          <p:cNvPr id="13" name="path-13">
            <a:extLst xmlns:a="http://schemas.openxmlformats.org/drawingml/2006/main">
              <a:ext uri="{FF2B5EF4-FFF2-40B4-BE49-F238E27FC236}">
                <a16:creationId xmlns:a16="http://schemas.microsoft.com/office/drawing/2014/main" id="{23A8015E-E646-4FEF-94B9-72E4A70B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160" y="1038795"/>
            <a:ext cx="8248198" cy="8176304"/>
          </a:xfrm>
          <a:custGeom xmlns:a="http://schemas.openxmlformats.org/drawingml/2006/main">
            <a:pathLst>
              <a:path w="7217174" h="7154266">
                <a:moveTo>
                  <a:pt x="0" y="118471"/>
                </a:moveTo>
                <a:cubicBezTo>
                  <a:pt x="0" y="53041"/>
                  <a:pt x="53041" y="0"/>
                  <a:pt x="118471" y="0"/>
                </a:cubicBezTo>
                <a:lnTo>
                  <a:pt x="7098702" y="0"/>
                </a:lnTo>
                <a:cubicBezTo>
                  <a:pt x="7164132" y="0"/>
                  <a:pt x="7217174" y="53041"/>
                  <a:pt x="7217174" y="118471"/>
                </a:cubicBezTo>
                <a:lnTo>
                  <a:pt x="7217174" y="7035795"/>
                </a:lnTo>
                <a:cubicBezTo>
                  <a:pt x="7217174" y="7101225"/>
                  <a:pt x="7164132" y="7154266"/>
                  <a:pt x="7098702" y="7154266"/>
                </a:cubicBezTo>
                <a:lnTo>
                  <a:pt x="118471" y="7154266"/>
                </a:lnTo>
                <a:cubicBezTo>
                  <a:pt x="53041" y="7154266"/>
                  <a:pt x="0" y="7101225"/>
                  <a:pt x="0" y="7035795"/>
                </a:cubicBezTo>
                <a:lnTo>
                  <a:pt x="0" y="118471"/>
                </a:lnTo>
              </a:path>
            </a:pathLst>
          </a:custGeom>
          <a:noFill xmlns:a="http://schemas.openxmlformats.org/drawingml/2006/main"/>
          <a:ln xmlns:a="http://schemas.openxmlformats.org/drawingml/2006/main" w="33558">
            <a:solidFill>
              <a:srgbClr val="3A3399"/>
            </a:solidFill>
            <a:prstDash val="dash"/>
          </a:ln>
        </p:spPr>
      </p:sp>
      <p:sp>
        <p:nvSpPr>
          <p:cNvPr id="14" name="path-14">
            <a:extLst xmlns:a="http://schemas.openxmlformats.org/drawingml/2006/main">
              <a:ext uri="{FF2B5EF4-FFF2-40B4-BE49-F238E27FC236}">
                <a16:creationId xmlns:a16="http://schemas.microsoft.com/office/drawing/2014/main" id="{F5B3B16B-15FA-4363-BB30-87A03543A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3707" y="1026952"/>
            <a:ext cx="3465309" cy="487056"/>
          </a:xfrm>
          <a:custGeom xmlns:a="http://schemas.openxmlformats.org/drawingml/2006/main">
            <a:pathLst>
              <a:path w="3032145" h="426174">
                <a:moveTo>
                  <a:pt x="0" y="82621"/>
                </a:moveTo>
                <a:cubicBezTo>
                  <a:pt x="0" y="36990"/>
                  <a:pt x="36990" y="0"/>
                  <a:pt x="82621" y="0"/>
                </a:cubicBezTo>
                <a:lnTo>
                  <a:pt x="2949523" y="0"/>
                </a:lnTo>
                <a:cubicBezTo>
                  <a:pt x="2995153" y="0"/>
                  <a:pt x="3032145" y="36990"/>
                  <a:pt x="3032145" y="82621"/>
                </a:cubicBezTo>
                <a:lnTo>
                  <a:pt x="3032145" y="343552"/>
                </a:lnTo>
                <a:cubicBezTo>
                  <a:pt x="3032145" y="389184"/>
                  <a:pt x="2995153" y="426174"/>
                  <a:pt x="2949523" y="426174"/>
                </a:cubicBezTo>
                <a:lnTo>
                  <a:pt x="82621" y="426174"/>
                </a:lnTo>
                <a:cubicBezTo>
                  <a:pt x="36990" y="426174"/>
                  <a:pt x="0" y="389184"/>
                  <a:pt x="0" y="343552"/>
                </a:cubicBezTo>
                <a:lnTo>
                  <a:pt x="0" y="82621"/>
                </a:lnTo>
              </a:path>
            </a:pathLst>
          </a:custGeom>
          <a:solidFill xmlns:a="http://schemas.openxmlformats.org/drawingml/2006/main">
            <a:srgbClr val="C0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15 1.">
            <a:extLst xmlns:a="http://schemas.openxmlformats.org/drawingml/2006/main">
              <a:ext uri="{FF2B5EF4-FFF2-40B4-BE49-F238E27FC236}">
                <a16:creationId xmlns:a16="http://schemas.microsoft.com/office/drawing/2014/main" id="{762036C2-07A9-41FE-A2A3-0BA3A619B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7704" y="1117898"/>
            <a:ext cx="249694" cy="376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1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1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1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</a:t>
            </a:r>
          </a:p>
        </p:txBody>
      </p:sp>
      <p:sp>
        <p:nvSpPr>
          <p:cNvPr id="16" name="text-15 Visual">
            <a:extLst xmlns:a="http://schemas.openxmlformats.org/drawingml/2006/main">
              <a:ext uri="{FF2B5EF4-FFF2-40B4-BE49-F238E27FC236}">
                <a16:creationId xmlns:a16="http://schemas.microsoft.com/office/drawing/2014/main" id="{26B777CA-535E-43DB-8EA7-40C1741A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365" y="1118652"/>
            <a:ext cx="767250" cy="374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Visual</a:t>
            </a:r>
          </a:p>
        </p:txBody>
      </p:sp>
      <p:sp>
        <p:nvSpPr>
          <p:cNvPr id="17" name="text-16 -">
            <a:extLst xmlns:a="http://schemas.openxmlformats.org/drawingml/2006/main">
              <a:ext uri="{FF2B5EF4-FFF2-40B4-BE49-F238E27FC236}">
                <a16:creationId xmlns:a16="http://schemas.microsoft.com/office/drawing/2014/main" id="{38633751-0A1E-404F-AFBA-5073E4969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1297" y="1117842"/>
            <a:ext cx="137756" cy="376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1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1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1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</a:t>
            </a:r>
          </a:p>
        </p:txBody>
      </p:sp>
      <p:sp>
        <p:nvSpPr>
          <p:cNvPr id="18" name="text-17 Native">
            <a:extLst xmlns:a="http://schemas.openxmlformats.org/drawingml/2006/main">
              <a:ext uri="{FF2B5EF4-FFF2-40B4-BE49-F238E27FC236}">
                <a16:creationId xmlns:a16="http://schemas.microsoft.com/office/drawing/2014/main" id="{6680C174-179D-442A-8060-EFA70806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0785" y="1117858"/>
            <a:ext cx="793922" cy="376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1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1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1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Native</a:t>
            </a:r>
          </a:p>
        </p:txBody>
      </p:sp>
      <p:sp>
        <p:nvSpPr>
          <p:cNvPr id="19" name="text-17 Agent">
            <a:extLst xmlns:a="http://schemas.openxmlformats.org/drawingml/2006/main">
              <a:ext uri="{FF2B5EF4-FFF2-40B4-BE49-F238E27FC236}">
                <a16:creationId xmlns:a16="http://schemas.microsoft.com/office/drawing/2014/main" id="{7A2E5E2F-D1B9-4088-BA86-FEA86EFC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79794" y="1118233"/>
            <a:ext cx="733332" cy="3755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1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1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1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Agent</a:t>
            </a:r>
          </a:p>
        </p:txBody>
      </p:sp>
      <p:sp>
        <p:nvSpPr>
          <p:cNvPr id="20" name="text-17 Harness">
            <a:extLst xmlns:a="http://schemas.openxmlformats.org/drawingml/2006/main">
              <a:ext uri="{FF2B5EF4-FFF2-40B4-BE49-F238E27FC236}">
                <a16:creationId xmlns:a16="http://schemas.microsoft.com/office/drawing/2014/main" id="{CFC431CC-5911-4A08-B3F7-4FC363A8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32036" y="1117591"/>
            <a:ext cx="989041" cy="3764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1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1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1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Harness</a:t>
            </a:r>
          </a:p>
        </p:txBody>
      </p:sp>
      <p:sp>
        <p:nvSpPr>
          <p:cNvPr id="21" name="text-18 2.">
            <a:extLst xmlns:a="http://schemas.openxmlformats.org/drawingml/2006/main">
              <a:ext uri="{FF2B5EF4-FFF2-40B4-BE49-F238E27FC236}">
                <a16:creationId xmlns:a16="http://schemas.microsoft.com/office/drawing/2014/main" id="{4FA6046F-2EBE-42A1-8BD7-0A59F070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11076" y="1101790"/>
            <a:ext cx="249695" cy="376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1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1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1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</a:t>
            </a:r>
          </a:p>
        </p:txBody>
      </p:sp>
      <p:sp>
        <p:nvSpPr>
          <p:cNvPr id="22" name="text-18 On">
            <a:extLst xmlns:a="http://schemas.openxmlformats.org/drawingml/2006/main">
              <a:ext uri="{FF2B5EF4-FFF2-40B4-BE49-F238E27FC236}">
                <a16:creationId xmlns:a16="http://schemas.microsoft.com/office/drawing/2014/main" id="{52A1E331-140E-4BEA-8025-B2413313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9541" y="1101072"/>
            <a:ext cx="407535" cy="377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2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2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2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On</a:t>
            </a:r>
          </a:p>
        </p:txBody>
      </p:sp>
      <p:sp>
        <p:nvSpPr>
          <p:cNvPr id="23" name="text-19 -">
            <a:extLst xmlns:a="http://schemas.openxmlformats.org/drawingml/2006/main">
              <a:ext uri="{FF2B5EF4-FFF2-40B4-BE49-F238E27FC236}">
                <a16:creationId xmlns:a16="http://schemas.microsoft.com/office/drawing/2014/main" id="{3D610BD9-ACEC-4FDB-B1FA-B72AAFF6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37497" y="1101737"/>
            <a:ext cx="137755" cy="3760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1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1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1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</a:t>
            </a:r>
          </a:p>
        </p:txBody>
      </p:sp>
      <p:sp>
        <p:nvSpPr>
          <p:cNvPr id="24" name="text-20 policy">
            <a:extLst xmlns:a="http://schemas.openxmlformats.org/drawingml/2006/main">
              <a:ext uri="{FF2B5EF4-FFF2-40B4-BE49-F238E27FC236}">
                <a16:creationId xmlns:a16="http://schemas.microsoft.com/office/drawing/2014/main" id="{9F1F4FB8-1E5D-4387-9AE5-E3212039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26984" y="1101056"/>
            <a:ext cx="736448" cy="3770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2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2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2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policy</a:t>
            </a:r>
          </a:p>
        </p:txBody>
      </p:sp>
      <p:sp>
        <p:nvSpPr>
          <p:cNvPr id="25" name="text-20 Data">
            <a:extLst xmlns:a="http://schemas.openxmlformats.org/drawingml/2006/main">
              <a:ext uri="{FF2B5EF4-FFF2-40B4-BE49-F238E27FC236}">
                <a16:creationId xmlns:a16="http://schemas.microsoft.com/office/drawing/2014/main" id="{D351F343-DCCC-4159-9876-134FDDAD0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82071" y="1102200"/>
            <a:ext cx="599164" cy="37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1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1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1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Data</a:t>
            </a:r>
          </a:p>
        </p:txBody>
      </p:sp>
      <p:sp>
        <p:nvSpPr>
          <p:cNvPr id="26" name="text-20 Evolution">
            <a:extLst xmlns:a="http://schemas.openxmlformats.org/drawingml/2006/main">
              <a:ext uri="{FF2B5EF4-FFF2-40B4-BE49-F238E27FC236}">
                <a16:creationId xmlns:a16="http://schemas.microsoft.com/office/drawing/2014/main" id="{A6A2990F-F073-4F7E-B6F9-A8E0EEE8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00080" y="1101592"/>
            <a:ext cx="1168113" cy="3762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1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1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1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Evolution</a:t>
            </a:r>
          </a:p>
        </p:txBody>
      </p:sp>
      <p:sp>
        <p:nvSpPr>
          <p:cNvPr id="27" name="ODE native panel-border soft shadow xref 735 layer 1">
            <a:extLst xmlns:a="http://schemas.openxmlformats.org/drawingml/2006/main">
              <a:ext uri="{FF2B5EF4-FFF2-40B4-BE49-F238E27FC236}">
                <a16:creationId xmlns:a16="http://schemas.microsoft.com/office/drawing/2014/main" id="{C313B9A6-7999-4907-8C50-04A063DC8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4920" y="1054233"/>
            <a:ext cx="9540907" cy="8176304"/>
          </a:xfrm>
          <a:custGeom xmlns:a="http://schemas.openxmlformats.org/drawingml/2006/main">
            <a:pathLst>
              <a:path w="8348294" h="7154266">
                <a:moveTo>
                  <a:pt x="0" y="83346"/>
                </a:moveTo>
                <a:cubicBezTo>
                  <a:pt x="0" y="37315"/>
                  <a:pt x="37315" y="0"/>
                  <a:pt x="83347" y="0"/>
                </a:cubicBezTo>
                <a:lnTo>
                  <a:pt x="8264948" y="0"/>
                </a:lnTo>
                <a:cubicBezTo>
                  <a:pt x="8310979" y="0"/>
                  <a:pt x="8348294" y="37315"/>
                  <a:pt x="8348294" y="83346"/>
                </a:cubicBezTo>
                <a:lnTo>
                  <a:pt x="8348294" y="7070920"/>
                </a:lnTo>
                <a:cubicBezTo>
                  <a:pt x="8348294" y="7116951"/>
                  <a:pt x="8310979" y="7154266"/>
                  <a:pt x="8264948" y="7154266"/>
                </a:cubicBezTo>
                <a:lnTo>
                  <a:pt x="83347" y="7154266"/>
                </a:lnTo>
                <a:cubicBezTo>
                  <a:pt x="37315" y="7154266"/>
                  <a:pt x="0" y="7116951"/>
                  <a:pt x="0" y="7070920"/>
                </a:cubicBezTo>
                <a:lnTo>
                  <a:pt x="0" y="83346"/>
                </a:lnTo>
              </a:path>
            </a:pathLst>
          </a:custGeom>
          <a:noFill xmlns:a="http://schemas.openxmlformats.org/drawingml/2006/main"/>
          <a:ln xmlns:a="http://schemas.openxmlformats.org/drawingml/2006/main" w="97971">
            <a:solidFill>
              <a:srgbClr val="000000">
                <a:alpha val="3000"/>
              </a:srgbClr>
            </a:solidFill>
            <a:prstDash val="dash"/>
          </a:ln>
        </p:spPr>
      </p:sp>
      <p:sp>
        <p:nvSpPr>
          <p:cNvPr id="28" name="ODE native panel-border soft shadow xref 735 layer 2">
            <a:extLst xmlns:a="http://schemas.openxmlformats.org/drawingml/2006/main">
              <a:ext uri="{FF2B5EF4-FFF2-40B4-BE49-F238E27FC236}">
                <a16:creationId xmlns:a16="http://schemas.microsoft.com/office/drawing/2014/main" id="{38841B66-C5FB-4D60-A0F4-493C5640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477" y="1048790"/>
            <a:ext cx="9540907" cy="8176304"/>
          </a:xfrm>
          <a:custGeom xmlns:a="http://schemas.openxmlformats.org/drawingml/2006/main">
            <a:pathLst>
              <a:path w="8348294" h="7154266">
                <a:moveTo>
                  <a:pt x="0" y="83346"/>
                </a:moveTo>
                <a:cubicBezTo>
                  <a:pt x="0" y="37315"/>
                  <a:pt x="37315" y="0"/>
                  <a:pt x="83347" y="0"/>
                </a:cubicBezTo>
                <a:lnTo>
                  <a:pt x="8264948" y="0"/>
                </a:lnTo>
                <a:cubicBezTo>
                  <a:pt x="8310979" y="0"/>
                  <a:pt x="8348294" y="37315"/>
                  <a:pt x="8348294" y="83346"/>
                </a:cubicBezTo>
                <a:lnTo>
                  <a:pt x="8348294" y="7070920"/>
                </a:lnTo>
                <a:cubicBezTo>
                  <a:pt x="8348294" y="7116951"/>
                  <a:pt x="8310979" y="7154266"/>
                  <a:pt x="8264948" y="7154266"/>
                </a:cubicBezTo>
                <a:lnTo>
                  <a:pt x="83347" y="7154266"/>
                </a:lnTo>
                <a:cubicBezTo>
                  <a:pt x="37315" y="7154266"/>
                  <a:pt x="0" y="7116951"/>
                  <a:pt x="0" y="7070920"/>
                </a:cubicBezTo>
                <a:lnTo>
                  <a:pt x="0" y="83346"/>
                </a:lnTo>
              </a:path>
            </a:pathLst>
          </a:custGeom>
          <a:noFill xmlns:a="http://schemas.openxmlformats.org/drawingml/2006/main"/>
          <a:ln xmlns:a="http://schemas.openxmlformats.org/drawingml/2006/main" w="65314">
            <a:solidFill>
              <a:srgbClr val="000000">
                <a:alpha val="4000"/>
              </a:srgbClr>
            </a:solidFill>
            <a:prstDash val="dash"/>
          </a:ln>
        </p:spPr>
      </p:sp>
      <p:sp>
        <p:nvSpPr>
          <p:cNvPr id="29" name="ODE native panel-border soft shadow xref 735 layer 3">
            <a:extLst xmlns:a="http://schemas.openxmlformats.org/drawingml/2006/main">
              <a:ext uri="{FF2B5EF4-FFF2-40B4-BE49-F238E27FC236}">
                <a16:creationId xmlns:a16="http://schemas.microsoft.com/office/drawing/2014/main" id="{D1C5034A-C8E7-4D26-9A9E-9126CC73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4034" y="1043347"/>
            <a:ext cx="9540907" cy="8176304"/>
          </a:xfrm>
          <a:custGeom xmlns:a="http://schemas.openxmlformats.org/drawingml/2006/main">
            <a:pathLst>
              <a:path w="8348294" h="7154266">
                <a:moveTo>
                  <a:pt x="0" y="83346"/>
                </a:moveTo>
                <a:cubicBezTo>
                  <a:pt x="0" y="37315"/>
                  <a:pt x="37315" y="0"/>
                  <a:pt x="83347" y="0"/>
                </a:cubicBezTo>
                <a:lnTo>
                  <a:pt x="8264948" y="0"/>
                </a:lnTo>
                <a:cubicBezTo>
                  <a:pt x="8310979" y="0"/>
                  <a:pt x="8348294" y="37315"/>
                  <a:pt x="8348294" y="83346"/>
                </a:cubicBezTo>
                <a:lnTo>
                  <a:pt x="8348294" y="7070920"/>
                </a:lnTo>
                <a:cubicBezTo>
                  <a:pt x="8348294" y="7116951"/>
                  <a:pt x="8310979" y="7154266"/>
                  <a:pt x="8264948" y="7154266"/>
                </a:cubicBezTo>
                <a:lnTo>
                  <a:pt x="83347" y="7154266"/>
                </a:lnTo>
                <a:cubicBezTo>
                  <a:pt x="37315" y="7154266"/>
                  <a:pt x="0" y="7116951"/>
                  <a:pt x="0" y="7070920"/>
                </a:cubicBezTo>
                <a:lnTo>
                  <a:pt x="0" y="83346"/>
                </a:lnTo>
              </a:path>
            </a:pathLst>
          </a:custGeom>
          <a:noFill xmlns:a="http://schemas.openxmlformats.org/drawingml/2006/main"/>
          <a:ln xmlns:a="http://schemas.openxmlformats.org/drawingml/2006/main" w="32657">
            <a:solidFill>
              <a:srgbClr val="000000">
                <a:alpha val="5000"/>
              </a:srgbClr>
            </a:solidFill>
            <a:prstDash val="dash"/>
          </a:ln>
        </p:spPr>
      </p:sp>
      <p:sp>
        <p:nvSpPr>
          <p:cNvPr id="30" name="path-24">
            <a:extLst xmlns:a="http://schemas.openxmlformats.org/drawingml/2006/main">
              <a:ext uri="{FF2B5EF4-FFF2-40B4-BE49-F238E27FC236}">
                <a16:creationId xmlns:a16="http://schemas.microsoft.com/office/drawing/2014/main" id="{B0040CD3-2C2B-449D-9D5D-38F01E3C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7705" y="1021576"/>
            <a:ext cx="9540907" cy="8176304"/>
          </a:xfrm>
          <a:custGeom xmlns:a="http://schemas.openxmlformats.org/drawingml/2006/main">
            <a:pathLst>
              <a:path w="8348294" h="7154266">
                <a:moveTo>
                  <a:pt x="0" y="83346"/>
                </a:moveTo>
                <a:cubicBezTo>
                  <a:pt x="0" y="37315"/>
                  <a:pt x="37315" y="0"/>
                  <a:pt x="83347" y="0"/>
                </a:cubicBezTo>
                <a:lnTo>
                  <a:pt x="8264948" y="0"/>
                </a:lnTo>
                <a:cubicBezTo>
                  <a:pt x="8310979" y="0"/>
                  <a:pt x="8348294" y="37315"/>
                  <a:pt x="8348294" y="83346"/>
                </a:cubicBezTo>
                <a:lnTo>
                  <a:pt x="8348294" y="7070920"/>
                </a:lnTo>
                <a:cubicBezTo>
                  <a:pt x="8348294" y="7116951"/>
                  <a:pt x="8310979" y="7154266"/>
                  <a:pt x="8264948" y="7154266"/>
                </a:cubicBezTo>
                <a:lnTo>
                  <a:pt x="83347" y="7154266"/>
                </a:lnTo>
                <a:cubicBezTo>
                  <a:pt x="37315" y="7154266"/>
                  <a:pt x="0" y="7116951"/>
                  <a:pt x="0" y="7070920"/>
                </a:cubicBezTo>
                <a:lnTo>
                  <a:pt x="0" y="83346"/>
                </a:lnTo>
              </a:path>
            </a:pathLst>
          </a:custGeom>
          <a:noFill xmlns:a="http://schemas.openxmlformats.org/drawingml/2006/main"/>
          <a:ln xmlns:a="http://schemas.openxmlformats.org/drawingml/2006/main" w="33558">
            <a:solidFill>
              <a:srgbClr val="0C77A4"/>
            </a:solidFill>
            <a:prstDash val="dash"/>
          </a:ln>
        </p:spPr>
      </p:sp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DE883C-A483-4954-BAF7-80AA3C755B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1ede7206cb411a"/>
          <a:stretch xmlns:a="http://schemas.openxmlformats.org/drawingml/2006/main"/>
        </p:blipFill>
        <p:spPr>
          <a:xfrm xmlns:a="http://schemas.openxmlformats.org/drawingml/2006/main">
            <a:off x="2592043" y="5123781"/>
            <a:ext cx="5791200" cy="1970314"/>
          </a:xfrm>
          <a:prstGeom xmlns:a="http://schemas.openxmlformats.org/drawingml/2006/main" prst="rect">
            <a:avLst/>
          </a:prstGeom>
        </p:spPr>
      </p:pic>
      <p:sp>
        <p:nvSpPr>
          <p:cNvPr id="32" name="path-26">
            <a:extLst xmlns:a="http://schemas.openxmlformats.org/drawingml/2006/main">
              <a:ext uri="{FF2B5EF4-FFF2-40B4-BE49-F238E27FC236}">
                <a16:creationId xmlns:a16="http://schemas.microsoft.com/office/drawing/2014/main" id="{449B8F4C-1BC8-4FAA-8C3C-3E834242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8952" y="5189054"/>
            <a:ext cx="5584872" cy="1747689"/>
          </a:xfrm>
          <a:custGeom xmlns:a="http://schemas.openxmlformats.org/drawingml/2006/main">
            <a:pathLst>
              <a:path w="4886763" h="1529228">
                <a:moveTo>
                  <a:pt x="0" y="72730"/>
                </a:moveTo>
                <a:cubicBezTo>
                  <a:pt x="0" y="32562"/>
                  <a:pt x="32562" y="0"/>
                  <a:pt x="72729" y="0"/>
                </a:cubicBezTo>
                <a:lnTo>
                  <a:pt x="4814033" y="0"/>
                </a:lnTo>
                <a:cubicBezTo>
                  <a:pt x="4854200" y="0"/>
                  <a:pt x="4886763" y="32562"/>
                  <a:pt x="4886763" y="72730"/>
                </a:cubicBezTo>
                <a:lnTo>
                  <a:pt x="4886763" y="1456499"/>
                </a:lnTo>
                <a:cubicBezTo>
                  <a:pt x="4886763" y="1496665"/>
                  <a:pt x="4854200" y="1529228"/>
                  <a:pt x="4814033" y="1529228"/>
                </a:cubicBezTo>
                <a:lnTo>
                  <a:pt x="72729" y="1529228"/>
                </a:lnTo>
                <a:cubicBezTo>
                  <a:pt x="32562" y="1529228"/>
                  <a:pt x="0" y="1496665"/>
                  <a:pt x="0" y="1456499"/>
                </a:cubicBezTo>
                <a:lnTo>
                  <a:pt x="0" y="7273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th-27">
            <a:extLst xmlns:a="http://schemas.openxmlformats.org/drawingml/2006/main">
              <a:ext uri="{FF2B5EF4-FFF2-40B4-BE49-F238E27FC236}">
                <a16:creationId xmlns:a16="http://schemas.microsoft.com/office/drawing/2014/main" id="{6A034082-84CE-4AA4-B0F9-375BA3A2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8952" y="5189054"/>
            <a:ext cx="5584873" cy="1747691"/>
          </a:xfrm>
          <a:custGeom xmlns:a="http://schemas.openxmlformats.org/drawingml/2006/main">
            <a:pathLst>
              <a:path w="4886764" h="1529229">
                <a:moveTo>
                  <a:pt x="0" y="72730"/>
                </a:moveTo>
                <a:cubicBezTo>
                  <a:pt x="0" y="32562"/>
                  <a:pt x="32562" y="0"/>
                  <a:pt x="72730" y="0"/>
                </a:cubicBezTo>
                <a:lnTo>
                  <a:pt x="4814036" y="0"/>
                </a:lnTo>
                <a:cubicBezTo>
                  <a:pt x="4854203" y="0"/>
                  <a:pt x="4886764" y="32562"/>
                  <a:pt x="4886764" y="72730"/>
                </a:cubicBezTo>
                <a:lnTo>
                  <a:pt x="4886764" y="1456500"/>
                </a:lnTo>
                <a:cubicBezTo>
                  <a:pt x="4886764" y="1496667"/>
                  <a:pt x="4854203" y="1529229"/>
                  <a:pt x="4814036" y="1529229"/>
                </a:cubicBezTo>
                <a:lnTo>
                  <a:pt x="72730" y="1529229"/>
                </a:lnTo>
                <a:cubicBezTo>
                  <a:pt x="32562" y="1529229"/>
                  <a:pt x="0" y="1496667"/>
                  <a:pt x="0" y="1456500"/>
                </a:cubicBezTo>
                <a:lnTo>
                  <a:pt x="0" y="72730"/>
                </a:lnTo>
              </a:path>
            </a:pathLst>
          </a:custGeom>
          <a:noFill xmlns:a="http://schemas.openxmlformats.org/drawingml/2006/main"/>
          <a:ln xmlns:a="http://schemas.openxmlformats.org/drawingml/2006/main" w="16779">
            <a:solidFill>
              <a:srgbClr val="D9D9D9"/>
            </a:solidFill>
            <a:prstDash val="solid"/>
          </a:ln>
        </p:spPr>
      </p:sp>
      <p:pic>
        <p:nvPic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FD4EC0-336D-49C4-91DE-C68F3025D2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a1e476055a4b28"/>
          <a:stretch xmlns:a="http://schemas.openxmlformats.org/drawingml/2006/main"/>
        </p:blipFill>
        <p:spPr>
          <a:xfrm xmlns:a="http://schemas.openxmlformats.org/drawingml/2006/main">
            <a:off x="3332271" y="5145553"/>
            <a:ext cx="478971" cy="478971"/>
          </a:xfrm>
          <a:prstGeom xmlns:a="http://schemas.openxmlformats.org/drawingml/2006/main" prst="rect">
            <a:avLst/>
          </a:prstGeom>
        </p:spPr>
      </p:pic>
      <p:sp>
        <p:nvSpPr>
          <p:cNvPr id="35" name="text-29 Image">
            <a:extLst xmlns:a="http://schemas.openxmlformats.org/drawingml/2006/main">
              <a:ext uri="{FF2B5EF4-FFF2-40B4-BE49-F238E27FC236}">
                <a16:creationId xmlns:a16="http://schemas.microsoft.com/office/drawing/2014/main" id="{EBFC4BD6-7AF5-44C6-972B-D1391D9B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18364" y="5221574"/>
            <a:ext cx="698754" cy="34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3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3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3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Image</a:t>
            </a:r>
          </a:p>
        </p:txBody>
      </p:sp>
      <p:sp>
        <p:nvSpPr>
          <p:cNvPr id="36" name="text-30 B">
            <a:extLst xmlns:a="http://schemas.openxmlformats.org/drawingml/2006/main">
              <a:ext uri="{FF2B5EF4-FFF2-40B4-BE49-F238E27FC236}">
                <a16:creationId xmlns:a16="http://schemas.microsoft.com/office/drawing/2014/main" id="{968E2D21-6A31-45CE-9A20-BF95D955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34274" y="5221029"/>
            <a:ext cx="208447" cy="344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37" name="text-31 ank">
            <a:extLst xmlns:a="http://schemas.openxmlformats.org/drawingml/2006/main">
              <a:ext uri="{FF2B5EF4-FFF2-40B4-BE49-F238E27FC236}">
                <a16:creationId xmlns:a16="http://schemas.microsoft.com/office/drawing/2014/main" id="{3CC538A7-96FF-432D-86CC-AEC2271F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99268" y="5220873"/>
            <a:ext cx="441270" cy="344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3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3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3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ank</a:t>
            </a:r>
          </a:p>
        </p:txBody>
      </p:sp>
      <p:sp>
        <p:nvSpPr>
          <p:cNvPr id="38" name="text-32 R">
            <a:extLst xmlns:a="http://schemas.openxmlformats.org/drawingml/2006/main">
              <a:ext uri="{FF2B5EF4-FFF2-40B4-BE49-F238E27FC236}">
                <a16:creationId xmlns:a16="http://schemas.microsoft.com/office/drawing/2014/main" id="{21952EA5-FBAF-4A51-A72A-49145AF5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898" y="5220959"/>
            <a:ext cx="222038" cy="3446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3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3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3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39" name="text-33 eference">
            <a:extLst xmlns:a="http://schemas.openxmlformats.org/drawingml/2006/main">
              <a:ext uri="{FF2B5EF4-FFF2-40B4-BE49-F238E27FC236}">
                <a16:creationId xmlns:a16="http://schemas.microsoft.com/office/drawing/2014/main" id="{EF942C45-047E-45A7-8D00-2EE15E8A1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36875" y="5220145"/>
            <a:ext cx="917173" cy="3458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4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4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4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eference</a:t>
            </a:r>
          </a:p>
        </p:txBody>
      </p:sp>
      <p:sp>
        <p:nvSpPr>
          <p:cNvPr id="40" name="text-34 P">
            <a:extLst xmlns:a="http://schemas.openxmlformats.org/drawingml/2006/main">
              <a:ext uri="{FF2B5EF4-FFF2-40B4-BE49-F238E27FC236}">
                <a16:creationId xmlns:a16="http://schemas.microsoft.com/office/drawing/2014/main" id="{AB7EBF6C-FDE2-4F97-B874-8CF5F09F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70914" y="5221037"/>
            <a:ext cx="194627" cy="3445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</a:t>
            </a:r>
          </a:p>
        </p:txBody>
      </p:sp>
      <p:sp>
        <p:nvSpPr>
          <p:cNvPr id="41" name="text-35 rotocol">
            <a:extLst xmlns:a="http://schemas.openxmlformats.org/drawingml/2006/main">
              <a:ext uri="{FF2B5EF4-FFF2-40B4-BE49-F238E27FC236}">
                <a16:creationId xmlns:a16="http://schemas.microsoft.com/office/drawing/2014/main" id="{6CA03FA4-B220-4EA5-A47D-29FAD0F8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1925" y="5219893"/>
            <a:ext cx="781248" cy="3461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4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4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4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rotocol</a:t>
            </a:r>
          </a:p>
        </p:txBody>
      </p:sp>
      <p:pic>
        <p:nvPic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1F8A001-F4C8-46A7-A5B7-703306359C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14cf66cd5b4f48"/>
          <a:stretch xmlns:a="http://schemas.openxmlformats.org/drawingml/2006/main"/>
        </p:blipFill>
        <p:spPr>
          <a:xfrm xmlns:a="http://schemas.openxmlformats.org/drawingml/2006/main">
            <a:off x="5313471" y="5580981"/>
            <a:ext cx="1208314" cy="1088571"/>
          </a:xfrm>
          <a:prstGeom xmlns:a="http://schemas.openxmlformats.org/drawingml/2006/main" prst="rect">
            <a:avLst/>
          </a:prstGeom>
        </p:spPr>
      </p:pic>
      <p:pic>
        <p:nvPic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F69AA61-0478-4843-B6B5-E55F1F3143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6113b5d9a94851"/>
          <a:stretch xmlns:a="http://schemas.openxmlformats.org/drawingml/2006/main"/>
        </p:blipFill>
        <p:spPr>
          <a:xfrm xmlns:a="http://schemas.openxmlformats.org/drawingml/2006/main">
            <a:off x="2722671" y="5602753"/>
            <a:ext cx="1240971" cy="1045029"/>
          </a:xfrm>
          <a:prstGeom xmlns:a="http://schemas.openxmlformats.org/drawingml/2006/main" prst="rect">
            <a:avLst/>
          </a:prstGeom>
        </p:spPr>
      </p:pic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A78D0D4-02B2-483C-BE02-89575EF27A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857d75897d4170"/>
          <a:stretch xmlns:a="http://schemas.openxmlformats.org/drawingml/2006/main"/>
        </p:blipFill>
        <p:spPr>
          <a:xfrm xmlns:a="http://schemas.openxmlformats.org/drawingml/2006/main">
            <a:off x="4105157" y="5602753"/>
            <a:ext cx="1023257" cy="1045029"/>
          </a:xfrm>
          <a:prstGeom xmlns:a="http://schemas.openxmlformats.org/drawingml/2006/main" prst="rect">
            <a:avLst/>
          </a:prstGeom>
        </p:spPr>
      </p:pic>
      <p:sp>
        <p:nvSpPr>
          <p:cNvPr id="45" name="text-39 &lt;Image:">
            <a:extLst xmlns:a="http://schemas.openxmlformats.org/drawingml/2006/main">
              <a:ext uri="{FF2B5EF4-FFF2-40B4-BE49-F238E27FC236}">
                <a16:creationId xmlns:a16="http://schemas.microsoft.com/office/drawing/2014/main" id="{E2D1D596-FBA7-4594-871C-64B39D17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72159" y="6627868"/>
            <a:ext cx="790525" cy="314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6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&lt;Image:</a:t>
            </a:r>
          </a:p>
        </p:txBody>
      </p:sp>
      <p:sp>
        <p:nvSpPr>
          <p:cNvPr id="46" name="text-39 1&gt;">
            <a:extLst xmlns:a="http://schemas.openxmlformats.org/drawingml/2006/main">
              <a:ext uri="{FF2B5EF4-FFF2-40B4-BE49-F238E27FC236}">
                <a16:creationId xmlns:a16="http://schemas.microsoft.com/office/drawing/2014/main" id="{DCD4A1FB-1FE0-4594-B62D-4AB6F60D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77557" y="6628724"/>
            <a:ext cx="278302" cy="3132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1&gt;</a:t>
            </a:r>
          </a:p>
        </p:txBody>
      </p:sp>
      <p:sp>
        <p:nvSpPr>
          <p:cNvPr id="47" name="text-40 &lt;Image:">
            <a:extLst xmlns:a="http://schemas.openxmlformats.org/drawingml/2006/main">
              <a:ext uri="{FF2B5EF4-FFF2-40B4-BE49-F238E27FC236}">
                <a16:creationId xmlns:a16="http://schemas.microsoft.com/office/drawing/2014/main" id="{AC431F1E-4F76-4290-9CFC-F836745A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72021" y="6633239"/>
            <a:ext cx="790525" cy="314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6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&lt;Image:</a:t>
            </a:r>
          </a:p>
        </p:txBody>
      </p:sp>
      <p:sp>
        <p:nvSpPr>
          <p:cNvPr id="48" name="text-40 2&gt;">
            <a:extLst xmlns:a="http://schemas.openxmlformats.org/drawingml/2006/main">
              <a:ext uri="{FF2B5EF4-FFF2-40B4-BE49-F238E27FC236}">
                <a16:creationId xmlns:a16="http://schemas.microsoft.com/office/drawing/2014/main" id="{E8F52126-9914-483F-85B3-50160028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7419" y="6634094"/>
            <a:ext cx="278302" cy="3132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2&gt;</a:t>
            </a:r>
          </a:p>
        </p:txBody>
      </p:sp>
      <p:sp>
        <p:nvSpPr>
          <p:cNvPr id="49" name="text-41 &lt;Image:">
            <a:extLst xmlns:a="http://schemas.openxmlformats.org/drawingml/2006/main">
              <a:ext uri="{FF2B5EF4-FFF2-40B4-BE49-F238E27FC236}">
                <a16:creationId xmlns:a16="http://schemas.microsoft.com/office/drawing/2014/main" id="{EB94F8A4-C56B-4968-BB63-4F950672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68086" y="6638607"/>
            <a:ext cx="790525" cy="314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6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&lt;Image:</a:t>
            </a:r>
          </a:p>
        </p:txBody>
      </p:sp>
      <p:sp>
        <p:nvSpPr>
          <p:cNvPr id="50" name="text-41 3&gt;">
            <a:extLst xmlns:a="http://schemas.openxmlformats.org/drawingml/2006/main">
              <a:ext uri="{FF2B5EF4-FFF2-40B4-BE49-F238E27FC236}">
                <a16:creationId xmlns:a16="http://schemas.microsoft.com/office/drawing/2014/main" id="{B34D6C30-8660-4BE1-96A9-D5A543B7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3484" y="6639462"/>
            <a:ext cx="278302" cy="3132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3&gt;</a:t>
            </a:r>
          </a:p>
        </p:txBody>
      </p:sp>
      <p:pic>
        <p:nvPic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BED2D29-27CF-49A1-A2EF-9D87696FB8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d210df20fa4111"/>
          <a:stretch xmlns:a="http://schemas.openxmlformats.org/drawingml/2006/main"/>
        </p:blipFill>
        <p:spPr>
          <a:xfrm xmlns:a="http://schemas.openxmlformats.org/drawingml/2006/main">
            <a:off x="6739500" y="5210867"/>
            <a:ext cx="1643743" cy="1524000"/>
          </a:xfrm>
          <a:prstGeom xmlns:a="http://schemas.openxmlformats.org/drawingml/2006/main" prst="rect">
            <a:avLst/>
          </a:prstGeom>
        </p:spPr>
      </p:pic>
      <p:sp>
        <p:nvSpPr>
          <p:cNvPr id="52" name="text-43 &lt;Image:">
            <a:extLst xmlns:a="http://schemas.openxmlformats.org/drawingml/2006/main">
              <a:ext uri="{FF2B5EF4-FFF2-40B4-BE49-F238E27FC236}">
                <a16:creationId xmlns:a16="http://schemas.microsoft.com/office/drawing/2014/main" id="{5129AFEF-EE5E-403E-8F49-2CECC00A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91935" y="6638606"/>
            <a:ext cx="790526" cy="314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6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&lt;Image:</a:t>
            </a:r>
          </a:p>
        </p:txBody>
      </p:sp>
      <p:sp>
        <p:nvSpPr>
          <p:cNvPr id="53" name="text-43 4&gt;">
            <a:extLst xmlns:a="http://schemas.openxmlformats.org/drawingml/2006/main">
              <a:ext uri="{FF2B5EF4-FFF2-40B4-BE49-F238E27FC236}">
                <a16:creationId xmlns:a16="http://schemas.microsoft.com/office/drawing/2014/main" id="{FC07282D-16B2-436D-A7D9-CC0898906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7332" y="6639462"/>
            <a:ext cx="278303" cy="313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4&gt;</a:t>
            </a:r>
          </a:p>
        </p:txBody>
      </p:sp>
      <p:sp>
        <p:nvSpPr>
          <p:cNvPr id="54" name="text-44 …">
            <a:extLst xmlns:a="http://schemas.openxmlformats.org/drawingml/2006/main">
              <a:ext uri="{FF2B5EF4-FFF2-40B4-BE49-F238E27FC236}">
                <a16:creationId xmlns:a16="http://schemas.microsoft.com/office/drawing/2014/main" id="{05C2BF8E-3AAD-455F-BCF2-B19CAC5B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90004" y="5887684"/>
            <a:ext cx="264005" cy="3133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6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pic>
        <p:nvPic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3BE0516-FC09-4C0B-A8D4-6614976B4F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4e586d301942ce"/>
          <a:stretch xmlns:a="http://schemas.openxmlformats.org/drawingml/2006/main"/>
        </p:blipFill>
        <p:spPr>
          <a:xfrm xmlns:a="http://schemas.openxmlformats.org/drawingml/2006/main">
            <a:off x="175414" y="2228181"/>
            <a:ext cx="2514600" cy="4158343"/>
          </a:xfrm>
          <a:prstGeom xmlns:a="http://schemas.openxmlformats.org/drawingml/2006/main" prst="rect">
            <a:avLst/>
          </a:prstGeom>
        </p:spPr>
      </p:pic>
      <p:sp>
        <p:nvSpPr>
          <p:cNvPr id="56" name="path-46">
            <a:extLst xmlns:a="http://schemas.openxmlformats.org/drawingml/2006/main">
              <a:ext uri="{FF2B5EF4-FFF2-40B4-BE49-F238E27FC236}">
                <a16:creationId xmlns:a16="http://schemas.microsoft.com/office/drawing/2014/main" id="{3014110A-9265-41D5-AAA7-014F9693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09" y="2286925"/>
            <a:ext cx="2304025" cy="3945198"/>
          </a:xfrm>
          <a:custGeom xmlns:a="http://schemas.openxmlformats.org/drawingml/2006/main">
            <a:pathLst>
              <a:path w="2016021" h="3452049">
                <a:moveTo>
                  <a:pt x="0" y="95884"/>
                </a:moveTo>
                <a:cubicBezTo>
                  <a:pt x="0" y="42927"/>
                  <a:pt x="42930" y="0"/>
                  <a:pt x="95884" y="0"/>
                </a:cubicBezTo>
                <a:lnTo>
                  <a:pt x="1920138" y="0"/>
                </a:lnTo>
                <a:cubicBezTo>
                  <a:pt x="1973092" y="0"/>
                  <a:pt x="2016021" y="42927"/>
                  <a:pt x="2016021" y="95884"/>
                </a:cubicBezTo>
                <a:lnTo>
                  <a:pt x="2016021" y="3356165"/>
                </a:lnTo>
                <a:cubicBezTo>
                  <a:pt x="2016021" y="3409121"/>
                  <a:pt x="1973092" y="3452049"/>
                  <a:pt x="1920138" y="3452049"/>
                </a:cubicBezTo>
                <a:lnTo>
                  <a:pt x="95884" y="3452049"/>
                </a:lnTo>
                <a:cubicBezTo>
                  <a:pt x="42930" y="3452049"/>
                  <a:pt x="0" y="3409121"/>
                  <a:pt x="0" y="3356165"/>
                </a:cubicBezTo>
                <a:lnTo>
                  <a:pt x="0" y="95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path-47">
            <a:extLst xmlns:a="http://schemas.openxmlformats.org/drawingml/2006/main">
              <a:ext uri="{FF2B5EF4-FFF2-40B4-BE49-F238E27FC236}">
                <a16:creationId xmlns:a16="http://schemas.microsoft.com/office/drawing/2014/main" id="{073CD945-5283-4536-BA5D-B780D1EF8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09" y="2286925"/>
            <a:ext cx="2304023" cy="3945198"/>
          </a:xfrm>
          <a:custGeom xmlns:a="http://schemas.openxmlformats.org/drawingml/2006/main">
            <a:pathLst>
              <a:path w="2016020" h="3452049">
                <a:moveTo>
                  <a:pt x="0" y="95883"/>
                </a:moveTo>
                <a:cubicBezTo>
                  <a:pt x="0" y="42928"/>
                  <a:pt x="42928" y="0"/>
                  <a:pt x="95883" y="0"/>
                </a:cubicBezTo>
                <a:lnTo>
                  <a:pt x="1920139" y="0"/>
                </a:lnTo>
                <a:cubicBezTo>
                  <a:pt x="1973093" y="0"/>
                  <a:pt x="2016020" y="42928"/>
                  <a:pt x="2016020" y="95883"/>
                </a:cubicBezTo>
                <a:lnTo>
                  <a:pt x="2016020" y="3356166"/>
                </a:lnTo>
                <a:cubicBezTo>
                  <a:pt x="2016020" y="3409121"/>
                  <a:pt x="1973093" y="3452049"/>
                  <a:pt x="1920139" y="3452049"/>
                </a:cubicBezTo>
                <a:lnTo>
                  <a:pt x="95883" y="3452049"/>
                </a:lnTo>
                <a:cubicBezTo>
                  <a:pt x="42928" y="3452049"/>
                  <a:pt x="0" y="3409121"/>
                  <a:pt x="0" y="3356166"/>
                </a:cubicBezTo>
                <a:lnTo>
                  <a:pt x="0" y="95883"/>
                </a:lnTo>
              </a:path>
            </a:pathLst>
          </a:custGeom>
          <a:noFill xmlns:a="http://schemas.openxmlformats.org/drawingml/2006/main"/>
          <a:ln xmlns:a="http://schemas.openxmlformats.org/drawingml/2006/main" w="16779">
            <a:solidFill>
              <a:srgbClr val="D9D9D9"/>
            </a:solidFill>
            <a:prstDash val="solid"/>
          </a:ln>
        </p:spPr>
      </p:sp>
      <p:sp>
        <p:nvSpPr>
          <p:cNvPr id="58" name="text-48 Q:">
            <a:extLst xmlns:a="http://schemas.openxmlformats.org/drawingml/2006/main">
              <a:ext uri="{FF2B5EF4-FFF2-40B4-BE49-F238E27FC236}">
                <a16:creationId xmlns:a16="http://schemas.microsoft.com/office/drawing/2014/main" id="{F6DCC39C-7E24-4336-A3D1-7E850FA7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8735" y="4947419"/>
            <a:ext cx="264753" cy="3142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Q:</a:t>
            </a:r>
          </a:p>
        </p:txBody>
      </p:sp>
      <p:sp>
        <p:nvSpPr>
          <p:cNvPr id="59" name="text-49 What">
            <a:extLst xmlns:a="http://schemas.openxmlformats.org/drawingml/2006/main">
              <a:ext uri="{FF2B5EF4-FFF2-40B4-BE49-F238E27FC236}">
                <a16:creationId xmlns:a16="http://schemas.microsoft.com/office/drawing/2014/main" id="{BB64D451-DB5F-4CC1-A242-08301908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8388" y="4946841"/>
            <a:ext cx="527730" cy="3150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2" b="0" i="0">
                <a:solidFill>
                  <a:srgbClr val="1D1B1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2" b="0" i="0">
                <a:solidFill>
                  <a:srgbClr val="1D1B1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72" b="0" i="0">
                <a:solidFill>
                  <a:srgbClr val="1D1B19"/>
                </a:solidFill>
                <a:latin typeface="Times New Roman"/>
                <a:ea typeface="Times New Roman"/>
                <a:cs typeface="Times New Roman"/>
              </a:rPr>
              <a:t>What</a:t>
            </a:r>
          </a:p>
        </p:txBody>
      </p:sp>
      <p:sp>
        <p:nvSpPr>
          <p:cNvPr id="60" name="text-50 is">
            <a:extLst xmlns:a="http://schemas.openxmlformats.org/drawingml/2006/main">
              <a:ext uri="{FF2B5EF4-FFF2-40B4-BE49-F238E27FC236}">
                <a16:creationId xmlns:a16="http://schemas.microsoft.com/office/drawing/2014/main" id="{0C45D371-B57D-4BE0-9440-786F7065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0913" y="4948990"/>
            <a:ext cx="188702" cy="312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5" b="0" i="0">
                <a:solidFill>
                  <a:srgbClr val="1D1B1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5" b="0" i="0">
                <a:solidFill>
                  <a:srgbClr val="1D1B1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55" b="0" i="0">
                <a:solidFill>
                  <a:srgbClr val="1D1B19"/>
                </a:solidFill>
                <a:latin typeface="Times New Roman"/>
                <a:ea typeface="Times New Roman"/>
                <a:cs typeface="Times New Roman"/>
              </a:rPr>
              <a:t>is</a:t>
            </a:r>
          </a:p>
        </p:txBody>
      </p:sp>
      <p:sp>
        <p:nvSpPr>
          <p:cNvPr id="61" name="text-51 the">
            <a:extLst xmlns:a="http://schemas.openxmlformats.org/drawingml/2006/main">
              <a:ext uri="{FF2B5EF4-FFF2-40B4-BE49-F238E27FC236}">
                <a16:creationId xmlns:a16="http://schemas.microsoft.com/office/drawing/2014/main" id="{228C21A8-577C-44A7-94E8-410912EB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5059" y="4948610"/>
            <a:ext cx="312866" cy="312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8" b="0" i="0">
                <a:solidFill>
                  <a:srgbClr val="1D1B1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8" b="0" i="0">
                <a:solidFill>
                  <a:srgbClr val="1D1B1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58" b="0" i="0">
                <a:solidFill>
                  <a:srgbClr val="1D1B19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62" name="text-52 location">
            <a:extLst xmlns:a="http://schemas.openxmlformats.org/drawingml/2006/main">
              <a:ext uri="{FF2B5EF4-FFF2-40B4-BE49-F238E27FC236}">
                <a16:creationId xmlns:a16="http://schemas.microsoft.com/office/drawing/2014/main" id="{5BA261C7-359F-4ABC-920F-6B54333A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5049" y="4947837"/>
            <a:ext cx="761824" cy="313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4" b="0" i="0">
                <a:solidFill>
                  <a:srgbClr val="1D1B1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4" b="0" i="0">
                <a:solidFill>
                  <a:srgbClr val="1D1B1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64" b="0" i="0">
                <a:solidFill>
                  <a:srgbClr val="1D1B19"/>
                </a:solidFill>
                <a:latin typeface="Times New Roman"/>
                <a:ea typeface="Times New Roman"/>
                <a:cs typeface="Times New Roman"/>
              </a:rPr>
              <a:t>location</a:t>
            </a:r>
          </a:p>
        </p:txBody>
      </p:sp>
      <p:sp>
        <p:nvSpPr>
          <p:cNvPr id="63" name="text-53 ?">
            <a:extLst xmlns:a="http://schemas.openxmlformats.org/drawingml/2006/main">
              <a:ext uri="{FF2B5EF4-FFF2-40B4-BE49-F238E27FC236}">
                <a16:creationId xmlns:a16="http://schemas.microsoft.com/office/drawing/2014/main" id="{758E1184-F763-41AA-BD7C-2B53FED2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6550" y="4948020"/>
            <a:ext cx="139588" cy="3133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2" b="0" i="0">
                <a:solidFill>
                  <a:srgbClr val="1D1B1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2" b="0" i="0">
                <a:solidFill>
                  <a:srgbClr val="1D1B1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62" b="0" i="0">
                <a:solidFill>
                  <a:srgbClr val="1D1B19"/>
                </a:solidFill>
                <a:latin typeface="Times New Roman"/>
                <a:ea typeface="Times New Roman"/>
                <a:cs typeface="Times New Roman"/>
              </a:rPr>
              <a:t>?</a:t>
            </a:r>
          </a:p>
        </p:txBody>
      </p:sp>
      <p:sp>
        <p:nvSpPr>
          <p:cNvPr id="64" name="text-54 A:">
            <a:extLst xmlns:a="http://schemas.openxmlformats.org/drawingml/2006/main">
              <a:ext uri="{FF2B5EF4-FFF2-40B4-BE49-F238E27FC236}">
                <a16:creationId xmlns:a16="http://schemas.microsoft.com/office/drawing/2014/main" id="{16D3259F-4421-4662-9295-FB9FB8D9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8735" y="5484353"/>
            <a:ext cx="264753" cy="3142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7" b="0" i="0">
                <a:solidFill>
                  <a:srgbClr val="1D1B1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7" b="0" i="0">
                <a:solidFill>
                  <a:srgbClr val="1D1B1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67" b="0" i="0">
                <a:solidFill>
                  <a:srgbClr val="1D1B19"/>
                </a:solidFill>
                <a:latin typeface="Times New Roman"/>
                <a:ea typeface="Times New Roman"/>
                <a:cs typeface="Times New Roman"/>
              </a:rPr>
              <a:t>A:</a:t>
            </a:r>
          </a:p>
        </p:txBody>
      </p:sp>
      <p:sp>
        <p:nvSpPr>
          <p:cNvPr id="65" name="text-55 Zheduo">
            <a:extLst xmlns:a="http://schemas.openxmlformats.org/drawingml/2006/main">
              <a:ext uri="{FF2B5EF4-FFF2-40B4-BE49-F238E27FC236}">
                <a16:creationId xmlns:a16="http://schemas.microsoft.com/office/drawing/2014/main" id="{A2C9436E-98EF-4EDE-ACB6-91A12769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8388" y="5489449"/>
            <a:ext cx="783267" cy="307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7" b="0" i="1">
                <a:solidFill>
                  <a:srgbClr val="1D1B1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7" b="0" i="1">
                <a:solidFill>
                  <a:srgbClr val="1D1B19"/>
                </a:solidFill>
                <a:latin typeface="Arial"/>
                <a:ea typeface="Arial"/>
                <a:cs typeface="Arial"/>
              </a:defRPr>
            </a:pPr>
            <a:r>
              <a:rPr sz="1727" b="0" i="1">
                <a:solidFill>
                  <a:srgbClr val="1D1B19"/>
                </a:solidFill>
                <a:latin typeface="Arial"/>
                <a:ea typeface="Arial"/>
                <a:cs typeface="Arial"/>
              </a:rPr>
              <a:t>Zheduo</a:t>
            </a:r>
          </a:p>
        </p:txBody>
      </p:sp>
      <p:sp>
        <p:nvSpPr>
          <p:cNvPr id="66" name="text-56 Mountain">
            <a:extLst xmlns:a="http://schemas.openxmlformats.org/drawingml/2006/main">
              <a:ext uri="{FF2B5EF4-FFF2-40B4-BE49-F238E27FC236}">
                <a16:creationId xmlns:a16="http://schemas.microsoft.com/office/drawing/2014/main" id="{288B2AAA-459B-4E91-B59C-3E2AEBF04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5396" y="5467294"/>
            <a:ext cx="1036757" cy="338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01" b="0" i="1">
                <a:solidFill>
                  <a:srgbClr val="1D1B1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01" b="0" i="1">
                <a:solidFill>
                  <a:srgbClr val="1D1B19"/>
                </a:solidFill>
                <a:latin typeface="Arial"/>
                <a:ea typeface="Arial"/>
                <a:cs typeface="Arial"/>
              </a:defRPr>
            </a:pPr>
            <a:r>
              <a:rPr sz="1901" b="0" i="1">
                <a:solidFill>
                  <a:srgbClr val="1D1B19"/>
                </a:solidFill>
                <a:latin typeface="Arial"/>
                <a:ea typeface="Arial"/>
                <a:cs typeface="Arial"/>
              </a:rPr>
              <a:t>Mountain</a:t>
            </a:r>
          </a:p>
        </p:txBody>
      </p:sp>
      <p:sp>
        <p:nvSpPr>
          <p:cNvPr id="67" name="text-57 Pass">
            <a:extLst xmlns:a="http://schemas.openxmlformats.org/drawingml/2006/main">
              <a:ext uri="{FF2B5EF4-FFF2-40B4-BE49-F238E27FC236}">
                <a16:creationId xmlns:a16="http://schemas.microsoft.com/office/drawing/2014/main" id="{DC59F919-4839-41F9-A555-F4ED91E3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7539" y="5771663"/>
            <a:ext cx="493991" cy="2878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9" b="0" i="1">
                <a:solidFill>
                  <a:srgbClr val="1D1B1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9" b="0" i="1">
                <a:solidFill>
                  <a:srgbClr val="1D1B19"/>
                </a:solidFill>
                <a:latin typeface="Arial"/>
                <a:ea typeface="Arial"/>
                <a:cs typeface="Arial"/>
              </a:defRPr>
            </a:pPr>
            <a:r>
              <a:rPr sz="1619" b="0" i="1">
                <a:solidFill>
                  <a:srgbClr val="1D1B19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pic>
        <p:nvPic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7FDEA87-61D1-4107-885F-EE62E00E16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38751e023b4d2e"/>
          <a:stretch xmlns:a="http://schemas.openxmlformats.org/drawingml/2006/main"/>
        </p:blipFill>
        <p:spPr>
          <a:xfrm xmlns:a="http://schemas.openxmlformats.org/drawingml/2006/main">
            <a:off x="306043" y="2859553"/>
            <a:ext cx="2220686" cy="1262743"/>
          </a:xfrm>
          <a:prstGeom xmlns:a="http://schemas.openxmlformats.org/drawingml/2006/main" prst="rect">
            <a:avLst/>
          </a:prstGeom>
        </p:spPr>
      </p:pic>
      <p:sp>
        <p:nvSpPr>
          <p:cNvPr id="69" name="text-59 Task">
            <a:extLst xmlns:a="http://schemas.openxmlformats.org/drawingml/2006/main">
              <a:ext uri="{FF2B5EF4-FFF2-40B4-BE49-F238E27FC236}">
                <a16:creationId xmlns:a16="http://schemas.microsoft.com/office/drawing/2014/main" id="{E69726F7-7733-4C93-A763-C457B384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430" y="2390840"/>
            <a:ext cx="566346" cy="3604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Task</a:t>
            </a:r>
          </a:p>
        </p:txBody>
      </p:sp>
      <p:sp>
        <p:nvSpPr>
          <p:cNvPr id="70" name="text-60 &lt;Image:">
            <a:extLst xmlns:a="http://schemas.openxmlformats.org/drawingml/2006/main">
              <a:ext uri="{FF2B5EF4-FFF2-40B4-BE49-F238E27FC236}">
                <a16:creationId xmlns:a16="http://schemas.microsoft.com/office/drawing/2014/main" id="{8DDE069C-8149-44C8-8A36-57BFABB2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3003" y="4292214"/>
            <a:ext cx="790525" cy="314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6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&lt;Image:</a:t>
            </a:r>
          </a:p>
        </p:txBody>
      </p:sp>
      <p:sp>
        <p:nvSpPr>
          <p:cNvPr id="71" name="text-60 0&gt;">
            <a:extLst xmlns:a="http://schemas.openxmlformats.org/drawingml/2006/main">
              <a:ext uri="{FF2B5EF4-FFF2-40B4-BE49-F238E27FC236}">
                <a16:creationId xmlns:a16="http://schemas.microsoft.com/office/drawing/2014/main" id="{DBF2A6CF-BFF8-4A2E-ABD2-BC086B44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8401" y="4293069"/>
            <a:ext cx="278302" cy="3132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0&gt;</a:t>
            </a:r>
          </a:p>
        </p:txBody>
      </p:sp>
      <p:pic>
        <p:nvPic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1A717B4-42D6-4241-8E0E-4D9E610C66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91d163a0f04f5b"/>
          <a:stretch xmlns:a="http://schemas.openxmlformats.org/drawingml/2006/main"/>
        </p:blipFill>
        <p:spPr>
          <a:xfrm xmlns:a="http://schemas.openxmlformats.org/drawingml/2006/main">
            <a:off x="599957" y="2249953"/>
            <a:ext cx="576943" cy="576943"/>
          </a:xfrm>
          <a:prstGeom xmlns:a="http://schemas.openxmlformats.org/drawingml/2006/main" prst="rect">
            <a:avLst/>
          </a:prstGeom>
        </p:spPr>
      </p:pic>
      <p:pic>
        <p:nvPic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D033AB4-03D9-42E4-A8F0-7705D277FF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64460bbee74c35"/>
          <a:stretch xmlns:a="http://schemas.openxmlformats.org/drawingml/2006/main"/>
        </p:blipFill>
        <p:spPr>
          <a:xfrm xmlns:a="http://schemas.openxmlformats.org/drawingml/2006/main">
            <a:off x="12977014" y="4895181"/>
            <a:ext cx="2721429" cy="3233057"/>
          </a:xfrm>
          <a:prstGeom xmlns:a="http://schemas.openxmlformats.org/drawingml/2006/main" prst="rect">
            <a:avLst/>
          </a:prstGeom>
        </p:spPr>
      </p:pic>
      <p:sp>
        <p:nvSpPr>
          <p:cNvPr id="74" name="path-63">
            <a:extLst xmlns:a="http://schemas.openxmlformats.org/drawingml/2006/main">
              <a:ext uri="{FF2B5EF4-FFF2-40B4-BE49-F238E27FC236}">
                <a16:creationId xmlns:a16="http://schemas.microsoft.com/office/drawing/2014/main" id="{F40B03AE-211A-4F09-88AF-FC888AEC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1703" y="4950552"/>
            <a:ext cx="2498617" cy="3026308"/>
          </a:xfrm>
          <a:custGeom xmlns:a="http://schemas.openxmlformats.org/drawingml/2006/main">
            <a:pathLst>
              <a:path w="2186290" h="2648020">
                <a:moveTo>
                  <a:pt x="0" y="103980"/>
                </a:moveTo>
                <a:cubicBezTo>
                  <a:pt x="0" y="46553"/>
                  <a:pt x="46554" y="0"/>
                  <a:pt x="103981" y="0"/>
                </a:cubicBezTo>
                <a:lnTo>
                  <a:pt x="2082311" y="0"/>
                </a:lnTo>
                <a:cubicBezTo>
                  <a:pt x="2139738" y="0"/>
                  <a:pt x="2186290" y="46553"/>
                  <a:pt x="2186290" y="103980"/>
                </a:cubicBezTo>
                <a:lnTo>
                  <a:pt x="2186290" y="2544039"/>
                </a:lnTo>
                <a:cubicBezTo>
                  <a:pt x="2186290" y="2601467"/>
                  <a:pt x="2139738" y="2648020"/>
                  <a:pt x="2082311" y="2648020"/>
                </a:cubicBezTo>
                <a:lnTo>
                  <a:pt x="103981" y="2648020"/>
                </a:lnTo>
                <a:cubicBezTo>
                  <a:pt x="46554" y="2648020"/>
                  <a:pt x="0" y="2601467"/>
                  <a:pt x="0" y="2544039"/>
                </a:cubicBezTo>
                <a:lnTo>
                  <a:pt x="0" y="10398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path-64">
            <a:extLst xmlns:a="http://schemas.openxmlformats.org/drawingml/2006/main">
              <a:ext uri="{FF2B5EF4-FFF2-40B4-BE49-F238E27FC236}">
                <a16:creationId xmlns:a16="http://schemas.microsoft.com/office/drawing/2014/main" id="{6EFE92FC-BBF7-49B5-956F-2E2945B32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1703" y="4950552"/>
            <a:ext cx="2498619" cy="3026310"/>
          </a:xfrm>
          <a:custGeom xmlns:a="http://schemas.openxmlformats.org/drawingml/2006/main">
            <a:pathLst>
              <a:path w="2186291" h="2648021">
                <a:moveTo>
                  <a:pt x="0" y="103981"/>
                </a:moveTo>
                <a:cubicBezTo>
                  <a:pt x="0" y="46554"/>
                  <a:pt x="46554" y="0"/>
                  <a:pt x="103981" y="0"/>
                </a:cubicBezTo>
                <a:lnTo>
                  <a:pt x="2082311" y="0"/>
                </a:lnTo>
                <a:cubicBezTo>
                  <a:pt x="2139739" y="0"/>
                  <a:pt x="2186291" y="46554"/>
                  <a:pt x="2186291" y="103981"/>
                </a:cubicBezTo>
                <a:lnTo>
                  <a:pt x="2186291" y="2544040"/>
                </a:lnTo>
                <a:cubicBezTo>
                  <a:pt x="2186291" y="2601468"/>
                  <a:pt x="2139739" y="2648021"/>
                  <a:pt x="2082311" y="2648021"/>
                </a:cubicBezTo>
                <a:lnTo>
                  <a:pt x="103981" y="2648021"/>
                </a:lnTo>
                <a:cubicBezTo>
                  <a:pt x="46554" y="2648021"/>
                  <a:pt x="0" y="2601468"/>
                  <a:pt x="0" y="2544040"/>
                </a:cubicBezTo>
                <a:lnTo>
                  <a:pt x="0" y="103981"/>
                </a:lnTo>
              </a:path>
            </a:pathLst>
          </a:custGeom>
          <a:noFill xmlns:a="http://schemas.openxmlformats.org/drawingml/2006/main"/>
          <a:ln xmlns:a="http://schemas.openxmlformats.org/drawingml/2006/main" w="16779">
            <a:solidFill>
              <a:srgbClr val="D9D9D9"/>
            </a:solidFill>
            <a:prstDash val="solid"/>
          </a:ln>
        </p:spPr>
      </p:sp>
      <p:sp>
        <p:nvSpPr>
          <p:cNvPr id="76" name="text-65 Rollout">
            <a:extLst xmlns:a="http://schemas.openxmlformats.org/drawingml/2006/main">
              <a:ext uri="{FF2B5EF4-FFF2-40B4-BE49-F238E27FC236}">
                <a16:creationId xmlns:a16="http://schemas.microsoft.com/office/drawing/2014/main" id="{7A588A31-D931-427F-B53F-FBF1EAF8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71638" y="7138192"/>
            <a:ext cx="822521" cy="3441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36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36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36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Rollout</a:t>
            </a:r>
          </a:p>
        </p:txBody>
      </p:sp>
      <p:sp>
        <p:nvSpPr>
          <p:cNvPr id="77" name="text-65 Process">
            <a:extLst xmlns:a="http://schemas.openxmlformats.org/drawingml/2006/main">
              <a:ext uri="{FF2B5EF4-FFF2-40B4-BE49-F238E27FC236}">
                <a16:creationId xmlns:a16="http://schemas.microsoft.com/office/drawing/2014/main" id="{15A79983-EC58-4AF7-890F-076426A0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0572" y="7136602"/>
            <a:ext cx="836651" cy="346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48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48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48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Process</a:t>
            </a:r>
          </a:p>
        </p:txBody>
      </p:sp>
      <p:pic>
        <p:nvPic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ED48620-7B6A-4BDC-B690-E1F7756F7C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bff191424e4ad7"/>
          <a:stretch xmlns:a="http://schemas.openxmlformats.org/drawingml/2006/main"/>
        </p:blipFill>
        <p:spPr>
          <a:xfrm xmlns:a="http://schemas.openxmlformats.org/drawingml/2006/main">
            <a:off x="2951271" y="6985239"/>
            <a:ext cx="631371" cy="620486"/>
          </a:xfrm>
          <a:prstGeom xmlns:a="http://schemas.openxmlformats.org/drawingml/2006/main" prst="rect">
            <a:avLst/>
          </a:prstGeom>
        </p:spPr>
      </p:pic>
      <p:pic>
        <p:nvPic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6AC9555-70F3-4C3E-AB5A-4F3DDD487A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31ce7594ae4854"/>
          <a:stretch xmlns:a="http://schemas.openxmlformats.org/drawingml/2006/main"/>
        </p:blipFill>
        <p:spPr>
          <a:xfrm xmlns:a="http://schemas.openxmlformats.org/drawingml/2006/main">
            <a:off x="10658357" y="4133181"/>
            <a:ext cx="827314" cy="827314"/>
          </a:xfrm>
          <a:prstGeom xmlns:a="http://schemas.openxmlformats.org/drawingml/2006/main" prst="rect">
            <a:avLst/>
          </a:prstGeom>
        </p:spPr>
      </p:pic>
      <p:pic>
        <p:nvPic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D4DD3BE-44BE-47C6-9599-1BD73F4B2B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816c4f350e4a17"/>
          <a:stretch xmlns:a="http://schemas.openxmlformats.org/drawingml/2006/main"/>
        </p:blipFill>
        <p:spPr>
          <a:xfrm xmlns:a="http://schemas.openxmlformats.org/drawingml/2006/main">
            <a:off x="10658357" y="4133181"/>
            <a:ext cx="827314" cy="827314"/>
          </a:xfrm>
          <a:prstGeom xmlns:a="http://schemas.openxmlformats.org/drawingml/2006/main" prst="rect">
            <a:avLst/>
          </a:prstGeom>
        </p:spPr>
      </p:pic>
      <p:pic>
        <p:nvPic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AC8521E-E0CA-4D21-96A6-C78696233F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2d5c34d5a44f8e"/>
          <a:stretch xmlns:a="http://schemas.openxmlformats.org/drawingml/2006/main"/>
        </p:blipFill>
        <p:spPr>
          <a:xfrm xmlns:a="http://schemas.openxmlformats.org/drawingml/2006/main">
            <a:off x="10658357" y="4133181"/>
            <a:ext cx="827314" cy="827314"/>
          </a:xfrm>
          <a:prstGeom xmlns:a="http://schemas.openxmlformats.org/drawingml/2006/main" prst="rect">
            <a:avLst/>
          </a:prstGeom>
        </p:spPr>
      </p:pic>
      <p:pic>
        <p:nvPic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392AB77-C245-44BC-BBED-35D79EB675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e7d75a02dd4061"/>
          <a:stretch xmlns:a="http://schemas.openxmlformats.org/drawingml/2006/main"/>
        </p:blipFill>
        <p:spPr>
          <a:xfrm xmlns:a="http://schemas.openxmlformats.org/drawingml/2006/main">
            <a:off x="8568300" y="3708639"/>
            <a:ext cx="2710543" cy="5127171"/>
          </a:xfrm>
          <a:prstGeom xmlns:a="http://schemas.openxmlformats.org/drawingml/2006/main" prst="rect">
            <a:avLst/>
          </a:prstGeom>
        </p:spPr>
      </p:pic>
      <p:sp>
        <p:nvSpPr>
          <p:cNvPr id="83" name="path-71">
            <a:extLst xmlns:a="http://schemas.openxmlformats.org/drawingml/2006/main">
              <a:ext uri="{FF2B5EF4-FFF2-40B4-BE49-F238E27FC236}">
                <a16:creationId xmlns:a16="http://schemas.microsoft.com/office/drawing/2014/main" id="{979AD6D9-B5C7-4456-9FBC-3F1EF47DF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7816" y="3763122"/>
            <a:ext cx="2491807" cy="4936018"/>
          </a:xfrm>
          <a:custGeom xmlns:a="http://schemas.openxmlformats.org/drawingml/2006/main">
            <a:pathLst>
              <a:path w="2180331" h="4319016">
                <a:moveTo>
                  <a:pt x="0" y="88358"/>
                </a:moveTo>
                <a:cubicBezTo>
                  <a:pt x="0" y="39561"/>
                  <a:pt x="29874" y="0"/>
                  <a:pt x="66727" y="0"/>
                </a:cubicBezTo>
                <a:lnTo>
                  <a:pt x="1336298" y="0"/>
                </a:lnTo>
                <a:cubicBezTo>
                  <a:pt x="1373151" y="0"/>
                  <a:pt x="1403027" y="39561"/>
                  <a:pt x="1403027" y="88358"/>
                </a:cubicBezTo>
                <a:cubicBezTo>
                  <a:pt x="1403027" y="1460676"/>
                  <a:pt x="1718149" y="2916444"/>
                  <a:pt x="2180331" y="4270218"/>
                </a:cubicBezTo>
                <a:cubicBezTo>
                  <a:pt x="2180331" y="4319016"/>
                  <a:pt x="1373151" y="4302940"/>
                  <a:pt x="1336298" y="4302940"/>
                </a:cubicBezTo>
                <a:lnTo>
                  <a:pt x="66727" y="4293670"/>
                </a:lnTo>
                <a:cubicBezTo>
                  <a:pt x="29874" y="4293670"/>
                  <a:pt x="0" y="4254110"/>
                  <a:pt x="0" y="4205311"/>
                </a:cubicBezTo>
                <a:lnTo>
                  <a:pt x="0" y="8835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path-72">
            <a:extLst xmlns:a="http://schemas.openxmlformats.org/drawingml/2006/main">
              <a:ext uri="{FF2B5EF4-FFF2-40B4-BE49-F238E27FC236}">
                <a16:creationId xmlns:a16="http://schemas.microsoft.com/office/drawing/2014/main" id="{78AC773D-8859-468C-968A-8A39FCC5D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7816" y="3763122"/>
            <a:ext cx="2491809" cy="4936019"/>
          </a:xfrm>
          <a:custGeom xmlns:a="http://schemas.openxmlformats.org/drawingml/2006/main">
            <a:pathLst>
              <a:path w="2180333" h="4319017">
                <a:moveTo>
                  <a:pt x="0" y="88358"/>
                </a:moveTo>
                <a:cubicBezTo>
                  <a:pt x="0" y="39560"/>
                  <a:pt x="29876" y="0"/>
                  <a:pt x="66728" y="0"/>
                </a:cubicBezTo>
                <a:lnTo>
                  <a:pt x="1336300" y="0"/>
                </a:lnTo>
                <a:cubicBezTo>
                  <a:pt x="1373153" y="0"/>
                  <a:pt x="1403029" y="39560"/>
                  <a:pt x="1403029" y="88358"/>
                </a:cubicBezTo>
                <a:cubicBezTo>
                  <a:pt x="1403029" y="1460677"/>
                  <a:pt x="1718152" y="2916445"/>
                  <a:pt x="2180333" y="4270218"/>
                </a:cubicBezTo>
                <a:cubicBezTo>
                  <a:pt x="2180333" y="4319017"/>
                  <a:pt x="1373153" y="4302940"/>
                  <a:pt x="1336300" y="4302940"/>
                </a:cubicBezTo>
                <a:lnTo>
                  <a:pt x="66728" y="4293669"/>
                </a:lnTo>
                <a:cubicBezTo>
                  <a:pt x="29876" y="4293669"/>
                  <a:pt x="0" y="4254109"/>
                  <a:pt x="0" y="4205311"/>
                </a:cubicBezTo>
                <a:lnTo>
                  <a:pt x="0" y="88358"/>
                </a:lnTo>
              </a:path>
            </a:pathLst>
          </a:custGeom>
          <a:noFill xmlns:a="http://schemas.openxmlformats.org/drawingml/2006/main"/>
          <a:ln xmlns:a="http://schemas.openxmlformats.org/drawingml/2006/main" w="16779">
            <a:solidFill>
              <a:srgbClr val="D9D9D9"/>
            </a:solidFill>
            <a:prstDash val="solid"/>
          </a:ln>
        </p:spPr>
      </p:sp>
      <p:pic>
        <p:nvPic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AC618EE-9B02-4841-AF63-675DCD04AC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87263204b2410b"/>
          <a:stretch xmlns:a="http://schemas.openxmlformats.org/drawingml/2006/main"/>
        </p:blipFill>
        <p:spPr>
          <a:xfrm xmlns:a="http://schemas.openxmlformats.org/drawingml/2006/main">
            <a:off x="11485671" y="3806610"/>
            <a:ext cx="2296886" cy="870857"/>
          </a:xfrm>
          <a:prstGeom xmlns:a="http://schemas.openxmlformats.org/drawingml/2006/main" prst="rect">
            <a:avLst/>
          </a:prstGeom>
        </p:spPr>
      </p:pic>
      <p:sp>
        <p:nvSpPr>
          <p:cNvPr id="86" name="path-74">
            <a:extLst xmlns:a="http://schemas.openxmlformats.org/drawingml/2006/main">
              <a:ext uri="{FF2B5EF4-FFF2-40B4-BE49-F238E27FC236}">
                <a16:creationId xmlns:a16="http://schemas.microsoft.com/office/drawing/2014/main" id="{518C10C7-E64E-4AFA-99F5-5BFF4CB9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5578" y="3868150"/>
            <a:ext cx="2088004" cy="654593"/>
          </a:xfrm>
          <a:custGeom xmlns:a="http://schemas.openxmlformats.org/drawingml/2006/main">
            <a:pathLst>
              <a:path w="1827004" h="572769">
                <a:moveTo>
                  <a:pt x="0" y="27242"/>
                </a:moveTo>
                <a:cubicBezTo>
                  <a:pt x="0" y="12195"/>
                  <a:pt x="12198" y="0"/>
                  <a:pt x="27242" y="0"/>
                </a:cubicBezTo>
                <a:lnTo>
                  <a:pt x="1799762" y="0"/>
                </a:lnTo>
                <a:cubicBezTo>
                  <a:pt x="1814808" y="0"/>
                  <a:pt x="1827004" y="12195"/>
                  <a:pt x="1827004" y="27242"/>
                </a:cubicBezTo>
                <a:lnTo>
                  <a:pt x="1827004" y="545528"/>
                </a:lnTo>
                <a:cubicBezTo>
                  <a:pt x="1827004" y="560572"/>
                  <a:pt x="1814808" y="572769"/>
                  <a:pt x="1799762" y="572769"/>
                </a:cubicBezTo>
                <a:lnTo>
                  <a:pt x="27242" y="572769"/>
                </a:lnTo>
                <a:cubicBezTo>
                  <a:pt x="12198" y="572769"/>
                  <a:pt x="0" y="560572"/>
                  <a:pt x="0" y="545528"/>
                </a:cubicBezTo>
                <a:lnTo>
                  <a:pt x="0" y="2724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path-75">
            <a:extLst xmlns:a="http://schemas.openxmlformats.org/drawingml/2006/main">
              <a:ext uri="{FF2B5EF4-FFF2-40B4-BE49-F238E27FC236}">
                <a16:creationId xmlns:a16="http://schemas.microsoft.com/office/drawing/2014/main" id="{D4099ED6-B395-4ADA-8E84-BAF1F6BB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5578" y="3868150"/>
            <a:ext cx="2088003" cy="654594"/>
          </a:xfrm>
          <a:custGeom xmlns:a="http://schemas.openxmlformats.org/drawingml/2006/main">
            <a:pathLst>
              <a:path w="1827002" h="572770">
                <a:moveTo>
                  <a:pt x="0" y="27241"/>
                </a:moveTo>
                <a:cubicBezTo>
                  <a:pt x="0" y="12196"/>
                  <a:pt x="12196" y="0"/>
                  <a:pt x="27242" y="0"/>
                </a:cubicBezTo>
                <a:lnTo>
                  <a:pt x="1799762" y="0"/>
                </a:lnTo>
                <a:cubicBezTo>
                  <a:pt x="1814806" y="0"/>
                  <a:pt x="1827002" y="12196"/>
                  <a:pt x="1827002" y="27241"/>
                </a:cubicBezTo>
                <a:lnTo>
                  <a:pt x="1827002" y="545529"/>
                </a:lnTo>
                <a:cubicBezTo>
                  <a:pt x="1827002" y="560573"/>
                  <a:pt x="1814806" y="572770"/>
                  <a:pt x="1799762" y="572770"/>
                </a:cubicBezTo>
                <a:lnTo>
                  <a:pt x="27242" y="572770"/>
                </a:lnTo>
                <a:cubicBezTo>
                  <a:pt x="12196" y="572770"/>
                  <a:pt x="0" y="560573"/>
                  <a:pt x="0" y="545529"/>
                </a:cubicBezTo>
                <a:lnTo>
                  <a:pt x="0" y="27241"/>
                </a:lnTo>
              </a:path>
            </a:pathLst>
          </a:custGeom>
          <a:noFill xmlns:a="http://schemas.openxmlformats.org/drawingml/2006/main"/>
          <a:ln xmlns:a="http://schemas.openxmlformats.org/drawingml/2006/main" w="16779">
            <a:solidFill>
              <a:srgbClr val="D9D9D9"/>
            </a:solidFill>
            <a:prstDash val="solid"/>
          </a:ln>
        </p:spPr>
      </p:sp>
      <p:pic>
        <p:nvPic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0C0DDB2-6B73-4B60-BD0F-29DEF48FCA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91264fe8f54fef"/>
          <a:stretch xmlns:a="http://schemas.openxmlformats.org/drawingml/2006/main"/>
        </p:blipFill>
        <p:spPr>
          <a:xfrm xmlns:a="http://schemas.openxmlformats.org/drawingml/2006/main">
            <a:off x="2994814" y="1575039"/>
            <a:ext cx="1589314" cy="740229"/>
          </a:xfrm>
          <a:prstGeom xmlns:a="http://schemas.openxmlformats.org/drawingml/2006/main" prst="rect">
            <a:avLst/>
          </a:prstGeom>
        </p:spPr>
      </p:pic>
      <p:sp>
        <p:nvSpPr>
          <p:cNvPr id="89" name="path-77">
            <a:extLst xmlns:a="http://schemas.openxmlformats.org/drawingml/2006/main">
              <a:ext uri="{FF2B5EF4-FFF2-40B4-BE49-F238E27FC236}">
                <a16:creationId xmlns:a16="http://schemas.microsoft.com/office/drawing/2014/main" id="{1A99D294-D7C5-452D-AAB9-C39A71C7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5291" y="1638352"/>
            <a:ext cx="1377181" cy="522392"/>
          </a:xfrm>
          <a:custGeom xmlns:a="http://schemas.openxmlformats.org/drawingml/2006/main">
            <a:pathLst>
              <a:path w="1205034" h="457093">
                <a:moveTo>
                  <a:pt x="0" y="21739"/>
                </a:moveTo>
                <a:cubicBezTo>
                  <a:pt x="0" y="9733"/>
                  <a:pt x="9733" y="0"/>
                  <a:pt x="21740" y="0"/>
                </a:cubicBezTo>
                <a:lnTo>
                  <a:pt x="1183295" y="0"/>
                </a:lnTo>
                <a:cubicBezTo>
                  <a:pt x="1195301" y="0"/>
                  <a:pt x="1205034" y="9733"/>
                  <a:pt x="1205034" y="21739"/>
                </a:cubicBezTo>
                <a:lnTo>
                  <a:pt x="1205034" y="435355"/>
                </a:lnTo>
                <a:cubicBezTo>
                  <a:pt x="1205034" y="447360"/>
                  <a:pt x="1195301" y="457093"/>
                  <a:pt x="1183295" y="457093"/>
                </a:cubicBezTo>
                <a:lnTo>
                  <a:pt x="21740" y="457093"/>
                </a:lnTo>
                <a:cubicBezTo>
                  <a:pt x="9733" y="457093"/>
                  <a:pt x="0" y="447360"/>
                  <a:pt x="0" y="435355"/>
                </a:cubicBezTo>
                <a:lnTo>
                  <a:pt x="0" y="217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path-78">
            <a:extLst xmlns:a="http://schemas.openxmlformats.org/drawingml/2006/main">
              <a:ext uri="{FF2B5EF4-FFF2-40B4-BE49-F238E27FC236}">
                <a16:creationId xmlns:a16="http://schemas.microsoft.com/office/drawing/2014/main" id="{C06E8D3D-C934-43F6-B3B9-6A1497BF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5291" y="1638352"/>
            <a:ext cx="1377181" cy="522394"/>
          </a:xfrm>
          <a:custGeom xmlns:a="http://schemas.openxmlformats.org/drawingml/2006/main">
            <a:pathLst>
              <a:path w="1205034" h="457094">
                <a:moveTo>
                  <a:pt x="0" y="21739"/>
                </a:moveTo>
                <a:cubicBezTo>
                  <a:pt x="0" y="9733"/>
                  <a:pt x="9733" y="0"/>
                  <a:pt x="21739" y="0"/>
                </a:cubicBezTo>
                <a:lnTo>
                  <a:pt x="1183295" y="0"/>
                </a:lnTo>
                <a:cubicBezTo>
                  <a:pt x="1195301" y="0"/>
                  <a:pt x="1205034" y="9733"/>
                  <a:pt x="1205034" y="21739"/>
                </a:cubicBezTo>
                <a:lnTo>
                  <a:pt x="1205034" y="435355"/>
                </a:lnTo>
                <a:cubicBezTo>
                  <a:pt x="1205034" y="447362"/>
                  <a:pt x="1195301" y="457094"/>
                  <a:pt x="1183295" y="457094"/>
                </a:cubicBezTo>
                <a:lnTo>
                  <a:pt x="21739" y="457094"/>
                </a:lnTo>
                <a:cubicBezTo>
                  <a:pt x="9733" y="457094"/>
                  <a:pt x="0" y="447362"/>
                  <a:pt x="0" y="435355"/>
                </a:cubicBezTo>
                <a:lnTo>
                  <a:pt x="0" y="21739"/>
                </a:lnTo>
              </a:path>
            </a:pathLst>
          </a:custGeom>
          <a:noFill xmlns:a="http://schemas.openxmlformats.org/drawingml/2006/main"/>
          <a:ln xmlns:a="http://schemas.openxmlformats.org/drawingml/2006/main" w="16779">
            <a:solidFill>
              <a:srgbClr val="D9D9D9"/>
            </a:solidFill>
            <a:prstDash val="solid"/>
          </a:ln>
        </p:spPr>
      </p:sp>
      <p:pic>
        <p:nvPic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40E3D2D-B0EB-4D85-8B25-3195F213A3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54806fa53c45a2"/>
          <a:stretch xmlns:a="http://schemas.openxmlformats.org/drawingml/2006/main"/>
        </p:blipFill>
        <p:spPr>
          <a:xfrm xmlns:a="http://schemas.openxmlformats.org/drawingml/2006/main">
            <a:off x="4714757" y="2402353"/>
            <a:ext cx="1687286" cy="2013857"/>
          </a:xfrm>
          <a:prstGeom xmlns:a="http://schemas.openxmlformats.org/drawingml/2006/main" prst="rect">
            <a:avLst/>
          </a:prstGeom>
        </p:spPr>
      </p:pic>
      <p:sp>
        <p:nvSpPr>
          <p:cNvPr id="92" name="path-80">
            <a:extLst xmlns:a="http://schemas.openxmlformats.org/drawingml/2006/main">
              <a:ext uri="{FF2B5EF4-FFF2-40B4-BE49-F238E27FC236}">
                <a16:creationId xmlns:a16="http://schemas.microsoft.com/office/drawing/2014/main" id="{D9B305FD-5813-4BB4-865D-38CC5DBE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8399" y="2431611"/>
            <a:ext cx="1562218" cy="1890124"/>
          </a:xfrm>
          <a:custGeom xmlns:a="http://schemas.openxmlformats.org/drawingml/2006/main">
            <a:pathLst>
              <a:path w="1366940" h="1653858">
                <a:moveTo>
                  <a:pt x="0" y="826928"/>
                </a:moveTo>
                <a:cubicBezTo>
                  <a:pt x="0" y="370228"/>
                  <a:pt x="305998" y="0"/>
                  <a:pt x="683470" y="0"/>
                </a:cubicBezTo>
                <a:cubicBezTo>
                  <a:pt x="1060939" y="0"/>
                  <a:pt x="1366940" y="370228"/>
                  <a:pt x="1366940" y="826928"/>
                </a:cubicBezTo>
                <a:cubicBezTo>
                  <a:pt x="1366940" y="1283630"/>
                  <a:pt x="1060939" y="1653858"/>
                  <a:pt x="683470" y="1653858"/>
                </a:cubicBezTo>
                <a:cubicBezTo>
                  <a:pt x="305998" y="1653858"/>
                  <a:pt x="0" y="1283630"/>
                  <a:pt x="0" y="826928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path-81">
            <a:extLst xmlns:a="http://schemas.openxmlformats.org/drawingml/2006/main">
              <a:ext uri="{FF2B5EF4-FFF2-40B4-BE49-F238E27FC236}">
                <a16:creationId xmlns:a16="http://schemas.microsoft.com/office/drawing/2014/main" id="{B233BBF5-373B-4D60-BDA5-872B2240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8399" y="2431611"/>
            <a:ext cx="1562219" cy="1890125"/>
          </a:xfrm>
          <a:custGeom xmlns:a="http://schemas.openxmlformats.org/drawingml/2006/main">
            <a:pathLst>
              <a:path w="1366942" h="1653859">
                <a:moveTo>
                  <a:pt x="0" y="826930"/>
                </a:moveTo>
                <a:cubicBezTo>
                  <a:pt x="0" y="370229"/>
                  <a:pt x="306000" y="0"/>
                  <a:pt x="683471" y="0"/>
                </a:cubicBezTo>
                <a:cubicBezTo>
                  <a:pt x="1060941" y="0"/>
                  <a:pt x="1366942" y="370229"/>
                  <a:pt x="1366942" y="826930"/>
                </a:cubicBezTo>
                <a:cubicBezTo>
                  <a:pt x="1366942" y="1283630"/>
                  <a:pt x="1060941" y="1653859"/>
                  <a:pt x="683471" y="1653859"/>
                </a:cubicBezTo>
                <a:cubicBezTo>
                  <a:pt x="306000" y="1653859"/>
                  <a:pt x="0" y="1283630"/>
                  <a:pt x="0" y="82693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2372">
            <a:solidFill>
              <a:srgbClr val="D9D9D9"/>
            </a:solidFill>
            <a:prstDash val="solid"/>
          </a:ln>
        </p:spPr>
      </p:sp>
      <p:pic>
        <p:nvPic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8AA5C2C-2990-4236-822B-DCEA315084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d26981c9484e0b"/>
          <a:stretch xmlns:a="http://schemas.openxmlformats.org/drawingml/2006/main"/>
        </p:blipFill>
        <p:spPr>
          <a:xfrm xmlns:a="http://schemas.openxmlformats.org/drawingml/2006/main">
            <a:off x="5095757" y="2663610"/>
            <a:ext cx="925286" cy="925286"/>
          </a:xfrm>
          <a:prstGeom xmlns:a="http://schemas.openxmlformats.org/drawingml/2006/main" prst="rect">
            <a:avLst/>
          </a:prstGeom>
        </p:spPr>
      </p:pic>
      <p:sp>
        <p:nvSpPr>
          <p:cNvPr id="95" name="text-83 Web">
            <a:extLst xmlns:a="http://schemas.openxmlformats.org/drawingml/2006/main">
              <a:ext uri="{FF2B5EF4-FFF2-40B4-BE49-F238E27FC236}">
                <a16:creationId xmlns:a16="http://schemas.microsoft.com/office/drawing/2014/main" id="{186D4675-320B-4CBB-A2EB-107DD311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72793" y="1602308"/>
            <a:ext cx="467406" cy="329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5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5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5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Web</a:t>
            </a:r>
          </a:p>
        </p:txBody>
      </p:sp>
      <p:sp>
        <p:nvSpPr>
          <p:cNvPr id="96" name="text-84 Search">
            <a:extLst xmlns:a="http://schemas.openxmlformats.org/drawingml/2006/main">
              <a:ext uri="{FF2B5EF4-FFF2-40B4-BE49-F238E27FC236}">
                <a16:creationId xmlns:a16="http://schemas.microsoft.com/office/drawing/2014/main" id="{6DD109B8-56C8-446A-BF51-358FAF94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7130" y="1880777"/>
            <a:ext cx="653084" cy="315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7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Search</a:t>
            </a:r>
          </a:p>
        </p:txBody>
      </p:sp>
      <p:pic>
        <p:nvPic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1CC8A7E-B8A7-41D3-AEFB-0B9D10EF64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bc46e3c68341da"/>
          <a:stretch xmlns:a="http://schemas.openxmlformats.org/drawingml/2006/main"/>
        </p:blipFill>
        <p:spPr>
          <a:xfrm xmlns:a="http://schemas.openxmlformats.org/drawingml/2006/main">
            <a:off x="3027471" y="1607696"/>
            <a:ext cx="620486" cy="620486"/>
          </a:xfrm>
          <a:prstGeom xmlns:a="http://schemas.openxmlformats.org/drawingml/2006/main" prst="rect">
            <a:avLst/>
          </a:prstGeom>
        </p:spPr>
      </p:pic>
      <p:pic>
        <p:nvPic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9045DC4-744A-4F77-A9F2-F77A270428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7b11b96f974994"/>
          <a:stretch xmlns:a="http://schemas.openxmlformats.org/drawingml/2006/main"/>
        </p:blipFill>
        <p:spPr>
          <a:xfrm xmlns:a="http://schemas.openxmlformats.org/drawingml/2006/main">
            <a:off x="2690014" y="2380581"/>
            <a:ext cx="1589314" cy="740229"/>
          </a:xfrm>
          <a:prstGeom xmlns:a="http://schemas.openxmlformats.org/drawingml/2006/main" prst="rect">
            <a:avLst/>
          </a:prstGeom>
        </p:spPr>
      </p:pic>
      <p:sp>
        <p:nvSpPr>
          <p:cNvPr id="99" name="path-87">
            <a:extLst xmlns:a="http://schemas.openxmlformats.org/drawingml/2006/main">
              <a:ext uri="{FF2B5EF4-FFF2-40B4-BE49-F238E27FC236}">
                <a16:creationId xmlns:a16="http://schemas.microsoft.com/office/drawing/2014/main" id="{B3A3BF9F-CD49-4524-B615-AA5271BE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1074" y="2439330"/>
            <a:ext cx="1377182" cy="522394"/>
          </a:xfrm>
          <a:custGeom xmlns:a="http://schemas.openxmlformats.org/drawingml/2006/main">
            <a:pathLst>
              <a:path w="1205034" h="457095">
                <a:moveTo>
                  <a:pt x="0" y="21738"/>
                </a:moveTo>
                <a:cubicBezTo>
                  <a:pt x="0" y="9733"/>
                  <a:pt x="9733" y="0"/>
                  <a:pt x="21739" y="0"/>
                </a:cubicBezTo>
                <a:lnTo>
                  <a:pt x="1183295" y="0"/>
                </a:lnTo>
                <a:cubicBezTo>
                  <a:pt x="1195301" y="0"/>
                  <a:pt x="1205034" y="9733"/>
                  <a:pt x="1205034" y="21738"/>
                </a:cubicBezTo>
                <a:lnTo>
                  <a:pt x="1205034" y="435354"/>
                </a:lnTo>
                <a:cubicBezTo>
                  <a:pt x="1205034" y="447362"/>
                  <a:pt x="1195301" y="457095"/>
                  <a:pt x="1183295" y="457095"/>
                </a:cubicBezTo>
                <a:lnTo>
                  <a:pt x="21739" y="457095"/>
                </a:lnTo>
                <a:cubicBezTo>
                  <a:pt x="9733" y="457095"/>
                  <a:pt x="0" y="447362"/>
                  <a:pt x="0" y="435354"/>
                </a:cubicBezTo>
                <a:lnTo>
                  <a:pt x="0" y="2173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path-88">
            <a:extLst xmlns:a="http://schemas.openxmlformats.org/drawingml/2006/main">
              <a:ext uri="{FF2B5EF4-FFF2-40B4-BE49-F238E27FC236}">
                <a16:creationId xmlns:a16="http://schemas.microsoft.com/office/drawing/2014/main" id="{AA899DDE-B91E-4D47-8784-A1FAEB41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1074" y="2439330"/>
            <a:ext cx="1377181" cy="522394"/>
          </a:xfrm>
          <a:custGeom xmlns:a="http://schemas.openxmlformats.org/drawingml/2006/main">
            <a:pathLst>
              <a:path w="1205034" h="457094">
                <a:moveTo>
                  <a:pt x="0" y="21739"/>
                </a:moveTo>
                <a:cubicBezTo>
                  <a:pt x="0" y="9733"/>
                  <a:pt x="9733" y="0"/>
                  <a:pt x="21739" y="0"/>
                </a:cubicBezTo>
                <a:lnTo>
                  <a:pt x="1183295" y="0"/>
                </a:lnTo>
                <a:cubicBezTo>
                  <a:pt x="1195301" y="0"/>
                  <a:pt x="1205034" y="9733"/>
                  <a:pt x="1205034" y="21739"/>
                </a:cubicBezTo>
                <a:lnTo>
                  <a:pt x="1205034" y="435355"/>
                </a:lnTo>
                <a:cubicBezTo>
                  <a:pt x="1205034" y="447362"/>
                  <a:pt x="1195301" y="457094"/>
                  <a:pt x="1183295" y="457094"/>
                </a:cubicBezTo>
                <a:lnTo>
                  <a:pt x="21739" y="457094"/>
                </a:lnTo>
                <a:cubicBezTo>
                  <a:pt x="9733" y="457094"/>
                  <a:pt x="0" y="447362"/>
                  <a:pt x="0" y="435355"/>
                </a:cubicBezTo>
                <a:lnTo>
                  <a:pt x="0" y="21739"/>
                </a:lnTo>
              </a:path>
            </a:pathLst>
          </a:custGeom>
          <a:noFill xmlns:a="http://schemas.openxmlformats.org/drawingml/2006/main"/>
          <a:ln xmlns:a="http://schemas.openxmlformats.org/drawingml/2006/main" w="16779">
            <a:solidFill>
              <a:srgbClr val="D9D9D9"/>
            </a:solidFill>
            <a:prstDash val="solid"/>
          </a:ln>
        </p:spPr>
      </p:sp>
      <p:pic>
        <p:nvPic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FFF0016-D060-456A-85D6-81F1B625D0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18f23c750f43ea"/>
          <a:stretch xmlns:a="http://schemas.openxmlformats.org/drawingml/2006/main"/>
        </p:blipFill>
        <p:spPr>
          <a:xfrm xmlns:a="http://schemas.openxmlformats.org/drawingml/2006/main">
            <a:off x="2690014" y="3218781"/>
            <a:ext cx="1589314" cy="729343"/>
          </a:xfrm>
          <a:prstGeom xmlns:a="http://schemas.openxmlformats.org/drawingml/2006/main" prst="rect">
            <a:avLst/>
          </a:prstGeom>
        </p:spPr>
      </p:pic>
      <p:sp>
        <p:nvSpPr>
          <p:cNvPr id="102" name="path-90">
            <a:extLst xmlns:a="http://schemas.openxmlformats.org/drawingml/2006/main">
              <a:ext uri="{FF2B5EF4-FFF2-40B4-BE49-F238E27FC236}">
                <a16:creationId xmlns:a16="http://schemas.microsoft.com/office/drawing/2014/main" id="{F472D43D-26CE-4E6B-AC29-62125D97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9770" y="3279858"/>
            <a:ext cx="1377181" cy="522395"/>
          </a:xfrm>
          <a:custGeom xmlns:a="http://schemas.openxmlformats.org/drawingml/2006/main">
            <a:pathLst>
              <a:path w="1205033" h="457096">
                <a:moveTo>
                  <a:pt x="0" y="21739"/>
                </a:moveTo>
                <a:cubicBezTo>
                  <a:pt x="0" y="9733"/>
                  <a:pt x="9733" y="0"/>
                  <a:pt x="21741" y="0"/>
                </a:cubicBezTo>
                <a:lnTo>
                  <a:pt x="1183295" y="0"/>
                </a:lnTo>
                <a:cubicBezTo>
                  <a:pt x="1195300" y="0"/>
                  <a:pt x="1205033" y="9733"/>
                  <a:pt x="1205033" y="21739"/>
                </a:cubicBezTo>
                <a:lnTo>
                  <a:pt x="1205033" y="435357"/>
                </a:lnTo>
                <a:cubicBezTo>
                  <a:pt x="1205033" y="447362"/>
                  <a:pt x="1195300" y="457096"/>
                  <a:pt x="1183295" y="457096"/>
                </a:cubicBezTo>
                <a:lnTo>
                  <a:pt x="21741" y="457096"/>
                </a:lnTo>
                <a:cubicBezTo>
                  <a:pt x="9733" y="457096"/>
                  <a:pt x="0" y="447362"/>
                  <a:pt x="0" y="435357"/>
                </a:cubicBezTo>
                <a:lnTo>
                  <a:pt x="0" y="217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path-91">
            <a:extLst xmlns:a="http://schemas.openxmlformats.org/drawingml/2006/main">
              <a:ext uri="{FF2B5EF4-FFF2-40B4-BE49-F238E27FC236}">
                <a16:creationId xmlns:a16="http://schemas.microsoft.com/office/drawing/2014/main" id="{AB263EDE-9C13-49BE-A75B-42CCD7B1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9770" y="3279858"/>
            <a:ext cx="1377181" cy="522394"/>
          </a:xfrm>
          <a:custGeom xmlns:a="http://schemas.openxmlformats.org/drawingml/2006/main">
            <a:pathLst>
              <a:path w="1205034" h="457094">
                <a:moveTo>
                  <a:pt x="0" y="21739"/>
                </a:moveTo>
                <a:cubicBezTo>
                  <a:pt x="0" y="9733"/>
                  <a:pt x="9733" y="0"/>
                  <a:pt x="21739" y="0"/>
                </a:cubicBezTo>
                <a:lnTo>
                  <a:pt x="1183295" y="0"/>
                </a:lnTo>
                <a:cubicBezTo>
                  <a:pt x="1195301" y="0"/>
                  <a:pt x="1205034" y="9733"/>
                  <a:pt x="1205034" y="21739"/>
                </a:cubicBezTo>
                <a:lnTo>
                  <a:pt x="1205034" y="435355"/>
                </a:lnTo>
                <a:cubicBezTo>
                  <a:pt x="1205034" y="447362"/>
                  <a:pt x="1195301" y="457094"/>
                  <a:pt x="1183295" y="457094"/>
                </a:cubicBezTo>
                <a:lnTo>
                  <a:pt x="21739" y="457094"/>
                </a:lnTo>
                <a:cubicBezTo>
                  <a:pt x="9733" y="457094"/>
                  <a:pt x="0" y="447362"/>
                  <a:pt x="0" y="435355"/>
                </a:cubicBezTo>
                <a:lnTo>
                  <a:pt x="0" y="21739"/>
                </a:lnTo>
              </a:path>
            </a:pathLst>
          </a:custGeom>
          <a:noFill xmlns:a="http://schemas.openxmlformats.org/drawingml/2006/main"/>
          <a:ln xmlns:a="http://schemas.openxmlformats.org/drawingml/2006/main" w="16779">
            <a:solidFill>
              <a:srgbClr val="D9D9D9"/>
            </a:solidFill>
            <a:prstDash val="solid"/>
          </a:ln>
        </p:spPr>
      </p:sp>
      <p:sp>
        <p:nvSpPr>
          <p:cNvPr id="104" name="text-92 Image">
            <a:extLst xmlns:a="http://schemas.openxmlformats.org/drawingml/2006/main">
              <a:ext uri="{FF2B5EF4-FFF2-40B4-BE49-F238E27FC236}">
                <a16:creationId xmlns:a16="http://schemas.microsoft.com/office/drawing/2014/main" id="{2D3F2441-41AC-4EB5-99C4-3C8F7C26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1104" y="3266812"/>
            <a:ext cx="601124" cy="3142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Image</a:t>
            </a:r>
          </a:p>
        </p:txBody>
      </p:sp>
      <p:sp>
        <p:nvSpPr>
          <p:cNvPr id="105" name="text-93 Search">
            <a:extLst xmlns:a="http://schemas.openxmlformats.org/drawingml/2006/main">
              <a:ext uri="{FF2B5EF4-FFF2-40B4-BE49-F238E27FC236}">
                <a16:creationId xmlns:a16="http://schemas.microsoft.com/office/drawing/2014/main" id="{DAD7A207-DFDD-43CC-BE70-EB5ED781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3900" y="3534528"/>
            <a:ext cx="653084" cy="315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7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Search</a:t>
            </a:r>
          </a:p>
        </p:txBody>
      </p:sp>
      <p:sp>
        <p:nvSpPr>
          <p:cNvPr id="106" name="text-94 Scholar">
            <a:extLst xmlns:a="http://schemas.openxmlformats.org/drawingml/2006/main">
              <a:ext uri="{FF2B5EF4-FFF2-40B4-BE49-F238E27FC236}">
                <a16:creationId xmlns:a16="http://schemas.microsoft.com/office/drawing/2014/main" id="{B6F5745F-9545-41DC-908F-29A0E04D2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19008" y="2424280"/>
            <a:ext cx="724461" cy="3135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6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Scholar</a:t>
            </a:r>
          </a:p>
        </p:txBody>
      </p:sp>
      <p:sp>
        <p:nvSpPr>
          <p:cNvPr id="107" name="text-95 Search">
            <a:extLst xmlns:a="http://schemas.openxmlformats.org/drawingml/2006/main">
              <a:ext uri="{FF2B5EF4-FFF2-40B4-BE49-F238E27FC236}">
                <a16:creationId xmlns:a16="http://schemas.microsoft.com/office/drawing/2014/main" id="{8ED7DBF3-D1B4-40D7-B5C5-93CCC27D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19008" y="2691544"/>
            <a:ext cx="653084" cy="315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7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Search</a:t>
            </a:r>
          </a:p>
        </p:txBody>
      </p:sp>
      <p:pic>
        <p:nvPic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B4F75A3-66AA-41E8-ACE1-6A2EBA3A0F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297b2da6f1422b"/>
          <a:stretch xmlns:a="http://schemas.openxmlformats.org/drawingml/2006/main"/>
        </p:blipFill>
        <p:spPr>
          <a:xfrm xmlns:a="http://schemas.openxmlformats.org/drawingml/2006/main">
            <a:off x="2700900" y="2380581"/>
            <a:ext cx="642257" cy="653143"/>
          </a:xfrm>
          <a:prstGeom xmlns:a="http://schemas.openxmlformats.org/drawingml/2006/main" prst="rect">
            <a:avLst/>
          </a:prstGeom>
        </p:spPr>
      </p:pic>
      <p:pic>
        <p:nvPic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AF42D7A-7415-4E99-B161-D4CA0DCE17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b2dc94c0064828"/>
          <a:stretch xmlns:a="http://schemas.openxmlformats.org/drawingml/2006/main"/>
        </p:blipFill>
        <p:spPr>
          <a:xfrm xmlns:a="http://schemas.openxmlformats.org/drawingml/2006/main">
            <a:off x="2962157" y="4133181"/>
            <a:ext cx="1589314" cy="729343"/>
          </a:xfrm>
          <a:prstGeom xmlns:a="http://schemas.openxmlformats.org/drawingml/2006/main" prst="rect">
            <a:avLst/>
          </a:prstGeom>
        </p:spPr>
      </p:pic>
      <p:sp>
        <p:nvSpPr>
          <p:cNvPr id="110" name="path-98">
            <a:extLst xmlns:a="http://schemas.openxmlformats.org/drawingml/2006/main">
              <a:ext uri="{FF2B5EF4-FFF2-40B4-BE49-F238E27FC236}">
                <a16:creationId xmlns:a16="http://schemas.microsoft.com/office/drawing/2014/main" id="{C029D530-FD46-40E9-B14B-67D3C243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1532" y="4192694"/>
            <a:ext cx="1377181" cy="522394"/>
          </a:xfrm>
          <a:custGeom xmlns:a="http://schemas.openxmlformats.org/drawingml/2006/main">
            <a:pathLst>
              <a:path w="1205034" h="457095">
                <a:moveTo>
                  <a:pt x="0" y="21739"/>
                </a:moveTo>
                <a:cubicBezTo>
                  <a:pt x="0" y="9733"/>
                  <a:pt x="9732" y="0"/>
                  <a:pt x="21738" y="0"/>
                </a:cubicBezTo>
                <a:lnTo>
                  <a:pt x="1183295" y="0"/>
                </a:lnTo>
                <a:cubicBezTo>
                  <a:pt x="1195301" y="0"/>
                  <a:pt x="1205034" y="9733"/>
                  <a:pt x="1205034" y="21739"/>
                </a:cubicBezTo>
                <a:lnTo>
                  <a:pt x="1205034" y="435355"/>
                </a:lnTo>
                <a:cubicBezTo>
                  <a:pt x="1205034" y="447362"/>
                  <a:pt x="1195301" y="457095"/>
                  <a:pt x="1183295" y="457095"/>
                </a:cubicBezTo>
                <a:lnTo>
                  <a:pt x="21738" y="457095"/>
                </a:lnTo>
                <a:cubicBezTo>
                  <a:pt x="9732" y="457095"/>
                  <a:pt x="0" y="447362"/>
                  <a:pt x="0" y="435355"/>
                </a:cubicBezTo>
                <a:lnTo>
                  <a:pt x="0" y="217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path-99">
            <a:extLst xmlns:a="http://schemas.openxmlformats.org/drawingml/2006/main">
              <a:ext uri="{FF2B5EF4-FFF2-40B4-BE49-F238E27FC236}">
                <a16:creationId xmlns:a16="http://schemas.microsoft.com/office/drawing/2014/main" id="{2670546B-A65B-417C-BAB4-8458A92C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1532" y="4192694"/>
            <a:ext cx="1377181" cy="522394"/>
          </a:xfrm>
          <a:custGeom xmlns:a="http://schemas.openxmlformats.org/drawingml/2006/main">
            <a:pathLst>
              <a:path w="1205034" h="457094">
                <a:moveTo>
                  <a:pt x="0" y="21739"/>
                </a:moveTo>
                <a:cubicBezTo>
                  <a:pt x="0" y="9733"/>
                  <a:pt x="9733" y="0"/>
                  <a:pt x="21739" y="0"/>
                </a:cubicBezTo>
                <a:lnTo>
                  <a:pt x="1183295" y="0"/>
                </a:lnTo>
                <a:cubicBezTo>
                  <a:pt x="1195301" y="0"/>
                  <a:pt x="1205034" y="9733"/>
                  <a:pt x="1205034" y="21739"/>
                </a:cubicBezTo>
                <a:lnTo>
                  <a:pt x="1205034" y="435355"/>
                </a:lnTo>
                <a:cubicBezTo>
                  <a:pt x="1205034" y="447362"/>
                  <a:pt x="1195301" y="457094"/>
                  <a:pt x="1183295" y="457094"/>
                </a:cubicBezTo>
                <a:lnTo>
                  <a:pt x="21739" y="457094"/>
                </a:lnTo>
                <a:cubicBezTo>
                  <a:pt x="9733" y="457094"/>
                  <a:pt x="0" y="447362"/>
                  <a:pt x="0" y="435355"/>
                </a:cubicBezTo>
                <a:lnTo>
                  <a:pt x="0" y="21739"/>
                </a:lnTo>
              </a:path>
            </a:pathLst>
          </a:custGeom>
          <a:noFill xmlns:a="http://schemas.openxmlformats.org/drawingml/2006/main"/>
          <a:ln xmlns:a="http://schemas.openxmlformats.org/drawingml/2006/main" w="16779">
            <a:solidFill>
              <a:srgbClr val="D9D9D9"/>
            </a:solidFill>
            <a:prstDash val="solid"/>
          </a:ln>
        </p:spPr>
      </p:sp>
      <p:pic>
        <p:nvPic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83607A0-E95F-4763-94C6-7903C0C74A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2d221922fd4f36"/>
          <a:stretch xmlns:a="http://schemas.openxmlformats.org/drawingml/2006/main"/>
        </p:blipFill>
        <p:spPr>
          <a:xfrm xmlns:a="http://schemas.openxmlformats.org/drawingml/2006/main">
            <a:off x="2733557" y="3251439"/>
            <a:ext cx="620486" cy="631371"/>
          </a:xfrm>
          <a:prstGeom xmlns:a="http://schemas.openxmlformats.org/drawingml/2006/main" prst="rect">
            <a:avLst/>
          </a:prstGeom>
        </p:spPr>
      </p:pic>
      <p:pic>
        <p:nvPic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A804C7A-EF47-481C-A0BE-E5CC604EAA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a51b8061824822"/>
          <a:stretch xmlns:a="http://schemas.openxmlformats.org/drawingml/2006/main"/>
        </p:blipFill>
        <p:spPr>
          <a:xfrm xmlns:a="http://schemas.openxmlformats.org/drawingml/2006/main">
            <a:off x="2994814" y="4144067"/>
            <a:ext cx="620486" cy="620486"/>
          </a:xfrm>
          <a:prstGeom xmlns:a="http://schemas.openxmlformats.org/drawingml/2006/main" prst="rect">
            <a:avLst/>
          </a:prstGeom>
        </p:spPr>
      </p:pic>
      <p:sp>
        <p:nvSpPr>
          <p:cNvPr id="114" name="text-102 Visual">
            <a:extLst xmlns:a="http://schemas.openxmlformats.org/drawingml/2006/main">
              <a:ext uri="{FF2B5EF4-FFF2-40B4-BE49-F238E27FC236}">
                <a16:creationId xmlns:a16="http://schemas.microsoft.com/office/drawing/2014/main" id="{BB1A5B91-6D26-410F-A2CD-2A07364C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51198" y="4185345"/>
            <a:ext cx="626404" cy="3212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Visual</a:t>
            </a:r>
          </a:p>
        </p:txBody>
      </p:sp>
      <p:sp>
        <p:nvSpPr>
          <p:cNvPr id="115" name="text-103 Search">
            <a:extLst xmlns:a="http://schemas.openxmlformats.org/drawingml/2006/main">
              <a:ext uri="{FF2B5EF4-FFF2-40B4-BE49-F238E27FC236}">
                <a16:creationId xmlns:a16="http://schemas.microsoft.com/office/drawing/2014/main" id="{D2D24BC9-F11E-4467-A22D-159F817F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7216" y="4458051"/>
            <a:ext cx="653084" cy="315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7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Search</a:t>
            </a:r>
          </a:p>
        </p:txBody>
      </p:sp>
      <p:pic>
        <p:nvPic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D8DBD74-4187-4EEE-9E81-825E9582CA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9704019efd4d73"/>
          <a:stretch xmlns:a="http://schemas.openxmlformats.org/drawingml/2006/main"/>
        </p:blipFill>
        <p:spPr>
          <a:xfrm xmlns:a="http://schemas.openxmlformats.org/drawingml/2006/main">
            <a:off x="4758300" y="1335553"/>
            <a:ext cx="1589314" cy="740229"/>
          </a:xfrm>
          <a:prstGeom xmlns:a="http://schemas.openxmlformats.org/drawingml/2006/main" prst="rect">
            <a:avLst/>
          </a:prstGeom>
        </p:spPr>
      </p:pic>
      <p:sp>
        <p:nvSpPr>
          <p:cNvPr id="117" name="path-105">
            <a:extLst xmlns:a="http://schemas.openxmlformats.org/drawingml/2006/main">
              <a:ext uri="{FF2B5EF4-FFF2-40B4-BE49-F238E27FC236}">
                <a16:creationId xmlns:a16="http://schemas.microsoft.com/office/drawing/2014/main" id="{ADD0F205-966A-443E-8C76-250692FF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267" y="1399099"/>
            <a:ext cx="1377181" cy="522392"/>
          </a:xfrm>
          <a:custGeom xmlns:a="http://schemas.openxmlformats.org/drawingml/2006/main">
            <a:pathLst>
              <a:path w="1205034" h="457093">
                <a:moveTo>
                  <a:pt x="0" y="21739"/>
                </a:moveTo>
                <a:cubicBezTo>
                  <a:pt x="0" y="9733"/>
                  <a:pt x="9733" y="0"/>
                  <a:pt x="21740" y="0"/>
                </a:cubicBezTo>
                <a:lnTo>
                  <a:pt x="1183295" y="0"/>
                </a:lnTo>
                <a:cubicBezTo>
                  <a:pt x="1195301" y="0"/>
                  <a:pt x="1205034" y="9733"/>
                  <a:pt x="1205034" y="21739"/>
                </a:cubicBezTo>
                <a:lnTo>
                  <a:pt x="1205034" y="435355"/>
                </a:lnTo>
                <a:cubicBezTo>
                  <a:pt x="1205034" y="447362"/>
                  <a:pt x="1195301" y="457093"/>
                  <a:pt x="1183295" y="457093"/>
                </a:cubicBezTo>
                <a:lnTo>
                  <a:pt x="21740" y="457093"/>
                </a:lnTo>
                <a:cubicBezTo>
                  <a:pt x="9733" y="457093"/>
                  <a:pt x="0" y="447362"/>
                  <a:pt x="0" y="435355"/>
                </a:cubicBezTo>
                <a:lnTo>
                  <a:pt x="0" y="217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path-106">
            <a:extLst xmlns:a="http://schemas.openxmlformats.org/drawingml/2006/main">
              <a:ext uri="{FF2B5EF4-FFF2-40B4-BE49-F238E27FC236}">
                <a16:creationId xmlns:a16="http://schemas.microsoft.com/office/drawing/2014/main" id="{BE4F1D80-E07A-48C5-94A4-28152FCC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267" y="1399099"/>
            <a:ext cx="1377181" cy="522394"/>
          </a:xfrm>
          <a:custGeom xmlns:a="http://schemas.openxmlformats.org/drawingml/2006/main">
            <a:pathLst>
              <a:path w="1205034" h="457094">
                <a:moveTo>
                  <a:pt x="0" y="21739"/>
                </a:moveTo>
                <a:cubicBezTo>
                  <a:pt x="0" y="9733"/>
                  <a:pt x="9733" y="0"/>
                  <a:pt x="21739" y="0"/>
                </a:cubicBezTo>
                <a:lnTo>
                  <a:pt x="1183295" y="0"/>
                </a:lnTo>
                <a:cubicBezTo>
                  <a:pt x="1195301" y="0"/>
                  <a:pt x="1205034" y="9733"/>
                  <a:pt x="1205034" y="21739"/>
                </a:cubicBezTo>
                <a:lnTo>
                  <a:pt x="1205034" y="435355"/>
                </a:lnTo>
                <a:cubicBezTo>
                  <a:pt x="1205034" y="447362"/>
                  <a:pt x="1195301" y="457094"/>
                  <a:pt x="1183295" y="457094"/>
                </a:cubicBezTo>
                <a:lnTo>
                  <a:pt x="21739" y="457094"/>
                </a:lnTo>
                <a:cubicBezTo>
                  <a:pt x="9733" y="457094"/>
                  <a:pt x="0" y="447362"/>
                  <a:pt x="0" y="435355"/>
                </a:cubicBezTo>
                <a:lnTo>
                  <a:pt x="0" y="21739"/>
                </a:lnTo>
              </a:path>
            </a:pathLst>
          </a:custGeom>
          <a:noFill xmlns:a="http://schemas.openxmlformats.org/drawingml/2006/main"/>
          <a:ln xmlns:a="http://schemas.openxmlformats.org/drawingml/2006/main" w="16779">
            <a:solidFill>
              <a:srgbClr val="D9D9D9"/>
            </a:solidFill>
            <a:prstDash val="solid"/>
          </a:ln>
        </p:spPr>
      </p:sp>
      <p:pic>
        <p:nvPic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B7361E9B-65B7-4E78-A27D-E56FB7FF85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d98c3b758d4ee4"/>
          <a:stretch xmlns:a="http://schemas.openxmlformats.org/drawingml/2006/main"/>
        </p:blipFill>
        <p:spPr>
          <a:xfrm xmlns:a="http://schemas.openxmlformats.org/drawingml/2006/main">
            <a:off x="6500014" y="1585924"/>
            <a:ext cx="1589314" cy="740229"/>
          </a:xfrm>
          <a:prstGeom xmlns:a="http://schemas.openxmlformats.org/drawingml/2006/main" prst="rect">
            <a:avLst/>
          </a:prstGeom>
        </p:spPr>
      </p:pic>
      <p:sp>
        <p:nvSpPr>
          <p:cNvPr id="120" name="path-108">
            <a:extLst xmlns:a="http://schemas.openxmlformats.org/drawingml/2006/main">
              <a:ext uri="{FF2B5EF4-FFF2-40B4-BE49-F238E27FC236}">
                <a16:creationId xmlns:a16="http://schemas.microsoft.com/office/drawing/2014/main" id="{98F569EF-66C2-409E-9E4F-A2E4E7CF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924" y="1649878"/>
            <a:ext cx="1377181" cy="522392"/>
          </a:xfrm>
          <a:custGeom xmlns:a="http://schemas.openxmlformats.org/drawingml/2006/main">
            <a:pathLst>
              <a:path w="1205034" h="457093">
                <a:moveTo>
                  <a:pt x="0" y="21739"/>
                </a:moveTo>
                <a:cubicBezTo>
                  <a:pt x="0" y="9733"/>
                  <a:pt x="9733" y="0"/>
                  <a:pt x="21739" y="0"/>
                </a:cubicBezTo>
                <a:lnTo>
                  <a:pt x="1183296" y="0"/>
                </a:lnTo>
                <a:cubicBezTo>
                  <a:pt x="1195301" y="0"/>
                  <a:pt x="1205034" y="9733"/>
                  <a:pt x="1205034" y="21739"/>
                </a:cubicBezTo>
                <a:lnTo>
                  <a:pt x="1205034" y="435354"/>
                </a:lnTo>
                <a:cubicBezTo>
                  <a:pt x="1205034" y="447360"/>
                  <a:pt x="1195301" y="457093"/>
                  <a:pt x="1183296" y="457093"/>
                </a:cubicBezTo>
                <a:lnTo>
                  <a:pt x="21739" y="457093"/>
                </a:lnTo>
                <a:cubicBezTo>
                  <a:pt x="9733" y="457093"/>
                  <a:pt x="0" y="447360"/>
                  <a:pt x="0" y="435354"/>
                </a:cubicBezTo>
                <a:lnTo>
                  <a:pt x="0" y="217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path-109">
            <a:extLst xmlns:a="http://schemas.openxmlformats.org/drawingml/2006/main">
              <a:ext uri="{FF2B5EF4-FFF2-40B4-BE49-F238E27FC236}">
                <a16:creationId xmlns:a16="http://schemas.microsoft.com/office/drawing/2014/main" id="{636E9B8C-E03B-4798-8E9D-75647519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924" y="1649878"/>
            <a:ext cx="1377181" cy="522394"/>
          </a:xfrm>
          <a:custGeom xmlns:a="http://schemas.openxmlformats.org/drawingml/2006/main">
            <a:pathLst>
              <a:path w="1205034" h="457094">
                <a:moveTo>
                  <a:pt x="0" y="21739"/>
                </a:moveTo>
                <a:cubicBezTo>
                  <a:pt x="0" y="9733"/>
                  <a:pt x="9733" y="0"/>
                  <a:pt x="21739" y="0"/>
                </a:cubicBezTo>
                <a:lnTo>
                  <a:pt x="1183295" y="0"/>
                </a:lnTo>
                <a:cubicBezTo>
                  <a:pt x="1195301" y="0"/>
                  <a:pt x="1205034" y="9733"/>
                  <a:pt x="1205034" y="21739"/>
                </a:cubicBezTo>
                <a:lnTo>
                  <a:pt x="1205034" y="435355"/>
                </a:lnTo>
                <a:cubicBezTo>
                  <a:pt x="1205034" y="447362"/>
                  <a:pt x="1195301" y="457094"/>
                  <a:pt x="1183295" y="457094"/>
                </a:cubicBezTo>
                <a:lnTo>
                  <a:pt x="21739" y="457094"/>
                </a:lnTo>
                <a:cubicBezTo>
                  <a:pt x="9733" y="457094"/>
                  <a:pt x="0" y="447362"/>
                  <a:pt x="0" y="435355"/>
                </a:cubicBezTo>
                <a:lnTo>
                  <a:pt x="0" y="21739"/>
                </a:lnTo>
              </a:path>
            </a:pathLst>
          </a:custGeom>
          <a:noFill xmlns:a="http://schemas.openxmlformats.org/drawingml/2006/main"/>
          <a:ln xmlns:a="http://schemas.openxmlformats.org/drawingml/2006/main" w="16779">
            <a:solidFill>
              <a:srgbClr val="D9D9D9"/>
            </a:solidFill>
            <a:prstDash val="solid"/>
          </a:ln>
        </p:spPr>
      </p:sp>
      <p:pic>
        <p:nvPic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23D9A1C-E84D-49D9-85AE-B49D3CC5A2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d0c1cb552549bd"/>
          <a:stretch xmlns:a="http://schemas.openxmlformats.org/drawingml/2006/main"/>
        </p:blipFill>
        <p:spPr>
          <a:xfrm xmlns:a="http://schemas.openxmlformats.org/drawingml/2006/main">
            <a:off x="6859243" y="2391467"/>
            <a:ext cx="1589314" cy="729343"/>
          </a:xfrm>
          <a:prstGeom xmlns:a="http://schemas.openxmlformats.org/drawingml/2006/main" prst="rect">
            <a:avLst/>
          </a:prstGeom>
        </p:spPr>
      </p:pic>
      <p:sp>
        <p:nvSpPr>
          <p:cNvPr id="123" name="path-111">
            <a:extLst xmlns:a="http://schemas.openxmlformats.org/drawingml/2006/main">
              <a:ext uri="{FF2B5EF4-FFF2-40B4-BE49-F238E27FC236}">
                <a16:creationId xmlns:a16="http://schemas.microsoft.com/office/drawing/2014/main" id="{22C48C2A-EF92-4C29-ADE3-BBF5D1A7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247" y="2446618"/>
            <a:ext cx="1377181" cy="522395"/>
          </a:xfrm>
          <a:custGeom xmlns:a="http://schemas.openxmlformats.org/drawingml/2006/main">
            <a:pathLst>
              <a:path w="1205034" h="457096">
                <a:moveTo>
                  <a:pt x="0" y="21742"/>
                </a:moveTo>
                <a:cubicBezTo>
                  <a:pt x="0" y="9734"/>
                  <a:pt x="9733" y="0"/>
                  <a:pt x="21739" y="0"/>
                </a:cubicBezTo>
                <a:lnTo>
                  <a:pt x="1183295" y="0"/>
                </a:lnTo>
                <a:cubicBezTo>
                  <a:pt x="1195300" y="0"/>
                  <a:pt x="1205034" y="9734"/>
                  <a:pt x="1205034" y="21742"/>
                </a:cubicBezTo>
                <a:lnTo>
                  <a:pt x="1205034" y="435357"/>
                </a:lnTo>
                <a:cubicBezTo>
                  <a:pt x="1205034" y="447363"/>
                  <a:pt x="1195300" y="457096"/>
                  <a:pt x="1183295" y="457096"/>
                </a:cubicBezTo>
                <a:lnTo>
                  <a:pt x="21739" y="457096"/>
                </a:lnTo>
                <a:cubicBezTo>
                  <a:pt x="9733" y="457096"/>
                  <a:pt x="0" y="447363"/>
                  <a:pt x="0" y="435357"/>
                </a:cubicBezTo>
                <a:lnTo>
                  <a:pt x="0" y="2174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path-112">
            <a:extLst xmlns:a="http://schemas.openxmlformats.org/drawingml/2006/main">
              <a:ext uri="{FF2B5EF4-FFF2-40B4-BE49-F238E27FC236}">
                <a16:creationId xmlns:a16="http://schemas.microsoft.com/office/drawing/2014/main" id="{2ABF1420-12EC-476D-98BC-9AEBA721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247" y="2446618"/>
            <a:ext cx="1377181" cy="522394"/>
          </a:xfrm>
          <a:custGeom xmlns:a="http://schemas.openxmlformats.org/drawingml/2006/main">
            <a:pathLst>
              <a:path w="1205034" h="457094">
                <a:moveTo>
                  <a:pt x="0" y="21739"/>
                </a:moveTo>
                <a:cubicBezTo>
                  <a:pt x="0" y="9733"/>
                  <a:pt x="9733" y="0"/>
                  <a:pt x="21739" y="0"/>
                </a:cubicBezTo>
                <a:lnTo>
                  <a:pt x="1183295" y="0"/>
                </a:lnTo>
                <a:cubicBezTo>
                  <a:pt x="1195301" y="0"/>
                  <a:pt x="1205034" y="9733"/>
                  <a:pt x="1205034" y="21739"/>
                </a:cubicBezTo>
                <a:lnTo>
                  <a:pt x="1205034" y="435355"/>
                </a:lnTo>
                <a:cubicBezTo>
                  <a:pt x="1205034" y="447362"/>
                  <a:pt x="1195301" y="457094"/>
                  <a:pt x="1183295" y="457094"/>
                </a:cubicBezTo>
                <a:lnTo>
                  <a:pt x="21739" y="457094"/>
                </a:lnTo>
                <a:cubicBezTo>
                  <a:pt x="9733" y="457094"/>
                  <a:pt x="0" y="447362"/>
                  <a:pt x="0" y="435355"/>
                </a:cubicBezTo>
                <a:lnTo>
                  <a:pt x="0" y="21739"/>
                </a:lnTo>
              </a:path>
            </a:pathLst>
          </a:custGeom>
          <a:noFill xmlns:a="http://schemas.openxmlformats.org/drawingml/2006/main"/>
          <a:ln xmlns:a="http://schemas.openxmlformats.org/drawingml/2006/main" w="16779">
            <a:solidFill>
              <a:srgbClr val="D9D9D9"/>
            </a:solidFill>
            <a:prstDash val="solid"/>
          </a:ln>
        </p:spPr>
      </p:sp>
      <p:pic>
        <p:nvPic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0272EC5C-1C57-4598-9703-BBC3CF1677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90b2e8f3f04ea6"/>
          <a:stretch xmlns:a="http://schemas.openxmlformats.org/drawingml/2006/main"/>
        </p:blipFill>
        <p:spPr>
          <a:xfrm xmlns:a="http://schemas.openxmlformats.org/drawingml/2006/main">
            <a:off x="6859243" y="3218781"/>
            <a:ext cx="1589314" cy="729343"/>
          </a:xfrm>
          <a:prstGeom xmlns:a="http://schemas.openxmlformats.org/drawingml/2006/main" prst="rect">
            <a:avLst/>
          </a:prstGeom>
        </p:spPr>
      </p:pic>
      <p:sp>
        <p:nvSpPr>
          <p:cNvPr id="126" name="path-114">
            <a:extLst xmlns:a="http://schemas.openxmlformats.org/drawingml/2006/main">
              <a:ext uri="{FF2B5EF4-FFF2-40B4-BE49-F238E27FC236}">
                <a16:creationId xmlns:a16="http://schemas.microsoft.com/office/drawing/2014/main" id="{DED2BD34-7B12-4481-B695-13E8F46C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9720" y="3278981"/>
            <a:ext cx="1377183" cy="522394"/>
          </a:xfrm>
          <a:custGeom xmlns:a="http://schemas.openxmlformats.org/drawingml/2006/main">
            <a:pathLst>
              <a:path w="1205035" h="457095">
                <a:moveTo>
                  <a:pt x="0" y="21739"/>
                </a:moveTo>
                <a:cubicBezTo>
                  <a:pt x="0" y="9733"/>
                  <a:pt x="9734" y="0"/>
                  <a:pt x="21739" y="0"/>
                </a:cubicBezTo>
                <a:lnTo>
                  <a:pt x="1183296" y="0"/>
                </a:lnTo>
                <a:cubicBezTo>
                  <a:pt x="1195302" y="0"/>
                  <a:pt x="1205035" y="9733"/>
                  <a:pt x="1205035" y="21739"/>
                </a:cubicBezTo>
                <a:lnTo>
                  <a:pt x="1205035" y="435355"/>
                </a:lnTo>
                <a:cubicBezTo>
                  <a:pt x="1205035" y="447362"/>
                  <a:pt x="1195302" y="457095"/>
                  <a:pt x="1183296" y="457095"/>
                </a:cubicBezTo>
                <a:lnTo>
                  <a:pt x="21739" y="457095"/>
                </a:lnTo>
                <a:cubicBezTo>
                  <a:pt x="9734" y="457095"/>
                  <a:pt x="0" y="447362"/>
                  <a:pt x="0" y="435355"/>
                </a:cubicBezTo>
                <a:lnTo>
                  <a:pt x="0" y="217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path-115">
            <a:extLst xmlns:a="http://schemas.openxmlformats.org/drawingml/2006/main">
              <a:ext uri="{FF2B5EF4-FFF2-40B4-BE49-F238E27FC236}">
                <a16:creationId xmlns:a16="http://schemas.microsoft.com/office/drawing/2014/main" id="{85B4D3F3-25AC-400F-9FF4-60F89FA8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9720" y="3278981"/>
            <a:ext cx="1377181" cy="522394"/>
          </a:xfrm>
          <a:custGeom xmlns:a="http://schemas.openxmlformats.org/drawingml/2006/main">
            <a:pathLst>
              <a:path w="1205034" h="457094">
                <a:moveTo>
                  <a:pt x="0" y="21739"/>
                </a:moveTo>
                <a:cubicBezTo>
                  <a:pt x="0" y="9733"/>
                  <a:pt x="9733" y="0"/>
                  <a:pt x="21739" y="0"/>
                </a:cubicBezTo>
                <a:lnTo>
                  <a:pt x="1183295" y="0"/>
                </a:lnTo>
                <a:cubicBezTo>
                  <a:pt x="1195301" y="0"/>
                  <a:pt x="1205034" y="9733"/>
                  <a:pt x="1205034" y="21739"/>
                </a:cubicBezTo>
                <a:lnTo>
                  <a:pt x="1205034" y="435355"/>
                </a:lnTo>
                <a:cubicBezTo>
                  <a:pt x="1205034" y="447362"/>
                  <a:pt x="1195301" y="457094"/>
                  <a:pt x="1183295" y="457094"/>
                </a:cubicBezTo>
                <a:lnTo>
                  <a:pt x="21739" y="457094"/>
                </a:lnTo>
                <a:cubicBezTo>
                  <a:pt x="9733" y="457094"/>
                  <a:pt x="0" y="447362"/>
                  <a:pt x="0" y="435355"/>
                </a:cubicBezTo>
                <a:lnTo>
                  <a:pt x="0" y="21739"/>
                </a:lnTo>
              </a:path>
            </a:pathLst>
          </a:custGeom>
          <a:noFill xmlns:a="http://schemas.openxmlformats.org/drawingml/2006/main"/>
          <a:ln xmlns:a="http://schemas.openxmlformats.org/drawingml/2006/main" w="16779">
            <a:solidFill>
              <a:srgbClr val="D9D9D9"/>
            </a:solidFill>
            <a:prstDash val="solid"/>
          </a:ln>
        </p:spPr>
      </p:sp>
      <p:pic>
        <p:nvPic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138F6D42-A5B8-471A-8180-6EAEF543F7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9198d35c094509"/>
          <a:stretch xmlns:a="http://schemas.openxmlformats.org/drawingml/2006/main"/>
        </p:blipFill>
        <p:spPr>
          <a:xfrm xmlns:a="http://schemas.openxmlformats.org/drawingml/2006/main">
            <a:off x="6619757" y="4122296"/>
            <a:ext cx="1578429" cy="740229"/>
          </a:xfrm>
          <a:prstGeom xmlns:a="http://schemas.openxmlformats.org/drawingml/2006/main" prst="rect">
            <a:avLst/>
          </a:prstGeom>
        </p:spPr>
      </p:pic>
      <p:sp>
        <p:nvSpPr>
          <p:cNvPr id="129" name="path-117">
            <a:extLst xmlns:a="http://schemas.openxmlformats.org/drawingml/2006/main">
              <a:ext uri="{FF2B5EF4-FFF2-40B4-BE49-F238E27FC236}">
                <a16:creationId xmlns:a16="http://schemas.microsoft.com/office/drawing/2014/main" id="{F0154753-3858-4375-BA21-E4176DF2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4977" y="4185768"/>
            <a:ext cx="1377181" cy="522394"/>
          </a:xfrm>
          <a:custGeom xmlns:a="http://schemas.openxmlformats.org/drawingml/2006/main">
            <a:pathLst>
              <a:path w="1205034" h="457095">
                <a:moveTo>
                  <a:pt x="0" y="21739"/>
                </a:moveTo>
                <a:cubicBezTo>
                  <a:pt x="0" y="9733"/>
                  <a:pt x="9734" y="0"/>
                  <a:pt x="21739" y="0"/>
                </a:cubicBezTo>
                <a:lnTo>
                  <a:pt x="1183296" y="0"/>
                </a:lnTo>
                <a:cubicBezTo>
                  <a:pt x="1195301" y="0"/>
                  <a:pt x="1205034" y="9733"/>
                  <a:pt x="1205034" y="21739"/>
                </a:cubicBezTo>
                <a:lnTo>
                  <a:pt x="1205034" y="435355"/>
                </a:lnTo>
                <a:cubicBezTo>
                  <a:pt x="1205034" y="447362"/>
                  <a:pt x="1195301" y="457095"/>
                  <a:pt x="1183296" y="457095"/>
                </a:cubicBezTo>
                <a:lnTo>
                  <a:pt x="21739" y="457095"/>
                </a:lnTo>
                <a:cubicBezTo>
                  <a:pt x="9734" y="457095"/>
                  <a:pt x="0" y="447362"/>
                  <a:pt x="0" y="435355"/>
                </a:cubicBezTo>
                <a:lnTo>
                  <a:pt x="0" y="217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path-118">
            <a:extLst xmlns:a="http://schemas.openxmlformats.org/drawingml/2006/main">
              <a:ext uri="{FF2B5EF4-FFF2-40B4-BE49-F238E27FC236}">
                <a16:creationId xmlns:a16="http://schemas.microsoft.com/office/drawing/2014/main" id="{BB3F4959-EF2A-4439-A190-5A811D11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4977" y="4185768"/>
            <a:ext cx="1377181" cy="522394"/>
          </a:xfrm>
          <a:custGeom xmlns:a="http://schemas.openxmlformats.org/drawingml/2006/main">
            <a:pathLst>
              <a:path w="1205034" h="457094">
                <a:moveTo>
                  <a:pt x="0" y="21739"/>
                </a:moveTo>
                <a:cubicBezTo>
                  <a:pt x="0" y="9733"/>
                  <a:pt x="9733" y="0"/>
                  <a:pt x="21739" y="0"/>
                </a:cubicBezTo>
                <a:lnTo>
                  <a:pt x="1183295" y="0"/>
                </a:lnTo>
                <a:cubicBezTo>
                  <a:pt x="1195301" y="0"/>
                  <a:pt x="1205034" y="9733"/>
                  <a:pt x="1205034" y="21739"/>
                </a:cubicBezTo>
                <a:lnTo>
                  <a:pt x="1205034" y="435355"/>
                </a:lnTo>
                <a:cubicBezTo>
                  <a:pt x="1205034" y="447362"/>
                  <a:pt x="1195301" y="457094"/>
                  <a:pt x="1183295" y="457094"/>
                </a:cubicBezTo>
                <a:lnTo>
                  <a:pt x="21739" y="457094"/>
                </a:lnTo>
                <a:cubicBezTo>
                  <a:pt x="9733" y="457094"/>
                  <a:pt x="0" y="447362"/>
                  <a:pt x="0" y="435355"/>
                </a:cubicBezTo>
                <a:lnTo>
                  <a:pt x="0" y="21739"/>
                </a:lnTo>
              </a:path>
            </a:pathLst>
          </a:custGeom>
          <a:noFill xmlns:a="http://schemas.openxmlformats.org/drawingml/2006/main"/>
          <a:ln xmlns:a="http://schemas.openxmlformats.org/drawingml/2006/main" w="16779">
            <a:solidFill>
              <a:srgbClr val="D9D9D9"/>
            </a:solidFill>
            <a:prstDash val="solid"/>
          </a:ln>
        </p:spPr>
      </p:sp>
      <p:pic>
        <p:nvPic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D9864D91-9A54-46C1-AF05-B871834A98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a036f1130f43d2"/>
          <a:stretch xmlns:a="http://schemas.openxmlformats.org/drawingml/2006/main"/>
        </p:blipFill>
        <p:spPr>
          <a:xfrm xmlns:a="http://schemas.openxmlformats.org/drawingml/2006/main">
            <a:off x="6565328" y="1596810"/>
            <a:ext cx="598714" cy="598714"/>
          </a:xfrm>
          <a:prstGeom xmlns:a="http://schemas.openxmlformats.org/drawingml/2006/main" prst="rect">
            <a:avLst/>
          </a:prstGeom>
        </p:spPr>
      </p:pic>
      <p:sp>
        <p:nvSpPr>
          <p:cNvPr id="132" name="text-120 Visit">
            <a:extLst xmlns:a="http://schemas.openxmlformats.org/drawingml/2006/main">
              <a:ext uri="{FF2B5EF4-FFF2-40B4-BE49-F238E27FC236}">
                <a16:creationId xmlns:a16="http://schemas.microsoft.com/office/drawing/2014/main" id="{205E12DC-2BA2-4F85-8015-81C14A97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51167" y="1768277"/>
            <a:ext cx="475438" cy="322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Visit</a:t>
            </a:r>
          </a:p>
        </p:txBody>
      </p:sp>
      <p:sp>
        <p:nvSpPr>
          <p:cNvPr id="133" name="text-121 Flip">
            <a:extLst xmlns:a="http://schemas.openxmlformats.org/drawingml/2006/main">
              <a:ext uri="{FF2B5EF4-FFF2-40B4-BE49-F238E27FC236}">
                <a16:creationId xmlns:a16="http://schemas.microsoft.com/office/drawing/2014/main" id="{D2179999-6143-4C97-8327-0FA4B251E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59743" y="3397988"/>
            <a:ext cx="397938" cy="3109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Flip</a:t>
            </a:r>
          </a:p>
        </p:txBody>
      </p:sp>
      <p:pic>
        <p:nvPic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FDE09531-68AA-4306-8C4F-0136A35681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0d51fe3151494e"/>
          <a:stretch xmlns:a="http://schemas.openxmlformats.org/drawingml/2006/main"/>
        </p:blipFill>
        <p:spPr>
          <a:xfrm xmlns:a="http://schemas.openxmlformats.org/drawingml/2006/main">
            <a:off x="6924557" y="3262324"/>
            <a:ext cx="555171" cy="544286"/>
          </a:xfrm>
          <a:prstGeom xmlns:a="http://schemas.openxmlformats.org/drawingml/2006/main" prst="rect">
            <a:avLst/>
          </a:prstGeom>
        </p:spPr>
      </p:pic>
      <p:sp>
        <p:nvSpPr>
          <p:cNvPr id="135" name="text-123 Zoom">
            <a:extLst xmlns:a="http://schemas.openxmlformats.org/drawingml/2006/main">
              <a:ext uri="{FF2B5EF4-FFF2-40B4-BE49-F238E27FC236}">
                <a16:creationId xmlns:a16="http://schemas.microsoft.com/office/drawing/2014/main" id="{4D003BDF-D268-48FA-98B4-E14D4DC0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3016" y="4201618"/>
            <a:ext cx="575070" cy="313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6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Zoom</a:t>
            </a:r>
          </a:p>
        </p:txBody>
      </p:sp>
      <p:sp>
        <p:nvSpPr>
          <p:cNvPr id="136" name="text-124 In">
            <a:extLst xmlns:a="http://schemas.openxmlformats.org/drawingml/2006/main">
              <a:ext uri="{FF2B5EF4-FFF2-40B4-BE49-F238E27FC236}">
                <a16:creationId xmlns:a16="http://schemas.microsoft.com/office/drawing/2014/main" id="{17B948B6-39D0-4397-BB24-2BFE2383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6403" y="4468989"/>
            <a:ext cx="227866" cy="3149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7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</a:t>
            </a:r>
          </a:p>
        </p:txBody>
      </p:sp>
      <p:pic>
        <p:nvPic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A2240521-6901-457D-BD55-FE15A5300F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7c164ff26f4b87"/>
          <a:stretch xmlns:a="http://schemas.openxmlformats.org/drawingml/2006/main"/>
        </p:blipFill>
        <p:spPr>
          <a:xfrm xmlns:a="http://schemas.openxmlformats.org/drawingml/2006/main">
            <a:off x="6663300" y="4176724"/>
            <a:ext cx="566057" cy="555171"/>
          </a:xfrm>
          <a:prstGeom xmlns:a="http://schemas.openxmlformats.org/drawingml/2006/main" prst="rect">
            <a:avLst/>
          </a:prstGeom>
        </p:spPr>
      </p:pic>
      <p:pic>
        <p:nvPic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F332BBDF-508D-47F1-B165-C7C4EC10A0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0f499f8ed742d4"/>
          <a:stretch xmlns:a="http://schemas.openxmlformats.org/drawingml/2006/main"/>
        </p:blipFill>
        <p:spPr>
          <a:xfrm xmlns:a="http://schemas.openxmlformats.org/drawingml/2006/main">
            <a:off x="6881014" y="2467667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139" name="text-127 Rotation">
            <a:extLst xmlns:a="http://schemas.openxmlformats.org/drawingml/2006/main">
              <a:ext uri="{FF2B5EF4-FFF2-40B4-BE49-F238E27FC236}">
                <a16:creationId xmlns:a16="http://schemas.microsoft.com/office/drawing/2014/main" id="{8BB193F1-21ED-4261-B1B1-3E7FB1290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62052" y="2586044"/>
            <a:ext cx="809238" cy="3126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5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Rotation</a:t>
            </a:r>
          </a:p>
        </p:txBody>
      </p:sp>
      <p:pic>
        <p:nvPic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D995815A-09C2-481C-90CD-68171F4CC3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7df3f7caab42cc"/>
          <a:stretch xmlns:a="http://schemas.openxmlformats.org/drawingml/2006/main"/>
        </p:blipFill>
        <p:spPr>
          <a:xfrm xmlns:a="http://schemas.openxmlformats.org/drawingml/2006/main">
            <a:off x="4801843" y="1357324"/>
            <a:ext cx="674914" cy="674914"/>
          </a:xfrm>
          <a:prstGeom xmlns:a="http://schemas.openxmlformats.org/drawingml/2006/main" prst="rect">
            <a:avLst/>
          </a:prstGeom>
        </p:spPr>
      </p:pic>
      <p:sp>
        <p:nvSpPr>
          <p:cNvPr id="141" name="text-129 Python">
            <a:extLst xmlns:a="http://schemas.openxmlformats.org/drawingml/2006/main">
              <a:ext uri="{FF2B5EF4-FFF2-40B4-BE49-F238E27FC236}">
                <a16:creationId xmlns:a16="http://schemas.microsoft.com/office/drawing/2014/main" id="{90F28340-8F51-4F07-872E-92A0505F3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10055" y="1399670"/>
            <a:ext cx="672164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Python</a:t>
            </a:r>
          </a:p>
        </p:txBody>
      </p:sp>
      <p:sp>
        <p:nvSpPr>
          <p:cNvPr id="142" name="text-130 Code">
            <a:extLst xmlns:a="http://schemas.openxmlformats.org/drawingml/2006/main">
              <a:ext uri="{FF2B5EF4-FFF2-40B4-BE49-F238E27FC236}">
                <a16:creationId xmlns:a16="http://schemas.microsoft.com/office/drawing/2014/main" id="{2A779B16-38A1-490F-8A6A-A2DADE2F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9811" y="1667908"/>
            <a:ext cx="511427" cy="312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5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Code</a:t>
            </a:r>
          </a:p>
        </p:txBody>
      </p:sp>
      <p:sp>
        <p:nvSpPr>
          <p:cNvPr id="143" name="text-131 Policy">
            <a:extLst xmlns:a="http://schemas.openxmlformats.org/drawingml/2006/main">
              <a:ext uri="{FF2B5EF4-FFF2-40B4-BE49-F238E27FC236}">
                <a16:creationId xmlns:a16="http://schemas.microsoft.com/office/drawing/2014/main" id="{F271061E-52C3-49EA-9A34-1B012851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5671" y="3561488"/>
            <a:ext cx="657805" cy="330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Policy</a:t>
            </a:r>
          </a:p>
        </p:txBody>
      </p:sp>
      <p:sp>
        <p:nvSpPr>
          <p:cNvPr id="144" name="text-133 Model">
            <a:extLst xmlns:a="http://schemas.openxmlformats.org/drawingml/2006/main">
              <a:ext uri="{FF2B5EF4-FFF2-40B4-BE49-F238E27FC236}">
                <a16:creationId xmlns:a16="http://schemas.microsoft.com/office/drawing/2014/main" id="{AFF1F60D-CFEE-48F0-B9E4-D7B95FF9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34039" y="3561459"/>
            <a:ext cx="684174" cy="330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Model</a:t>
            </a:r>
          </a:p>
        </p:txBody>
      </p:sp>
      <p:pic>
        <p:nvPic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1FC8B767-D3A7-4B71-A72D-1F895C9D6C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436d7061244406"/>
          <a:stretch xmlns:a="http://schemas.openxmlformats.org/drawingml/2006/main"/>
        </p:blipFill>
        <p:spPr>
          <a:xfrm xmlns:a="http://schemas.openxmlformats.org/drawingml/2006/main">
            <a:off x="4714757" y="2217296"/>
            <a:ext cx="359229" cy="359229"/>
          </a:xfrm>
          <a:prstGeom xmlns:a="http://schemas.openxmlformats.org/drawingml/2006/main" prst="rect">
            <a:avLst/>
          </a:prstGeom>
        </p:spPr>
      </p:pic>
      <p:sp>
        <p:nvSpPr>
          <p:cNvPr id="146" name="path-135">
            <a:extLst xmlns:a="http://schemas.openxmlformats.org/drawingml/2006/main">
              <a:ext uri="{FF2B5EF4-FFF2-40B4-BE49-F238E27FC236}">
                <a16:creationId xmlns:a16="http://schemas.microsoft.com/office/drawing/2014/main" id="{F84ECB61-5F04-4E6E-BF1A-1C0052F4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4142" y="2348699"/>
            <a:ext cx="95746" cy="96399"/>
          </a:xfrm>
          <a:custGeom xmlns:a="http://schemas.openxmlformats.org/drawingml/2006/main">
            <a:pathLst>
              <a:path w="83778" h="84349">
                <a:moveTo>
                  <a:pt x="0" y="42174"/>
                </a:moveTo>
                <a:cubicBezTo>
                  <a:pt x="0" y="18883"/>
                  <a:pt x="18755" y="0"/>
                  <a:pt x="41888" y="0"/>
                </a:cubicBezTo>
                <a:cubicBezTo>
                  <a:pt x="65025" y="0"/>
                  <a:pt x="83778" y="18883"/>
                  <a:pt x="83778" y="42174"/>
                </a:cubicBezTo>
                <a:cubicBezTo>
                  <a:pt x="83778" y="65467"/>
                  <a:pt x="65025" y="84349"/>
                  <a:pt x="41888" y="84349"/>
                </a:cubicBezTo>
                <a:cubicBezTo>
                  <a:pt x="18755" y="84349"/>
                  <a:pt x="0" y="65467"/>
                  <a:pt x="0" y="42174"/>
                </a:cubicBez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path-136">
            <a:extLst xmlns:a="http://schemas.openxmlformats.org/drawingml/2006/main">
              <a:ext uri="{FF2B5EF4-FFF2-40B4-BE49-F238E27FC236}">
                <a16:creationId xmlns:a16="http://schemas.microsoft.com/office/drawing/2014/main" id="{DEC285FC-AD51-4047-916B-B5335F10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4142" y="2348699"/>
            <a:ext cx="95748" cy="96399"/>
          </a:xfrm>
          <a:custGeom xmlns:a="http://schemas.openxmlformats.org/drawingml/2006/main">
            <a:pathLst>
              <a:path w="83779" h="84349">
                <a:moveTo>
                  <a:pt x="0" y="42175"/>
                </a:moveTo>
                <a:cubicBezTo>
                  <a:pt x="0" y="18882"/>
                  <a:pt x="18755" y="0"/>
                  <a:pt x="41890" y="0"/>
                </a:cubicBezTo>
                <a:cubicBezTo>
                  <a:pt x="65025" y="0"/>
                  <a:pt x="83779" y="18882"/>
                  <a:pt x="83779" y="42175"/>
                </a:cubicBezTo>
                <a:cubicBezTo>
                  <a:pt x="83779" y="65467"/>
                  <a:pt x="65025" y="84349"/>
                  <a:pt x="41890" y="84349"/>
                </a:cubicBezTo>
                <a:cubicBezTo>
                  <a:pt x="18755" y="84349"/>
                  <a:pt x="0" y="65467"/>
                  <a:pt x="0" y="421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2372">
            <a:solidFill>
              <a:srgbClr val="A6A6A6"/>
            </a:solidFill>
            <a:prstDash val="solid"/>
          </a:ln>
        </p:spPr>
      </p:sp>
      <p:pic>
        <p:nvPic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1FCAFD77-8617-4ECE-940D-38C5CF5F86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70c01379144492"/>
          <a:stretch xmlns:a="http://schemas.openxmlformats.org/drawingml/2006/main"/>
        </p:blipFill>
        <p:spPr>
          <a:xfrm xmlns:a="http://schemas.openxmlformats.org/drawingml/2006/main">
            <a:off x="5357014" y="2043124"/>
            <a:ext cx="348343" cy="359229"/>
          </a:xfrm>
          <a:prstGeom xmlns:a="http://schemas.openxmlformats.org/drawingml/2006/main" prst="rect">
            <a:avLst/>
          </a:prstGeom>
        </p:spPr>
      </p:pic>
      <p:sp>
        <p:nvSpPr>
          <p:cNvPr id="149" name="path-138">
            <a:extLst xmlns:a="http://schemas.openxmlformats.org/drawingml/2006/main">
              <a:ext uri="{FF2B5EF4-FFF2-40B4-BE49-F238E27FC236}">
                <a16:creationId xmlns:a16="http://schemas.microsoft.com/office/drawing/2014/main" id="{98D09BC8-BE7D-45AB-8BDF-34DC495C9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2048" y="2178832"/>
            <a:ext cx="95746" cy="96400"/>
          </a:xfrm>
          <a:custGeom xmlns:a="http://schemas.openxmlformats.org/drawingml/2006/main">
            <a:pathLst>
              <a:path w="83778" h="84350">
                <a:moveTo>
                  <a:pt x="0" y="42176"/>
                </a:moveTo>
                <a:cubicBezTo>
                  <a:pt x="0" y="18883"/>
                  <a:pt x="18755" y="0"/>
                  <a:pt x="41888" y="0"/>
                </a:cubicBezTo>
                <a:cubicBezTo>
                  <a:pt x="65026" y="0"/>
                  <a:pt x="83778" y="18883"/>
                  <a:pt x="83778" y="42176"/>
                </a:cubicBezTo>
                <a:cubicBezTo>
                  <a:pt x="83778" y="65467"/>
                  <a:pt x="65026" y="84350"/>
                  <a:pt x="41888" y="84350"/>
                </a:cubicBezTo>
                <a:cubicBezTo>
                  <a:pt x="18755" y="84350"/>
                  <a:pt x="0" y="65467"/>
                  <a:pt x="0" y="42176"/>
                </a:cubicBez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path-139">
            <a:extLst xmlns:a="http://schemas.openxmlformats.org/drawingml/2006/main">
              <a:ext uri="{FF2B5EF4-FFF2-40B4-BE49-F238E27FC236}">
                <a16:creationId xmlns:a16="http://schemas.microsoft.com/office/drawing/2014/main" id="{4BF46F73-200B-4607-B399-EA4ED62C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2048" y="2178832"/>
            <a:ext cx="95748" cy="96399"/>
          </a:xfrm>
          <a:custGeom xmlns:a="http://schemas.openxmlformats.org/drawingml/2006/main">
            <a:pathLst>
              <a:path w="83779" h="84349">
                <a:moveTo>
                  <a:pt x="0" y="42175"/>
                </a:moveTo>
                <a:cubicBezTo>
                  <a:pt x="0" y="18882"/>
                  <a:pt x="18755" y="0"/>
                  <a:pt x="41890" y="0"/>
                </a:cubicBezTo>
                <a:cubicBezTo>
                  <a:pt x="65025" y="0"/>
                  <a:pt x="83779" y="18882"/>
                  <a:pt x="83779" y="42175"/>
                </a:cubicBezTo>
                <a:cubicBezTo>
                  <a:pt x="83779" y="65467"/>
                  <a:pt x="65025" y="84349"/>
                  <a:pt x="41890" y="84349"/>
                </a:cubicBezTo>
                <a:cubicBezTo>
                  <a:pt x="18755" y="84349"/>
                  <a:pt x="0" y="65467"/>
                  <a:pt x="0" y="421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2372">
            <a:solidFill>
              <a:srgbClr val="A6A6A6"/>
            </a:solidFill>
            <a:prstDash val="solid"/>
          </a:ln>
        </p:spPr>
      </p:sp>
      <p:pic>
        <p:nvPic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678120D4-6AD8-475E-BA19-45BA53B7C1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148ca3a0c341fb"/>
          <a:stretch xmlns:a="http://schemas.openxmlformats.org/drawingml/2006/main"/>
        </p:blipFill>
        <p:spPr>
          <a:xfrm xmlns:a="http://schemas.openxmlformats.org/drawingml/2006/main">
            <a:off x="4377300" y="2663610"/>
            <a:ext cx="359229" cy="359229"/>
          </a:xfrm>
          <a:prstGeom xmlns:a="http://schemas.openxmlformats.org/drawingml/2006/main" prst="rect">
            <a:avLst/>
          </a:prstGeom>
        </p:spPr>
      </p:pic>
      <p:sp>
        <p:nvSpPr>
          <p:cNvPr id="152" name="path-141">
            <a:extLst xmlns:a="http://schemas.openxmlformats.org/drawingml/2006/main">
              <a:ext uri="{FF2B5EF4-FFF2-40B4-BE49-F238E27FC236}">
                <a16:creationId xmlns:a16="http://schemas.microsoft.com/office/drawing/2014/main" id="{6472C049-C390-4CB2-9079-DC408015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019" y="2792590"/>
            <a:ext cx="95749" cy="96399"/>
          </a:xfrm>
          <a:custGeom xmlns:a="http://schemas.openxmlformats.org/drawingml/2006/main">
            <a:pathLst>
              <a:path w="83780" h="84349">
                <a:moveTo>
                  <a:pt x="0" y="42174"/>
                </a:moveTo>
                <a:cubicBezTo>
                  <a:pt x="0" y="18881"/>
                  <a:pt x="18756" y="0"/>
                  <a:pt x="41890" y="0"/>
                </a:cubicBezTo>
                <a:cubicBezTo>
                  <a:pt x="65025" y="0"/>
                  <a:pt x="83780" y="18881"/>
                  <a:pt x="83780" y="42174"/>
                </a:cubicBezTo>
                <a:cubicBezTo>
                  <a:pt x="83780" y="65467"/>
                  <a:pt x="65025" y="84349"/>
                  <a:pt x="41890" y="84349"/>
                </a:cubicBezTo>
                <a:cubicBezTo>
                  <a:pt x="18756" y="84349"/>
                  <a:pt x="0" y="65467"/>
                  <a:pt x="0" y="42174"/>
                </a:cubicBez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path-142">
            <a:extLst xmlns:a="http://schemas.openxmlformats.org/drawingml/2006/main">
              <a:ext uri="{FF2B5EF4-FFF2-40B4-BE49-F238E27FC236}">
                <a16:creationId xmlns:a16="http://schemas.microsoft.com/office/drawing/2014/main" id="{15D5EF11-5B8E-4937-A984-FD27FF56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019" y="2792590"/>
            <a:ext cx="95748" cy="96399"/>
          </a:xfrm>
          <a:custGeom xmlns:a="http://schemas.openxmlformats.org/drawingml/2006/main">
            <a:pathLst>
              <a:path w="83779" h="84349">
                <a:moveTo>
                  <a:pt x="0" y="42175"/>
                </a:moveTo>
                <a:cubicBezTo>
                  <a:pt x="0" y="18882"/>
                  <a:pt x="18755" y="0"/>
                  <a:pt x="41890" y="0"/>
                </a:cubicBezTo>
                <a:cubicBezTo>
                  <a:pt x="65025" y="0"/>
                  <a:pt x="83779" y="18882"/>
                  <a:pt x="83779" y="42175"/>
                </a:cubicBezTo>
                <a:cubicBezTo>
                  <a:pt x="83779" y="65467"/>
                  <a:pt x="65025" y="84349"/>
                  <a:pt x="41890" y="84349"/>
                </a:cubicBezTo>
                <a:cubicBezTo>
                  <a:pt x="18755" y="84349"/>
                  <a:pt x="0" y="65467"/>
                  <a:pt x="0" y="421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2372">
            <a:solidFill>
              <a:srgbClr val="A6A6A6"/>
            </a:solidFill>
            <a:prstDash val="solid"/>
          </a:ln>
        </p:spPr>
      </p:sp>
      <p:pic>
        <p:nvPic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65C613B3-4672-4CAF-B3C2-B845D6CB45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918ee8a26446d1"/>
          <a:stretch xmlns:a="http://schemas.openxmlformats.org/drawingml/2006/main"/>
        </p:blipFill>
        <p:spPr>
          <a:xfrm xmlns:a="http://schemas.openxmlformats.org/drawingml/2006/main">
            <a:off x="4366414" y="3338524"/>
            <a:ext cx="359229" cy="359229"/>
          </a:xfrm>
          <a:prstGeom xmlns:a="http://schemas.openxmlformats.org/drawingml/2006/main" prst="rect">
            <a:avLst/>
          </a:prstGeom>
        </p:spPr>
      </p:pic>
      <p:sp>
        <p:nvSpPr>
          <p:cNvPr id="155" name="path-144">
            <a:extLst xmlns:a="http://schemas.openxmlformats.org/drawingml/2006/main">
              <a:ext uri="{FF2B5EF4-FFF2-40B4-BE49-F238E27FC236}">
                <a16:creationId xmlns:a16="http://schemas.microsoft.com/office/drawing/2014/main" id="{DBC7147F-D5C2-4504-B9F3-59E3455B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920" y="3468208"/>
            <a:ext cx="95748" cy="96399"/>
          </a:xfrm>
          <a:custGeom xmlns:a="http://schemas.openxmlformats.org/drawingml/2006/main">
            <a:pathLst>
              <a:path w="83779" h="84349">
                <a:moveTo>
                  <a:pt x="0" y="42176"/>
                </a:moveTo>
                <a:cubicBezTo>
                  <a:pt x="0" y="18883"/>
                  <a:pt x="18753" y="0"/>
                  <a:pt x="41890" y="0"/>
                </a:cubicBezTo>
                <a:cubicBezTo>
                  <a:pt x="65025" y="0"/>
                  <a:pt x="83779" y="18883"/>
                  <a:pt x="83779" y="42176"/>
                </a:cubicBezTo>
                <a:cubicBezTo>
                  <a:pt x="83779" y="65467"/>
                  <a:pt x="65025" y="84349"/>
                  <a:pt x="41890" y="84349"/>
                </a:cubicBezTo>
                <a:cubicBezTo>
                  <a:pt x="18753" y="84349"/>
                  <a:pt x="0" y="65467"/>
                  <a:pt x="0" y="42176"/>
                </a:cubicBez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path-145">
            <a:extLst xmlns:a="http://schemas.openxmlformats.org/drawingml/2006/main">
              <a:ext uri="{FF2B5EF4-FFF2-40B4-BE49-F238E27FC236}">
                <a16:creationId xmlns:a16="http://schemas.microsoft.com/office/drawing/2014/main" id="{522CD8A8-C73C-426C-B23C-AB867846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920" y="3468208"/>
            <a:ext cx="95748" cy="96399"/>
          </a:xfrm>
          <a:custGeom xmlns:a="http://schemas.openxmlformats.org/drawingml/2006/main">
            <a:pathLst>
              <a:path w="83779" h="84349">
                <a:moveTo>
                  <a:pt x="0" y="42175"/>
                </a:moveTo>
                <a:cubicBezTo>
                  <a:pt x="0" y="18882"/>
                  <a:pt x="18755" y="0"/>
                  <a:pt x="41890" y="0"/>
                </a:cubicBezTo>
                <a:cubicBezTo>
                  <a:pt x="65025" y="0"/>
                  <a:pt x="83779" y="18882"/>
                  <a:pt x="83779" y="42175"/>
                </a:cubicBezTo>
                <a:cubicBezTo>
                  <a:pt x="83779" y="65467"/>
                  <a:pt x="65025" y="84349"/>
                  <a:pt x="41890" y="84349"/>
                </a:cubicBezTo>
                <a:cubicBezTo>
                  <a:pt x="18755" y="84349"/>
                  <a:pt x="0" y="65467"/>
                  <a:pt x="0" y="421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2372">
            <a:solidFill>
              <a:srgbClr val="A6A6A6"/>
            </a:solidFill>
            <a:prstDash val="solid"/>
          </a:ln>
        </p:spPr>
      </p:sp>
      <p:pic>
        <p:nvPic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4A6FC30D-39A4-46B3-B61A-2462DCE492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2dc133a36f4d09"/>
          <a:stretch xmlns:a="http://schemas.openxmlformats.org/drawingml/2006/main"/>
        </p:blipFill>
        <p:spPr>
          <a:xfrm xmlns:a="http://schemas.openxmlformats.org/drawingml/2006/main">
            <a:off x="4660328" y="4144067"/>
            <a:ext cx="359229" cy="359229"/>
          </a:xfrm>
          <a:prstGeom xmlns:a="http://schemas.openxmlformats.org/drawingml/2006/main" prst="rect">
            <a:avLst/>
          </a:prstGeom>
        </p:spPr>
      </p:pic>
      <p:sp>
        <p:nvSpPr>
          <p:cNvPr id="158" name="path-147">
            <a:extLst xmlns:a="http://schemas.openxmlformats.org/drawingml/2006/main">
              <a:ext uri="{FF2B5EF4-FFF2-40B4-BE49-F238E27FC236}">
                <a16:creationId xmlns:a16="http://schemas.microsoft.com/office/drawing/2014/main" id="{9FAF764C-420C-45E9-BBC4-08ADBF968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470" y="4273536"/>
            <a:ext cx="95746" cy="96400"/>
          </a:xfrm>
          <a:custGeom xmlns:a="http://schemas.openxmlformats.org/drawingml/2006/main">
            <a:pathLst>
              <a:path w="83778" h="84350">
                <a:moveTo>
                  <a:pt x="0" y="42176"/>
                </a:moveTo>
                <a:cubicBezTo>
                  <a:pt x="0" y="18883"/>
                  <a:pt x="18753" y="0"/>
                  <a:pt x="41887" y="0"/>
                </a:cubicBezTo>
                <a:cubicBezTo>
                  <a:pt x="65025" y="0"/>
                  <a:pt x="83778" y="18883"/>
                  <a:pt x="83778" y="42176"/>
                </a:cubicBezTo>
                <a:cubicBezTo>
                  <a:pt x="83778" y="65469"/>
                  <a:pt x="65025" y="84350"/>
                  <a:pt x="41887" y="84350"/>
                </a:cubicBezTo>
                <a:cubicBezTo>
                  <a:pt x="18753" y="84350"/>
                  <a:pt x="0" y="65469"/>
                  <a:pt x="0" y="42176"/>
                </a:cubicBez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path-148">
            <a:extLst xmlns:a="http://schemas.openxmlformats.org/drawingml/2006/main">
              <a:ext uri="{FF2B5EF4-FFF2-40B4-BE49-F238E27FC236}">
                <a16:creationId xmlns:a16="http://schemas.microsoft.com/office/drawing/2014/main" id="{FA83F512-7D22-418A-A3EF-604135CC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470" y="4273536"/>
            <a:ext cx="95748" cy="96399"/>
          </a:xfrm>
          <a:custGeom xmlns:a="http://schemas.openxmlformats.org/drawingml/2006/main">
            <a:pathLst>
              <a:path w="83779" h="84349">
                <a:moveTo>
                  <a:pt x="0" y="42175"/>
                </a:moveTo>
                <a:cubicBezTo>
                  <a:pt x="0" y="18882"/>
                  <a:pt x="18755" y="0"/>
                  <a:pt x="41890" y="0"/>
                </a:cubicBezTo>
                <a:cubicBezTo>
                  <a:pt x="65025" y="0"/>
                  <a:pt x="83779" y="18882"/>
                  <a:pt x="83779" y="42175"/>
                </a:cubicBezTo>
                <a:cubicBezTo>
                  <a:pt x="83779" y="65467"/>
                  <a:pt x="65025" y="84349"/>
                  <a:pt x="41890" y="84349"/>
                </a:cubicBezTo>
                <a:cubicBezTo>
                  <a:pt x="18755" y="84349"/>
                  <a:pt x="0" y="65467"/>
                  <a:pt x="0" y="421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2372">
            <a:solidFill>
              <a:srgbClr val="A6A6A6"/>
            </a:solidFill>
            <a:prstDash val="solid"/>
          </a:ln>
        </p:spPr>
      </p:sp>
      <p:pic>
        <p:nvPic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015D959F-9EF8-4112-B2B7-77697915B3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7eb39cd2ec4e2f"/>
          <a:stretch xmlns:a="http://schemas.openxmlformats.org/drawingml/2006/main"/>
        </p:blipFill>
        <p:spPr>
          <a:xfrm xmlns:a="http://schemas.openxmlformats.org/drawingml/2006/main">
            <a:off x="6086357" y="2217296"/>
            <a:ext cx="359229" cy="359229"/>
          </a:xfrm>
          <a:prstGeom xmlns:a="http://schemas.openxmlformats.org/drawingml/2006/main" prst="rect">
            <a:avLst/>
          </a:prstGeom>
        </p:spPr>
      </p:pic>
      <p:sp>
        <p:nvSpPr>
          <p:cNvPr id="161" name="path-150">
            <a:extLst xmlns:a="http://schemas.openxmlformats.org/drawingml/2006/main">
              <a:ext uri="{FF2B5EF4-FFF2-40B4-BE49-F238E27FC236}">
                <a16:creationId xmlns:a16="http://schemas.microsoft.com/office/drawing/2014/main" id="{348ADDAC-A761-4032-9840-DC35A66E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417" y="2343311"/>
            <a:ext cx="95749" cy="96399"/>
          </a:xfrm>
          <a:custGeom xmlns:a="http://schemas.openxmlformats.org/drawingml/2006/main">
            <a:pathLst>
              <a:path w="83780" h="84349">
                <a:moveTo>
                  <a:pt x="0" y="42175"/>
                </a:moveTo>
                <a:cubicBezTo>
                  <a:pt x="0" y="18882"/>
                  <a:pt x="18756" y="0"/>
                  <a:pt x="41891" y="0"/>
                </a:cubicBezTo>
                <a:cubicBezTo>
                  <a:pt x="65026" y="0"/>
                  <a:pt x="83780" y="18882"/>
                  <a:pt x="83780" y="42175"/>
                </a:cubicBezTo>
                <a:cubicBezTo>
                  <a:pt x="83780" y="65466"/>
                  <a:pt x="65026" y="84349"/>
                  <a:pt x="41891" y="84349"/>
                </a:cubicBezTo>
                <a:cubicBezTo>
                  <a:pt x="18756" y="84349"/>
                  <a:pt x="0" y="65466"/>
                  <a:pt x="0" y="42175"/>
                </a:cubicBez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path-151">
            <a:extLst xmlns:a="http://schemas.openxmlformats.org/drawingml/2006/main">
              <a:ext uri="{FF2B5EF4-FFF2-40B4-BE49-F238E27FC236}">
                <a16:creationId xmlns:a16="http://schemas.microsoft.com/office/drawing/2014/main" id="{B6D76D06-C8E7-4403-862F-95A86ACD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417" y="2343311"/>
            <a:ext cx="95748" cy="96399"/>
          </a:xfrm>
          <a:custGeom xmlns:a="http://schemas.openxmlformats.org/drawingml/2006/main">
            <a:pathLst>
              <a:path w="83779" h="84349">
                <a:moveTo>
                  <a:pt x="0" y="42175"/>
                </a:moveTo>
                <a:cubicBezTo>
                  <a:pt x="0" y="18882"/>
                  <a:pt x="18755" y="0"/>
                  <a:pt x="41890" y="0"/>
                </a:cubicBezTo>
                <a:cubicBezTo>
                  <a:pt x="65025" y="0"/>
                  <a:pt x="83779" y="18882"/>
                  <a:pt x="83779" y="42175"/>
                </a:cubicBezTo>
                <a:cubicBezTo>
                  <a:pt x="83779" y="65467"/>
                  <a:pt x="65025" y="84349"/>
                  <a:pt x="41890" y="84349"/>
                </a:cubicBezTo>
                <a:cubicBezTo>
                  <a:pt x="18755" y="84349"/>
                  <a:pt x="0" y="65467"/>
                  <a:pt x="0" y="421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2372">
            <a:solidFill>
              <a:srgbClr val="A6A6A6"/>
            </a:solidFill>
            <a:prstDash val="solid"/>
          </a:ln>
        </p:spPr>
      </p:sp>
      <p:pic>
        <p:nvPic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BA48A2C0-5FC9-4A5A-A842-113CE4166C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6134a2f7f14c5f"/>
          <a:stretch xmlns:a="http://schemas.openxmlformats.org/drawingml/2006/main"/>
        </p:blipFill>
        <p:spPr>
          <a:xfrm xmlns:a="http://schemas.openxmlformats.org/drawingml/2006/main">
            <a:off x="6347614" y="2652724"/>
            <a:ext cx="359229" cy="359229"/>
          </a:xfrm>
          <a:prstGeom xmlns:a="http://schemas.openxmlformats.org/drawingml/2006/main" prst="rect">
            <a:avLst/>
          </a:prstGeom>
        </p:spPr>
      </p:pic>
      <p:sp>
        <p:nvSpPr>
          <p:cNvPr id="164" name="path-153">
            <a:extLst xmlns:a="http://schemas.openxmlformats.org/drawingml/2006/main">
              <a:ext uri="{FF2B5EF4-FFF2-40B4-BE49-F238E27FC236}">
                <a16:creationId xmlns:a16="http://schemas.microsoft.com/office/drawing/2014/main" id="{DF4267AD-061F-42C2-96A0-3FC3B118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244" y="2779408"/>
            <a:ext cx="95746" cy="96400"/>
          </a:xfrm>
          <a:custGeom xmlns:a="http://schemas.openxmlformats.org/drawingml/2006/main">
            <a:pathLst>
              <a:path w="83778" h="84350">
                <a:moveTo>
                  <a:pt x="0" y="42176"/>
                </a:moveTo>
                <a:cubicBezTo>
                  <a:pt x="0" y="18883"/>
                  <a:pt x="18753" y="0"/>
                  <a:pt x="41887" y="0"/>
                </a:cubicBezTo>
                <a:cubicBezTo>
                  <a:pt x="65023" y="0"/>
                  <a:pt x="83778" y="18883"/>
                  <a:pt x="83778" y="42176"/>
                </a:cubicBezTo>
                <a:cubicBezTo>
                  <a:pt x="83778" y="65467"/>
                  <a:pt x="65023" y="84350"/>
                  <a:pt x="41887" y="84350"/>
                </a:cubicBezTo>
                <a:cubicBezTo>
                  <a:pt x="18753" y="84350"/>
                  <a:pt x="0" y="65467"/>
                  <a:pt x="0" y="42176"/>
                </a:cubicBez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path-154">
            <a:extLst xmlns:a="http://schemas.openxmlformats.org/drawingml/2006/main">
              <a:ext uri="{FF2B5EF4-FFF2-40B4-BE49-F238E27FC236}">
                <a16:creationId xmlns:a16="http://schemas.microsoft.com/office/drawing/2014/main" id="{AC235337-8829-4488-94C0-9E6258E1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244" y="2779408"/>
            <a:ext cx="95748" cy="96399"/>
          </a:xfrm>
          <a:custGeom xmlns:a="http://schemas.openxmlformats.org/drawingml/2006/main">
            <a:pathLst>
              <a:path w="83779" h="84349">
                <a:moveTo>
                  <a:pt x="0" y="42175"/>
                </a:moveTo>
                <a:cubicBezTo>
                  <a:pt x="0" y="18882"/>
                  <a:pt x="18755" y="0"/>
                  <a:pt x="41890" y="0"/>
                </a:cubicBezTo>
                <a:cubicBezTo>
                  <a:pt x="65025" y="0"/>
                  <a:pt x="83779" y="18882"/>
                  <a:pt x="83779" y="42175"/>
                </a:cubicBezTo>
                <a:cubicBezTo>
                  <a:pt x="83779" y="65467"/>
                  <a:pt x="65025" y="84349"/>
                  <a:pt x="41890" y="84349"/>
                </a:cubicBezTo>
                <a:cubicBezTo>
                  <a:pt x="18755" y="84349"/>
                  <a:pt x="0" y="65467"/>
                  <a:pt x="0" y="421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2372">
            <a:solidFill>
              <a:srgbClr val="A6A6A6"/>
            </a:solidFill>
            <a:prstDash val="solid"/>
          </a:ln>
        </p:spPr>
      </p:sp>
      <p:pic>
        <p:nvPic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924EAF05-6FF2-4A5A-8373-2CA133F49B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bdfb438d7e4ad4"/>
          <a:stretch xmlns:a="http://schemas.openxmlformats.org/drawingml/2006/main"/>
        </p:blipFill>
        <p:spPr>
          <a:xfrm xmlns:a="http://schemas.openxmlformats.org/drawingml/2006/main">
            <a:off x="6347614" y="3338524"/>
            <a:ext cx="359229" cy="359229"/>
          </a:xfrm>
          <a:prstGeom xmlns:a="http://schemas.openxmlformats.org/drawingml/2006/main" prst="rect">
            <a:avLst/>
          </a:prstGeom>
        </p:spPr>
      </p:pic>
      <p:sp>
        <p:nvSpPr>
          <p:cNvPr id="167" name="path-156">
            <a:extLst xmlns:a="http://schemas.openxmlformats.org/drawingml/2006/main">
              <a:ext uri="{FF2B5EF4-FFF2-40B4-BE49-F238E27FC236}">
                <a16:creationId xmlns:a16="http://schemas.microsoft.com/office/drawing/2014/main" id="{505CD95D-20B9-4116-AE57-560D3118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085" y="3467626"/>
            <a:ext cx="95749" cy="96399"/>
          </a:xfrm>
          <a:custGeom xmlns:a="http://schemas.openxmlformats.org/drawingml/2006/main">
            <a:pathLst>
              <a:path w="83780" h="84349">
                <a:moveTo>
                  <a:pt x="0" y="42174"/>
                </a:moveTo>
                <a:cubicBezTo>
                  <a:pt x="0" y="18881"/>
                  <a:pt x="18756" y="0"/>
                  <a:pt x="41891" y="0"/>
                </a:cubicBezTo>
                <a:cubicBezTo>
                  <a:pt x="65025" y="0"/>
                  <a:pt x="83780" y="18881"/>
                  <a:pt x="83780" y="42174"/>
                </a:cubicBezTo>
                <a:cubicBezTo>
                  <a:pt x="83780" y="65467"/>
                  <a:pt x="65025" y="84349"/>
                  <a:pt x="41891" y="84349"/>
                </a:cubicBezTo>
                <a:cubicBezTo>
                  <a:pt x="18756" y="84349"/>
                  <a:pt x="0" y="65467"/>
                  <a:pt x="0" y="42174"/>
                </a:cubicBez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path-157">
            <a:extLst xmlns:a="http://schemas.openxmlformats.org/drawingml/2006/main">
              <a:ext uri="{FF2B5EF4-FFF2-40B4-BE49-F238E27FC236}">
                <a16:creationId xmlns:a16="http://schemas.microsoft.com/office/drawing/2014/main" id="{F673C603-4C32-4FBE-BC60-C74752B2B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085" y="3467626"/>
            <a:ext cx="95748" cy="96399"/>
          </a:xfrm>
          <a:custGeom xmlns:a="http://schemas.openxmlformats.org/drawingml/2006/main">
            <a:pathLst>
              <a:path w="83779" h="84349">
                <a:moveTo>
                  <a:pt x="0" y="42175"/>
                </a:moveTo>
                <a:cubicBezTo>
                  <a:pt x="0" y="18882"/>
                  <a:pt x="18755" y="0"/>
                  <a:pt x="41890" y="0"/>
                </a:cubicBezTo>
                <a:cubicBezTo>
                  <a:pt x="65025" y="0"/>
                  <a:pt x="83779" y="18882"/>
                  <a:pt x="83779" y="42175"/>
                </a:cubicBezTo>
                <a:cubicBezTo>
                  <a:pt x="83779" y="65467"/>
                  <a:pt x="65025" y="84349"/>
                  <a:pt x="41890" y="84349"/>
                </a:cubicBezTo>
                <a:cubicBezTo>
                  <a:pt x="18755" y="84349"/>
                  <a:pt x="0" y="65467"/>
                  <a:pt x="0" y="421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2372">
            <a:solidFill>
              <a:srgbClr val="A6A6A6"/>
            </a:solidFill>
            <a:prstDash val="solid"/>
          </a:ln>
        </p:spPr>
      </p:sp>
      <p:pic>
        <p:nvPic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9C01DC3F-0008-43E7-BAD3-25F227A96D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178084d3214a56"/>
          <a:stretch xmlns:a="http://schemas.openxmlformats.org/drawingml/2006/main"/>
        </p:blipFill>
        <p:spPr>
          <a:xfrm xmlns:a="http://schemas.openxmlformats.org/drawingml/2006/main">
            <a:off x="6086357" y="4144067"/>
            <a:ext cx="359229" cy="359229"/>
          </a:xfrm>
          <a:prstGeom xmlns:a="http://schemas.openxmlformats.org/drawingml/2006/main" prst="rect">
            <a:avLst/>
          </a:prstGeom>
        </p:spPr>
      </p:pic>
      <p:sp>
        <p:nvSpPr>
          <p:cNvPr id="170" name="path-159">
            <a:extLst xmlns:a="http://schemas.openxmlformats.org/drawingml/2006/main">
              <a:ext uri="{FF2B5EF4-FFF2-40B4-BE49-F238E27FC236}">
                <a16:creationId xmlns:a16="http://schemas.microsoft.com/office/drawing/2014/main" id="{2065A22B-1854-474A-B97A-B138A64C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8485" y="4273536"/>
            <a:ext cx="95749" cy="96400"/>
          </a:xfrm>
          <a:custGeom xmlns:a="http://schemas.openxmlformats.org/drawingml/2006/main">
            <a:pathLst>
              <a:path w="83780" h="84350">
                <a:moveTo>
                  <a:pt x="0" y="42174"/>
                </a:moveTo>
                <a:cubicBezTo>
                  <a:pt x="0" y="18881"/>
                  <a:pt x="18756" y="0"/>
                  <a:pt x="41891" y="0"/>
                </a:cubicBezTo>
                <a:cubicBezTo>
                  <a:pt x="65025" y="0"/>
                  <a:pt x="83780" y="18881"/>
                  <a:pt x="83780" y="42174"/>
                </a:cubicBezTo>
                <a:cubicBezTo>
                  <a:pt x="83780" y="65467"/>
                  <a:pt x="65025" y="84350"/>
                  <a:pt x="41891" y="84350"/>
                </a:cubicBezTo>
                <a:cubicBezTo>
                  <a:pt x="18756" y="84350"/>
                  <a:pt x="0" y="65467"/>
                  <a:pt x="0" y="42174"/>
                </a:cubicBez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path-160">
            <a:extLst xmlns:a="http://schemas.openxmlformats.org/drawingml/2006/main">
              <a:ext uri="{FF2B5EF4-FFF2-40B4-BE49-F238E27FC236}">
                <a16:creationId xmlns:a16="http://schemas.microsoft.com/office/drawing/2014/main" id="{C3A8460D-D4FE-47E0-B2D3-2FE2C260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8485" y="4273536"/>
            <a:ext cx="95748" cy="96399"/>
          </a:xfrm>
          <a:custGeom xmlns:a="http://schemas.openxmlformats.org/drawingml/2006/main">
            <a:pathLst>
              <a:path w="83779" h="84349">
                <a:moveTo>
                  <a:pt x="0" y="42175"/>
                </a:moveTo>
                <a:cubicBezTo>
                  <a:pt x="0" y="18882"/>
                  <a:pt x="18755" y="0"/>
                  <a:pt x="41890" y="0"/>
                </a:cubicBezTo>
                <a:cubicBezTo>
                  <a:pt x="65025" y="0"/>
                  <a:pt x="83779" y="18882"/>
                  <a:pt x="83779" y="42175"/>
                </a:cubicBezTo>
                <a:cubicBezTo>
                  <a:pt x="83779" y="65467"/>
                  <a:pt x="65025" y="84349"/>
                  <a:pt x="41890" y="84349"/>
                </a:cubicBezTo>
                <a:cubicBezTo>
                  <a:pt x="18755" y="84349"/>
                  <a:pt x="0" y="65467"/>
                  <a:pt x="0" y="421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2372">
            <a:solidFill>
              <a:srgbClr val="A6A6A6"/>
            </a:solidFill>
            <a:prstDash val="solid"/>
          </a:ln>
        </p:spPr>
      </p:sp>
      <p:sp>
        <p:nvSpPr>
          <p:cNvPr id="172" name="path-161">
            <a:extLst xmlns:a="http://schemas.openxmlformats.org/drawingml/2006/main">
              <a:ext uri="{FF2B5EF4-FFF2-40B4-BE49-F238E27FC236}">
                <a16:creationId xmlns:a16="http://schemas.microsoft.com/office/drawing/2014/main" id="{67C72BDC-9CF6-4F3D-9AEC-1A488081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5868" y="2227034"/>
            <a:ext cx="556181" cy="135783"/>
          </a:xfrm>
          <a:custGeom xmlns:a="http://schemas.openxmlformats.org/drawingml/2006/main">
            <a:pathLst>
              <a:path w="486659" h="118810">
                <a:moveTo>
                  <a:pt x="0" y="118810"/>
                </a:moveTo>
                <a:lnTo>
                  <a:pt x="48665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186">
            <a:solidFill>
              <a:srgbClr val="A6A6A6"/>
            </a:solidFill>
            <a:prstDash val="solid"/>
          </a:ln>
        </p:spPr>
      </p:sp>
      <p:sp>
        <p:nvSpPr>
          <p:cNvPr id="173" name="path-162">
            <a:extLst xmlns:a="http://schemas.openxmlformats.org/drawingml/2006/main">
              <a:ext uri="{FF2B5EF4-FFF2-40B4-BE49-F238E27FC236}">
                <a16:creationId xmlns:a16="http://schemas.microsoft.com/office/drawing/2014/main" id="{A3592EC6-A985-4F26-9F18-B2726532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9744" y="2430982"/>
            <a:ext cx="268420" cy="375725"/>
          </a:xfrm>
          <a:custGeom xmlns:a="http://schemas.openxmlformats.org/drawingml/2006/main">
            <a:pathLst>
              <a:path w="234868" h="328760">
                <a:moveTo>
                  <a:pt x="234868" y="0"/>
                </a:moveTo>
                <a:lnTo>
                  <a:pt x="0" y="328760"/>
                </a:lnTo>
              </a:path>
            </a:pathLst>
          </a:custGeom>
          <a:noFill xmlns:a="http://schemas.openxmlformats.org/drawingml/2006/main"/>
          <a:ln xmlns:a="http://schemas.openxmlformats.org/drawingml/2006/main" w="11186">
            <a:solidFill>
              <a:srgbClr val="A6A6A6"/>
            </a:solidFill>
            <a:prstDash val="solid"/>
          </a:ln>
        </p:spPr>
      </p:sp>
      <p:sp>
        <p:nvSpPr>
          <p:cNvPr id="174" name="path-163">
            <a:extLst xmlns:a="http://schemas.openxmlformats.org/drawingml/2006/main">
              <a:ext uri="{FF2B5EF4-FFF2-40B4-BE49-F238E27FC236}">
                <a16:creationId xmlns:a16="http://schemas.microsoft.com/office/drawing/2014/main" id="{3E96EDFE-CF52-4866-87E7-7BCA1004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5794" y="2888989"/>
            <a:ext cx="10099" cy="579219"/>
          </a:xfrm>
          <a:custGeom xmlns:a="http://schemas.openxmlformats.org/drawingml/2006/main">
            <a:pathLst>
              <a:path w="8837" h="506817">
                <a:moveTo>
                  <a:pt x="0" y="506817"/>
                </a:moveTo>
                <a:lnTo>
                  <a:pt x="88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186">
            <a:solidFill>
              <a:srgbClr val="A6A6A6"/>
            </a:solidFill>
            <a:prstDash val="solid"/>
          </a:ln>
        </p:spPr>
      </p:sp>
      <p:sp>
        <p:nvSpPr>
          <p:cNvPr id="175" name="path-164">
            <a:extLst xmlns:a="http://schemas.openxmlformats.org/drawingml/2006/main">
              <a:ext uri="{FF2B5EF4-FFF2-40B4-BE49-F238E27FC236}">
                <a16:creationId xmlns:a16="http://schemas.microsoft.com/office/drawing/2014/main" id="{83B23D6E-C7F9-447B-8252-24895E3B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795" y="2227033"/>
            <a:ext cx="637622" cy="164478"/>
          </a:xfrm>
          <a:custGeom xmlns:a="http://schemas.openxmlformats.org/drawingml/2006/main">
            <a:pathLst>
              <a:path w="557920" h="143918">
                <a:moveTo>
                  <a:pt x="557920" y="14391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186">
            <a:solidFill>
              <a:srgbClr val="A6A6A6"/>
            </a:solidFill>
            <a:prstDash val="solid"/>
          </a:ln>
        </p:spPr>
      </p:sp>
      <p:sp>
        <p:nvSpPr>
          <p:cNvPr id="176" name="path-165">
            <a:extLst xmlns:a="http://schemas.openxmlformats.org/drawingml/2006/main">
              <a:ext uri="{FF2B5EF4-FFF2-40B4-BE49-F238E27FC236}">
                <a16:creationId xmlns:a16="http://schemas.microsoft.com/office/drawing/2014/main" id="{71F234B0-E603-4FD3-A231-8110CC48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7143" y="2425594"/>
            <a:ext cx="197122" cy="367934"/>
          </a:xfrm>
          <a:custGeom xmlns:a="http://schemas.openxmlformats.org/drawingml/2006/main">
            <a:pathLst>
              <a:path w="172482" h="321942">
                <a:moveTo>
                  <a:pt x="172482" y="32194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186">
            <a:solidFill>
              <a:srgbClr val="A6A6A6"/>
            </a:solidFill>
            <a:prstDash val="solid"/>
          </a:ln>
        </p:spPr>
      </p:sp>
      <p:sp>
        <p:nvSpPr>
          <p:cNvPr id="177" name="path-166">
            <a:extLst xmlns:a="http://schemas.openxmlformats.org/drawingml/2006/main">
              <a:ext uri="{FF2B5EF4-FFF2-40B4-BE49-F238E27FC236}">
                <a16:creationId xmlns:a16="http://schemas.microsoft.com/office/drawing/2014/main" id="{29CE6E36-AB86-4FB6-B43B-C2490CD6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8117" y="2875810"/>
            <a:ext cx="3842" cy="591816"/>
          </a:xfrm>
          <a:custGeom xmlns:a="http://schemas.openxmlformats.org/drawingml/2006/main">
            <a:pathLst>
              <a:path w="3362" h="517839">
                <a:moveTo>
                  <a:pt x="3362" y="51783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186">
            <a:solidFill>
              <a:srgbClr val="A6A6A6"/>
            </a:solidFill>
            <a:prstDash val="solid"/>
          </a:ln>
        </p:spPr>
      </p:sp>
      <p:sp>
        <p:nvSpPr>
          <p:cNvPr id="178" name="path-167">
            <a:extLst xmlns:a="http://schemas.openxmlformats.org/drawingml/2006/main">
              <a:ext uri="{FF2B5EF4-FFF2-40B4-BE49-F238E27FC236}">
                <a16:creationId xmlns:a16="http://schemas.microsoft.com/office/drawing/2014/main" id="{0697F0CC-EDDE-42C8-87B0-392660DA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6360" y="3564024"/>
            <a:ext cx="265600" cy="709511"/>
          </a:xfrm>
          <a:custGeom xmlns:a="http://schemas.openxmlformats.org/drawingml/2006/main">
            <a:pathLst>
              <a:path w="232400" h="620822">
                <a:moveTo>
                  <a:pt x="0" y="620822"/>
                </a:moveTo>
                <a:lnTo>
                  <a:pt x="232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186">
            <a:solidFill>
              <a:srgbClr val="A6A6A6"/>
            </a:solidFill>
            <a:prstDash val="solid"/>
          </a:ln>
        </p:spPr>
      </p:sp>
      <p:sp>
        <p:nvSpPr>
          <p:cNvPr id="179" name="path-168">
            <a:extLst xmlns:a="http://schemas.openxmlformats.org/drawingml/2006/main">
              <a:ext uri="{FF2B5EF4-FFF2-40B4-BE49-F238E27FC236}">
                <a16:creationId xmlns:a16="http://schemas.microsoft.com/office/drawing/2014/main" id="{250C01FD-0348-4589-B78F-9EFD82BC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5794" y="3564605"/>
            <a:ext cx="293550" cy="708930"/>
          </a:xfrm>
          <a:custGeom xmlns:a="http://schemas.openxmlformats.org/drawingml/2006/main">
            <a:pathLst>
              <a:path w="256856" h="620314">
                <a:moveTo>
                  <a:pt x="256856" y="62031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186">
            <a:solidFill>
              <a:srgbClr val="A6A6A6"/>
            </a:solidFill>
            <a:prstDash val="solid"/>
          </a:ln>
        </p:spPr>
      </p:sp>
      <p:sp>
        <p:nvSpPr>
          <p:cNvPr id="180" name="path-169">
            <a:extLst xmlns:a="http://schemas.openxmlformats.org/drawingml/2006/main">
              <a:ext uri="{FF2B5EF4-FFF2-40B4-BE49-F238E27FC236}">
                <a16:creationId xmlns:a16="http://schemas.microsoft.com/office/drawing/2014/main" id="{66673C6D-1EFA-4608-9F8D-13D6F65F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005" y="2160744"/>
            <a:ext cx="430159" cy="202072"/>
          </a:xfrm>
          <a:custGeom xmlns:a="http://schemas.openxmlformats.org/drawingml/2006/main">
            <a:pathLst>
              <a:path w="376389" h="176813">
                <a:moveTo>
                  <a:pt x="0" y="0"/>
                </a:moveTo>
                <a:lnTo>
                  <a:pt x="376389" y="176813"/>
                </a:lnTo>
              </a:path>
            </a:pathLst>
          </a:custGeom>
          <a:noFill xmlns:a="http://schemas.openxmlformats.org/drawingml/2006/main"/>
          <a:ln xmlns:a="http://schemas.openxmlformats.org/drawingml/2006/main" w="22372">
            <a:solidFill>
              <a:srgbClr val="A6A6A6"/>
            </a:solidFill>
            <a:prstDash val="solid"/>
          </a:ln>
        </p:spPr>
      </p:sp>
      <p:sp>
        <p:nvSpPr>
          <p:cNvPr id="181" name="path-170">
            <a:extLst xmlns:a="http://schemas.openxmlformats.org/drawingml/2006/main">
              <a:ext uri="{FF2B5EF4-FFF2-40B4-BE49-F238E27FC236}">
                <a16:creationId xmlns:a16="http://schemas.microsoft.com/office/drawing/2014/main" id="{FF268D39-ACE1-48DC-A124-E7CA586C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9924" y="1921492"/>
            <a:ext cx="191" cy="257340"/>
          </a:xfrm>
          <a:custGeom xmlns:a="http://schemas.openxmlformats.org/drawingml/2006/main">
            <a:pathLst>
              <a:path w="191" h="225172">
                <a:moveTo>
                  <a:pt x="0" y="225172"/>
                </a:moveTo>
                <a:lnTo>
                  <a:pt x="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372">
            <a:solidFill>
              <a:srgbClr val="A6A6A6"/>
            </a:solidFill>
            <a:prstDash val="solid"/>
          </a:ln>
        </p:spPr>
      </p:sp>
      <p:sp>
        <p:nvSpPr>
          <p:cNvPr id="182" name="path-171">
            <a:extLst xmlns:a="http://schemas.openxmlformats.org/drawingml/2006/main">
              <a:ext uri="{FF2B5EF4-FFF2-40B4-BE49-F238E27FC236}">
                <a16:creationId xmlns:a16="http://schemas.microsoft.com/office/drawing/2014/main" id="{60267751-3B0D-4C8F-AA0E-910EA1EC6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7143" y="2160744"/>
            <a:ext cx="264781" cy="196683"/>
          </a:xfrm>
          <a:custGeom xmlns:a="http://schemas.openxmlformats.org/drawingml/2006/main">
            <a:pathLst>
              <a:path w="231683" h="172098">
                <a:moveTo>
                  <a:pt x="231683" y="0"/>
                </a:moveTo>
                <a:lnTo>
                  <a:pt x="0" y="172098"/>
                </a:lnTo>
              </a:path>
            </a:pathLst>
          </a:custGeom>
          <a:noFill xmlns:a="http://schemas.openxmlformats.org/drawingml/2006/main"/>
          <a:ln xmlns:a="http://schemas.openxmlformats.org/drawingml/2006/main" w="22372">
            <a:solidFill>
              <a:srgbClr val="A6A6A6"/>
            </a:solidFill>
            <a:prstDash val="solid"/>
          </a:ln>
        </p:spPr>
      </p:sp>
      <p:sp>
        <p:nvSpPr>
          <p:cNvPr id="183" name="path-172">
            <a:extLst xmlns:a="http://schemas.openxmlformats.org/drawingml/2006/main">
              <a:ext uri="{FF2B5EF4-FFF2-40B4-BE49-F238E27FC236}">
                <a16:creationId xmlns:a16="http://schemas.microsoft.com/office/drawing/2014/main" id="{BD4EF0F4-4DBF-4B22-A442-DFFEE7ADC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91" y="2707815"/>
            <a:ext cx="339255" cy="119793"/>
          </a:xfrm>
          <a:custGeom xmlns:a="http://schemas.openxmlformats.org/drawingml/2006/main">
            <a:pathLst>
              <a:path w="296848" h="104819">
                <a:moveTo>
                  <a:pt x="296848" y="0"/>
                </a:moveTo>
                <a:lnTo>
                  <a:pt x="0" y="104819"/>
                </a:lnTo>
              </a:path>
            </a:pathLst>
          </a:custGeom>
          <a:noFill xmlns:a="http://schemas.openxmlformats.org/drawingml/2006/main"/>
          <a:ln xmlns:a="http://schemas.openxmlformats.org/drawingml/2006/main" w="22372">
            <a:solidFill>
              <a:srgbClr val="A6A6A6"/>
            </a:solidFill>
            <a:prstDash val="solid"/>
          </a:ln>
        </p:spPr>
      </p:sp>
      <p:sp>
        <p:nvSpPr>
          <p:cNvPr id="184" name="path-173">
            <a:extLst xmlns:a="http://schemas.openxmlformats.org/drawingml/2006/main">
              <a:ext uri="{FF2B5EF4-FFF2-40B4-BE49-F238E27FC236}">
                <a16:creationId xmlns:a16="http://schemas.microsoft.com/office/drawing/2014/main" id="{68AE01A0-B1C6-4F50-989B-48BC20F6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8256" y="2700527"/>
            <a:ext cx="379763" cy="140263"/>
          </a:xfrm>
          <a:custGeom xmlns:a="http://schemas.openxmlformats.org/drawingml/2006/main">
            <a:pathLst>
              <a:path w="332293" h="122730">
                <a:moveTo>
                  <a:pt x="0" y="0"/>
                </a:moveTo>
                <a:lnTo>
                  <a:pt x="332293" y="122730"/>
                </a:lnTo>
              </a:path>
            </a:pathLst>
          </a:custGeom>
          <a:noFill xmlns:a="http://schemas.openxmlformats.org/drawingml/2006/main"/>
          <a:ln xmlns:a="http://schemas.openxmlformats.org/drawingml/2006/main" w="22372">
            <a:solidFill>
              <a:srgbClr val="A6A6A6"/>
            </a:solidFill>
            <a:prstDash val="solid"/>
          </a:ln>
        </p:spPr>
      </p:sp>
      <p:sp>
        <p:nvSpPr>
          <p:cNvPr id="185" name="path-174">
            <a:extLst xmlns:a="http://schemas.openxmlformats.org/drawingml/2006/main">
              <a:ext uri="{FF2B5EF4-FFF2-40B4-BE49-F238E27FC236}">
                <a16:creationId xmlns:a16="http://schemas.microsoft.com/office/drawing/2014/main" id="{62384E12-3391-414E-B139-FB323D79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9832" y="3515825"/>
            <a:ext cx="339888" cy="24354"/>
          </a:xfrm>
          <a:custGeom xmlns:a="http://schemas.openxmlformats.org/drawingml/2006/main">
            <a:pathLst>
              <a:path w="297402" h="21310">
                <a:moveTo>
                  <a:pt x="297402" y="2131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372">
            <a:solidFill>
              <a:srgbClr val="A6A6A6"/>
            </a:solidFill>
            <a:prstDash val="solid"/>
          </a:ln>
        </p:spPr>
      </p:sp>
      <p:sp>
        <p:nvSpPr>
          <p:cNvPr id="186" name="path-175">
            <a:extLst xmlns:a="http://schemas.openxmlformats.org/drawingml/2006/main">
              <a:ext uri="{FF2B5EF4-FFF2-40B4-BE49-F238E27FC236}">
                <a16:creationId xmlns:a16="http://schemas.microsoft.com/office/drawing/2014/main" id="{5B06C31D-B6B2-4ECD-AB68-82CAD2D29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6950" y="3516408"/>
            <a:ext cx="370968" cy="24648"/>
          </a:xfrm>
          <a:custGeom xmlns:a="http://schemas.openxmlformats.org/drawingml/2006/main">
            <a:pathLst>
              <a:path w="324597" h="21567">
                <a:moveTo>
                  <a:pt x="0" y="21567"/>
                </a:moveTo>
                <a:lnTo>
                  <a:pt x="32459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372">
            <a:solidFill>
              <a:srgbClr val="A6A6A6"/>
            </a:solidFill>
            <a:prstDash val="solid"/>
          </a:ln>
        </p:spPr>
      </p:sp>
      <p:sp>
        <p:nvSpPr>
          <p:cNvPr id="187" name="path-176">
            <a:extLst xmlns:a="http://schemas.openxmlformats.org/drawingml/2006/main">
              <a:ext uri="{FF2B5EF4-FFF2-40B4-BE49-F238E27FC236}">
                <a16:creationId xmlns:a16="http://schemas.microsoft.com/office/drawing/2014/main" id="{A7BAD3CE-83F2-48AA-919A-7112AF50F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4232" y="4321736"/>
            <a:ext cx="360745" cy="125230"/>
          </a:xfrm>
          <a:custGeom xmlns:a="http://schemas.openxmlformats.org/drawingml/2006/main">
            <a:pathLst>
              <a:path w="315652" h="109576">
                <a:moveTo>
                  <a:pt x="315652" y="10957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372">
            <a:solidFill>
              <a:srgbClr val="A6A6A6"/>
            </a:solidFill>
            <a:prstDash val="solid"/>
          </a:ln>
        </p:spPr>
      </p:sp>
      <p:sp>
        <p:nvSpPr>
          <p:cNvPr id="188" name="path-177">
            <a:extLst xmlns:a="http://schemas.openxmlformats.org/drawingml/2006/main">
              <a:ext uri="{FF2B5EF4-FFF2-40B4-BE49-F238E27FC236}">
                <a16:creationId xmlns:a16="http://schemas.microsoft.com/office/drawing/2014/main" id="{788D0087-4330-4AF8-980C-736C0402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005" y="4321738"/>
            <a:ext cx="363463" cy="157081"/>
          </a:xfrm>
          <a:custGeom xmlns:a="http://schemas.openxmlformats.org/drawingml/2006/main">
            <a:pathLst>
              <a:path w="318030" h="137446">
                <a:moveTo>
                  <a:pt x="0" y="137446"/>
                </a:moveTo>
                <a:lnTo>
                  <a:pt x="31803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372">
            <a:solidFill>
              <a:srgbClr val="A6A6A6"/>
            </a:solidFill>
            <a:prstDash val="solid"/>
          </a:ln>
        </p:spPr>
      </p:sp>
      <p:pic>
        <p:nvPic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38101784-30E0-4680-A5C5-0C210D41C7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ef2d4480e84889"/>
          <a:stretch xmlns:a="http://schemas.openxmlformats.org/drawingml/2006/main"/>
        </p:blipFill>
        <p:spPr>
          <a:xfrm xmlns:a="http://schemas.openxmlformats.org/drawingml/2006/main">
            <a:off x="5444100" y="4405324"/>
            <a:ext cx="326571" cy="783771"/>
          </a:xfrm>
          <a:prstGeom xmlns:a="http://schemas.openxmlformats.org/drawingml/2006/main" prst="rect">
            <a:avLst/>
          </a:prstGeom>
        </p:spPr>
      </p:pic>
      <p:pic>
        <p:nvPic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0052A0D8-58D2-4484-A20E-D4AB097B60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870681682d4168"/>
          <a:stretch xmlns:a="http://schemas.openxmlformats.org/drawingml/2006/main"/>
        </p:blipFill>
        <p:spPr>
          <a:xfrm xmlns:a="http://schemas.openxmlformats.org/drawingml/2006/main">
            <a:off x="5444100" y="4405324"/>
            <a:ext cx="326571" cy="783771"/>
          </a:xfrm>
          <a:prstGeom xmlns:a="http://schemas.openxmlformats.org/drawingml/2006/main" prst="rect">
            <a:avLst/>
          </a:prstGeom>
        </p:spPr>
      </p:pic>
      <p:pic>
        <p:nvPic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8860DFAE-2A5A-42C2-8275-C61F71C4DA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f9d63e01f4494b"/>
          <a:stretch xmlns:a="http://schemas.openxmlformats.org/drawingml/2006/main"/>
        </p:blipFill>
        <p:spPr>
          <a:xfrm xmlns:a="http://schemas.openxmlformats.org/drawingml/2006/main">
            <a:off x="4986900" y="4361781"/>
            <a:ext cx="326571" cy="827314"/>
          </a:xfrm>
          <a:prstGeom xmlns:a="http://schemas.openxmlformats.org/drawingml/2006/main" prst="rect">
            <a:avLst/>
          </a:prstGeom>
        </p:spPr>
      </p:pic>
      <p:pic>
        <p:nvPic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23B250BC-23A6-49D7-8269-1E3F6FA0CA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e5e18aef45430d"/>
          <a:stretch xmlns:a="http://schemas.openxmlformats.org/drawingml/2006/main"/>
        </p:blipFill>
        <p:spPr>
          <a:xfrm xmlns:a="http://schemas.openxmlformats.org/drawingml/2006/main">
            <a:off x="4986900" y="4361781"/>
            <a:ext cx="326571" cy="827314"/>
          </a:xfrm>
          <a:prstGeom xmlns:a="http://schemas.openxmlformats.org/drawingml/2006/main" prst="rect">
            <a:avLst/>
          </a:prstGeom>
        </p:spPr>
      </p:pic>
      <p:sp>
        <p:nvSpPr>
          <p:cNvPr id="193" name="text-182 Store">
            <a:extLst xmlns:a="http://schemas.openxmlformats.org/drawingml/2006/main">
              <a:ext uri="{FF2B5EF4-FFF2-40B4-BE49-F238E27FC236}">
                <a16:creationId xmlns:a16="http://schemas.microsoft.com/office/drawing/2014/main" id="{F69CB9E6-0ABB-4EEA-B87E-EB093E4A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6550" y="4731104"/>
            <a:ext cx="551062" cy="316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7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Store</a:t>
            </a:r>
          </a:p>
        </p:txBody>
      </p:sp>
      <p:sp>
        <p:nvSpPr>
          <p:cNvPr id="194" name="text-183 Retrieve">
            <a:extLst xmlns:a="http://schemas.openxmlformats.org/drawingml/2006/main">
              <a:ext uri="{FF2B5EF4-FFF2-40B4-BE49-F238E27FC236}">
                <a16:creationId xmlns:a16="http://schemas.microsoft.com/office/drawing/2014/main" id="{9E81953C-7CF5-47B7-9D34-7C53167A6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35980" y="4731897"/>
            <a:ext cx="852944" cy="3152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7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Retrieve</a:t>
            </a:r>
          </a:p>
        </p:txBody>
      </p:sp>
      <p:pic>
        <p:nvPic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11DE7E47-E61D-4633-9FAB-7A0ECB9197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b5320fe64b4878"/>
          <a:stretch xmlns:a="http://schemas.openxmlformats.org/drawingml/2006/main"/>
        </p:blipFill>
        <p:spPr>
          <a:xfrm xmlns:a="http://schemas.openxmlformats.org/drawingml/2006/main">
            <a:off x="8590071" y="7986724"/>
            <a:ext cx="827314" cy="838200"/>
          </a:xfrm>
          <a:prstGeom xmlns:a="http://schemas.openxmlformats.org/drawingml/2006/main" prst="rect">
            <a:avLst/>
          </a:prstGeom>
        </p:spPr>
      </p:pic>
      <p:pic>
        <p:nvPic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F1CE471C-F475-4EC4-88EC-9F0F723780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fece6d7b2c46c9"/>
          <a:stretch xmlns:a="http://schemas.openxmlformats.org/drawingml/2006/main"/>
        </p:blipFill>
        <p:spPr>
          <a:xfrm xmlns:a="http://schemas.openxmlformats.org/drawingml/2006/main">
            <a:off x="13020557" y="7290039"/>
            <a:ext cx="718457" cy="707571"/>
          </a:xfrm>
          <a:prstGeom xmlns:a="http://schemas.openxmlformats.org/drawingml/2006/main" prst="rect">
            <a:avLst/>
          </a:prstGeom>
        </p:spPr>
      </p:pic>
      <p:sp>
        <p:nvSpPr>
          <p:cNvPr id="197" name="text-186 System">
            <a:extLst xmlns:a="http://schemas.openxmlformats.org/drawingml/2006/main">
              <a:ext uri="{FF2B5EF4-FFF2-40B4-BE49-F238E27FC236}">
                <a16:creationId xmlns:a16="http://schemas.microsoft.com/office/drawing/2014/main" id="{7FA84CFE-826B-4407-ADAF-28534976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1584" y="8255393"/>
            <a:ext cx="724454" cy="313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6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System</a:t>
            </a:r>
          </a:p>
        </p:txBody>
      </p:sp>
      <p:sp>
        <p:nvSpPr>
          <p:cNvPr id="198" name="text-188 Config">
            <a:extLst xmlns:a="http://schemas.openxmlformats.org/drawingml/2006/main">
              <a:ext uri="{FF2B5EF4-FFF2-40B4-BE49-F238E27FC236}">
                <a16:creationId xmlns:a16="http://schemas.microsoft.com/office/drawing/2014/main" id="{EE65D762-0A1B-4687-B2FA-1DC23330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62662" y="8255725"/>
            <a:ext cx="686249" cy="3130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6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Config</a:t>
            </a:r>
          </a:p>
        </p:txBody>
      </p:sp>
      <p:sp>
        <p:nvSpPr>
          <p:cNvPr id="199" name="text-189 Evolvable">
            <a:extLst xmlns:a="http://schemas.openxmlformats.org/drawingml/2006/main">
              <a:ext uri="{FF2B5EF4-FFF2-40B4-BE49-F238E27FC236}">
                <a16:creationId xmlns:a16="http://schemas.microsoft.com/office/drawing/2014/main" id="{6C1AE92F-2D5B-4691-8AAB-F2670E1A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01903" y="7617520"/>
            <a:ext cx="981171" cy="312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5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Evolvable</a:t>
            </a:r>
          </a:p>
        </p:txBody>
      </p:sp>
      <p:sp>
        <p:nvSpPr>
          <p:cNvPr id="200" name="text-189 Config">
            <a:extLst xmlns:a="http://schemas.openxmlformats.org/drawingml/2006/main">
              <a:ext uri="{FF2B5EF4-FFF2-40B4-BE49-F238E27FC236}">
                <a16:creationId xmlns:a16="http://schemas.microsoft.com/office/drawing/2014/main" id="{0649D3E4-F191-4248-82DF-C4962494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00261" y="7616776"/>
            <a:ext cx="686249" cy="3130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6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Config</a:t>
            </a:r>
          </a:p>
        </p:txBody>
      </p:sp>
      <p:pic>
        <p:nvPic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130ADF52-C60B-4F98-9A0E-6900885118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fb74fc74044ee2"/>
          <a:stretch xmlns:a="http://schemas.openxmlformats.org/drawingml/2006/main"/>
        </p:blipFill>
        <p:spPr>
          <a:xfrm xmlns:a="http://schemas.openxmlformats.org/drawingml/2006/main">
            <a:off x="11496557" y="3817496"/>
            <a:ext cx="783771" cy="783771"/>
          </a:xfrm>
          <a:prstGeom xmlns:a="http://schemas.openxmlformats.org/drawingml/2006/main" prst="rect">
            <a:avLst/>
          </a:prstGeom>
        </p:spPr>
      </p:pic>
      <p:sp>
        <p:nvSpPr>
          <p:cNvPr id="202" name="text-191 Seed">
            <a:extLst xmlns:a="http://schemas.openxmlformats.org/drawingml/2006/main">
              <a:ext uri="{FF2B5EF4-FFF2-40B4-BE49-F238E27FC236}">
                <a16:creationId xmlns:a16="http://schemas.microsoft.com/office/drawing/2014/main" id="{3C96E073-6F79-4036-A9F1-E4447968C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56617" y="3932586"/>
            <a:ext cx="476660" cy="314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Seed</a:t>
            </a:r>
          </a:p>
        </p:txBody>
      </p:sp>
      <p:sp>
        <p:nvSpPr>
          <p:cNvPr id="203" name="text-192 Proposal">
            <a:extLst xmlns:a="http://schemas.openxmlformats.org/drawingml/2006/main">
              <a:ext uri="{FF2B5EF4-FFF2-40B4-BE49-F238E27FC236}">
                <a16:creationId xmlns:a16="http://schemas.microsoft.com/office/drawing/2014/main" id="{96AAFA50-3917-4C9B-8CCE-FD87C400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11201" y="4201591"/>
            <a:ext cx="823967" cy="313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6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Proposal</a:t>
            </a:r>
          </a:p>
        </p:txBody>
      </p:sp>
      <p:pic>
        <p:nvPic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168A8F68-7699-4003-9C4E-7942AF0336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22d1e8b6bf414a"/>
          <a:stretch xmlns:a="http://schemas.openxmlformats.org/drawingml/2006/main"/>
        </p:blipFill>
        <p:spPr>
          <a:xfrm xmlns:a="http://schemas.openxmlformats.org/drawingml/2006/main">
            <a:off x="14468357" y="3828381"/>
            <a:ext cx="2296886" cy="870857"/>
          </a:xfrm>
          <a:prstGeom xmlns:a="http://schemas.openxmlformats.org/drawingml/2006/main" prst="rect">
            <a:avLst/>
          </a:prstGeom>
        </p:spPr>
      </p:pic>
      <p:sp>
        <p:nvSpPr>
          <p:cNvPr id="205" name="path-194">
            <a:extLst xmlns:a="http://schemas.openxmlformats.org/drawingml/2006/main">
              <a:ext uri="{FF2B5EF4-FFF2-40B4-BE49-F238E27FC236}">
                <a16:creationId xmlns:a16="http://schemas.microsoft.com/office/drawing/2014/main" id="{226D6CAA-E3E5-42E5-8933-5A3DA024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0058" y="3883739"/>
            <a:ext cx="2088001" cy="654595"/>
          </a:xfrm>
          <a:custGeom xmlns:a="http://schemas.openxmlformats.org/drawingml/2006/main">
            <a:pathLst>
              <a:path w="1827001" h="572770">
                <a:moveTo>
                  <a:pt x="0" y="27242"/>
                </a:moveTo>
                <a:cubicBezTo>
                  <a:pt x="0" y="12198"/>
                  <a:pt x="12195" y="0"/>
                  <a:pt x="27239" y="0"/>
                </a:cubicBezTo>
                <a:lnTo>
                  <a:pt x="1799761" y="0"/>
                </a:lnTo>
                <a:cubicBezTo>
                  <a:pt x="1814806" y="0"/>
                  <a:pt x="1827001" y="12198"/>
                  <a:pt x="1827001" y="27242"/>
                </a:cubicBezTo>
                <a:lnTo>
                  <a:pt x="1827001" y="545529"/>
                </a:lnTo>
                <a:cubicBezTo>
                  <a:pt x="1827001" y="560575"/>
                  <a:pt x="1814806" y="572770"/>
                  <a:pt x="1799761" y="572770"/>
                </a:cubicBezTo>
                <a:lnTo>
                  <a:pt x="27239" y="572770"/>
                </a:lnTo>
                <a:cubicBezTo>
                  <a:pt x="12195" y="572770"/>
                  <a:pt x="0" y="560575"/>
                  <a:pt x="0" y="545529"/>
                </a:cubicBezTo>
                <a:lnTo>
                  <a:pt x="0" y="2724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" name="path-195">
            <a:extLst xmlns:a="http://schemas.openxmlformats.org/drawingml/2006/main">
              <a:ext uri="{FF2B5EF4-FFF2-40B4-BE49-F238E27FC236}">
                <a16:creationId xmlns:a16="http://schemas.microsoft.com/office/drawing/2014/main" id="{91B375AB-8C31-4E72-83DA-E2F5E0B09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0058" y="3883739"/>
            <a:ext cx="2088003" cy="654594"/>
          </a:xfrm>
          <a:custGeom xmlns:a="http://schemas.openxmlformats.org/drawingml/2006/main">
            <a:pathLst>
              <a:path w="1827002" h="572770">
                <a:moveTo>
                  <a:pt x="0" y="27241"/>
                </a:moveTo>
                <a:cubicBezTo>
                  <a:pt x="0" y="12196"/>
                  <a:pt x="12196" y="0"/>
                  <a:pt x="27242" y="0"/>
                </a:cubicBezTo>
                <a:lnTo>
                  <a:pt x="1799762" y="0"/>
                </a:lnTo>
                <a:cubicBezTo>
                  <a:pt x="1814806" y="0"/>
                  <a:pt x="1827002" y="12196"/>
                  <a:pt x="1827002" y="27241"/>
                </a:cubicBezTo>
                <a:lnTo>
                  <a:pt x="1827002" y="545529"/>
                </a:lnTo>
                <a:cubicBezTo>
                  <a:pt x="1827002" y="560573"/>
                  <a:pt x="1814806" y="572770"/>
                  <a:pt x="1799762" y="572770"/>
                </a:cubicBezTo>
                <a:lnTo>
                  <a:pt x="27242" y="572770"/>
                </a:lnTo>
                <a:cubicBezTo>
                  <a:pt x="12196" y="572770"/>
                  <a:pt x="0" y="560573"/>
                  <a:pt x="0" y="545529"/>
                </a:cubicBezTo>
                <a:lnTo>
                  <a:pt x="0" y="27241"/>
                </a:lnTo>
              </a:path>
            </a:pathLst>
          </a:custGeom>
          <a:noFill xmlns:a="http://schemas.openxmlformats.org/drawingml/2006/main"/>
          <a:ln xmlns:a="http://schemas.openxmlformats.org/drawingml/2006/main" w="16779">
            <a:solidFill>
              <a:srgbClr val="D9D9D9"/>
            </a:solidFill>
            <a:prstDash val="solid"/>
          </a:ln>
        </p:spPr>
      </p:sp>
      <p:pic>
        <p:nvPic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45D81BDE-5055-4A7F-8C2A-69916E5003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fa913a433047f4"/>
          <a:stretch xmlns:a="http://schemas.openxmlformats.org/drawingml/2006/main"/>
        </p:blipFill>
        <p:spPr>
          <a:xfrm xmlns:a="http://schemas.openxmlformats.org/drawingml/2006/main">
            <a:off x="14522785" y="3871924"/>
            <a:ext cx="729343" cy="729343"/>
          </a:xfrm>
          <a:prstGeom xmlns:a="http://schemas.openxmlformats.org/drawingml/2006/main" prst="rect">
            <a:avLst/>
          </a:prstGeom>
        </p:spPr>
      </p:pic>
      <p:sp>
        <p:nvSpPr>
          <p:cNvPr id="208" name="text-197 Web">
            <a:extLst xmlns:a="http://schemas.openxmlformats.org/drawingml/2006/main">
              <a:ext uri="{FF2B5EF4-FFF2-40B4-BE49-F238E27FC236}">
                <a16:creationId xmlns:a16="http://schemas.microsoft.com/office/drawing/2014/main" id="{3E9A7666-34E4-4BAB-A399-A4B8EFC3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77692" y="3937962"/>
            <a:ext cx="467406" cy="329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5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5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5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Web</a:t>
            </a:r>
          </a:p>
        </p:txBody>
      </p:sp>
      <p:sp>
        <p:nvSpPr>
          <p:cNvPr id="209" name="text-198 Exploration">
            <a:extLst xmlns:a="http://schemas.openxmlformats.org/drawingml/2006/main">
              <a:ext uri="{FF2B5EF4-FFF2-40B4-BE49-F238E27FC236}">
                <a16:creationId xmlns:a16="http://schemas.microsoft.com/office/drawing/2014/main" id="{140F953A-3FB7-48C4-82D8-181D293E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89653" y="4217679"/>
            <a:ext cx="1097395" cy="313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6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Exploration</a:t>
            </a:r>
          </a:p>
        </p:txBody>
      </p:sp>
      <p:pic>
        <p:nvPic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AB173AD5-761A-4F7E-97C5-0C9063AFED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e6771944304312"/>
          <a:stretch xmlns:a="http://schemas.openxmlformats.org/drawingml/2006/main"/>
        </p:blipFill>
        <p:spPr>
          <a:xfrm xmlns:a="http://schemas.openxmlformats.org/drawingml/2006/main">
            <a:off x="15785528" y="4971381"/>
            <a:ext cx="2307771" cy="870857"/>
          </a:xfrm>
          <a:prstGeom xmlns:a="http://schemas.openxmlformats.org/drawingml/2006/main" prst="rect">
            <a:avLst/>
          </a:prstGeom>
        </p:spPr>
      </p:pic>
      <p:sp>
        <p:nvSpPr>
          <p:cNvPr id="211" name="path-200">
            <a:extLst xmlns:a="http://schemas.openxmlformats.org/drawingml/2006/main">
              <a:ext uri="{FF2B5EF4-FFF2-40B4-BE49-F238E27FC236}">
                <a16:creationId xmlns:a16="http://schemas.microsoft.com/office/drawing/2014/main" id="{9CBD4A8C-60C0-499A-BECE-E173CB4D9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6708" y="5031971"/>
            <a:ext cx="2088003" cy="654592"/>
          </a:xfrm>
          <a:custGeom xmlns:a="http://schemas.openxmlformats.org/drawingml/2006/main">
            <a:pathLst>
              <a:path w="1827002" h="572768">
                <a:moveTo>
                  <a:pt x="0" y="27239"/>
                </a:moveTo>
                <a:cubicBezTo>
                  <a:pt x="0" y="12196"/>
                  <a:pt x="12195" y="0"/>
                  <a:pt x="27242" y="0"/>
                </a:cubicBezTo>
                <a:lnTo>
                  <a:pt x="1799762" y="0"/>
                </a:lnTo>
                <a:cubicBezTo>
                  <a:pt x="1814807" y="0"/>
                  <a:pt x="1827002" y="12196"/>
                  <a:pt x="1827002" y="27239"/>
                </a:cubicBezTo>
                <a:lnTo>
                  <a:pt x="1827002" y="545528"/>
                </a:lnTo>
                <a:cubicBezTo>
                  <a:pt x="1827002" y="560572"/>
                  <a:pt x="1814807" y="572768"/>
                  <a:pt x="1799762" y="572768"/>
                </a:cubicBezTo>
                <a:lnTo>
                  <a:pt x="27242" y="572768"/>
                </a:lnTo>
                <a:cubicBezTo>
                  <a:pt x="12195" y="572768"/>
                  <a:pt x="0" y="560572"/>
                  <a:pt x="0" y="545528"/>
                </a:cubicBezTo>
                <a:lnTo>
                  <a:pt x="0" y="272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path-201">
            <a:extLst xmlns:a="http://schemas.openxmlformats.org/drawingml/2006/main">
              <a:ext uri="{FF2B5EF4-FFF2-40B4-BE49-F238E27FC236}">
                <a16:creationId xmlns:a16="http://schemas.microsoft.com/office/drawing/2014/main" id="{24E6322E-E80F-4D09-BA9E-20285CA2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6708" y="5031971"/>
            <a:ext cx="2088004" cy="654594"/>
          </a:xfrm>
          <a:custGeom xmlns:a="http://schemas.openxmlformats.org/drawingml/2006/main">
            <a:pathLst>
              <a:path w="1827004" h="572770">
                <a:moveTo>
                  <a:pt x="0" y="27241"/>
                </a:moveTo>
                <a:cubicBezTo>
                  <a:pt x="0" y="12196"/>
                  <a:pt x="12196" y="0"/>
                  <a:pt x="27242" y="0"/>
                </a:cubicBezTo>
                <a:lnTo>
                  <a:pt x="1799762" y="0"/>
                </a:lnTo>
                <a:cubicBezTo>
                  <a:pt x="1814806" y="0"/>
                  <a:pt x="1827004" y="12196"/>
                  <a:pt x="1827004" y="27241"/>
                </a:cubicBezTo>
                <a:lnTo>
                  <a:pt x="1827004" y="545529"/>
                </a:lnTo>
                <a:cubicBezTo>
                  <a:pt x="1827004" y="560573"/>
                  <a:pt x="1814806" y="572770"/>
                  <a:pt x="1799762" y="572770"/>
                </a:cubicBezTo>
                <a:lnTo>
                  <a:pt x="27242" y="572770"/>
                </a:lnTo>
                <a:cubicBezTo>
                  <a:pt x="12196" y="572770"/>
                  <a:pt x="0" y="560573"/>
                  <a:pt x="0" y="545529"/>
                </a:cubicBezTo>
                <a:lnTo>
                  <a:pt x="0" y="27241"/>
                </a:lnTo>
              </a:path>
            </a:pathLst>
          </a:custGeom>
          <a:noFill xmlns:a="http://schemas.openxmlformats.org/drawingml/2006/main"/>
          <a:ln xmlns:a="http://schemas.openxmlformats.org/drawingml/2006/main" w="16779">
            <a:solidFill>
              <a:srgbClr val="D9D9D9"/>
            </a:solidFill>
            <a:prstDash val="solid"/>
          </a:ln>
        </p:spPr>
      </p:sp>
      <p:pic>
        <p:nvPic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3E577D8D-03DB-4E49-ACE0-CF6F8C8E19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91fa7da01f4e97"/>
          <a:stretch xmlns:a="http://schemas.openxmlformats.org/drawingml/2006/main"/>
        </p:blipFill>
        <p:spPr>
          <a:xfrm xmlns:a="http://schemas.openxmlformats.org/drawingml/2006/main">
            <a:off x="15578700" y="6778410"/>
            <a:ext cx="2307771" cy="870857"/>
          </a:xfrm>
          <a:prstGeom xmlns:a="http://schemas.openxmlformats.org/drawingml/2006/main" prst="rect">
            <a:avLst/>
          </a:prstGeom>
        </p:spPr>
      </p:pic>
      <p:sp>
        <p:nvSpPr>
          <p:cNvPr id="214" name="path-203">
            <a:extLst xmlns:a="http://schemas.openxmlformats.org/drawingml/2006/main">
              <a:ext uri="{FF2B5EF4-FFF2-40B4-BE49-F238E27FC236}">
                <a16:creationId xmlns:a16="http://schemas.microsoft.com/office/drawing/2014/main" id="{FD4F814B-0357-4AB2-97C4-5C80FEC5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0166" y="6838492"/>
            <a:ext cx="2088003" cy="654594"/>
          </a:xfrm>
          <a:custGeom xmlns:a="http://schemas.openxmlformats.org/drawingml/2006/main">
            <a:pathLst>
              <a:path w="1827002" h="572770">
                <a:moveTo>
                  <a:pt x="0" y="27241"/>
                </a:moveTo>
                <a:cubicBezTo>
                  <a:pt x="0" y="12195"/>
                  <a:pt x="12198" y="0"/>
                  <a:pt x="27242" y="0"/>
                </a:cubicBezTo>
                <a:lnTo>
                  <a:pt x="1799761" y="0"/>
                </a:lnTo>
                <a:cubicBezTo>
                  <a:pt x="1814807" y="0"/>
                  <a:pt x="1827002" y="12195"/>
                  <a:pt x="1827002" y="27241"/>
                </a:cubicBezTo>
                <a:lnTo>
                  <a:pt x="1827002" y="545528"/>
                </a:lnTo>
                <a:cubicBezTo>
                  <a:pt x="1827002" y="560574"/>
                  <a:pt x="1814807" y="572770"/>
                  <a:pt x="1799761" y="572770"/>
                </a:cubicBezTo>
                <a:lnTo>
                  <a:pt x="27242" y="572770"/>
                </a:lnTo>
                <a:cubicBezTo>
                  <a:pt x="12198" y="572770"/>
                  <a:pt x="0" y="560574"/>
                  <a:pt x="0" y="545528"/>
                </a:cubicBezTo>
                <a:lnTo>
                  <a:pt x="0" y="2724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path-204">
            <a:extLst xmlns:a="http://schemas.openxmlformats.org/drawingml/2006/main">
              <a:ext uri="{FF2B5EF4-FFF2-40B4-BE49-F238E27FC236}">
                <a16:creationId xmlns:a16="http://schemas.microsoft.com/office/drawing/2014/main" id="{4E75640B-0DC2-4916-BB9F-05DB2F72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0166" y="6838492"/>
            <a:ext cx="2088003" cy="654594"/>
          </a:xfrm>
          <a:custGeom xmlns:a="http://schemas.openxmlformats.org/drawingml/2006/main">
            <a:pathLst>
              <a:path w="1827002" h="572770">
                <a:moveTo>
                  <a:pt x="0" y="27241"/>
                </a:moveTo>
                <a:cubicBezTo>
                  <a:pt x="0" y="12196"/>
                  <a:pt x="12196" y="0"/>
                  <a:pt x="27242" y="0"/>
                </a:cubicBezTo>
                <a:lnTo>
                  <a:pt x="1799762" y="0"/>
                </a:lnTo>
                <a:cubicBezTo>
                  <a:pt x="1814806" y="0"/>
                  <a:pt x="1827002" y="12196"/>
                  <a:pt x="1827002" y="27241"/>
                </a:cubicBezTo>
                <a:lnTo>
                  <a:pt x="1827002" y="545529"/>
                </a:lnTo>
                <a:cubicBezTo>
                  <a:pt x="1827002" y="560573"/>
                  <a:pt x="1814806" y="572770"/>
                  <a:pt x="1799762" y="572770"/>
                </a:cubicBezTo>
                <a:lnTo>
                  <a:pt x="27242" y="572770"/>
                </a:lnTo>
                <a:cubicBezTo>
                  <a:pt x="12196" y="572770"/>
                  <a:pt x="0" y="560573"/>
                  <a:pt x="0" y="545529"/>
                </a:cubicBezTo>
                <a:lnTo>
                  <a:pt x="0" y="27241"/>
                </a:lnTo>
              </a:path>
            </a:pathLst>
          </a:custGeom>
          <a:noFill xmlns:a="http://schemas.openxmlformats.org/drawingml/2006/main"/>
          <a:ln xmlns:a="http://schemas.openxmlformats.org/drawingml/2006/main" w="16779">
            <a:solidFill>
              <a:srgbClr val="D9D9D9"/>
            </a:solidFill>
            <a:prstDash val="solid"/>
          </a:ln>
        </p:spPr>
      </p:sp>
      <p:pic>
        <p:nvPic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2DC4110B-0DEC-495B-8A88-0690C99D1E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1d422729694919"/>
          <a:stretch xmlns:a="http://schemas.openxmlformats.org/drawingml/2006/main"/>
        </p:blipFill>
        <p:spPr>
          <a:xfrm xmlns:a="http://schemas.openxmlformats.org/drawingml/2006/main">
            <a:off x="10603928" y="4971381"/>
            <a:ext cx="2307771" cy="870857"/>
          </a:xfrm>
          <a:prstGeom xmlns:a="http://schemas.openxmlformats.org/drawingml/2006/main" prst="rect">
            <a:avLst/>
          </a:prstGeom>
        </p:spPr>
      </p:pic>
      <p:sp>
        <p:nvSpPr>
          <p:cNvPr id="217" name="path-206">
            <a:extLst xmlns:a="http://schemas.openxmlformats.org/drawingml/2006/main">
              <a:ext uri="{FF2B5EF4-FFF2-40B4-BE49-F238E27FC236}">
                <a16:creationId xmlns:a16="http://schemas.microsoft.com/office/drawing/2014/main" id="{8B1281E8-18B0-4565-98F0-36481375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3988" y="5028393"/>
            <a:ext cx="2088004" cy="654594"/>
          </a:xfrm>
          <a:custGeom xmlns:a="http://schemas.openxmlformats.org/drawingml/2006/main">
            <a:pathLst>
              <a:path w="1827004" h="572770">
                <a:moveTo>
                  <a:pt x="0" y="27241"/>
                </a:moveTo>
                <a:cubicBezTo>
                  <a:pt x="0" y="12198"/>
                  <a:pt x="12198" y="0"/>
                  <a:pt x="27242" y="0"/>
                </a:cubicBezTo>
                <a:lnTo>
                  <a:pt x="1799763" y="0"/>
                </a:lnTo>
                <a:cubicBezTo>
                  <a:pt x="1814807" y="0"/>
                  <a:pt x="1827004" y="12198"/>
                  <a:pt x="1827004" y="27241"/>
                </a:cubicBezTo>
                <a:lnTo>
                  <a:pt x="1827004" y="545528"/>
                </a:lnTo>
                <a:cubicBezTo>
                  <a:pt x="1827004" y="560574"/>
                  <a:pt x="1814807" y="572770"/>
                  <a:pt x="1799763" y="572770"/>
                </a:cubicBezTo>
                <a:lnTo>
                  <a:pt x="27242" y="572770"/>
                </a:lnTo>
                <a:cubicBezTo>
                  <a:pt x="12198" y="572770"/>
                  <a:pt x="0" y="560574"/>
                  <a:pt x="0" y="545528"/>
                </a:cubicBezTo>
                <a:lnTo>
                  <a:pt x="0" y="2724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path-207">
            <a:extLst xmlns:a="http://schemas.openxmlformats.org/drawingml/2006/main">
              <a:ext uri="{FF2B5EF4-FFF2-40B4-BE49-F238E27FC236}">
                <a16:creationId xmlns:a16="http://schemas.microsoft.com/office/drawing/2014/main" id="{648FEB7C-4EFB-4F50-AC81-158CAE75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3988" y="5028393"/>
            <a:ext cx="2088004" cy="654594"/>
          </a:xfrm>
          <a:custGeom xmlns:a="http://schemas.openxmlformats.org/drawingml/2006/main">
            <a:pathLst>
              <a:path w="1827004" h="572770">
                <a:moveTo>
                  <a:pt x="0" y="27241"/>
                </a:moveTo>
                <a:cubicBezTo>
                  <a:pt x="0" y="12196"/>
                  <a:pt x="12196" y="0"/>
                  <a:pt x="27242" y="0"/>
                </a:cubicBezTo>
                <a:lnTo>
                  <a:pt x="1799762" y="0"/>
                </a:lnTo>
                <a:cubicBezTo>
                  <a:pt x="1814806" y="0"/>
                  <a:pt x="1827004" y="12196"/>
                  <a:pt x="1827004" y="27241"/>
                </a:cubicBezTo>
                <a:lnTo>
                  <a:pt x="1827004" y="545529"/>
                </a:lnTo>
                <a:cubicBezTo>
                  <a:pt x="1827004" y="560573"/>
                  <a:pt x="1814806" y="572770"/>
                  <a:pt x="1799762" y="572770"/>
                </a:cubicBezTo>
                <a:lnTo>
                  <a:pt x="27242" y="572770"/>
                </a:lnTo>
                <a:cubicBezTo>
                  <a:pt x="12196" y="572770"/>
                  <a:pt x="0" y="560573"/>
                  <a:pt x="0" y="545529"/>
                </a:cubicBezTo>
                <a:lnTo>
                  <a:pt x="0" y="27241"/>
                </a:lnTo>
              </a:path>
            </a:pathLst>
          </a:custGeom>
          <a:noFill xmlns:a="http://schemas.openxmlformats.org/drawingml/2006/main"/>
          <a:ln xmlns:a="http://schemas.openxmlformats.org/drawingml/2006/main" w="16779">
            <a:solidFill>
              <a:srgbClr val="D9D9D9"/>
            </a:solidFill>
            <a:prstDash val="solid"/>
          </a:ln>
        </p:spPr>
      </p:sp>
      <p:pic>
        <p:nvPic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887900B2-30D6-45FF-A079-B9D9F6FAD1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3ad2f1efbe487d"/>
          <a:stretch xmlns:a="http://schemas.openxmlformats.org/drawingml/2006/main"/>
        </p:blipFill>
        <p:spPr>
          <a:xfrm xmlns:a="http://schemas.openxmlformats.org/drawingml/2006/main">
            <a:off x="10810757" y="6778410"/>
            <a:ext cx="2133600" cy="859971"/>
          </a:xfrm>
          <a:prstGeom xmlns:a="http://schemas.openxmlformats.org/drawingml/2006/main" prst="rect">
            <a:avLst/>
          </a:prstGeom>
        </p:spPr>
      </p:pic>
      <p:sp>
        <p:nvSpPr>
          <p:cNvPr id="220" name="path-209">
            <a:extLst xmlns:a="http://schemas.openxmlformats.org/drawingml/2006/main">
              <a:ext uri="{FF2B5EF4-FFF2-40B4-BE49-F238E27FC236}">
                <a16:creationId xmlns:a16="http://schemas.microsoft.com/office/drawing/2014/main" id="{B1D43916-E979-44A3-9A92-963BAE11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0453" y="6835756"/>
            <a:ext cx="1922324" cy="654594"/>
          </a:xfrm>
          <a:custGeom xmlns:a="http://schemas.openxmlformats.org/drawingml/2006/main">
            <a:pathLst>
              <a:path w="1682034" h="572770">
                <a:moveTo>
                  <a:pt x="0" y="27242"/>
                </a:moveTo>
                <a:cubicBezTo>
                  <a:pt x="0" y="12198"/>
                  <a:pt x="12195" y="0"/>
                  <a:pt x="27239" y="0"/>
                </a:cubicBezTo>
                <a:lnTo>
                  <a:pt x="1654792" y="0"/>
                </a:lnTo>
                <a:cubicBezTo>
                  <a:pt x="1669836" y="0"/>
                  <a:pt x="1682034" y="12198"/>
                  <a:pt x="1682034" y="27242"/>
                </a:cubicBezTo>
                <a:lnTo>
                  <a:pt x="1682034" y="545528"/>
                </a:lnTo>
                <a:cubicBezTo>
                  <a:pt x="1682034" y="560575"/>
                  <a:pt x="1669836" y="572770"/>
                  <a:pt x="1654792" y="572770"/>
                </a:cubicBezTo>
                <a:lnTo>
                  <a:pt x="27239" y="572770"/>
                </a:lnTo>
                <a:cubicBezTo>
                  <a:pt x="12195" y="572770"/>
                  <a:pt x="0" y="560575"/>
                  <a:pt x="0" y="545528"/>
                </a:cubicBezTo>
                <a:lnTo>
                  <a:pt x="0" y="2724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" name="path-210">
            <a:extLst xmlns:a="http://schemas.openxmlformats.org/drawingml/2006/main">
              <a:ext uri="{FF2B5EF4-FFF2-40B4-BE49-F238E27FC236}">
                <a16:creationId xmlns:a16="http://schemas.microsoft.com/office/drawing/2014/main" id="{42323305-7DBD-4C8D-B9B1-18E254E1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0453" y="6835756"/>
            <a:ext cx="1922324" cy="654594"/>
          </a:xfrm>
          <a:custGeom xmlns:a="http://schemas.openxmlformats.org/drawingml/2006/main">
            <a:pathLst>
              <a:path w="1682034" h="572770">
                <a:moveTo>
                  <a:pt x="0" y="27241"/>
                </a:moveTo>
                <a:cubicBezTo>
                  <a:pt x="0" y="12196"/>
                  <a:pt x="12196" y="0"/>
                  <a:pt x="27241" y="0"/>
                </a:cubicBezTo>
                <a:lnTo>
                  <a:pt x="1654793" y="0"/>
                </a:lnTo>
                <a:cubicBezTo>
                  <a:pt x="1669839" y="0"/>
                  <a:pt x="1682034" y="12196"/>
                  <a:pt x="1682034" y="27241"/>
                </a:cubicBezTo>
                <a:lnTo>
                  <a:pt x="1682034" y="545529"/>
                </a:lnTo>
                <a:cubicBezTo>
                  <a:pt x="1682034" y="560573"/>
                  <a:pt x="1669839" y="572770"/>
                  <a:pt x="1654793" y="572770"/>
                </a:cubicBezTo>
                <a:lnTo>
                  <a:pt x="27241" y="572770"/>
                </a:lnTo>
                <a:cubicBezTo>
                  <a:pt x="12196" y="572770"/>
                  <a:pt x="0" y="560573"/>
                  <a:pt x="0" y="545529"/>
                </a:cubicBezTo>
                <a:lnTo>
                  <a:pt x="0" y="27241"/>
                </a:lnTo>
              </a:path>
            </a:pathLst>
          </a:custGeom>
          <a:noFill xmlns:a="http://schemas.openxmlformats.org/drawingml/2006/main"/>
          <a:ln xmlns:a="http://schemas.openxmlformats.org/drawingml/2006/main" w="16779">
            <a:solidFill>
              <a:srgbClr val="D9D9D9"/>
            </a:solidFill>
            <a:prstDash val="solid"/>
          </a:ln>
        </p:spPr>
      </p:sp>
      <p:pic>
        <p:nvPic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72152538-4458-4FCD-9B9B-F8EBB0C3D8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32bbb6dadf4446"/>
          <a:stretch xmlns:a="http://schemas.openxmlformats.org/drawingml/2006/main"/>
        </p:blipFill>
        <p:spPr>
          <a:xfrm xmlns:a="http://schemas.openxmlformats.org/drawingml/2006/main">
            <a:off x="13270928" y="8193553"/>
            <a:ext cx="2296886" cy="859971"/>
          </a:xfrm>
          <a:prstGeom xmlns:a="http://schemas.openxmlformats.org/drawingml/2006/main" prst="rect">
            <a:avLst/>
          </a:prstGeom>
        </p:spPr>
      </p:pic>
      <p:sp>
        <p:nvSpPr>
          <p:cNvPr id="223" name="path-212">
            <a:extLst xmlns:a="http://schemas.openxmlformats.org/drawingml/2006/main">
              <a:ext uri="{FF2B5EF4-FFF2-40B4-BE49-F238E27FC236}">
                <a16:creationId xmlns:a16="http://schemas.microsoft.com/office/drawing/2014/main" id="{97C5B66A-B2E9-479D-911B-193F4CF27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9993" y="8248211"/>
            <a:ext cx="2088004" cy="654594"/>
          </a:xfrm>
          <a:custGeom xmlns:a="http://schemas.openxmlformats.org/drawingml/2006/main">
            <a:pathLst>
              <a:path w="1827004" h="572770">
                <a:moveTo>
                  <a:pt x="0" y="27242"/>
                </a:moveTo>
                <a:cubicBezTo>
                  <a:pt x="0" y="12198"/>
                  <a:pt x="12195" y="0"/>
                  <a:pt x="27242" y="0"/>
                </a:cubicBezTo>
                <a:lnTo>
                  <a:pt x="1799762" y="0"/>
                </a:lnTo>
                <a:cubicBezTo>
                  <a:pt x="1814805" y="0"/>
                  <a:pt x="1827004" y="12198"/>
                  <a:pt x="1827004" y="27242"/>
                </a:cubicBezTo>
                <a:lnTo>
                  <a:pt x="1827004" y="545528"/>
                </a:lnTo>
                <a:cubicBezTo>
                  <a:pt x="1827004" y="560575"/>
                  <a:pt x="1814805" y="572770"/>
                  <a:pt x="1799762" y="572770"/>
                </a:cubicBezTo>
                <a:lnTo>
                  <a:pt x="27242" y="572770"/>
                </a:lnTo>
                <a:cubicBezTo>
                  <a:pt x="12195" y="572770"/>
                  <a:pt x="0" y="560575"/>
                  <a:pt x="0" y="545528"/>
                </a:cubicBezTo>
                <a:lnTo>
                  <a:pt x="0" y="2724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" name="path-213">
            <a:extLst xmlns:a="http://schemas.openxmlformats.org/drawingml/2006/main">
              <a:ext uri="{FF2B5EF4-FFF2-40B4-BE49-F238E27FC236}">
                <a16:creationId xmlns:a16="http://schemas.microsoft.com/office/drawing/2014/main" id="{AE5C5D18-1666-4A12-9482-08D3595C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9993" y="8248211"/>
            <a:ext cx="2088004" cy="654594"/>
          </a:xfrm>
          <a:custGeom xmlns:a="http://schemas.openxmlformats.org/drawingml/2006/main">
            <a:pathLst>
              <a:path w="1827004" h="572770">
                <a:moveTo>
                  <a:pt x="0" y="27241"/>
                </a:moveTo>
                <a:cubicBezTo>
                  <a:pt x="0" y="12196"/>
                  <a:pt x="12196" y="0"/>
                  <a:pt x="27242" y="0"/>
                </a:cubicBezTo>
                <a:lnTo>
                  <a:pt x="1799762" y="0"/>
                </a:lnTo>
                <a:cubicBezTo>
                  <a:pt x="1814806" y="0"/>
                  <a:pt x="1827004" y="12196"/>
                  <a:pt x="1827004" y="27241"/>
                </a:cubicBezTo>
                <a:lnTo>
                  <a:pt x="1827004" y="545529"/>
                </a:lnTo>
                <a:cubicBezTo>
                  <a:pt x="1827004" y="560573"/>
                  <a:pt x="1814806" y="572770"/>
                  <a:pt x="1799762" y="572770"/>
                </a:cubicBezTo>
                <a:lnTo>
                  <a:pt x="27242" y="572770"/>
                </a:lnTo>
                <a:cubicBezTo>
                  <a:pt x="12196" y="572770"/>
                  <a:pt x="0" y="560573"/>
                  <a:pt x="0" y="545529"/>
                </a:cubicBezTo>
                <a:lnTo>
                  <a:pt x="0" y="27241"/>
                </a:lnTo>
              </a:path>
            </a:pathLst>
          </a:custGeom>
          <a:noFill xmlns:a="http://schemas.openxmlformats.org/drawingml/2006/main"/>
          <a:ln xmlns:a="http://schemas.openxmlformats.org/drawingml/2006/main" w="16779">
            <a:solidFill>
              <a:srgbClr val="D9D9D9"/>
            </a:solidFill>
            <a:prstDash val="solid"/>
          </a:ln>
        </p:spPr>
      </p:sp>
      <p:pic>
        <p:nvPic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32EFBBB6-429D-41E3-9B45-CB8BFBADED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e8e55171464263"/>
          <a:stretch xmlns:a="http://schemas.openxmlformats.org/drawingml/2006/main"/>
        </p:blipFill>
        <p:spPr>
          <a:xfrm xmlns:a="http://schemas.openxmlformats.org/drawingml/2006/main">
            <a:off x="15839957" y="4938724"/>
            <a:ext cx="870857" cy="859971"/>
          </a:xfrm>
          <a:prstGeom xmlns:a="http://schemas.openxmlformats.org/drawingml/2006/main" prst="rect">
            <a:avLst/>
          </a:prstGeom>
        </p:spPr>
      </p:pic>
      <p:sp>
        <p:nvSpPr>
          <p:cNvPr id="226" name="text-215 Graph">
            <a:extLst xmlns:a="http://schemas.openxmlformats.org/drawingml/2006/main">
              <a:ext uri="{FF2B5EF4-FFF2-40B4-BE49-F238E27FC236}">
                <a16:creationId xmlns:a16="http://schemas.microsoft.com/office/drawing/2014/main" id="{AE6AB87E-034F-45D8-9927-4FE14665C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93317" y="5097238"/>
            <a:ext cx="602593" cy="3149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7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Graph</a:t>
            </a:r>
          </a:p>
        </p:txBody>
      </p:sp>
      <p:sp>
        <p:nvSpPr>
          <p:cNvPr id="227" name="text-216 Organization">
            <a:extLst xmlns:a="http://schemas.openxmlformats.org/drawingml/2006/main">
              <a:ext uri="{FF2B5EF4-FFF2-40B4-BE49-F238E27FC236}">
                <a16:creationId xmlns:a16="http://schemas.microsoft.com/office/drawing/2014/main" id="{11F8E808-4C0A-41FE-9281-018D73FC3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88496" y="5365383"/>
            <a:ext cx="1212291" cy="315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7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Organization</a:t>
            </a:r>
          </a:p>
        </p:txBody>
      </p:sp>
      <p:pic>
        <p:nvPic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1E941DF5-6F90-45D3-8C07-F6622603C3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173304485d41da"/>
          <a:stretch xmlns:a="http://schemas.openxmlformats.org/drawingml/2006/main"/>
        </p:blipFill>
        <p:spPr>
          <a:xfrm xmlns:a="http://schemas.openxmlformats.org/drawingml/2006/main">
            <a:off x="15633128" y="6811067"/>
            <a:ext cx="718457" cy="718457"/>
          </a:xfrm>
          <a:prstGeom xmlns:a="http://schemas.openxmlformats.org/drawingml/2006/main" prst="rect">
            <a:avLst/>
          </a:prstGeom>
        </p:spPr>
      </p:pic>
      <p:sp>
        <p:nvSpPr>
          <p:cNvPr id="229" name="text-218 Task">
            <a:extLst xmlns:a="http://schemas.openxmlformats.org/drawingml/2006/main">
              <a:ext uri="{FF2B5EF4-FFF2-40B4-BE49-F238E27FC236}">
                <a16:creationId xmlns:a16="http://schemas.microsoft.com/office/drawing/2014/main" id="{3FBBBFCA-1B7D-4300-9508-6EC9E5DE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80614" y="6888027"/>
            <a:ext cx="478289" cy="3260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3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3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Task</a:t>
            </a:r>
          </a:p>
        </p:txBody>
      </p:sp>
      <p:sp>
        <p:nvSpPr>
          <p:cNvPr id="230" name="text-219 Curation">
            <a:extLst xmlns:a="http://schemas.openxmlformats.org/drawingml/2006/main">
              <a:ext uri="{FF2B5EF4-FFF2-40B4-BE49-F238E27FC236}">
                <a16:creationId xmlns:a16="http://schemas.microsoft.com/office/drawing/2014/main" id="{1ACD366F-E0FA-4F0C-8F5A-E47912BD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07230" y="7165583"/>
            <a:ext cx="823309" cy="313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Curation</a:t>
            </a:r>
          </a:p>
        </p:txBody>
      </p:sp>
      <p:pic>
        <p:nvPic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5DA3D137-B983-4DCB-B4C5-27DF43D814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afcda064bf4e67"/>
          <a:stretch xmlns:a="http://schemas.openxmlformats.org/drawingml/2006/main"/>
        </p:blipFill>
        <p:spPr>
          <a:xfrm xmlns:a="http://schemas.openxmlformats.org/drawingml/2006/main">
            <a:off x="13292700" y="8193553"/>
            <a:ext cx="794657" cy="794657"/>
          </a:xfrm>
          <a:prstGeom xmlns:a="http://schemas.openxmlformats.org/drawingml/2006/main" prst="rect">
            <a:avLst/>
          </a:prstGeom>
        </p:spPr>
      </p:pic>
      <p:sp>
        <p:nvSpPr>
          <p:cNvPr id="232" name="text-221 Task">
            <a:extLst xmlns:a="http://schemas.openxmlformats.org/drawingml/2006/main">
              <a:ext uri="{FF2B5EF4-FFF2-40B4-BE49-F238E27FC236}">
                <a16:creationId xmlns:a16="http://schemas.microsoft.com/office/drawing/2014/main" id="{910627D9-6C29-4683-8522-5C38CC1E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88039" y="8294788"/>
            <a:ext cx="478289" cy="3260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3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3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Task</a:t>
            </a:r>
          </a:p>
        </p:txBody>
      </p:sp>
      <p:sp>
        <p:nvSpPr>
          <p:cNvPr id="233" name="text-222 Verification">
            <a:extLst xmlns:a="http://schemas.openxmlformats.org/drawingml/2006/main">
              <a:ext uri="{FF2B5EF4-FFF2-40B4-BE49-F238E27FC236}">
                <a16:creationId xmlns:a16="http://schemas.microsoft.com/office/drawing/2014/main" id="{2776544A-B7E4-45C2-B97E-3991B4AF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63642" y="8566233"/>
            <a:ext cx="1126434" cy="3218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1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Verification</a:t>
            </a:r>
          </a:p>
        </p:txBody>
      </p:sp>
      <p:pic>
        <p:nvPic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D552A638-98DB-4B48-9BFB-A71A504A63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941746a99648ec"/>
          <a:stretch xmlns:a="http://schemas.openxmlformats.org/drawingml/2006/main"/>
        </p:blipFill>
        <p:spPr>
          <a:xfrm xmlns:a="http://schemas.openxmlformats.org/drawingml/2006/main">
            <a:off x="10843414" y="6767524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235" name="text-224 Trace">
            <a:extLst xmlns:a="http://schemas.openxmlformats.org/drawingml/2006/main">
              <a:ext uri="{FF2B5EF4-FFF2-40B4-BE49-F238E27FC236}">
                <a16:creationId xmlns:a16="http://schemas.microsoft.com/office/drawing/2014/main" id="{4F2A7C9E-962B-4E35-9842-E8818917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79706" y="6875594"/>
            <a:ext cx="554665" cy="32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Trace</a:t>
            </a:r>
          </a:p>
        </p:txBody>
      </p:sp>
      <p:sp>
        <p:nvSpPr>
          <p:cNvPr id="236" name="text-225 Analysis">
            <a:extLst xmlns:a="http://schemas.openxmlformats.org/drawingml/2006/main">
              <a:ext uri="{FF2B5EF4-FFF2-40B4-BE49-F238E27FC236}">
                <a16:creationId xmlns:a16="http://schemas.microsoft.com/office/drawing/2014/main" id="{9865E88E-7FDD-443C-9E54-1D98136FD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45474" y="7149424"/>
            <a:ext cx="823690" cy="313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6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Analysis</a:t>
            </a:r>
          </a:p>
        </p:txBody>
      </p:sp>
      <p:pic>
        <p:nvPic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D78C9E9C-FA80-467F-8473-299CE4801A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95830c48d14a20"/>
          <a:stretch xmlns:a="http://schemas.openxmlformats.org/drawingml/2006/main"/>
        </p:blipFill>
        <p:spPr>
          <a:xfrm xmlns:a="http://schemas.openxmlformats.org/drawingml/2006/main">
            <a:off x="10723671" y="4993153"/>
            <a:ext cx="740229" cy="740229"/>
          </a:xfrm>
          <a:prstGeom xmlns:a="http://schemas.openxmlformats.org/drawingml/2006/main" prst="rect">
            <a:avLst/>
          </a:prstGeom>
        </p:spPr>
      </p:pic>
      <p:sp>
        <p:nvSpPr>
          <p:cNvPr id="238" name="text-227 Optimization">
            <a:extLst xmlns:a="http://schemas.openxmlformats.org/drawingml/2006/main">
              <a:ext uri="{FF2B5EF4-FFF2-40B4-BE49-F238E27FC236}">
                <a16:creationId xmlns:a16="http://schemas.microsoft.com/office/drawing/2014/main" id="{C84DEA57-3646-450C-8B0A-DA0D705A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90774" y="5222003"/>
            <a:ext cx="1220394" cy="313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6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Optimization</a:t>
            </a:r>
          </a:p>
        </p:txBody>
      </p:sp>
      <p:pic>
        <p:nvPic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0F20734F-E93E-408E-8F43-2B8E810D79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f277c8bc084bb9"/>
          <a:stretch xmlns:a="http://schemas.openxmlformats.org/drawingml/2006/main"/>
        </p:blipFill>
        <p:spPr>
          <a:xfrm xmlns:a="http://schemas.openxmlformats.org/drawingml/2006/main">
            <a:off x="13695471" y="3959010"/>
            <a:ext cx="740229" cy="511629"/>
          </a:xfrm>
          <a:prstGeom xmlns:a="http://schemas.openxmlformats.org/drawingml/2006/main" prst="rect">
            <a:avLst/>
          </a:prstGeom>
        </p:spPr>
      </p:pic>
      <p:pic>
        <p:nvPic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5DDF7FCD-C6DA-45CA-B1C1-13A74B45C4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ed28b8eee64c11"/>
          <a:stretch xmlns:a="http://schemas.openxmlformats.org/drawingml/2006/main"/>
        </p:blipFill>
        <p:spPr>
          <a:xfrm xmlns:a="http://schemas.openxmlformats.org/drawingml/2006/main">
            <a:off x="13695471" y="3959010"/>
            <a:ext cx="740229" cy="511629"/>
          </a:xfrm>
          <a:prstGeom xmlns:a="http://schemas.openxmlformats.org/drawingml/2006/main" prst="rect">
            <a:avLst/>
          </a:prstGeom>
        </p:spPr>
      </p:pic>
      <p:pic>
        <p:nvPic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08C0EE44-C3F9-40E7-B6A6-4ECDC6876D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2fa602fa634fb4"/>
          <a:stretch xmlns:a="http://schemas.openxmlformats.org/drawingml/2006/main"/>
        </p:blipFill>
        <p:spPr>
          <a:xfrm xmlns:a="http://schemas.openxmlformats.org/drawingml/2006/main">
            <a:off x="15600471" y="7583953"/>
            <a:ext cx="1556657" cy="1197429"/>
          </a:xfrm>
          <a:prstGeom xmlns:a="http://schemas.openxmlformats.org/drawingml/2006/main" prst="rect">
            <a:avLst/>
          </a:prstGeom>
        </p:spPr>
      </p:pic>
      <p:pic>
        <p:nvPic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7ED6711C-B118-475B-B23D-3606EA8818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c85dc9107348e2"/>
          <a:stretch xmlns:a="http://schemas.openxmlformats.org/drawingml/2006/main"/>
        </p:blipFill>
        <p:spPr>
          <a:xfrm xmlns:a="http://schemas.openxmlformats.org/drawingml/2006/main">
            <a:off x="15600471" y="7583953"/>
            <a:ext cx="1556657" cy="1197429"/>
          </a:xfrm>
          <a:prstGeom xmlns:a="http://schemas.openxmlformats.org/drawingml/2006/main" prst="rect">
            <a:avLst/>
          </a:prstGeom>
        </p:spPr>
      </p:pic>
      <p:pic>
        <p:nvPic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E249FE65-9221-46F9-B104-8C1CB499BB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d269f8f8dd4fba"/>
          <a:stretch xmlns:a="http://schemas.openxmlformats.org/drawingml/2006/main"/>
        </p:blipFill>
        <p:spPr>
          <a:xfrm xmlns:a="http://schemas.openxmlformats.org/drawingml/2006/main">
            <a:off x="16917643" y="5776924"/>
            <a:ext cx="511629" cy="1045029"/>
          </a:xfrm>
          <a:prstGeom xmlns:a="http://schemas.openxmlformats.org/drawingml/2006/main" prst="rect">
            <a:avLst/>
          </a:prstGeom>
        </p:spPr>
      </p:pic>
      <p:pic>
        <p:nvPic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40BAD454-C11B-4639-9283-F734300EFA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0844c5b2e84de3"/>
          <a:stretch xmlns:a="http://schemas.openxmlformats.org/drawingml/2006/main"/>
        </p:blipFill>
        <p:spPr>
          <a:xfrm xmlns:a="http://schemas.openxmlformats.org/drawingml/2006/main">
            <a:off x="16917643" y="5776924"/>
            <a:ext cx="511629" cy="1045029"/>
          </a:xfrm>
          <a:prstGeom xmlns:a="http://schemas.openxmlformats.org/drawingml/2006/main" prst="rect">
            <a:avLst/>
          </a:prstGeom>
        </p:spPr>
      </p:pic>
      <p:pic>
        <p:nvPic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7FEEC895-F126-4EAE-8351-3DFCBE3DD1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b7ec7131384dd0"/>
          <a:stretch xmlns:a="http://schemas.openxmlformats.org/drawingml/2006/main"/>
        </p:blipFill>
        <p:spPr>
          <a:xfrm xmlns:a="http://schemas.openxmlformats.org/drawingml/2006/main">
            <a:off x="16917643" y="5776924"/>
            <a:ext cx="511629" cy="1045029"/>
          </a:xfrm>
          <a:prstGeom xmlns:a="http://schemas.openxmlformats.org/drawingml/2006/main" prst="rect">
            <a:avLst/>
          </a:prstGeom>
        </p:spPr>
      </p:pic>
      <p:pic>
        <p:nvPic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BD9A4EF2-9CF5-4CD0-8EA3-58F51AE184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357367144b4851"/>
          <a:stretch xmlns:a="http://schemas.openxmlformats.org/drawingml/2006/main"/>
        </p:blipFill>
        <p:spPr>
          <a:xfrm xmlns:a="http://schemas.openxmlformats.org/drawingml/2006/main">
            <a:off x="10745443" y="5678953"/>
            <a:ext cx="783771" cy="1055914"/>
          </a:xfrm>
          <a:prstGeom xmlns:a="http://schemas.openxmlformats.org/drawingml/2006/main" prst="rect">
            <a:avLst/>
          </a:prstGeom>
        </p:spPr>
      </p:pic>
      <p:pic>
        <p:nvPic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C6366DDE-CDBA-49C1-AAC8-34E9B1F7E1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140df0a2ff4106"/>
          <a:stretch xmlns:a="http://schemas.openxmlformats.org/drawingml/2006/main"/>
        </p:blipFill>
        <p:spPr>
          <a:xfrm xmlns:a="http://schemas.openxmlformats.org/drawingml/2006/main">
            <a:off x="10745443" y="5678953"/>
            <a:ext cx="783771" cy="1055914"/>
          </a:xfrm>
          <a:prstGeom xmlns:a="http://schemas.openxmlformats.org/drawingml/2006/main" prst="rect">
            <a:avLst/>
          </a:prstGeom>
        </p:spPr>
      </p:pic>
      <p:pic>
        <p:nvPic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0F18FDFE-2B3E-4E75-81A7-A68A97FC6B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648dceb55b4f7e"/>
          <a:stretch xmlns:a="http://schemas.openxmlformats.org/drawingml/2006/main"/>
        </p:blipFill>
        <p:spPr>
          <a:xfrm xmlns:a="http://schemas.openxmlformats.org/drawingml/2006/main">
            <a:off x="10745443" y="5678953"/>
            <a:ext cx="783771" cy="1055914"/>
          </a:xfrm>
          <a:prstGeom xmlns:a="http://schemas.openxmlformats.org/drawingml/2006/main" prst="rect">
            <a:avLst/>
          </a:prstGeom>
        </p:spPr>
      </p:pic>
      <p:pic>
        <p:nvPic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7633D422-CEA4-4C2C-9FBB-A12B2D0DFA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a8d33b577a44ed"/>
          <a:stretch xmlns:a="http://schemas.openxmlformats.org/drawingml/2006/main"/>
        </p:blipFill>
        <p:spPr>
          <a:xfrm xmlns:a="http://schemas.openxmlformats.org/drawingml/2006/main">
            <a:off x="13053214" y="4993153"/>
            <a:ext cx="1589314" cy="729343"/>
          </a:xfrm>
          <a:prstGeom xmlns:a="http://schemas.openxmlformats.org/drawingml/2006/main" prst="rect">
            <a:avLst/>
          </a:prstGeom>
        </p:spPr>
      </p:pic>
      <p:sp>
        <p:nvSpPr>
          <p:cNvPr id="250" name="path-239">
            <a:extLst xmlns:a="http://schemas.openxmlformats.org/drawingml/2006/main">
              <a:ext uri="{FF2B5EF4-FFF2-40B4-BE49-F238E27FC236}">
                <a16:creationId xmlns:a16="http://schemas.microsoft.com/office/drawing/2014/main" id="{889D03F6-BAC0-449D-885A-F949050F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8067" y="5049721"/>
            <a:ext cx="1377181" cy="522394"/>
          </a:xfrm>
          <a:custGeom xmlns:a="http://schemas.openxmlformats.org/drawingml/2006/main">
            <a:pathLst>
              <a:path w="1205034" h="457095">
                <a:moveTo>
                  <a:pt x="0" y="21739"/>
                </a:moveTo>
                <a:cubicBezTo>
                  <a:pt x="0" y="9733"/>
                  <a:pt x="9733" y="0"/>
                  <a:pt x="21738" y="0"/>
                </a:cubicBezTo>
                <a:lnTo>
                  <a:pt x="1183295" y="0"/>
                </a:lnTo>
                <a:cubicBezTo>
                  <a:pt x="1195300" y="0"/>
                  <a:pt x="1205034" y="9733"/>
                  <a:pt x="1205034" y="21739"/>
                </a:cubicBezTo>
                <a:lnTo>
                  <a:pt x="1205034" y="435357"/>
                </a:lnTo>
                <a:cubicBezTo>
                  <a:pt x="1205034" y="447363"/>
                  <a:pt x="1195300" y="457095"/>
                  <a:pt x="1183295" y="457095"/>
                </a:cubicBezTo>
                <a:lnTo>
                  <a:pt x="21738" y="457095"/>
                </a:lnTo>
                <a:cubicBezTo>
                  <a:pt x="9733" y="457095"/>
                  <a:pt x="0" y="447363"/>
                  <a:pt x="0" y="435357"/>
                </a:cubicBezTo>
                <a:lnTo>
                  <a:pt x="0" y="217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" name="path-240">
            <a:extLst xmlns:a="http://schemas.openxmlformats.org/drawingml/2006/main">
              <a:ext uri="{FF2B5EF4-FFF2-40B4-BE49-F238E27FC236}">
                <a16:creationId xmlns:a16="http://schemas.microsoft.com/office/drawing/2014/main" id="{E37F6699-7EE7-4593-B5F9-5334E03FA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8067" y="5049721"/>
            <a:ext cx="1377181" cy="522394"/>
          </a:xfrm>
          <a:custGeom xmlns:a="http://schemas.openxmlformats.org/drawingml/2006/main">
            <a:pathLst>
              <a:path w="1205034" h="457094">
                <a:moveTo>
                  <a:pt x="0" y="21739"/>
                </a:moveTo>
                <a:cubicBezTo>
                  <a:pt x="0" y="9733"/>
                  <a:pt x="9733" y="0"/>
                  <a:pt x="21739" y="0"/>
                </a:cubicBezTo>
                <a:lnTo>
                  <a:pt x="1183295" y="0"/>
                </a:lnTo>
                <a:cubicBezTo>
                  <a:pt x="1195301" y="0"/>
                  <a:pt x="1205034" y="9733"/>
                  <a:pt x="1205034" y="21739"/>
                </a:cubicBezTo>
                <a:lnTo>
                  <a:pt x="1205034" y="435355"/>
                </a:lnTo>
                <a:cubicBezTo>
                  <a:pt x="1205034" y="447362"/>
                  <a:pt x="1195301" y="457094"/>
                  <a:pt x="1183295" y="457094"/>
                </a:cubicBezTo>
                <a:lnTo>
                  <a:pt x="21739" y="457094"/>
                </a:lnTo>
                <a:cubicBezTo>
                  <a:pt x="9733" y="457094"/>
                  <a:pt x="0" y="447362"/>
                  <a:pt x="0" y="435355"/>
                </a:cubicBezTo>
                <a:lnTo>
                  <a:pt x="0" y="21739"/>
                </a:lnTo>
              </a:path>
            </a:pathLst>
          </a:custGeom>
          <a:noFill xmlns:a="http://schemas.openxmlformats.org/drawingml/2006/main"/>
          <a:ln xmlns:a="http://schemas.openxmlformats.org/drawingml/2006/main" w="16779">
            <a:solidFill>
              <a:srgbClr val="D9D9D9"/>
            </a:solidFill>
            <a:prstDash val="solid"/>
          </a:ln>
        </p:spPr>
      </p:sp>
      <p:pic>
        <p:nvPic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DFAC36D8-9B9B-4C93-968E-9B191E898A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dcac321aad4d7a"/>
          <a:stretch xmlns:a="http://schemas.openxmlformats.org/drawingml/2006/main"/>
        </p:blipFill>
        <p:spPr>
          <a:xfrm xmlns:a="http://schemas.openxmlformats.org/drawingml/2006/main">
            <a:off x="13325357" y="5646296"/>
            <a:ext cx="1589314" cy="740229"/>
          </a:xfrm>
          <a:prstGeom xmlns:a="http://schemas.openxmlformats.org/drawingml/2006/main" prst="rect">
            <a:avLst/>
          </a:prstGeom>
        </p:spPr>
      </p:pic>
      <p:sp>
        <p:nvSpPr>
          <p:cNvPr id="253" name="path-242">
            <a:extLst xmlns:a="http://schemas.openxmlformats.org/drawingml/2006/main">
              <a:ext uri="{FF2B5EF4-FFF2-40B4-BE49-F238E27FC236}">
                <a16:creationId xmlns:a16="http://schemas.microsoft.com/office/drawing/2014/main" id="{AAFC4B4D-7E60-4074-8B14-6D715099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4534" y="5710093"/>
            <a:ext cx="1377181" cy="522392"/>
          </a:xfrm>
          <a:custGeom xmlns:a="http://schemas.openxmlformats.org/drawingml/2006/main">
            <a:pathLst>
              <a:path w="1205034" h="457093">
                <a:moveTo>
                  <a:pt x="0" y="21739"/>
                </a:moveTo>
                <a:cubicBezTo>
                  <a:pt x="0" y="9734"/>
                  <a:pt x="9733" y="0"/>
                  <a:pt x="21739" y="0"/>
                </a:cubicBezTo>
                <a:lnTo>
                  <a:pt x="1183296" y="0"/>
                </a:lnTo>
                <a:cubicBezTo>
                  <a:pt x="1195301" y="0"/>
                  <a:pt x="1205034" y="9734"/>
                  <a:pt x="1205034" y="21739"/>
                </a:cubicBezTo>
                <a:lnTo>
                  <a:pt x="1205034" y="435355"/>
                </a:lnTo>
                <a:cubicBezTo>
                  <a:pt x="1205034" y="447363"/>
                  <a:pt x="1195301" y="457093"/>
                  <a:pt x="1183296" y="457093"/>
                </a:cubicBezTo>
                <a:lnTo>
                  <a:pt x="21739" y="457093"/>
                </a:lnTo>
                <a:cubicBezTo>
                  <a:pt x="9733" y="457093"/>
                  <a:pt x="0" y="447363"/>
                  <a:pt x="0" y="435355"/>
                </a:cubicBezTo>
                <a:lnTo>
                  <a:pt x="0" y="217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" name="path-243">
            <a:extLst xmlns:a="http://schemas.openxmlformats.org/drawingml/2006/main">
              <a:ext uri="{FF2B5EF4-FFF2-40B4-BE49-F238E27FC236}">
                <a16:creationId xmlns:a16="http://schemas.microsoft.com/office/drawing/2014/main" id="{F137BD77-3424-49FD-8576-E87B599D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4534" y="5710093"/>
            <a:ext cx="1377181" cy="522394"/>
          </a:xfrm>
          <a:custGeom xmlns:a="http://schemas.openxmlformats.org/drawingml/2006/main">
            <a:pathLst>
              <a:path w="1205034" h="457094">
                <a:moveTo>
                  <a:pt x="0" y="21739"/>
                </a:moveTo>
                <a:cubicBezTo>
                  <a:pt x="0" y="9733"/>
                  <a:pt x="9733" y="0"/>
                  <a:pt x="21739" y="0"/>
                </a:cubicBezTo>
                <a:lnTo>
                  <a:pt x="1183295" y="0"/>
                </a:lnTo>
                <a:cubicBezTo>
                  <a:pt x="1195301" y="0"/>
                  <a:pt x="1205034" y="9733"/>
                  <a:pt x="1205034" y="21739"/>
                </a:cubicBezTo>
                <a:lnTo>
                  <a:pt x="1205034" y="435355"/>
                </a:lnTo>
                <a:cubicBezTo>
                  <a:pt x="1205034" y="447362"/>
                  <a:pt x="1195301" y="457094"/>
                  <a:pt x="1183295" y="457094"/>
                </a:cubicBezTo>
                <a:lnTo>
                  <a:pt x="21739" y="457094"/>
                </a:lnTo>
                <a:cubicBezTo>
                  <a:pt x="9733" y="457094"/>
                  <a:pt x="0" y="447362"/>
                  <a:pt x="0" y="435355"/>
                </a:cubicBezTo>
                <a:lnTo>
                  <a:pt x="0" y="21739"/>
                </a:lnTo>
              </a:path>
            </a:pathLst>
          </a:custGeom>
          <a:noFill xmlns:a="http://schemas.openxmlformats.org/drawingml/2006/main"/>
          <a:ln xmlns:a="http://schemas.openxmlformats.org/drawingml/2006/main" w="16779">
            <a:solidFill>
              <a:srgbClr val="D9D9D9"/>
            </a:solidFill>
            <a:prstDash val="solid"/>
          </a:ln>
        </p:spPr>
      </p:sp>
      <p:pic>
        <p:nvPic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4D3DA3A3-6039-4DFF-9AA2-1B0BB600A0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d52f7ecea8480a"/>
          <a:stretch xmlns:a="http://schemas.openxmlformats.org/drawingml/2006/main"/>
        </p:blipFill>
        <p:spPr>
          <a:xfrm xmlns:a="http://schemas.openxmlformats.org/drawingml/2006/main">
            <a:off x="13608385" y="6288553"/>
            <a:ext cx="1589314" cy="729343"/>
          </a:xfrm>
          <a:prstGeom xmlns:a="http://schemas.openxmlformats.org/drawingml/2006/main" prst="rect">
            <a:avLst/>
          </a:prstGeom>
        </p:spPr>
      </p:pic>
      <p:sp>
        <p:nvSpPr>
          <p:cNvPr id="256" name="path-245">
            <a:extLst xmlns:a="http://schemas.openxmlformats.org/drawingml/2006/main">
              <a:ext uri="{FF2B5EF4-FFF2-40B4-BE49-F238E27FC236}">
                <a16:creationId xmlns:a16="http://schemas.microsoft.com/office/drawing/2014/main" id="{8F1B8402-94B3-40C4-BCA4-27E0EEEB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1684" y="6341188"/>
            <a:ext cx="1377181" cy="522392"/>
          </a:xfrm>
          <a:custGeom xmlns:a="http://schemas.openxmlformats.org/drawingml/2006/main">
            <a:pathLst>
              <a:path w="1205034" h="457093">
                <a:moveTo>
                  <a:pt x="0" y="21739"/>
                </a:moveTo>
                <a:cubicBezTo>
                  <a:pt x="0" y="9733"/>
                  <a:pt x="9733" y="0"/>
                  <a:pt x="21738" y="0"/>
                </a:cubicBezTo>
                <a:lnTo>
                  <a:pt x="1183293" y="0"/>
                </a:lnTo>
                <a:cubicBezTo>
                  <a:pt x="1195301" y="0"/>
                  <a:pt x="1205034" y="9733"/>
                  <a:pt x="1205034" y="21739"/>
                </a:cubicBezTo>
                <a:lnTo>
                  <a:pt x="1205034" y="435355"/>
                </a:lnTo>
                <a:cubicBezTo>
                  <a:pt x="1205034" y="447360"/>
                  <a:pt x="1195301" y="457093"/>
                  <a:pt x="1183293" y="457093"/>
                </a:cubicBezTo>
                <a:lnTo>
                  <a:pt x="21738" y="457093"/>
                </a:lnTo>
                <a:cubicBezTo>
                  <a:pt x="9733" y="457093"/>
                  <a:pt x="0" y="447360"/>
                  <a:pt x="0" y="435355"/>
                </a:cubicBezTo>
                <a:lnTo>
                  <a:pt x="0" y="217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" name="path-246">
            <a:extLst xmlns:a="http://schemas.openxmlformats.org/drawingml/2006/main">
              <a:ext uri="{FF2B5EF4-FFF2-40B4-BE49-F238E27FC236}">
                <a16:creationId xmlns:a16="http://schemas.microsoft.com/office/drawing/2014/main" id="{667A82BA-4364-4B97-ABFF-C79C48977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1684" y="6341188"/>
            <a:ext cx="1377181" cy="522394"/>
          </a:xfrm>
          <a:custGeom xmlns:a="http://schemas.openxmlformats.org/drawingml/2006/main">
            <a:pathLst>
              <a:path w="1205034" h="457094">
                <a:moveTo>
                  <a:pt x="0" y="21739"/>
                </a:moveTo>
                <a:cubicBezTo>
                  <a:pt x="0" y="9733"/>
                  <a:pt x="9733" y="0"/>
                  <a:pt x="21739" y="0"/>
                </a:cubicBezTo>
                <a:lnTo>
                  <a:pt x="1183295" y="0"/>
                </a:lnTo>
                <a:cubicBezTo>
                  <a:pt x="1195301" y="0"/>
                  <a:pt x="1205034" y="9733"/>
                  <a:pt x="1205034" y="21739"/>
                </a:cubicBezTo>
                <a:lnTo>
                  <a:pt x="1205034" y="435355"/>
                </a:lnTo>
                <a:cubicBezTo>
                  <a:pt x="1205034" y="447362"/>
                  <a:pt x="1195301" y="457094"/>
                  <a:pt x="1183295" y="457094"/>
                </a:cubicBezTo>
                <a:lnTo>
                  <a:pt x="21739" y="457094"/>
                </a:lnTo>
                <a:cubicBezTo>
                  <a:pt x="9733" y="457094"/>
                  <a:pt x="0" y="447362"/>
                  <a:pt x="0" y="435355"/>
                </a:cubicBezTo>
                <a:lnTo>
                  <a:pt x="0" y="21739"/>
                </a:lnTo>
              </a:path>
            </a:pathLst>
          </a:custGeom>
          <a:noFill xmlns:a="http://schemas.openxmlformats.org/drawingml/2006/main"/>
          <a:ln xmlns:a="http://schemas.openxmlformats.org/drawingml/2006/main" w="16779">
            <a:solidFill>
              <a:srgbClr val="D9D9D9"/>
            </a:solidFill>
            <a:prstDash val="solid"/>
          </a:ln>
        </p:spPr>
      </p:sp>
      <p:pic>
        <p:nvPic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F4934983-6028-4494-9F36-393908489D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ede7330526482a"/>
          <a:stretch xmlns:a="http://schemas.openxmlformats.org/drawingml/2006/main"/>
        </p:blipFill>
        <p:spPr>
          <a:xfrm xmlns:a="http://schemas.openxmlformats.org/drawingml/2006/main">
            <a:off x="13956728" y="6941696"/>
            <a:ext cx="1589314" cy="729343"/>
          </a:xfrm>
          <a:prstGeom xmlns:a="http://schemas.openxmlformats.org/drawingml/2006/main" prst="rect">
            <a:avLst/>
          </a:prstGeom>
        </p:spPr>
      </p:pic>
      <p:sp>
        <p:nvSpPr>
          <p:cNvPr id="259" name="path-248">
            <a:extLst xmlns:a="http://schemas.openxmlformats.org/drawingml/2006/main">
              <a:ext uri="{FF2B5EF4-FFF2-40B4-BE49-F238E27FC236}">
                <a16:creationId xmlns:a16="http://schemas.microsoft.com/office/drawing/2014/main" id="{70E25DEF-F2BB-4F58-851F-3178D0E2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5952" y="6999594"/>
            <a:ext cx="1377181" cy="522395"/>
          </a:xfrm>
          <a:custGeom xmlns:a="http://schemas.openxmlformats.org/drawingml/2006/main">
            <a:pathLst>
              <a:path w="1205034" h="457096">
                <a:moveTo>
                  <a:pt x="0" y="21739"/>
                </a:moveTo>
                <a:cubicBezTo>
                  <a:pt x="0" y="9734"/>
                  <a:pt x="9733" y="0"/>
                  <a:pt x="21740" y="0"/>
                </a:cubicBezTo>
                <a:lnTo>
                  <a:pt x="1183293" y="0"/>
                </a:lnTo>
                <a:cubicBezTo>
                  <a:pt x="1195302" y="0"/>
                  <a:pt x="1205034" y="9734"/>
                  <a:pt x="1205034" y="21739"/>
                </a:cubicBezTo>
                <a:lnTo>
                  <a:pt x="1205034" y="435357"/>
                </a:lnTo>
                <a:cubicBezTo>
                  <a:pt x="1205034" y="447363"/>
                  <a:pt x="1195302" y="457096"/>
                  <a:pt x="1183293" y="457096"/>
                </a:cubicBezTo>
                <a:lnTo>
                  <a:pt x="21740" y="457096"/>
                </a:lnTo>
                <a:cubicBezTo>
                  <a:pt x="9733" y="457096"/>
                  <a:pt x="0" y="447363"/>
                  <a:pt x="0" y="435357"/>
                </a:cubicBezTo>
                <a:lnTo>
                  <a:pt x="0" y="217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" name="path-249">
            <a:extLst xmlns:a="http://schemas.openxmlformats.org/drawingml/2006/main">
              <a:ext uri="{FF2B5EF4-FFF2-40B4-BE49-F238E27FC236}">
                <a16:creationId xmlns:a16="http://schemas.microsoft.com/office/drawing/2014/main" id="{B0D6DAB6-B604-43B0-97BC-921F64AA9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5952" y="6999594"/>
            <a:ext cx="1377181" cy="522394"/>
          </a:xfrm>
          <a:custGeom xmlns:a="http://schemas.openxmlformats.org/drawingml/2006/main">
            <a:pathLst>
              <a:path w="1205034" h="457094">
                <a:moveTo>
                  <a:pt x="0" y="21739"/>
                </a:moveTo>
                <a:cubicBezTo>
                  <a:pt x="0" y="9733"/>
                  <a:pt x="9733" y="0"/>
                  <a:pt x="21739" y="0"/>
                </a:cubicBezTo>
                <a:lnTo>
                  <a:pt x="1183295" y="0"/>
                </a:lnTo>
                <a:cubicBezTo>
                  <a:pt x="1195301" y="0"/>
                  <a:pt x="1205034" y="9733"/>
                  <a:pt x="1205034" y="21739"/>
                </a:cubicBezTo>
                <a:lnTo>
                  <a:pt x="1205034" y="435355"/>
                </a:lnTo>
                <a:cubicBezTo>
                  <a:pt x="1205034" y="447362"/>
                  <a:pt x="1195301" y="457094"/>
                  <a:pt x="1183295" y="457094"/>
                </a:cubicBezTo>
                <a:lnTo>
                  <a:pt x="21739" y="457094"/>
                </a:lnTo>
                <a:cubicBezTo>
                  <a:pt x="9733" y="457094"/>
                  <a:pt x="0" y="447362"/>
                  <a:pt x="0" y="435355"/>
                </a:cubicBezTo>
                <a:lnTo>
                  <a:pt x="0" y="21739"/>
                </a:lnTo>
              </a:path>
            </a:pathLst>
          </a:custGeom>
          <a:noFill xmlns:a="http://schemas.openxmlformats.org/drawingml/2006/main"/>
          <a:ln xmlns:a="http://schemas.openxmlformats.org/drawingml/2006/main" w="16779">
            <a:solidFill>
              <a:srgbClr val="D9D9D9"/>
            </a:solidFill>
            <a:prstDash val="solid"/>
          </a:ln>
        </p:spPr>
      </p:sp>
      <p:sp>
        <p:nvSpPr>
          <p:cNvPr id="261" name="text-250 Seed">
            <a:extLst xmlns:a="http://schemas.openxmlformats.org/drawingml/2006/main">
              <a:ext uri="{FF2B5EF4-FFF2-40B4-BE49-F238E27FC236}">
                <a16:creationId xmlns:a16="http://schemas.microsoft.com/office/drawing/2014/main" id="{C6B0A7ED-3955-44D1-BE61-973306A6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74550" y="5033296"/>
            <a:ext cx="476660" cy="314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Seed</a:t>
            </a:r>
          </a:p>
        </p:txBody>
      </p:sp>
      <p:sp>
        <p:nvSpPr>
          <p:cNvPr id="262" name="text-251 Config">
            <a:extLst xmlns:a="http://schemas.openxmlformats.org/drawingml/2006/main">
              <a:ext uri="{FF2B5EF4-FFF2-40B4-BE49-F238E27FC236}">
                <a16:creationId xmlns:a16="http://schemas.microsoft.com/office/drawing/2014/main" id="{48BAC072-78C8-48D5-A2D3-77D007E7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10229" y="5302714"/>
            <a:ext cx="661060" cy="3129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Config</a:t>
            </a:r>
          </a:p>
        </p:txBody>
      </p:sp>
      <p:sp>
        <p:nvSpPr>
          <p:cNvPr id="263" name="text-252 Exploration">
            <a:extLst xmlns:a="http://schemas.openxmlformats.org/drawingml/2006/main">
              <a:ext uri="{FF2B5EF4-FFF2-40B4-BE49-F238E27FC236}">
                <a16:creationId xmlns:a16="http://schemas.microsoft.com/office/drawing/2014/main" id="{2A31DDB2-14B7-4DEE-A3A4-BB800819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64807" y="5694242"/>
            <a:ext cx="1097395" cy="313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6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Exploration</a:t>
            </a:r>
          </a:p>
        </p:txBody>
      </p:sp>
      <p:sp>
        <p:nvSpPr>
          <p:cNvPr id="264" name="text-253 Config">
            <a:extLst xmlns:a="http://schemas.openxmlformats.org/drawingml/2006/main">
              <a:ext uri="{FF2B5EF4-FFF2-40B4-BE49-F238E27FC236}">
                <a16:creationId xmlns:a16="http://schemas.microsoft.com/office/drawing/2014/main" id="{96B00AF9-68C2-407F-816C-AF4D1508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0899" y="5963140"/>
            <a:ext cx="661060" cy="3129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Config</a:t>
            </a:r>
          </a:p>
        </p:txBody>
      </p:sp>
      <p:sp>
        <p:nvSpPr>
          <p:cNvPr id="265" name="text-254 Organization">
            <a:extLst xmlns:a="http://schemas.openxmlformats.org/drawingml/2006/main">
              <a:ext uri="{FF2B5EF4-FFF2-40B4-BE49-F238E27FC236}">
                <a16:creationId xmlns:a16="http://schemas.microsoft.com/office/drawing/2014/main" id="{C0621EAB-7EB9-402E-813C-AC863671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72114" y="6305016"/>
            <a:ext cx="1212291" cy="315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7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Organization</a:t>
            </a:r>
          </a:p>
        </p:txBody>
      </p:sp>
      <p:sp>
        <p:nvSpPr>
          <p:cNvPr id="266" name="text-255 Config">
            <a:extLst xmlns:a="http://schemas.openxmlformats.org/drawingml/2006/main">
              <a:ext uri="{FF2B5EF4-FFF2-40B4-BE49-F238E27FC236}">
                <a16:creationId xmlns:a16="http://schemas.microsoft.com/office/drawing/2014/main" id="{AB4D4A5D-467E-43B8-AC3E-A2A59996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19662" y="6575243"/>
            <a:ext cx="661060" cy="3129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Config</a:t>
            </a:r>
          </a:p>
        </p:txBody>
      </p:sp>
      <p:sp>
        <p:nvSpPr>
          <p:cNvPr id="267" name="text-256 Curation">
            <a:extLst xmlns:a="http://schemas.openxmlformats.org/drawingml/2006/main">
              <a:ext uri="{FF2B5EF4-FFF2-40B4-BE49-F238E27FC236}">
                <a16:creationId xmlns:a16="http://schemas.microsoft.com/office/drawing/2014/main" id="{A59EB506-C1FC-4014-A52B-C3E6E7DE6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46856" y="6956180"/>
            <a:ext cx="823309" cy="313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Curation</a:t>
            </a:r>
          </a:p>
        </p:txBody>
      </p:sp>
      <p:sp>
        <p:nvSpPr>
          <p:cNvPr id="268" name="text-257 Config">
            <a:extLst xmlns:a="http://schemas.openxmlformats.org/drawingml/2006/main">
              <a:ext uri="{FF2B5EF4-FFF2-40B4-BE49-F238E27FC236}">
                <a16:creationId xmlns:a16="http://schemas.microsoft.com/office/drawing/2014/main" id="{29CFFE8B-C4D4-4DBC-96A9-FE46C186B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99991" y="7224930"/>
            <a:ext cx="661060" cy="3129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Config</a:t>
            </a:r>
          </a:p>
        </p:txBody>
      </p:sp>
      <p:pic>
        <p:nvPic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46C4CAFA-08C3-434A-AF4E-9FF1086C06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ef64dcb99a41b4"/>
          <a:stretch xmlns:a="http://schemas.openxmlformats.org/drawingml/2006/main"/>
        </p:blipFill>
        <p:spPr>
          <a:xfrm xmlns:a="http://schemas.openxmlformats.org/drawingml/2006/main">
            <a:off x="8633614" y="3828381"/>
            <a:ext cx="1589314" cy="740229"/>
          </a:xfrm>
          <a:prstGeom xmlns:a="http://schemas.openxmlformats.org/drawingml/2006/main" prst="rect">
            <a:avLst/>
          </a:prstGeom>
        </p:spPr>
      </p:pic>
      <p:sp>
        <p:nvSpPr>
          <p:cNvPr id="270" name="path-259">
            <a:extLst xmlns:a="http://schemas.openxmlformats.org/drawingml/2006/main">
              <a:ext uri="{FF2B5EF4-FFF2-40B4-BE49-F238E27FC236}">
                <a16:creationId xmlns:a16="http://schemas.microsoft.com/office/drawing/2014/main" id="{A7171445-8ED6-45BB-85CA-EBDF4431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4972" y="3886983"/>
            <a:ext cx="1377181" cy="522394"/>
          </a:xfrm>
          <a:custGeom xmlns:a="http://schemas.openxmlformats.org/drawingml/2006/main">
            <a:pathLst>
              <a:path w="1205034" h="457095">
                <a:moveTo>
                  <a:pt x="0" y="21739"/>
                </a:moveTo>
                <a:cubicBezTo>
                  <a:pt x="0" y="9733"/>
                  <a:pt x="9733" y="0"/>
                  <a:pt x="21739" y="0"/>
                </a:cubicBezTo>
                <a:lnTo>
                  <a:pt x="1183296" y="0"/>
                </a:lnTo>
                <a:cubicBezTo>
                  <a:pt x="1195301" y="0"/>
                  <a:pt x="1205034" y="9733"/>
                  <a:pt x="1205034" y="21739"/>
                </a:cubicBezTo>
                <a:lnTo>
                  <a:pt x="1205034" y="435354"/>
                </a:lnTo>
                <a:cubicBezTo>
                  <a:pt x="1205034" y="447362"/>
                  <a:pt x="1195301" y="457095"/>
                  <a:pt x="1183296" y="457095"/>
                </a:cubicBezTo>
                <a:lnTo>
                  <a:pt x="21739" y="457095"/>
                </a:lnTo>
                <a:cubicBezTo>
                  <a:pt x="9733" y="457095"/>
                  <a:pt x="0" y="447362"/>
                  <a:pt x="0" y="435354"/>
                </a:cubicBezTo>
                <a:lnTo>
                  <a:pt x="0" y="217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1" name="path-260">
            <a:extLst xmlns:a="http://schemas.openxmlformats.org/drawingml/2006/main">
              <a:ext uri="{FF2B5EF4-FFF2-40B4-BE49-F238E27FC236}">
                <a16:creationId xmlns:a16="http://schemas.microsoft.com/office/drawing/2014/main" id="{8432B6D3-E754-40DC-A4D9-F30ABA778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4972" y="3886983"/>
            <a:ext cx="1377181" cy="522394"/>
          </a:xfrm>
          <a:custGeom xmlns:a="http://schemas.openxmlformats.org/drawingml/2006/main">
            <a:pathLst>
              <a:path w="1205034" h="457094">
                <a:moveTo>
                  <a:pt x="0" y="21739"/>
                </a:moveTo>
                <a:cubicBezTo>
                  <a:pt x="0" y="9733"/>
                  <a:pt x="9733" y="0"/>
                  <a:pt x="21739" y="0"/>
                </a:cubicBezTo>
                <a:lnTo>
                  <a:pt x="1183295" y="0"/>
                </a:lnTo>
                <a:cubicBezTo>
                  <a:pt x="1195301" y="0"/>
                  <a:pt x="1205034" y="9733"/>
                  <a:pt x="1205034" y="21739"/>
                </a:cubicBezTo>
                <a:lnTo>
                  <a:pt x="1205034" y="435355"/>
                </a:lnTo>
                <a:cubicBezTo>
                  <a:pt x="1205034" y="447362"/>
                  <a:pt x="1195301" y="457094"/>
                  <a:pt x="1183295" y="457094"/>
                </a:cubicBezTo>
                <a:lnTo>
                  <a:pt x="21739" y="457094"/>
                </a:lnTo>
                <a:cubicBezTo>
                  <a:pt x="9733" y="457094"/>
                  <a:pt x="0" y="447362"/>
                  <a:pt x="0" y="435355"/>
                </a:cubicBezTo>
                <a:lnTo>
                  <a:pt x="0" y="21739"/>
                </a:lnTo>
              </a:path>
            </a:pathLst>
          </a:custGeom>
          <a:noFill xmlns:a="http://schemas.openxmlformats.org/drawingml/2006/main"/>
          <a:ln xmlns:a="http://schemas.openxmlformats.org/drawingml/2006/main" w="16779">
            <a:solidFill>
              <a:srgbClr val="D9D9D9"/>
            </a:solidFill>
            <a:prstDash val="solid"/>
          </a:ln>
        </p:spPr>
      </p:sp>
      <p:sp>
        <p:nvSpPr>
          <p:cNvPr id="272" name="text-261 Tool">
            <a:extLst xmlns:a="http://schemas.openxmlformats.org/drawingml/2006/main">
              <a:ext uri="{FF2B5EF4-FFF2-40B4-BE49-F238E27FC236}">
                <a16:creationId xmlns:a16="http://schemas.microsoft.com/office/drawing/2014/main" id="{AB4894B6-25C1-40CF-A328-065BC907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16935" y="3865412"/>
            <a:ext cx="464771" cy="325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3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3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Tool</a:t>
            </a:r>
          </a:p>
        </p:txBody>
      </p:sp>
      <p:sp>
        <p:nvSpPr>
          <p:cNvPr id="273" name="text-262 Configuration">
            <a:extLst xmlns:a="http://schemas.openxmlformats.org/drawingml/2006/main">
              <a:ext uri="{FF2B5EF4-FFF2-40B4-BE49-F238E27FC236}">
                <a16:creationId xmlns:a16="http://schemas.microsoft.com/office/drawing/2014/main" id="{5B7392F3-D2BC-4684-9801-CC24B9B7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8220" y="4142619"/>
            <a:ext cx="1295927" cy="3133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Configuration</a:t>
            </a:r>
          </a:p>
        </p:txBody>
      </p:sp>
      <p:pic>
        <p:nvPic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ACE1C464-DD57-40FA-99D8-4EC098C0BE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f859e21935447d"/>
          <a:stretch xmlns:a="http://schemas.openxmlformats.org/drawingml/2006/main"/>
        </p:blipFill>
        <p:spPr>
          <a:xfrm xmlns:a="http://schemas.openxmlformats.org/drawingml/2006/main">
            <a:off x="8655385" y="4579496"/>
            <a:ext cx="1589314" cy="729343"/>
          </a:xfrm>
          <a:prstGeom xmlns:a="http://schemas.openxmlformats.org/drawingml/2006/main" prst="rect">
            <a:avLst/>
          </a:prstGeom>
        </p:spPr>
      </p:pic>
      <p:sp>
        <p:nvSpPr>
          <p:cNvPr id="275" name="path-264">
            <a:extLst xmlns:a="http://schemas.openxmlformats.org/drawingml/2006/main">
              <a:ext uri="{FF2B5EF4-FFF2-40B4-BE49-F238E27FC236}">
                <a16:creationId xmlns:a16="http://schemas.microsoft.com/office/drawing/2014/main" id="{E0BFD6AD-B2B9-469F-AB8B-48B6369B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2436" y="4635256"/>
            <a:ext cx="1377181" cy="522394"/>
          </a:xfrm>
          <a:custGeom xmlns:a="http://schemas.openxmlformats.org/drawingml/2006/main">
            <a:pathLst>
              <a:path w="1205034" h="457095">
                <a:moveTo>
                  <a:pt x="0" y="21739"/>
                </a:moveTo>
                <a:cubicBezTo>
                  <a:pt x="0" y="9733"/>
                  <a:pt x="9733" y="0"/>
                  <a:pt x="21738" y="0"/>
                </a:cubicBezTo>
                <a:lnTo>
                  <a:pt x="1183295" y="0"/>
                </a:lnTo>
                <a:cubicBezTo>
                  <a:pt x="1195301" y="0"/>
                  <a:pt x="1205034" y="9733"/>
                  <a:pt x="1205034" y="21739"/>
                </a:cubicBezTo>
                <a:lnTo>
                  <a:pt x="1205034" y="435357"/>
                </a:lnTo>
                <a:cubicBezTo>
                  <a:pt x="1205034" y="447362"/>
                  <a:pt x="1195301" y="457095"/>
                  <a:pt x="1183295" y="457095"/>
                </a:cubicBezTo>
                <a:lnTo>
                  <a:pt x="21738" y="457095"/>
                </a:lnTo>
                <a:cubicBezTo>
                  <a:pt x="9733" y="457095"/>
                  <a:pt x="0" y="447362"/>
                  <a:pt x="0" y="435357"/>
                </a:cubicBezTo>
                <a:lnTo>
                  <a:pt x="0" y="217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6" name="path-265">
            <a:extLst xmlns:a="http://schemas.openxmlformats.org/drawingml/2006/main">
              <a:ext uri="{FF2B5EF4-FFF2-40B4-BE49-F238E27FC236}">
                <a16:creationId xmlns:a16="http://schemas.microsoft.com/office/drawing/2014/main" id="{85A3BDCF-0A52-4704-B6F9-848B9A49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2436" y="4635256"/>
            <a:ext cx="1377181" cy="522394"/>
          </a:xfrm>
          <a:custGeom xmlns:a="http://schemas.openxmlformats.org/drawingml/2006/main">
            <a:pathLst>
              <a:path w="1205034" h="457094">
                <a:moveTo>
                  <a:pt x="0" y="21739"/>
                </a:moveTo>
                <a:cubicBezTo>
                  <a:pt x="0" y="9733"/>
                  <a:pt x="9733" y="0"/>
                  <a:pt x="21739" y="0"/>
                </a:cubicBezTo>
                <a:lnTo>
                  <a:pt x="1183295" y="0"/>
                </a:lnTo>
                <a:cubicBezTo>
                  <a:pt x="1195301" y="0"/>
                  <a:pt x="1205034" y="9733"/>
                  <a:pt x="1205034" y="21739"/>
                </a:cubicBezTo>
                <a:lnTo>
                  <a:pt x="1205034" y="435355"/>
                </a:lnTo>
                <a:cubicBezTo>
                  <a:pt x="1205034" y="447362"/>
                  <a:pt x="1195301" y="457094"/>
                  <a:pt x="1183295" y="457094"/>
                </a:cubicBezTo>
                <a:lnTo>
                  <a:pt x="21739" y="457094"/>
                </a:lnTo>
                <a:cubicBezTo>
                  <a:pt x="9733" y="457094"/>
                  <a:pt x="0" y="447362"/>
                  <a:pt x="0" y="435355"/>
                </a:cubicBezTo>
                <a:lnTo>
                  <a:pt x="0" y="21739"/>
                </a:lnTo>
              </a:path>
            </a:pathLst>
          </a:custGeom>
          <a:noFill xmlns:a="http://schemas.openxmlformats.org/drawingml/2006/main"/>
          <a:ln xmlns:a="http://schemas.openxmlformats.org/drawingml/2006/main" w="16779">
            <a:solidFill>
              <a:srgbClr val="D9D9D9"/>
            </a:solidFill>
            <a:prstDash val="solid"/>
          </a:ln>
        </p:spPr>
      </p:sp>
      <p:sp>
        <p:nvSpPr>
          <p:cNvPr id="277" name="text-266 Runtime">
            <a:extLst xmlns:a="http://schemas.openxmlformats.org/drawingml/2006/main">
              <a:ext uri="{FF2B5EF4-FFF2-40B4-BE49-F238E27FC236}">
                <a16:creationId xmlns:a16="http://schemas.microsoft.com/office/drawing/2014/main" id="{018A4C95-016F-411F-9FBC-C1135AD6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21077" y="4621416"/>
            <a:ext cx="807789" cy="3120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Runtime</a:t>
            </a:r>
          </a:p>
        </p:txBody>
      </p:sp>
      <p:sp>
        <p:nvSpPr>
          <p:cNvPr id="278" name="text-267 Budgets">
            <a:extLst xmlns:a="http://schemas.openxmlformats.org/drawingml/2006/main">
              <a:ext uri="{FF2B5EF4-FFF2-40B4-BE49-F238E27FC236}">
                <a16:creationId xmlns:a16="http://schemas.microsoft.com/office/drawing/2014/main" id="{7844D660-7BC7-41E2-A31B-8C726356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67164" y="4889119"/>
            <a:ext cx="773320" cy="313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6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Budgets</a:t>
            </a:r>
          </a:p>
        </p:txBody>
      </p:sp>
      <p:pic>
        <p:nvPic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9618D170-A2E0-433D-A8A3-61C733E096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5b2f791f3644d5"/>
          <a:stretch xmlns:a="http://schemas.openxmlformats.org/drawingml/2006/main"/>
        </p:blipFill>
        <p:spPr>
          <a:xfrm xmlns:a="http://schemas.openxmlformats.org/drawingml/2006/main">
            <a:off x="8644500" y="5374153"/>
            <a:ext cx="1589314" cy="740229"/>
          </a:xfrm>
          <a:prstGeom xmlns:a="http://schemas.openxmlformats.org/drawingml/2006/main" prst="rect">
            <a:avLst/>
          </a:prstGeom>
        </p:spPr>
      </p:pic>
      <p:sp>
        <p:nvSpPr>
          <p:cNvPr id="280" name="path-269">
            <a:extLst xmlns:a="http://schemas.openxmlformats.org/drawingml/2006/main">
              <a:ext uri="{FF2B5EF4-FFF2-40B4-BE49-F238E27FC236}">
                <a16:creationId xmlns:a16="http://schemas.microsoft.com/office/drawing/2014/main" id="{4FE24076-C0F6-4F2B-B894-A90757DD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9456" y="5434059"/>
            <a:ext cx="1377181" cy="522394"/>
          </a:xfrm>
          <a:custGeom xmlns:a="http://schemas.openxmlformats.org/drawingml/2006/main">
            <a:pathLst>
              <a:path w="1205034" h="457095">
                <a:moveTo>
                  <a:pt x="0" y="21739"/>
                </a:moveTo>
                <a:cubicBezTo>
                  <a:pt x="0" y="9733"/>
                  <a:pt x="9733" y="0"/>
                  <a:pt x="21739" y="0"/>
                </a:cubicBezTo>
                <a:lnTo>
                  <a:pt x="1183295" y="0"/>
                </a:lnTo>
                <a:cubicBezTo>
                  <a:pt x="1195301" y="0"/>
                  <a:pt x="1205034" y="9733"/>
                  <a:pt x="1205034" y="21739"/>
                </a:cubicBezTo>
                <a:lnTo>
                  <a:pt x="1205034" y="435357"/>
                </a:lnTo>
                <a:cubicBezTo>
                  <a:pt x="1205034" y="447363"/>
                  <a:pt x="1195301" y="457095"/>
                  <a:pt x="1183295" y="457095"/>
                </a:cubicBezTo>
                <a:lnTo>
                  <a:pt x="21739" y="457095"/>
                </a:lnTo>
                <a:cubicBezTo>
                  <a:pt x="9733" y="457095"/>
                  <a:pt x="0" y="447363"/>
                  <a:pt x="0" y="435357"/>
                </a:cubicBezTo>
                <a:lnTo>
                  <a:pt x="0" y="217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1" name="path-270">
            <a:extLst xmlns:a="http://schemas.openxmlformats.org/drawingml/2006/main">
              <a:ext uri="{FF2B5EF4-FFF2-40B4-BE49-F238E27FC236}">
                <a16:creationId xmlns:a16="http://schemas.microsoft.com/office/drawing/2014/main" id="{79637510-BE89-46DF-AAC5-A7F49F22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9456" y="5434059"/>
            <a:ext cx="1377181" cy="522394"/>
          </a:xfrm>
          <a:custGeom xmlns:a="http://schemas.openxmlformats.org/drawingml/2006/main">
            <a:pathLst>
              <a:path w="1205034" h="457094">
                <a:moveTo>
                  <a:pt x="0" y="21739"/>
                </a:moveTo>
                <a:cubicBezTo>
                  <a:pt x="0" y="9733"/>
                  <a:pt x="9733" y="0"/>
                  <a:pt x="21739" y="0"/>
                </a:cubicBezTo>
                <a:lnTo>
                  <a:pt x="1183295" y="0"/>
                </a:lnTo>
                <a:cubicBezTo>
                  <a:pt x="1195301" y="0"/>
                  <a:pt x="1205034" y="9733"/>
                  <a:pt x="1205034" y="21739"/>
                </a:cubicBezTo>
                <a:lnTo>
                  <a:pt x="1205034" y="435355"/>
                </a:lnTo>
                <a:cubicBezTo>
                  <a:pt x="1205034" y="447362"/>
                  <a:pt x="1195301" y="457094"/>
                  <a:pt x="1183295" y="457094"/>
                </a:cubicBezTo>
                <a:lnTo>
                  <a:pt x="21739" y="457094"/>
                </a:lnTo>
                <a:cubicBezTo>
                  <a:pt x="9733" y="457094"/>
                  <a:pt x="0" y="447362"/>
                  <a:pt x="0" y="435355"/>
                </a:cubicBezTo>
                <a:lnTo>
                  <a:pt x="0" y="21739"/>
                </a:lnTo>
              </a:path>
            </a:pathLst>
          </a:custGeom>
          <a:noFill xmlns:a="http://schemas.openxmlformats.org/drawingml/2006/main"/>
          <a:ln xmlns:a="http://schemas.openxmlformats.org/drawingml/2006/main" w="16779">
            <a:solidFill>
              <a:srgbClr val="D9D9D9"/>
            </a:solidFill>
            <a:prstDash val="solid"/>
          </a:ln>
        </p:spPr>
      </p:sp>
      <p:sp>
        <p:nvSpPr>
          <p:cNvPr id="282" name="text-271 Policy">
            <a:extLst xmlns:a="http://schemas.openxmlformats.org/drawingml/2006/main">
              <a:ext uri="{FF2B5EF4-FFF2-40B4-BE49-F238E27FC236}">
                <a16:creationId xmlns:a16="http://schemas.microsoft.com/office/drawing/2014/main" id="{FF894971-9A5B-4CFE-A637-F4B433F7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05973" y="5421098"/>
            <a:ext cx="610676" cy="312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5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Policy</a:t>
            </a:r>
          </a:p>
        </p:txBody>
      </p:sp>
      <p:sp>
        <p:nvSpPr>
          <p:cNvPr id="283" name="text-271 &amp;">
            <a:extLst xmlns:a="http://schemas.openxmlformats.org/drawingml/2006/main">
              <a:ext uri="{FF2B5EF4-FFF2-40B4-BE49-F238E27FC236}">
                <a16:creationId xmlns:a16="http://schemas.microsoft.com/office/drawing/2014/main" id="{C043BD68-68B0-4B31-B2A2-A377BB316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32394" y="5420633"/>
            <a:ext cx="214287" cy="3132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&amp;</a:t>
            </a:r>
          </a:p>
        </p:txBody>
      </p:sp>
      <p:sp>
        <p:nvSpPr>
          <p:cNvPr id="284" name="text-272 Judge">
            <a:extLst xmlns:a="http://schemas.openxmlformats.org/drawingml/2006/main">
              <a:ext uri="{FF2B5EF4-FFF2-40B4-BE49-F238E27FC236}">
                <a16:creationId xmlns:a16="http://schemas.microsoft.com/office/drawing/2014/main" id="{1A40DC56-B262-463A-8015-451A120D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89975" y="5689225"/>
            <a:ext cx="561819" cy="3130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6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Judge</a:t>
            </a:r>
          </a:p>
        </p:txBody>
      </p:sp>
      <p:sp>
        <p:nvSpPr>
          <p:cNvPr id="285" name="text-272 Setup">
            <a:extLst xmlns:a="http://schemas.openxmlformats.org/drawingml/2006/main">
              <a:ext uri="{FF2B5EF4-FFF2-40B4-BE49-F238E27FC236}">
                <a16:creationId xmlns:a16="http://schemas.microsoft.com/office/drawing/2014/main" id="{607D1F32-C101-4C27-A0B3-83B9EDD8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68855" y="5689326"/>
            <a:ext cx="549194" cy="3128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Setup</a:t>
            </a:r>
          </a:p>
        </p:txBody>
      </p:sp>
      <p:pic>
        <p:nvPic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9F09BE35-1E2A-475C-B1D5-4A9A4519C2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60ae4249ab480b"/>
          <a:stretch xmlns:a="http://schemas.openxmlformats.org/drawingml/2006/main"/>
        </p:blipFill>
        <p:spPr>
          <a:xfrm xmlns:a="http://schemas.openxmlformats.org/drawingml/2006/main">
            <a:off x="8644500" y="6212353"/>
            <a:ext cx="1589314" cy="729343"/>
          </a:xfrm>
          <a:prstGeom xmlns:a="http://schemas.openxmlformats.org/drawingml/2006/main" prst="rect">
            <a:avLst/>
          </a:prstGeom>
        </p:spPr>
      </p:pic>
      <p:sp>
        <p:nvSpPr>
          <p:cNvPr id="287" name="path-274">
            <a:extLst xmlns:a="http://schemas.openxmlformats.org/drawingml/2006/main">
              <a:ext uri="{FF2B5EF4-FFF2-40B4-BE49-F238E27FC236}">
                <a16:creationId xmlns:a16="http://schemas.microsoft.com/office/drawing/2014/main" id="{D9371EBA-B545-4784-93FA-B68F5CDB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1090" y="6264713"/>
            <a:ext cx="1377181" cy="522395"/>
          </a:xfrm>
          <a:custGeom xmlns:a="http://schemas.openxmlformats.org/drawingml/2006/main">
            <a:pathLst>
              <a:path w="1205034" h="457096">
                <a:moveTo>
                  <a:pt x="0" y="21739"/>
                </a:moveTo>
                <a:cubicBezTo>
                  <a:pt x="0" y="9733"/>
                  <a:pt x="9733" y="0"/>
                  <a:pt x="21740" y="0"/>
                </a:cubicBezTo>
                <a:lnTo>
                  <a:pt x="1183296" y="0"/>
                </a:lnTo>
                <a:cubicBezTo>
                  <a:pt x="1195301" y="0"/>
                  <a:pt x="1205034" y="9733"/>
                  <a:pt x="1205034" y="21739"/>
                </a:cubicBezTo>
                <a:lnTo>
                  <a:pt x="1205034" y="435355"/>
                </a:lnTo>
                <a:cubicBezTo>
                  <a:pt x="1205034" y="447363"/>
                  <a:pt x="1195301" y="457096"/>
                  <a:pt x="1183296" y="457096"/>
                </a:cubicBezTo>
                <a:lnTo>
                  <a:pt x="21740" y="457096"/>
                </a:lnTo>
                <a:cubicBezTo>
                  <a:pt x="9733" y="457096"/>
                  <a:pt x="0" y="447363"/>
                  <a:pt x="0" y="435355"/>
                </a:cubicBezTo>
                <a:lnTo>
                  <a:pt x="0" y="217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8" name="path-275">
            <a:extLst xmlns:a="http://schemas.openxmlformats.org/drawingml/2006/main">
              <a:ext uri="{FF2B5EF4-FFF2-40B4-BE49-F238E27FC236}">
                <a16:creationId xmlns:a16="http://schemas.microsoft.com/office/drawing/2014/main" id="{53D36254-601F-4563-850F-45E766FA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1090" y="6264713"/>
            <a:ext cx="1377181" cy="522394"/>
          </a:xfrm>
          <a:custGeom xmlns:a="http://schemas.openxmlformats.org/drawingml/2006/main">
            <a:pathLst>
              <a:path w="1205034" h="457094">
                <a:moveTo>
                  <a:pt x="0" y="21739"/>
                </a:moveTo>
                <a:cubicBezTo>
                  <a:pt x="0" y="9733"/>
                  <a:pt x="9733" y="0"/>
                  <a:pt x="21739" y="0"/>
                </a:cubicBezTo>
                <a:lnTo>
                  <a:pt x="1183295" y="0"/>
                </a:lnTo>
                <a:cubicBezTo>
                  <a:pt x="1195301" y="0"/>
                  <a:pt x="1205034" y="9733"/>
                  <a:pt x="1205034" y="21739"/>
                </a:cubicBezTo>
                <a:lnTo>
                  <a:pt x="1205034" y="435355"/>
                </a:lnTo>
                <a:cubicBezTo>
                  <a:pt x="1205034" y="447362"/>
                  <a:pt x="1195301" y="457094"/>
                  <a:pt x="1183295" y="457094"/>
                </a:cubicBezTo>
                <a:lnTo>
                  <a:pt x="21739" y="457094"/>
                </a:lnTo>
                <a:cubicBezTo>
                  <a:pt x="9733" y="457094"/>
                  <a:pt x="0" y="447362"/>
                  <a:pt x="0" y="435355"/>
                </a:cubicBezTo>
                <a:lnTo>
                  <a:pt x="0" y="21739"/>
                </a:lnTo>
              </a:path>
            </a:pathLst>
          </a:custGeom>
          <a:noFill xmlns:a="http://schemas.openxmlformats.org/drawingml/2006/main"/>
          <a:ln xmlns:a="http://schemas.openxmlformats.org/drawingml/2006/main" w="16779">
            <a:solidFill>
              <a:srgbClr val="D9D9D9"/>
            </a:solidFill>
            <a:prstDash val="solid"/>
          </a:ln>
        </p:spPr>
      </p:sp>
      <p:sp>
        <p:nvSpPr>
          <p:cNvPr id="289" name="text-276 Optimization">
            <a:extLst xmlns:a="http://schemas.openxmlformats.org/drawingml/2006/main">
              <a:ext uri="{FF2B5EF4-FFF2-40B4-BE49-F238E27FC236}">
                <a16:creationId xmlns:a16="http://schemas.microsoft.com/office/drawing/2014/main" id="{34FF9E14-21AD-4018-8220-378A01D5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783" y="6252912"/>
            <a:ext cx="1220394" cy="313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6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Optimization</a:t>
            </a:r>
          </a:p>
        </p:txBody>
      </p:sp>
      <p:sp>
        <p:nvSpPr>
          <p:cNvPr id="290" name="text-277 Strategy">
            <a:extLst xmlns:a="http://schemas.openxmlformats.org/drawingml/2006/main">
              <a:ext uri="{FF2B5EF4-FFF2-40B4-BE49-F238E27FC236}">
                <a16:creationId xmlns:a16="http://schemas.microsoft.com/office/drawing/2014/main" id="{713EFDAA-76E2-45B2-B371-A1D7A92A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75570" y="6520967"/>
            <a:ext cx="787007" cy="313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Strategy</a:t>
            </a:r>
          </a:p>
        </p:txBody>
      </p:sp>
      <p:pic>
        <p:nvPic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B142B1AB-F080-477B-B41A-3FC33D2835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a2de6afc4f461c"/>
          <a:stretch xmlns:a="http://schemas.openxmlformats.org/drawingml/2006/main"/>
        </p:blipFill>
        <p:spPr>
          <a:xfrm xmlns:a="http://schemas.openxmlformats.org/drawingml/2006/main">
            <a:off x="8655385" y="7017896"/>
            <a:ext cx="1589314" cy="740229"/>
          </a:xfrm>
          <a:prstGeom xmlns:a="http://schemas.openxmlformats.org/drawingml/2006/main" prst="rect">
            <a:avLst/>
          </a:prstGeom>
        </p:spPr>
      </p:pic>
      <p:sp>
        <p:nvSpPr>
          <p:cNvPr id="292" name="path-279">
            <a:extLst xmlns:a="http://schemas.openxmlformats.org/drawingml/2006/main">
              <a:ext uri="{FF2B5EF4-FFF2-40B4-BE49-F238E27FC236}">
                <a16:creationId xmlns:a16="http://schemas.microsoft.com/office/drawing/2014/main" id="{5FD7474C-D697-403F-9816-1FF4C59A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8082" y="7078262"/>
            <a:ext cx="1377181" cy="522394"/>
          </a:xfrm>
          <a:custGeom xmlns:a="http://schemas.openxmlformats.org/drawingml/2006/main">
            <a:pathLst>
              <a:path w="1205034" h="457095">
                <a:moveTo>
                  <a:pt x="0" y="21739"/>
                </a:moveTo>
                <a:cubicBezTo>
                  <a:pt x="0" y="9733"/>
                  <a:pt x="9733" y="0"/>
                  <a:pt x="21742" y="0"/>
                </a:cubicBezTo>
                <a:lnTo>
                  <a:pt x="1183296" y="0"/>
                </a:lnTo>
                <a:cubicBezTo>
                  <a:pt x="1195301" y="0"/>
                  <a:pt x="1205034" y="9733"/>
                  <a:pt x="1205034" y="21739"/>
                </a:cubicBezTo>
                <a:lnTo>
                  <a:pt x="1205034" y="435357"/>
                </a:lnTo>
                <a:cubicBezTo>
                  <a:pt x="1205034" y="447362"/>
                  <a:pt x="1195301" y="457095"/>
                  <a:pt x="1183296" y="457095"/>
                </a:cubicBezTo>
                <a:lnTo>
                  <a:pt x="21742" y="457095"/>
                </a:lnTo>
                <a:cubicBezTo>
                  <a:pt x="9733" y="457095"/>
                  <a:pt x="0" y="447362"/>
                  <a:pt x="0" y="435357"/>
                </a:cubicBezTo>
                <a:lnTo>
                  <a:pt x="0" y="217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3" name="path-280">
            <a:extLst xmlns:a="http://schemas.openxmlformats.org/drawingml/2006/main">
              <a:ext uri="{FF2B5EF4-FFF2-40B4-BE49-F238E27FC236}">
                <a16:creationId xmlns:a16="http://schemas.microsoft.com/office/drawing/2014/main" id="{653D06AE-AD68-433F-B889-5E7AE2B7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8082" y="7078262"/>
            <a:ext cx="1377181" cy="522394"/>
          </a:xfrm>
          <a:custGeom xmlns:a="http://schemas.openxmlformats.org/drawingml/2006/main">
            <a:pathLst>
              <a:path w="1205034" h="457094">
                <a:moveTo>
                  <a:pt x="0" y="21739"/>
                </a:moveTo>
                <a:cubicBezTo>
                  <a:pt x="0" y="9733"/>
                  <a:pt x="9733" y="0"/>
                  <a:pt x="21739" y="0"/>
                </a:cubicBezTo>
                <a:lnTo>
                  <a:pt x="1183295" y="0"/>
                </a:lnTo>
                <a:cubicBezTo>
                  <a:pt x="1195301" y="0"/>
                  <a:pt x="1205034" y="9733"/>
                  <a:pt x="1205034" y="21739"/>
                </a:cubicBezTo>
                <a:lnTo>
                  <a:pt x="1205034" y="435355"/>
                </a:lnTo>
                <a:cubicBezTo>
                  <a:pt x="1205034" y="447362"/>
                  <a:pt x="1195301" y="457094"/>
                  <a:pt x="1183295" y="457094"/>
                </a:cubicBezTo>
                <a:lnTo>
                  <a:pt x="21739" y="457094"/>
                </a:lnTo>
                <a:cubicBezTo>
                  <a:pt x="9733" y="457094"/>
                  <a:pt x="0" y="447362"/>
                  <a:pt x="0" y="435355"/>
                </a:cubicBezTo>
                <a:lnTo>
                  <a:pt x="0" y="21739"/>
                </a:lnTo>
              </a:path>
            </a:pathLst>
          </a:custGeom>
          <a:noFill xmlns:a="http://schemas.openxmlformats.org/drawingml/2006/main"/>
          <a:ln xmlns:a="http://schemas.openxmlformats.org/drawingml/2006/main" w="16779">
            <a:solidFill>
              <a:srgbClr val="D9D9D9"/>
            </a:solidFill>
            <a:prstDash val="solid"/>
          </a:ln>
        </p:spPr>
      </p:sp>
      <p:sp>
        <p:nvSpPr>
          <p:cNvPr id="294" name="text-281 …">
            <a:extLst xmlns:a="http://schemas.openxmlformats.org/drawingml/2006/main">
              <a:ext uri="{FF2B5EF4-FFF2-40B4-BE49-F238E27FC236}">
                <a16:creationId xmlns:a16="http://schemas.microsoft.com/office/drawing/2014/main" id="{BF7EECE3-F2CE-4507-9095-DE700433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52895" y="7777687"/>
            <a:ext cx="264005" cy="3133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6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pic>
        <p:nvPic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C58431A4-5CC1-47F2-95D0-5E2F76FEE9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15b09fbec74069"/>
          <a:stretch xmlns:a="http://schemas.openxmlformats.org/drawingml/2006/main"/>
        </p:blipFill>
        <p:spPr>
          <a:xfrm xmlns:a="http://schemas.openxmlformats.org/drawingml/2006/main">
            <a:off x="14522785" y="4927839"/>
            <a:ext cx="359229" cy="348343"/>
          </a:xfrm>
          <a:prstGeom xmlns:a="http://schemas.openxmlformats.org/drawingml/2006/main" prst="rect">
            <a:avLst/>
          </a:prstGeom>
        </p:spPr>
      </p:pic>
      <p:sp>
        <p:nvSpPr>
          <p:cNvPr id="296" name="path-283">
            <a:extLst xmlns:a="http://schemas.openxmlformats.org/drawingml/2006/main">
              <a:ext uri="{FF2B5EF4-FFF2-40B4-BE49-F238E27FC236}">
                <a16:creationId xmlns:a16="http://schemas.microsoft.com/office/drawing/2014/main" id="{E50D25F5-344D-4D47-A9E8-4170A1B4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57985" y="5054039"/>
            <a:ext cx="95746" cy="96399"/>
          </a:xfrm>
          <a:custGeom xmlns:a="http://schemas.openxmlformats.org/drawingml/2006/main">
            <a:pathLst>
              <a:path w="83778" h="84349">
                <a:moveTo>
                  <a:pt x="0" y="42176"/>
                </a:moveTo>
                <a:cubicBezTo>
                  <a:pt x="0" y="18882"/>
                  <a:pt x="18753" y="0"/>
                  <a:pt x="41890" y="0"/>
                </a:cubicBezTo>
                <a:cubicBezTo>
                  <a:pt x="65025" y="0"/>
                  <a:pt x="83778" y="18882"/>
                  <a:pt x="83778" y="42176"/>
                </a:cubicBezTo>
                <a:cubicBezTo>
                  <a:pt x="83778" y="65467"/>
                  <a:pt x="65025" y="84349"/>
                  <a:pt x="41890" y="84349"/>
                </a:cubicBezTo>
                <a:cubicBezTo>
                  <a:pt x="18753" y="84349"/>
                  <a:pt x="0" y="65467"/>
                  <a:pt x="0" y="42176"/>
                </a:cubicBez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7" name="path-284">
            <a:extLst xmlns:a="http://schemas.openxmlformats.org/drawingml/2006/main">
              <a:ext uri="{FF2B5EF4-FFF2-40B4-BE49-F238E27FC236}">
                <a16:creationId xmlns:a16="http://schemas.microsoft.com/office/drawing/2014/main" id="{7DA2B12E-621B-494E-A311-71D2E20D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57985" y="5054039"/>
            <a:ext cx="95748" cy="96399"/>
          </a:xfrm>
          <a:custGeom xmlns:a="http://schemas.openxmlformats.org/drawingml/2006/main">
            <a:pathLst>
              <a:path w="83779" h="84349">
                <a:moveTo>
                  <a:pt x="0" y="42175"/>
                </a:moveTo>
                <a:cubicBezTo>
                  <a:pt x="0" y="18882"/>
                  <a:pt x="18755" y="0"/>
                  <a:pt x="41890" y="0"/>
                </a:cubicBezTo>
                <a:cubicBezTo>
                  <a:pt x="65025" y="0"/>
                  <a:pt x="83779" y="18882"/>
                  <a:pt x="83779" y="42175"/>
                </a:cubicBezTo>
                <a:cubicBezTo>
                  <a:pt x="83779" y="65467"/>
                  <a:pt x="65025" y="84349"/>
                  <a:pt x="41890" y="84349"/>
                </a:cubicBezTo>
                <a:cubicBezTo>
                  <a:pt x="18755" y="84349"/>
                  <a:pt x="0" y="65467"/>
                  <a:pt x="0" y="421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2372">
            <a:solidFill>
              <a:srgbClr val="A6A6A6"/>
            </a:solidFill>
            <a:prstDash val="solid"/>
          </a:ln>
        </p:spPr>
      </p:sp>
      <p:sp>
        <p:nvSpPr>
          <p:cNvPr id="298" name="text-285 Analysis">
            <a:extLst xmlns:a="http://schemas.openxmlformats.org/drawingml/2006/main">
              <a:ext uri="{FF2B5EF4-FFF2-40B4-BE49-F238E27FC236}">
                <a16:creationId xmlns:a16="http://schemas.microsoft.com/office/drawing/2014/main" id="{19EEEB39-CFC2-4EE2-B32A-65C406937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34600" y="7058146"/>
            <a:ext cx="823690" cy="313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6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Analysis</a:t>
            </a:r>
          </a:p>
        </p:txBody>
      </p:sp>
      <p:sp>
        <p:nvSpPr>
          <p:cNvPr id="299" name="text-286 Setup">
            <a:extLst xmlns:a="http://schemas.openxmlformats.org/drawingml/2006/main">
              <a:ext uri="{FF2B5EF4-FFF2-40B4-BE49-F238E27FC236}">
                <a16:creationId xmlns:a16="http://schemas.microsoft.com/office/drawing/2014/main" id="{4E4E84E1-8F92-48BC-A3FC-546D5D29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71630" y="7326968"/>
            <a:ext cx="549196" cy="312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Setup</a:t>
            </a:r>
          </a:p>
        </p:txBody>
      </p:sp>
      <p:pic>
        <p:nvPic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32ADE7B6-0129-4D9A-B843-56C4CDB137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8f9400b66c4347"/>
          <a:stretch xmlns:a="http://schemas.openxmlformats.org/drawingml/2006/main"/>
        </p:blipFill>
        <p:spPr>
          <a:xfrm xmlns:a="http://schemas.openxmlformats.org/drawingml/2006/main">
            <a:off x="15099728" y="6038181"/>
            <a:ext cx="359229" cy="359229"/>
          </a:xfrm>
          <a:prstGeom xmlns:a="http://schemas.openxmlformats.org/drawingml/2006/main" prst="rect">
            <a:avLst/>
          </a:prstGeom>
        </p:spPr>
      </p:pic>
      <p:sp>
        <p:nvSpPr>
          <p:cNvPr id="301" name="path-288">
            <a:extLst xmlns:a="http://schemas.openxmlformats.org/drawingml/2006/main">
              <a:ext uri="{FF2B5EF4-FFF2-40B4-BE49-F238E27FC236}">
                <a16:creationId xmlns:a16="http://schemas.microsoft.com/office/drawing/2014/main" id="{9C7D2F76-8209-41EE-BC85-89EB16FB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30601" y="6172782"/>
            <a:ext cx="95748" cy="96399"/>
          </a:xfrm>
          <a:custGeom xmlns:a="http://schemas.openxmlformats.org/drawingml/2006/main">
            <a:pathLst>
              <a:path w="83779" h="84349">
                <a:moveTo>
                  <a:pt x="0" y="42173"/>
                </a:moveTo>
                <a:cubicBezTo>
                  <a:pt x="0" y="18882"/>
                  <a:pt x="18755" y="0"/>
                  <a:pt x="41890" y="0"/>
                </a:cubicBezTo>
                <a:cubicBezTo>
                  <a:pt x="65023" y="0"/>
                  <a:pt x="83779" y="18882"/>
                  <a:pt x="83779" y="42173"/>
                </a:cubicBezTo>
                <a:cubicBezTo>
                  <a:pt x="83779" y="65466"/>
                  <a:pt x="65023" y="84349"/>
                  <a:pt x="41890" y="84349"/>
                </a:cubicBezTo>
                <a:cubicBezTo>
                  <a:pt x="18755" y="84349"/>
                  <a:pt x="0" y="65466"/>
                  <a:pt x="0" y="42173"/>
                </a:cubicBez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2" name="path-289">
            <a:extLst xmlns:a="http://schemas.openxmlformats.org/drawingml/2006/main">
              <a:ext uri="{FF2B5EF4-FFF2-40B4-BE49-F238E27FC236}">
                <a16:creationId xmlns:a16="http://schemas.microsoft.com/office/drawing/2014/main" id="{3A38F208-7168-4D2F-BF66-E4261D2C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30601" y="6172782"/>
            <a:ext cx="95748" cy="96399"/>
          </a:xfrm>
          <a:custGeom xmlns:a="http://schemas.openxmlformats.org/drawingml/2006/main">
            <a:pathLst>
              <a:path w="83779" h="84349">
                <a:moveTo>
                  <a:pt x="0" y="42175"/>
                </a:moveTo>
                <a:cubicBezTo>
                  <a:pt x="0" y="18882"/>
                  <a:pt x="18755" y="0"/>
                  <a:pt x="41890" y="0"/>
                </a:cubicBezTo>
                <a:cubicBezTo>
                  <a:pt x="65025" y="0"/>
                  <a:pt x="83779" y="18882"/>
                  <a:pt x="83779" y="42175"/>
                </a:cubicBezTo>
                <a:cubicBezTo>
                  <a:pt x="83779" y="65467"/>
                  <a:pt x="65025" y="84349"/>
                  <a:pt x="41890" y="84349"/>
                </a:cubicBezTo>
                <a:cubicBezTo>
                  <a:pt x="18755" y="84349"/>
                  <a:pt x="0" y="65467"/>
                  <a:pt x="0" y="421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2372">
            <a:solidFill>
              <a:srgbClr val="A6A6A6"/>
            </a:solidFill>
            <a:prstDash val="solid"/>
          </a:ln>
        </p:spPr>
      </p:sp>
      <p:pic>
        <p:nvPic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8F2BE8F1-A72F-433B-950F-82E7B2C781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d25228a31243f8"/>
          <a:stretch xmlns:a="http://schemas.openxmlformats.org/drawingml/2006/main"/>
        </p:blipFill>
        <p:spPr>
          <a:xfrm xmlns:a="http://schemas.openxmlformats.org/drawingml/2006/main">
            <a:off x="15165043" y="6604239"/>
            <a:ext cx="348343" cy="359229"/>
          </a:xfrm>
          <a:prstGeom xmlns:a="http://schemas.openxmlformats.org/drawingml/2006/main" prst="rect">
            <a:avLst/>
          </a:prstGeom>
        </p:spPr>
      </p:pic>
      <p:sp>
        <p:nvSpPr>
          <p:cNvPr id="304" name="path-291">
            <a:extLst xmlns:a="http://schemas.openxmlformats.org/drawingml/2006/main">
              <a:ext uri="{FF2B5EF4-FFF2-40B4-BE49-F238E27FC236}">
                <a16:creationId xmlns:a16="http://schemas.microsoft.com/office/drawing/2014/main" id="{0C1F77D0-C323-407F-BDE0-122F570CA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1802" y="6739084"/>
            <a:ext cx="95746" cy="96399"/>
          </a:xfrm>
          <a:custGeom xmlns:a="http://schemas.openxmlformats.org/drawingml/2006/main">
            <a:pathLst>
              <a:path w="83778" h="84349">
                <a:moveTo>
                  <a:pt x="0" y="42176"/>
                </a:moveTo>
                <a:cubicBezTo>
                  <a:pt x="0" y="18882"/>
                  <a:pt x="18755" y="0"/>
                  <a:pt x="41891" y="0"/>
                </a:cubicBezTo>
                <a:cubicBezTo>
                  <a:pt x="65023" y="0"/>
                  <a:pt x="83778" y="18882"/>
                  <a:pt x="83778" y="42176"/>
                </a:cubicBezTo>
                <a:cubicBezTo>
                  <a:pt x="83778" y="65469"/>
                  <a:pt x="65023" y="84349"/>
                  <a:pt x="41891" y="84349"/>
                </a:cubicBezTo>
                <a:cubicBezTo>
                  <a:pt x="18755" y="84349"/>
                  <a:pt x="0" y="65469"/>
                  <a:pt x="0" y="42176"/>
                </a:cubicBez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5" name="path-292">
            <a:extLst xmlns:a="http://schemas.openxmlformats.org/drawingml/2006/main">
              <a:ext uri="{FF2B5EF4-FFF2-40B4-BE49-F238E27FC236}">
                <a16:creationId xmlns:a16="http://schemas.microsoft.com/office/drawing/2014/main" id="{9C85D23A-5FD5-490F-BEC5-F8C47FB9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1802" y="6739084"/>
            <a:ext cx="95748" cy="96399"/>
          </a:xfrm>
          <a:custGeom xmlns:a="http://schemas.openxmlformats.org/drawingml/2006/main">
            <a:pathLst>
              <a:path w="83779" h="84349">
                <a:moveTo>
                  <a:pt x="0" y="42175"/>
                </a:moveTo>
                <a:cubicBezTo>
                  <a:pt x="0" y="18882"/>
                  <a:pt x="18755" y="0"/>
                  <a:pt x="41890" y="0"/>
                </a:cubicBezTo>
                <a:cubicBezTo>
                  <a:pt x="65025" y="0"/>
                  <a:pt x="83779" y="18882"/>
                  <a:pt x="83779" y="42175"/>
                </a:cubicBezTo>
                <a:cubicBezTo>
                  <a:pt x="83779" y="65467"/>
                  <a:pt x="65025" y="84349"/>
                  <a:pt x="41890" y="84349"/>
                </a:cubicBezTo>
                <a:cubicBezTo>
                  <a:pt x="18755" y="84349"/>
                  <a:pt x="0" y="65467"/>
                  <a:pt x="0" y="421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2372">
            <a:solidFill>
              <a:srgbClr val="A6A6A6"/>
            </a:solidFill>
            <a:prstDash val="solid"/>
          </a:ln>
        </p:spPr>
      </p:sp>
      <p:sp>
        <p:nvSpPr>
          <p:cNvPr id="306" name="path-293">
            <a:extLst xmlns:a="http://schemas.openxmlformats.org/drawingml/2006/main">
              <a:ext uri="{FF2B5EF4-FFF2-40B4-BE49-F238E27FC236}">
                <a16:creationId xmlns:a16="http://schemas.microsoft.com/office/drawing/2014/main" id="{65C160F1-5261-4C4C-8288-3B82EE2B9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3088" y="5577344"/>
            <a:ext cx="125387" cy="595438"/>
          </a:xfrm>
          <a:custGeom xmlns:a="http://schemas.openxmlformats.org/drawingml/2006/main">
            <a:pathLst>
              <a:path w="109713" h="521008">
                <a:moveTo>
                  <a:pt x="109713" y="52100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372">
            <a:solidFill>
              <a:srgbClr val="A6A6A6"/>
            </a:solidFill>
            <a:prstDash val="solid"/>
          </a:ln>
        </p:spPr>
      </p:sp>
      <p:sp>
        <p:nvSpPr>
          <p:cNvPr id="307" name="path-294">
            <a:extLst xmlns:a="http://schemas.openxmlformats.org/drawingml/2006/main">
              <a:ext uri="{FF2B5EF4-FFF2-40B4-BE49-F238E27FC236}">
                <a16:creationId xmlns:a16="http://schemas.microsoft.com/office/drawing/2014/main" id="{7425FE7F-A434-4952-ACD3-8550C913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477" y="6269181"/>
            <a:ext cx="27349" cy="484021"/>
          </a:xfrm>
          <a:custGeom xmlns:a="http://schemas.openxmlformats.org/drawingml/2006/main">
            <a:pathLst>
              <a:path w="23930" h="423518">
                <a:moveTo>
                  <a:pt x="23930" y="42351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372">
            <a:solidFill>
              <a:srgbClr val="A6A6A6"/>
            </a:solidFill>
            <a:prstDash val="solid"/>
          </a:ln>
        </p:spPr>
      </p:sp>
      <p:sp>
        <p:nvSpPr>
          <p:cNvPr id="308" name="path-295">
            <a:extLst xmlns:a="http://schemas.openxmlformats.org/drawingml/2006/main">
              <a:ext uri="{FF2B5EF4-FFF2-40B4-BE49-F238E27FC236}">
                <a16:creationId xmlns:a16="http://schemas.microsoft.com/office/drawing/2014/main" id="{50361639-16C9-4105-BED7-3EE763C6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3943" y="4522744"/>
            <a:ext cx="988063" cy="545412"/>
          </a:xfrm>
          <a:custGeom xmlns:a="http://schemas.openxmlformats.org/drawingml/2006/main">
            <a:pathLst>
              <a:path w="864555" h="477236">
                <a:moveTo>
                  <a:pt x="0" y="0"/>
                </a:moveTo>
                <a:lnTo>
                  <a:pt x="864555" y="477236"/>
                </a:lnTo>
              </a:path>
            </a:pathLst>
          </a:custGeom>
          <a:noFill xmlns:a="http://schemas.openxmlformats.org/drawingml/2006/main"/>
          <a:ln xmlns:a="http://schemas.openxmlformats.org/drawingml/2006/main" w="22372">
            <a:solidFill>
              <a:srgbClr val="A6A6A6"/>
            </a:solidFill>
            <a:prstDash val="solid"/>
          </a:ln>
        </p:spPr>
      </p:sp>
      <p:sp>
        <p:nvSpPr>
          <p:cNvPr id="309" name="path-296">
            <a:extLst xmlns:a="http://schemas.openxmlformats.org/drawingml/2006/main">
              <a:ext uri="{FF2B5EF4-FFF2-40B4-BE49-F238E27FC236}">
                <a16:creationId xmlns:a16="http://schemas.microsoft.com/office/drawing/2014/main" id="{06220F34-8ECB-45CA-AD09-E5D3E9E22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6348" y="5682988"/>
            <a:ext cx="520361" cy="537994"/>
          </a:xfrm>
          <a:custGeom xmlns:a="http://schemas.openxmlformats.org/drawingml/2006/main">
            <a:pathLst>
              <a:path w="455316" h="470745">
                <a:moveTo>
                  <a:pt x="455316" y="0"/>
                </a:moveTo>
                <a:lnTo>
                  <a:pt x="0" y="470745"/>
                </a:lnTo>
              </a:path>
            </a:pathLst>
          </a:custGeom>
          <a:noFill xmlns:a="http://schemas.openxmlformats.org/drawingml/2006/main"/>
          <a:ln xmlns:a="http://schemas.openxmlformats.org/drawingml/2006/main" w="22372">
            <a:solidFill>
              <a:srgbClr val="A6A6A6"/>
            </a:solidFill>
            <a:prstDash val="solid"/>
          </a:ln>
        </p:spPr>
      </p:sp>
      <p:sp>
        <p:nvSpPr>
          <p:cNvPr id="310" name="path-297">
            <a:extLst xmlns:a="http://schemas.openxmlformats.org/drawingml/2006/main">
              <a:ext uri="{FF2B5EF4-FFF2-40B4-BE49-F238E27FC236}">
                <a16:creationId xmlns:a16="http://schemas.microsoft.com/office/drawing/2014/main" id="{4740F8DA-466D-4556-8194-103EAEB4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9676" y="6835484"/>
            <a:ext cx="300491" cy="330306"/>
          </a:xfrm>
          <a:custGeom xmlns:a="http://schemas.openxmlformats.org/drawingml/2006/main">
            <a:pathLst>
              <a:path w="262929" h="289018">
                <a:moveTo>
                  <a:pt x="262929" y="28901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372">
            <a:solidFill>
              <a:srgbClr val="A6A6A6"/>
            </a:solidFill>
            <a:prstDash val="solid"/>
          </a:ln>
        </p:spPr>
      </p:sp>
      <p:pic>
        <p:nvPic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0BEF1E19-960D-42E9-A3F1-6C4CA67DEA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d74ef466be46f7"/>
          <a:stretch xmlns:a="http://schemas.openxmlformats.org/drawingml/2006/main"/>
        </p:blipFill>
        <p:spPr>
          <a:xfrm xmlns:a="http://schemas.openxmlformats.org/drawingml/2006/main">
            <a:off x="10114071" y="5602753"/>
            <a:ext cx="359229" cy="348343"/>
          </a:xfrm>
          <a:prstGeom xmlns:a="http://schemas.openxmlformats.org/drawingml/2006/main" prst="rect">
            <a:avLst/>
          </a:prstGeom>
        </p:spPr>
      </p:pic>
      <p:sp>
        <p:nvSpPr>
          <p:cNvPr id="312" name="path-299">
            <a:extLst xmlns:a="http://schemas.openxmlformats.org/drawingml/2006/main">
              <a:ext uri="{FF2B5EF4-FFF2-40B4-BE49-F238E27FC236}">
                <a16:creationId xmlns:a16="http://schemas.microsoft.com/office/drawing/2014/main" id="{CAB2EE6B-5570-40CE-BE00-65544560F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2937" y="5730110"/>
            <a:ext cx="95746" cy="96399"/>
          </a:xfrm>
          <a:custGeom xmlns:a="http://schemas.openxmlformats.org/drawingml/2006/main">
            <a:pathLst>
              <a:path w="83778" h="84349">
                <a:moveTo>
                  <a:pt x="0" y="42176"/>
                </a:moveTo>
                <a:cubicBezTo>
                  <a:pt x="0" y="18882"/>
                  <a:pt x="18753" y="0"/>
                  <a:pt x="41891" y="0"/>
                </a:cubicBezTo>
                <a:cubicBezTo>
                  <a:pt x="65025" y="0"/>
                  <a:pt x="83778" y="18882"/>
                  <a:pt x="83778" y="42176"/>
                </a:cubicBezTo>
                <a:cubicBezTo>
                  <a:pt x="83778" y="65467"/>
                  <a:pt x="65025" y="84349"/>
                  <a:pt x="41891" y="84349"/>
                </a:cubicBezTo>
                <a:cubicBezTo>
                  <a:pt x="18753" y="84349"/>
                  <a:pt x="0" y="65467"/>
                  <a:pt x="0" y="42176"/>
                </a:cubicBez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3" name="path-300">
            <a:extLst xmlns:a="http://schemas.openxmlformats.org/drawingml/2006/main">
              <a:ext uri="{FF2B5EF4-FFF2-40B4-BE49-F238E27FC236}">
                <a16:creationId xmlns:a16="http://schemas.microsoft.com/office/drawing/2014/main" id="{E150F041-7298-4010-9D05-29A0F6D5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2937" y="5730110"/>
            <a:ext cx="95748" cy="96399"/>
          </a:xfrm>
          <a:custGeom xmlns:a="http://schemas.openxmlformats.org/drawingml/2006/main">
            <a:pathLst>
              <a:path w="83779" h="84349">
                <a:moveTo>
                  <a:pt x="0" y="42175"/>
                </a:moveTo>
                <a:cubicBezTo>
                  <a:pt x="0" y="18882"/>
                  <a:pt x="18755" y="0"/>
                  <a:pt x="41890" y="0"/>
                </a:cubicBezTo>
                <a:cubicBezTo>
                  <a:pt x="65025" y="0"/>
                  <a:pt x="83779" y="18882"/>
                  <a:pt x="83779" y="42175"/>
                </a:cubicBezTo>
                <a:cubicBezTo>
                  <a:pt x="83779" y="65467"/>
                  <a:pt x="65025" y="84349"/>
                  <a:pt x="41890" y="84349"/>
                </a:cubicBezTo>
                <a:cubicBezTo>
                  <a:pt x="18755" y="84349"/>
                  <a:pt x="0" y="65467"/>
                  <a:pt x="0" y="421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2372">
            <a:solidFill>
              <a:srgbClr val="A6A6A6"/>
            </a:solidFill>
            <a:prstDash val="solid"/>
          </a:ln>
        </p:spPr>
      </p:sp>
      <p:pic>
        <p:nvPic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24B9DE78-AA49-47E9-8180-EE5173D2F6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4cc6117a80441b"/>
          <a:stretch xmlns:a="http://schemas.openxmlformats.org/drawingml/2006/main"/>
        </p:blipFill>
        <p:spPr>
          <a:xfrm xmlns:a="http://schemas.openxmlformats.org/drawingml/2006/main">
            <a:off x="10135843" y="6930810"/>
            <a:ext cx="359229" cy="359229"/>
          </a:xfrm>
          <a:prstGeom xmlns:a="http://schemas.openxmlformats.org/drawingml/2006/main" prst="rect">
            <a:avLst/>
          </a:prstGeom>
        </p:spPr>
      </p:pic>
      <p:sp>
        <p:nvSpPr>
          <p:cNvPr id="315" name="path-302">
            <a:extLst xmlns:a="http://schemas.openxmlformats.org/drawingml/2006/main">
              <a:ext uri="{FF2B5EF4-FFF2-40B4-BE49-F238E27FC236}">
                <a16:creationId xmlns:a16="http://schemas.microsoft.com/office/drawing/2014/main" id="{00E15977-0172-4A9B-B316-A70EFBA7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1956" y="7064887"/>
            <a:ext cx="95749" cy="96399"/>
          </a:xfrm>
          <a:custGeom xmlns:a="http://schemas.openxmlformats.org/drawingml/2006/main">
            <a:pathLst>
              <a:path w="83780" h="84349">
                <a:moveTo>
                  <a:pt x="0" y="42174"/>
                </a:moveTo>
                <a:cubicBezTo>
                  <a:pt x="0" y="18881"/>
                  <a:pt x="18756" y="0"/>
                  <a:pt x="41891" y="0"/>
                </a:cubicBezTo>
                <a:cubicBezTo>
                  <a:pt x="65025" y="0"/>
                  <a:pt x="83780" y="18881"/>
                  <a:pt x="83780" y="42174"/>
                </a:cubicBezTo>
                <a:cubicBezTo>
                  <a:pt x="83780" y="65467"/>
                  <a:pt x="65025" y="84349"/>
                  <a:pt x="41891" y="84349"/>
                </a:cubicBezTo>
                <a:cubicBezTo>
                  <a:pt x="18756" y="84349"/>
                  <a:pt x="0" y="65467"/>
                  <a:pt x="0" y="42174"/>
                </a:cubicBez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6" name="path-303">
            <a:extLst xmlns:a="http://schemas.openxmlformats.org/drawingml/2006/main">
              <a:ext uri="{FF2B5EF4-FFF2-40B4-BE49-F238E27FC236}">
                <a16:creationId xmlns:a16="http://schemas.microsoft.com/office/drawing/2014/main" id="{F744F290-8C2C-4234-86E8-96A2403E1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1956" y="7064887"/>
            <a:ext cx="95748" cy="96399"/>
          </a:xfrm>
          <a:custGeom xmlns:a="http://schemas.openxmlformats.org/drawingml/2006/main">
            <a:pathLst>
              <a:path w="83779" h="84349">
                <a:moveTo>
                  <a:pt x="0" y="42175"/>
                </a:moveTo>
                <a:cubicBezTo>
                  <a:pt x="0" y="18882"/>
                  <a:pt x="18755" y="0"/>
                  <a:pt x="41890" y="0"/>
                </a:cubicBezTo>
                <a:cubicBezTo>
                  <a:pt x="65025" y="0"/>
                  <a:pt x="83779" y="18882"/>
                  <a:pt x="83779" y="42175"/>
                </a:cubicBezTo>
                <a:cubicBezTo>
                  <a:pt x="83779" y="65467"/>
                  <a:pt x="65025" y="84349"/>
                  <a:pt x="41890" y="84349"/>
                </a:cubicBezTo>
                <a:cubicBezTo>
                  <a:pt x="18755" y="84349"/>
                  <a:pt x="0" y="65467"/>
                  <a:pt x="0" y="421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2372">
            <a:solidFill>
              <a:srgbClr val="A6A6A6"/>
            </a:solidFill>
            <a:prstDash val="solid"/>
          </a:ln>
        </p:spPr>
      </p:sp>
      <p:pic>
        <p:nvPic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CC7EE1B2-C4CB-48BB-9D97-6CCB09138F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fa5de0fabd4cc1"/>
          <a:stretch xmlns:a="http://schemas.openxmlformats.org/drawingml/2006/main"/>
        </p:blipFill>
        <p:spPr>
          <a:xfrm xmlns:a="http://schemas.openxmlformats.org/drawingml/2006/main">
            <a:off x="10712785" y="7954067"/>
            <a:ext cx="359229" cy="359229"/>
          </a:xfrm>
          <a:prstGeom xmlns:a="http://schemas.openxmlformats.org/drawingml/2006/main" prst="rect">
            <a:avLst/>
          </a:prstGeom>
        </p:spPr>
      </p:pic>
      <p:sp>
        <p:nvSpPr>
          <p:cNvPr id="318" name="path-305">
            <a:extLst xmlns:a="http://schemas.openxmlformats.org/drawingml/2006/main">
              <a:ext uri="{FF2B5EF4-FFF2-40B4-BE49-F238E27FC236}">
                <a16:creationId xmlns:a16="http://schemas.microsoft.com/office/drawing/2014/main" id="{3F497415-21EE-4EA1-962A-16D609713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3554" y="8088937"/>
            <a:ext cx="95748" cy="96399"/>
          </a:xfrm>
          <a:custGeom xmlns:a="http://schemas.openxmlformats.org/drawingml/2006/main">
            <a:pathLst>
              <a:path w="83779" h="84349">
                <a:moveTo>
                  <a:pt x="0" y="42176"/>
                </a:moveTo>
                <a:cubicBezTo>
                  <a:pt x="0" y="18882"/>
                  <a:pt x="18756" y="0"/>
                  <a:pt x="41890" y="0"/>
                </a:cubicBezTo>
                <a:cubicBezTo>
                  <a:pt x="65025" y="0"/>
                  <a:pt x="83779" y="18882"/>
                  <a:pt x="83779" y="42176"/>
                </a:cubicBezTo>
                <a:cubicBezTo>
                  <a:pt x="83779" y="65469"/>
                  <a:pt x="65025" y="84349"/>
                  <a:pt x="41890" y="84349"/>
                </a:cubicBezTo>
                <a:cubicBezTo>
                  <a:pt x="18756" y="84349"/>
                  <a:pt x="0" y="65469"/>
                  <a:pt x="0" y="42176"/>
                </a:cubicBez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9" name="path-306">
            <a:extLst xmlns:a="http://schemas.openxmlformats.org/drawingml/2006/main">
              <a:ext uri="{FF2B5EF4-FFF2-40B4-BE49-F238E27FC236}">
                <a16:creationId xmlns:a16="http://schemas.microsoft.com/office/drawing/2014/main" id="{2E9D4C78-497D-48EE-82FE-63987832F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3554" y="8088937"/>
            <a:ext cx="95748" cy="96399"/>
          </a:xfrm>
          <a:custGeom xmlns:a="http://schemas.openxmlformats.org/drawingml/2006/main">
            <a:pathLst>
              <a:path w="83779" h="84349">
                <a:moveTo>
                  <a:pt x="0" y="42175"/>
                </a:moveTo>
                <a:cubicBezTo>
                  <a:pt x="0" y="18882"/>
                  <a:pt x="18755" y="0"/>
                  <a:pt x="41890" y="0"/>
                </a:cubicBezTo>
                <a:cubicBezTo>
                  <a:pt x="65025" y="0"/>
                  <a:pt x="83779" y="18882"/>
                  <a:pt x="83779" y="42175"/>
                </a:cubicBezTo>
                <a:cubicBezTo>
                  <a:pt x="83779" y="65467"/>
                  <a:pt x="65025" y="84349"/>
                  <a:pt x="41890" y="84349"/>
                </a:cubicBezTo>
                <a:cubicBezTo>
                  <a:pt x="18755" y="84349"/>
                  <a:pt x="0" y="65467"/>
                  <a:pt x="0" y="421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2372">
            <a:solidFill>
              <a:srgbClr val="A6A6A6"/>
            </a:solidFill>
            <a:prstDash val="solid"/>
          </a:ln>
        </p:spPr>
      </p:sp>
      <p:sp>
        <p:nvSpPr>
          <p:cNvPr id="320" name="path-307">
            <a:extLst xmlns:a="http://schemas.openxmlformats.org/drawingml/2006/main">
              <a:ext uri="{FF2B5EF4-FFF2-40B4-BE49-F238E27FC236}">
                <a16:creationId xmlns:a16="http://schemas.microsoft.com/office/drawing/2014/main" id="{41B7BE5C-E173-41D6-8A29-D0616B0F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0811" y="5826510"/>
            <a:ext cx="19020" cy="1238377"/>
          </a:xfrm>
          <a:custGeom xmlns:a="http://schemas.openxmlformats.org/drawingml/2006/main">
            <a:pathLst>
              <a:path w="16642" h="1083580">
                <a:moveTo>
                  <a:pt x="16642" y="108358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372">
            <a:solidFill>
              <a:srgbClr val="A6A6A6"/>
            </a:solidFill>
            <a:prstDash val="solid"/>
          </a:ln>
        </p:spPr>
      </p:sp>
      <p:sp>
        <p:nvSpPr>
          <p:cNvPr id="321" name="path-308">
            <a:extLst xmlns:a="http://schemas.openxmlformats.org/drawingml/2006/main">
              <a:ext uri="{FF2B5EF4-FFF2-40B4-BE49-F238E27FC236}">
                <a16:creationId xmlns:a16="http://schemas.microsoft.com/office/drawing/2014/main" id="{6B88522D-FBBB-4193-B717-2A4246A5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9830" y="7161286"/>
            <a:ext cx="533725" cy="975853"/>
          </a:xfrm>
          <a:custGeom xmlns:a="http://schemas.openxmlformats.org/drawingml/2006/main">
            <a:pathLst>
              <a:path w="467009" h="853871">
                <a:moveTo>
                  <a:pt x="467009" y="85387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372">
            <a:solidFill>
              <a:srgbClr val="A6A6A6"/>
            </a:solidFill>
            <a:prstDash val="solid"/>
          </a:ln>
        </p:spPr>
      </p:sp>
      <p:sp>
        <p:nvSpPr>
          <p:cNvPr id="322" name="path-309">
            <a:extLst xmlns:a="http://schemas.openxmlformats.org/drawingml/2006/main">
              <a:ext uri="{FF2B5EF4-FFF2-40B4-BE49-F238E27FC236}">
                <a16:creationId xmlns:a16="http://schemas.microsoft.com/office/drawing/2014/main" id="{F99ED872-477F-4E0B-AD8F-678915E6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8684" y="5671537"/>
            <a:ext cx="343436" cy="106773"/>
          </a:xfrm>
          <a:custGeom xmlns:a="http://schemas.openxmlformats.org/drawingml/2006/main">
            <a:pathLst>
              <a:path w="300506" h="93427">
                <a:moveTo>
                  <a:pt x="300506" y="0"/>
                </a:moveTo>
                <a:lnTo>
                  <a:pt x="0" y="93427"/>
                </a:lnTo>
              </a:path>
            </a:pathLst>
          </a:custGeom>
          <a:noFill xmlns:a="http://schemas.openxmlformats.org/drawingml/2006/main"/>
          <a:ln xmlns:a="http://schemas.openxmlformats.org/drawingml/2006/main" w="22372">
            <a:solidFill>
              <a:srgbClr val="A6A6A6"/>
            </a:solidFill>
            <a:prstDash val="solid"/>
          </a:ln>
        </p:spPr>
      </p:sp>
      <p:sp>
        <p:nvSpPr>
          <p:cNvPr id="323" name="path-310">
            <a:extLst xmlns:a="http://schemas.openxmlformats.org/drawingml/2006/main">
              <a:ext uri="{FF2B5EF4-FFF2-40B4-BE49-F238E27FC236}">
                <a16:creationId xmlns:a16="http://schemas.microsoft.com/office/drawing/2014/main" id="{1EE80703-7B20-4799-BA9F-6B86334F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7706" y="6875570"/>
            <a:ext cx="512747" cy="237518"/>
          </a:xfrm>
          <a:custGeom xmlns:a="http://schemas.openxmlformats.org/drawingml/2006/main">
            <a:pathLst>
              <a:path w="448653" h="207828">
                <a:moveTo>
                  <a:pt x="448653" y="0"/>
                </a:moveTo>
                <a:lnTo>
                  <a:pt x="0" y="207828"/>
                </a:lnTo>
              </a:path>
            </a:pathLst>
          </a:custGeom>
          <a:noFill xmlns:a="http://schemas.openxmlformats.org/drawingml/2006/main"/>
          <a:ln xmlns:a="http://schemas.openxmlformats.org/drawingml/2006/main" w="22372">
            <a:solidFill>
              <a:srgbClr val="A6A6A6"/>
            </a:solidFill>
            <a:prstDash val="solid"/>
          </a:ln>
        </p:spPr>
      </p:sp>
      <p:pic>
        <p:nvPic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74C87931-691D-4A05-ACF3-C0F19275EF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880331fe1c4715"/>
          <a:stretch xmlns:a="http://schemas.openxmlformats.org/drawingml/2006/main"/>
        </p:blipFill>
        <p:spPr>
          <a:xfrm xmlns:a="http://schemas.openxmlformats.org/drawingml/2006/main">
            <a:off x="14936443" y="5363267"/>
            <a:ext cx="359229" cy="359229"/>
          </a:xfrm>
          <a:prstGeom xmlns:a="http://schemas.openxmlformats.org/drawingml/2006/main" prst="rect">
            <a:avLst/>
          </a:prstGeom>
        </p:spPr>
      </p:pic>
      <p:sp>
        <p:nvSpPr>
          <p:cNvPr id="325" name="path-312">
            <a:extLst xmlns:a="http://schemas.openxmlformats.org/drawingml/2006/main">
              <a:ext uri="{FF2B5EF4-FFF2-40B4-BE49-F238E27FC236}">
                <a16:creationId xmlns:a16="http://schemas.microsoft.com/office/drawing/2014/main" id="{58BA298C-AEE4-4849-B02C-4B4A99A4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1363" y="5495061"/>
            <a:ext cx="95748" cy="96400"/>
          </a:xfrm>
          <a:custGeom xmlns:a="http://schemas.openxmlformats.org/drawingml/2006/main">
            <a:pathLst>
              <a:path w="83779" h="84350">
                <a:moveTo>
                  <a:pt x="0" y="42176"/>
                </a:moveTo>
                <a:cubicBezTo>
                  <a:pt x="0" y="18883"/>
                  <a:pt x="18756" y="0"/>
                  <a:pt x="41890" y="0"/>
                </a:cubicBezTo>
                <a:cubicBezTo>
                  <a:pt x="65025" y="0"/>
                  <a:pt x="83779" y="18883"/>
                  <a:pt x="83779" y="42176"/>
                </a:cubicBezTo>
                <a:cubicBezTo>
                  <a:pt x="83779" y="65467"/>
                  <a:pt x="65025" y="84350"/>
                  <a:pt x="41890" y="84350"/>
                </a:cubicBezTo>
                <a:cubicBezTo>
                  <a:pt x="18756" y="84350"/>
                  <a:pt x="0" y="65467"/>
                  <a:pt x="0" y="42176"/>
                </a:cubicBez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6" name="path-313">
            <a:extLst xmlns:a="http://schemas.openxmlformats.org/drawingml/2006/main">
              <a:ext uri="{FF2B5EF4-FFF2-40B4-BE49-F238E27FC236}">
                <a16:creationId xmlns:a16="http://schemas.microsoft.com/office/drawing/2014/main" id="{BFAB4BDF-0A61-413C-A979-32C81959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1363" y="5495061"/>
            <a:ext cx="95748" cy="96399"/>
          </a:xfrm>
          <a:custGeom xmlns:a="http://schemas.openxmlformats.org/drawingml/2006/main">
            <a:pathLst>
              <a:path w="83779" h="84349">
                <a:moveTo>
                  <a:pt x="0" y="42175"/>
                </a:moveTo>
                <a:cubicBezTo>
                  <a:pt x="0" y="18882"/>
                  <a:pt x="18755" y="0"/>
                  <a:pt x="41890" y="0"/>
                </a:cubicBezTo>
                <a:cubicBezTo>
                  <a:pt x="65025" y="0"/>
                  <a:pt x="83779" y="18882"/>
                  <a:pt x="83779" y="42175"/>
                </a:cubicBezTo>
                <a:cubicBezTo>
                  <a:pt x="83779" y="65467"/>
                  <a:pt x="65025" y="84349"/>
                  <a:pt x="41890" y="84349"/>
                </a:cubicBezTo>
                <a:cubicBezTo>
                  <a:pt x="18755" y="84349"/>
                  <a:pt x="0" y="65467"/>
                  <a:pt x="0" y="421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2372">
            <a:solidFill>
              <a:srgbClr val="A6A6A6"/>
            </a:solidFill>
            <a:prstDash val="solid"/>
          </a:ln>
        </p:spPr>
      </p:sp>
      <p:sp>
        <p:nvSpPr>
          <p:cNvPr id="327" name="path-314">
            <a:extLst xmlns:a="http://schemas.openxmlformats.org/drawingml/2006/main">
              <a:ext uri="{FF2B5EF4-FFF2-40B4-BE49-F238E27FC236}">
                <a16:creationId xmlns:a16="http://schemas.microsoft.com/office/drawing/2014/main" id="{D43D708E-36F9-4F2B-9CAC-4E8C8137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9709" y="5136320"/>
            <a:ext cx="345676" cy="372858"/>
          </a:xfrm>
          <a:custGeom xmlns:a="http://schemas.openxmlformats.org/drawingml/2006/main">
            <a:pathLst>
              <a:path w="302467" h="326251">
                <a:moveTo>
                  <a:pt x="302467" y="32625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372">
            <a:solidFill>
              <a:srgbClr val="A6A6A6"/>
            </a:solidFill>
            <a:prstDash val="solid"/>
          </a:ln>
        </p:spPr>
      </p:sp>
      <p:sp>
        <p:nvSpPr>
          <p:cNvPr id="328" name="path-315">
            <a:extLst xmlns:a="http://schemas.openxmlformats.org/drawingml/2006/main">
              <a:ext uri="{FF2B5EF4-FFF2-40B4-BE49-F238E27FC236}">
                <a16:creationId xmlns:a16="http://schemas.microsoft.com/office/drawing/2014/main" id="{5989EC6A-49DC-48E5-BA50-31F033BB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3088" y="4554761"/>
            <a:ext cx="414851" cy="954418"/>
          </a:xfrm>
          <a:custGeom xmlns:a="http://schemas.openxmlformats.org/drawingml/2006/main">
            <a:pathLst>
              <a:path w="362995" h="835116">
                <a:moveTo>
                  <a:pt x="362995" y="0"/>
                </a:moveTo>
                <a:lnTo>
                  <a:pt x="0" y="835116"/>
                </a:lnTo>
              </a:path>
            </a:pathLst>
          </a:custGeom>
          <a:noFill xmlns:a="http://schemas.openxmlformats.org/drawingml/2006/main"/>
          <a:ln xmlns:a="http://schemas.openxmlformats.org/drawingml/2006/main" w="22372">
            <a:solidFill>
              <a:srgbClr val="A6A6A6"/>
            </a:solidFill>
            <a:prstDash val="solid"/>
          </a:ln>
        </p:spPr>
      </p:sp>
      <p:pic>
        <p:nvPic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B8732EC7-4A7A-44BE-B1CE-9EDB298150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440bd29aa948f8"/>
          <a:stretch xmlns:a="http://schemas.openxmlformats.org/drawingml/2006/main"/>
        </p:blipFill>
        <p:spPr>
          <a:xfrm xmlns:a="http://schemas.openxmlformats.org/drawingml/2006/main">
            <a:off x="4246671" y="7823439"/>
            <a:ext cx="283029" cy="500743"/>
          </a:xfrm>
          <a:prstGeom xmlns:a="http://schemas.openxmlformats.org/drawingml/2006/main" prst="rect">
            <a:avLst/>
          </a:prstGeom>
        </p:spPr>
      </p:pic>
      <p:pic>
        <p:nvPic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541C56E1-FDE1-4E92-8E97-874CC77E32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3d1b72c79e40de"/>
          <a:stretch xmlns:a="http://schemas.openxmlformats.org/drawingml/2006/main"/>
        </p:blipFill>
        <p:spPr>
          <a:xfrm xmlns:a="http://schemas.openxmlformats.org/drawingml/2006/main">
            <a:off x="4507928" y="8269753"/>
            <a:ext cx="1763486" cy="794657"/>
          </a:xfrm>
          <a:prstGeom xmlns:a="http://schemas.openxmlformats.org/drawingml/2006/main" prst="rect">
            <a:avLst/>
          </a:prstGeom>
        </p:spPr>
      </p:pic>
      <p:sp>
        <p:nvSpPr>
          <p:cNvPr id="331" name="path-318">
            <a:extLst xmlns:a="http://schemas.openxmlformats.org/drawingml/2006/main">
              <a:ext uri="{FF2B5EF4-FFF2-40B4-BE49-F238E27FC236}">
                <a16:creationId xmlns:a16="http://schemas.microsoft.com/office/drawing/2014/main" id="{75983FCB-72C4-4413-876C-901B1E5C5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1134" y="8322376"/>
            <a:ext cx="1561578" cy="581676"/>
          </a:xfrm>
          <a:custGeom xmlns:a="http://schemas.openxmlformats.org/drawingml/2006/main">
            <a:pathLst>
              <a:path w="1366381" h="508967">
                <a:moveTo>
                  <a:pt x="0" y="24207"/>
                </a:moveTo>
                <a:cubicBezTo>
                  <a:pt x="0" y="10839"/>
                  <a:pt x="10837" y="0"/>
                  <a:pt x="24206" y="0"/>
                </a:cubicBezTo>
                <a:lnTo>
                  <a:pt x="1342173" y="0"/>
                </a:lnTo>
                <a:cubicBezTo>
                  <a:pt x="1355541" y="0"/>
                  <a:pt x="1366381" y="10839"/>
                  <a:pt x="1366381" y="24207"/>
                </a:cubicBezTo>
                <a:lnTo>
                  <a:pt x="1366381" y="484762"/>
                </a:lnTo>
                <a:cubicBezTo>
                  <a:pt x="1366381" y="498130"/>
                  <a:pt x="1355541" y="508967"/>
                  <a:pt x="1342173" y="508967"/>
                </a:cubicBezTo>
                <a:lnTo>
                  <a:pt x="24206" y="508967"/>
                </a:lnTo>
                <a:cubicBezTo>
                  <a:pt x="10837" y="508967"/>
                  <a:pt x="0" y="498130"/>
                  <a:pt x="0" y="484762"/>
                </a:cubicBezTo>
                <a:lnTo>
                  <a:pt x="0" y="2420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2" name="path-319">
            <a:extLst xmlns:a="http://schemas.openxmlformats.org/drawingml/2006/main">
              <a:ext uri="{FF2B5EF4-FFF2-40B4-BE49-F238E27FC236}">
                <a16:creationId xmlns:a16="http://schemas.microsoft.com/office/drawing/2014/main" id="{1D521379-C861-4AB8-9164-EA9B2882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1134" y="8322376"/>
            <a:ext cx="1561578" cy="581676"/>
          </a:xfrm>
          <a:custGeom xmlns:a="http://schemas.openxmlformats.org/drawingml/2006/main">
            <a:pathLst>
              <a:path w="1366381" h="508967">
                <a:moveTo>
                  <a:pt x="0" y="24206"/>
                </a:moveTo>
                <a:cubicBezTo>
                  <a:pt x="0" y="10837"/>
                  <a:pt x="10837" y="0"/>
                  <a:pt x="24206" y="0"/>
                </a:cubicBezTo>
                <a:lnTo>
                  <a:pt x="1342174" y="0"/>
                </a:lnTo>
                <a:cubicBezTo>
                  <a:pt x="1355543" y="0"/>
                  <a:pt x="1366381" y="10837"/>
                  <a:pt x="1366381" y="24206"/>
                </a:cubicBezTo>
                <a:lnTo>
                  <a:pt x="1366381" y="484761"/>
                </a:lnTo>
                <a:cubicBezTo>
                  <a:pt x="1366381" y="498130"/>
                  <a:pt x="1355543" y="508967"/>
                  <a:pt x="1342174" y="508967"/>
                </a:cubicBezTo>
                <a:lnTo>
                  <a:pt x="24206" y="508967"/>
                </a:lnTo>
                <a:cubicBezTo>
                  <a:pt x="10837" y="508967"/>
                  <a:pt x="0" y="498130"/>
                  <a:pt x="0" y="484761"/>
                </a:cubicBezTo>
                <a:lnTo>
                  <a:pt x="0" y="24206"/>
                </a:lnTo>
              </a:path>
            </a:pathLst>
          </a:custGeom>
          <a:noFill xmlns:a="http://schemas.openxmlformats.org/drawingml/2006/main"/>
          <a:ln xmlns:a="http://schemas.openxmlformats.org/drawingml/2006/main" w="16779">
            <a:solidFill>
              <a:srgbClr val="D9D9D9"/>
            </a:solidFill>
            <a:prstDash val="solid"/>
          </a:ln>
        </p:spPr>
      </p:sp>
      <p:pic>
        <p:nvPic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83E14753-0736-4D68-87C5-EC06F78369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28f37eedd24f5e"/>
          <a:stretch xmlns:a="http://schemas.openxmlformats.org/drawingml/2006/main"/>
        </p:blipFill>
        <p:spPr>
          <a:xfrm xmlns:a="http://schemas.openxmlformats.org/drawingml/2006/main">
            <a:off x="2156614" y="8280639"/>
            <a:ext cx="1284514" cy="740229"/>
          </a:xfrm>
          <a:prstGeom xmlns:a="http://schemas.openxmlformats.org/drawingml/2006/main" prst="rect">
            <a:avLst/>
          </a:prstGeom>
        </p:spPr>
      </p:pic>
      <p:sp>
        <p:nvSpPr>
          <p:cNvPr id="334" name="path-321">
            <a:extLst xmlns:a="http://schemas.openxmlformats.org/drawingml/2006/main">
              <a:ext uri="{FF2B5EF4-FFF2-40B4-BE49-F238E27FC236}">
                <a16:creationId xmlns:a16="http://schemas.microsoft.com/office/drawing/2014/main" id="{1BEE4EA5-AAB3-43B7-9A5C-1204F65AC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7905" y="8335364"/>
            <a:ext cx="1080576" cy="532458"/>
          </a:xfrm>
          <a:custGeom xmlns:a="http://schemas.openxmlformats.org/drawingml/2006/main">
            <a:pathLst>
              <a:path w="945504" h="465900">
                <a:moveTo>
                  <a:pt x="0" y="22158"/>
                </a:moveTo>
                <a:cubicBezTo>
                  <a:pt x="0" y="9921"/>
                  <a:pt x="9921" y="0"/>
                  <a:pt x="22158" y="0"/>
                </a:cubicBezTo>
                <a:lnTo>
                  <a:pt x="923346" y="0"/>
                </a:lnTo>
                <a:cubicBezTo>
                  <a:pt x="935583" y="0"/>
                  <a:pt x="945504" y="9921"/>
                  <a:pt x="945504" y="22158"/>
                </a:cubicBezTo>
                <a:lnTo>
                  <a:pt x="945504" y="443743"/>
                </a:lnTo>
                <a:cubicBezTo>
                  <a:pt x="945504" y="455980"/>
                  <a:pt x="935583" y="465900"/>
                  <a:pt x="923346" y="465900"/>
                </a:cubicBezTo>
                <a:lnTo>
                  <a:pt x="22158" y="465900"/>
                </a:lnTo>
                <a:cubicBezTo>
                  <a:pt x="9921" y="465900"/>
                  <a:pt x="0" y="455980"/>
                  <a:pt x="0" y="443743"/>
                </a:cubicBezTo>
                <a:lnTo>
                  <a:pt x="0" y="2215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5" name="path-322">
            <a:extLst xmlns:a="http://schemas.openxmlformats.org/drawingml/2006/main">
              <a:ext uri="{FF2B5EF4-FFF2-40B4-BE49-F238E27FC236}">
                <a16:creationId xmlns:a16="http://schemas.microsoft.com/office/drawing/2014/main" id="{CEC1D00E-181C-43D4-828A-65DAAD9A9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7905" y="8335364"/>
            <a:ext cx="1080576" cy="532458"/>
          </a:xfrm>
          <a:custGeom xmlns:a="http://schemas.openxmlformats.org/drawingml/2006/main">
            <a:pathLst>
              <a:path w="945504" h="465900">
                <a:moveTo>
                  <a:pt x="0" y="22158"/>
                </a:moveTo>
                <a:cubicBezTo>
                  <a:pt x="0" y="9921"/>
                  <a:pt x="9921" y="0"/>
                  <a:pt x="22158" y="0"/>
                </a:cubicBezTo>
                <a:lnTo>
                  <a:pt x="923346" y="0"/>
                </a:lnTo>
                <a:cubicBezTo>
                  <a:pt x="935583" y="0"/>
                  <a:pt x="945504" y="9921"/>
                  <a:pt x="945504" y="22158"/>
                </a:cubicBezTo>
                <a:lnTo>
                  <a:pt x="945504" y="443743"/>
                </a:lnTo>
                <a:cubicBezTo>
                  <a:pt x="945504" y="455980"/>
                  <a:pt x="935583" y="465900"/>
                  <a:pt x="923346" y="465900"/>
                </a:cubicBezTo>
                <a:lnTo>
                  <a:pt x="22158" y="465900"/>
                </a:lnTo>
                <a:cubicBezTo>
                  <a:pt x="9921" y="465900"/>
                  <a:pt x="0" y="455980"/>
                  <a:pt x="0" y="443743"/>
                </a:cubicBezTo>
                <a:lnTo>
                  <a:pt x="0" y="22158"/>
                </a:lnTo>
              </a:path>
            </a:pathLst>
          </a:custGeom>
          <a:noFill xmlns:a="http://schemas.openxmlformats.org/drawingml/2006/main"/>
          <a:ln xmlns:a="http://schemas.openxmlformats.org/drawingml/2006/main" w="16779">
            <a:solidFill>
              <a:srgbClr val="D9D9D9"/>
            </a:solidFill>
            <a:prstDash val="solid"/>
          </a:ln>
        </p:spPr>
      </p:sp>
      <p:sp>
        <p:nvSpPr>
          <p:cNvPr id="336" name="path-323">
            <a:extLst xmlns:a="http://schemas.openxmlformats.org/drawingml/2006/main">
              <a:ext uri="{FF2B5EF4-FFF2-40B4-BE49-F238E27FC236}">
                <a16:creationId xmlns:a16="http://schemas.microsoft.com/office/drawing/2014/main" id="{DFF57221-3914-43A7-A8BF-2039237E2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295" y="7592450"/>
            <a:ext cx="1737752" cy="1398731"/>
          </a:xfrm>
          <a:custGeom xmlns:a="http://schemas.openxmlformats.org/drawingml/2006/main">
            <a:pathLst>
              <a:path w="1520533" h="1223889">
                <a:moveTo>
                  <a:pt x="0" y="106491"/>
                </a:moveTo>
                <a:cubicBezTo>
                  <a:pt x="0" y="47678"/>
                  <a:pt x="47677" y="0"/>
                  <a:pt x="106490" y="0"/>
                </a:cubicBezTo>
                <a:lnTo>
                  <a:pt x="1414042" y="0"/>
                </a:lnTo>
                <a:cubicBezTo>
                  <a:pt x="1472855" y="0"/>
                  <a:pt x="1520533" y="47678"/>
                  <a:pt x="1520533" y="106491"/>
                </a:cubicBezTo>
                <a:lnTo>
                  <a:pt x="1520533" y="1117399"/>
                </a:lnTo>
                <a:cubicBezTo>
                  <a:pt x="1520533" y="1176212"/>
                  <a:pt x="1472855" y="1223889"/>
                  <a:pt x="1414042" y="1223889"/>
                </a:cubicBezTo>
                <a:lnTo>
                  <a:pt x="106490" y="1223889"/>
                </a:lnTo>
                <a:cubicBezTo>
                  <a:pt x="47677" y="1223889"/>
                  <a:pt x="0" y="1176212"/>
                  <a:pt x="0" y="1117399"/>
                </a:cubicBezTo>
                <a:lnTo>
                  <a:pt x="0" y="106491"/>
                </a:lnTo>
              </a:path>
            </a:pathLst>
          </a:custGeom>
          <a:noFill xmlns:a="http://schemas.openxmlformats.org/drawingml/2006/main"/>
          <a:ln xmlns:a="http://schemas.openxmlformats.org/drawingml/2006/main" w="11186">
            <a:solidFill>
              <a:srgbClr val="7030A0"/>
            </a:solidFill>
            <a:prstDash val="solid"/>
          </a:ln>
        </p:spPr>
      </p:sp>
      <p:pic>
        <p:nvPic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8863A708-C555-4D23-A564-E1A04D0BA4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c1483b821f4ac5"/>
          <a:stretch xmlns:a="http://schemas.openxmlformats.org/drawingml/2006/main"/>
        </p:blipFill>
        <p:spPr>
          <a:xfrm xmlns:a="http://schemas.openxmlformats.org/drawingml/2006/main">
            <a:off x="1122471" y="8150010"/>
            <a:ext cx="642257" cy="555171"/>
          </a:xfrm>
          <a:prstGeom xmlns:a="http://schemas.openxmlformats.org/drawingml/2006/main" prst="rect">
            <a:avLst/>
          </a:prstGeom>
        </p:spPr>
      </p:pic>
      <p:sp>
        <p:nvSpPr>
          <p:cNvPr id="338" name="text-325 &lt;Image:">
            <a:extLst xmlns:a="http://schemas.openxmlformats.org/drawingml/2006/main">
              <a:ext uri="{FF2B5EF4-FFF2-40B4-BE49-F238E27FC236}">
                <a16:creationId xmlns:a16="http://schemas.microsoft.com/office/drawing/2014/main" id="{BDB7B82D-FE46-4EFD-9152-792CA589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669" y="8718795"/>
            <a:ext cx="555714" cy="221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&lt;Image:</a:t>
            </a:r>
          </a:p>
        </p:txBody>
      </p:sp>
      <p:sp>
        <p:nvSpPr>
          <p:cNvPr id="339" name="text-325 1&gt;">
            <a:extLst xmlns:a="http://schemas.openxmlformats.org/drawingml/2006/main">
              <a:ext uri="{FF2B5EF4-FFF2-40B4-BE49-F238E27FC236}">
                <a16:creationId xmlns:a16="http://schemas.microsoft.com/office/drawing/2014/main" id="{23D47102-E913-4360-BCDC-A8C26BD2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4347" y="8720048"/>
            <a:ext cx="194816" cy="2192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1&gt;</a:t>
            </a:r>
          </a:p>
        </p:txBody>
      </p:sp>
      <p:sp>
        <p:nvSpPr>
          <p:cNvPr id="340" name="path-326">
            <a:extLst xmlns:a="http://schemas.openxmlformats.org/drawingml/2006/main">
              <a:ext uri="{FF2B5EF4-FFF2-40B4-BE49-F238E27FC236}">
                <a16:creationId xmlns:a16="http://schemas.microsoft.com/office/drawing/2014/main" id="{8883A64B-6163-4C12-8301-F80F1089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6626" y="7614980"/>
            <a:ext cx="2149351" cy="1339980"/>
          </a:xfrm>
          <a:custGeom xmlns:a="http://schemas.openxmlformats.org/drawingml/2006/main">
            <a:pathLst>
              <a:path w="1880682" h="1172483">
                <a:moveTo>
                  <a:pt x="0" y="78427"/>
                </a:moveTo>
                <a:cubicBezTo>
                  <a:pt x="0" y="35113"/>
                  <a:pt x="35113" y="0"/>
                  <a:pt x="78427" y="0"/>
                </a:cubicBezTo>
                <a:lnTo>
                  <a:pt x="1802254" y="0"/>
                </a:lnTo>
                <a:cubicBezTo>
                  <a:pt x="1845569" y="0"/>
                  <a:pt x="1880682" y="35113"/>
                  <a:pt x="1880682" y="78427"/>
                </a:cubicBezTo>
                <a:lnTo>
                  <a:pt x="1880682" y="1094055"/>
                </a:lnTo>
                <a:cubicBezTo>
                  <a:pt x="1880682" y="1137370"/>
                  <a:pt x="1845569" y="1172483"/>
                  <a:pt x="1802254" y="1172483"/>
                </a:cubicBezTo>
                <a:lnTo>
                  <a:pt x="78427" y="1172483"/>
                </a:lnTo>
                <a:cubicBezTo>
                  <a:pt x="35113" y="1172483"/>
                  <a:pt x="0" y="1137370"/>
                  <a:pt x="0" y="1094055"/>
                </a:cubicBezTo>
                <a:lnTo>
                  <a:pt x="0" y="78427"/>
                </a:lnTo>
              </a:path>
            </a:pathLst>
          </a:custGeom>
          <a:noFill xmlns:a="http://schemas.openxmlformats.org/drawingml/2006/main"/>
          <a:ln xmlns:a="http://schemas.openxmlformats.org/drawingml/2006/main" w="11186">
            <a:solidFill>
              <a:srgbClr val="7030A0"/>
            </a:solidFill>
            <a:prstDash val="solid"/>
          </a:ln>
        </p:spPr>
      </p:sp>
      <p:sp>
        <p:nvSpPr>
          <p:cNvPr id="341" name="text-327 Param:">
            <a:extLst xmlns:a="http://schemas.openxmlformats.org/drawingml/2006/main">
              <a:ext uri="{FF2B5EF4-FFF2-40B4-BE49-F238E27FC236}">
                <a16:creationId xmlns:a16="http://schemas.microsoft.com/office/drawing/2014/main" id="{8D8D3DEB-CECB-4ADB-BD71-CA9804B2A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99050" y="7881942"/>
            <a:ext cx="537818" cy="250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Param:</a:t>
            </a:r>
          </a:p>
        </p:txBody>
      </p:sp>
      <p:sp>
        <p:nvSpPr>
          <p:cNvPr id="342" name="text-329 &lt;Image:">
            <a:extLst xmlns:a="http://schemas.openxmlformats.org/drawingml/2006/main">
              <a:ext uri="{FF2B5EF4-FFF2-40B4-BE49-F238E27FC236}">
                <a16:creationId xmlns:a16="http://schemas.microsoft.com/office/drawing/2014/main" id="{5009D45E-B77F-4C6B-85A8-FE20FA4B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49965" y="7902659"/>
            <a:ext cx="555714" cy="221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&lt;Image:</a:t>
            </a:r>
          </a:p>
        </p:txBody>
      </p:sp>
      <p:sp>
        <p:nvSpPr>
          <p:cNvPr id="343" name="text-329 1&gt;">
            <a:extLst xmlns:a="http://schemas.openxmlformats.org/drawingml/2006/main">
              <a:ext uri="{FF2B5EF4-FFF2-40B4-BE49-F238E27FC236}">
                <a16:creationId xmlns:a16="http://schemas.microsoft.com/office/drawing/2014/main" id="{B19E56E2-3D01-4F22-8FD1-17B40A14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17644" y="7903912"/>
            <a:ext cx="194816" cy="2192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1&gt;</a:t>
            </a:r>
          </a:p>
        </p:txBody>
      </p:sp>
      <p:sp>
        <p:nvSpPr>
          <p:cNvPr id="344" name="text-330 Obs">
            <a:extLst xmlns:a="http://schemas.openxmlformats.org/drawingml/2006/main">
              <a:ext uri="{FF2B5EF4-FFF2-40B4-BE49-F238E27FC236}">
                <a16:creationId xmlns:a16="http://schemas.microsoft.com/office/drawing/2014/main" id="{85961F08-F327-41A1-B315-9951E216A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99050" y="8080514"/>
            <a:ext cx="319935" cy="250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Obs</a:t>
            </a:r>
          </a:p>
        </p:txBody>
      </p:sp>
      <p:sp>
        <p:nvSpPr>
          <p:cNvPr id="345" name="text-331 :">
            <a:extLst xmlns:a="http://schemas.openxmlformats.org/drawingml/2006/main">
              <a:ext uri="{FF2B5EF4-FFF2-40B4-BE49-F238E27FC236}">
                <a16:creationId xmlns:a16="http://schemas.microsoft.com/office/drawing/2014/main" id="{0A6044EB-7AFA-4664-9ACB-9429EDFB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87092" y="8080214"/>
            <a:ext cx="81944" cy="2505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</a:t>
            </a:r>
          </a:p>
        </p:txBody>
      </p:sp>
      <p:sp>
        <p:nvSpPr>
          <p:cNvPr id="346" name="text-332 Web">
            <a:extLst xmlns:a="http://schemas.openxmlformats.org/drawingml/2006/main">
              <a:ext uri="{FF2B5EF4-FFF2-40B4-BE49-F238E27FC236}">
                <a16:creationId xmlns:a16="http://schemas.microsoft.com/office/drawing/2014/main" id="{1382B1C2-7EEC-40CC-99F6-13466399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44819" y="8360762"/>
            <a:ext cx="271302" cy="1960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3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3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3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Web</a:t>
            </a:r>
          </a:p>
        </p:txBody>
      </p:sp>
      <p:sp>
        <p:nvSpPr>
          <p:cNvPr id="347" name="text-333 page">
            <a:extLst xmlns:a="http://schemas.openxmlformats.org/drawingml/2006/main">
              <a:ext uri="{FF2B5EF4-FFF2-40B4-BE49-F238E27FC236}">
                <a16:creationId xmlns:a16="http://schemas.microsoft.com/office/drawing/2014/main" id="{5298294E-F56D-4160-B566-79A097D4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24471" y="8366479"/>
            <a:ext cx="285111" cy="1880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8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8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8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page</a:t>
            </a:r>
          </a:p>
        </p:txBody>
      </p:sp>
      <p:sp>
        <p:nvSpPr>
          <p:cNvPr id="348" name="text-334 :">
            <a:extLst xmlns:a="http://schemas.openxmlformats.org/drawingml/2006/main">
              <a:ext uri="{FF2B5EF4-FFF2-40B4-BE49-F238E27FC236}">
                <a16:creationId xmlns:a16="http://schemas.microsoft.com/office/drawing/2014/main" id="{96AE9DF3-A5E8-41E7-959B-988CEBDD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4547" y="8366512"/>
            <a:ext cx="68878" cy="188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8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8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8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</a:t>
            </a:r>
          </a:p>
        </p:txBody>
      </p:sp>
      <p:sp>
        <p:nvSpPr>
          <p:cNvPr id="349" name="text-335 Zheduo">
            <a:extLst xmlns:a="http://schemas.openxmlformats.org/drawingml/2006/main">
              <a:ext uri="{FF2B5EF4-FFF2-40B4-BE49-F238E27FC236}">
                <a16:creationId xmlns:a16="http://schemas.microsoft.com/office/drawing/2014/main" id="{F6EF5D76-E353-4E49-B5FA-004E18D0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62850" y="8366443"/>
            <a:ext cx="426889" cy="1881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8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8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8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Zheduo</a:t>
            </a:r>
          </a:p>
        </p:txBody>
      </p:sp>
      <p:sp>
        <p:nvSpPr>
          <p:cNvPr id="350" name="text-336 Mountain">
            <a:extLst xmlns:a="http://schemas.openxmlformats.org/drawingml/2006/main">
              <a:ext uri="{FF2B5EF4-FFF2-40B4-BE49-F238E27FC236}">
                <a16:creationId xmlns:a16="http://schemas.microsoft.com/office/drawing/2014/main" id="{2EBBBE1E-A644-423E-8044-00554EA7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44819" y="8522655"/>
            <a:ext cx="544239" cy="187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4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4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4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Mountain</a:t>
            </a:r>
          </a:p>
        </p:txBody>
      </p:sp>
      <p:sp>
        <p:nvSpPr>
          <p:cNvPr id="351" name="text-337 is">
            <a:extLst xmlns:a="http://schemas.openxmlformats.org/drawingml/2006/main">
              <a:ext uri="{FF2B5EF4-FFF2-40B4-BE49-F238E27FC236}">
                <a16:creationId xmlns:a16="http://schemas.microsoft.com/office/drawing/2014/main" id="{2F65A529-2323-46CA-BB4F-EFE5DEC7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98531" y="8523584"/>
            <a:ext cx="112520" cy="186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47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47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47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is</a:t>
            </a:r>
          </a:p>
        </p:txBody>
      </p:sp>
      <p:sp>
        <p:nvSpPr>
          <p:cNvPr id="352" name="text-338 a">
            <a:extLst xmlns:a="http://schemas.openxmlformats.org/drawingml/2006/main">
              <a:ext uri="{FF2B5EF4-FFF2-40B4-BE49-F238E27FC236}">
                <a16:creationId xmlns:a16="http://schemas.microsoft.com/office/drawing/2014/main" id="{9D604010-49BE-4269-8691-FCD84AB1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1577" y="8522185"/>
            <a:ext cx="91300" cy="188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8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8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8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353" name="text-339 mountain">
            <a:extLst xmlns:a="http://schemas.openxmlformats.org/drawingml/2006/main">
              <a:ext uri="{FF2B5EF4-FFF2-40B4-BE49-F238E27FC236}">
                <a16:creationId xmlns:a16="http://schemas.microsoft.com/office/drawing/2014/main" id="{54894538-8875-47CF-BE99-3903B094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44819" y="8678116"/>
            <a:ext cx="530310" cy="187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6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6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6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mountain</a:t>
            </a:r>
          </a:p>
        </p:txBody>
      </p:sp>
      <p:sp>
        <p:nvSpPr>
          <p:cNvPr id="354" name="text-340 peak">
            <a:extLst xmlns:a="http://schemas.openxmlformats.org/drawingml/2006/main">
              <a:ext uri="{FF2B5EF4-FFF2-40B4-BE49-F238E27FC236}">
                <a16:creationId xmlns:a16="http://schemas.microsoft.com/office/drawing/2014/main" id="{0A772739-EBE1-4576-9027-11177EE4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4547" y="8678354"/>
            <a:ext cx="276640" cy="187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4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4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4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peak</a:t>
            </a:r>
          </a:p>
        </p:txBody>
      </p:sp>
      <p:sp>
        <p:nvSpPr>
          <p:cNvPr id="355" name="text-341 …">
            <a:extLst xmlns:a="http://schemas.openxmlformats.org/drawingml/2006/main">
              <a:ext uri="{FF2B5EF4-FFF2-40B4-BE49-F238E27FC236}">
                <a16:creationId xmlns:a16="http://schemas.microsoft.com/office/drawing/2014/main" id="{D3076B43-0E24-4021-8B46-4DC13256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36234" y="8677902"/>
            <a:ext cx="143538" cy="188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8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8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8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356" name="text-342 &lt;Image:">
            <a:extLst xmlns:a="http://schemas.openxmlformats.org/drawingml/2006/main">
              <a:ext uri="{FF2B5EF4-FFF2-40B4-BE49-F238E27FC236}">
                <a16:creationId xmlns:a16="http://schemas.microsoft.com/office/drawing/2014/main" id="{713F689B-60A1-41E7-8B5B-15AF2160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57120" y="8681210"/>
            <a:ext cx="555714" cy="221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&lt;Image:</a:t>
            </a:r>
          </a:p>
        </p:txBody>
      </p:sp>
      <p:sp>
        <p:nvSpPr>
          <p:cNvPr id="357" name="text-342 3&gt;">
            <a:extLst xmlns:a="http://schemas.openxmlformats.org/drawingml/2006/main">
              <a:ext uri="{FF2B5EF4-FFF2-40B4-BE49-F238E27FC236}">
                <a16:creationId xmlns:a16="http://schemas.microsoft.com/office/drawing/2014/main" id="{DBBD24D2-AD20-4EB0-AE8F-B8BCD2C33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24798" y="8682462"/>
            <a:ext cx="194816" cy="2192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3&gt;</a:t>
            </a:r>
          </a:p>
        </p:txBody>
      </p:sp>
      <p:pic>
        <p:nvPic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CF6B4D44-70B0-426B-839F-C319CB80E7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a94b0e30c84ba1"/>
          <a:stretch xmlns:a="http://schemas.openxmlformats.org/drawingml/2006/main"/>
        </p:blipFill>
        <p:spPr>
          <a:xfrm xmlns:a="http://schemas.openxmlformats.org/drawingml/2006/main">
            <a:off x="3506443" y="8139124"/>
            <a:ext cx="587829" cy="576943"/>
          </a:xfrm>
          <a:prstGeom xmlns:a="http://schemas.openxmlformats.org/drawingml/2006/main" prst="rect">
            <a:avLst/>
          </a:prstGeom>
        </p:spPr>
      </p:pic>
      <p:sp>
        <p:nvSpPr>
          <p:cNvPr id="359" name="path-344">
            <a:extLst xmlns:a="http://schemas.openxmlformats.org/drawingml/2006/main">
              <a:ext uri="{FF2B5EF4-FFF2-40B4-BE49-F238E27FC236}">
                <a16:creationId xmlns:a16="http://schemas.microsoft.com/office/drawing/2014/main" id="{19BA27FF-517E-4FF3-BEF5-14912457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585" y="7610307"/>
            <a:ext cx="2012743" cy="1389641"/>
          </a:xfrm>
          <a:custGeom xmlns:a="http://schemas.openxmlformats.org/drawingml/2006/main">
            <a:pathLst>
              <a:path w="1761150" h="1215936">
                <a:moveTo>
                  <a:pt x="0" y="86222"/>
                </a:moveTo>
                <a:cubicBezTo>
                  <a:pt x="0" y="38603"/>
                  <a:pt x="38603" y="0"/>
                  <a:pt x="86222" y="0"/>
                </a:cubicBezTo>
                <a:lnTo>
                  <a:pt x="1674928" y="0"/>
                </a:lnTo>
                <a:cubicBezTo>
                  <a:pt x="1722548" y="0"/>
                  <a:pt x="1761150" y="38603"/>
                  <a:pt x="1761150" y="86222"/>
                </a:cubicBezTo>
                <a:lnTo>
                  <a:pt x="1761150" y="1129714"/>
                </a:lnTo>
                <a:cubicBezTo>
                  <a:pt x="1761150" y="1177333"/>
                  <a:pt x="1722548" y="1215936"/>
                  <a:pt x="1674928" y="1215936"/>
                </a:cubicBezTo>
                <a:lnTo>
                  <a:pt x="86222" y="1215936"/>
                </a:lnTo>
                <a:cubicBezTo>
                  <a:pt x="38603" y="1215936"/>
                  <a:pt x="0" y="1177333"/>
                  <a:pt x="0" y="1129714"/>
                </a:cubicBezTo>
                <a:lnTo>
                  <a:pt x="0" y="86222"/>
                </a:lnTo>
              </a:path>
            </a:pathLst>
          </a:custGeom>
          <a:noFill xmlns:a="http://schemas.openxmlformats.org/drawingml/2006/main"/>
          <a:ln xmlns:a="http://schemas.openxmlformats.org/drawingml/2006/main" w="11186">
            <a:solidFill>
              <a:srgbClr val="5C54A5"/>
            </a:solidFill>
            <a:prstDash val="solid"/>
          </a:ln>
        </p:spPr>
      </p:sp>
      <p:sp>
        <p:nvSpPr>
          <p:cNvPr id="360" name="text-345 Web">
            <a:extLst xmlns:a="http://schemas.openxmlformats.org/drawingml/2006/main">
              <a:ext uri="{FF2B5EF4-FFF2-40B4-BE49-F238E27FC236}">
                <a16:creationId xmlns:a16="http://schemas.microsoft.com/office/drawing/2014/main" id="{BFC1619F-D73E-4478-8F40-ECF29595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31294" y="7649299"/>
            <a:ext cx="369015" cy="260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62" b="0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62" b="0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62" b="0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Web</a:t>
            </a:r>
          </a:p>
        </p:txBody>
      </p:sp>
      <p:sp>
        <p:nvSpPr>
          <p:cNvPr id="361" name="text-345 Search">
            <a:extLst xmlns:a="http://schemas.openxmlformats.org/drawingml/2006/main">
              <a:ext uri="{FF2B5EF4-FFF2-40B4-BE49-F238E27FC236}">
                <a16:creationId xmlns:a16="http://schemas.microsoft.com/office/drawing/2014/main" id="{E008D166-34C8-41CB-AEB3-8C1D41BC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1621" y="7657135"/>
            <a:ext cx="515815" cy="2490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1" b="0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1" b="0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1" b="0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Search</a:t>
            </a:r>
          </a:p>
        </p:txBody>
      </p:sp>
      <p:sp>
        <p:nvSpPr>
          <p:cNvPr id="362" name="text-346 Param:">
            <a:extLst xmlns:a="http://schemas.openxmlformats.org/drawingml/2006/main">
              <a:ext uri="{FF2B5EF4-FFF2-40B4-BE49-F238E27FC236}">
                <a16:creationId xmlns:a16="http://schemas.microsoft.com/office/drawing/2014/main" id="{2A856C7F-90E5-4F05-9271-7A62619C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4362" y="7860464"/>
            <a:ext cx="537818" cy="250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Param:</a:t>
            </a:r>
          </a:p>
        </p:txBody>
      </p:sp>
      <p:sp>
        <p:nvSpPr>
          <p:cNvPr id="363" name="text-347 Zheduo">
            <a:extLst xmlns:a="http://schemas.openxmlformats.org/drawingml/2006/main">
              <a:ext uri="{FF2B5EF4-FFF2-40B4-BE49-F238E27FC236}">
                <a16:creationId xmlns:a16="http://schemas.microsoft.com/office/drawing/2014/main" id="{8A623216-1F44-4ED3-943E-56BF985B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5278" y="7882480"/>
            <a:ext cx="506380" cy="219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Zheduo</a:t>
            </a:r>
          </a:p>
        </p:txBody>
      </p:sp>
      <p:sp>
        <p:nvSpPr>
          <p:cNvPr id="364" name="text-347 Mountain">
            <a:extLst xmlns:a="http://schemas.openxmlformats.org/drawingml/2006/main">
              <a:ext uri="{FF2B5EF4-FFF2-40B4-BE49-F238E27FC236}">
                <a16:creationId xmlns:a16="http://schemas.microsoft.com/office/drawing/2014/main" id="{79FC0D15-B91F-4F00-8E36-AF07D4B6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62623" y="7881537"/>
            <a:ext cx="640791" cy="2205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Mountain</a:t>
            </a:r>
          </a:p>
        </p:txBody>
      </p:sp>
      <p:sp>
        <p:nvSpPr>
          <p:cNvPr id="365" name="text-348 Obs:">
            <a:extLst xmlns:a="http://schemas.openxmlformats.org/drawingml/2006/main">
              <a:ext uri="{FF2B5EF4-FFF2-40B4-BE49-F238E27FC236}">
                <a16:creationId xmlns:a16="http://schemas.microsoft.com/office/drawing/2014/main" id="{C44172B3-B37D-41C4-BD62-5336585A2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4362" y="8080334"/>
            <a:ext cx="369951" cy="250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Obs:</a:t>
            </a:r>
          </a:p>
        </p:txBody>
      </p:sp>
      <p:sp>
        <p:nvSpPr>
          <p:cNvPr id="366" name="text-349 Web">
            <a:extLst xmlns:a="http://schemas.openxmlformats.org/drawingml/2006/main">
              <a:ext uri="{FF2B5EF4-FFF2-40B4-BE49-F238E27FC236}">
                <a16:creationId xmlns:a16="http://schemas.microsoft.com/office/drawing/2014/main" id="{734F737C-E29F-4A40-93B1-9E590681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8731" y="8339284"/>
            <a:ext cx="271302" cy="1960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3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3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3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Web</a:t>
            </a:r>
          </a:p>
        </p:txBody>
      </p:sp>
      <p:sp>
        <p:nvSpPr>
          <p:cNvPr id="367" name="text-349 page:">
            <a:extLst xmlns:a="http://schemas.openxmlformats.org/drawingml/2006/main">
              <a:ext uri="{FF2B5EF4-FFF2-40B4-BE49-F238E27FC236}">
                <a16:creationId xmlns:a16="http://schemas.microsoft.com/office/drawing/2014/main" id="{2A42F726-A350-4569-B3A3-DC71346C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28378" y="8345338"/>
            <a:ext cx="328899" cy="1876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5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5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5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page:</a:t>
            </a:r>
          </a:p>
        </p:txBody>
      </p:sp>
      <p:sp>
        <p:nvSpPr>
          <p:cNvPr id="368" name="text-350 In">
            <a:extLst xmlns:a="http://schemas.openxmlformats.org/drawingml/2006/main">
              <a:ext uri="{FF2B5EF4-FFF2-40B4-BE49-F238E27FC236}">
                <a16:creationId xmlns:a16="http://schemas.microsoft.com/office/drawing/2014/main" id="{402CBD73-D632-4292-B91B-8B77D452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66762" y="8344964"/>
            <a:ext cx="136046" cy="188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8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8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8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</a:t>
            </a:r>
          </a:p>
        </p:txBody>
      </p:sp>
      <p:sp>
        <p:nvSpPr>
          <p:cNvPr id="369" name="text-350 Tibetan,">
            <a:extLst xmlns:a="http://schemas.openxmlformats.org/drawingml/2006/main">
              <a:ext uri="{FF2B5EF4-FFF2-40B4-BE49-F238E27FC236}">
                <a16:creationId xmlns:a16="http://schemas.microsoft.com/office/drawing/2014/main" id="{7C2AAE33-A19A-4D4A-B92B-8BF4557EF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2177" y="8343278"/>
            <a:ext cx="466334" cy="1905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71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71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71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Tibetan,</a:t>
            </a:r>
          </a:p>
        </p:txBody>
      </p:sp>
      <p:sp>
        <p:nvSpPr>
          <p:cNvPr id="370" name="text-350 the">
            <a:extLst xmlns:a="http://schemas.openxmlformats.org/drawingml/2006/main">
              <a:ext uri="{FF2B5EF4-FFF2-40B4-BE49-F238E27FC236}">
                <a16:creationId xmlns:a16="http://schemas.microsoft.com/office/drawing/2014/main" id="{D3F5C88D-A69B-4A45-BC7B-1B8C8AAA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87576" y="8345761"/>
            <a:ext cx="187092" cy="1870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2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2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2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371" name="text-351 term">
            <a:extLst xmlns:a="http://schemas.openxmlformats.org/drawingml/2006/main">
              <a:ext uri="{FF2B5EF4-FFF2-40B4-BE49-F238E27FC236}">
                <a16:creationId xmlns:a16="http://schemas.microsoft.com/office/drawing/2014/main" id="{72C4781F-73BF-4C2A-8125-B403CD7A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8731" y="8501208"/>
            <a:ext cx="269239" cy="187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4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4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4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term</a:t>
            </a:r>
          </a:p>
        </p:txBody>
      </p:sp>
      <p:sp>
        <p:nvSpPr>
          <p:cNvPr id="372" name="text-351 &quot;Zheduo&quot;">
            <a:extLst xmlns:a="http://schemas.openxmlformats.org/drawingml/2006/main">
              <a:ext uri="{FF2B5EF4-FFF2-40B4-BE49-F238E27FC236}">
                <a16:creationId xmlns:a16="http://schemas.microsoft.com/office/drawing/2014/main" id="{3DCFD29A-008D-4CA4-8B40-93F10470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28378" y="8500808"/>
            <a:ext cx="539167" cy="1879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7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7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7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"Zheduo"</a:t>
            </a:r>
          </a:p>
        </p:txBody>
      </p:sp>
      <p:sp>
        <p:nvSpPr>
          <p:cNvPr id="373" name="text-351 means">
            <a:extLst xmlns:a="http://schemas.openxmlformats.org/drawingml/2006/main">
              <a:ext uri="{FF2B5EF4-FFF2-40B4-BE49-F238E27FC236}">
                <a16:creationId xmlns:a16="http://schemas.microsoft.com/office/drawing/2014/main" id="{BD8D6B94-09EE-4809-AB53-AD928892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6505" y="8500646"/>
            <a:ext cx="367276" cy="1881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8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8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8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means</a:t>
            </a:r>
          </a:p>
        </p:txBody>
      </p:sp>
      <p:sp>
        <p:nvSpPr>
          <p:cNvPr id="374" name="text-352 winding">
            <a:extLst xmlns:a="http://schemas.openxmlformats.org/drawingml/2006/main">
              <a:ext uri="{FF2B5EF4-FFF2-40B4-BE49-F238E27FC236}">
                <a16:creationId xmlns:a16="http://schemas.microsoft.com/office/drawing/2014/main" id="{CEEEA3A3-CCF3-4C30-958A-C29016DB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8731" y="8662372"/>
            <a:ext cx="454739" cy="1872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3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3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3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winding</a:t>
            </a:r>
          </a:p>
        </p:txBody>
      </p:sp>
      <p:sp>
        <p:nvSpPr>
          <p:cNvPr id="375" name="text-352 or">
            <a:extLst xmlns:a="http://schemas.openxmlformats.org/drawingml/2006/main">
              <a:ext uri="{FF2B5EF4-FFF2-40B4-BE49-F238E27FC236}">
                <a16:creationId xmlns:a16="http://schemas.microsoft.com/office/drawing/2014/main" id="{67597C5B-264A-47DE-BE8F-684B1E9E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12948" y="8661794"/>
            <a:ext cx="143538" cy="188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8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8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8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or</a:t>
            </a:r>
          </a:p>
        </p:txBody>
      </p:sp>
      <p:sp>
        <p:nvSpPr>
          <p:cNvPr id="376" name="text-352 bent.">
            <a:extLst xmlns:a="http://schemas.openxmlformats.org/drawingml/2006/main">
              <a:ext uri="{FF2B5EF4-FFF2-40B4-BE49-F238E27FC236}">
                <a16:creationId xmlns:a16="http://schemas.microsoft.com/office/drawing/2014/main" id="{C9F9C93C-8712-4E97-9388-59E57B21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66753" y="8662694"/>
            <a:ext cx="286889" cy="1868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1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1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1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bent.</a:t>
            </a:r>
          </a:p>
        </p:txBody>
      </p:sp>
      <p:sp>
        <p:nvSpPr>
          <p:cNvPr id="377" name="text-352 The">
            <a:extLst xmlns:a="http://schemas.openxmlformats.org/drawingml/2006/main">
              <a:ext uri="{FF2B5EF4-FFF2-40B4-BE49-F238E27FC236}">
                <a16:creationId xmlns:a16="http://schemas.microsoft.com/office/drawing/2014/main" id="{FB6C0959-6FDB-4CE8-927C-097324EE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63179" y="8661220"/>
            <a:ext cx="226487" cy="1888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2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2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2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378" name="text-353 …">
            <a:extLst xmlns:a="http://schemas.openxmlformats.org/drawingml/2006/main">
              <a:ext uri="{FF2B5EF4-FFF2-40B4-BE49-F238E27FC236}">
                <a16:creationId xmlns:a16="http://schemas.microsoft.com/office/drawing/2014/main" id="{02B14378-8BA4-4901-BE9C-CECB9F9A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8101" y="8661794"/>
            <a:ext cx="143538" cy="188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8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8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8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379" name="path-354">
            <a:extLst xmlns:a="http://schemas.openxmlformats.org/drawingml/2006/main">
              <a:ext uri="{FF2B5EF4-FFF2-40B4-BE49-F238E27FC236}">
                <a16:creationId xmlns:a16="http://schemas.microsoft.com/office/drawing/2014/main" id="{D859B46D-3276-4C9B-A599-BDFE648A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151" y="7610627"/>
            <a:ext cx="1615350" cy="1390133"/>
          </a:xfrm>
          <a:custGeom xmlns:a="http://schemas.openxmlformats.org/drawingml/2006/main">
            <a:pathLst>
              <a:path w="1413431" h="1216366">
                <a:moveTo>
                  <a:pt x="0" y="105836"/>
                </a:moveTo>
                <a:cubicBezTo>
                  <a:pt x="0" y="47384"/>
                  <a:pt x="47384" y="0"/>
                  <a:pt x="105836" y="0"/>
                </a:cubicBezTo>
                <a:lnTo>
                  <a:pt x="1307595" y="0"/>
                </a:lnTo>
                <a:cubicBezTo>
                  <a:pt x="1366047" y="0"/>
                  <a:pt x="1413431" y="47384"/>
                  <a:pt x="1413431" y="105836"/>
                </a:cubicBezTo>
                <a:lnTo>
                  <a:pt x="1413431" y="1110530"/>
                </a:lnTo>
                <a:cubicBezTo>
                  <a:pt x="1413431" y="1168982"/>
                  <a:pt x="1366047" y="1216366"/>
                  <a:pt x="1307595" y="1216366"/>
                </a:cubicBezTo>
                <a:lnTo>
                  <a:pt x="105836" y="1216366"/>
                </a:lnTo>
                <a:cubicBezTo>
                  <a:pt x="47384" y="1216366"/>
                  <a:pt x="0" y="1168982"/>
                  <a:pt x="0" y="1110530"/>
                </a:cubicBezTo>
                <a:lnTo>
                  <a:pt x="0" y="105836"/>
                </a:lnTo>
              </a:path>
            </a:pathLst>
          </a:custGeom>
          <a:noFill xmlns:a="http://schemas.openxmlformats.org/drawingml/2006/main"/>
          <a:ln xmlns:a="http://schemas.openxmlformats.org/drawingml/2006/main" w="11186">
            <a:solidFill>
              <a:srgbClr val="6159AC"/>
            </a:solidFill>
            <a:prstDash val="solid"/>
          </a:ln>
        </p:spPr>
      </p:sp>
      <p:sp>
        <p:nvSpPr>
          <p:cNvPr id="380" name="text-355 Zoom">
            <a:extLst xmlns:a="http://schemas.openxmlformats.org/drawingml/2006/main">
              <a:ext uri="{FF2B5EF4-FFF2-40B4-BE49-F238E27FC236}">
                <a16:creationId xmlns:a16="http://schemas.microsoft.com/office/drawing/2014/main" id="{07814F8D-A9DB-43DC-A9DB-423F1EBD0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97830" y="7634592"/>
            <a:ext cx="459475" cy="25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9" b="0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9" b="0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9" b="0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Zoom</a:t>
            </a:r>
          </a:p>
        </p:txBody>
      </p:sp>
      <p:sp>
        <p:nvSpPr>
          <p:cNvPr id="381" name="text-355 In">
            <a:extLst xmlns:a="http://schemas.openxmlformats.org/drawingml/2006/main">
              <a:ext uri="{FF2B5EF4-FFF2-40B4-BE49-F238E27FC236}">
                <a16:creationId xmlns:a16="http://schemas.microsoft.com/office/drawing/2014/main" id="{1ACC6ED5-A0B4-44BF-86F9-1DF7C9ED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0438" y="7635492"/>
            <a:ext cx="180262" cy="249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2" b="0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2" b="0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2" b="0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In</a:t>
            </a:r>
          </a:p>
        </p:txBody>
      </p:sp>
      <p:sp>
        <p:nvSpPr>
          <p:cNvPr id="382" name="text-356 -">
            <a:extLst xmlns:a="http://schemas.openxmlformats.org/drawingml/2006/main">
              <a:ext uri="{FF2B5EF4-FFF2-40B4-BE49-F238E27FC236}">
                <a16:creationId xmlns:a16="http://schemas.microsoft.com/office/drawing/2014/main" id="{BE662793-FCD7-4101-90E9-9A443E85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1409" y="7838404"/>
            <a:ext cx="91855" cy="250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</a:t>
            </a:r>
          </a:p>
        </p:txBody>
      </p:sp>
      <p:sp>
        <p:nvSpPr>
          <p:cNvPr id="383" name="text-357 Param:">
            <a:extLst xmlns:a="http://schemas.openxmlformats.org/drawingml/2006/main">
              <a:ext uri="{FF2B5EF4-FFF2-40B4-BE49-F238E27FC236}">
                <a16:creationId xmlns:a16="http://schemas.microsoft.com/office/drawing/2014/main" id="{73A626AB-D9C2-4597-9654-3D4179A5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4880" y="7838988"/>
            <a:ext cx="537818" cy="250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Param:</a:t>
            </a:r>
          </a:p>
        </p:txBody>
      </p:sp>
      <p:sp>
        <p:nvSpPr>
          <p:cNvPr id="384" name="text-359 &lt;Image:">
            <a:extLst xmlns:a="http://schemas.openxmlformats.org/drawingml/2006/main">
              <a:ext uri="{FF2B5EF4-FFF2-40B4-BE49-F238E27FC236}">
                <a16:creationId xmlns:a16="http://schemas.microsoft.com/office/drawing/2014/main" id="{35D67726-CABF-4CA5-BC38-3BD867055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5795" y="7859705"/>
            <a:ext cx="555714" cy="221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&lt;Image:</a:t>
            </a:r>
          </a:p>
        </p:txBody>
      </p:sp>
      <p:sp>
        <p:nvSpPr>
          <p:cNvPr id="385" name="text-359 3&gt;">
            <a:extLst xmlns:a="http://schemas.openxmlformats.org/drawingml/2006/main">
              <a:ext uri="{FF2B5EF4-FFF2-40B4-BE49-F238E27FC236}">
                <a16:creationId xmlns:a16="http://schemas.microsoft.com/office/drawing/2014/main" id="{ACC696BA-8466-4118-AA08-2CA34047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93473" y="7860956"/>
            <a:ext cx="194817" cy="219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3&gt;</a:t>
            </a:r>
          </a:p>
        </p:txBody>
      </p:sp>
      <p:sp>
        <p:nvSpPr>
          <p:cNvPr id="386" name="text-360 -">
            <a:extLst xmlns:a="http://schemas.openxmlformats.org/drawingml/2006/main">
              <a:ext uri="{FF2B5EF4-FFF2-40B4-BE49-F238E27FC236}">
                <a16:creationId xmlns:a16="http://schemas.microsoft.com/office/drawing/2014/main" id="{13F38CF0-2901-4DA7-953B-0DBEE4E2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1409" y="8063916"/>
            <a:ext cx="91855" cy="250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</a:t>
            </a:r>
          </a:p>
        </p:txBody>
      </p:sp>
      <p:sp>
        <p:nvSpPr>
          <p:cNvPr id="387" name="text-361 Obs">
            <a:extLst xmlns:a="http://schemas.openxmlformats.org/drawingml/2006/main">
              <a:ext uri="{FF2B5EF4-FFF2-40B4-BE49-F238E27FC236}">
                <a16:creationId xmlns:a16="http://schemas.microsoft.com/office/drawing/2014/main" id="{7789A67D-AC74-4C02-983B-6DD265C9E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4880" y="8064408"/>
            <a:ext cx="319935" cy="250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Obs</a:t>
            </a:r>
          </a:p>
        </p:txBody>
      </p:sp>
      <p:sp>
        <p:nvSpPr>
          <p:cNvPr id="388" name="text-362 :">
            <a:extLst xmlns:a="http://schemas.openxmlformats.org/drawingml/2006/main">
              <a:ext uri="{FF2B5EF4-FFF2-40B4-BE49-F238E27FC236}">
                <a16:creationId xmlns:a16="http://schemas.microsoft.com/office/drawing/2014/main" id="{CFCDFF1A-20AD-47E2-B393-8A1C88D2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62922" y="8064108"/>
            <a:ext cx="81944" cy="2505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</a:t>
            </a:r>
          </a:p>
        </p:txBody>
      </p:sp>
      <p:sp>
        <p:nvSpPr>
          <p:cNvPr id="389" name="text-363 &lt;Image:">
            <a:extLst xmlns:a="http://schemas.openxmlformats.org/drawingml/2006/main">
              <a:ext uri="{FF2B5EF4-FFF2-40B4-BE49-F238E27FC236}">
                <a16:creationId xmlns:a16="http://schemas.microsoft.com/office/drawing/2014/main" id="{C27248D2-0B16-4FDD-9603-89C8469A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6671" y="8767119"/>
            <a:ext cx="555714" cy="221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&lt;Image:</a:t>
            </a:r>
          </a:p>
        </p:txBody>
      </p:sp>
      <p:sp>
        <p:nvSpPr>
          <p:cNvPr id="390" name="text-363 4&gt;">
            <a:extLst xmlns:a="http://schemas.openxmlformats.org/drawingml/2006/main">
              <a:ext uri="{FF2B5EF4-FFF2-40B4-BE49-F238E27FC236}">
                <a16:creationId xmlns:a16="http://schemas.microsoft.com/office/drawing/2014/main" id="{6B4B3689-0CCF-4E75-BFBF-EFE047F9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34348" y="8768371"/>
            <a:ext cx="194817" cy="219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4&gt;</a:t>
            </a:r>
          </a:p>
        </p:txBody>
      </p:sp>
      <p:pic>
        <p:nvPic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22154BCD-8ACF-4C9E-B69B-06FB9B8E8D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c049234a6c436e"/>
          <a:stretch xmlns:a="http://schemas.openxmlformats.org/drawingml/2006/main"/>
        </p:blipFill>
        <p:spPr>
          <a:xfrm xmlns:a="http://schemas.openxmlformats.org/drawingml/2006/main">
            <a:off x="7044300" y="7845210"/>
            <a:ext cx="1524000" cy="1012371"/>
          </a:xfrm>
          <a:prstGeom xmlns:a="http://schemas.openxmlformats.org/drawingml/2006/main" prst="rect">
            <a:avLst/>
          </a:prstGeom>
        </p:spPr>
      </p:pic>
      <p:sp>
        <p:nvSpPr>
          <p:cNvPr id="392" name="text-365 …">
            <a:extLst xmlns:a="http://schemas.openxmlformats.org/drawingml/2006/main">
              <a:ext uri="{FF2B5EF4-FFF2-40B4-BE49-F238E27FC236}">
                <a16:creationId xmlns:a16="http://schemas.microsoft.com/office/drawing/2014/main" id="{649CEB6E-9B70-41A8-88D5-58CAF1C2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69956" y="8201862"/>
            <a:ext cx="264005" cy="3133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6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pic>
        <p:nvPic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97396D03-6ED7-4F49-9B7A-7462673112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57551939db460a"/>
          <a:stretch xmlns:a="http://schemas.openxmlformats.org/drawingml/2006/main"/>
        </p:blipFill>
        <p:spPr>
          <a:xfrm xmlns:a="http://schemas.openxmlformats.org/drawingml/2006/main">
            <a:off x="795900" y="7627496"/>
            <a:ext cx="217714" cy="217714"/>
          </a:xfrm>
          <a:prstGeom xmlns:a="http://schemas.openxmlformats.org/drawingml/2006/main" prst="rect">
            <a:avLst/>
          </a:prstGeom>
        </p:spPr>
      </p:pic>
      <p:sp>
        <p:nvSpPr>
          <p:cNvPr id="394" name="path-367">
            <a:extLst xmlns:a="http://schemas.openxmlformats.org/drawingml/2006/main">
              <a:ext uri="{FF2B5EF4-FFF2-40B4-BE49-F238E27FC236}">
                <a16:creationId xmlns:a16="http://schemas.microsoft.com/office/drawing/2014/main" id="{1FE73D3F-A763-4433-81B5-50068AE8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58" y="7649498"/>
            <a:ext cx="187926" cy="177859"/>
          </a:xfrm>
          <a:custGeom xmlns:a="http://schemas.openxmlformats.org/drawingml/2006/main">
            <a:pathLst>
              <a:path w="164436" h="155627">
                <a:moveTo>
                  <a:pt x="0" y="0"/>
                </a:moveTo>
                <a:lnTo>
                  <a:pt x="0" y="155627"/>
                </a:lnTo>
                <a:lnTo>
                  <a:pt x="164436" y="155627"/>
                </a:lnTo>
                <a:lnTo>
                  <a:pt x="1644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372">
            <a:solidFill>
              <a:srgbClr val="4472C4"/>
            </a:solidFill>
            <a:prstDash val="dash"/>
          </a:ln>
        </p:spPr>
      </p:sp>
      <p:sp>
        <p:nvSpPr>
          <p:cNvPr id="395" name="text-368 Zoom">
            <a:extLst xmlns:a="http://schemas.openxmlformats.org/drawingml/2006/main">
              <a:ext uri="{FF2B5EF4-FFF2-40B4-BE49-F238E27FC236}">
                <a16:creationId xmlns:a16="http://schemas.microsoft.com/office/drawing/2014/main" id="{F8C3A7F2-0281-4626-8008-F11F3FB4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2254" y="7623853"/>
            <a:ext cx="459474" cy="25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9" b="0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9" b="0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9" b="0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Zoom</a:t>
            </a:r>
          </a:p>
        </p:txBody>
      </p:sp>
      <p:sp>
        <p:nvSpPr>
          <p:cNvPr id="396" name="text-368 In">
            <a:extLst xmlns:a="http://schemas.openxmlformats.org/drawingml/2006/main">
              <a:ext uri="{FF2B5EF4-FFF2-40B4-BE49-F238E27FC236}">
                <a16:creationId xmlns:a16="http://schemas.microsoft.com/office/drawing/2014/main" id="{2A9E29C1-3A4F-4A2E-933B-F4F32CD0C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4861" y="7624752"/>
            <a:ext cx="180263" cy="2492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2" b="0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2" b="0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2" b="0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In</a:t>
            </a:r>
          </a:p>
        </p:txBody>
      </p:sp>
      <p:sp>
        <p:nvSpPr>
          <p:cNvPr id="397" name="text-369 Visual">
            <a:extLst xmlns:a="http://schemas.openxmlformats.org/drawingml/2006/main">
              <a:ext uri="{FF2B5EF4-FFF2-40B4-BE49-F238E27FC236}">
                <a16:creationId xmlns:a16="http://schemas.microsoft.com/office/drawing/2014/main" id="{136955E2-ECB4-4A5F-A5FA-824CAD87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08154" y="7641371"/>
            <a:ext cx="499328" cy="256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40" b="0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40" b="0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Visual</a:t>
            </a:r>
          </a:p>
        </p:txBody>
      </p:sp>
      <p:sp>
        <p:nvSpPr>
          <p:cNvPr id="398" name="text-369 Search">
            <a:extLst xmlns:a="http://schemas.openxmlformats.org/drawingml/2006/main">
              <a:ext uri="{FF2B5EF4-FFF2-40B4-BE49-F238E27FC236}">
                <a16:creationId xmlns:a16="http://schemas.microsoft.com/office/drawing/2014/main" id="{AD3F75B2-A36D-4E0D-9E4C-F4790B73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19921" y="7646395"/>
            <a:ext cx="515816" cy="2490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1" b="0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1" b="0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1" b="0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Search</a:t>
            </a:r>
          </a:p>
        </p:txBody>
      </p:sp>
      <p:pic>
        <p:nvPic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2AD3C120-EFA3-44DB-9B26-F4A9BA7230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be01656a274cbe"/>
          <a:stretch xmlns:a="http://schemas.openxmlformats.org/drawingml/2006/main"/>
        </p:blipFill>
        <p:spPr>
          <a:xfrm xmlns:a="http://schemas.openxmlformats.org/drawingml/2006/main">
            <a:off x="2123957" y="7834324"/>
            <a:ext cx="272143" cy="500743"/>
          </a:xfrm>
          <a:prstGeom xmlns:a="http://schemas.openxmlformats.org/drawingml/2006/main" prst="rect">
            <a:avLst/>
          </a:prstGeom>
        </p:spPr>
      </p:pic>
      <p:pic>
        <p:nvPic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452C00C6-C5B5-447C-85EE-EE39BFFECF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83febde65c4bd7"/>
          <a:stretch xmlns:a="http://schemas.openxmlformats.org/drawingml/2006/main"/>
        </p:blipFill>
        <p:spPr>
          <a:xfrm xmlns:a="http://schemas.openxmlformats.org/drawingml/2006/main">
            <a:off x="2613814" y="7627496"/>
            <a:ext cx="283029" cy="283029"/>
          </a:xfrm>
          <a:prstGeom xmlns:a="http://schemas.openxmlformats.org/drawingml/2006/main" prst="rect">
            <a:avLst/>
          </a:prstGeom>
        </p:spPr>
      </p:pic>
      <p:pic>
        <p:nvPic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78A189C3-BAD8-435E-8745-5A11761D89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a22c0d47ea415b"/>
          <a:stretch xmlns:a="http://schemas.openxmlformats.org/drawingml/2006/main"/>
        </p:blipFill>
        <p:spPr>
          <a:xfrm xmlns:a="http://schemas.openxmlformats.org/drawingml/2006/main">
            <a:off x="523757" y="7638381"/>
            <a:ext cx="206829" cy="195943"/>
          </a:xfrm>
          <a:prstGeom xmlns:a="http://schemas.openxmlformats.org/drawingml/2006/main" prst="rect">
            <a:avLst/>
          </a:prstGeom>
        </p:spPr>
      </p:pic>
      <p:sp>
        <p:nvSpPr>
          <p:cNvPr id="402" name="text-373 Param">
            <a:extLst xmlns:a="http://schemas.openxmlformats.org/drawingml/2006/main">
              <a:ext uri="{FF2B5EF4-FFF2-40B4-BE49-F238E27FC236}">
                <a16:creationId xmlns:a16="http://schemas.microsoft.com/office/drawing/2014/main" id="{006BDB56-4AB6-4D22-B0A6-E0C08751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6710" y="7893079"/>
            <a:ext cx="501790" cy="257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Param</a:t>
            </a:r>
          </a:p>
        </p:txBody>
      </p:sp>
      <p:sp>
        <p:nvSpPr>
          <p:cNvPr id="403" name="text-374 :">
            <a:extLst xmlns:a="http://schemas.openxmlformats.org/drawingml/2006/main">
              <a:ext uri="{FF2B5EF4-FFF2-40B4-BE49-F238E27FC236}">
                <a16:creationId xmlns:a16="http://schemas.microsoft.com/office/drawing/2014/main" id="{5AC8172A-1577-48D5-A312-9FE577B5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9322" y="7897658"/>
            <a:ext cx="81944" cy="2505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</a:t>
            </a:r>
          </a:p>
        </p:txBody>
      </p:sp>
      <p:sp>
        <p:nvSpPr>
          <p:cNvPr id="404" name="text-375 &lt;Image">
            <a:extLst xmlns:a="http://schemas.openxmlformats.org/drawingml/2006/main">
              <a:ext uri="{FF2B5EF4-FFF2-40B4-BE49-F238E27FC236}">
                <a16:creationId xmlns:a16="http://schemas.microsoft.com/office/drawing/2014/main" id="{FFDD9CC8-DB30-4463-89F1-AAD4CB61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5860" y="7913317"/>
            <a:ext cx="529495" cy="22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&lt;Image</a:t>
            </a:r>
          </a:p>
        </p:txBody>
      </p:sp>
      <p:sp>
        <p:nvSpPr>
          <p:cNvPr id="405" name="text-376 :">
            <a:extLst xmlns:a="http://schemas.openxmlformats.org/drawingml/2006/main">
              <a:ext uri="{FF2B5EF4-FFF2-40B4-BE49-F238E27FC236}">
                <a16:creationId xmlns:a16="http://schemas.microsoft.com/office/drawing/2014/main" id="{4634ABDC-56E7-4082-B2CB-29939672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9570" y="7920117"/>
            <a:ext cx="71687" cy="2191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</a:t>
            </a:r>
          </a:p>
        </p:txBody>
      </p:sp>
      <p:sp>
        <p:nvSpPr>
          <p:cNvPr id="406" name="text-377 0">
            <a:extLst xmlns:a="http://schemas.openxmlformats.org/drawingml/2006/main">
              <a:ext uri="{FF2B5EF4-FFF2-40B4-BE49-F238E27FC236}">
                <a16:creationId xmlns:a16="http://schemas.microsoft.com/office/drawing/2014/main" id="{86C0319F-AEF3-4ED2-B867-0E266608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9105" y="7920034"/>
            <a:ext cx="106494" cy="2192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407" name="text-378 &gt;">
            <a:extLst xmlns:a="http://schemas.openxmlformats.org/drawingml/2006/main">
              <a:ext uri="{FF2B5EF4-FFF2-40B4-BE49-F238E27FC236}">
                <a16:creationId xmlns:a16="http://schemas.microsoft.com/office/drawing/2014/main" id="{271B3F71-1F4A-4E43-A362-1D8032F4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30651" y="7920007"/>
            <a:ext cx="116516" cy="219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&gt;</a:t>
            </a:r>
          </a:p>
        </p:txBody>
      </p:sp>
      <p:sp>
        <p:nvSpPr>
          <p:cNvPr id="408" name="text-379 Obs:">
            <a:extLst xmlns:a="http://schemas.openxmlformats.org/drawingml/2006/main">
              <a:ext uri="{FF2B5EF4-FFF2-40B4-BE49-F238E27FC236}">
                <a16:creationId xmlns:a16="http://schemas.microsoft.com/office/drawing/2014/main" id="{D04C9E6F-502D-48D8-9E77-479DF21D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6710" y="8096442"/>
            <a:ext cx="369951" cy="250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Obs:</a:t>
            </a:r>
          </a:p>
        </p:txBody>
      </p:sp>
      <p:pic>
        <p:nvPic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33BFF8CA-8232-4D9B-8486-DC3FB74E09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2ea03a255d4d85"/>
          <a:stretch xmlns:a="http://schemas.openxmlformats.org/drawingml/2006/main"/>
        </p:blipFill>
        <p:spPr>
          <a:xfrm xmlns:a="http://schemas.openxmlformats.org/drawingml/2006/main">
            <a:off x="338700" y="7845210"/>
            <a:ext cx="272143" cy="489857"/>
          </a:xfrm>
          <a:prstGeom xmlns:a="http://schemas.openxmlformats.org/drawingml/2006/main" prst="rect">
            <a:avLst/>
          </a:prstGeom>
        </p:spPr>
      </p:pic>
      <p:pic>
        <p:nvPic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90A675E2-FA75-46A7-84CA-4FEAEA7029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b25d3208204faf"/>
          <a:stretch xmlns:a="http://schemas.openxmlformats.org/drawingml/2006/main"/>
        </p:blipFill>
        <p:spPr>
          <a:xfrm xmlns:a="http://schemas.openxmlformats.org/drawingml/2006/main">
            <a:off x="2374328" y="7627496"/>
            <a:ext cx="228600" cy="250371"/>
          </a:xfrm>
          <a:prstGeom xmlns:a="http://schemas.openxmlformats.org/drawingml/2006/main" prst="rect">
            <a:avLst/>
          </a:prstGeom>
        </p:spPr>
      </p:pic>
      <p:pic>
        <p:nvPic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A41D4149-F5EB-4286-8426-37977E39AF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2e907152144960"/>
          <a:stretch xmlns:a="http://schemas.openxmlformats.org/drawingml/2006/main"/>
        </p:blipFill>
        <p:spPr>
          <a:xfrm xmlns:a="http://schemas.openxmlformats.org/drawingml/2006/main">
            <a:off x="4758300" y="7627496"/>
            <a:ext cx="272143" cy="272143"/>
          </a:xfrm>
          <a:prstGeom xmlns:a="http://schemas.openxmlformats.org/drawingml/2006/main" prst="rect">
            <a:avLst/>
          </a:prstGeom>
        </p:spPr>
      </p:pic>
      <p:pic>
        <p:nvPic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812E7DDA-099C-4B0A-9DA7-376F62A182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df48ed19264b5b"/>
          <a:stretch xmlns:a="http://schemas.openxmlformats.org/drawingml/2006/main"/>
        </p:blipFill>
        <p:spPr>
          <a:xfrm xmlns:a="http://schemas.openxmlformats.org/drawingml/2006/main">
            <a:off x="4529700" y="7638381"/>
            <a:ext cx="239486" cy="250371"/>
          </a:xfrm>
          <a:prstGeom xmlns:a="http://schemas.openxmlformats.org/drawingml/2006/main" prst="rect">
            <a:avLst/>
          </a:prstGeom>
        </p:spPr>
      </p:pic>
      <p:pic>
        <p:nvPic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24C9D4AA-D2F8-4806-9FE7-CB8680C1A2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fc17ada5bf42ba"/>
          <a:stretch xmlns:a="http://schemas.openxmlformats.org/drawingml/2006/main"/>
        </p:blipFill>
        <p:spPr>
          <a:xfrm xmlns:a="http://schemas.openxmlformats.org/drawingml/2006/main">
            <a:off x="6837471" y="7638381"/>
            <a:ext cx="217714" cy="217714"/>
          </a:xfrm>
          <a:prstGeom xmlns:a="http://schemas.openxmlformats.org/drawingml/2006/main" prst="rect">
            <a:avLst/>
          </a:prstGeom>
        </p:spPr>
      </p:pic>
      <p:sp>
        <p:nvSpPr>
          <p:cNvPr id="414" name="path-385">
            <a:extLst xmlns:a="http://schemas.openxmlformats.org/drawingml/2006/main">
              <a:ext uri="{FF2B5EF4-FFF2-40B4-BE49-F238E27FC236}">
                <a16:creationId xmlns:a16="http://schemas.microsoft.com/office/drawing/2014/main" id="{E5D9A23C-A84A-4C08-98D6-83C51A962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9431" y="7661163"/>
            <a:ext cx="185688" cy="175622"/>
          </a:xfrm>
          <a:custGeom xmlns:a="http://schemas.openxmlformats.org/drawingml/2006/main">
            <a:pathLst>
              <a:path w="162477" h="153669">
                <a:moveTo>
                  <a:pt x="0" y="0"/>
                </a:moveTo>
                <a:lnTo>
                  <a:pt x="0" y="153669"/>
                </a:lnTo>
                <a:lnTo>
                  <a:pt x="162477" y="153669"/>
                </a:lnTo>
                <a:lnTo>
                  <a:pt x="16247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372">
            <a:solidFill>
              <a:srgbClr val="4472C4"/>
            </a:solidFill>
            <a:prstDash val="dash"/>
          </a:ln>
        </p:spPr>
      </p:sp>
      <p:pic>
        <p:nvPic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29D9E7E9-A00D-45E9-A3B9-5707F59A96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762681203f46df"/>
          <a:stretch xmlns:a="http://schemas.openxmlformats.org/drawingml/2006/main"/>
        </p:blipFill>
        <p:spPr>
          <a:xfrm xmlns:a="http://schemas.openxmlformats.org/drawingml/2006/main">
            <a:off x="6576214" y="7627496"/>
            <a:ext cx="239486" cy="239486"/>
          </a:xfrm>
          <a:prstGeom xmlns:a="http://schemas.openxmlformats.org/drawingml/2006/main" prst="rect">
            <a:avLst/>
          </a:prstGeom>
        </p:spPr>
      </p:pic>
      <p:pic>
        <p:nvPic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7C91830B-BD26-4563-BD6E-536939A1FB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f9bcad4cc945c5"/>
          <a:stretch xmlns:a="http://schemas.openxmlformats.org/drawingml/2006/main"/>
        </p:blipFill>
        <p:spPr>
          <a:xfrm xmlns:a="http://schemas.openxmlformats.org/drawingml/2006/main">
            <a:off x="16645500" y="4133181"/>
            <a:ext cx="881743" cy="783771"/>
          </a:xfrm>
          <a:prstGeom xmlns:a="http://schemas.openxmlformats.org/drawingml/2006/main" prst="rect">
            <a:avLst/>
          </a:prstGeom>
        </p:spPr>
      </p:pic>
      <p:pic>
        <p:nvPic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CE32BC34-F341-42FF-AED2-113EE42592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10cfd872e04575"/>
          <a:stretch xmlns:a="http://schemas.openxmlformats.org/drawingml/2006/main"/>
        </p:blipFill>
        <p:spPr>
          <a:xfrm xmlns:a="http://schemas.openxmlformats.org/drawingml/2006/main">
            <a:off x="16645500" y="4133181"/>
            <a:ext cx="881743" cy="783771"/>
          </a:xfrm>
          <a:prstGeom xmlns:a="http://schemas.openxmlformats.org/drawingml/2006/main" prst="rect">
            <a:avLst/>
          </a:prstGeom>
        </p:spPr>
      </p:pic>
      <p:pic>
        <p:nvPic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CBB1A0DD-3FDC-4F89-8911-6447433392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b92120385446e1"/>
          <a:stretch xmlns:a="http://schemas.openxmlformats.org/drawingml/2006/main"/>
        </p:blipFill>
        <p:spPr>
          <a:xfrm xmlns:a="http://schemas.openxmlformats.org/drawingml/2006/main">
            <a:off x="16645500" y="4133181"/>
            <a:ext cx="881743" cy="783771"/>
          </a:xfrm>
          <a:prstGeom xmlns:a="http://schemas.openxmlformats.org/drawingml/2006/main" prst="rect">
            <a:avLst/>
          </a:prstGeom>
        </p:spPr>
      </p:pic>
      <p:pic>
        <p:nvPic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BF0A8574-8329-429B-B39E-3D920DA7A3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6e5cc18a5241f5"/>
          <a:stretch xmlns:a="http://schemas.openxmlformats.org/drawingml/2006/main"/>
        </p:blipFill>
        <p:spPr>
          <a:xfrm xmlns:a="http://schemas.openxmlformats.org/drawingml/2006/main">
            <a:off x="11746928" y="7627496"/>
            <a:ext cx="1556657" cy="1012371"/>
          </a:xfrm>
          <a:prstGeom xmlns:a="http://schemas.openxmlformats.org/drawingml/2006/main" prst="rect">
            <a:avLst/>
          </a:prstGeom>
        </p:spPr>
      </p:pic>
      <p:pic>
        <p:nvPic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C295FBB6-B7BD-4234-888F-08C594C835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720d47f7e442d6"/>
          <a:stretch xmlns:a="http://schemas.openxmlformats.org/drawingml/2006/main"/>
        </p:blipFill>
        <p:spPr>
          <a:xfrm xmlns:a="http://schemas.openxmlformats.org/drawingml/2006/main">
            <a:off x="11746928" y="7627496"/>
            <a:ext cx="1556657" cy="1012371"/>
          </a:xfrm>
          <a:prstGeom xmlns:a="http://schemas.openxmlformats.org/drawingml/2006/main" prst="rect">
            <a:avLst/>
          </a:prstGeom>
        </p:spPr>
      </p:pic>
      <p:pic>
        <p:nvPic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10695C31-52E4-41A5-9238-290FBBDF47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801251795748e2"/>
          <a:stretch xmlns:a="http://schemas.openxmlformats.org/drawingml/2006/main"/>
        </p:blipFill>
        <p:spPr>
          <a:xfrm xmlns:a="http://schemas.openxmlformats.org/drawingml/2006/main">
            <a:off x="11746928" y="7627496"/>
            <a:ext cx="1556657" cy="1012371"/>
          </a:xfrm>
          <a:prstGeom xmlns:a="http://schemas.openxmlformats.org/drawingml/2006/main" prst="rect">
            <a:avLst/>
          </a:prstGeom>
        </p:spPr>
      </p:pic>
      <p:pic>
        <p:nvPic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97697DF5-AE31-43C9-A4F7-A92E5CA4FB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0e6d76660b4aaa"/>
          <a:stretch xmlns:a="http://schemas.openxmlformats.org/drawingml/2006/main"/>
        </p:blipFill>
        <p:spPr>
          <a:xfrm xmlns:a="http://schemas.openxmlformats.org/drawingml/2006/main">
            <a:off x="8513871" y="1629467"/>
            <a:ext cx="9590314" cy="1872343"/>
          </a:xfrm>
          <a:prstGeom xmlns:a="http://schemas.openxmlformats.org/drawingml/2006/main" prst="rect">
            <a:avLst/>
          </a:prstGeom>
        </p:spPr>
      </p:pic>
      <p:sp>
        <p:nvSpPr>
          <p:cNvPr id="423" name="path-394">
            <a:extLst xmlns:a="http://schemas.openxmlformats.org/drawingml/2006/main">
              <a:ext uri="{FF2B5EF4-FFF2-40B4-BE49-F238E27FC236}">
                <a16:creationId xmlns:a16="http://schemas.microsoft.com/office/drawing/2014/main" id="{74696456-0E85-4A69-A27A-1E99D3D8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4245" y="1693886"/>
            <a:ext cx="9371941" cy="1651746"/>
          </a:xfrm>
          <a:custGeom xmlns:a="http://schemas.openxmlformats.org/drawingml/2006/main">
            <a:pathLst>
              <a:path w="8200448" h="1445278">
                <a:moveTo>
                  <a:pt x="0" y="68742"/>
                </a:moveTo>
                <a:cubicBezTo>
                  <a:pt x="0" y="30776"/>
                  <a:pt x="30775" y="0"/>
                  <a:pt x="68741" y="0"/>
                </a:cubicBezTo>
                <a:lnTo>
                  <a:pt x="8131709" y="0"/>
                </a:lnTo>
                <a:cubicBezTo>
                  <a:pt x="8169673" y="0"/>
                  <a:pt x="8200448" y="30776"/>
                  <a:pt x="8200448" y="68742"/>
                </a:cubicBezTo>
                <a:lnTo>
                  <a:pt x="8200448" y="1376538"/>
                </a:lnTo>
                <a:cubicBezTo>
                  <a:pt x="8200448" y="1414501"/>
                  <a:pt x="8169673" y="1445278"/>
                  <a:pt x="8131709" y="1445278"/>
                </a:cubicBezTo>
                <a:lnTo>
                  <a:pt x="68741" y="1445278"/>
                </a:lnTo>
                <a:cubicBezTo>
                  <a:pt x="30775" y="1445278"/>
                  <a:pt x="0" y="1414501"/>
                  <a:pt x="0" y="1376538"/>
                </a:cubicBezTo>
                <a:lnTo>
                  <a:pt x="0" y="6874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4" name="path-395">
            <a:extLst xmlns:a="http://schemas.openxmlformats.org/drawingml/2006/main">
              <a:ext uri="{FF2B5EF4-FFF2-40B4-BE49-F238E27FC236}">
                <a16:creationId xmlns:a16="http://schemas.microsoft.com/office/drawing/2014/main" id="{828D1252-86C5-46AA-B515-EEFFFB13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4245" y="1693886"/>
            <a:ext cx="9371942" cy="1651746"/>
          </a:xfrm>
          <a:custGeom xmlns:a="http://schemas.openxmlformats.org/drawingml/2006/main">
            <a:pathLst>
              <a:path w="8200450" h="1445278">
                <a:moveTo>
                  <a:pt x="0" y="68741"/>
                </a:moveTo>
                <a:cubicBezTo>
                  <a:pt x="0" y="30776"/>
                  <a:pt x="30776" y="0"/>
                  <a:pt x="68741" y="0"/>
                </a:cubicBezTo>
                <a:lnTo>
                  <a:pt x="8131709" y="0"/>
                </a:lnTo>
                <a:cubicBezTo>
                  <a:pt x="8169673" y="0"/>
                  <a:pt x="8200450" y="30776"/>
                  <a:pt x="8200450" y="68741"/>
                </a:cubicBezTo>
                <a:lnTo>
                  <a:pt x="8200450" y="1376537"/>
                </a:lnTo>
                <a:cubicBezTo>
                  <a:pt x="8200450" y="1414502"/>
                  <a:pt x="8169673" y="1445278"/>
                  <a:pt x="8131709" y="1445278"/>
                </a:cubicBezTo>
                <a:lnTo>
                  <a:pt x="68741" y="1445278"/>
                </a:lnTo>
                <a:cubicBezTo>
                  <a:pt x="30776" y="1445278"/>
                  <a:pt x="0" y="1414502"/>
                  <a:pt x="0" y="1376537"/>
                </a:cubicBezTo>
                <a:lnTo>
                  <a:pt x="0" y="68741"/>
                </a:lnTo>
              </a:path>
            </a:pathLst>
          </a:custGeom>
          <a:noFill xmlns:a="http://schemas.openxmlformats.org/drawingml/2006/main"/>
          <a:ln xmlns:a="http://schemas.openxmlformats.org/drawingml/2006/main" w="16779">
            <a:solidFill>
              <a:srgbClr val="D9D9D9"/>
            </a:solidFill>
            <a:prstDash val="solid"/>
          </a:ln>
        </p:spPr>
      </p:sp>
      <p:pic>
        <p:nvPic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6586192E-7863-4EF1-A3BA-F2072C8C40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9cb0c52e6b4d33"/>
          <a:stretch xmlns:a="http://schemas.openxmlformats.org/drawingml/2006/main"/>
        </p:blipFill>
        <p:spPr>
          <a:xfrm xmlns:a="http://schemas.openxmlformats.org/drawingml/2006/main">
            <a:off x="11670728" y="1629467"/>
            <a:ext cx="566057" cy="566057"/>
          </a:xfrm>
          <a:prstGeom xmlns:a="http://schemas.openxmlformats.org/drawingml/2006/main" prst="rect">
            <a:avLst/>
          </a:prstGeom>
        </p:spPr>
      </p:pic>
      <p:sp>
        <p:nvSpPr>
          <p:cNvPr id="426" name="text-397 Rubric">
            <a:extLst xmlns:a="http://schemas.openxmlformats.org/drawingml/2006/main">
              <a:ext uri="{FF2B5EF4-FFF2-40B4-BE49-F238E27FC236}">
                <a16:creationId xmlns:a16="http://schemas.microsoft.com/office/drawing/2014/main" id="{38F6DD2B-1B42-45D3-BB32-D8F79A824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08252" y="1763185"/>
            <a:ext cx="782426" cy="344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38" b="1" i="0">
                <a:solidFill>
                  <a:srgbClr val="4472C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38" b="1" i="0">
                <a:solidFill>
                  <a:srgbClr val="4472C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38" b="1" i="0">
                <a:solidFill>
                  <a:srgbClr val="4472C4"/>
                </a:solidFill>
                <a:latin typeface="Times New Roman"/>
                <a:ea typeface="Times New Roman"/>
                <a:cs typeface="Times New Roman"/>
              </a:rPr>
              <a:t>Rubric</a:t>
            </a:r>
          </a:p>
        </p:txBody>
      </p:sp>
      <p:sp>
        <p:nvSpPr>
          <p:cNvPr id="427" name="text-398 -">
            <a:extLst xmlns:a="http://schemas.openxmlformats.org/drawingml/2006/main">
              <a:ext uri="{FF2B5EF4-FFF2-40B4-BE49-F238E27FC236}">
                <a16:creationId xmlns:a16="http://schemas.microsoft.com/office/drawing/2014/main" id="{D759211A-3499-44C7-9790-086608BF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6534" y="1763117"/>
            <a:ext cx="126268" cy="344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39" b="1" i="0">
                <a:solidFill>
                  <a:srgbClr val="4472C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39" b="1" i="0">
                <a:solidFill>
                  <a:srgbClr val="4472C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39" b="1" i="0">
                <a:solidFill>
                  <a:srgbClr val="4472C4"/>
                </a:solidFill>
                <a:latin typeface="Times New Roman"/>
                <a:ea typeface="Times New Roman"/>
                <a:cs typeface="Times New Roman"/>
              </a:rPr>
              <a:t>-</a:t>
            </a:r>
          </a:p>
        </p:txBody>
      </p:sp>
      <p:sp>
        <p:nvSpPr>
          <p:cNvPr id="428" name="text-399 Guided">
            <a:extLst xmlns:a="http://schemas.openxmlformats.org/drawingml/2006/main">
              <a:ext uri="{FF2B5EF4-FFF2-40B4-BE49-F238E27FC236}">
                <a16:creationId xmlns:a16="http://schemas.microsoft.com/office/drawing/2014/main" id="{585CA409-A45C-4B88-AA53-BF7BD4D0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27635" y="1763885"/>
            <a:ext cx="821430" cy="34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33" b="1" i="0">
                <a:solidFill>
                  <a:srgbClr val="4472C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33" b="1" i="0">
                <a:solidFill>
                  <a:srgbClr val="4472C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33" b="1" i="0">
                <a:solidFill>
                  <a:srgbClr val="4472C4"/>
                </a:solidFill>
                <a:latin typeface="Times New Roman"/>
                <a:ea typeface="Times New Roman"/>
                <a:cs typeface="Times New Roman"/>
              </a:rPr>
              <a:t>Guided</a:t>
            </a:r>
          </a:p>
        </p:txBody>
      </p:sp>
      <p:sp>
        <p:nvSpPr>
          <p:cNvPr id="429" name="text-399 Optimization">
            <a:extLst xmlns:a="http://schemas.openxmlformats.org/drawingml/2006/main">
              <a:ext uri="{FF2B5EF4-FFF2-40B4-BE49-F238E27FC236}">
                <a16:creationId xmlns:a16="http://schemas.microsoft.com/office/drawing/2014/main" id="{F7D08053-530A-4728-9D08-1C559536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66569" y="1764503"/>
            <a:ext cx="1430918" cy="342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28" b="1" i="0">
                <a:solidFill>
                  <a:srgbClr val="4472C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28" b="1" i="0">
                <a:solidFill>
                  <a:srgbClr val="4472C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28" b="1" i="0">
                <a:solidFill>
                  <a:srgbClr val="4472C4"/>
                </a:solidFill>
                <a:latin typeface="Times New Roman"/>
                <a:ea typeface="Times New Roman"/>
                <a:cs typeface="Times New Roman"/>
              </a:rPr>
              <a:t>Optimization</a:t>
            </a:r>
          </a:p>
        </p:txBody>
      </p:sp>
      <p:sp>
        <p:nvSpPr>
          <p:cNvPr id="430" name="path-400">
            <a:extLst xmlns:a="http://schemas.openxmlformats.org/drawingml/2006/main">
              <a:ext uri="{FF2B5EF4-FFF2-40B4-BE49-F238E27FC236}">
                <a16:creationId xmlns:a16="http://schemas.microsoft.com/office/drawing/2014/main" id="{83A51E9B-4090-4435-8C4C-2B0DC635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7849" y="2139529"/>
            <a:ext cx="4620159" cy="1123564"/>
          </a:xfrm>
          <a:custGeom xmlns:a="http://schemas.openxmlformats.org/drawingml/2006/main">
            <a:pathLst>
              <a:path w="4042639" h="983118">
                <a:moveTo>
                  <a:pt x="0" y="85540"/>
                </a:moveTo>
                <a:cubicBezTo>
                  <a:pt x="0" y="38298"/>
                  <a:pt x="38298" y="0"/>
                  <a:pt x="85539" y="0"/>
                </a:cubicBezTo>
                <a:lnTo>
                  <a:pt x="3957101" y="0"/>
                </a:lnTo>
                <a:cubicBezTo>
                  <a:pt x="4004344" y="0"/>
                  <a:pt x="4042639" y="38298"/>
                  <a:pt x="4042639" y="85540"/>
                </a:cubicBezTo>
                <a:lnTo>
                  <a:pt x="4042639" y="897579"/>
                </a:lnTo>
                <a:cubicBezTo>
                  <a:pt x="4042639" y="944821"/>
                  <a:pt x="4004344" y="983118"/>
                  <a:pt x="3957101" y="983118"/>
                </a:cubicBezTo>
                <a:lnTo>
                  <a:pt x="85539" y="983118"/>
                </a:lnTo>
                <a:cubicBezTo>
                  <a:pt x="38298" y="983118"/>
                  <a:pt x="0" y="944821"/>
                  <a:pt x="0" y="897579"/>
                </a:cubicBezTo>
                <a:lnTo>
                  <a:pt x="0" y="85540"/>
                </a:lnTo>
              </a:path>
            </a:pathLst>
          </a:custGeom>
          <a:solidFill xmlns:a="http://schemas.openxmlformats.org/drawingml/2006/main">
            <a:srgbClr val="F6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1" name="path-401">
            <a:extLst xmlns:a="http://schemas.openxmlformats.org/drawingml/2006/main">
              <a:ext uri="{FF2B5EF4-FFF2-40B4-BE49-F238E27FC236}">
                <a16:creationId xmlns:a16="http://schemas.microsoft.com/office/drawing/2014/main" id="{0E5F3408-2C15-4EA7-9FEE-3E8F2059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7849" y="2139529"/>
            <a:ext cx="4620159" cy="1123564"/>
          </a:xfrm>
          <a:custGeom xmlns:a="http://schemas.openxmlformats.org/drawingml/2006/main">
            <a:pathLst>
              <a:path w="4042639" h="983118">
                <a:moveTo>
                  <a:pt x="0" y="85539"/>
                </a:moveTo>
                <a:cubicBezTo>
                  <a:pt x="0" y="38297"/>
                  <a:pt x="38297" y="0"/>
                  <a:pt x="85539" y="0"/>
                </a:cubicBezTo>
                <a:lnTo>
                  <a:pt x="3957101" y="0"/>
                </a:lnTo>
                <a:cubicBezTo>
                  <a:pt x="4004343" y="0"/>
                  <a:pt x="4042639" y="38297"/>
                  <a:pt x="4042639" y="85539"/>
                </a:cubicBezTo>
                <a:lnTo>
                  <a:pt x="4042639" y="897579"/>
                </a:lnTo>
                <a:cubicBezTo>
                  <a:pt x="4042639" y="944821"/>
                  <a:pt x="4004343" y="983118"/>
                  <a:pt x="3957101" y="983118"/>
                </a:cubicBezTo>
                <a:lnTo>
                  <a:pt x="85539" y="983118"/>
                </a:lnTo>
                <a:cubicBezTo>
                  <a:pt x="38297" y="983118"/>
                  <a:pt x="0" y="944821"/>
                  <a:pt x="0" y="897579"/>
                </a:cubicBezTo>
                <a:lnTo>
                  <a:pt x="0" y="85539"/>
                </a:lnTo>
              </a:path>
            </a:pathLst>
          </a:custGeom>
          <a:noFill xmlns:a="http://schemas.openxmlformats.org/drawingml/2006/main"/>
          <a:ln xmlns:a="http://schemas.openxmlformats.org/drawingml/2006/main" w="11186">
            <a:solidFill>
              <a:srgbClr val="7030A0"/>
            </a:solidFill>
            <a:prstDash val="solid"/>
          </a:ln>
        </p:spPr>
      </p:sp>
      <p:pic>
        <p:nvPic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2904A53C-7ED8-4D68-8520-F3A6049030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558e56c9034835"/>
          <a:stretch xmlns:a="http://schemas.openxmlformats.org/drawingml/2006/main"/>
        </p:blipFill>
        <p:spPr>
          <a:xfrm xmlns:a="http://schemas.openxmlformats.org/drawingml/2006/main">
            <a:off x="9123471" y="2021353"/>
            <a:ext cx="1001486" cy="1001486"/>
          </a:xfrm>
          <a:prstGeom xmlns:a="http://schemas.openxmlformats.org/drawingml/2006/main" prst="rect">
            <a:avLst/>
          </a:prstGeom>
        </p:spPr>
      </p:pic>
      <p:sp>
        <p:nvSpPr>
          <p:cNvPr id="433" name="text-403 SFT">
            <a:extLst xmlns:a="http://schemas.openxmlformats.org/drawingml/2006/main">
              <a:ext uri="{FF2B5EF4-FFF2-40B4-BE49-F238E27FC236}">
                <a16:creationId xmlns:a16="http://schemas.microsoft.com/office/drawing/2014/main" id="{688B82B1-7120-4801-A71D-9A9459F64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57050" y="2815371"/>
            <a:ext cx="468715" cy="344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SFT</a:t>
            </a:r>
          </a:p>
        </p:txBody>
      </p:sp>
      <p:sp>
        <p:nvSpPr>
          <p:cNvPr id="434" name="text-403 Mode">
            <a:extLst xmlns:a="http://schemas.openxmlformats.org/drawingml/2006/main">
              <a:ext uri="{FF2B5EF4-FFF2-40B4-BE49-F238E27FC236}">
                <a16:creationId xmlns:a16="http://schemas.microsoft.com/office/drawing/2014/main" id="{19D3DB7D-851D-45D7-8256-CD779F3E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3627" y="2815834"/>
            <a:ext cx="617717" cy="344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3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3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3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Mode</a:t>
            </a:r>
          </a:p>
        </p:txBody>
      </p:sp>
      <p:sp>
        <p:nvSpPr>
          <p:cNvPr id="435" name="text-404 -">
            <a:extLst xmlns:a="http://schemas.openxmlformats.org/drawingml/2006/main">
              <a:ext uri="{FF2B5EF4-FFF2-40B4-BE49-F238E27FC236}">
                <a16:creationId xmlns:a16="http://schemas.microsoft.com/office/drawing/2014/main" id="{445F5D54-DE4D-4E0D-BA11-18501F29A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06709" y="2231206"/>
            <a:ext cx="114779" cy="313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</a:t>
            </a:r>
          </a:p>
        </p:txBody>
      </p:sp>
      <p:sp>
        <p:nvSpPr>
          <p:cNvPr id="436" name="text-405 Information">
            <a:extLst xmlns:a="http://schemas.openxmlformats.org/drawingml/2006/main">
              <a:ext uri="{FF2B5EF4-FFF2-40B4-BE49-F238E27FC236}">
                <a16:creationId xmlns:a16="http://schemas.microsoft.com/office/drawing/2014/main" id="{73172961-4ABF-4BB5-815F-3127BCC6B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08734" y="2230698"/>
            <a:ext cx="1111436" cy="3139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Information</a:t>
            </a:r>
          </a:p>
        </p:txBody>
      </p:sp>
      <p:sp>
        <p:nvSpPr>
          <p:cNvPr id="437" name="text-405 Complexity">
            <a:extLst xmlns:a="http://schemas.openxmlformats.org/drawingml/2006/main">
              <a:ext uri="{FF2B5EF4-FFF2-40B4-BE49-F238E27FC236}">
                <a16:creationId xmlns:a16="http://schemas.microsoft.com/office/drawing/2014/main" id="{781DE31F-1C13-43E7-88B2-51BA4FA2F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35731" y="2231683"/>
            <a:ext cx="1094481" cy="3126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5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Complexity</a:t>
            </a:r>
          </a:p>
        </p:txBody>
      </p:sp>
      <p:sp>
        <p:nvSpPr>
          <p:cNvPr id="438" name="text-406 -">
            <a:extLst xmlns:a="http://schemas.openxmlformats.org/drawingml/2006/main">
              <a:ext uri="{FF2B5EF4-FFF2-40B4-BE49-F238E27FC236}">
                <a16:creationId xmlns:a16="http://schemas.microsoft.com/office/drawing/2014/main" id="{7A96DF3B-FDF3-4BA8-A637-D9DBE627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06709" y="2478195"/>
            <a:ext cx="114779" cy="313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</a:t>
            </a:r>
          </a:p>
        </p:txBody>
      </p:sp>
      <p:sp>
        <p:nvSpPr>
          <p:cNvPr id="439" name="text-407 Tool">
            <a:extLst xmlns:a="http://schemas.openxmlformats.org/drawingml/2006/main">
              <a:ext uri="{FF2B5EF4-FFF2-40B4-BE49-F238E27FC236}">
                <a16:creationId xmlns:a16="http://schemas.microsoft.com/office/drawing/2014/main" id="{8129068A-E223-4DF8-AB14-58CD789A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08734" y="2469390"/>
            <a:ext cx="464771" cy="325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3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3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Tool</a:t>
            </a:r>
          </a:p>
        </p:txBody>
      </p:sp>
      <p:sp>
        <p:nvSpPr>
          <p:cNvPr id="440" name="text-407 Usage">
            <a:extLst xmlns:a="http://schemas.openxmlformats.org/drawingml/2006/main">
              <a:ext uri="{FF2B5EF4-FFF2-40B4-BE49-F238E27FC236}">
                <a16:creationId xmlns:a16="http://schemas.microsoft.com/office/drawing/2014/main" id="{1E8521BB-D50A-45E2-B1A3-B42071C7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86939" y="2477560"/>
            <a:ext cx="601117" cy="314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Usage</a:t>
            </a:r>
          </a:p>
        </p:txBody>
      </p:sp>
      <p:sp>
        <p:nvSpPr>
          <p:cNvPr id="441" name="text-407 Quality">
            <a:extLst xmlns:a="http://schemas.openxmlformats.org/drawingml/2006/main">
              <a:ext uri="{FF2B5EF4-FFF2-40B4-BE49-F238E27FC236}">
                <a16:creationId xmlns:a16="http://schemas.microsoft.com/office/drawing/2014/main" id="{CC87B130-B7D5-4926-9E2F-DFE7DDDF2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04971" y="2478167"/>
            <a:ext cx="711447" cy="3133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Quality</a:t>
            </a:r>
          </a:p>
        </p:txBody>
      </p:sp>
      <p:sp>
        <p:nvSpPr>
          <p:cNvPr id="442" name="text-408 -">
            <a:extLst xmlns:a="http://schemas.openxmlformats.org/drawingml/2006/main">
              <a:ext uri="{FF2B5EF4-FFF2-40B4-BE49-F238E27FC236}">
                <a16:creationId xmlns:a16="http://schemas.microsoft.com/office/drawing/2014/main" id="{5D149694-407F-41A4-8ADC-24B8A32C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06709" y="2725184"/>
            <a:ext cx="114779" cy="313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</a:t>
            </a:r>
          </a:p>
        </p:txBody>
      </p:sp>
      <p:sp>
        <p:nvSpPr>
          <p:cNvPr id="443" name="text-409 Tool">
            <a:extLst xmlns:a="http://schemas.openxmlformats.org/drawingml/2006/main">
              <a:ext uri="{FF2B5EF4-FFF2-40B4-BE49-F238E27FC236}">
                <a16:creationId xmlns:a16="http://schemas.microsoft.com/office/drawing/2014/main" id="{AF60FC84-A708-4C60-A2D5-DC28C61A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08734" y="2716378"/>
            <a:ext cx="464771" cy="325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3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3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Tool</a:t>
            </a:r>
          </a:p>
        </p:txBody>
      </p:sp>
      <p:sp>
        <p:nvSpPr>
          <p:cNvPr id="444" name="text-409 Pattern">
            <a:extLst xmlns:a="http://schemas.openxmlformats.org/drawingml/2006/main">
              <a:ext uri="{FF2B5EF4-FFF2-40B4-BE49-F238E27FC236}">
                <a16:creationId xmlns:a16="http://schemas.microsoft.com/office/drawing/2014/main" id="{B9EF1CA8-EFA3-44BA-95A1-C99DF638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86939" y="2724804"/>
            <a:ext cx="675156" cy="313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Pattern</a:t>
            </a:r>
          </a:p>
        </p:txBody>
      </p:sp>
      <p:sp>
        <p:nvSpPr>
          <p:cNvPr id="445" name="text-409 Diversity">
            <a:extLst xmlns:a="http://schemas.openxmlformats.org/drawingml/2006/main">
              <a:ext uri="{FF2B5EF4-FFF2-40B4-BE49-F238E27FC236}">
                <a16:creationId xmlns:a16="http://schemas.microsoft.com/office/drawing/2014/main" id="{AD7CC7BC-24E7-4C09-BB0F-A3D47F09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77679" y="2724994"/>
            <a:ext cx="873676" cy="313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6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Diversity</a:t>
            </a:r>
          </a:p>
        </p:txBody>
      </p:sp>
      <p:sp>
        <p:nvSpPr>
          <p:cNvPr id="446" name="text-410 -">
            <a:extLst xmlns:a="http://schemas.openxmlformats.org/drawingml/2006/main">
              <a:ext uri="{FF2B5EF4-FFF2-40B4-BE49-F238E27FC236}">
                <a16:creationId xmlns:a16="http://schemas.microsoft.com/office/drawing/2014/main" id="{330E8B7B-1B73-45A5-986E-514A4748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06709" y="2966803"/>
            <a:ext cx="114779" cy="313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</a:t>
            </a:r>
          </a:p>
        </p:txBody>
      </p:sp>
      <p:sp>
        <p:nvSpPr>
          <p:cNvPr id="447" name="text-411 …">
            <a:extLst xmlns:a="http://schemas.openxmlformats.org/drawingml/2006/main">
              <a:ext uri="{FF2B5EF4-FFF2-40B4-BE49-F238E27FC236}">
                <a16:creationId xmlns:a16="http://schemas.microsoft.com/office/drawing/2014/main" id="{12FA77A2-D49E-48CC-A600-4281ADF91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08734" y="2966775"/>
            <a:ext cx="264005" cy="3133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6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448" name="path-412">
            <a:extLst xmlns:a="http://schemas.openxmlformats.org/drawingml/2006/main">
              <a:ext uri="{FF2B5EF4-FFF2-40B4-BE49-F238E27FC236}">
                <a16:creationId xmlns:a16="http://schemas.microsoft.com/office/drawing/2014/main" id="{2CAB6EC4-1D61-444C-9ABA-4A03740A3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7557" y="2122995"/>
            <a:ext cx="4271727" cy="1154697"/>
          </a:xfrm>
          <a:custGeom xmlns:a="http://schemas.openxmlformats.org/drawingml/2006/main">
            <a:pathLst>
              <a:path w="3737761" h="1010360">
                <a:moveTo>
                  <a:pt x="0" y="87914"/>
                </a:moveTo>
                <a:cubicBezTo>
                  <a:pt x="0" y="39361"/>
                  <a:pt x="39361" y="0"/>
                  <a:pt x="87913" y="0"/>
                </a:cubicBezTo>
                <a:lnTo>
                  <a:pt x="3649848" y="0"/>
                </a:lnTo>
                <a:cubicBezTo>
                  <a:pt x="3698402" y="0"/>
                  <a:pt x="3737761" y="39361"/>
                  <a:pt x="3737761" y="87914"/>
                </a:cubicBezTo>
                <a:lnTo>
                  <a:pt x="3737761" y="922448"/>
                </a:lnTo>
                <a:cubicBezTo>
                  <a:pt x="3737761" y="971001"/>
                  <a:pt x="3698402" y="1010360"/>
                  <a:pt x="3649848" y="1010360"/>
                </a:cubicBezTo>
                <a:lnTo>
                  <a:pt x="87913" y="1010360"/>
                </a:lnTo>
                <a:cubicBezTo>
                  <a:pt x="39361" y="1010360"/>
                  <a:pt x="0" y="971001"/>
                  <a:pt x="0" y="922448"/>
                </a:cubicBezTo>
                <a:lnTo>
                  <a:pt x="0" y="87914"/>
                </a:lnTo>
              </a:path>
            </a:pathLst>
          </a:custGeom>
          <a:solidFill xmlns:a="http://schemas.openxmlformats.org/drawingml/2006/main">
            <a:srgbClr val="F0F7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9" name="path-413">
            <a:extLst xmlns:a="http://schemas.openxmlformats.org/drawingml/2006/main">
              <a:ext uri="{FF2B5EF4-FFF2-40B4-BE49-F238E27FC236}">
                <a16:creationId xmlns:a16="http://schemas.microsoft.com/office/drawing/2014/main" id="{556129C9-9738-4661-BE42-3CCFEE63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7557" y="2122995"/>
            <a:ext cx="4271728" cy="1154698"/>
          </a:xfrm>
          <a:custGeom xmlns:a="http://schemas.openxmlformats.org/drawingml/2006/main">
            <a:pathLst>
              <a:path w="3737762" h="1010361">
                <a:moveTo>
                  <a:pt x="0" y="87913"/>
                </a:moveTo>
                <a:cubicBezTo>
                  <a:pt x="0" y="39360"/>
                  <a:pt x="39361" y="0"/>
                  <a:pt x="87914" y="0"/>
                </a:cubicBezTo>
                <a:lnTo>
                  <a:pt x="3649848" y="0"/>
                </a:lnTo>
                <a:cubicBezTo>
                  <a:pt x="3698402" y="0"/>
                  <a:pt x="3737762" y="39360"/>
                  <a:pt x="3737762" y="87913"/>
                </a:cubicBezTo>
                <a:lnTo>
                  <a:pt x="3737762" y="922447"/>
                </a:lnTo>
                <a:cubicBezTo>
                  <a:pt x="3737762" y="971001"/>
                  <a:pt x="3698402" y="1010361"/>
                  <a:pt x="3649848" y="1010361"/>
                </a:cubicBezTo>
                <a:lnTo>
                  <a:pt x="87914" y="1010361"/>
                </a:lnTo>
                <a:cubicBezTo>
                  <a:pt x="39361" y="1010361"/>
                  <a:pt x="0" y="971001"/>
                  <a:pt x="0" y="922447"/>
                </a:cubicBezTo>
                <a:lnTo>
                  <a:pt x="0" y="87913"/>
                </a:lnTo>
              </a:path>
            </a:pathLst>
          </a:custGeom>
          <a:noFill xmlns:a="http://schemas.openxmlformats.org/drawingml/2006/main"/>
          <a:ln xmlns:a="http://schemas.openxmlformats.org/drawingml/2006/main" w="11186">
            <a:solidFill>
              <a:srgbClr val="4472C4"/>
            </a:solidFill>
            <a:prstDash val="solid"/>
          </a:ln>
        </p:spPr>
      </p:sp>
      <p:pic>
        <p:nvPic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C547AEFD-0EC9-412F-8603-1BE6E8B0EE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d90e5aebd9431a"/>
          <a:stretch xmlns:a="http://schemas.openxmlformats.org/drawingml/2006/main"/>
        </p:blipFill>
        <p:spPr>
          <a:xfrm xmlns:a="http://schemas.openxmlformats.org/drawingml/2006/main">
            <a:off x="14043814" y="2119324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451" name="text-415 RL">
            <a:extLst xmlns:a="http://schemas.openxmlformats.org/drawingml/2006/main">
              <a:ext uri="{FF2B5EF4-FFF2-40B4-BE49-F238E27FC236}">
                <a16:creationId xmlns:a16="http://schemas.microsoft.com/office/drawing/2014/main" id="{7D2C64EA-8108-4C26-8988-CCCFB331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55078" y="2906106"/>
            <a:ext cx="359768" cy="3456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RL</a:t>
            </a:r>
          </a:p>
        </p:txBody>
      </p:sp>
      <p:sp>
        <p:nvSpPr>
          <p:cNvPr id="452" name="text-415 Mode">
            <a:extLst xmlns:a="http://schemas.openxmlformats.org/drawingml/2006/main">
              <a:ext uri="{FF2B5EF4-FFF2-40B4-BE49-F238E27FC236}">
                <a16:creationId xmlns:a16="http://schemas.microsoft.com/office/drawing/2014/main" id="{24A3DB9F-9FEE-433D-8318-28DF35EF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32611" y="2907114"/>
            <a:ext cx="617717" cy="344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3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3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3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Mode</a:t>
            </a:r>
          </a:p>
        </p:txBody>
      </p:sp>
      <p:sp>
        <p:nvSpPr>
          <p:cNvPr id="453" name="text-416 -">
            <a:extLst xmlns:a="http://schemas.openxmlformats.org/drawingml/2006/main">
              <a:ext uri="{FF2B5EF4-FFF2-40B4-BE49-F238E27FC236}">
                <a16:creationId xmlns:a16="http://schemas.microsoft.com/office/drawing/2014/main" id="{8AFD23F2-501F-4C92-983A-BEE0CF6C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07659" y="2161404"/>
            <a:ext cx="114779" cy="313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</a:t>
            </a:r>
          </a:p>
        </p:txBody>
      </p:sp>
      <p:sp>
        <p:nvSpPr>
          <p:cNvPr id="454" name="text-417 Shortcut">
            <a:extLst xmlns:a="http://schemas.openxmlformats.org/drawingml/2006/main">
              <a:ext uri="{FF2B5EF4-FFF2-40B4-BE49-F238E27FC236}">
                <a16:creationId xmlns:a16="http://schemas.microsoft.com/office/drawing/2014/main" id="{DFD30A0E-04FB-4234-A191-5725A004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09683" y="2161305"/>
            <a:ext cx="798788" cy="313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6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Shortcut</a:t>
            </a:r>
          </a:p>
        </p:txBody>
      </p:sp>
      <p:sp>
        <p:nvSpPr>
          <p:cNvPr id="455" name="text-417 Leakage">
            <a:extLst xmlns:a="http://schemas.openxmlformats.org/drawingml/2006/main">
              <a:ext uri="{FF2B5EF4-FFF2-40B4-BE49-F238E27FC236}">
                <a16:creationId xmlns:a16="http://schemas.microsoft.com/office/drawing/2014/main" id="{9793046E-287D-435E-9539-8066EA22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23470" y="2160078"/>
            <a:ext cx="802591" cy="31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7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Leakage</a:t>
            </a:r>
          </a:p>
        </p:txBody>
      </p:sp>
      <p:sp>
        <p:nvSpPr>
          <p:cNvPr id="456" name="text-418 -">
            <a:extLst xmlns:a="http://schemas.openxmlformats.org/drawingml/2006/main">
              <a:ext uri="{FF2B5EF4-FFF2-40B4-BE49-F238E27FC236}">
                <a16:creationId xmlns:a16="http://schemas.microsoft.com/office/drawing/2014/main" id="{8952C776-8A97-4002-86C6-84949857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07659" y="2408394"/>
            <a:ext cx="114779" cy="313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</a:t>
            </a:r>
          </a:p>
        </p:txBody>
      </p:sp>
      <p:sp>
        <p:nvSpPr>
          <p:cNvPr id="457" name="text-419 Difficulty">
            <a:extLst xmlns:a="http://schemas.openxmlformats.org/drawingml/2006/main">
              <a:ext uri="{FF2B5EF4-FFF2-40B4-BE49-F238E27FC236}">
                <a16:creationId xmlns:a16="http://schemas.microsoft.com/office/drawing/2014/main" id="{A1F201BA-F074-4385-8F07-D117B988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09683" y="2406992"/>
            <a:ext cx="924230" cy="315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7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Difficulty</a:t>
            </a:r>
          </a:p>
        </p:txBody>
      </p:sp>
      <p:sp>
        <p:nvSpPr>
          <p:cNvPr id="458" name="text-419 Match">
            <a:extLst xmlns:a="http://schemas.openxmlformats.org/drawingml/2006/main">
              <a:ext uri="{FF2B5EF4-FFF2-40B4-BE49-F238E27FC236}">
                <a16:creationId xmlns:a16="http://schemas.microsoft.com/office/drawing/2014/main" id="{0F8428CB-EA3B-4C6F-8F65-68447AF9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49314" y="2407741"/>
            <a:ext cx="613682" cy="3141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Match</a:t>
            </a:r>
          </a:p>
        </p:txBody>
      </p:sp>
      <p:sp>
        <p:nvSpPr>
          <p:cNvPr id="459" name="text-420 -">
            <a:extLst xmlns:a="http://schemas.openxmlformats.org/drawingml/2006/main">
              <a:ext uri="{FF2B5EF4-FFF2-40B4-BE49-F238E27FC236}">
                <a16:creationId xmlns:a16="http://schemas.microsoft.com/office/drawing/2014/main" id="{1862DCE4-726F-4112-B7C4-B4F616B6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07659" y="2655383"/>
            <a:ext cx="114779" cy="313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</a:t>
            </a:r>
          </a:p>
        </p:txBody>
      </p:sp>
      <p:sp>
        <p:nvSpPr>
          <p:cNvPr id="460" name="text-421 Learning">
            <a:extLst xmlns:a="http://schemas.openxmlformats.org/drawingml/2006/main">
              <a:ext uri="{FF2B5EF4-FFF2-40B4-BE49-F238E27FC236}">
                <a16:creationId xmlns:a16="http://schemas.microsoft.com/office/drawing/2014/main" id="{A04BAEF2-9BDB-42A7-81EB-3DBD5B5A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09683" y="2654417"/>
            <a:ext cx="851443" cy="3146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7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Learning</a:t>
            </a:r>
          </a:p>
        </p:txBody>
      </p:sp>
      <p:sp>
        <p:nvSpPr>
          <p:cNvPr id="461" name="text-421 Utility">
            <a:extLst xmlns:a="http://schemas.openxmlformats.org/drawingml/2006/main">
              <a:ext uri="{FF2B5EF4-FFF2-40B4-BE49-F238E27FC236}">
                <a16:creationId xmlns:a16="http://schemas.microsoft.com/office/drawing/2014/main" id="{9FDDE991-403D-469A-B4C9-C43C5B715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76605" y="2656384"/>
            <a:ext cx="621774" cy="3118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5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Utility</a:t>
            </a:r>
          </a:p>
        </p:txBody>
      </p:sp>
      <p:sp>
        <p:nvSpPr>
          <p:cNvPr id="462" name="text-422 -">
            <a:extLst xmlns:a="http://schemas.openxmlformats.org/drawingml/2006/main">
              <a:ext uri="{FF2B5EF4-FFF2-40B4-BE49-F238E27FC236}">
                <a16:creationId xmlns:a16="http://schemas.microsoft.com/office/drawing/2014/main" id="{91A656A7-AA70-4B77-AFA6-D0F8874D1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07659" y="2902372"/>
            <a:ext cx="114779" cy="313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</a:t>
            </a:r>
          </a:p>
        </p:txBody>
      </p:sp>
      <p:sp>
        <p:nvSpPr>
          <p:cNvPr id="463" name="text-423 …">
            <a:extLst xmlns:a="http://schemas.openxmlformats.org/drawingml/2006/main">
              <a:ext uri="{FF2B5EF4-FFF2-40B4-BE49-F238E27FC236}">
                <a16:creationId xmlns:a16="http://schemas.microsoft.com/office/drawing/2014/main" id="{7189C816-729A-4B9C-8368-E21A1123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09683" y="2902343"/>
            <a:ext cx="264005" cy="3133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6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464" name="text-424 Forward">
            <a:extLst xmlns:a="http://schemas.openxmlformats.org/drawingml/2006/main">
              <a:ext uri="{FF2B5EF4-FFF2-40B4-BE49-F238E27FC236}">
                <a16:creationId xmlns:a16="http://schemas.microsoft.com/office/drawing/2014/main" id="{9DB260CA-DC45-4D51-80C2-B4D4DE36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34971" y="5977634"/>
            <a:ext cx="975473" cy="345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42" b="1" i="0">
                <a:solidFill>
                  <a:srgbClr val="4472C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42" b="1" i="0">
                <a:solidFill>
                  <a:srgbClr val="4472C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42" b="1" i="0">
                <a:solidFill>
                  <a:srgbClr val="4472C4"/>
                </a:solidFill>
                <a:latin typeface="Times New Roman"/>
                <a:ea typeface="Times New Roman"/>
                <a:cs typeface="Times New Roman"/>
              </a:rPr>
              <a:t>Forward</a:t>
            </a:r>
          </a:p>
        </p:txBody>
      </p:sp>
      <p:sp>
        <p:nvSpPr>
          <p:cNvPr id="465" name="text-425 Curatio">
            <a:extLst xmlns:a="http://schemas.openxmlformats.org/drawingml/2006/main">
              <a:ext uri="{FF2B5EF4-FFF2-40B4-BE49-F238E27FC236}">
                <a16:creationId xmlns:a16="http://schemas.microsoft.com/office/drawing/2014/main" id="{8A112A5E-9D49-4772-8A2C-9ABC9921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53094" y="6268278"/>
            <a:ext cx="863632" cy="3442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36" b="1" i="0">
                <a:solidFill>
                  <a:srgbClr val="4472C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36" b="1" i="0">
                <a:solidFill>
                  <a:srgbClr val="4472C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36" b="1" i="0">
                <a:solidFill>
                  <a:srgbClr val="4472C4"/>
                </a:solidFill>
                <a:latin typeface="Times New Roman"/>
                <a:ea typeface="Times New Roman"/>
                <a:cs typeface="Times New Roman"/>
              </a:rPr>
              <a:t>Curatio</a:t>
            </a:r>
          </a:p>
        </p:txBody>
      </p:sp>
      <p:sp>
        <p:nvSpPr>
          <p:cNvPr id="466" name="text-426 n">
            <a:extLst xmlns:a="http://schemas.openxmlformats.org/drawingml/2006/main">
              <a:ext uri="{FF2B5EF4-FFF2-40B4-BE49-F238E27FC236}">
                <a16:creationId xmlns:a16="http://schemas.microsoft.com/office/drawing/2014/main" id="{CBD9EC44-A555-4114-93DB-0C7D72520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72474" y="6267930"/>
            <a:ext cx="181191" cy="344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39" b="1" i="0">
                <a:solidFill>
                  <a:srgbClr val="4472C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39" b="1" i="0">
                <a:solidFill>
                  <a:srgbClr val="4472C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39" b="1" i="0">
                <a:solidFill>
                  <a:srgbClr val="4472C4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467" name="text-427 Backward">
            <a:extLst xmlns:a="http://schemas.openxmlformats.org/drawingml/2006/main">
              <a:ext uri="{FF2B5EF4-FFF2-40B4-BE49-F238E27FC236}">
                <a16:creationId xmlns:a16="http://schemas.microsoft.com/office/drawing/2014/main" id="{A1406A7C-E364-4292-A6A5-F27793D46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84817" y="5977606"/>
            <a:ext cx="1126506" cy="345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42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42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42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Backward</a:t>
            </a:r>
          </a:p>
        </p:txBody>
      </p:sp>
      <p:sp>
        <p:nvSpPr>
          <p:cNvPr id="468" name="text-428 Optimizatio">
            <a:extLst xmlns:a="http://schemas.openxmlformats.org/drawingml/2006/main">
              <a:ext uri="{FF2B5EF4-FFF2-40B4-BE49-F238E27FC236}">
                <a16:creationId xmlns:a16="http://schemas.microsoft.com/office/drawing/2014/main" id="{AD130B2C-29F9-45D9-96E2-8571E246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63113" y="6269500"/>
            <a:ext cx="1294027" cy="342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27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27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27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Optimizatio</a:t>
            </a:r>
          </a:p>
        </p:txBody>
      </p:sp>
      <p:sp>
        <p:nvSpPr>
          <p:cNvPr id="469" name="text-429 n">
            <a:extLst xmlns:a="http://schemas.openxmlformats.org/drawingml/2006/main">
              <a:ext uri="{FF2B5EF4-FFF2-40B4-BE49-F238E27FC236}">
                <a16:creationId xmlns:a16="http://schemas.microsoft.com/office/drawing/2014/main" id="{A6E8BC8F-32D8-46B4-B170-6C672E58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13157" y="6267930"/>
            <a:ext cx="181191" cy="344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39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39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39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13092530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2026-10-14T12:41:46.7160000Z</dcterms:created>
  <dcterms:modified xsi:type="dcterms:W3CDTF">2026-10-14T12:41:46.7160000Z</dcterms:modified>
</coreProperties>
</file>