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d98dca1754b53" /><Relationship Type="http://schemas.openxmlformats.org/officeDocument/2006/relationships/extended-properties" Target="/docProps/app.xml" Id="R2eb360b131aa4585" /><Relationship Type="http://schemas.openxmlformats.org/officeDocument/2006/relationships/officeDocument" Target="/ppt/presentation.xml" Id="R422fccd111174c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4e69c9e18a4741"/>
  </p:sldMasterIdLst>
  <p:notesMasterIdLst>
    <p:notesMasterId xmlns:r="http://schemas.openxmlformats.org/officeDocument/2006/relationships" r:id="Rd38f69e0482d44f0"/>
  </p:notesMasterIdLst>
  <p:sldIdLst>
    <p:sldId xmlns:r="http://schemas.openxmlformats.org/officeDocument/2006/relationships" id="256" r:id="R0a426774d0024d55"/>
  </p:sldIdLst>
  <p:sldSz cx="19192875" cy="2105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c0581abf545d8" /><Relationship Type="http://schemas.openxmlformats.org/officeDocument/2006/relationships/slideMaster" Target="/ppt/slideMasters/slideMaster1.xml" Id="R3e4e69c9e18a4741" /><Relationship Type="http://schemas.openxmlformats.org/officeDocument/2006/relationships/notesMaster" Target="/ppt/notesMasters/notesMaster1.xml" Id="Rd38f69e0482d44f0" /><Relationship Type="http://schemas.openxmlformats.org/officeDocument/2006/relationships/presProps" Target="/ppt/presProps.xml" Id="Rd14080c192d8435a" /><Relationship Type="http://schemas.openxmlformats.org/officeDocument/2006/relationships/tableStyles" Target="/ppt/tableStyles.xml" Id="R23ed2230e41241d9" /><Relationship Type="http://schemas.openxmlformats.org/officeDocument/2006/relationships/slide" Target="/ppt/slides/slide1.xml" Id="R0a426774d002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ead8dd0edc40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9d855def54fa4" /><Relationship Type="http://schemas.openxmlformats.org/officeDocument/2006/relationships/notesMaster" Target="/ppt/notesMasters/notesMaster1.xml" Id="Ra30af2c8705c47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VGEG-centered multimodal data engine</a:t>
            </a:r>
          </a:p>
          <a:p xmlns:a="http://schemas.openxmlformats.org/drawingml/2006/main">
            <a:r>
              <a:t>Source: https://arxiv.org/abs/2610.12419v1</a:t>
            </a:r>
          </a:p>
          <a:p xmlns:a="http://schemas.openxmlformats.org/drawingml/2006/main">
            <a:r>
              <a:t>Figure: fig1_vgeg_centered_multimodal_data_engine.png</a:t>
            </a:r>
          </a:p>
          <a:p xmlns:a="http://schemas.openxmlformats.org/drawingml/2006/main">
            <a:r>
              <a:t>Readable main-pipeline labels and vector geometry are native editable PowerPoint objects. Mathematical glyphs use source-matched native outlines rather than typeable equations. Arrow paths are not endpoint-bound connectors. Photos, logos, icons, screenshots and the inset Web Entity Graph illustration remain independently movable raster objects whose internal pixels, including text inside that inset, are not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f043359324e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c54755f7f48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6d56b4ca245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7e1226aad40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66a37a62149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ce185110946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D514E3-0F7D-4FD3-98A1-ADF4A447A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19288" y="7952317"/>
            <a:ext cx="15354300" cy="304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052B64-C0FB-4864-973A-82A3DA1C94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78931" y="11577638"/>
            <a:ext cx="13435013" cy="2338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40E1B6-C911-4EF1-8840-79D6628FD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19288" y="8770938"/>
            <a:ext cx="15354300" cy="350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6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CEFC08-09C0-4674-A42C-213BE83CC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9599" y="1637242"/>
            <a:ext cx="17033677" cy="257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4C6DDC-10E0-4BAC-9D5B-F64D8CFA30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9599" y="5847292"/>
            <a:ext cx="17033677" cy="1309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8257A1-6D9E-4D15-92BB-FC444FAD4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9599" y="1637242"/>
            <a:ext cx="17033677" cy="257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8883D3-9F36-46C8-8538-BCD83603AC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9599" y="5847292"/>
            <a:ext cx="7917061" cy="1309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A6B083-5BAC-41DF-B0E0-B1FDAFF68A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196215" y="5847292"/>
            <a:ext cx="7917061" cy="1309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3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BDDF1A-AD1B-48A2-AA3B-F6E03DF0F4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9599" y="1637242"/>
            <a:ext cx="17033677" cy="257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5505DE-7FE5-4A55-8791-C5C2261DF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9599" y="5847292"/>
            <a:ext cx="7917061" cy="1309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986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968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1951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99332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79154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58976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38798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718620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98441" indent="-359866" algn="l">
              <a:lnSpc>
                <a:spcPct val="110000"/>
              </a:lnSpc>
              <a:spcBef>
                <a:spcPts val="0"/>
              </a:spcBef>
              <a:spcAft>
                <a:spcPts val="1889"/>
              </a:spcAft>
              <a:buChar char="•"/>
              <a:defRPr sz="35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77ea9ee9c4969" /><Relationship Type="http://schemas.openxmlformats.org/officeDocument/2006/relationships/slideLayout" Target="/ppt/slideLayouts/slideLayout1.xml" Id="R2d8c399426b84924" /><Relationship Type="http://schemas.openxmlformats.org/officeDocument/2006/relationships/slideLayout" Target="/ppt/slideLayouts/slideLayout2.xml" Id="R24a959f717b04305" /><Relationship Type="http://schemas.openxmlformats.org/officeDocument/2006/relationships/slideLayout" Target="/ppt/slideLayouts/slideLayout3.xml" Id="R3fbc97b38a504d80" /><Relationship Type="http://schemas.openxmlformats.org/officeDocument/2006/relationships/slideLayout" Target="/ppt/slideLayouts/slideLayout4.xml" Id="Rbb8b2801c64e4c8c" /><Relationship Type="http://schemas.openxmlformats.org/officeDocument/2006/relationships/slideLayout" Target="/ppt/slideLayouts/slideLayout5.xml" Id="R9b2b8f93768b4054" /><Relationship Type="http://schemas.openxmlformats.org/officeDocument/2006/relationships/slideLayout" Target="/ppt/slideLayouts/slideLayout6.xml" Id="Ra0fae87484a1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c399426b84924"/>
    <p:sldLayoutId xmlns:r="http://schemas.openxmlformats.org/officeDocument/2006/relationships" id="2147483650" r:id="R24a959f717b04305"/>
    <p:sldLayoutId xmlns:r="http://schemas.openxmlformats.org/officeDocument/2006/relationships" id="2147483651" r:id="R3fbc97b38a504d80"/>
    <p:sldLayoutId xmlns:r="http://schemas.openxmlformats.org/officeDocument/2006/relationships" id="2147483652" r:id="Rbb8b2801c64e4c8c"/>
    <p:sldLayoutId xmlns:r="http://schemas.openxmlformats.org/officeDocument/2006/relationships" id="2147483653" r:id="R9b2b8f93768b4054"/>
    <p:sldLayoutId xmlns:r="http://schemas.openxmlformats.org/officeDocument/2006/relationships" id="2147483654" r:id="Ra0fae87484a1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e94c294184dab" /><Relationship Type="http://schemas.openxmlformats.org/officeDocument/2006/relationships/image" Target="/ppt/media/image.png" Id="R804d15d81aff4383" /><Relationship Type="http://schemas.openxmlformats.org/officeDocument/2006/relationships/image" Target="/ppt/media/image2.png" Id="R521f223e209d40f2" /><Relationship Type="http://schemas.openxmlformats.org/officeDocument/2006/relationships/image" Target="/ppt/media/image3.png" Id="R8e804afa8adc42a6" /><Relationship Type="http://schemas.openxmlformats.org/officeDocument/2006/relationships/image" Target="/ppt/media/image4.png" Id="Ra4ccda9de22d4fdb" /><Relationship Type="http://schemas.openxmlformats.org/officeDocument/2006/relationships/image" Target="/ppt/media/image5.png" Id="Rd8bc57c3ebe24d14" /><Relationship Type="http://schemas.openxmlformats.org/officeDocument/2006/relationships/image" Target="/ppt/media/image6.png" Id="R0c2a6143591440e2" /><Relationship Type="http://schemas.openxmlformats.org/officeDocument/2006/relationships/image" Target="/ppt/media/image7.png" Id="R4f031f20905f4ac1" /><Relationship Type="http://schemas.openxmlformats.org/officeDocument/2006/relationships/image" Target="/ppt/media/image8.png" Id="Rf4d5ad4976264116" /><Relationship Type="http://schemas.openxmlformats.org/officeDocument/2006/relationships/image" Target="/ppt/media/image9.png" Id="R041b2c94d17b40b0" /><Relationship Type="http://schemas.openxmlformats.org/officeDocument/2006/relationships/image" Target="/ppt/media/image10.png" Id="R36e36a7fd5c74a56" /><Relationship Type="http://schemas.openxmlformats.org/officeDocument/2006/relationships/image" Target="/ppt/media/image11.png" Id="Rb86abf6903764ca4" /><Relationship Type="http://schemas.openxmlformats.org/officeDocument/2006/relationships/image" Target="/ppt/media/image12.png" Id="R8ab03d4cee234e48" /><Relationship Type="http://schemas.openxmlformats.org/officeDocument/2006/relationships/image" Target="/ppt/media/image13.png" Id="Rf84117bd56014653" /><Relationship Type="http://schemas.openxmlformats.org/officeDocument/2006/relationships/image" Target="/ppt/media/image14.png" Id="R7ee234c404f749ae" /><Relationship Type="http://schemas.openxmlformats.org/officeDocument/2006/relationships/image" Target="/ppt/media/image15.png" Id="R7e36ebfa0b164119" /><Relationship Type="http://schemas.openxmlformats.org/officeDocument/2006/relationships/image" Target="/ppt/media/image16.png" Id="Re12c466310c34cad" /><Relationship Type="http://schemas.openxmlformats.org/officeDocument/2006/relationships/image" Target="/ppt/media/image17.png" Id="R30f8e7b0465946cf" /><Relationship Type="http://schemas.openxmlformats.org/officeDocument/2006/relationships/image" Target="/ppt/media/image18.png" Id="Rbed6fa6a78e94a28" /><Relationship Type="http://schemas.openxmlformats.org/officeDocument/2006/relationships/image" Target="/ppt/media/image19.png" Id="R23a793efb02e456f" /><Relationship Type="http://schemas.openxmlformats.org/officeDocument/2006/relationships/image" Target="/ppt/media/image20.png" Id="R85b0839c98c94c7b" /><Relationship Type="http://schemas.openxmlformats.org/officeDocument/2006/relationships/image" Target="/ppt/media/image21.png" Id="Ra5ca6ad2a1c146d8" /><Relationship Type="http://schemas.openxmlformats.org/officeDocument/2006/relationships/image" Target="/ppt/media/image22.png" Id="R2ad31a6c2f5840b4" /><Relationship Type="http://schemas.openxmlformats.org/officeDocument/2006/relationships/image" Target="/ppt/media/image23.png" Id="Rbb65a158d40a438f" /><Relationship Type="http://schemas.openxmlformats.org/officeDocument/2006/relationships/image" Target="/ppt/media/image24.png" Id="R4a47edb7a6b945a6" /><Relationship Type="http://schemas.openxmlformats.org/officeDocument/2006/relationships/image" Target="/ppt/media/image25.png" Id="Rf1a223d97e6c401e" /><Relationship Type="http://schemas.openxmlformats.org/officeDocument/2006/relationships/image" Target="/ppt/media/image26.png" Id="R4acab1630c144886" /><Relationship Type="http://schemas.openxmlformats.org/officeDocument/2006/relationships/image" Target="/ppt/media/image27.png" Id="Ra471ded2650c4477" /><Relationship Type="http://schemas.openxmlformats.org/officeDocument/2006/relationships/image" Target="/ppt/media/image28.png" Id="R42e953db67004fcd" /><Relationship Type="http://schemas.openxmlformats.org/officeDocument/2006/relationships/image" Target="/ppt/media/image29.png" Id="R6774650410b340a7" /><Relationship Type="http://schemas.openxmlformats.org/officeDocument/2006/relationships/image" Target="/ppt/media/image30.png" Id="Re2cbb0d011fe482d" /><Relationship Type="http://schemas.openxmlformats.org/officeDocument/2006/relationships/image" Target="/ppt/media/image31.png" Id="R0e9e968c96e34a5e" /><Relationship Type="http://schemas.openxmlformats.org/officeDocument/2006/relationships/image" Target="/ppt/media/image32.png" Id="R4d6650b5ff304f0d" /><Relationship Type="http://schemas.openxmlformats.org/officeDocument/2006/relationships/image" Target="/ppt/media/image33.png" Id="Reefad1d02f2d46b2" /><Relationship Type="http://schemas.openxmlformats.org/officeDocument/2006/relationships/image" Target="/ppt/media/image34.png" Id="R737ea79a69fb406d" /><Relationship Type="http://schemas.openxmlformats.org/officeDocument/2006/relationships/image" Target="/ppt/media/image35.png" Id="Rffb67cd3c9f94af4" /><Relationship Type="http://schemas.openxmlformats.org/officeDocument/2006/relationships/image" Target="/ppt/media/image36.png" Id="Rffff8ce26af748ec" /><Relationship Type="http://schemas.openxmlformats.org/officeDocument/2006/relationships/image" Target="/ppt/media/image37.png" Id="R2004966d643841d1" /><Relationship Type="http://schemas.openxmlformats.org/officeDocument/2006/relationships/image" Target="/ppt/media/image38.png" Id="R3b2c8b319ce94b26" /><Relationship Type="http://schemas.openxmlformats.org/officeDocument/2006/relationships/image" Target="/ppt/media/image39.png" Id="R68accb612bc04594" /><Relationship Type="http://schemas.openxmlformats.org/officeDocument/2006/relationships/image" Target="/ppt/media/image40.png" Id="Rb15126ac59624da7" /><Relationship Type="http://schemas.openxmlformats.org/officeDocument/2006/relationships/image" Target="/ppt/media/image41.png" Id="R8d180f9853df41a8" /><Relationship Type="http://schemas.openxmlformats.org/officeDocument/2006/relationships/image" Target="/ppt/media/image42.png" Id="Rf545e7e2a84c4747" /><Relationship Type="http://schemas.openxmlformats.org/officeDocument/2006/relationships/image" Target="/ppt/media/image43.png" Id="R6a20a8ca286e432a" /><Relationship Type="http://schemas.openxmlformats.org/officeDocument/2006/relationships/image" Target="/ppt/media/image44.png" Id="R59d26ef940994a65" /><Relationship Type="http://schemas.openxmlformats.org/officeDocument/2006/relationships/image" Target="/ppt/media/image45.png" Id="Rf6a25c12d1f042f6" /><Relationship Type="http://schemas.openxmlformats.org/officeDocument/2006/relationships/image" Target="/ppt/media/image46.png" Id="R7d65d8fe66524ad5" /><Relationship Type="http://schemas.openxmlformats.org/officeDocument/2006/relationships/image" Target="/ppt/media/image47.png" Id="Rf5da80ff1cb34674" /><Relationship Type="http://schemas.openxmlformats.org/officeDocument/2006/relationships/image" Target="/ppt/media/image48.png" Id="Rc77f390f1b684cbb" /><Relationship Type="http://schemas.openxmlformats.org/officeDocument/2006/relationships/image" Target="/ppt/media/image49.png" Id="R2610063ac71b4da5" /><Relationship Type="http://schemas.openxmlformats.org/officeDocument/2006/relationships/image" Target="/ppt/media/image50.png" Id="R986ab905b03e4118" /><Relationship Type="http://schemas.openxmlformats.org/officeDocument/2006/relationships/image" Target="/ppt/media/image51.png" Id="Rda98ad08859c4e03" /><Relationship Type="http://schemas.openxmlformats.org/officeDocument/2006/relationships/image" Target="/ppt/media/image52.png" Id="R1c51c42cdc664104" /><Relationship Type="http://schemas.openxmlformats.org/officeDocument/2006/relationships/image" Target="/ppt/media/image53.png" Id="R6f089db7316c476b" /><Relationship Type="http://schemas.openxmlformats.org/officeDocument/2006/relationships/image" Target="/ppt/media/image54.png" Id="Rcf90b73bb64a4f0f" /><Relationship Type="http://schemas.openxmlformats.org/officeDocument/2006/relationships/image" Target="/ppt/media/image55.png" Id="Rdeb964dd10a84355" /><Relationship Type="http://schemas.openxmlformats.org/officeDocument/2006/relationships/image" Target="/ppt/media/image56.png" Id="Rdbffc3aa49ca478e" /><Relationship Type="http://schemas.openxmlformats.org/officeDocument/2006/relationships/image" Target="/ppt/media/image57.png" Id="R96c265de95fd4a7b" /><Relationship Type="http://schemas.openxmlformats.org/officeDocument/2006/relationships/image" Target="/ppt/media/image58.png" Id="Ra744c5c6213b4b52" /><Relationship Type="http://schemas.openxmlformats.org/officeDocument/2006/relationships/image" Target="/ppt/media/image59.png" Id="R9729bf69b82b4661" /><Relationship Type="http://schemas.openxmlformats.org/officeDocument/2006/relationships/image" Target="/ppt/media/image60.png" Id="R51f21d4c53e5457a" /><Relationship Type="http://schemas.openxmlformats.org/officeDocument/2006/relationships/image" Target="/ppt/media/image61.png" Id="Raf11963d94a24c03" /><Relationship Type="http://schemas.openxmlformats.org/officeDocument/2006/relationships/image" Target="/ppt/media/image62.png" Id="Rf3efcbb45b8f4919" /><Relationship Type="http://schemas.openxmlformats.org/officeDocument/2006/relationships/image" Target="/ppt/media/image63.png" Id="Ref5ba1eae35b430b" /><Relationship Type="http://schemas.openxmlformats.org/officeDocument/2006/relationships/image" Target="/ppt/media/image64.png" Id="R6d8904f7d49947e1" /><Relationship Type="http://schemas.openxmlformats.org/officeDocument/2006/relationships/image" Target="/ppt/media/image65.png" Id="Rc548a6b6758e410b" /><Relationship Type="http://schemas.openxmlformats.org/officeDocument/2006/relationships/image" Target="/ppt/media/image66.png" Id="Rd2ccf09cf83f4c62" /><Relationship Type="http://schemas.openxmlformats.org/officeDocument/2006/relationships/image" Target="/ppt/media/image67.png" Id="R4c3a4a92bf224cf5" /><Relationship Type="http://schemas.openxmlformats.org/officeDocument/2006/relationships/image" Target="/ppt/media/image68.png" Id="R65ce7d91d6f141ec" /><Relationship Type="http://schemas.openxmlformats.org/officeDocument/2006/relationships/image" Target="/ppt/media/image69.png" Id="R9a7bf65172574bc7" /><Relationship Type="http://schemas.openxmlformats.org/officeDocument/2006/relationships/image" Target="/ppt/media/image70.png" Id="Rd5713c4cbbe7449a" /><Relationship Type="http://schemas.openxmlformats.org/officeDocument/2006/relationships/image" Target="/ppt/media/image71.png" Id="Rc71d8e66ff8c4bf0" /><Relationship Type="http://schemas.openxmlformats.org/officeDocument/2006/relationships/image" Target="/ppt/media/image72.png" Id="R5aa90564e37f4bc0" /><Relationship Type="http://schemas.openxmlformats.org/officeDocument/2006/relationships/image" Target="/ppt/media/image73.png" Id="R2d2d0abe0d384d51" /><Relationship Type="http://schemas.openxmlformats.org/officeDocument/2006/relationships/image" Target="/ppt/media/image74.png" Id="R83c2f1956f0e411a" /><Relationship Type="http://schemas.openxmlformats.org/officeDocument/2006/relationships/image" Target="/ppt/media/image75.png" Id="R7169d0b7e9e04f33" /><Relationship Type="http://schemas.openxmlformats.org/officeDocument/2006/relationships/image" Target="/ppt/media/image76.png" Id="Rf5e262eee6a24680" /><Relationship Type="http://schemas.openxmlformats.org/officeDocument/2006/relationships/image" Target="/ppt/media/image77.png" Id="Re811d9eee5a444c4" /><Relationship Type="http://schemas.openxmlformats.org/officeDocument/2006/relationships/image" Target="/ppt/media/image78.png" Id="R1d950b8c29e1450b" /><Relationship Type="http://schemas.openxmlformats.org/officeDocument/2006/relationships/image" Target="/ppt/media/image79.png" Id="Rdd1da0a2e891435e" /><Relationship Type="http://schemas.openxmlformats.org/officeDocument/2006/relationships/image" Target="/ppt/media/image80.png" Id="Re44b4facfafe4f78" /><Relationship Type="http://schemas.openxmlformats.org/officeDocument/2006/relationships/image" Target="/ppt/media/image81.png" Id="R038eba5177584909" /><Relationship Type="http://schemas.openxmlformats.org/officeDocument/2006/relationships/image" Target="/ppt/media/image82.png" Id="R996cd8f99dc84f1e" /><Relationship Type="http://schemas.openxmlformats.org/officeDocument/2006/relationships/image" Target="/ppt/media/image83.png" Id="R38a574fe94954571" /><Relationship Type="http://schemas.openxmlformats.org/officeDocument/2006/relationships/image" Target="/ppt/media/image84.png" Id="R7eea0358d8e6476a" /><Relationship Type="http://schemas.openxmlformats.org/officeDocument/2006/relationships/image" Target="/ppt/media/image85.png" Id="Raf27d828f47546de" /><Relationship Type="http://schemas.openxmlformats.org/officeDocument/2006/relationships/image" Target="/ppt/media/image86.png" Id="R8e9763409c4844ac" /><Relationship Type="http://schemas.openxmlformats.org/officeDocument/2006/relationships/image" Target="/ppt/media/image87.png" Id="Ra2d3d1d8b603425b" /><Relationship Type="http://schemas.openxmlformats.org/officeDocument/2006/relationships/image" Target="/ppt/media/image88.png" Id="R722c99e82b3944bd" /><Relationship Type="http://schemas.openxmlformats.org/officeDocument/2006/relationships/image" Target="/ppt/media/image89.png" Id="Rbb4933e81da5438b" /><Relationship Type="http://schemas.openxmlformats.org/officeDocument/2006/relationships/image" Target="/ppt/media/image90.png" Id="R04916dd794974cd3" /><Relationship Type="http://schemas.openxmlformats.org/officeDocument/2006/relationships/image" Target="/ppt/media/image91.png" Id="R2332455d74ac4f0a" /><Relationship Type="http://schemas.openxmlformats.org/officeDocument/2006/relationships/image" Target="/ppt/media/image92.png" Id="Rdb9f5f6702ee43b9" /><Relationship Type="http://schemas.openxmlformats.org/officeDocument/2006/relationships/image" Target="/ppt/media/image93.png" Id="R11c69463732e4bdd" /><Relationship Type="http://schemas.openxmlformats.org/officeDocument/2006/relationships/image" Target="/ppt/media/image94.png" Id="Rdcb9bc4c24d94bc5" /><Relationship Type="http://schemas.openxmlformats.org/officeDocument/2006/relationships/image" Target="/ppt/media/image95.png" Id="R05ef5614898e46c8" /><Relationship Type="http://schemas.openxmlformats.org/officeDocument/2006/relationships/image" Target="/ppt/media/image96.png" Id="R38b9dd016c9f4372" /><Relationship Type="http://schemas.openxmlformats.org/officeDocument/2006/relationships/image" Target="/ppt/media/image97.png" Id="R055b0a7351df445c" /><Relationship Type="http://schemas.openxmlformats.org/officeDocument/2006/relationships/image" Target="/ppt/media/image98.png" Id="Rff822c2e3cfa44de" /><Relationship Type="http://schemas.openxmlformats.org/officeDocument/2006/relationships/image" Target="/ppt/media/image99.png" Id="Ra5c7be36f95e4d74" /><Relationship Type="http://schemas.openxmlformats.org/officeDocument/2006/relationships/image" Target="/ppt/media/image100.png" Id="R493e0c398d564598" /><Relationship Type="http://schemas.openxmlformats.org/officeDocument/2006/relationships/image" Target="/ppt/media/image101.png" Id="Rcf99a00068d742de" /><Relationship Type="http://schemas.openxmlformats.org/officeDocument/2006/relationships/image" Target="/ppt/media/image102.png" Id="R3a75124df2fd40be" /><Relationship Type="http://schemas.openxmlformats.org/officeDocument/2006/relationships/image" Target="/ppt/media/image103.png" Id="R37d082ff85e7463b" /><Relationship Type="http://schemas.openxmlformats.org/officeDocument/2006/relationships/image" Target="/ppt/media/image104.png" Id="R2ff029be66f84b30" /><Relationship Type="http://schemas.openxmlformats.org/officeDocument/2006/relationships/image" Target="/ppt/media/image105.png" Id="R4735433d081243e8" /><Relationship Type="http://schemas.openxmlformats.org/officeDocument/2006/relationships/image" Target="/ppt/media/image106.png" Id="Rde4ad2bfe38d4901" /><Relationship Type="http://schemas.openxmlformats.org/officeDocument/2006/relationships/image" Target="/ppt/media/image107.png" Id="Rf0701dec71eb4e04" /><Relationship Type="http://schemas.openxmlformats.org/officeDocument/2006/relationships/image" Target="/ppt/media/image108.png" Id="Rbf121b10eb0249db" /><Relationship Type="http://schemas.openxmlformats.org/officeDocument/2006/relationships/image" Target="/ppt/media/image109.png" Id="Rd6d8cb4fa1d84cc4" /><Relationship Type="http://schemas.openxmlformats.org/officeDocument/2006/relationships/image" Target="/ppt/media/image110.png" Id="R5d5bd8855d264e08" /><Relationship Type="http://schemas.openxmlformats.org/officeDocument/2006/relationships/image" Target="/ppt/media/image111.png" Id="R96213dd28b7a4675" /><Relationship Type="http://schemas.openxmlformats.org/officeDocument/2006/relationships/image" Target="/ppt/media/image112.png" Id="Rb97cc7333c0d4e03" /><Relationship Type="http://schemas.openxmlformats.org/officeDocument/2006/relationships/image" Target="/ppt/media/image113.png" Id="Rb948cd2fe4e54e2b" /><Relationship Type="http://schemas.openxmlformats.org/officeDocument/2006/relationships/image" Target="/ppt/media/image114.png" Id="Rfb15cdeefbbf40ef" /><Relationship Type="http://schemas.openxmlformats.org/officeDocument/2006/relationships/image" Target="/ppt/media/image115.png" Id="R19a5fd89f41e4e06" /><Relationship Type="http://schemas.openxmlformats.org/officeDocument/2006/relationships/image" Target="/ppt/media/image116.png" Id="Rba177e0bd79843e2" /><Relationship Type="http://schemas.openxmlformats.org/officeDocument/2006/relationships/image" Target="/ppt/media/image117.png" Id="R9cf9c60794d343d9" /><Relationship Type="http://schemas.openxmlformats.org/officeDocument/2006/relationships/image" Target="/ppt/media/image118.png" Id="R28c8cced07e84c3a" /><Relationship Type="http://schemas.openxmlformats.org/officeDocument/2006/relationships/image" Target="/ppt/media/image119.png" Id="R4ef2f63d526a4338" /><Relationship Type="http://schemas.openxmlformats.org/officeDocument/2006/relationships/image" Target="/ppt/media/image120.png" Id="R4f858c5e2de14e2d" /><Relationship Type="http://schemas.openxmlformats.org/officeDocument/2006/relationships/image" Target="/ppt/media/image121.png" Id="Re0f8f17e2ede45b3" /><Relationship Type="http://schemas.openxmlformats.org/officeDocument/2006/relationships/image" Target="/ppt/media/image122.png" Id="R05ccad33347c4fab" /><Relationship Type="http://schemas.openxmlformats.org/officeDocument/2006/relationships/image" Target="/ppt/media/image123.png" Id="R94d8e5d1be294ed9" /><Relationship Type="http://schemas.openxmlformats.org/officeDocument/2006/relationships/image" Target="/ppt/media/image124.png" Id="R999ca99e8b10407c" /><Relationship Type="http://schemas.openxmlformats.org/officeDocument/2006/relationships/image" Target="/ppt/media/image125.png" Id="Ra1602e50a794464a" /><Relationship Type="http://schemas.openxmlformats.org/officeDocument/2006/relationships/image" Target="/ppt/media/image126.png" Id="Rfce3e0b46e4346f9" /><Relationship Type="http://schemas.openxmlformats.org/officeDocument/2006/relationships/image" Target="/ppt/media/image127.png" Id="R8debb6d8f68e4726" /><Relationship Type="http://schemas.openxmlformats.org/officeDocument/2006/relationships/image" Target="/ppt/media/image128.png" Id="R1525dc40d50f4309" /><Relationship Type="http://schemas.openxmlformats.org/officeDocument/2006/relationships/image" Target="/ppt/media/image129.png" Id="Rc2ef80b85e3142db" /><Relationship Type="http://schemas.openxmlformats.org/officeDocument/2006/relationships/image" Target="/ppt/media/image130.png" Id="Rfd9ab92db2784479" /><Relationship Type="http://schemas.openxmlformats.org/officeDocument/2006/relationships/image" Target="/ppt/media/image131.png" Id="Rf3fd9b40a0074061" /><Relationship Type="http://schemas.openxmlformats.org/officeDocument/2006/relationships/image" Target="/ppt/media/image132.png" Id="R6759fd7b678e464b" /><Relationship Type="http://schemas.openxmlformats.org/officeDocument/2006/relationships/image" Target="/ppt/media/image133.png" Id="R1290813be12146ce" /><Relationship Type="http://schemas.openxmlformats.org/officeDocument/2006/relationships/image" Target="/ppt/media/image134.png" Id="R426a66f9e8c54fa1" /><Relationship Type="http://schemas.openxmlformats.org/officeDocument/2006/relationships/image" Target="/ppt/media/image135.png" Id="R76d6125168f345db" /><Relationship Type="http://schemas.openxmlformats.org/officeDocument/2006/relationships/image" Target="/ppt/media/image136.png" Id="Rb1f6c6c8040e4f5a" /><Relationship Type="http://schemas.openxmlformats.org/officeDocument/2006/relationships/image" Target="/ppt/media/image137.png" Id="R041f89a89a3548c7" /><Relationship Type="http://schemas.openxmlformats.org/officeDocument/2006/relationships/image" Target="/ppt/media/image138.png" Id="R2e5c0a158f074bb0" /><Relationship Type="http://schemas.openxmlformats.org/officeDocument/2006/relationships/image" Target="/ppt/media/image139.png" Id="R9bbe5347d3e44528" /><Relationship Type="http://schemas.openxmlformats.org/officeDocument/2006/relationships/image" Target="/ppt/media/image140.png" Id="R997fe8ec53ee4913" /><Relationship Type="http://schemas.openxmlformats.org/officeDocument/2006/relationships/image" Target="/ppt/media/image141.png" Id="R509dddb3ddc54632" /><Relationship Type="http://schemas.openxmlformats.org/officeDocument/2006/relationships/image" Target="/ppt/media/image142.png" Id="R10d36f5af9254811" /><Relationship Type="http://schemas.openxmlformats.org/officeDocument/2006/relationships/image" Target="/ppt/media/image143.png" Id="Rdd9f78f2cac84560" /><Relationship Type="http://schemas.openxmlformats.org/officeDocument/2006/relationships/image" Target="/ppt/media/image144.png" Id="R21dea77867994fb0" /><Relationship Type="http://schemas.openxmlformats.org/officeDocument/2006/relationships/image" Target="/ppt/media/image145.png" Id="R83dfcc74cb84430f" /><Relationship Type="http://schemas.openxmlformats.org/officeDocument/2006/relationships/image" Target="/ppt/media/image146.png" Id="R7386de7960da4c84" /><Relationship Type="http://schemas.openxmlformats.org/officeDocument/2006/relationships/image" Target="/ppt/media/image147.png" Id="R4bbec7e1b1fe4867" /><Relationship Type="http://schemas.openxmlformats.org/officeDocument/2006/relationships/image" Target="/ppt/media/image148.png" Id="R70a53b1972204ef5" /><Relationship Type="http://schemas.openxmlformats.org/officeDocument/2006/relationships/image" Target="/ppt/media/image149.png" Id="R9330e98f90d6482d" /><Relationship Type="http://schemas.openxmlformats.org/officeDocument/2006/relationships/image" Target="/ppt/media/image150.png" Id="Ree7402c525454d46" /><Relationship Type="http://schemas.openxmlformats.org/officeDocument/2006/relationships/image" Target="/ppt/media/image151.png" Id="R56f49a402e93495d" /><Relationship Type="http://schemas.openxmlformats.org/officeDocument/2006/relationships/image" Target="/ppt/media/image152.png" Id="Ra44ec79aa24540e5" /><Relationship Type="http://schemas.openxmlformats.org/officeDocument/2006/relationships/image" Target="/ppt/media/image153.png" Id="R2061ea2c59eb4616" /><Relationship Type="http://schemas.openxmlformats.org/officeDocument/2006/relationships/image" Target="/ppt/media/image154.png" Id="R87fb9d4bef2d469c" /><Relationship Type="http://schemas.openxmlformats.org/officeDocument/2006/relationships/image" Target="/ppt/media/image155.png" Id="R110713acecb148ab" /><Relationship Type="http://schemas.openxmlformats.org/officeDocument/2006/relationships/image" Target="/ppt/media/image156.png" Id="Rf1722ddd533644d4" /><Relationship Type="http://schemas.openxmlformats.org/officeDocument/2006/relationships/image" Target="/ppt/media/image157.png" Id="Re170c26683e54057" /><Relationship Type="http://schemas.openxmlformats.org/officeDocument/2006/relationships/image" Target="/ppt/media/image158.png" Id="Rcd9a91b205624a4d" /><Relationship Type="http://schemas.openxmlformats.org/officeDocument/2006/relationships/image" Target="/ppt/media/image159.png" Id="Rcb39aa8c629d4e56" /><Relationship Type="http://schemas.openxmlformats.org/officeDocument/2006/relationships/image" Target="/ppt/media/image160.png" Id="R4ab3b6705baa40bf" /><Relationship Type="http://schemas.openxmlformats.org/officeDocument/2006/relationships/image" Target="/ppt/media/image161.png" Id="R91100815fb7e40a7" /><Relationship Type="http://schemas.openxmlformats.org/officeDocument/2006/relationships/image" Target="/ppt/media/image162.png" Id="Rcad5ce69ec074f5d" /><Relationship Type="http://schemas.openxmlformats.org/officeDocument/2006/relationships/image" Target="/ppt/media/image163.png" Id="R3ee13ad34d8e426e" /><Relationship Type="http://schemas.openxmlformats.org/officeDocument/2006/relationships/image" Target="/ppt/media/image164.png" Id="R114742a48e6647c7" /><Relationship Type="http://schemas.openxmlformats.org/officeDocument/2006/relationships/image" Target="/ppt/media/image165.png" Id="Re9d5db7682834be5" /><Relationship Type="http://schemas.openxmlformats.org/officeDocument/2006/relationships/image" Target="/ppt/media/image166.png" Id="Rfdeaf5a8d0584628" /><Relationship Type="http://schemas.openxmlformats.org/officeDocument/2006/relationships/image" Target="/ppt/media/image167.png" Id="R4fc624f3df5443ae" /><Relationship Type="http://schemas.openxmlformats.org/officeDocument/2006/relationships/image" Target="/ppt/media/image168.png" Id="R08f9e6a03d7c455d" /><Relationship Type="http://schemas.openxmlformats.org/officeDocument/2006/relationships/image" Target="/ppt/media/image169.png" Id="R4e8c514de4b8467e" /><Relationship Type="http://schemas.openxmlformats.org/officeDocument/2006/relationships/image" Target="/ppt/media/image170.png" Id="R9999721b4ecc4337" /><Relationship Type="http://schemas.openxmlformats.org/officeDocument/2006/relationships/image" Target="/ppt/media/image171.png" Id="Rc093c13457d24407" /><Relationship Type="http://schemas.openxmlformats.org/officeDocument/2006/relationships/image" Target="/ppt/media/image172.png" Id="R4d7a964f03cb4540" /><Relationship Type="http://schemas.openxmlformats.org/officeDocument/2006/relationships/image" Target="/ppt/media/image173.png" Id="Rf7eb1af650a7418c" /><Relationship Type="http://schemas.openxmlformats.org/officeDocument/2006/relationships/image" Target="/ppt/media/image174.png" Id="R506a0cf5489b4dfe" /><Relationship Type="http://schemas.openxmlformats.org/officeDocument/2006/relationships/image" Target="/ppt/media/image175.png" Id="R5a27db8f0b3c49d3" /><Relationship Type="http://schemas.openxmlformats.org/officeDocument/2006/relationships/image" Target="/ppt/media/image176.png" Id="R185ae98e9dd44589" /><Relationship Type="http://schemas.openxmlformats.org/officeDocument/2006/relationships/image" Target="/ppt/media/image177.png" Id="R91d5bcb1dfb84c20" /><Relationship Type="http://schemas.openxmlformats.org/officeDocument/2006/relationships/image" Target="/ppt/media/image178.png" Id="Rd6cbb2e936c84942" /><Relationship Type="http://schemas.openxmlformats.org/officeDocument/2006/relationships/image" Target="/ppt/media/image179.png" Id="R9f16d86ef71744f2" /><Relationship Type="http://schemas.openxmlformats.org/officeDocument/2006/relationships/image" Target="/ppt/media/image180.png" Id="R67047f1b45d945bd" /><Relationship Type="http://schemas.openxmlformats.org/officeDocument/2006/relationships/image" Target="/ppt/media/image181.png" Id="R38ed747d0ee14d81" /><Relationship Type="http://schemas.openxmlformats.org/officeDocument/2006/relationships/image" Target="/ppt/media/image182.png" Id="Ref62d7a75eac4c5d" /><Relationship Type="http://schemas.openxmlformats.org/officeDocument/2006/relationships/image" Target="/ppt/media/image183.png" Id="R1a08890d83364091" /><Relationship Type="http://schemas.openxmlformats.org/officeDocument/2006/relationships/image" Target="/ppt/media/image184.png" Id="R9ed83b4bcff74c56" /><Relationship Type="http://schemas.openxmlformats.org/officeDocument/2006/relationships/image" Target="/ppt/media/image185.png" Id="Re7ed87a5cdba43df" /><Relationship Type="http://schemas.openxmlformats.org/officeDocument/2006/relationships/image" Target="/ppt/media/image186.png" Id="R63d071e0bf0c4e28" /><Relationship Type="http://schemas.openxmlformats.org/officeDocument/2006/relationships/image" Target="/ppt/media/image187.png" Id="Rf4c4fd1c337d419e" /><Relationship Type="http://schemas.openxmlformats.org/officeDocument/2006/relationships/image" Target="/ppt/media/image188.png" Id="Ra4b9051d178746b3" /><Relationship Type="http://schemas.openxmlformats.org/officeDocument/2006/relationships/image" Target="/ppt/media/image189.png" Id="R19200de331ba4780" /><Relationship Type="http://schemas.openxmlformats.org/officeDocument/2006/relationships/image" Target="/ppt/media/image190.png" Id="Rdb5d2c063b1f462a" /><Relationship Type="http://schemas.openxmlformats.org/officeDocument/2006/relationships/image" Target="/ppt/media/image191.png" Id="Rc05cf83ff9834bfd" /><Relationship Type="http://schemas.openxmlformats.org/officeDocument/2006/relationships/image" Target="/ppt/media/image192.png" Id="R73c621250ac34644" /><Relationship Type="http://schemas.openxmlformats.org/officeDocument/2006/relationships/image" Target="/ppt/media/image193.png" Id="R540cb76f62624e01" /><Relationship Type="http://schemas.openxmlformats.org/officeDocument/2006/relationships/image" Target="/ppt/media/image194.png" Id="R4202e2530a594fc5" /><Relationship Type="http://schemas.openxmlformats.org/officeDocument/2006/relationships/image" Target="/ppt/media/image195.png" Id="R07f5bb75ca5a442b" /><Relationship Type="http://schemas.openxmlformats.org/officeDocument/2006/relationships/image" Target="/ppt/media/image196.png" Id="R508d6c6a767f4c74" /><Relationship Type="http://schemas.openxmlformats.org/officeDocument/2006/relationships/notesSlide" Target="/ppt/notesSlides/notesSlide1.xml" Id="Rf9e755bb22ad40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2" name="path-1">
            <a:extLst xmlns:a="http://schemas.openxmlformats.org/drawingml/2006/main">
              <a:ext uri="{FF2B5EF4-FFF2-40B4-BE49-F238E27FC236}">
                <a16:creationId xmlns:a16="http://schemas.microsoft.com/office/drawing/2014/main" id="{BA0930AF-1425-4F7F-A947-7BE862DE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7" y="36594"/>
            <a:ext cx="19036873" cy="20966807"/>
          </a:xfrm>
          <a:custGeom xmlns:a="http://schemas.openxmlformats.org/drawingml/2006/main">
            <a:pathLst>
              <a:path w="19036873" h="20966807">
                <a:moveTo>
                  <a:pt x="19036873" y="0"/>
                </a:moveTo>
                <a:lnTo>
                  <a:pt x="0" y="0"/>
                </a:lnTo>
                <a:lnTo>
                  <a:pt x="0" y="20966807"/>
                </a:lnTo>
                <a:lnTo>
                  <a:pt x="19036873" y="20966807"/>
                </a:lnTo>
                <a:lnTo>
                  <a:pt x="1903687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784DDBF0-8575-4180-A784-8B4318AF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7" y="36594"/>
            <a:ext cx="19036873" cy="20966807"/>
          </a:xfrm>
          <a:custGeom xmlns:a="http://schemas.openxmlformats.org/drawingml/2006/main">
            <a:pathLst>
              <a:path w="19036873" h="20966807">
                <a:moveTo>
                  <a:pt x="19036873" y="20966807"/>
                </a:moveTo>
                <a:lnTo>
                  <a:pt x="19036873" y="0"/>
                </a:lnTo>
                <a:lnTo>
                  <a:pt x="0" y="0"/>
                </a:lnTo>
                <a:lnTo>
                  <a:pt x="0" y="20966807"/>
                </a:lnTo>
                <a:lnTo>
                  <a:pt x="19036873" y="209668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21DBF820-6402-4D28-BD27-9FF20D67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973" y="8195913"/>
            <a:ext cx="1424204" cy="2108454"/>
          </a:xfrm>
          <a:custGeom xmlns:a="http://schemas.openxmlformats.org/drawingml/2006/main">
            <a:pathLst>
              <a:path w="1424204" h="2108454">
                <a:moveTo>
                  <a:pt x="0" y="186907"/>
                </a:moveTo>
                <a:cubicBezTo>
                  <a:pt x="0" y="83681"/>
                  <a:pt x="83684" y="0"/>
                  <a:pt x="186913" y="0"/>
                </a:cubicBezTo>
                <a:lnTo>
                  <a:pt x="1237291" y="0"/>
                </a:lnTo>
                <a:cubicBezTo>
                  <a:pt x="1340520" y="0"/>
                  <a:pt x="1424204" y="83681"/>
                  <a:pt x="1424204" y="186907"/>
                </a:cubicBezTo>
                <a:lnTo>
                  <a:pt x="1424204" y="1921543"/>
                </a:lnTo>
                <a:cubicBezTo>
                  <a:pt x="1424204" y="2024770"/>
                  <a:pt x="1340520" y="2108454"/>
                  <a:pt x="1237291" y="2108454"/>
                </a:cubicBezTo>
                <a:lnTo>
                  <a:pt x="186913" y="2108454"/>
                </a:lnTo>
                <a:cubicBezTo>
                  <a:pt x="83684" y="2108454"/>
                  <a:pt x="0" y="2024770"/>
                  <a:pt x="0" y="1921543"/>
                </a:cubicBezTo>
                <a:lnTo>
                  <a:pt x="0" y="18690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57F18F0-5DDD-43C7-BD52-9F534472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973" y="8195913"/>
            <a:ext cx="1424202" cy="2108459"/>
          </a:xfrm>
          <a:custGeom xmlns:a="http://schemas.openxmlformats.org/drawingml/2006/main">
            <a:pathLst>
              <a:path w="1424202" h="2108459">
                <a:moveTo>
                  <a:pt x="0" y="186912"/>
                </a:moveTo>
                <a:cubicBezTo>
                  <a:pt x="0" y="83683"/>
                  <a:pt x="83682" y="0"/>
                  <a:pt x="186912" y="0"/>
                </a:cubicBezTo>
                <a:lnTo>
                  <a:pt x="1237291" y="0"/>
                </a:lnTo>
                <a:cubicBezTo>
                  <a:pt x="1340520" y="0"/>
                  <a:pt x="1424202" y="83683"/>
                  <a:pt x="1424202" y="186912"/>
                </a:cubicBezTo>
                <a:lnTo>
                  <a:pt x="1424202" y="1921546"/>
                </a:lnTo>
                <a:cubicBezTo>
                  <a:pt x="1424202" y="2024775"/>
                  <a:pt x="1340520" y="2108459"/>
                  <a:pt x="1237291" y="2108459"/>
                </a:cubicBezTo>
                <a:lnTo>
                  <a:pt x="186912" y="2108459"/>
                </a:lnTo>
                <a:cubicBezTo>
                  <a:pt x="83682" y="2108459"/>
                  <a:pt x="0" y="2024775"/>
                  <a:pt x="0" y="1921546"/>
                </a:cubicBezTo>
                <a:lnTo>
                  <a:pt x="0" y="186912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C553934C-327B-4F94-A78A-49D1C89F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92" y="139178"/>
            <a:ext cx="6512766" cy="7110450"/>
          </a:xfrm>
          <a:custGeom xmlns:a="http://schemas.openxmlformats.org/drawingml/2006/main">
            <a:pathLst>
              <a:path w="6512766" h="7110450">
                <a:moveTo>
                  <a:pt x="0" y="365041"/>
                </a:moveTo>
                <a:cubicBezTo>
                  <a:pt x="0" y="163434"/>
                  <a:pt x="163434" y="0"/>
                  <a:pt x="365041" y="0"/>
                </a:cubicBezTo>
                <a:lnTo>
                  <a:pt x="6147726" y="0"/>
                </a:lnTo>
                <a:cubicBezTo>
                  <a:pt x="6349331" y="0"/>
                  <a:pt x="6512766" y="163434"/>
                  <a:pt x="6512766" y="365041"/>
                </a:cubicBezTo>
                <a:lnTo>
                  <a:pt x="6512766" y="6745410"/>
                </a:lnTo>
                <a:cubicBezTo>
                  <a:pt x="6512766" y="6947016"/>
                  <a:pt x="6349331" y="7110450"/>
                  <a:pt x="6147726" y="7110450"/>
                </a:cubicBezTo>
                <a:lnTo>
                  <a:pt x="365041" y="7110450"/>
                </a:lnTo>
                <a:cubicBezTo>
                  <a:pt x="163434" y="7110450"/>
                  <a:pt x="0" y="6947016"/>
                  <a:pt x="0" y="6745410"/>
                </a:cubicBezTo>
                <a:lnTo>
                  <a:pt x="0" y="365041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215F9A"/>
            </a:solidFill>
            <a:prstDash val="solid"/>
          </a:ln>
        </p:spPr>
      </p:sp>
      <p:sp>
        <p:nvSpPr>
          <p:cNvPr id="6" name="text-6 (a)">
            <a:extLst xmlns:a="http://schemas.openxmlformats.org/drawingml/2006/main">
              <a:ext uri="{FF2B5EF4-FFF2-40B4-BE49-F238E27FC236}">
                <a16:creationId xmlns:a16="http://schemas.microsoft.com/office/drawing/2014/main" id="{57103DEE-DFC1-4746-A52F-3883601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452" y="277474"/>
            <a:ext cx="502077" cy="493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7" name="text-6 Visual">
            <a:extLst xmlns:a="http://schemas.openxmlformats.org/drawingml/2006/main">
              <a:ext uri="{FF2B5EF4-FFF2-40B4-BE49-F238E27FC236}">
                <a16:creationId xmlns:a16="http://schemas.microsoft.com/office/drawing/2014/main" id="{E504A2D4-7C05-441F-9E83-315FE512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355" y="277109"/>
            <a:ext cx="1024427" cy="49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8" name="text-6 Source">
            <a:extLst xmlns:a="http://schemas.openxmlformats.org/drawingml/2006/main">
              <a:ext uri="{FF2B5EF4-FFF2-40B4-BE49-F238E27FC236}">
                <a16:creationId xmlns:a16="http://schemas.microsoft.com/office/drawing/2014/main" id="{6C1A16EC-4068-40BF-ADEB-CDD6806A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6938" y="277523"/>
            <a:ext cx="1220137" cy="4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9" name="text-6 Curation">
            <a:extLst xmlns:a="http://schemas.openxmlformats.org/drawingml/2006/main">
              <a:ext uri="{FF2B5EF4-FFF2-40B4-BE49-F238E27FC236}">
                <a16:creationId xmlns:a16="http://schemas.microsoft.com/office/drawing/2014/main" id="{66A0E6E8-0CC6-49A7-AA0B-4C640F7C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389" y="276996"/>
            <a:ext cx="1445903" cy="494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Curation</a:t>
            </a:r>
          </a:p>
        </p:txBody>
      </p:sp>
      <p:sp>
        <p:nvSpPr>
          <p:cNvPr id="10" name="text-7 (a)">
            <a:extLst xmlns:a="http://schemas.openxmlformats.org/drawingml/2006/main">
              <a:ext uri="{FF2B5EF4-FFF2-40B4-BE49-F238E27FC236}">
                <a16:creationId xmlns:a16="http://schemas.microsoft.com/office/drawing/2014/main" id="{FEF6FBF1-7300-49FB-AA35-11DF260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452" y="277474"/>
            <a:ext cx="502077" cy="493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11" name="text-7 Visual">
            <a:extLst xmlns:a="http://schemas.openxmlformats.org/drawingml/2006/main">
              <a:ext uri="{FF2B5EF4-FFF2-40B4-BE49-F238E27FC236}">
                <a16:creationId xmlns:a16="http://schemas.microsoft.com/office/drawing/2014/main" id="{11328861-6506-4D9B-9FBB-10E20225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355" y="277109"/>
            <a:ext cx="1024427" cy="49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12" name="text-7 Source">
            <a:extLst xmlns:a="http://schemas.openxmlformats.org/drawingml/2006/main">
              <a:ext uri="{FF2B5EF4-FFF2-40B4-BE49-F238E27FC236}">
                <a16:creationId xmlns:a16="http://schemas.microsoft.com/office/drawing/2014/main" id="{1D01595D-C113-4D06-89D7-F7BCD693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6938" y="277523"/>
            <a:ext cx="1220137" cy="4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13" name="text-7 Curation">
            <a:extLst xmlns:a="http://schemas.openxmlformats.org/drawingml/2006/main">
              <a:ext uri="{FF2B5EF4-FFF2-40B4-BE49-F238E27FC236}">
                <a16:creationId xmlns:a16="http://schemas.microsoft.com/office/drawing/2014/main" id="{12F7C1D0-67F8-4A87-9622-4DEE76D6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389" y="276996"/>
            <a:ext cx="1445903" cy="494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Curation</a:t>
            </a:r>
          </a:p>
        </p:txBody>
      </p:sp>
      <p:sp>
        <p:nvSpPr>
          <p:cNvPr id="14" name="path-8">
            <a:extLst xmlns:a="http://schemas.openxmlformats.org/drawingml/2006/main">
              <a:ext uri="{FF2B5EF4-FFF2-40B4-BE49-F238E27FC236}">
                <a16:creationId xmlns:a16="http://schemas.microsoft.com/office/drawing/2014/main" id="{AFC31933-FF78-4331-A6BC-B3CFB629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87" y="984630"/>
            <a:ext cx="2932377" cy="1795148"/>
          </a:xfrm>
          <a:custGeom xmlns:a="http://schemas.openxmlformats.org/drawingml/2006/main">
            <a:pathLst>
              <a:path w="2932377" h="1795148">
                <a:moveTo>
                  <a:pt x="0" y="235593"/>
                </a:moveTo>
                <a:cubicBezTo>
                  <a:pt x="0" y="105476"/>
                  <a:pt x="105480" y="0"/>
                  <a:pt x="235597" y="0"/>
                </a:cubicBezTo>
                <a:lnTo>
                  <a:pt x="2696779" y="0"/>
                </a:lnTo>
                <a:cubicBezTo>
                  <a:pt x="2826896" y="0"/>
                  <a:pt x="2932377" y="105476"/>
                  <a:pt x="2932377" y="235593"/>
                </a:cubicBezTo>
                <a:lnTo>
                  <a:pt x="2932377" y="1559555"/>
                </a:lnTo>
                <a:cubicBezTo>
                  <a:pt x="2932377" y="1689672"/>
                  <a:pt x="2826896" y="1795148"/>
                  <a:pt x="2696779" y="1795148"/>
                </a:cubicBezTo>
                <a:lnTo>
                  <a:pt x="235597" y="1795148"/>
                </a:lnTo>
                <a:cubicBezTo>
                  <a:pt x="105480" y="1795148"/>
                  <a:pt x="0" y="1689672"/>
                  <a:pt x="0" y="1559555"/>
                </a:cubicBezTo>
                <a:lnTo>
                  <a:pt x="0" y="23559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9">
            <a:extLst xmlns:a="http://schemas.openxmlformats.org/drawingml/2006/main">
              <a:ext uri="{FF2B5EF4-FFF2-40B4-BE49-F238E27FC236}">
                <a16:creationId xmlns:a16="http://schemas.microsoft.com/office/drawing/2014/main" id="{B22577FA-9659-41A4-B438-FB7C0F49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87" y="984630"/>
            <a:ext cx="2932377" cy="1795155"/>
          </a:xfrm>
          <a:custGeom xmlns:a="http://schemas.openxmlformats.org/drawingml/2006/main">
            <a:pathLst>
              <a:path w="2932377" h="1795155">
                <a:moveTo>
                  <a:pt x="0" y="235597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7" y="105480"/>
                  <a:pt x="2932377" y="235597"/>
                </a:cubicBezTo>
                <a:lnTo>
                  <a:pt x="2932377" y="1559557"/>
                </a:lnTo>
                <a:cubicBezTo>
                  <a:pt x="2932377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7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6" name="text-10 Web">
            <a:extLst xmlns:a="http://schemas.openxmlformats.org/drawingml/2006/main">
              <a:ext uri="{FF2B5EF4-FFF2-40B4-BE49-F238E27FC236}">
                <a16:creationId xmlns:a16="http://schemas.microsoft.com/office/drawing/2014/main" id="{D89A3B6A-DC2A-4A37-B0DE-B43823B2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786" y="1094316"/>
            <a:ext cx="652690" cy="38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17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7" name="text-11 Video">
            <a:extLst xmlns:a="http://schemas.openxmlformats.org/drawingml/2006/main">
              <a:ext uri="{FF2B5EF4-FFF2-40B4-BE49-F238E27FC236}">
                <a16:creationId xmlns:a16="http://schemas.microsoft.com/office/drawing/2014/main" id="{DED0EFAF-178E-4F04-9700-0B491F7F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8274" y="1095017"/>
            <a:ext cx="764304" cy="386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17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8" name="text-12 Source">
            <a:extLst xmlns:a="http://schemas.openxmlformats.org/drawingml/2006/main">
              <a:ext uri="{FF2B5EF4-FFF2-40B4-BE49-F238E27FC236}">
                <a16:creationId xmlns:a16="http://schemas.microsoft.com/office/drawing/2014/main" id="{3B1C91FA-7D10-4A0D-B17A-3800B153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904" y="1419636"/>
            <a:ext cx="959407" cy="38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19" name="text-13 Pool">
            <a:extLst xmlns:a="http://schemas.openxmlformats.org/drawingml/2006/main">
              <a:ext uri="{FF2B5EF4-FFF2-40B4-BE49-F238E27FC236}">
                <a16:creationId xmlns:a16="http://schemas.microsoft.com/office/drawing/2014/main" id="{0D54F395-6663-4443-B434-0A26F8D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2974" y="1418954"/>
            <a:ext cx="563052" cy="389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18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Pool</a:t>
            </a:r>
          </a:p>
        </p:txBody>
      </p:sp>
      <p:sp>
        <p:nvSpPr>
          <p:cNvPr id="20" name="path-14">
            <a:extLst xmlns:a="http://schemas.openxmlformats.org/drawingml/2006/main">
              <a:ext uri="{FF2B5EF4-FFF2-40B4-BE49-F238E27FC236}">
                <a16:creationId xmlns:a16="http://schemas.microsoft.com/office/drawing/2014/main" id="{ACD6F449-1186-49B5-BD4A-02C929F3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31" y="1938767"/>
            <a:ext cx="1379959" cy="566993"/>
          </a:xfrm>
          <a:custGeom xmlns:a="http://schemas.openxmlformats.org/drawingml/2006/main">
            <a:pathLst>
              <a:path w="1379959" h="566993">
                <a:moveTo>
                  <a:pt x="0" y="165221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0" y="0"/>
                  <a:pt x="1379959" y="73969"/>
                  <a:pt x="1379959" y="165221"/>
                </a:cubicBezTo>
                <a:lnTo>
                  <a:pt x="1379959" y="401784"/>
                </a:lnTo>
                <a:cubicBezTo>
                  <a:pt x="1379959" y="493022"/>
                  <a:pt x="1305990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84"/>
                </a:cubicBezTo>
                <a:lnTo>
                  <a:pt x="0" y="165221"/>
                </a:lnTo>
              </a:path>
            </a:pathLst>
          </a:custGeom>
          <a:solidFill xmlns:a="http://schemas.openxmlformats.org/drawingml/2006/main">
            <a:srgbClr val="E8F3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15">
            <a:extLst xmlns:a="http://schemas.openxmlformats.org/drawingml/2006/main">
              <a:ext uri="{FF2B5EF4-FFF2-40B4-BE49-F238E27FC236}">
                <a16:creationId xmlns:a16="http://schemas.microsoft.com/office/drawing/2014/main" id="{F83A7695-7E8F-4B3C-A14D-709BF31E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31" y="1938767"/>
            <a:ext cx="1379959" cy="56699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22" name="text-16 2.5">
            <a:extLst xmlns:a="http://schemas.openxmlformats.org/drawingml/2006/main">
              <a:ext uri="{FF2B5EF4-FFF2-40B4-BE49-F238E27FC236}">
                <a16:creationId xmlns:a16="http://schemas.microsoft.com/office/drawing/2014/main" id="{C33310A3-2DE7-4528-AAB2-85EDF713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3081" y="2025070"/>
            <a:ext cx="498151" cy="42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2.5</a:t>
            </a:r>
          </a:p>
        </p:txBody>
      </p:sp>
      <p:sp>
        <p:nvSpPr>
          <p:cNvPr id="23" name="text-16 M">
            <a:extLst xmlns:a="http://schemas.openxmlformats.org/drawingml/2006/main">
              <a:ext uri="{FF2B5EF4-FFF2-40B4-BE49-F238E27FC236}">
                <a16:creationId xmlns:a16="http://schemas.microsoft.com/office/drawing/2014/main" id="{E7434FF6-8420-40DA-8BEB-7219C506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056" y="2025126"/>
            <a:ext cx="320843" cy="42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sp>
        <p:nvSpPr>
          <p:cNvPr id="24" name="text-17 2.5">
            <a:extLst xmlns:a="http://schemas.openxmlformats.org/drawingml/2006/main">
              <a:ext uri="{FF2B5EF4-FFF2-40B4-BE49-F238E27FC236}">
                <a16:creationId xmlns:a16="http://schemas.microsoft.com/office/drawing/2014/main" id="{01F78B94-AB49-4663-BFA7-1A19B991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3081" y="2025070"/>
            <a:ext cx="498151" cy="42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2.5</a:t>
            </a:r>
          </a:p>
        </p:txBody>
      </p:sp>
      <p:sp>
        <p:nvSpPr>
          <p:cNvPr id="25" name="text-17 M">
            <a:extLst xmlns:a="http://schemas.openxmlformats.org/drawingml/2006/main">
              <a:ext uri="{FF2B5EF4-FFF2-40B4-BE49-F238E27FC236}">
                <a16:creationId xmlns:a16="http://schemas.microsoft.com/office/drawing/2014/main" id="{D3E90993-772C-4A7B-9BAA-F1CAB36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056" y="2025126"/>
            <a:ext cx="320843" cy="42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8D045-26C8-4B64-9E30-9D15B1003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d15d81aff4383"/>
          <a:stretch xmlns:a="http://schemas.openxmlformats.org/drawingml/2006/main"/>
        </p:blipFill>
        <p:spPr>
          <a:xfrm xmlns:a="http://schemas.openxmlformats.org/drawingml/2006/main">
            <a:off x="497454" y="1059921"/>
            <a:ext cx="446762" cy="446762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B2DA6-2E88-4DA3-8FD0-237DC6FFF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f223e209d40f2"/>
          <a:stretch xmlns:a="http://schemas.openxmlformats.org/drawingml/2006/main"/>
        </p:blipFill>
        <p:spPr>
          <a:xfrm xmlns:a="http://schemas.openxmlformats.org/drawingml/2006/main">
            <a:off x="506510" y="1693839"/>
            <a:ext cx="784852" cy="784852"/>
          </a:xfrm>
          <a:prstGeom xmlns:a="http://schemas.openxmlformats.org/drawingml/2006/main" prst="rect">
            <a:avLst/>
          </a:prstGeom>
        </p:spPr>
      </p:pic>
      <p:sp>
        <p:nvSpPr>
          <p:cNvPr id="28" name="path-20">
            <a:extLst xmlns:a="http://schemas.openxmlformats.org/drawingml/2006/main">
              <a:ext uri="{FF2B5EF4-FFF2-40B4-BE49-F238E27FC236}">
                <a16:creationId xmlns:a16="http://schemas.microsoft.com/office/drawing/2014/main" id="{B7E27B1E-ADDC-41A2-9F7E-97B058F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06" y="984630"/>
            <a:ext cx="2932378" cy="1795148"/>
          </a:xfrm>
          <a:custGeom xmlns:a="http://schemas.openxmlformats.org/drawingml/2006/main">
            <a:pathLst>
              <a:path w="2932378" h="1795148">
                <a:moveTo>
                  <a:pt x="0" y="235593"/>
                </a:moveTo>
                <a:cubicBezTo>
                  <a:pt x="0" y="105476"/>
                  <a:pt x="105481" y="0"/>
                  <a:pt x="235598" y="0"/>
                </a:cubicBezTo>
                <a:lnTo>
                  <a:pt x="2696781" y="0"/>
                </a:lnTo>
                <a:cubicBezTo>
                  <a:pt x="2826897" y="0"/>
                  <a:pt x="2932378" y="105476"/>
                  <a:pt x="2932378" y="235593"/>
                </a:cubicBezTo>
                <a:lnTo>
                  <a:pt x="2932378" y="1559555"/>
                </a:lnTo>
                <a:cubicBezTo>
                  <a:pt x="2932378" y="1689672"/>
                  <a:pt x="2826897" y="1795148"/>
                  <a:pt x="2696781" y="1795148"/>
                </a:cubicBezTo>
                <a:lnTo>
                  <a:pt x="235598" y="1795148"/>
                </a:lnTo>
                <a:cubicBezTo>
                  <a:pt x="105481" y="1795148"/>
                  <a:pt x="0" y="1689672"/>
                  <a:pt x="0" y="1559555"/>
                </a:cubicBezTo>
                <a:lnTo>
                  <a:pt x="0" y="235593"/>
                </a:lnTo>
              </a:path>
            </a:pathLst>
          </a:custGeom>
          <a:solidFill xmlns:a="http://schemas.openxmlformats.org/drawingml/2006/main">
            <a:srgbClr val="EDF8EC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1">
            <a:extLst xmlns:a="http://schemas.openxmlformats.org/drawingml/2006/main">
              <a:ext uri="{FF2B5EF4-FFF2-40B4-BE49-F238E27FC236}">
                <a16:creationId xmlns:a16="http://schemas.microsoft.com/office/drawing/2014/main" id="{E6B6A861-41B7-4AFD-A438-31D02A9B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06" y="984630"/>
            <a:ext cx="2932378" cy="1795155"/>
          </a:xfrm>
          <a:custGeom xmlns:a="http://schemas.openxmlformats.org/drawingml/2006/main">
            <a:pathLst>
              <a:path w="2932378" h="1795155">
                <a:moveTo>
                  <a:pt x="0" y="235597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8" y="105480"/>
                  <a:pt x="2932378" y="235597"/>
                </a:cubicBezTo>
                <a:lnTo>
                  <a:pt x="2932378" y="1559557"/>
                </a:lnTo>
                <a:cubicBezTo>
                  <a:pt x="2932378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7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2F8A3B"/>
            </a:solidFill>
            <a:prstDash val="solid"/>
          </a:ln>
        </p:spPr>
      </p:sp>
      <p:sp>
        <p:nvSpPr>
          <p:cNvPr id="30" name="text-22 Upload">
            <a:extLst xmlns:a="http://schemas.openxmlformats.org/drawingml/2006/main">
              <a:ext uri="{FF2B5EF4-FFF2-40B4-BE49-F238E27FC236}">
                <a16:creationId xmlns:a16="http://schemas.microsoft.com/office/drawing/2014/main" id="{A3022FAC-8C8B-415C-B2C1-BE2C8F51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352" y="1069769"/>
            <a:ext cx="927684" cy="387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181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Upload</a:t>
            </a:r>
          </a:p>
        </p:txBody>
      </p:sp>
      <p:sp>
        <p:nvSpPr>
          <p:cNvPr id="31" name="text-23 Date">
            <a:extLst xmlns:a="http://schemas.openxmlformats.org/drawingml/2006/main">
              <a:ext uri="{FF2B5EF4-FFF2-40B4-BE49-F238E27FC236}">
                <a16:creationId xmlns:a16="http://schemas.microsoft.com/office/drawing/2014/main" id="{335D2DC5-0A49-4C06-BF78-BA9B65E5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5980" y="1069934"/>
            <a:ext cx="673149" cy="387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179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Date</a:t>
            </a:r>
          </a:p>
        </p:txBody>
      </p:sp>
      <p:sp>
        <p:nvSpPr>
          <p:cNvPr id="32" name="text-24 Filter">
            <a:extLst xmlns:a="http://schemas.openxmlformats.org/drawingml/2006/main">
              <a:ext uri="{FF2B5EF4-FFF2-40B4-BE49-F238E27FC236}">
                <a16:creationId xmlns:a16="http://schemas.microsoft.com/office/drawing/2014/main" id="{1423333F-065B-42B5-8BEA-1E8E771C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5993" y="1396381"/>
            <a:ext cx="784813" cy="386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17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33" name="text-24 (&gt;">
            <a:extLst xmlns:a="http://schemas.openxmlformats.org/drawingml/2006/main">
              <a:ext uri="{FF2B5EF4-FFF2-40B4-BE49-F238E27FC236}">
                <a16:creationId xmlns:a16="http://schemas.microsoft.com/office/drawing/2014/main" id="{29471CA5-8E8F-4C8E-B927-5C0BA86B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5057" y="1396724"/>
            <a:ext cx="255923" cy="386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173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(&gt;</a:t>
            </a:r>
          </a:p>
        </p:txBody>
      </p:sp>
      <p:sp>
        <p:nvSpPr>
          <p:cNvPr id="34" name="text-24 2023)">
            <a:extLst xmlns:a="http://schemas.openxmlformats.org/drawingml/2006/main">
              <a:ext uri="{FF2B5EF4-FFF2-40B4-BE49-F238E27FC236}">
                <a16:creationId xmlns:a16="http://schemas.microsoft.com/office/drawing/2014/main" id="{68D5CA2E-A22A-4E53-8FDC-5086BB9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496" y="1396878"/>
            <a:ext cx="823945" cy="38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17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2023)</a:t>
            </a:r>
          </a:p>
        </p:txBody>
      </p:sp>
      <p:sp>
        <p:nvSpPr>
          <p:cNvPr id="35" name="path-25">
            <a:extLst xmlns:a="http://schemas.openxmlformats.org/drawingml/2006/main">
              <a:ext uri="{FF2B5EF4-FFF2-40B4-BE49-F238E27FC236}">
                <a16:creationId xmlns:a16="http://schemas.microsoft.com/office/drawing/2014/main" id="{BDD90DC4-F4EC-4E23-B307-B9703EE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651" y="1938767"/>
            <a:ext cx="1379959" cy="566993"/>
          </a:xfrm>
          <a:custGeom xmlns:a="http://schemas.openxmlformats.org/drawingml/2006/main">
            <a:pathLst>
              <a:path w="1379959" h="566993">
                <a:moveTo>
                  <a:pt x="0" y="165221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21"/>
                </a:cubicBezTo>
                <a:lnTo>
                  <a:pt x="1379959" y="401784"/>
                </a:lnTo>
                <a:cubicBezTo>
                  <a:pt x="1379959" y="493022"/>
                  <a:pt x="1305991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84"/>
                </a:cubicBezTo>
                <a:lnTo>
                  <a:pt x="0" y="165221"/>
                </a:lnTo>
              </a:path>
            </a:pathLst>
          </a:custGeom>
          <a:solidFill xmlns:a="http://schemas.openxmlformats.org/drawingml/2006/main">
            <a:srgbClr val="EDF8EC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26">
            <a:extLst xmlns:a="http://schemas.openxmlformats.org/drawingml/2006/main">
              <a:ext uri="{FF2B5EF4-FFF2-40B4-BE49-F238E27FC236}">
                <a16:creationId xmlns:a16="http://schemas.microsoft.com/office/drawing/2014/main" id="{2A7E1305-1606-4C29-91F2-B8CC9EA3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651" y="1938767"/>
            <a:ext cx="1379959" cy="56699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2F8A3B"/>
            </a:solidFill>
            <a:prstDash val="solid"/>
          </a:ln>
        </p:spPr>
      </p:sp>
      <p:sp>
        <p:nvSpPr>
          <p:cNvPr id="37" name="text-27 1.3">
            <a:extLst xmlns:a="http://schemas.openxmlformats.org/drawingml/2006/main">
              <a:ext uri="{FF2B5EF4-FFF2-40B4-BE49-F238E27FC236}">
                <a16:creationId xmlns:a16="http://schemas.microsoft.com/office/drawing/2014/main" id="{AA6AD507-1F01-4434-A515-FE8BDF53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7083" y="2024274"/>
            <a:ext cx="451022" cy="423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1.3</a:t>
            </a:r>
          </a:p>
        </p:txBody>
      </p:sp>
      <p:sp>
        <p:nvSpPr>
          <p:cNvPr id="38" name="text-27 M">
            <a:extLst xmlns:a="http://schemas.openxmlformats.org/drawingml/2006/main">
              <a:ext uri="{FF2B5EF4-FFF2-40B4-BE49-F238E27FC236}">
                <a16:creationId xmlns:a16="http://schemas.microsoft.com/office/drawing/2014/main" id="{0A788612-D7A7-4B77-8D22-A73FA5E7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2907" y="2025126"/>
            <a:ext cx="320843" cy="42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sp>
        <p:nvSpPr>
          <p:cNvPr id="39" name="text-28 1.3">
            <a:extLst xmlns:a="http://schemas.openxmlformats.org/drawingml/2006/main">
              <a:ext uri="{FF2B5EF4-FFF2-40B4-BE49-F238E27FC236}">
                <a16:creationId xmlns:a16="http://schemas.microsoft.com/office/drawing/2014/main" id="{29EA389A-71B9-4AB7-8ED6-DDC76DB0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7083" y="2024274"/>
            <a:ext cx="451022" cy="423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38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1.3</a:t>
            </a:r>
          </a:p>
        </p:txBody>
      </p:sp>
      <p:sp>
        <p:nvSpPr>
          <p:cNvPr id="40" name="text-28 M">
            <a:extLst xmlns:a="http://schemas.openxmlformats.org/drawingml/2006/main">
              <a:ext uri="{FF2B5EF4-FFF2-40B4-BE49-F238E27FC236}">
                <a16:creationId xmlns:a16="http://schemas.microsoft.com/office/drawing/2014/main" id="{4142BA36-45A0-4C30-912B-49997D31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2907" y="2025126"/>
            <a:ext cx="320843" cy="42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94079-086C-4D8A-8F6F-2A78E9EE0C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04afa8adc42a6"/>
          <a:stretch xmlns:a="http://schemas.openxmlformats.org/drawingml/2006/main"/>
        </p:blipFill>
        <p:spPr>
          <a:xfrm xmlns:a="http://schemas.openxmlformats.org/drawingml/2006/main">
            <a:off x="3715349" y="1056902"/>
            <a:ext cx="446762" cy="449781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F86E18-7D50-4298-A591-3BAAFE3F5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cda9de22d4fdb"/>
          <a:stretch xmlns:a="http://schemas.openxmlformats.org/drawingml/2006/main"/>
        </p:blipFill>
        <p:spPr>
          <a:xfrm xmlns:a="http://schemas.openxmlformats.org/drawingml/2006/main">
            <a:off x="3766665" y="1781380"/>
            <a:ext cx="787871" cy="784853"/>
          </a:xfrm>
          <a:prstGeom xmlns:a="http://schemas.openxmlformats.org/drawingml/2006/main" prst="rect">
            <a:avLst/>
          </a:prstGeom>
        </p:spPr>
      </p:pic>
      <p:sp>
        <p:nvSpPr>
          <p:cNvPr id="43" name="path-31">
            <a:extLst xmlns:a="http://schemas.openxmlformats.org/drawingml/2006/main">
              <a:ext uri="{FF2B5EF4-FFF2-40B4-BE49-F238E27FC236}">
                <a16:creationId xmlns:a16="http://schemas.microsoft.com/office/drawing/2014/main" id="{BEA6C1A7-8ECF-4057-AEF8-2BB5E49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46" y="3040290"/>
            <a:ext cx="2932378" cy="1795148"/>
          </a:xfrm>
          <a:custGeom xmlns:a="http://schemas.openxmlformats.org/drawingml/2006/main">
            <a:pathLst>
              <a:path w="2932378" h="1795148">
                <a:moveTo>
                  <a:pt x="0" y="235593"/>
                </a:moveTo>
                <a:cubicBezTo>
                  <a:pt x="0" y="105476"/>
                  <a:pt x="105480" y="0"/>
                  <a:pt x="235598" y="0"/>
                </a:cubicBezTo>
                <a:lnTo>
                  <a:pt x="2696779" y="0"/>
                </a:lnTo>
                <a:cubicBezTo>
                  <a:pt x="2826896" y="0"/>
                  <a:pt x="2932378" y="105476"/>
                  <a:pt x="2932378" y="235593"/>
                </a:cubicBezTo>
                <a:lnTo>
                  <a:pt x="2932378" y="1559553"/>
                </a:lnTo>
                <a:cubicBezTo>
                  <a:pt x="2932378" y="1689672"/>
                  <a:pt x="2826896" y="1795148"/>
                  <a:pt x="2696779" y="1795148"/>
                </a:cubicBezTo>
                <a:lnTo>
                  <a:pt x="235598" y="1795148"/>
                </a:lnTo>
                <a:cubicBezTo>
                  <a:pt x="105480" y="1795148"/>
                  <a:pt x="0" y="1689672"/>
                  <a:pt x="0" y="1559553"/>
                </a:cubicBezTo>
                <a:lnTo>
                  <a:pt x="0" y="235593"/>
                </a:lnTo>
              </a:path>
            </a:pathLst>
          </a:custGeom>
          <a:solidFill xmlns:a="http://schemas.openxmlformats.org/drawingml/2006/main">
            <a:srgbClr val="E8FBFB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32">
            <a:extLst xmlns:a="http://schemas.openxmlformats.org/drawingml/2006/main">
              <a:ext uri="{FF2B5EF4-FFF2-40B4-BE49-F238E27FC236}">
                <a16:creationId xmlns:a16="http://schemas.microsoft.com/office/drawing/2014/main" id="{F7A1D482-37ED-424A-81F6-B6B0EF1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46" y="3040290"/>
            <a:ext cx="2932377" cy="1795155"/>
          </a:xfrm>
          <a:custGeom xmlns:a="http://schemas.openxmlformats.org/drawingml/2006/main">
            <a:pathLst>
              <a:path w="2932377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7" y="105480"/>
                  <a:pt x="2932377" y="235598"/>
                </a:cubicBezTo>
                <a:lnTo>
                  <a:pt x="2932377" y="1559557"/>
                </a:lnTo>
                <a:cubicBezTo>
                  <a:pt x="2932377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0F8E98"/>
            </a:solidFill>
            <a:prstDash val="solid"/>
          </a:ln>
        </p:spPr>
      </p:sp>
      <p:sp>
        <p:nvSpPr>
          <p:cNvPr id="45" name="text-33 Meta">
            <a:extLst xmlns:a="http://schemas.openxmlformats.org/drawingml/2006/main">
              <a:ext uri="{FF2B5EF4-FFF2-40B4-BE49-F238E27FC236}">
                <a16:creationId xmlns:a16="http://schemas.microsoft.com/office/drawing/2014/main" id="{40CBE149-DA70-4B6E-BA86-3EAE50EF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014" y="3147226"/>
            <a:ext cx="716558" cy="386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217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Meta</a:t>
            </a:r>
          </a:p>
        </p:txBody>
      </p:sp>
      <p:sp>
        <p:nvSpPr>
          <p:cNvPr id="46" name="text-33 Data">
            <a:extLst xmlns:a="http://schemas.openxmlformats.org/drawingml/2006/main">
              <a:ext uri="{FF2B5EF4-FFF2-40B4-BE49-F238E27FC236}">
                <a16:creationId xmlns:a16="http://schemas.microsoft.com/office/drawing/2014/main" id="{92C5BBCB-6091-416A-9344-A14385E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038" y="3146732"/>
            <a:ext cx="663242" cy="38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2180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47" name="text-34 Coarse">
            <a:extLst xmlns:a="http://schemas.openxmlformats.org/drawingml/2006/main">
              <a:ext uri="{FF2B5EF4-FFF2-40B4-BE49-F238E27FC236}">
                <a16:creationId xmlns:a16="http://schemas.microsoft.com/office/drawing/2014/main" id="{CEC120A0-7074-4507-902E-6257DF7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931" y="3475282"/>
            <a:ext cx="924691" cy="3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Coarse</a:t>
            </a:r>
          </a:p>
        </p:txBody>
      </p:sp>
      <p:sp>
        <p:nvSpPr>
          <p:cNvPr id="48" name="text-34 Filter">
            <a:extLst xmlns:a="http://schemas.openxmlformats.org/drawingml/2006/main">
              <a:ext uri="{FF2B5EF4-FFF2-40B4-BE49-F238E27FC236}">
                <a16:creationId xmlns:a16="http://schemas.microsoft.com/office/drawing/2014/main" id="{16424D51-4222-4E9C-AADF-611019A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8377" y="3476291"/>
            <a:ext cx="784665" cy="386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49" name="path-35">
            <a:extLst xmlns:a="http://schemas.openxmlformats.org/drawingml/2006/main">
              <a:ext uri="{FF2B5EF4-FFF2-40B4-BE49-F238E27FC236}">
                <a16:creationId xmlns:a16="http://schemas.microsoft.com/office/drawing/2014/main" id="{89B32EEA-A68C-420F-8C19-A32224C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90" y="3994426"/>
            <a:ext cx="1379959" cy="566993"/>
          </a:xfrm>
          <a:custGeom xmlns:a="http://schemas.openxmlformats.org/drawingml/2006/main">
            <a:pathLst>
              <a:path w="1379959" h="566993">
                <a:moveTo>
                  <a:pt x="0" y="165221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5" y="0"/>
                </a:lnTo>
                <a:cubicBezTo>
                  <a:pt x="1305990" y="0"/>
                  <a:pt x="1379959" y="73969"/>
                  <a:pt x="1379959" y="165221"/>
                </a:cubicBezTo>
                <a:lnTo>
                  <a:pt x="1379959" y="401784"/>
                </a:lnTo>
                <a:cubicBezTo>
                  <a:pt x="1379959" y="493024"/>
                  <a:pt x="1305990" y="566993"/>
                  <a:pt x="1214745" y="566993"/>
                </a:cubicBezTo>
                <a:lnTo>
                  <a:pt x="165215" y="566993"/>
                </a:lnTo>
                <a:cubicBezTo>
                  <a:pt x="73969" y="566993"/>
                  <a:pt x="0" y="493024"/>
                  <a:pt x="0" y="401784"/>
                </a:cubicBezTo>
                <a:lnTo>
                  <a:pt x="0" y="165221"/>
                </a:lnTo>
              </a:path>
            </a:pathLst>
          </a:custGeom>
          <a:solidFill xmlns:a="http://schemas.openxmlformats.org/drawingml/2006/main">
            <a:srgbClr val="E8FBFB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36">
            <a:extLst xmlns:a="http://schemas.openxmlformats.org/drawingml/2006/main">
              <a:ext uri="{FF2B5EF4-FFF2-40B4-BE49-F238E27FC236}">
                <a16:creationId xmlns:a16="http://schemas.microsoft.com/office/drawing/2014/main" id="{FA6B0CED-5BDC-4C2E-BE52-A79B2F6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90" y="3994426"/>
            <a:ext cx="1379959" cy="56699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0F8E98"/>
            </a:solidFill>
            <a:prstDash val="solid"/>
          </a:ln>
        </p:spPr>
      </p:sp>
      <p:sp>
        <p:nvSpPr>
          <p:cNvPr id="51" name="text-37 378">
            <a:extLst xmlns:a="http://schemas.openxmlformats.org/drawingml/2006/main">
              <a:ext uri="{FF2B5EF4-FFF2-40B4-BE49-F238E27FC236}">
                <a16:creationId xmlns:a16="http://schemas.microsoft.com/office/drawing/2014/main" id="{86E567FD-90BF-4453-8D57-B383E025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4862" y="4084882"/>
            <a:ext cx="606447" cy="42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2375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378</a:t>
            </a:r>
          </a:p>
        </p:txBody>
      </p:sp>
      <p:sp>
        <p:nvSpPr>
          <p:cNvPr id="52" name="text-37 K">
            <a:extLst xmlns:a="http://schemas.openxmlformats.org/drawingml/2006/main">
              <a:ext uri="{FF2B5EF4-FFF2-40B4-BE49-F238E27FC236}">
                <a16:creationId xmlns:a16="http://schemas.microsoft.com/office/drawing/2014/main" id="{D6866683-622D-4122-B228-A0F175A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207" y="4084638"/>
            <a:ext cx="238725" cy="422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237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K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BF6E15-88EB-4768-A32A-A15C59EB28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c57c3ebe24d14"/>
          <a:stretch xmlns:a="http://schemas.openxmlformats.org/drawingml/2006/main"/>
        </p:blipFill>
        <p:spPr>
          <a:xfrm xmlns:a="http://schemas.openxmlformats.org/drawingml/2006/main">
            <a:off x="470286" y="3112612"/>
            <a:ext cx="446762" cy="449781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9B319E-D35A-4226-85C1-41280B9CB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a6143591440e2"/>
          <a:stretch xmlns:a="http://schemas.openxmlformats.org/drawingml/2006/main"/>
        </p:blipFill>
        <p:spPr>
          <a:xfrm xmlns:a="http://schemas.openxmlformats.org/drawingml/2006/main">
            <a:off x="495300" y="3743325"/>
            <a:ext cx="771525" cy="771525"/>
          </a:xfrm>
          <a:prstGeom xmlns:a="http://schemas.openxmlformats.org/drawingml/2006/main" prst="rect">
            <a:avLst/>
          </a:prstGeom>
        </p:spPr>
      </p:pic>
      <p:sp>
        <p:nvSpPr>
          <p:cNvPr id="55" name="path-40">
            <a:extLst xmlns:a="http://schemas.openxmlformats.org/drawingml/2006/main">
              <a:ext uri="{FF2B5EF4-FFF2-40B4-BE49-F238E27FC236}">
                <a16:creationId xmlns:a16="http://schemas.microsoft.com/office/drawing/2014/main" id="{8FA29B6E-2A38-4A13-B830-F807D938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483" y="3037445"/>
            <a:ext cx="2932377" cy="1795149"/>
          </a:xfrm>
          <a:custGeom xmlns:a="http://schemas.openxmlformats.org/drawingml/2006/main">
            <a:pathLst>
              <a:path w="2932377" h="1795149">
                <a:moveTo>
                  <a:pt x="0" y="235596"/>
                </a:moveTo>
                <a:cubicBezTo>
                  <a:pt x="0" y="105478"/>
                  <a:pt x="105481" y="0"/>
                  <a:pt x="235596" y="0"/>
                </a:cubicBezTo>
                <a:lnTo>
                  <a:pt x="2696781" y="0"/>
                </a:lnTo>
                <a:cubicBezTo>
                  <a:pt x="2826897" y="0"/>
                  <a:pt x="2932377" y="105478"/>
                  <a:pt x="2932377" y="235596"/>
                </a:cubicBezTo>
                <a:lnTo>
                  <a:pt x="2932377" y="1559556"/>
                </a:lnTo>
                <a:cubicBezTo>
                  <a:pt x="2932377" y="1689672"/>
                  <a:pt x="2826897" y="1795149"/>
                  <a:pt x="2696781" y="1795149"/>
                </a:cubicBezTo>
                <a:lnTo>
                  <a:pt x="235596" y="1795149"/>
                </a:lnTo>
                <a:cubicBezTo>
                  <a:pt x="105481" y="1795149"/>
                  <a:pt x="0" y="1689672"/>
                  <a:pt x="0" y="1559556"/>
                </a:cubicBezTo>
                <a:lnTo>
                  <a:pt x="0" y="235596"/>
                </a:lnTo>
              </a:path>
            </a:pathLst>
          </a:custGeom>
          <a:solidFill xmlns:a="http://schemas.openxmlformats.org/drawingml/2006/main">
            <a:srgbClr val="F5E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41">
            <a:extLst xmlns:a="http://schemas.openxmlformats.org/drawingml/2006/main">
              <a:ext uri="{FF2B5EF4-FFF2-40B4-BE49-F238E27FC236}">
                <a16:creationId xmlns:a16="http://schemas.microsoft.com/office/drawing/2014/main" id="{8856A267-2D06-4456-94FB-24DB107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483" y="3037445"/>
            <a:ext cx="2932378" cy="1795155"/>
          </a:xfrm>
          <a:custGeom xmlns:a="http://schemas.openxmlformats.org/drawingml/2006/main">
            <a:pathLst>
              <a:path w="2932378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8" y="105480"/>
                  <a:pt x="2932378" y="235598"/>
                </a:cubicBezTo>
                <a:lnTo>
                  <a:pt x="2932378" y="1559557"/>
                </a:lnTo>
                <a:cubicBezTo>
                  <a:pt x="2932378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7A4BC0"/>
            </a:solidFill>
            <a:prstDash val="solid"/>
          </a:ln>
        </p:spPr>
      </p:sp>
      <p:sp>
        <p:nvSpPr>
          <p:cNvPr id="57" name="text-42 Category">
            <a:extLst xmlns:a="http://schemas.openxmlformats.org/drawingml/2006/main">
              <a:ext uri="{FF2B5EF4-FFF2-40B4-BE49-F238E27FC236}">
                <a16:creationId xmlns:a16="http://schemas.microsoft.com/office/drawing/2014/main" id="{AB92D68C-6602-40C4-9021-AD30A93C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6247" y="3153922"/>
            <a:ext cx="1099162" cy="352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Category</a:t>
            </a:r>
          </a:p>
        </p:txBody>
      </p:sp>
      <p:sp>
        <p:nvSpPr>
          <p:cNvPr id="58" name="text-43 Balance">
            <a:extLst xmlns:a="http://schemas.openxmlformats.org/drawingml/2006/main">
              <a:ext uri="{FF2B5EF4-FFF2-40B4-BE49-F238E27FC236}">
                <a16:creationId xmlns:a16="http://schemas.microsoft.com/office/drawing/2014/main" id="{6E585BE5-F99A-4BD5-99FC-E1369AC2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101" y="3153554"/>
            <a:ext cx="929968" cy="35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1983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Balance</a:t>
            </a:r>
          </a:p>
        </p:txBody>
      </p:sp>
      <p:sp>
        <p:nvSpPr>
          <p:cNvPr id="59" name="text-44 &amp;">
            <a:extLst xmlns:a="http://schemas.openxmlformats.org/drawingml/2006/main">
              <a:ext uri="{FF2B5EF4-FFF2-40B4-BE49-F238E27FC236}">
                <a16:creationId xmlns:a16="http://schemas.microsoft.com/office/drawing/2014/main" id="{E437872C-6995-4602-A572-1383972E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7418" y="3455733"/>
            <a:ext cx="209872" cy="352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1981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60" name="text-44 Exclusion">
            <a:extLst xmlns:a="http://schemas.openxmlformats.org/drawingml/2006/main">
              <a:ext uri="{FF2B5EF4-FFF2-40B4-BE49-F238E27FC236}">
                <a16:creationId xmlns:a16="http://schemas.microsoft.com/office/drawing/2014/main" id="{50C8F8DD-42DD-4F82-894D-3300BDF2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7955" y="3455860"/>
            <a:ext cx="1135986" cy="3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198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Exclusion</a:t>
            </a:r>
          </a:p>
        </p:txBody>
      </p:sp>
      <p:sp>
        <p:nvSpPr>
          <p:cNvPr id="61" name="path-45">
            <a:extLst xmlns:a="http://schemas.openxmlformats.org/drawingml/2006/main">
              <a:ext uri="{FF2B5EF4-FFF2-40B4-BE49-F238E27FC236}">
                <a16:creationId xmlns:a16="http://schemas.microsoft.com/office/drawing/2014/main" id="{71C88DF8-3107-4E53-ACBF-550CE650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427" y="3991582"/>
            <a:ext cx="1379959" cy="566993"/>
          </a:xfrm>
          <a:custGeom xmlns:a="http://schemas.openxmlformats.org/drawingml/2006/main">
            <a:pathLst>
              <a:path w="1379959" h="566993">
                <a:moveTo>
                  <a:pt x="0" y="165222"/>
                </a:moveTo>
                <a:cubicBezTo>
                  <a:pt x="0" y="73971"/>
                  <a:pt x="73969" y="0"/>
                  <a:pt x="165215" y="0"/>
                </a:cubicBezTo>
                <a:lnTo>
                  <a:pt x="1214746" y="0"/>
                </a:lnTo>
                <a:cubicBezTo>
                  <a:pt x="1305990" y="0"/>
                  <a:pt x="1379959" y="73971"/>
                  <a:pt x="1379959" y="165222"/>
                </a:cubicBezTo>
                <a:lnTo>
                  <a:pt x="1379959" y="401785"/>
                </a:lnTo>
                <a:cubicBezTo>
                  <a:pt x="1379959" y="493024"/>
                  <a:pt x="1305990" y="566993"/>
                  <a:pt x="1214746" y="566993"/>
                </a:cubicBezTo>
                <a:lnTo>
                  <a:pt x="165215" y="566993"/>
                </a:lnTo>
                <a:cubicBezTo>
                  <a:pt x="73969" y="566993"/>
                  <a:pt x="0" y="493024"/>
                  <a:pt x="0" y="401785"/>
                </a:cubicBezTo>
                <a:lnTo>
                  <a:pt x="0" y="165222"/>
                </a:lnTo>
              </a:path>
            </a:pathLst>
          </a:custGeom>
          <a:solidFill xmlns:a="http://schemas.openxmlformats.org/drawingml/2006/main">
            <a:srgbClr val="F5EF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46">
            <a:extLst xmlns:a="http://schemas.openxmlformats.org/drawingml/2006/main">
              <a:ext uri="{FF2B5EF4-FFF2-40B4-BE49-F238E27FC236}">
                <a16:creationId xmlns:a16="http://schemas.microsoft.com/office/drawing/2014/main" id="{A30D442E-3A56-4E02-B915-FBCF095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427" y="3991582"/>
            <a:ext cx="1379959" cy="56699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7A4BC0"/>
            </a:solidFill>
            <a:prstDash val="solid"/>
          </a:ln>
        </p:spPr>
      </p:sp>
      <p:sp>
        <p:nvSpPr>
          <p:cNvPr id="63" name="text-47 128K">
            <a:extLst xmlns:a="http://schemas.openxmlformats.org/drawingml/2006/main">
              <a:ext uri="{FF2B5EF4-FFF2-40B4-BE49-F238E27FC236}">
                <a16:creationId xmlns:a16="http://schemas.microsoft.com/office/drawing/2014/main" id="{57A50A9D-A61D-4E91-9452-1F62ACA4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3090" y="4077797"/>
            <a:ext cx="743256" cy="4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128K</a:t>
            </a:r>
          </a:p>
        </p:txBody>
      </p:sp>
      <p:sp>
        <p:nvSpPr>
          <p:cNvPr id="64" name="text-48 128K">
            <a:extLst xmlns:a="http://schemas.openxmlformats.org/drawingml/2006/main">
              <a:ext uri="{FF2B5EF4-FFF2-40B4-BE49-F238E27FC236}">
                <a16:creationId xmlns:a16="http://schemas.microsoft.com/office/drawing/2014/main" id="{3587DB9B-71F4-42BE-92E7-972A2D0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3090" y="4077797"/>
            <a:ext cx="743256" cy="4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237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128K</a:t>
            </a:r>
          </a:p>
        </p:txBody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6179A6-78EF-49D7-8FAC-056FF98AB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31f20905f4ac1"/>
          <a:stretch xmlns:a="http://schemas.openxmlformats.org/drawingml/2006/main"/>
        </p:blipFill>
        <p:spPr>
          <a:xfrm xmlns:a="http://schemas.openxmlformats.org/drawingml/2006/main">
            <a:off x="3718368" y="3109592"/>
            <a:ext cx="449781" cy="449781"/>
          </a:xfrm>
          <a:prstGeom xmlns:a="http://schemas.openxmlformats.org/drawingml/2006/main" prst="rect">
            <a:avLst/>
          </a:prstGeom>
        </p:spPr>
      </p:pic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F9138A-34BE-4E02-AB5F-8F823E9C21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ad4976264116"/>
          <a:stretch xmlns:a="http://schemas.openxmlformats.org/drawingml/2006/main"/>
        </p:blipFill>
        <p:spPr>
          <a:xfrm xmlns:a="http://schemas.openxmlformats.org/drawingml/2006/main">
            <a:off x="3772703" y="3834072"/>
            <a:ext cx="784853" cy="784853"/>
          </a:xfrm>
          <a:prstGeom xmlns:a="http://schemas.openxmlformats.org/drawingml/2006/main" prst="rect">
            <a:avLst/>
          </a:prstGeom>
        </p:spPr>
      </p:pic>
      <p:sp>
        <p:nvSpPr>
          <p:cNvPr id="67" name="path-51">
            <a:extLst xmlns:a="http://schemas.openxmlformats.org/drawingml/2006/main">
              <a:ext uri="{FF2B5EF4-FFF2-40B4-BE49-F238E27FC236}">
                <a16:creationId xmlns:a16="http://schemas.microsoft.com/office/drawing/2014/main" id="{EF4FBB81-66DF-4D1C-8869-E5EB025D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87" y="5026103"/>
            <a:ext cx="2932377" cy="1795161"/>
          </a:xfrm>
          <a:custGeom xmlns:a="http://schemas.openxmlformats.org/drawingml/2006/main">
            <a:pathLst>
              <a:path w="2932377" h="1795161">
                <a:moveTo>
                  <a:pt x="0" y="235608"/>
                </a:moveTo>
                <a:cubicBezTo>
                  <a:pt x="0" y="105489"/>
                  <a:pt x="105480" y="0"/>
                  <a:pt x="235597" y="0"/>
                </a:cubicBezTo>
                <a:lnTo>
                  <a:pt x="2696779" y="0"/>
                </a:lnTo>
                <a:cubicBezTo>
                  <a:pt x="2826896" y="0"/>
                  <a:pt x="2932377" y="105489"/>
                  <a:pt x="2932377" y="235608"/>
                </a:cubicBezTo>
                <a:lnTo>
                  <a:pt x="2932377" y="1559568"/>
                </a:lnTo>
                <a:cubicBezTo>
                  <a:pt x="2932377" y="1689685"/>
                  <a:pt x="2826896" y="1795161"/>
                  <a:pt x="2696779" y="1795161"/>
                </a:cubicBezTo>
                <a:lnTo>
                  <a:pt x="235597" y="1795161"/>
                </a:lnTo>
                <a:cubicBezTo>
                  <a:pt x="105480" y="1795161"/>
                  <a:pt x="0" y="1689685"/>
                  <a:pt x="0" y="1559568"/>
                </a:cubicBezTo>
                <a:lnTo>
                  <a:pt x="0" y="235608"/>
                </a:lnTo>
              </a:path>
            </a:pathLst>
          </a:custGeom>
          <a:solidFill xmlns:a="http://schemas.openxmlformats.org/drawingml/2006/main">
            <a:srgbClr val="FFF3E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52">
            <a:extLst xmlns:a="http://schemas.openxmlformats.org/drawingml/2006/main">
              <a:ext uri="{FF2B5EF4-FFF2-40B4-BE49-F238E27FC236}">
                <a16:creationId xmlns:a16="http://schemas.microsoft.com/office/drawing/2014/main" id="{9D249C38-0369-4582-9A68-C4560D46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87" y="5026103"/>
            <a:ext cx="2932377" cy="1795155"/>
          </a:xfrm>
          <a:custGeom xmlns:a="http://schemas.openxmlformats.org/drawingml/2006/main">
            <a:pathLst>
              <a:path w="2932377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7" y="105480"/>
                  <a:pt x="2932377" y="235598"/>
                </a:cubicBezTo>
                <a:lnTo>
                  <a:pt x="2932377" y="1559557"/>
                </a:lnTo>
                <a:cubicBezTo>
                  <a:pt x="2932377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E46013"/>
            </a:solidFill>
            <a:prstDash val="solid"/>
          </a:ln>
        </p:spPr>
      </p:sp>
      <p:sp>
        <p:nvSpPr>
          <p:cNvPr id="69" name="text-53 Video">
            <a:extLst xmlns:a="http://schemas.openxmlformats.org/drawingml/2006/main">
              <a:ext uri="{FF2B5EF4-FFF2-40B4-BE49-F238E27FC236}">
                <a16:creationId xmlns:a16="http://schemas.microsoft.com/office/drawing/2014/main" id="{0B865EA6-AFEA-4FA4-908A-E2F52AC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617" y="5133986"/>
            <a:ext cx="764304" cy="386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217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70" name="text-54 Snippet">
            <a:extLst xmlns:a="http://schemas.openxmlformats.org/drawingml/2006/main">
              <a:ext uri="{FF2B5EF4-FFF2-40B4-BE49-F238E27FC236}">
                <a16:creationId xmlns:a16="http://schemas.microsoft.com/office/drawing/2014/main" id="{06F24DF2-866B-4CBE-9EBE-F5FE305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7305" y="5133617"/>
            <a:ext cx="1039894" cy="386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Snippet</a:t>
            </a:r>
          </a:p>
        </p:txBody>
      </p:sp>
      <p:sp>
        <p:nvSpPr>
          <p:cNvPr id="71" name="text-55 LLM">
            <a:extLst xmlns:a="http://schemas.openxmlformats.org/drawingml/2006/main">
              <a:ext uri="{FF2B5EF4-FFF2-40B4-BE49-F238E27FC236}">
                <a16:creationId xmlns:a16="http://schemas.microsoft.com/office/drawing/2014/main" id="{85D9DFA8-0EB6-4AF2-A282-787F118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295" y="5462009"/>
            <a:ext cx="599106" cy="387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2180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LLM</a:t>
            </a:r>
          </a:p>
        </p:txBody>
      </p:sp>
      <p:sp>
        <p:nvSpPr>
          <p:cNvPr id="72" name="text-56 Filter">
            <a:extLst xmlns:a="http://schemas.openxmlformats.org/drawingml/2006/main">
              <a:ext uri="{FF2B5EF4-FFF2-40B4-BE49-F238E27FC236}">
                <a16:creationId xmlns:a16="http://schemas.microsoft.com/office/drawing/2014/main" id="{C9F4B7BE-2B80-4AB0-B141-F9438384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327" y="5462519"/>
            <a:ext cx="784813" cy="386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217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73" name="path-57">
            <a:extLst xmlns:a="http://schemas.openxmlformats.org/drawingml/2006/main">
              <a:ext uri="{FF2B5EF4-FFF2-40B4-BE49-F238E27FC236}">
                <a16:creationId xmlns:a16="http://schemas.microsoft.com/office/drawing/2014/main" id="{C853A3D0-8E66-459A-BB2E-23D388CB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31" y="5980253"/>
            <a:ext cx="1379959" cy="566993"/>
          </a:xfrm>
          <a:custGeom xmlns:a="http://schemas.openxmlformats.org/drawingml/2006/main">
            <a:pathLst>
              <a:path w="1379959" h="566993">
                <a:moveTo>
                  <a:pt x="0" y="165209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0" y="0"/>
                  <a:pt x="1379959" y="73969"/>
                  <a:pt x="1379959" y="165209"/>
                </a:cubicBezTo>
                <a:lnTo>
                  <a:pt x="1379959" y="401771"/>
                </a:lnTo>
                <a:cubicBezTo>
                  <a:pt x="1379959" y="493022"/>
                  <a:pt x="1305990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71"/>
                </a:cubicBezTo>
                <a:lnTo>
                  <a:pt x="0" y="165209"/>
                </a:lnTo>
              </a:path>
            </a:pathLst>
          </a:custGeom>
          <a:solidFill xmlns:a="http://schemas.openxmlformats.org/drawingml/2006/main">
            <a:srgbClr val="FFF3E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58">
            <a:extLst xmlns:a="http://schemas.openxmlformats.org/drawingml/2006/main">
              <a:ext uri="{FF2B5EF4-FFF2-40B4-BE49-F238E27FC236}">
                <a16:creationId xmlns:a16="http://schemas.microsoft.com/office/drawing/2014/main" id="{D438726B-9346-44F0-BBDC-FA56B0C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31" y="5980253"/>
            <a:ext cx="1379959" cy="56699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E46013"/>
            </a:solidFill>
            <a:prstDash val="solid"/>
          </a:ln>
        </p:spPr>
      </p:sp>
      <p:sp>
        <p:nvSpPr>
          <p:cNvPr id="75" name="text-59 72K">
            <a:extLst xmlns:a="http://schemas.openxmlformats.org/drawingml/2006/main">
              <a:ext uri="{FF2B5EF4-FFF2-40B4-BE49-F238E27FC236}">
                <a16:creationId xmlns:a16="http://schemas.microsoft.com/office/drawing/2014/main" id="{7A0887E0-D41B-426C-8A9E-2D279B0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286" y="6067491"/>
            <a:ext cx="606591" cy="42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72K</a:t>
            </a:r>
          </a:p>
        </p:txBody>
      </p:sp>
      <p:sp>
        <p:nvSpPr>
          <p:cNvPr id="76" name="text-60 72K">
            <a:extLst xmlns:a="http://schemas.openxmlformats.org/drawingml/2006/main">
              <a:ext uri="{FF2B5EF4-FFF2-40B4-BE49-F238E27FC236}">
                <a16:creationId xmlns:a16="http://schemas.microsoft.com/office/drawing/2014/main" id="{8462B6FF-0F17-4F1A-8253-24164B30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286" y="6067491"/>
            <a:ext cx="606591" cy="42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2375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72K</a:t>
            </a:r>
          </a:p>
        </p:txBody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A0B653-0E72-4107-850F-1D59C5686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b2c94d17b40b0"/>
          <a:stretch xmlns:a="http://schemas.openxmlformats.org/drawingml/2006/main"/>
        </p:blipFill>
        <p:spPr>
          <a:xfrm xmlns:a="http://schemas.openxmlformats.org/drawingml/2006/main">
            <a:off x="497454" y="5098891"/>
            <a:ext cx="446762" cy="446762"/>
          </a:xfrm>
          <a:prstGeom xmlns:a="http://schemas.openxmlformats.org/drawingml/2006/main" prst="rect">
            <a:avLst/>
          </a:prstGeom>
        </p:spPr>
      </p:pic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FBC2D7-DF9A-42E0-829A-189C1A391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36a7fd5c74a56"/>
          <a:stretch xmlns:a="http://schemas.openxmlformats.org/drawingml/2006/main"/>
        </p:blipFill>
        <p:spPr>
          <a:xfrm xmlns:a="http://schemas.openxmlformats.org/drawingml/2006/main">
            <a:off x="482361" y="5735829"/>
            <a:ext cx="766740" cy="763722"/>
          </a:xfrm>
          <a:prstGeom xmlns:a="http://schemas.openxmlformats.org/drawingml/2006/main" prst="rect">
            <a:avLst/>
          </a:prstGeom>
        </p:spPr>
      </p:pic>
      <p:sp>
        <p:nvSpPr>
          <p:cNvPr id="79" name="path-63">
            <a:extLst xmlns:a="http://schemas.openxmlformats.org/drawingml/2006/main">
              <a:ext uri="{FF2B5EF4-FFF2-40B4-BE49-F238E27FC236}">
                <a16:creationId xmlns:a16="http://schemas.microsoft.com/office/drawing/2014/main" id="{52769AA6-61F2-4CA3-9FC5-0B83307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06" y="5026103"/>
            <a:ext cx="2932378" cy="1795161"/>
          </a:xfrm>
          <a:custGeom xmlns:a="http://schemas.openxmlformats.org/drawingml/2006/main">
            <a:pathLst>
              <a:path w="2932378" h="1795161">
                <a:moveTo>
                  <a:pt x="0" y="235608"/>
                </a:moveTo>
                <a:cubicBezTo>
                  <a:pt x="0" y="105489"/>
                  <a:pt x="105481" y="0"/>
                  <a:pt x="235598" y="0"/>
                </a:cubicBezTo>
                <a:lnTo>
                  <a:pt x="2696781" y="0"/>
                </a:lnTo>
                <a:cubicBezTo>
                  <a:pt x="2826897" y="0"/>
                  <a:pt x="2932378" y="105489"/>
                  <a:pt x="2932378" y="235608"/>
                </a:cubicBezTo>
                <a:lnTo>
                  <a:pt x="2932378" y="1559568"/>
                </a:lnTo>
                <a:cubicBezTo>
                  <a:pt x="2932378" y="1689685"/>
                  <a:pt x="2826897" y="1795161"/>
                  <a:pt x="2696781" y="1795161"/>
                </a:cubicBezTo>
                <a:lnTo>
                  <a:pt x="235598" y="1795161"/>
                </a:lnTo>
                <a:cubicBezTo>
                  <a:pt x="105481" y="1795161"/>
                  <a:pt x="0" y="1689685"/>
                  <a:pt x="0" y="1559568"/>
                </a:cubicBezTo>
                <a:lnTo>
                  <a:pt x="0" y="235608"/>
                </a:lnTo>
              </a:path>
            </a:pathLst>
          </a:custGeom>
          <a:solidFill xmlns:a="http://schemas.openxmlformats.org/drawingml/2006/main">
            <a:srgbClr val="FFF8DC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64">
            <a:extLst xmlns:a="http://schemas.openxmlformats.org/drawingml/2006/main">
              <a:ext uri="{FF2B5EF4-FFF2-40B4-BE49-F238E27FC236}">
                <a16:creationId xmlns:a16="http://schemas.microsoft.com/office/drawing/2014/main" id="{54761F54-C24B-409C-86C7-4A5A5C1A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06" y="5026103"/>
            <a:ext cx="2932378" cy="1795155"/>
          </a:xfrm>
          <a:custGeom xmlns:a="http://schemas.openxmlformats.org/drawingml/2006/main">
            <a:pathLst>
              <a:path w="2932378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8" y="105480"/>
                  <a:pt x="2932378" y="235598"/>
                </a:cubicBezTo>
                <a:lnTo>
                  <a:pt x="2932378" y="1559557"/>
                </a:lnTo>
                <a:cubicBezTo>
                  <a:pt x="2932378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C79300"/>
            </a:solidFill>
            <a:prstDash val="solid"/>
          </a:ln>
        </p:spPr>
      </p:sp>
      <p:sp>
        <p:nvSpPr>
          <p:cNvPr id="81" name="text-65 Video">
            <a:extLst xmlns:a="http://schemas.openxmlformats.org/drawingml/2006/main">
              <a:ext uri="{FF2B5EF4-FFF2-40B4-BE49-F238E27FC236}">
                <a16:creationId xmlns:a16="http://schemas.microsoft.com/office/drawing/2014/main" id="{B2DB7C59-3784-47D8-B155-9E0F65D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8699" y="5112856"/>
            <a:ext cx="764304" cy="386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82" name="text-65 Duration">
            <a:extLst xmlns:a="http://schemas.openxmlformats.org/drawingml/2006/main">
              <a:ext uri="{FF2B5EF4-FFF2-40B4-BE49-F238E27FC236}">
                <a16:creationId xmlns:a16="http://schemas.microsoft.com/office/drawing/2014/main" id="{0E67AAA4-5DA5-4231-8BDC-78E316FD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7341" y="5111465"/>
            <a:ext cx="1168181" cy="388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2183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Duration</a:t>
            </a:r>
          </a:p>
        </p:txBody>
      </p:sp>
      <p:sp>
        <p:nvSpPr>
          <p:cNvPr id="83" name="text-66 Balance">
            <a:extLst xmlns:a="http://schemas.openxmlformats.org/drawingml/2006/main">
              <a:ext uri="{FF2B5EF4-FFF2-40B4-BE49-F238E27FC236}">
                <a16:creationId xmlns:a16="http://schemas.microsoft.com/office/drawing/2014/main" id="{28E33060-FE69-447D-B52C-A7E81F9A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1935" y="5438227"/>
            <a:ext cx="1020757" cy="387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217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Balance</a:t>
            </a:r>
          </a:p>
        </p:txBody>
      </p:sp>
      <p:sp>
        <p:nvSpPr>
          <p:cNvPr id="84" name="path-67">
            <a:extLst xmlns:a="http://schemas.openxmlformats.org/drawingml/2006/main">
              <a:ext uri="{FF2B5EF4-FFF2-40B4-BE49-F238E27FC236}">
                <a16:creationId xmlns:a16="http://schemas.microsoft.com/office/drawing/2014/main" id="{93F2BFC9-226A-4344-BE4B-D90C70F5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651" y="5980253"/>
            <a:ext cx="1379959" cy="566993"/>
          </a:xfrm>
          <a:custGeom xmlns:a="http://schemas.openxmlformats.org/drawingml/2006/main">
            <a:pathLst>
              <a:path w="1379959" h="566993">
                <a:moveTo>
                  <a:pt x="0" y="165209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09"/>
                </a:cubicBezTo>
                <a:lnTo>
                  <a:pt x="1379959" y="401771"/>
                </a:lnTo>
                <a:cubicBezTo>
                  <a:pt x="1379959" y="493022"/>
                  <a:pt x="1305991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71"/>
                </a:cubicBezTo>
                <a:lnTo>
                  <a:pt x="0" y="165209"/>
                </a:lnTo>
              </a:path>
            </a:pathLst>
          </a:custGeom>
          <a:solidFill xmlns:a="http://schemas.openxmlformats.org/drawingml/2006/main">
            <a:srgbClr val="FFF8DC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68">
            <a:extLst xmlns:a="http://schemas.openxmlformats.org/drawingml/2006/main">
              <a:ext uri="{FF2B5EF4-FFF2-40B4-BE49-F238E27FC236}">
                <a16:creationId xmlns:a16="http://schemas.microsoft.com/office/drawing/2014/main" id="{10F5B5DC-CB5D-4902-8CC6-86F0A396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651" y="5980253"/>
            <a:ext cx="1379959" cy="56699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C79300"/>
            </a:solidFill>
            <a:prstDash val="solid"/>
          </a:ln>
        </p:spPr>
      </p:sp>
      <p:sp>
        <p:nvSpPr>
          <p:cNvPr id="86" name="text-69 70K">
            <a:extLst xmlns:a="http://schemas.openxmlformats.org/drawingml/2006/main">
              <a:ext uri="{FF2B5EF4-FFF2-40B4-BE49-F238E27FC236}">
                <a16:creationId xmlns:a16="http://schemas.microsoft.com/office/drawing/2014/main" id="{8DA6D711-AD12-40FA-B7A5-4DAD632F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705" y="6067491"/>
            <a:ext cx="606591" cy="42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70K</a:t>
            </a:r>
          </a:p>
        </p:txBody>
      </p:sp>
      <p:sp>
        <p:nvSpPr>
          <p:cNvPr id="87" name="text-70 70K">
            <a:extLst xmlns:a="http://schemas.openxmlformats.org/drawingml/2006/main">
              <a:ext uri="{FF2B5EF4-FFF2-40B4-BE49-F238E27FC236}">
                <a16:creationId xmlns:a16="http://schemas.microsoft.com/office/drawing/2014/main" id="{E21B9FC4-A80F-4019-AD58-BC65FDC4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705" y="6067491"/>
            <a:ext cx="606591" cy="42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2375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70K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40EDC6F-F55F-4D4D-85C2-8FD9B4630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abf6903764ca4"/>
          <a:stretch xmlns:a="http://schemas.openxmlformats.org/drawingml/2006/main"/>
        </p:blipFill>
        <p:spPr>
          <a:xfrm xmlns:a="http://schemas.openxmlformats.org/drawingml/2006/main">
            <a:off x="3715349" y="5098891"/>
            <a:ext cx="446762" cy="449781"/>
          </a:xfrm>
          <a:prstGeom xmlns:a="http://schemas.openxmlformats.org/drawingml/2006/main" prst="rect">
            <a:avLst/>
          </a:prstGeom>
        </p:spPr>
      </p:pic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3ACE5DD-4316-4998-96F4-EDD8682BA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03d4cee234e48"/>
          <a:stretch xmlns:a="http://schemas.openxmlformats.org/drawingml/2006/main"/>
        </p:blipFill>
        <p:spPr>
          <a:xfrm xmlns:a="http://schemas.openxmlformats.org/drawingml/2006/main">
            <a:off x="3766665" y="5823369"/>
            <a:ext cx="787871" cy="784853"/>
          </a:xfrm>
          <a:prstGeom xmlns:a="http://schemas.openxmlformats.org/drawingml/2006/main" prst="rect">
            <a:avLst/>
          </a:prstGeom>
        </p:spPr>
      </p:pic>
      <p:sp>
        <p:nvSpPr>
          <p:cNvPr id="90" name="path-73">
            <a:extLst xmlns:a="http://schemas.openxmlformats.org/drawingml/2006/main">
              <a:ext uri="{FF2B5EF4-FFF2-40B4-BE49-F238E27FC236}">
                <a16:creationId xmlns:a16="http://schemas.microsoft.com/office/drawing/2014/main" id="{E9AB91E9-5C63-4A4C-9523-2C397DE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692" y="139178"/>
            <a:ext cx="11983678" cy="7110450"/>
          </a:xfrm>
          <a:custGeom xmlns:a="http://schemas.openxmlformats.org/drawingml/2006/main">
            <a:pathLst>
              <a:path w="11983678" h="7110450">
                <a:moveTo>
                  <a:pt x="0" y="398539"/>
                </a:moveTo>
                <a:cubicBezTo>
                  <a:pt x="0" y="178432"/>
                  <a:pt x="178432" y="0"/>
                  <a:pt x="398538" y="0"/>
                </a:cubicBezTo>
                <a:lnTo>
                  <a:pt x="11585139" y="0"/>
                </a:lnTo>
                <a:cubicBezTo>
                  <a:pt x="11805245" y="0"/>
                  <a:pt x="11983678" y="178432"/>
                  <a:pt x="11983678" y="398539"/>
                </a:cubicBezTo>
                <a:lnTo>
                  <a:pt x="11983678" y="6711912"/>
                </a:lnTo>
                <a:cubicBezTo>
                  <a:pt x="11983678" y="6932019"/>
                  <a:pt x="11805245" y="7110450"/>
                  <a:pt x="11585139" y="7110450"/>
                </a:cubicBezTo>
                <a:lnTo>
                  <a:pt x="398538" y="7110450"/>
                </a:lnTo>
                <a:cubicBezTo>
                  <a:pt x="178432" y="7110450"/>
                  <a:pt x="0" y="6932019"/>
                  <a:pt x="0" y="6711912"/>
                </a:cubicBezTo>
                <a:lnTo>
                  <a:pt x="0" y="398539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215F9A"/>
            </a:solidFill>
            <a:prstDash val="solid"/>
          </a:ln>
        </p:spPr>
      </p:sp>
      <p:sp>
        <p:nvSpPr>
          <p:cNvPr id="91" name="text-74 (b)">
            <a:extLst xmlns:a="http://schemas.openxmlformats.org/drawingml/2006/main">
              <a:ext uri="{FF2B5EF4-FFF2-40B4-BE49-F238E27FC236}">
                <a16:creationId xmlns:a16="http://schemas.microsoft.com/office/drawing/2014/main" id="{01D7FFD1-FA39-457F-B1B0-55CC7B21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3539" y="256551"/>
            <a:ext cx="530567" cy="49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92" name="text-75 (b)">
            <a:extLst xmlns:a="http://schemas.openxmlformats.org/drawingml/2006/main">
              <a:ext uri="{FF2B5EF4-FFF2-40B4-BE49-F238E27FC236}">
                <a16:creationId xmlns:a16="http://schemas.microsoft.com/office/drawing/2014/main" id="{668603E9-50D7-4A30-9D54-EF54A5A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3539" y="256551"/>
            <a:ext cx="530567" cy="49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93" name="text-76 Dense">
            <a:extLst xmlns:a="http://schemas.openxmlformats.org/drawingml/2006/main">
              <a:ext uri="{FF2B5EF4-FFF2-40B4-BE49-F238E27FC236}">
                <a16:creationId xmlns:a16="http://schemas.microsoft.com/office/drawing/2014/main" id="{F37BAC24-EC49-4302-A651-39DA3D34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5827" y="256597"/>
            <a:ext cx="1059612" cy="49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94" name="text-77 Dense">
            <a:extLst xmlns:a="http://schemas.openxmlformats.org/drawingml/2006/main">
              <a:ext uri="{FF2B5EF4-FFF2-40B4-BE49-F238E27FC236}">
                <a16:creationId xmlns:a16="http://schemas.microsoft.com/office/drawing/2014/main" id="{87BAD677-8279-4871-BFD1-670C5C1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5827" y="256597"/>
            <a:ext cx="1059612" cy="49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95" name="text-78 Visual">
            <a:extLst xmlns:a="http://schemas.openxmlformats.org/drawingml/2006/main">
              <a:ext uri="{FF2B5EF4-FFF2-40B4-BE49-F238E27FC236}">
                <a16:creationId xmlns:a16="http://schemas.microsoft.com/office/drawing/2014/main" id="{8D912BE8-D873-4D78-B4F9-0FB3DAB6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955" y="255914"/>
            <a:ext cx="1024615" cy="49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6" name="text-78 Anchor">
            <a:extLst xmlns:a="http://schemas.openxmlformats.org/drawingml/2006/main">
              <a:ext uri="{FF2B5EF4-FFF2-40B4-BE49-F238E27FC236}">
                <a16:creationId xmlns:a16="http://schemas.microsoft.com/office/drawing/2014/main" id="{DC437D9D-C635-4C53-86A3-A51EF9A2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3503" y="256431"/>
            <a:ext cx="1245176" cy="493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</a:t>
            </a:r>
          </a:p>
        </p:txBody>
      </p:sp>
      <p:sp>
        <p:nvSpPr>
          <p:cNvPr id="97" name="text-78 Discovery">
            <a:extLst xmlns:a="http://schemas.openxmlformats.org/drawingml/2006/main">
              <a:ext uri="{FF2B5EF4-FFF2-40B4-BE49-F238E27FC236}">
                <a16:creationId xmlns:a16="http://schemas.microsoft.com/office/drawing/2014/main" id="{0AC86758-2E4A-4809-BEBC-389F0931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0923" y="256326"/>
            <a:ext cx="1672541" cy="493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Discovery</a:t>
            </a:r>
          </a:p>
        </p:txBody>
      </p:sp>
      <p:sp>
        <p:nvSpPr>
          <p:cNvPr id="98" name="text-79 Visual">
            <a:extLst xmlns:a="http://schemas.openxmlformats.org/drawingml/2006/main">
              <a:ext uri="{FF2B5EF4-FFF2-40B4-BE49-F238E27FC236}">
                <a16:creationId xmlns:a16="http://schemas.microsoft.com/office/drawing/2014/main" id="{0DD0A732-3AF8-4D9C-98CD-2E5207C2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955" y="255914"/>
            <a:ext cx="1024615" cy="49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9" name="text-79 Anchor">
            <a:extLst xmlns:a="http://schemas.openxmlformats.org/drawingml/2006/main">
              <a:ext uri="{FF2B5EF4-FFF2-40B4-BE49-F238E27FC236}">
                <a16:creationId xmlns:a16="http://schemas.microsoft.com/office/drawing/2014/main" id="{26F73FC3-373F-41AC-81F4-3A912AD5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3503" y="256431"/>
            <a:ext cx="1245176" cy="493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</a:t>
            </a:r>
          </a:p>
        </p:txBody>
      </p:sp>
      <p:sp>
        <p:nvSpPr>
          <p:cNvPr id="100" name="text-79 Discovery">
            <a:extLst xmlns:a="http://schemas.openxmlformats.org/drawingml/2006/main">
              <a:ext uri="{FF2B5EF4-FFF2-40B4-BE49-F238E27FC236}">
                <a16:creationId xmlns:a16="http://schemas.microsoft.com/office/drawing/2014/main" id="{FEC36D31-C228-45F1-98A6-FC9F324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0923" y="256326"/>
            <a:ext cx="1672541" cy="493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Discovery</a:t>
            </a:r>
          </a:p>
        </p:txBody>
      </p:sp>
      <p:sp>
        <p:nvSpPr>
          <p:cNvPr id="101" name="path-80">
            <a:extLst xmlns:a="http://schemas.openxmlformats.org/drawingml/2006/main">
              <a:ext uri="{FF2B5EF4-FFF2-40B4-BE49-F238E27FC236}">
                <a16:creationId xmlns:a16="http://schemas.microsoft.com/office/drawing/2014/main" id="{32B351A6-3A74-4ACC-A5EC-A4F75AE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91" y="7558560"/>
            <a:ext cx="18842581" cy="5874516"/>
          </a:xfrm>
          <a:custGeom xmlns:a="http://schemas.openxmlformats.org/drawingml/2006/main">
            <a:pathLst>
              <a:path w="18842581" h="5874516">
                <a:moveTo>
                  <a:pt x="0" y="329272"/>
                </a:moveTo>
                <a:cubicBezTo>
                  <a:pt x="0" y="147421"/>
                  <a:pt x="147420" y="0"/>
                  <a:pt x="329271" y="0"/>
                </a:cubicBezTo>
                <a:lnTo>
                  <a:pt x="18513309" y="0"/>
                </a:lnTo>
                <a:cubicBezTo>
                  <a:pt x="18695162" y="0"/>
                  <a:pt x="18842581" y="147421"/>
                  <a:pt x="18842581" y="329272"/>
                </a:cubicBezTo>
                <a:lnTo>
                  <a:pt x="18842581" y="5545244"/>
                </a:lnTo>
                <a:cubicBezTo>
                  <a:pt x="18842581" y="5727097"/>
                  <a:pt x="18695162" y="5874516"/>
                  <a:pt x="18513309" y="5874516"/>
                </a:cubicBezTo>
                <a:lnTo>
                  <a:pt x="329271" y="5874516"/>
                </a:lnTo>
                <a:cubicBezTo>
                  <a:pt x="147420" y="5874516"/>
                  <a:pt x="0" y="5727097"/>
                  <a:pt x="0" y="5545244"/>
                </a:cubicBezTo>
                <a:lnTo>
                  <a:pt x="0" y="329272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215F9A"/>
            </a:solidFill>
            <a:prstDash val="solid"/>
          </a:ln>
        </p:spPr>
      </p:sp>
      <p:sp>
        <p:nvSpPr>
          <p:cNvPr id="102" name="text-81 (c)">
            <a:extLst xmlns:a="http://schemas.openxmlformats.org/drawingml/2006/main">
              <a:ext uri="{FF2B5EF4-FFF2-40B4-BE49-F238E27FC236}">
                <a16:creationId xmlns:a16="http://schemas.microsoft.com/office/drawing/2014/main" id="{920B7077-779C-48B8-BF23-4B2834EC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3317" y="7622492"/>
            <a:ext cx="501967" cy="4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103" name="text-82 (c)">
            <a:extLst xmlns:a="http://schemas.openxmlformats.org/drawingml/2006/main">
              <a:ext uri="{FF2B5EF4-FFF2-40B4-BE49-F238E27FC236}">
                <a16:creationId xmlns:a16="http://schemas.microsoft.com/office/drawing/2014/main" id="{06DBCC15-F10A-43B0-BC4B-666A1FC4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3317" y="7622492"/>
            <a:ext cx="501967" cy="4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104" name="text-83 Web">
            <a:extLst xmlns:a="http://schemas.openxmlformats.org/drawingml/2006/main">
              <a:ext uri="{FF2B5EF4-FFF2-40B4-BE49-F238E27FC236}">
                <a16:creationId xmlns:a16="http://schemas.microsoft.com/office/drawing/2014/main" id="{AAEA55D6-0C5A-448F-B009-12309B8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306" y="7621966"/>
            <a:ext cx="832140" cy="49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05" name="text-84 Web">
            <a:extLst xmlns:a="http://schemas.openxmlformats.org/drawingml/2006/main">
              <a:ext uri="{FF2B5EF4-FFF2-40B4-BE49-F238E27FC236}">
                <a16:creationId xmlns:a16="http://schemas.microsoft.com/office/drawing/2014/main" id="{1F903131-80C5-423F-913C-46A9FA5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306" y="7621966"/>
            <a:ext cx="832140" cy="493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06" name="text-85 Search">
            <a:extLst xmlns:a="http://schemas.openxmlformats.org/drawingml/2006/main">
              <a:ext uri="{FF2B5EF4-FFF2-40B4-BE49-F238E27FC236}">
                <a16:creationId xmlns:a16="http://schemas.microsoft.com/office/drawing/2014/main" id="{B943457C-727D-4ADA-B8A2-A0E52AD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460" y="7622067"/>
            <a:ext cx="1235004" cy="493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107" name="text-86 Search">
            <a:extLst xmlns:a="http://schemas.openxmlformats.org/drawingml/2006/main">
              <a:ext uri="{FF2B5EF4-FFF2-40B4-BE49-F238E27FC236}">
                <a16:creationId xmlns:a16="http://schemas.microsoft.com/office/drawing/2014/main" id="{4244CD7C-CD3A-4CA7-A470-A04B1840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460" y="7622067"/>
            <a:ext cx="1235004" cy="493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108" name="text-87 Entity">
            <a:extLst xmlns:a="http://schemas.openxmlformats.org/drawingml/2006/main">
              <a:ext uri="{FF2B5EF4-FFF2-40B4-BE49-F238E27FC236}">
                <a16:creationId xmlns:a16="http://schemas.microsoft.com/office/drawing/2014/main" id="{D4FF861C-1D25-49E5-B271-0A76A7ED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9675" y="7621734"/>
            <a:ext cx="1083231" cy="493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109" name="text-88 Entity">
            <a:extLst xmlns:a="http://schemas.openxmlformats.org/drawingml/2006/main">
              <a:ext uri="{FF2B5EF4-FFF2-40B4-BE49-F238E27FC236}">
                <a16:creationId xmlns:a16="http://schemas.microsoft.com/office/drawing/2014/main" id="{64FCB44F-9DF9-4FC8-B7E1-9B4ECE01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9675" y="7621734"/>
            <a:ext cx="1083231" cy="493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110" name="text-89 Graph">
            <a:extLst xmlns:a="http://schemas.openxmlformats.org/drawingml/2006/main">
              <a:ext uri="{FF2B5EF4-FFF2-40B4-BE49-F238E27FC236}">
                <a16:creationId xmlns:a16="http://schemas.microsoft.com/office/drawing/2014/main" id="{392BCA65-4079-433B-89B0-2590AFD3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385" y="7621793"/>
            <a:ext cx="1045371" cy="493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111" name="text-90 Graph">
            <a:extLst xmlns:a="http://schemas.openxmlformats.org/drawingml/2006/main">
              <a:ext uri="{FF2B5EF4-FFF2-40B4-BE49-F238E27FC236}">
                <a16:creationId xmlns:a16="http://schemas.microsoft.com/office/drawing/2014/main" id="{FD8BC492-C483-49C0-8DCF-FEE92F1B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385" y="7621793"/>
            <a:ext cx="1045371" cy="493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112" name="text-91 Construction">
            <a:extLst xmlns:a="http://schemas.openxmlformats.org/drawingml/2006/main">
              <a:ext uri="{FF2B5EF4-FFF2-40B4-BE49-F238E27FC236}">
                <a16:creationId xmlns:a16="http://schemas.microsoft.com/office/drawing/2014/main" id="{A4AD156F-970F-4155-A382-60F97046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3361" y="7621595"/>
            <a:ext cx="2154097" cy="49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113" name="text-92 Construction">
            <a:extLst xmlns:a="http://schemas.openxmlformats.org/drawingml/2006/main">
              <a:ext uri="{FF2B5EF4-FFF2-40B4-BE49-F238E27FC236}">
                <a16:creationId xmlns:a16="http://schemas.microsoft.com/office/drawing/2014/main" id="{8C380B8C-DBC9-427B-9CBF-A4F97E40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3361" y="7621595"/>
            <a:ext cx="2154097" cy="49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114" name="path-93">
            <a:extLst xmlns:a="http://schemas.openxmlformats.org/drawingml/2006/main">
              <a:ext uri="{FF2B5EF4-FFF2-40B4-BE49-F238E27FC236}">
                <a16:creationId xmlns:a16="http://schemas.microsoft.com/office/drawing/2014/main" id="{5F65F658-6AE7-479C-BD5F-7EE508C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780" y="1064713"/>
            <a:ext cx="3782499" cy="2448211"/>
          </a:xfrm>
          <a:custGeom xmlns:a="http://schemas.openxmlformats.org/drawingml/2006/main">
            <a:pathLst>
              <a:path w="3782499" h="2448211">
                <a:moveTo>
                  <a:pt x="0" y="321299"/>
                </a:moveTo>
                <a:cubicBezTo>
                  <a:pt x="0" y="143852"/>
                  <a:pt x="143853" y="0"/>
                  <a:pt x="321305" y="0"/>
                </a:cubicBezTo>
                <a:lnTo>
                  <a:pt x="3461194" y="0"/>
                </a:lnTo>
                <a:cubicBezTo>
                  <a:pt x="3638647" y="0"/>
                  <a:pt x="3782499" y="143852"/>
                  <a:pt x="3782499" y="321299"/>
                </a:cubicBezTo>
                <a:lnTo>
                  <a:pt x="3782499" y="2126912"/>
                </a:lnTo>
                <a:cubicBezTo>
                  <a:pt x="3782499" y="2304359"/>
                  <a:pt x="3638647" y="2448211"/>
                  <a:pt x="3461194" y="2448211"/>
                </a:cubicBezTo>
                <a:lnTo>
                  <a:pt x="321305" y="2448211"/>
                </a:lnTo>
                <a:cubicBezTo>
                  <a:pt x="143853" y="2448211"/>
                  <a:pt x="0" y="2304359"/>
                  <a:pt x="0" y="2126912"/>
                </a:cubicBezTo>
                <a:lnTo>
                  <a:pt x="0" y="321299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94">
            <a:extLst xmlns:a="http://schemas.openxmlformats.org/drawingml/2006/main">
              <a:ext uri="{FF2B5EF4-FFF2-40B4-BE49-F238E27FC236}">
                <a16:creationId xmlns:a16="http://schemas.microsoft.com/office/drawing/2014/main" id="{2C6A6E51-59C1-402B-9BF9-C154C3FA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780" y="1064713"/>
            <a:ext cx="3782502" cy="2448222"/>
          </a:xfrm>
          <a:custGeom xmlns:a="http://schemas.openxmlformats.org/drawingml/2006/main">
            <a:pathLst>
              <a:path w="3782502" h="2448222">
                <a:moveTo>
                  <a:pt x="0" y="321306"/>
                </a:moveTo>
                <a:cubicBezTo>
                  <a:pt x="0" y="143854"/>
                  <a:pt x="143853" y="0"/>
                  <a:pt x="321306" y="0"/>
                </a:cubicBezTo>
                <a:lnTo>
                  <a:pt x="3461196" y="0"/>
                </a:lnTo>
                <a:cubicBezTo>
                  <a:pt x="3638647" y="0"/>
                  <a:pt x="3782502" y="143854"/>
                  <a:pt x="3782502" y="321306"/>
                </a:cubicBezTo>
                <a:lnTo>
                  <a:pt x="3782502" y="2126915"/>
                </a:lnTo>
                <a:cubicBezTo>
                  <a:pt x="3782502" y="2304368"/>
                  <a:pt x="3638647" y="2448222"/>
                  <a:pt x="3461196" y="2448222"/>
                </a:cubicBezTo>
                <a:lnTo>
                  <a:pt x="321306" y="2448222"/>
                </a:lnTo>
                <a:cubicBezTo>
                  <a:pt x="143853" y="2448222"/>
                  <a:pt x="0" y="2304368"/>
                  <a:pt x="0" y="2126915"/>
                </a:cubicBezTo>
                <a:lnTo>
                  <a:pt x="0" y="321306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16" name="text-95 Video">
            <a:extLst xmlns:a="http://schemas.openxmlformats.org/drawingml/2006/main">
              <a:ext uri="{FF2B5EF4-FFF2-40B4-BE49-F238E27FC236}">
                <a16:creationId xmlns:a16="http://schemas.microsoft.com/office/drawing/2014/main" id="{C732C14E-9CCF-460F-B5BB-8A332A65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8588" y="1156052"/>
            <a:ext cx="628586" cy="317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17" name="text-96 Clip">
            <a:extLst xmlns:a="http://schemas.openxmlformats.org/drawingml/2006/main">
              <a:ext uri="{FF2B5EF4-FFF2-40B4-BE49-F238E27FC236}">
                <a16:creationId xmlns:a16="http://schemas.microsoft.com/office/drawing/2014/main" id="{55F1673C-238C-4FF2-9BBB-0DA53F2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4202" y="1156919"/>
            <a:ext cx="422903" cy="316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118" name="text-97 &amp;">
            <a:extLst xmlns:a="http://schemas.openxmlformats.org/drawingml/2006/main">
              <a:ext uri="{FF2B5EF4-FFF2-40B4-BE49-F238E27FC236}">
                <a16:creationId xmlns:a16="http://schemas.microsoft.com/office/drawing/2014/main" id="{EA4B3578-1DD6-48F5-93C8-74380FB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3856" y="1156488"/>
            <a:ext cx="188889" cy="31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19" name="text-98 Caption">
            <a:extLst xmlns:a="http://schemas.openxmlformats.org/drawingml/2006/main">
              <a:ext uri="{FF2B5EF4-FFF2-40B4-BE49-F238E27FC236}">
                <a16:creationId xmlns:a16="http://schemas.microsoft.com/office/drawing/2014/main" id="{82009AA0-53CF-4F99-AE5F-BF6B96E8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251" y="1156148"/>
            <a:ext cx="822946" cy="31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20" name="path-99">
            <a:extLst xmlns:a="http://schemas.openxmlformats.org/drawingml/2006/main">
              <a:ext uri="{FF2B5EF4-FFF2-40B4-BE49-F238E27FC236}">
                <a16:creationId xmlns:a16="http://schemas.microsoft.com/office/drawing/2014/main" id="{53CF8BDF-69BE-47FA-9FB7-2FA25DA8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318" y="1059040"/>
            <a:ext cx="4644448" cy="2453884"/>
          </a:xfrm>
          <a:custGeom xmlns:a="http://schemas.openxmlformats.org/drawingml/2006/main">
            <a:pathLst>
              <a:path w="4644448" h="2453884">
                <a:moveTo>
                  <a:pt x="0" y="322053"/>
                </a:moveTo>
                <a:cubicBezTo>
                  <a:pt x="0" y="144192"/>
                  <a:pt x="144187" y="0"/>
                  <a:pt x="322050" y="0"/>
                </a:cubicBezTo>
                <a:lnTo>
                  <a:pt x="4322406" y="0"/>
                </a:lnTo>
                <a:cubicBezTo>
                  <a:pt x="4500267" y="0"/>
                  <a:pt x="4644448" y="144192"/>
                  <a:pt x="4644448" y="322053"/>
                </a:cubicBezTo>
                <a:lnTo>
                  <a:pt x="4644448" y="2131842"/>
                </a:lnTo>
                <a:cubicBezTo>
                  <a:pt x="4644448" y="2309705"/>
                  <a:pt x="4500267" y="2453884"/>
                  <a:pt x="4322406" y="2453884"/>
                </a:cubicBezTo>
                <a:lnTo>
                  <a:pt x="322050" y="2453884"/>
                </a:lnTo>
                <a:cubicBezTo>
                  <a:pt x="144187" y="2453884"/>
                  <a:pt x="0" y="2309705"/>
                  <a:pt x="0" y="2131842"/>
                </a:cubicBezTo>
                <a:lnTo>
                  <a:pt x="0" y="32205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00">
            <a:extLst xmlns:a="http://schemas.openxmlformats.org/drawingml/2006/main">
              <a:ext uri="{FF2B5EF4-FFF2-40B4-BE49-F238E27FC236}">
                <a16:creationId xmlns:a16="http://schemas.microsoft.com/office/drawing/2014/main" id="{481C9AE8-7550-4112-BE08-4A75F8C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318" y="1059040"/>
            <a:ext cx="4644449" cy="2453883"/>
          </a:xfrm>
          <a:custGeom xmlns:a="http://schemas.openxmlformats.org/drawingml/2006/main">
            <a:pathLst>
              <a:path w="4644449" h="2453883">
                <a:moveTo>
                  <a:pt x="0" y="322049"/>
                </a:moveTo>
                <a:cubicBezTo>
                  <a:pt x="0" y="144186"/>
                  <a:pt x="144186" y="0"/>
                  <a:pt x="322049" y="0"/>
                </a:cubicBezTo>
                <a:lnTo>
                  <a:pt x="4322399" y="0"/>
                </a:lnTo>
                <a:cubicBezTo>
                  <a:pt x="4500263" y="0"/>
                  <a:pt x="4644449" y="144186"/>
                  <a:pt x="4644449" y="322049"/>
                </a:cubicBezTo>
                <a:lnTo>
                  <a:pt x="4644449" y="2131834"/>
                </a:lnTo>
                <a:cubicBezTo>
                  <a:pt x="4644449" y="2309696"/>
                  <a:pt x="4500263" y="2453883"/>
                  <a:pt x="4322399" y="2453883"/>
                </a:cubicBezTo>
                <a:lnTo>
                  <a:pt x="322049" y="2453883"/>
                </a:lnTo>
                <a:cubicBezTo>
                  <a:pt x="144186" y="2453883"/>
                  <a:pt x="0" y="2309696"/>
                  <a:pt x="0" y="2131834"/>
                </a:cubicBezTo>
                <a:lnTo>
                  <a:pt x="0" y="322049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22" name="text-101 Key">
            <a:extLst xmlns:a="http://schemas.openxmlformats.org/drawingml/2006/main">
              <a:ext uri="{FF2B5EF4-FFF2-40B4-BE49-F238E27FC236}">
                <a16:creationId xmlns:a16="http://schemas.microsoft.com/office/drawing/2014/main" id="{5A21348A-0F23-47B7-B446-6242A79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7414" y="1186483"/>
            <a:ext cx="421303" cy="31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123" name="text-102 -">
            <a:extLst xmlns:a="http://schemas.openxmlformats.org/drawingml/2006/main">
              <a:ext uri="{FF2B5EF4-FFF2-40B4-BE49-F238E27FC236}">
                <a16:creationId xmlns:a16="http://schemas.microsoft.com/office/drawing/2014/main" id="{5536C94F-23C3-4246-80DA-A39706A3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7892" y="1186705"/>
            <a:ext cx="135048" cy="31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24" name="text-103 Frame">
            <a:extLst xmlns:a="http://schemas.openxmlformats.org/drawingml/2006/main">
              <a:ext uri="{FF2B5EF4-FFF2-40B4-BE49-F238E27FC236}">
                <a16:creationId xmlns:a16="http://schemas.microsoft.com/office/drawing/2014/main" id="{D98205DD-5155-4A1D-8507-2512E38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2225" y="1186696"/>
            <a:ext cx="702666" cy="316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25" name="text-104 Selection">
            <a:extLst xmlns:a="http://schemas.openxmlformats.org/drawingml/2006/main">
              <a:ext uri="{FF2B5EF4-FFF2-40B4-BE49-F238E27FC236}">
                <a16:creationId xmlns:a16="http://schemas.microsoft.com/office/drawing/2014/main" id="{F93F38F1-66C3-4CBC-A238-F7CC909E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1734" y="1186758"/>
            <a:ext cx="1031385" cy="316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Selection</a:t>
            </a:r>
          </a:p>
        </p:txBody>
      </p:sp>
      <p:sp>
        <p:nvSpPr>
          <p:cNvPr id="126" name="text-105 &amp;">
            <a:extLst xmlns:a="http://schemas.openxmlformats.org/drawingml/2006/main">
              <a:ext uri="{FF2B5EF4-FFF2-40B4-BE49-F238E27FC236}">
                <a16:creationId xmlns:a16="http://schemas.microsoft.com/office/drawing/2014/main" id="{3679EFDB-B525-4142-B7BA-5BABECC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840" y="1186675"/>
            <a:ext cx="188889" cy="31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27" name="text-106 Caption">
            <a:extLst xmlns:a="http://schemas.openxmlformats.org/drawingml/2006/main">
              <a:ext uri="{FF2B5EF4-FFF2-40B4-BE49-F238E27FC236}">
                <a16:creationId xmlns:a16="http://schemas.microsoft.com/office/drawing/2014/main" id="{25F568F0-5D82-442C-B872-BA018716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5234" y="1186335"/>
            <a:ext cx="822946" cy="31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28" name="path-107">
            <a:extLst xmlns:a="http://schemas.openxmlformats.org/drawingml/2006/main">
              <a:ext uri="{FF2B5EF4-FFF2-40B4-BE49-F238E27FC236}">
                <a16:creationId xmlns:a16="http://schemas.microsoft.com/office/drawing/2014/main" id="{3FD617B2-566D-4D46-B562-278DB08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988" y="1064926"/>
            <a:ext cx="2678222" cy="2465531"/>
          </a:xfrm>
          <a:custGeom xmlns:a="http://schemas.openxmlformats.org/drawingml/2006/main">
            <a:pathLst>
              <a:path w="2678222" h="2465531">
                <a:moveTo>
                  <a:pt x="0" y="323576"/>
                </a:moveTo>
                <a:cubicBezTo>
                  <a:pt x="0" y="144871"/>
                  <a:pt x="144871" y="0"/>
                  <a:pt x="323576" y="0"/>
                </a:cubicBezTo>
                <a:lnTo>
                  <a:pt x="2354646" y="0"/>
                </a:lnTo>
                <a:cubicBezTo>
                  <a:pt x="2533350" y="0"/>
                  <a:pt x="2678222" y="144871"/>
                  <a:pt x="2678222" y="323576"/>
                </a:cubicBezTo>
                <a:lnTo>
                  <a:pt x="2678222" y="2141955"/>
                </a:lnTo>
                <a:cubicBezTo>
                  <a:pt x="2678222" y="2320661"/>
                  <a:pt x="2533350" y="2465531"/>
                  <a:pt x="2354646" y="2465531"/>
                </a:cubicBezTo>
                <a:lnTo>
                  <a:pt x="323576" y="2465531"/>
                </a:lnTo>
                <a:cubicBezTo>
                  <a:pt x="144871" y="2465531"/>
                  <a:pt x="0" y="2320661"/>
                  <a:pt x="0" y="2141955"/>
                </a:cubicBezTo>
                <a:lnTo>
                  <a:pt x="0" y="323576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08">
            <a:extLst xmlns:a="http://schemas.openxmlformats.org/drawingml/2006/main">
              <a:ext uri="{FF2B5EF4-FFF2-40B4-BE49-F238E27FC236}">
                <a16:creationId xmlns:a16="http://schemas.microsoft.com/office/drawing/2014/main" id="{E4491FFB-930B-4C31-A090-F6E4CDA1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988" y="1064926"/>
            <a:ext cx="2678220" cy="2465525"/>
          </a:xfrm>
          <a:custGeom xmlns:a="http://schemas.openxmlformats.org/drawingml/2006/main">
            <a:pathLst>
              <a:path w="2678220" h="2465525">
                <a:moveTo>
                  <a:pt x="0" y="323575"/>
                </a:moveTo>
                <a:cubicBezTo>
                  <a:pt x="0" y="144869"/>
                  <a:pt x="144869" y="0"/>
                  <a:pt x="323575" y="0"/>
                </a:cubicBezTo>
                <a:lnTo>
                  <a:pt x="2354646" y="0"/>
                </a:lnTo>
                <a:cubicBezTo>
                  <a:pt x="2533351" y="0"/>
                  <a:pt x="2678220" y="144869"/>
                  <a:pt x="2678220" y="323575"/>
                </a:cubicBezTo>
                <a:lnTo>
                  <a:pt x="2678220" y="2141951"/>
                </a:lnTo>
                <a:cubicBezTo>
                  <a:pt x="2678220" y="2320656"/>
                  <a:pt x="2533351" y="2465525"/>
                  <a:pt x="2354646" y="2465525"/>
                </a:cubicBezTo>
                <a:lnTo>
                  <a:pt x="323575" y="2465525"/>
                </a:lnTo>
                <a:cubicBezTo>
                  <a:pt x="144869" y="2465525"/>
                  <a:pt x="0" y="2320656"/>
                  <a:pt x="0" y="2141951"/>
                </a:cubicBezTo>
                <a:lnTo>
                  <a:pt x="0" y="32357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30" name="text-109 Cross">
            <a:extLst xmlns:a="http://schemas.openxmlformats.org/drawingml/2006/main">
              <a:ext uri="{FF2B5EF4-FFF2-40B4-BE49-F238E27FC236}">
                <a16:creationId xmlns:a16="http://schemas.microsoft.com/office/drawing/2014/main" id="{275FA040-6F0B-4B3D-AA4F-1DFD987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7337" y="1080851"/>
            <a:ext cx="625945" cy="31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Cross</a:t>
            </a:r>
          </a:p>
        </p:txBody>
      </p:sp>
      <p:sp>
        <p:nvSpPr>
          <p:cNvPr id="131" name="text-110 -">
            <a:extLst xmlns:a="http://schemas.openxmlformats.org/drawingml/2006/main">
              <a:ext uri="{FF2B5EF4-FFF2-40B4-BE49-F238E27FC236}">
                <a16:creationId xmlns:a16="http://schemas.microsoft.com/office/drawing/2014/main" id="{B937171F-A7D1-45D5-87BB-AFC016B5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2202" y="1081052"/>
            <a:ext cx="135048" cy="31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32" name="text-111 Clip">
            <a:extLst xmlns:a="http://schemas.openxmlformats.org/drawingml/2006/main">
              <a:ext uri="{FF2B5EF4-FFF2-40B4-BE49-F238E27FC236}">
                <a16:creationId xmlns:a16="http://schemas.microsoft.com/office/drawing/2014/main" id="{2992CD86-26B7-433C-82B4-F405935E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6535" y="1081452"/>
            <a:ext cx="422903" cy="316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133" name="text-112 Frame">
            <a:extLst xmlns:a="http://schemas.openxmlformats.org/drawingml/2006/main">
              <a:ext uri="{FF2B5EF4-FFF2-40B4-BE49-F238E27FC236}">
                <a16:creationId xmlns:a16="http://schemas.microsoft.com/office/drawing/2014/main" id="{D86EBA03-FB57-43FE-A8DD-617A4F50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6191" y="1081042"/>
            <a:ext cx="702666" cy="316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34" name="text-113 Deduplication">
            <a:extLst xmlns:a="http://schemas.openxmlformats.org/drawingml/2006/main">
              <a:ext uri="{FF2B5EF4-FFF2-40B4-BE49-F238E27FC236}">
                <a16:creationId xmlns:a16="http://schemas.microsoft.com/office/drawing/2014/main" id="{2FFC58E2-B2C0-47CE-8716-2A53922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60530" y="1358593"/>
            <a:ext cx="1466159" cy="3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Deduplication</a:t>
            </a:r>
          </a:p>
        </p:txBody>
      </p:sp>
      <p:sp>
        <p:nvSpPr>
          <p:cNvPr id="135" name="path-114">
            <a:extLst xmlns:a="http://schemas.openxmlformats.org/drawingml/2006/main">
              <a:ext uri="{FF2B5EF4-FFF2-40B4-BE49-F238E27FC236}">
                <a16:creationId xmlns:a16="http://schemas.microsoft.com/office/drawing/2014/main" id="{A6309414-D21D-4C39-8A45-C025323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854" y="3832020"/>
            <a:ext cx="4899366" cy="3193131"/>
          </a:xfrm>
          <a:custGeom xmlns:a="http://schemas.openxmlformats.org/drawingml/2006/main">
            <a:pathLst>
              <a:path w="4899366" h="3193131">
                <a:moveTo>
                  <a:pt x="0" y="419067"/>
                </a:moveTo>
                <a:cubicBezTo>
                  <a:pt x="0" y="187624"/>
                  <a:pt x="187623" y="0"/>
                  <a:pt x="419067" y="0"/>
                </a:cubicBezTo>
                <a:lnTo>
                  <a:pt x="4480300" y="0"/>
                </a:lnTo>
                <a:cubicBezTo>
                  <a:pt x="4711744" y="0"/>
                  <a:pt x="4899366" y="187624"/>
                  <a:pt x="4899366" y="419067"/>
                </a:cubicBezTo>
                <a:lnTo>
                  <a:pt x="4899366" y="2774065"/>
                </a:lnTo>
                <a:cubicBezTo>
                  <a:pt x="4899366" y="3005508"/>
                  <a:pt x="4711744" y="3193131"/>
                  <a:pt x="4480300" y="3193131"/>
                </a:cubicBezTo>
                <a:lnTo>
                  <a:pt x="419067" y="3193131"/>
                </a:lnTo>
                <a:cubicBezTo>
                  <a:pt x="187623" y="3193131"/>
                  <a:pt x="0" y="3005508"/>
                  <a:pt x="0" y="2774065"/>
                </a:cubicBezTo>
                <a:lnTo>
                  <a:pt x="0" y="41906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15">
            <a:extLst xmlns:a="http://schemas.openxmlformats.org/drawingml/2006/main">
              <a:ext uri="{FF2B5EF4-FFF2-40B4-BE49-F238E27FC236}">
                <a16:creationId xmlns:a16="http://schemas.microsoft.com/office/drawing/2014/main" id="{66BFDEEF-E4AD-4728-915A-3CCCCDE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854" y="3832020"/>
            <a:ext cx="4899364" cy="3193131"/>
          </a:xfrm>
          <a:custGeom xmlns:a="http://schemas.openxmlformats.org/drawingml/2006/main">
            <a:pathLst>
              <a:path w="4899364" h="3193131">
                <a:moveTo>
                  <a:pt x="0" y="419067"/>
                </a:moveTo>
                <a:cubicBezTo>
                  <a:pt x="0" y="187622"/>
                  <a:pt x="187623" y="0"/>
                  <a:pt x="419067" y="0"/>
                </a:cubicBezTo>
                <a:lnTo>
                  <a:pt x="4480298" y="0"/>
                </a:lnTo>
                <a:cubicBezTo>
                  <a:pt x="4711744" y="0"/>
                  <a:pt x="4899364" y="187622"/>
                  <a:pt x="4899364" y="419067"/>
                </a:cubicBezTo>
                <a:lnTo>
                  <a:pt x="4899364" y="2774065"/>
                </a:lnTo>
                <a:cubicBezTo>
                  <a:pt x="4899364" y="3005508"/>
                  <a:pt x="4711744" y="3193131"/>
                  <a:pt x="4480298" y="3193131"/>
                </a:cubicBezTo>
                <a:lnTo>
                  <a:pt x="419067" y="3193131"/>
                </a:lnTo>
                <a:cubicBezTo>
                  <a:pt x="187623" y="3193131"/>
                  <a:pt x="0" y="3005508"/>
                  <a:pt x="0" y="2774065"/>
                </a:cubicBezTo>
                <a:lnTo>
                  <a:pt x="0" y="419067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37" name="text-116 Event">
            <a:extLst xmlns:a="http://schemas.openxmlformats.org/drawingml/2006/main">
              <a:ext uri="{FF2B5EF4-FFF2-40B4-BE49-F238E27FC236}">
                <a16:creationId xmlns:a16="http://schemas.microsoft.com/office/drawing/2014/main" id="{5A430414-CE74-4349-86B0-7AA3B0A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223" y="3951913"/>
            <a:ext cx="641074" cy="316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138" name="text-117 Aggregation">
            <a:extLst xmlns:a="http://schemas.openxmlformats.org/drawingml/2006/main">
              <a:ext uri="{FF2B5EF4-FFF2-40B4-BE49-F238E27FC236}">
                <a16:creationId xmlns:a16="http://schemas.microsoft.com/office/drawing/2014/main" id="{7F5C3C0D-AC10-49AB-812E-021FF46D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1416" y="3952048"/>
            <a:ext cx="1321549" cy="316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Aggregation</a:t>
            </a:r>
          </a:p>
        </p:txBody>
      </p:sp>
      <p:sp>
        <p:nvSpPr>
          <p:cNvPr id="139" name="text-118 &amp;">
            <a:extLst xmlns:a="http://schemas.openxmlformats.org/drawingml/2006/main">
              <a:ext uri="{FF2B5EF4-FFF2-40B4-BE49-F238E27FC236}">
                <a16:creationId xmlns:a16="http://schemas.microsoft.com/office/drawing/2014/main" id="{64476D1C-AB82-41E3-8CDE-CFF76B2B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809" y="3951771"/>
            <a:ext cx="188889" cy="31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40" name="text-118 Caption">
            <a:extLst xmlns:a="http://schemas.openxmlformats.org/drawingml/2006/main">
              <a:ext uri="{FF2B5EF4-FFF2-40B4-BE49-F238E27FC236}">
                <a16:creationId xmlns:a16="http://schemas.microsoft.com/office/drawing/2014/main" id="{07C9C186-A3BC-4225-BC3B-8451D82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4251" y="3951523"/>
            <a:ext cx="822613" cy="317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41" name="path-119">
            <a:extLst xmlns:a="http://schemas.openxmlformats.org/drawingml/2006/main">
              <a:ext uri="{FF2B5EF4-FFF2-40B4-BE49-F238E27FC236}">
                <a16:creationId xmlns:a16="http://schemas.microsoft.com/office/drawing/2014/main" id="{CBF841A7-CDD4-4A86-B29F-8A1ECBFF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191" y="3837328"/>
            <a:ext cx="4522624" cy="3193131"/>
          </a:xfrm>
          <a:custGeom xmlns:a="http://schemas.openxmlformats.org/drawingml/2006/main">
            <a:pathLst>
              <a:path w="4522624" h="3193131">
                <a:moveTo>
                  <a:pt x="0" y="419067"/>
                </a:moveTo>
                <a:cubicBezTo>
                  <a:pt x="0" y="187624"/>
                  <a:pt x="187622" y="0"/>
                  <a:pt x="419066" y="0"/>
                </a:cubicBezTo>
                <a:lnTo>
                  <a:pt x="4103558" y="0"/>
                </a:lnTo>
                <a:cubicBezTo>
                  <a:pt x="4335001" y="0"/>
                  <a:pt x="4522624" y="187624"/>
                  <a:pt x="4522624" y="419067"/>
                </a:cubicBezTo>
                <a:lnTo>
                  <a:pt x="4522624" y="2774065"/>
                </a:lnTo>
                <a:cubicBezTo>
                  <a:pt x="4522624" y="3005508"/>
                  <a:pt x="4335001" y="3193131"/>
                  <a:pt x="4103558" y="3193131"/>
                </a:cubicBezTo>
                <a:lnTo>
                  <a:pt x="419066" y="3193131"/>
                </a:lnTo>
                <a:cubicBezTo>
                  <a:pt x="187622" y="3193131"/>
                  <a:pt x="0" y="3005508"/>
                  <a:pt x="0" y="2774065"/>
                </a:cubicBezTo>
                <a:lnTo>
                  <a:pt x="0" y="41906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20">
            <a:extLst xmlns:a="http://schemas.openxmlformats.org/drawingml/2006/main">
              <a:ext uri="{FF2B5EF4-FFF2-40B4-BE49-F238E27FC236}">
                <a16:creationId xmlns:a16="http://schemas.microsoft.com/office/drawing/2014/main" id="{B1235905-B7DD-4960-B0EC-C3E4E2EE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191" y="3837328"/>
            <a:ext cx="4522624" cy="3193131"/>
          </a:xfrm>
          <a:custGeom xmlns:a="http://schemas.openxmlformats.org/drawingml/2006/main">
            <a:pathLst>
              <a:path w="4522624" h="3193131">
                <a:moveTo>
                  <a:pt x="0" y="419065"/>
                </a:moveTo>
                <a:cubicBezTo>
                  <a:pt x="0" y="187622"/>
                  <a:pt x="187622" y="0"/>
                  <a:pt x="419065" y="0"/>
                </a:cubicBezTo>
                <a:lnTo>
                  <a:pt x="4103559" y="0"/>
                </a:lnTo>
                <a:cubicBezTo>
                  <a:pt x="4335003" y="0"/>
                  <a:pt x="4522624" y="187622"/>
                  <a:pt x="4522624" y="419065"/>
                </a:cubicBezTo>
                <a:lnTo>
                  <a:pt x="4522624" y="2774066"/>
                </a:lnTo>
                <a:cubicBezTo>
                  <a:pt x="4522624" y="3005510"/>
                  <a:pt x="4335003" y="3193131"/>
                  <a:pt x="4103559" y="3193131"/>
                </a:cubicBezTo>
                <a:lnTo>
                  <a:pt x="419065" y="3193131"/>
                </a:lnTo>
                <a:cubicBezTo>
                  <a:pt x="187622" y="3193131"/>
                  <a:pt x="0" y="3005510"/>
                  <a:pt x="0" y="2774066"/>
                </a:cubicBezTo>
                <a:lnTo>
                  <a:pt x="0" y="419065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43" name="text-121 Event">
            <a:extLst xmlns:a="http://schemas.openxmlformats.org/drawingml/2006/main">
              <a:ext uri="{FF2B5EF4-FFF2-40B4-BE49-F238E27FC236}">
                <a16:creationId xmlns:a16="http://schemas.microsoft.com/office/drawing/2014/main" id="{088A1680-A093-4825-BE4F-A240406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7428" y="3936821"/>
            <a:ext cx="641074" cy="316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144" name="text-122 Key">
            <a:extLst xmlns:a="http://schemas.openxmlformats.org/drawingml/2006/main">
              <a:ext uri="{FF2B5EF4-FFF2-40B4-BE49-F238E27FC236}">
                <a16:creationId xmlns:a16="http://schemas.microsoft.com/office/drawing/2014/main" id="{CDA96E84-74F0-4DAD-BD10-17D6FA50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5621" y="3936487"/>
            <a:ext cx="421303" cy="31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145" name="text-123 -">
            <a:extLst xmlns:a="http://schemas.openxmlformats.org/drawingml/2006/main">
              <a:ext uri="{FF2B5EF4-FFF2-40B4-BE49-F238E27FC236}">
                <a16:creationId xmlns:a16="http://schemas.microsoft.com/office/drawing/2014/main" id="{0EF92741-7823-454E-9832-324CEA2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6098" y="3936709"/>
            <a:ext cx="135048" cy="31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46" name="text-124 Frame">
            <a:extLst xmlns:a="http://schemas.openxmlformats.org/drawingml/2006/main">
              <a:ext uri="{FF2B5EF4-FFF2-40B4-BE49-F238E27FC236}">
                <a16:creationId xmlns:a16="http://schemas.microsoft.com/office/drawing/2014/main" id="{8B641A47-A8B9-42D2-A055-E875ACF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0432" y="3936699"/>
            <a:ext cx="702666" cy="316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47" name="text-125 Selection">
            <a:extLst xmlns:a="http://schemas.openxmlformats.org/drawingml/2006/main">
              <a:ext uri="{FF2B5EF4-FFF2-40B4-BE49-F238E27FC236}">
                <a16:creationId xmlns:a16="http://schemas.microsoft.com/office/drawing/2014/main" id="{E864FD98-7275-4253-A3E4-6899BB44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9941" y="3936762"/>
            <a:ext cx="1031385" cy="316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Selection</a:t>
            </a:r>
          </a:p>
        </p:txBody>
      </p:sp>
      <p:sp>
        <p:nvSpPr>
          <p:cNvPr id="148" name="text-126 &amp;">
            <a:extLst xmlns:a="http://schemas.openxmlformats.org/drawingml/2006/main">
              <a:ext uri="{FF2B5EF4-FFF2-40B4-BE49-F238E27FC236}">
                <a16:creationId xmlns:a16="http://schemas.microsoft.com/office/drawing/2014/main" id="{AB448B41-D867-40C9-8CB6-48800D5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8045" y="3936679"/>
            <a:ext cx="188889" cy="31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49" name="text-127 Key">
            <a:extLst xmlns:a="http://schemas.openxmlformats.org/drawingml/2006/main">
              <a:ext uri="{FF2B5EF4-FFF2-40B4-BE49-F238E27FC236}">
                <a16:creationId xmlns:a16="http://schemas.microsoft.com/office/drawing/2014/main" id="{71660A2F-719B-4D44-AFB8-EA079E06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0103" y="4211185"/>
            <a:ext cx="421303" cy="31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150" name="text-128 Object">
            <a:extLst xmlns:a="http://schemas.openxmlformats.org/drawingml/2006/main">
              <a:ext uri="{FF2B5EF4-FFF2-40B4-BE49-F238E27FC236}">
                <a16:creationId xmlns:a16="http://schemas.microsoft.com/office/drawing/2014/main" id="{C937D01D-539C-4A24-B3F5-38FAD0E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8186" y="4211529"/>
            <a:ext cx="793553" cy="316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151" name="text-129 Grounding">
            <a:extLst xmlns:a="http://schemas.openxmlformats.org/drawingml/2006/main">
              <a:ext uri="{FF2B5EF4-FFF2-40B4-BE49-F238E27FC236}">
                <a16:creationId xmlns:a16="http://schemas.microsoft.com/office/drawing/2014/main" id="{0871904B-1FAB-4E82-AD70-FAADB4FE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98884" y="4211504"/>
            <a:ext cx="1093167" cy="316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EB4F88B-DE41-44E9-A004-D04A43F32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117bd56014653"/>
          <a:stretch xmlns:a="http://schemas.openxmlformats.org/drawingml/2006/main"/>
        </p:blipFill>
        <p:spPr>
          <a:xfrm xmlns:a="http://schemas.openxmlformats.org/drawingml/2006/main">
            <a:off x="7446415" y="1111239"/>
            <a:ext cx="446762" cy="449781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3779D8D-21DC-4906-BEC1-A8A41D04B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234c404f749ae"/>
          <a:stretch xmlns:a="http://schemas.openxmlformats.org/drawingml/2006/main"/>
        </p:blipFill>
        <p:spPr>
          <a:xfrm xmlns:a="http://schemas.openxmlformats.org/drawingml/2006/main">
            <a:off x="11292192" y="1150481"/>
            <a:ext cx="449781" cy="449781"/>
          </a:xfrm>
          <a:prstGeom xmlns:a="http://schemas.openxmlformats.org/drawingml/2006/main" prst="rect">
            <a:avLst/>
          </a:prstGeom>
        </p:spPr>
      </p:pic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617E926-A53F-45C2-84D2-500DDD06F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6ebfa0b164119"/>
          <a:stretch xmlns:a="http://schemas.openxmlformats.org/drawingml/2006/main"/>
        </p:blipFill>
        <p:spPr>
          <a:xfrm xmlns:a="http://schemas.openxmlformats.org/drawingml/2006/main">
            <a:off x="16218650" y="1120295"/>
            <a:ext cx="446762" cy="446762"/>
          </a:xfrm>
          <a:prstGeom xmlns:a="http://schemas.openxmlformats.org/drawingml/2006/main" prst="rect">
            <a:avLst/>
          </a:prstGeom>
        </p:spPr>
      </p:pic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A41A4EB-FDE6-4BC1-9C9D-B973A31DC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c466310c34cad"/>
          <a:stretch xmlns:a="http://schemas.openxmlformats.org/drawingml/2006/main"/>
        </p:blipFill>
        <p:spPr>
          <a:xfrm xmlns:a="http://schemas.openxmlformats.org/drawingml/2006/main">
            <a:off x="7512826" y="3930669"/>
            <a:ext cx="449781" cy="446762"/>
          </a:xfrm>
          <a:prstGeom xmlns:a="http://schemas.openxmlformats.org/drawingml/2006/main" prst="rect">
            <a:avLst/>
          </a:prstGeom>
        </p:spPr>
      </p:pic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0FD2E1B-E7F0-4AAC-8771-AA4DD14672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8e7b0465946cf"/>
          <a:stretch xmlns:a="http://schemas.openxmlformats.org/drawingml/2006/main"/>
        </p:blipFill>
        <p:spPr>
          <a:xfrm xmlns:a="http://schemas.openxmlformats.org/drawingml/2006/main">
            <a:off x="12339668" y="4096696"/>
            <a:ext cx="446762" cy="446762"/>
          </a:xfrm>
          <a:prstGeom xmlns:a="http://schemas.openxmlformats.org/drawingml/2006/main" prst="rect">
            <a:avLst/>
          </a:prstGeom>
        </p:spPr>
      </p:pic>
      <p:sp>
        <p:nvSpPr>
          <p:cNvPr id="157" name="path-135">
            <a:extLst xmlns:a="http://schemas.openxmlformats.org/drawingml/2006/main">
              <a:ext uri="{FF2B5EF4-FFF2-40B4-BE49-F238E27FC236}">
                <a16:creationId xmlns:a16="http://schemas.microsoft.com/office/drawing/2014/main" id="{16D74F67-95D4-4C43-915F-8E2DE83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969" y="3828890"/>
            <a:ext cx="1931241" cy="3193129"/>
          </a:xfrm>
          <a:custGeom xmlns:a="http://schemas.openxmlformats.org/drawingml/2006/main">
            <a:pathLst>
              <a:path w="1931241" h="3193129">
                <a:moveTo>
                  <a:pt x="0" y="253455"/>
                </a:moveTo>
                <a:cubicBezTo>
                  <a:pt x="0" y="113477"/>
                  <a:pt x="113476" y="0"/>
                  <a:pt x="253467" y="0"/>
                </a:cubicBezTo>
                <a:lnTo>
                  <a:pt x="1677786" y="0"/>
                </a:lnTo>
                <a:cubicBezTo>
                  <a:pt x="1817763" y="0"/>
                  <a:pt x="1931241" y="113477"/>
                  <a:pt x="1931241" y="253455"/>
                </a:cubicBezTo>
                <a:lnTo>
                  <a:pt x="1931241" y="2939674"/>
                </a:lnTo>
                <a:cubicBezTo>
                  <a:pt x="1931241" y="3079652"/>
                  <a:pt x="1817763" y="3193129"/>
                  <a:pt x="1677786" y="3193129"/>
                </a:cubicBezTo>
                <a:lnTo>
                  <a:pt x="253467" y="3193129"/>
                </a:lnTo>
                <a:cubicBezTo>
                  <a:pt x="113476" y="3193129"/>
                  <a:pt x="0" y="3079652"/>
                  <a:pt x="0" y="2939674"/>
                </a:cubicBezTo>
                <a:lnTo>
                  <a:pt x="0" y="25345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36">
            <a:extLst xmlns:a="http://schemas.openxmlformats.org/drawingml/2006/main">
              <a:ext uri="{FF2B5EF4-FFF2-40B4-BE49-F238E27FC236}">
                <a16:creationId xmlns:a16="http://schemas.microsoft.com/office/drawing/2014/main" id="{22B10588-38B6-4A03-8032-00A2C14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0969" y="3828890"/>
            <a:ext cx="1931237" cy="3193131"/>
          </a:xfrm>
          <a:custGeom xmlns:a="http://schemas.openxmlformats.org/drawingml/2006/main">
            <a:pathLst>
              <a:path w="1931237" h="3193131">
                <a:moveTo>
                  <a:pt x="0" y="253457"/>
                </a:moveTo>
                <a:cubicBezTo>
                  <a:pt x="0" y="113476"/>
                  <a:pt x="113477" y="0"/>
                  <a:pt x="253457" y="0"/>
                </a:cubicBezTo>
                <a:lnTo>
                  <a:pt x="1677780" y="0"/>
                </a:lnTo>
                <a:cubicBezTo>
                  <a:pt x="1817761" y="0"/>
                  <a:pt x="1931237" y="113476"/>
                  <a:pt x="1931237" y="253457"/>
                </a:cubicBezTo>
                <a:lnTo>
                  <a:pt x="1931237" y="2939674"/>
                </a:lnTo>
                <a:cubicBezTo>
                  <a:pt x="1931237" y="3079655"/>
                  <a:pt x="1817761" y="3193131"/>
                  <a:pt x="1677780" y="3193131"/>
                </a:cubicBezTo>
                <a:lnTo>
                  <a:pt x="253457" y="3193131"/>
                </a:lnTo>
                <a:cubicBezTo>
                  <a:pt x="113477" y="3193131"/>
                  <a:pt x="0" y="3079655"/>
                  <a:pt x="0" y="2939674"/>
                </a:cubicBezTo>
                <a:lnTo>
                  <a:pt x="0" y="253457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159" name="text-137 Video">
            <a:extLst xmlns:a="http://schemas.openxmlformats.org/drawingml/2006/main">
              <a:ext uri="{FF2B5EF4-FFF2-40B4-BE49-F238E27FC236}">
                <a16:creationId xmlns:a16="http://schemas.microsoft.com/office/drawing/2014/main" id="{ABF49195-0897-432C-9EC3-614CD39F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8810" y="3927185"/>
            <a:ext cx="628586" cy="317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60" name="text-138 Dense">
            <a:extLst xmlns:a="http://schemas.openxmlformats.org/drawingml/2006/main">
              <a:ext uri="{FF2B5EF4-FFF2-40B4-BE49-F238E27FC236}">
                <a16:creationId xmlns:a16="http://schemas.microsoft.com/office/drawing/2014/main" id="{9DA621A4-043E-4943-8E8E-B131A14D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64426" y="3927774"/>
            <a:ext cx="680456" cy="316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161" name="text-139 Caption">
            <a:extLst xmlns:a="http://schemas.openxmlformats.org/drawingml/2006/main">
              <a:ext uri="{FF2B5EF4-FFF2-40B4-BE49-F238E27FC236}">
                <a16:creationId xmlns:a16="http://schemas.microsoft.com/office/drawing/2014/main" id="{AFEEAE72-B0CE-4A09-98D1-50DE8EA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6610" y="4201980"/>
            <a:ext cx="822946" cy="31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62" name="text-139 Tree">
            <a:extLst xmlns:a="http://schemas.openxmlformats.org/drawingml/2006/main">
              <a:ext uri="{FF2B5EF4-FFF2-40B4-BE49-F238E27FC236}">
                <a16:creationId xmlns:a16="http://schemas.microsoft.com/office/drawing/2014/main" id="{FC880685-ACC2-4995-A4E3-1B153A0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25744" y="4202348"/>
            <a:ext cx="551386" cy="316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Tree</a:t>
            </a: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496A926-1A0D-4B0E-B644-BF1FCE6EE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6fa6a78e94a28"/>
          <a:stretch xmlns:a="http://schemas.openxmlformats.org/drawingml/2006/main"/>
        </p:blipFill>
        <p:spPr>
          <a:xfrm xmlns:a="http://schemas.openxmlformats.org/drawingml/2006/main">
            <a:off x="3705225" y="10296525"/>
            <a:ext cx="352425" cy="352425"/>
          </a:xfrm>
          <a:prstGeom xmlns:a="http://schemas.openxmlformats.org/drawingml/2006/main" prst="rect">
            <a:avLst/>
          </a:prstGeom>
        </p:spPr>
      </p:pic>
      <p:sp>
        <p:nvSpPr>
          <p:cNvPr id="164" name="text-141 Image">
            <a:extLst xmlns:a="http://schemas.openxmlformats.org/drawingml/2006/main">
              <a:ext uri="{FF2B5EF4-FFF2-40B4-BE49-F238E27FC236}">
                <a16:creationId xmlns:a16="http://schemas.microsoft.com/office/drawing/2014/main" id="{5A939851-A656-478C-BB55-D4CE12E9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1118" y="8640264"/>
            <a:ext cx="427777" cy="19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65" name="text-142 Search">
            <a:extLst xmlns:a="http://schemas.openxmlformats.org/drawingml/2006/main">
              <a:ext uri="{FF2B5EF4-FFF2-40B4-BE49-F238E27FC236}">
                <a16:creationId xmlns:a16="http://schemas.microsoft.com/office/drawing/2014/main" id="{D07D554A-B8B4-43C6-853D-E61AE6C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483" y="8640566"/>
            <a:ext cx="483590" cy="19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5C74812-A80F-4054-A5CF-C657C7CB9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793efb02e456f"/>
          <a:stretch xmlns:a="http://schemas.openxmlformats.org/drawingml/2006/main"/>
        </p:blipFill>
        <p:spPr>
          <a:xfrm xmlns:a="http://schemas.openxmlformats.org/drawingml/2006/main">
            <a:off x="9134475" y="9515475"/>
            <a:ext cx="457200" cy="438150"/>
          </a:xfrm>
          <a:prstGeom xmlns:a="http://schemas.openxmlformats.org/drawingml/2006/main" prst="rect">
            <a:avLst/>
          </a:prstGeom>
        </p:spPr>
      </p:pic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B5A8F36-7F76-4EC5-A8FF-00A70F890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839c98c94c7b"/>
          <a:stretch xmlns:a="http://schemas.openxmlformats.org/drawingml/2006/main"/>
        </p:blipFill>
        <p:spPr>
          <a:xfrm xmlns:a="http://schemas.openxmlformats.org/drawingml/2006/main">
            <a:off x="8153400" y="1914525"/>
            <a:ext cx="771525" cy="561975"/>
          </a:xfrm>
          <a:prstGeom xmlns:a="http://schemas.openxmlformats.org/drawingml/2006/main" prst="rect">
            <a:avLst/>
          </a:prstGeom>
        </p:spPr>
      </p:pic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37D27EA-42E9-4FC3-878A-7CB016AD5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a6ad2a1c146d8"/>
          <a:stretch xmlns:a="http://schemas.openxmlformats.org/drawingml/2006/main"/>
        </p:blipFill>
        <p:spPr>
          <a:xfrm xmlns:a="http://schemas.openxmlformats.org/drawingml/2006/main">
            <a:off x="9610725" y="1914525"/>
            <a:ext cx="752475" cy="561975"/>
          </a:xfrm>
          <a:prstGeom xmlns:a="http://schemas.openxmlformats.org/drawingml/2006/main" prst="rect">
            <a:avLst/>
          </a:prstGeom>
        </p:spPr>
      </p:pic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C846B52-8CA3-4EE3-AF26-510EFCF123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31a6c2f5840b4"/>
          <a:stretch xmlns:a="http://schemas.openxmlformats.org/drawingml/2006/main"/>
        </p:blipFill>
        <p:spPr>
          <a:xfrm xmlns:a="http://schemas.openxmlformats.org/drawingml/2006/main">
            <a:off x="7429500" y="1914525"/>
            <a:ext cx="771525" cy="561975"/>
          </a:xfrm>
          <a:prstGeom xmlns:a="http://schemas.openxmlformats.org/drawingml/2006/main" prst="rect">
            <a:avLst/>
          </a:prstGeom>
        </p:spPr>
      </p:pic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C61DEBC-8B3C-42C0-88B7-7059D373B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5a158d40a438f"/>
          <a:stretch xmlns:a="http://schemas.openxmlformats.org/drawingml/2006/main"/>
        </p:blipFill>
        <p:spPr>
          <a:xfrm xmlns:a="http://schemas.openxmlformats.org/drawingml/2006/main">
            <a:off x="8877300" y="1914525"/>
            <a:ext cx="771525" cy="561975"/>
          </a:xfrm>
          <a:prstGeom xmlns:a="http://schemas.openxmlformats.org/drawingml/2006/main" prst="rect">
            <a:avLst/>
          </a:prstGeom>
        </p:spPr>
      </p:pic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492D19B-B39A-4D12-A3F1-4BCFF094C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7edb7a6b945a6"/>
          <a:stretch xmlns:a="http://schemas.openxmlformats.org/drawingml/2006/main"/>
        </p:blipFill>
        <p:spPr>
          <a:xfrm xmlns:a="http://schemas.openxmlformats.org/drawingml/2006/main">
            <a:off x="10334625" y="1914525"/>
            <a:ext cx="771525" cy="561975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28394F0-F6DF-48E6-8044-AAF7581807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223d97e6c401e"/>
          <a:stretch xmlns:a="http://schemas.openxmlformats.org/drawingml/2006/main"/>
        </p:blipFill>
        <p:spPr>
          <a:xfrm xmlns:a="http://schemas.openxmlformats.org/drawingml/2006/main">
            <a:off x="7439025" y="2190750"/>
            <a:ext cx="533400" cy="428625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39C97F3-2201-4C77-84CF-1661FDAAE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ab1630c144886"/>
          <a:stretch xmlns:a="http://schemas.openxmlformats.org/drawingml/2006/main"/>
        </p:blipFill>
        <p:spPr>
          <a:xfrm xmlns:a="http://schemas.openxmlformats.org/drawingml/2006/main">
            <a:off x="78676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64DDE17-1747-4C39-AB72-FE4849F81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1ded2650c4477"/>
          <a:stretch xmlns:a="http://schemas.openxmlformats.org/drawingml/2006/main"/>
        </p:blipFill>
        <p:spPr>
          <a:xfrm xmlns:a="http://schemas.openxmlformats.org/drawingml/2006/main">
            <a:off x="82867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176A1EC-6D5F-4FD3-A28C-75A8CBFF1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953db67004fcd"/>
          <a:stretch xmlns:a="http://schemas.openxmlformats.org/drawingml/2006/main"/>
        </p:blipFill>
        <p:spPr>
          <a:xfrm xmlns:a="http://schemas.openxmlformats.org/drawingml/2006/main">
            <a:off x="87058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61BCE53-D047-404B-BB96-100046A1B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4650410b340a7"/>
          <a:stretch xmlns:a="http://schemas.openxmlformats.org/drawingml/2006/main"/>
        </p:blipFill>
        <p:spPr>
          <a:xfrm xmlns:a="http://schemas.openxmlformats.org/drawingml/2006/main">
            <a:off x="91249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108599F-F6E2-4C2F-A425-052517B0D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bb0d011fe482d"/>
          <a:stretch xmlns:a="http://schemas.openxmlformats.org/drawingml/2006/main"/>
        </p:blipFill>
        <p:spPr>
          <a:xfrm xmlns:a="http://schemas.openxmlformats.org/drawingml/2006/main">
            <a:off x="95440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9DADF8E-BAEB-46C8-8701-31169C223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e968c96e34a5e"/>
          <a:stretch xmlns:a="http://schemas.openxmlformats.org/drawingml/2006/main"/>
        </p:blipFill>
        <p:spPr>
          <a:xfrm xmlns:a="http://schemas.openxmlformats.org/drawingml/2006/main">
            <a:off x="99631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46EF0BF-B6E7-4424-9A0C-C4BBC8A9E9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650b5ff304f0d"/>
          <a:stretch xmlns:a="http://schemas.openxmlformats.org/drawingml/2006/main"/>
        </p:blipFill>
        <p:spPr>
          <a:xfrm xmlns:a="http://schemas.openxmlformats.org/drawingml/2006/main">
            <a:off x="10334625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46788C9-03C6-4E74-A995-EC1BBD057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ad1d02f2d46b2"/>
          <a:stretch xmlns:a="http://schemas.openxmlformats.org/drawingml/2006/main"/>
        </p:blipFill>
        <p:spPr>
          <a:xfrm xmlns:a="http://schemas.openxmlformats.org/drawingml/2006/main">
            <a:off x="10763250" y="219075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C13C15F-9D97-4262-8728-CC19926778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ea79a69fb406d"/>
          <a:stretch xmlns:a="http://schemas.openxmlformats.org/drawingml/2006/main"/>
        </p:blipFill>
        <p:spPr>
          <a:xfrm xmlns:a="http://schemas.openxmlformats.org/drawingml/2006/main">
            <a:off x="7439025" y="1600200"/>
            <a:ext cx="533400" cy="428625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442F1EA-7130-41C4-B990-7356438BED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67cd3c9f94af4"/>
          <a:stretch xmlns:a="http://schemas.openxmlformats.org/drawingml/2006/main"/>
        </p:blipFill>
        <p:spPr>
          <a:xfrm xmlns:a="http://schemas.openxmlformats.org/drawingml/2006/main">
            <a:off x="78676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C928CF8-79B7-4FAD-8587-D084D0E835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f8ce26af748ec"/>
          <a:stretch xmlns:a="http://schemas.openxmlformats.org/drawingml/2006/main"/>
        </p:blipFill>
        <p:spPr>
          <a:xfrm xmlns:a="http://schemas.openxmlformats.org/drawingml/2006/main">
            <a:off x="82867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EB61F10-808D-43A2-BEAC-9A9CBF9DE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4966d643841d1"/>
          <a:stretch xmlns:a="http://schemas.openxmlformats.org/drawingml/2006/main"/>
        </p:blipFill>
        <p:spPr>
          <a:xfrm xmlns:a="http://schemas.openxmlformats.org/drawingml/2006/main">
            <a:off x="87058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0486CE4-A2F0-4D4C-8B03-D45323C27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c8b319ce94b26"/>
          <a:stretch xmlns:a="http://schemas.openxmlformats.org/drawingml/2006/main"/>
        </p:blipFill>
        <p:spPr>
          <a:xfrm xmlns:a="http://schemas.openxmlformats.org/drawingml/2006/main">
            <a:off x="91249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8823578-6372-4B6F-9554-8CAA15A83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ccb612bc04594"/>
          <a:stretch xmlns:a="http://schemas.openxmlformats.org/drawingml/2006/main"/>
        </p:blipFill>
        <p:spPr>
          <a:xfrm xmlns:a="http://schemas.openxmlformats.org/drawingml/2006/main">
            <a:off x="95440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9686E20-8CB8-44E1-91AC-1CFA3FE72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126ac59624da7"/>
          <a:stretch xmlns:a="http://schemas.openxmlformats.org/drawingml/2006/main"/>
        </p:blipFill>
        <p:spPr>
          <a:xfrm xmlns:a="http://schemas.openxmlformats.org/drawingml/2006/main">
            <a:off x="99631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4666586-1D72-4A69-953B-748C58F88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80f9853df41a8"/>
          <a:stretch xmlns:a="http://schemas.openxmlformats.org/drawingml/2006/main"/>
        </p:blipFill>
        <p:spPr>
          <a:xfrm xmlns:a="http://schemas.openxmlformats.org/drawingml/2006/main">
            <a:off x="10334625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A14DBDE-2AEC-48A7-96F4-2E58F9792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5e7e2a84c4747"/>
          <a:stretch xmlns:a="http://schemas.openxmlformats.org/drawingml/2006/main"/>
        </p:blipFill>
        <p:spPr>
          <a:xfrm xmlns:a="http://schemas.openxmlformats.org/drawingml/2006/main">
            <a:off x="10763250" y="1600200"/>
            <a:ext cx="523875" cy="428625"/>
          </a:xfrm>
          <a:prstGeom xmlns:a="http://schemas.openxmlformats.org/drawingml/2006/main" prst="rect">
            <a:avLst/>
          </a:prstGeom>
        </p:spPr>
      </p:pic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45BBCA5-824E-460E-969E-85F8D859A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0a8ca286e432a"/>
          <a:stretch xmlns:a="http://schemas.openxmlformats.org/drawingml/2006/main"/>
        </p:blipFill>
        <p:spPr>
          <a:xfrm xmlns:a="http://schemas.openxmlformats.org/drawingml/2006/main">
            <a:off x="8029575" y="15335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ADA7A89-025A-44BC-8011-44BEED9C9C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26ef940994a65"/>
          <a:stretch xmlns:a="http://schemas.openxmlformats.org/drawingml/2006/main"/>
        </p:blipFill>
        <p:spPr>
          <a:xfrm xmlns:a="http://schemas.openxmlformats.org/drawingml/2006/main">
            <a:off x="8743950" y="15335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3D09242-632A-43E2-9755-BFFC95B85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25c12d1f042f6"/>
          <a:stretch xmlns:a="http://schemas.openxmlformats.org/drawingml/2006/main"/>
        </p:blipFill>
        <p:spPr>
          <a:xfrm xmlns:a="http://schemas.openxmlformats.org/drawingml/2006/main">
            <a:off x="9601200" y="15335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C717353-E0C4-4E42-A96C-C13DF70F6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5d8fe66524ad5"/>
          <a:stretch xmlns:a="http://schemas.openxmlformats.org/drawingml/2006/main"/>
        </p:blipFill>
        <p:spPr>
          <a:xfrm xmlns:a="http://schemas.openxmlformats.org/drawingml/2006/main">
            <a:off x="10325100" y="15335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8E04423-0648-499B-9B4B-77B3F4FAC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a80ff1cb34674"/>
          <a:stretch xmlns:a="http://schemas.openxmlformats.org/drawingml/2006/main"/>
        </p:blipFill>
        <p:spPr>
          <a:xfrm xmlns:a="http://schemas.openxmlformats.org/drawingml/2006/main">
            <a:off x="8315325" y="2533650"/>
            <a:ext cx="876300" cy="800100"/>
          </a:xfrm>
          <a:prstGeom xmlns:a="http://schemas.openxmlformats.org/drawingml/2006/main" prst="rect">
            <a:avLst/>
          </a:prstGeom>
        </p:spPr>
      </p:pic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89F5A92-9960-4C52-9E19-1B6A13F4B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f390f1b684cbb"/>
          <a:stretch xmlns:a="http://schemas.openxmlformats.org/drawingml/2006/main"/>
        </p:blipFill>
        <p:spPr>
          <a:xfrm xmlns:a="http://schemas.openxmlformats.org/drawingml/2006/main">
            <a:off x="9239250" y="2533650"/>
            <a:ext cx="876300" cy="800100"/>
          </a:xfrm>
          <a:prstGeom xmlns:a="http://schemas.openxmlformats.org/drawingml/2006/main" prst="rect">
            <a:avLst/>
          </a:prstGeom>
        </p:spPr>
      </p:pic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8FD6790-32DC-4485-9519-3FA0FC862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0063ac71b4da5"/>
          <a:stretch xmlns:a="http://schemas.openxmlformats.org/drawingml/2006/main"/>
        </p:blipFill>
        <p:spPr>
          <a:xfrm xmlns:a="http://schemas.openxmlformats.org/drawingml/2006/main">
            <a:off x="10134600" y="2533650"/>
            <a:ext cx="914400" cy="800100"/>
          </a:xfrm>
          <a:prstGeom xmlns:a="http://schemas.openxmlformats.org/drawingml/2006/main" prst="rect">
            <a:avLst/>
          </a:prstGeom>
        </p:spPr>
      </p:pic>
      <p:sp>
        <p:nvSpPr>
          <p:cNvPr id="197" name="text-174 In">
            <a:extLst xmlns:a="http://schemas.openxmlformats.org/drawingml/2006/main">
              <a:ext uri="{FF2B5EF4-FFF2-40B4-BE49-F238E27FC236}">
                <a16:creationId xmlns:a16="http://schemas.microsoft.com/office/drawing/2014/main" id="{9548F5D9-C74A-4D37-BA09-EB82E3E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807" y="1596549"/>
            <a:ext cx="219710" cy="246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384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98" name="text-175 one">
            <a:extLst xmlns:a="http://schemas.openxmlformats.org/drawingml/2006/main">
              <a:ext uri="{FF2B5EF4-FFF2-40B4-BE49-F238E27FC236}">
                <a16:creationId xmlns:a16="http://schemas.microsoft.com/office/drawing/2014/main" id="{5CF2BFBD-C40E-4677-A12B-4C55C108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8356" y="1595723"/>
            <a:ext cx="313786" cy="24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391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199" name="text-176 clip">
            <a:extLst xmlns:a="http://schemas.openxmlformats.org/drawingml/2006/main">
              <a:ext uri="{FF2B5EF4-FFF2-40B4-BE49-F238E27FC236}">
                <a16:creationId xmlns:a16="http://schemas.microsoft.com/office/drawing/2014/main" id="{60568C86-090D-48A8-8A6B-0EBF693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1666" y="1595780"/>
            <a:ext cx="314640" cy="24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39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200" name="path-177">
            <a:extLst xmlns:a="http://schemas.openxmlformats.org/drawingml/2006/main">
              <a:ext uri="{FF2B5EF4-FFF2-40B4-BE49-F238E27FC236}">
                <a16:creationId xmlns:a16="http://schemas.microsoft.com/office/drawing/2014/main" id="{CB486819-94B7-43C8-9EF9-985779E4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72" y="9266283"/>
            <a:ext cx="283118" cy="47166"/>
          </a:xfrm>
          <a:custGeom xmlns:a="http://schemas.openxmlformats.org/drawingml/2006/main">
            <a:pathLst>
              <a:path w="283118" h="47166">
                <a:moveTo>
                  <a:pt x="0" y="0"/>
                </a:moveTo>
                <a:lnTo>
                  <a:pt x="0" y="18865"/>
                </a:lnTo>
                <a:lnTo>
                  <a:pt x="220229" y="18865"/>
                </a:lnTo>
                <a:lnTo>
                  <a:pt x="220229" y="0"/>
                </a:lnTo>
                <a:close/>
                <a:moveTo>
                  <a:pt x="207652" y="-28301"/>
                </a:moveTo>
                <a:lnTo>
                  <a:pt x="283118" y="9433"/>
                </a:lnTo>
                <a:lnTo>
                  <a:pt x="207652" y="47166"/>
                </a:lnTo>
                <a:lnTo>
                  <a:pt x="207652" y="-28301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A7EF0E9-740E-43B0-836D-89609A8097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ab905b03e4118"/>
          <a:stretch xmlns:a="http://schemas.openxmlformats.org/drawingml/2006/main"/>
        </p:blipFill>
        <p:spPr>
          <a:xfrm xmlns:a="http://schemas.openxmlformats.org/drawingml/2006/main">
            <a:off x="7400925" y="2533650"/>
            <a:ext cx="885825" cy="828675"/>
          </a:xfrm>
          <a:prstGeom xmlns:a="http://schemas.openxmlformats.org/drawingml/2006/main" prst="rect">
            <a:avLst/>
          </a:prstGeom>
        </p:spPr>
      </p:pic>
      <p:sp>
        <p:nvSpPr>
          <p:cNvPr id="202" name="text-179 I">
            <a:extLst xmlns:a="http://schemas.openxmlformats.org/drawingml/2006/main">
              <a:ext uri="{FF2B5EF4-FFF2-40B4-BE49-F238E27FC236}">
                <a16:creationId xmlns:a16="http://schemas.microsoft.com/office/drawing/2014/main" id="{A9F0E8ED-EC67-4186-BE9A-EC3D0AA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1991" y="2753778"/>
            <a:ext cx="100520" cy="19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203" name="text-180 ndoor">
            <a:extLst xmlns:a="http://schemas.openxmlformats.org/drawingml/2006/main">
              <a:ext uri="{FF2B5EF4-FFF2-40B4-BE49-F238E27FC236}">
                <a16:creationId xmlns:a16="http://schemas.microsoft.com/office/drawing/2014/main" id="{1A4B19D6-4DCD-4711-85E5-EF2E2249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7457" y="2754013"/>
            <a:ext cx="390039" cy="193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ndoor</a:t>
            </a:r>
          </a:p>
        </p:txBody>
      </p:sp>
      <p:sp>
        <p:nvSpPr>
          <p:cNvPr id="204" name="text-181 T">
            <a:extLst xmlns:a="http://schemas.openxmlformats.org/drawingml/2006/main">
              <a:ext uri="{FF2B5EF4-FFF2-40B4-BE49-F238E27FC236}">
                <a16:creationId xmlns:a16="http://schemas.microsoft.com/office/drawing/2014/main" id="{E489D961-61EA-4A5B-97AA-FA90F617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1991" y="2931957"/>
            <a:ext cx="118949" cy="193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05" name="text-182 alking">
            <a:extLst xmlns:a="http://schemas.openxmlformats.org/drawingml/2006/main">
              <a:ext uri="{FF2B5EF4-FFF2-40B4-BE49-F238E27FC236}">
                <a16:creationId xmlns:a16="http://schemas.microsoft.com/office/drawing/2014/main" id="{42EC05EB-D8BF-4077-A510-CCF92ED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6326" y="2931544"/>
            <a:ext cx="393945" cy="194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alking</a:t>
            </a:r>
          </a:p>
        </p:txBody>
      </p:sp>
      <p:sp>
        <p:nvSpPr>
          <p:cNvPr id="206" name="text-183 S">
            <a:extLst xmlns:a="http://schemas.openxmlformats.org/drawingml/2006/main">
              <a:ext uri="{FF2B5EF4-FFF2-40B4-BE49-F238E27FC236}">
                <a16:creationId xmlns:a16="http://schemas.microsoft.com/office/drawing/2014/main" id="{F22D5A02-FD51-4710-BEC9-D89EA68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2869" y="3094846"/>
            <a:ext cx="120862" cy="193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207" name="text-184 cene">
            <a:extLst xmlns:a="http://schemas.openxmlformats.org/drawingml/2006/main">
              <a:ext uri="{FF2B5EF4-FFF2-40B4-BE49-F238E27FC236}">
                <a16:creationId xmlns:a16="http://schemas.microsoft.com/office/drawing/2014/main" id="{126C181A-0152-42E9-901F-FEAF6FF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8775" y="3095286"/>
            <a:ext cx="319142" cy="1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cene</a:t>
            </a:r>
          </a:p>
        </p:txBody>
      </p:sp>
      <p:sp>
        <p:nvSpPr>
          <p:cNvPr id="208" name="text-185 A">
            <a:extLst xmlns:a="http://schemas.openxmlformats.org/drawingml/2006/main">
              <a:ext uri="{FF2B5EF4-FFF2-40B4-BE49-F238E27FC236}">
                <a16:creationId xmlns:a16="http://schemas.microsoft.com/office/drawing/2014/main" id="{27C26956-59EF-4A5B-A679-8893D46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038" y="2823262"/>
            <a:ext cx="126113" cy="193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09" name="text-186 irplane">
            <a:extLst xmlns:a="http://schemas.openxmlformats.org/drawingml/2006/main">
              <a:ext uri="{FF2B5EF4-FFF2-40B4-BE49-F238E27FC236}">
                <a16:creationId xmlns:a16="http://schemas.microsoft.com/office/drawing/2014/main" id="{E4433809-E13E-4D4A-A7A8-86D536E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9661" y="2823316"/>
            <a:ext cx="460787" cy="193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irplane</a:t>
            </a:r>
          </a:p>
        </p:txBody>
      </p:sp>
      <p:sp>
        <p:nvSpPr>
          <p:cNvPr id="210" name="text-187 T">
            <a:extLst xmlns:a="http://schemas.openxmlformats.org/drawingml/2006/main">
              <a:ext uri="{FF2B5EF4-FFF2-40B4-BE49-F238E27FC236}">
                <a16:creationId xmlns:a16="http://schemas.microsoft.com/office/drawing/2014/main" id="{5E13C802-5415-4069-9706-A3E67D45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038" y="2998365"/>
            <a:ext cx="118949" cy="193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11" name="text-188 akeoff">
            <a:extLst xmlns:a="http://schemas.openxmlformats.org/drawingml/2006/main">
              <a:ext uri="{FF2B5EF4-FFF2-40B4-BE49-F238E27FC236}">
                <a16:creationId xmlns:a16="http://schemas.microsoft.com/office/drawing/2014/main" id="{797233B5-2EF2-47ED-9783-1E608088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3371" y="2998214"/>
            <a:ext cx="459968" cy="193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akeoff</a:t>
            </a:r>
          </a:p>
        </p:txBody>
      </p:sp>
      <p:sp>
        <p:nvSpPr>
          <p:cNvPr id="212" name="text-189 online">
            <a:extLst xmlns:a="http://schemas.openxmlformats.org/drawingml/2006/main">
              <a:ext uri="{FF2B5EF4-FFF2-40B4-BE49-F238E27FC236}">
                <a16:creationId xmlns:a16="http://schemas.microsoft.com/office/drawing/2014/main" id="{A7927738-DDD6-4556-8F90-54BD321B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072" y="2744884"/>
            <a:ext cx="394629" cy="193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online</a:t>
            </a:r>
          </a:p>
        </p:txBody>
      </p:sp>
      <p:sp>
        <p:nvSpPr>
          <p:cNvPr id="213" name="text-190 shopping">
            <a:extLst xmlns:a="http://schemas.openxmlformats.org/drawingml/2006/main">
              <a:ext uri="{FF2B5EF4-FFF2-40B4-BE49-F238E27FC236}">
                <a16:creationId xmlns:a16="http://schemas.microsoft.com/office/drawing/2014/main" id="{A247C720-15A4-48A0-ADF0-5C528CE3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129" y="2922821"/>
            <a:ext cx="577648" cy="19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shopping</a:t>
            </a:r>
          </a:p>
        </p:txBody>
      </p:sp>
      <p:sp>
        <p:nvSpPr>
          <p:cNvPr id="214" name="text-191 page">
            <a:extLst xmlns:a="http://schemas.openxmlformats.org/drawingml/2006/main">
              <a:ext uri="{FF2B5EF4-FFF2-40B4-BE49-F238E27FC236}">
                <a16:creationId xmlns:a16="http://schemas.microsoft.com/office/drawing/2014/main" id="{202EBD2A-B4B0-4606-869B-A7759852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0806" y="3085730"/>
            <a:ext cx="319244" cy="19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215" name="text-192 cars">
            <a:extLst xmlns:a="http://schemas.openxmlformats.org/drawingml/2006/main">
              <a:ext uri="{FF2B5EF4-FFF2-40B4-BE49-F238E27FC236}">
                <a16:creationId xmlns:a16="http://schemas.microsoft.com/office/drawing/2014/main" id="{F6255778-D764-4D91-8987-2320A1C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2286" y="2811523"/>
            <a:ext cx="299768" cy="193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cars</a:t>
            </a:r>
          </a:p>
        </p:txBody>
      </p:sp>
      <p:sp>
        <p:nvSpPr>
          <p:cNvPr id="216" name="text-192 on">
            <a:extLst xmlns:a="http://schemas.openxmlformats.org/drawingml/2006/main">
              <a:ext uri="{FF2B5EF4-FFF2-40B4-BE49-F238E27FC236}">
                <a16:creationId xmlns:a16="http://schemas.microsoft.com/office/drawing/2014/main" id="{E230B38F-BDEE-42EE-AD1A-D171B414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8290" y="2811599"/>
            <a:ext cx="169537" cy="193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217" name="text-193 roadway">
            <a:extLst xmlns:a="http://schemas.openxmlformats.org/drawingml/2006/main">
              <a:ext uri="{FF2B5EF4-FFF2-40B4-BE49-F238E27FC236}">
                <a16:creationId xmlns:a16="http://schemas.microsoft.com/office/drawing/2014/main" id="{DBA893C5-3D4B-4BB0-B8C1-C2B56EF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8515" y="2989465"/>
            <a:ext cx="552889" cy="19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roadway</a:t>
            </a:r>
          </a:p>
        </p:txBody>
      </p:sp>
      <p:sp>
        <p:nvSpPr>
          <p:cNvPr id="218" name="path-194">
            <a:extLst xmlns:a="http://schemas.openxmlformats.org/drawingml/2006/main">
              <a:ext uri="{FF2B5EF4-FFF2-40B4-BE49-F238E27FC236}">
                <a16:creationId xmlns:a16="http://schemas.microsoft.com/office/drawing/2014/main" id="{19DBA73E-E9D6-4260-8E8C-21D77EAB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278" y="145491"/>
            <a:ext cx="113275" cy="56626"/>
          </a:xfrm>
          <a:custGeom xmlns:a="http://schemas.openxmlformats.org/drawingml/2006/main">
            <a:pathLst>
              <a:path w="113275" h="56626">
                <a:moveTo>
                  <a:pt x="0" y="0"/>
                </a:moveTo>
                <a:lnTo>
                  <a:pt x="0" y="56626"/>
                </a:lnTo>
                <a:lnTo>
                  <a:pt x="113275" y="56626"/>
                </a:lnTo>
                <a:lnTo>
                  <a:pt x="1132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51002DD-7C8E-42D8-800F-042AD1808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8ad08859c4e03"/>
          <a:stretch xmlns:a="http://schemas.openxmlformats.org/drawingml/2006/main"/>
        </p:blipFill>
        <p:spPr>
          <a:xfrm xmlns:a="http://schemas.openxmlformats.org/drawingml/2006/main">
            <a:off x="11306175" y="219075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7EF3021-AE0E-4496-93F5-66A1363DE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1c42cdc664104"/>
          <a:stretch xmlns:a="http://schemas.openxmlformats.org/drawingml/2006/main"/>
        </p:blipFill>
        <p:spPr>
          <a:xfrm xmlns:a="http://schemas.openxmlformats.org/drawingml/2006/main">
            <a:off x="11830050" y="219075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1393EBF-09D7-426B-8A26-2D1E2FC4E1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89db7316c476b"/>
          <a:stretch xmlns:a="http://schemas.openxmlformats.org/drawingml/2006/main"/>
        </p:blipFill>
        <p:spPr>
          <a:xfrm xmlns:a="http://schemas.openxmlformats.org/drawingml/2006/main">
            <a:off x="12353925" y="219075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E73F715-1E9A-4DD1-9B96-D8A08E4E6D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0b73bb64a4f0f"/>
          <a:stretch xmlns:a="http://schemas.openxmlformats.org/drawingml/2006/main"/>
        </p:blipFill>
        <p:spPr>
          <a:xfrm xmlns:a="http://schemas.openxmlformats.org/drawingml/2006/main">
            <a:off x="12877800" y="219075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E3415E3-D24E-4260-8766-BFA09112E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964dd10a84355"/>
          <a:stretch xmlns:a="http://schemas.openxmlformats.org/drawingml/2006/main"/>
        </p:blipFill>
        <p:spPr>
          <a:xfrm xmlns:a="http://schemas.openxmlformats.org/drawingml/2006/main">
            <a:off x="13392150" y="219075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8176FC9-64A6-48AB-90AB-06BDAE974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fc3aa49ca478e"/>
          <a:stretch xmlns:a="http://schemas.openxmlformats.org/drawingml/2006/main"/>
        </p:blipFill>
        <p:spPr>
          <a:xfrm xmlns:a="http://schemas.openxmlformats.org/drawingml/2006/main">
            <a:off x="13916025" y="219075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22357BFA-2127-4C94-B7DE-762781F99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265de95fd4a7b"/>
          <a:stretch xmlns:a="http://schemas.openxmlformats.org/drawingml/2006/main"/>
        </p:blipFill>
        <p:spPr>
          <a:xfrm xmlns:a="http://schemas.openxmlformats.org/drawingml/2006/main">
            <a:off x="14439900" y="219075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762DD05-AE24-439D-AAB5-78AF5322B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4c5c6213b4b52"/>
          <a:stretch xmlns:a="http://schemas.openxmlformats.org/drawingml/2006/main"/>
        </p:blipFill>
        <p:spPr>
          <a:xfrm xmlns:a="http://schemas.openxmlformats.org/drawingml/2006/main">
            <a:off x="14906625" y="219075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62710BA-6613-4F06-8717-14C876A4C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9bf69b82b4661"/>
          <a:stretch xmlns:a="http://schemas.openxmlformats.org/drawingml/2006/main"/>
        </p:blipFill>
        <p:spPr>
          <a:xfrm xmlns:a="http://schemas.openxmlformats.org/drawingml/2006/main">
            <a:off x="15430500" y="219075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22BCB0F-82E4-43CB-9BAE-4A11EE4FD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21d4c53e5457a"/>
          <a:stretch xmlns:a="http://schemas.openxmlformats.org/drawingml/2006/main"/>
        </p:blipFill>
        <p:spPr>
          <a:xfrm xmlns:a="http://schemas.openxmlformats.org/drawingml/2006/main">
            <a:off x="11306175" y="160020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835EA02-46F6-4302-B402-E46105354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1963d94a24c03"/>
          <a:stretch xmlns:a="http://schemas.openxmlformats.org/drawingml/2006/main"/>
        </p:blipFill>
        <p:spPr>
          <a:xfrm xmlns:a="http://schemas.openxmlformats.org/drawingml/2006/main">
            <a:off x="11830050" y="160020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80DE0BB-7F45-4631-B56A-958991F14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fcbb45b8f4919"/>
          <a:stretch xmlns:a="http://schemas.openxmlformats.org/drawingml/2006/main"/>
        </p:blipFill>
        <p:spPr>
          <a:xfrm xmlns:a="http://schemas.openxmlformats.org/drawingml/2006/main">
            <a:off x="12353925" y="160020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CFF5218-3E7D-4D1F-85F5-670086843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ba1eae35b430b"/>
          <a:stretch xmlns:a="http://schemas.openxmlformats.org/drawingml/2006/main"/>
        </p:blipFill>
        <p:spPr>
          <a:xfrm xmlns:a="http://schemas.openxmlformats.org/drawingml/2006/main">
            <a:off x="12877800" y="160020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5D6E2C3-319B-4C68-AD58-E9FC3B254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904f7d49947e1"/>
          <a:stretch xmlns:a="http://schemas.openxmlformats.org/drawingml/2006/main"/>
        </p:blipFill>
        <p:spPr>
          <a:xfrm xmlns:a="http://schemas.openxmlformats.org/drawingml/2006/main">
            <a:off x="13392150" y="160020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A542DCA-A57F-44CD-9AFD-C0D773B55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8a6b6758e410b"/>
          <a:stretch xmlns:a="http://schemas.openxmlformats.org/drawingml/2006/main"/>
        </p:blipFill>
        <p:spPr>
          <a:xfrm xmlns:a="http://schemas.openxmlformats.org/drawingml/2006/main">
            <a:off x="13916025" y="160020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1AC6E52-5AC3-436D-8DAD-19601BF7D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cf09cf83f4c62"/>
          <a:stretch xmlns:a="http://schemas.openxmlformats.org/drawingml/2006/main"/>
        </p:blipFill>
        <p:spPr>
          <a:xfrm xmlns:a="http://schemas.openxmlformats.org/drawingml/2006/main">
            <a:off x="14439900" y="1600200"/>
            <a:ext cx="657225" cy="428625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BFC75C1-1BA5-4766-835F-C132AD62E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a4a92bf224cf5"/>
          <a:stretch xmlns:a="http://schemas.openxmlformats.org/drawingml/2006/main"/>
        </p:blipFill>
        <p:spPr>
          <a:xfrm xmlns:a="http://schemas.openxmlformats.org/drawingml/2006/main">
            <a:off x="14906625" y="160020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EA68D13-0486-457B-ABE8-F77455301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e7d91d6f141ec"/>
          <a:stretch xmlns:a="http://schemas.openxmlformats.org/drawingml/2006/main"/>
        </p:blipFill>
        <p:spPr>
          <a:xfrm xmlns:a="http://schemas.openxmlformats.org/drawingml/2006/main">
            <a:off x="15430500" y="160020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8375016-394C-4E83-BB5A-1084215EE9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bf65172574bc7"/>
          <a:stretch xmlns:a="http://schemas.openxmlformats.org/drawingml/2006/main"/>
        </p:blipFill>
        <p:spPr>
          <a:xfrm xmlns:a="http://schemas.openxmlformats.org/drawingml/2006/main">
            <a:off x="11877675" y="1924050"/>
            <a:ext cx="838200" cy="552450"/>
          </a:xfrm>
          <a:prstGeom xmlns:a="http://schemas.openxmlformats.org/drawingml/2006/main" prst="rect">
            <a:avLst/>
          </a:prstGeom>
        </p:spPr>
      </p:pic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8908F55-33CA-4C07-843B-1E44B3696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13c4cbbe7449a"/>
          <a:stretch xmlns:a="http://schemas.openxmlformats.org/drawingml/2006/main"/>
        </p:blipFill>
        <p:spPr>
          <a:xfrm xmlns:a="http://schemas.openxmlformats.org/drawingml/2006/main">
            <a:off x="13163550" y="1924050"/>
            <a:ext cx="838200" cy="552450"/>
          </a:xfrm>
          <a:prstGeom xmlns:a="http://schemas.openxmlformats.org/drawingml/2006/main" prst="rect">
            <a:avLst/>
          </a:prstGeom>
        </p:spPr>
      </p:pic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640EE71-3CBE-4562-9E02-97CA3B589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d8e66ff8c4bf0"/>
          <a:stretch xmlns:a="http://schemas.openxmlformats.org/drawingml/2006/main"/>
        </p:blipFill>
        <p:spPr>
          <a:xfrm xmlns:a="http://schemas.openxmlformats.org/drawingml/2006/main">
            <a:off x="11239500" y="1914525"/>
            <a:ext cx="847725" cy="552450"/>
          </a:xfrm>
          <a:prstGeom xmlns:a="http://schemas.openxmlformats.org/drawingml/2006/main" prst="rect">
            <a:avLst/>
          </a:prstGeom>
        </p:spPr>
      </p:pic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E45C366-30FB-41AB-8806-9449C934E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90564e37f4bc0"/>
          <a:stretch xmlns:a="http://schemas.openxmlformats.org/drawingml/2006/main"/>
        </p:blipFill>
        <p:spPr>
          <a:xfrm xmlns:a="http://schemas.openxmlformats.org/drawingml/2006/main">
            <a:off x="12515850" y="1924050"/>
            <a:ext cx="838200" cy="552450"/>
          </a:xfrm>
          <a:prstGeom xmlns:a="http://schemas.openxmlformats.org/drawingml/2006/main" prst="rect">
            <a:avLst/>
          </a:prstGeom>
        </p:spPr>
      </p:pic>
      <p:pic>
        <p:nvPic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3D91722-2344-4333-ACB2-C92C27078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d0abe0d384d51"/>
          <a:stretch xmlns:a="http://schemas.openxmlformats.org/drawingml/2006/main"/>
        </p:blipFill>
        <p:spPr>
          <a:xfrm xmlns:a="http://schemas.openxmlformats.org/drawingml/2006/main">
            <a:off x="13839825" y="1924050"/>
            <a:ext cx="838200" cy="561975"/>
          </a:xfrm>
          <a:prstGeom xmlns:a="http://schemas.openxmlformats.org/drawingml/2006/main" prst="rect">
            <a:avLst/>
          </a:prstGeom>
        </p:spPr>
      </p:pic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0D4984BB-AE4E-47E2-A752-AE14CB652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2f1956f0e411a"/>
          <a:stretch xmlns:a="http://schemas.openxmlformats.org/drawingml/2006/main"/>
        </p:blipFill>
        <p:spPr>
          <a:xfrm xmlns:a="http://schemas.openxmlformats.org/drawingml/2006/main">
            <a:off x="14478000" y="1914525"/>
            <a:ext cx="838200" cy="561975"/>
          </a:xfrm>
          <a:prstGeom xmlns:a="http://schemas.openxmlformats.org/drawingml/2006/main" prst="rect">
            <a:avLst/>
          </a:prstGeom>
        </p:spPr>
      </p:pic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EB5500D-C3A3-4408-8DD5-B0397CC6C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9d0b7e9e04f33"/>
          <a:stretch xmlns:a="http://schemas.openxmlformats.org/drawingml/2006/main"/>
        </p:blipFill>
        <p:spPr>
          <a:xfrm xmlns:a="http://schemas.openxmlformats.org/drawingml/2006/main">
            <a:off x="15097125" y="1924050"/>
            <a:ext cx="838200" cy="561975"/>
          </a:xfrm>
          <a:prstGeom xmlns:a="http://schemas.openxmlformats.org/drawingml/2006/main" prst="rect">
            <a:avLst/>
          </a:prstGeom>
        </p:spPr>
      </p:pic>
      <p:sp>
        <p:nvSpPr>
          <p:cNvPr id="244" name="path-220">
            <a:extLst xmlns:a="http://schemas.openxmlformats.org/drawingml/2006/main">
              <a:ext uri="{FF2B5EF4-FFF2-40B4-BE49-F238E27FC236}">
                <a16:creationId xmlns:a16="http://schemas.microsoft.com/office/drawing/2014/main" id="{B4602CE3-D501-48E5-A080-24179D2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560" y="1928151"/>
            <a:ext cx="615627" cy="537905"/>
          </a:xfrm>
          <a:custGeom xmlns:a="http://schemas.openxmlformats.org/drawingml/2006/main">
            <a:pathLst>
              <a:path w="615627" h="537905">
                <a:moveTo>
                  <a:pt x="0" y="64005"/>
                </a:moveTo>
                <a:cubicBezTo>
                  <a:pt x="0" y="28656"/>
                  <a:pt x="28657" y="0"/>
                  <a:pt x="64005" y="0"/>
                </a:cubicBezTo>
                <a:lnTo>
                  <a:pt x="551622" y="0"/>
                </a:lnTo>
                <a:cubicBezTo>
                  <a:pt x="586971" y="0"/>
                  <a:pt x="615627" y="28656"/>
                  <a:pt x="615627" y="64005"/>
                </a:cubicBezTo>
                <a:lnTo>
                  <a:pt x="615627" y="473900"/>
                </a:lnTo>
                <a:cubicBezTo>
                  <a:pt x="615627" y="509249"/>
                  <a:pt x="586971" y="537905"/>
                  <a:pt x="551622" y="537905"/>
                </a:cubicBezTo>
                <a:lnTo>
                  <a:pt x="64005" y="537905"/>
                </a:lnTo>
                <a:cubicBezTo>
                  <a:pt x="28657" y="537905"/>
                  <a:pt x="0" y="509249"/>
                  <a:pt x="0" y="473900"/>
                </a:cubicBezTo>
                <a:lnTo>
                  <a:pt x="0" y="64005"/>
                </a:lnTo>
              </a:path>
            </a:pathLst>
          </a:custGeom>
          <a:noFill xmlns:a="http://schemas.openxmlformats.org/drawingml/2006/main"/>
          <a:ln xmlns:a="http://schemas.openxmlformats.org/drawingml/2006/main" w="20753">
            <a:solidFill>
              <a:srgbClr val="0078AE"/>
            </a:solidFill>
            <a:prstDash val="solid"/>
          </a:ln>
        </p:spPr>
      </p:sp>
      <p:sp>
        <p:nvSpPr>
          <p:cNvPr id="245" name="path-221">
            <a:extLst xmlns:a="http://schemas.openxmlformats.org/drawingml/2006/main">
              <a:ext uri="{FF2B5EF4-FFF2-40B4-BE49-F238E27FC236}">
                <a16:creationId xmlns:a16="http://schemas.microsoft.com/office/drawing/2014/main" id="{7B7D1B55-FA4F-448F-9AC2-69CADBDC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770" y="1916517"/>
            <a:ext cx="627484" cy="560075"/>
          </a:xfrm>
          <a:custGeom xmlns:a="http://schemas.openxmlformats.org/drawingml/2006/main">
            <a:pathLst>
              <a:path w="627484" h="560075">
                <a:moveTo>
                  <a:pt x="0" y="0"/>
                </a:moveTo>
                <a:lnTo>
                  <a:pt x="0" y="560075"/>
                </a:lnTo>
                <a:lnTo>
                  <a:pt x="627484" y="560075"/>
                </a:lnTo>
                <a:lnTo>
                  <a:pt x="627484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22">
            <a:extLst xmlns:a="http://schemas.openxmlformats.org/drawingml/2006/main">
              <a:ext uri="{FF2B5EF4-FFF2-40B4-BE49-F238E27FC236}">
                <a16:creationId xmlns:a16="http://schemas.microsoft.com/office/drawing/2014/main" id="{921AAE96-CCD9-4C54-A058-51D8322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686" y="1919297"/>
            <a:ext cx="627481" cy="560073"/>
          </a:xfrm>
          <a:custGeom xmlns:a="http://schemas.openxmlformats.org/drawingml/2006/main">
            <a:pathLst>
              <a:path w="627481" h="560073">
                <a:moveTo>
                  <a:pt x="0" y="0"/>
                </a:moveTo>
                <a:lnTo>
                  <a:pt x="0" y="560073"/>
                </a:lnTo>
                <a:lnTo>
                  <a:pt x="627481" y="560073"/>
                </a:lnTo>
                <a:lnTo>
                  <a:pt x="627481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23">
            <a:extLst xmlns:a="http://schemas.openxmlformats.org/drawingml/2006/main">
              <a:ext uri="{FF2B5EF4-FFF2-40B4-BE49-F238E27FC236}">
                <a16:creationId xmlns:a16="http://schemas.microsoft.com/office/drawing/2014/main" id="{43E9C436-9E6A-4CB7-B795-247D81F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756" y="1927131"/>
            <a:ext cx="661452" cy="537905"/>
          </a:xfrm>
          <a:custGeom xmlns:a="http://schemas.openxmlformats.org/drawingml/2006/main">
            <a:pathLst>
              <a:path w="661452" h="537905">
                <a:moveTo>
                  <a:pt x="0" y="64006"/>
                </a:moveTo>
                <a:cubicBezTo>
                  <a:pt x="0" y="28656"/>
                  <a:pt x="28657" y="0"/>
                  <a:pt x="64005" y="0"/>
                </a:cubicBezTo>
                <a:lnTo>
                  <a:pt x="597446" y="0"/>
                </a:lnTo>
                <a:cubicBezTo>
                  <a:pt x="632796" y="0"/>
                  <a:pt x="661452" y="28656"/>
                  <a:pt x="661452" y="64006"/>
                </a:cubicBezTo>
                <a:lnTo>
                  <a:pt x="661452" y="473900"/>
                </a:lnTo>
                <a:cubicBezTo>
                  <a:pt x="661452" y="509249"/>
                  <a:pt x="632796" y="537905"/>
                  <a:pt x="597446" y="537905"/>
                </a:cubicBezTo>
                <a:lnTo>
                  <a:pt x="64005" y="537905"/>
                </a:lnTo>
                <a:cubicBezTo>
                  <a:pt x="28657" y="537905"/>
                  <a:pt x="0" y="509249"/>
                  <a:pt x="0" y="473900"/>
                </a:cubicBezTo>
                <a:lnTo>
                  <a:pt x="0" y="64006"/>
                </a:lnTo>
              </a:path>
            </a:pathLst>
          </a:custGeom>
          <a:noFill xmlns:a="http://schemas.openxmlformats.org/drawingml/2006/main"/>
          <a:ln xmlns:a="http://schemas.openxmlformats.org/drawingml/2006/main" w="20753">
            <a:solidFill>
              <a:srgbClr val="2F843F"/>
            </a:solidFill>
            <a:prstDash val="solid"/>
          </a:ln>
        </p:spPr>
      </p:sp>
      <p:sp>
        <p:nvSpPr>
          <p:cNvPr id="248" name="path-224">
            <a:extLst xmlns:a="http://schemas.openxmlformats.org/drawingml/2006/main">
              <a:ext uri="{FF2B5EF4-FFF2-40B4-BE49-F238E27FC236}">
                <a16:creationId xmlns:a16="http://schemas.microsoft.com/office/drawing/2014/main" id="{0934E1B4-42B8-4F35-8398-BECDD2E5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9832" y="1924038"/>
            <a:ext cx="627479" cy="560088"/>
          </a:xfrm>
          <a:custGeom xmlns:a="http://schemas.openxmlformats.org/drawingml/2006/main">
            <a:pathLst>
              <a:path w="627479" h="560088">
                <a:moveTo>
                  <a:pt x="0" y="0"/>
                </a:moveTo>
                <a:lnTo>
                  <a:pt x="0" y="560088"/>
                </a:lnTo>
                <a:lnTo>
                  <a:pt x="627479" y="560088"/>
                </a:lnTo>
                <a:lnTo>
                  <a:pt x="627479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25">
            <a:extLst xmlns:a="http://schemas.openxmlformats.org/drawingml/2006/main">
              <a:ext uri="{FF2B5EF4-FFF2-40B4-BE49-F238E27FC236}">
                <a16:creationId xmlns:a16="http://schemas.microsoft.com/office/drawing/2014/main" id="{27A96004-65DE-402E-ACD6-145C2C6B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87" y="1927295"/>
            <a:ext cx="677741" cy="560089"/>
          </a:xfrm>
          <a:custGeom xmlns:a="http://schemas.openxmlformats.org/drawingml/2006/main">
            <a:pathLst>
              <a:path w="677741" h="560089">
                <a:moveTo>
                  <a:pt x="0" y="0"/>
                </a:moveTo>
                <a:lnTo>
                  <a:pt x="0" y="560089"/>
                </a:lnTo>
                <a:lnTo>
                  <a:pt x="677741" y="560089"/>
                </a:lnTo>
                <a:lnTo>
                  <a:pt x="677741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26">
            <a:extLst xmlns:a="http://schemas.openxmlformats.org/drawingml/2006/main">
              <a:ext uri="{FF2B5EF4-FFF2-40B4-BE49-F238E27FC236}">
                <a16:creationId xmlns:a16="http://schemas.microsoft.com/office/drawing/2014/main" id="{1A50D695-402F-4A29-A245-837E242C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994" y="1921811"/>
            <a:ext cx="632445" cy="537905"/>
          </a:xfrm>
          <a:custGeom xmlns:a="http://schemas.openxmlformats.org/drawingml/2006/main">
            <a:pathLst>
              <a:path w="632445" h="537905">
                <a:moveTo>
                  <a:pt x="0" y="64006"/>
                </a:moveTo>
                <a:cubicBezTo>
                  <a:pt x="0" y="28656"/>
                  <a:pt x="28657" y="0"/>
                  <a:pt x="64005" y="0"/>
                </a:cubicBezTo>
                <a:lnTo>
                  <a:pt x="568441" y="0"/>
                </a:lnTo>
                <a:cubicBezTo>
                  <a:pt x="603789" y="0"/>
                  <a:pt x="632445" y="28656"/>
                  <a:pt x="632445" y="64006"/>
                </a:cubicBezTo>
                <a:lnTo>
                  <a:pt x="632445" y="473900"/>
                </a:lnTo>
                <a:cubicBezTo>
                  <a:pt x="632445" y="509249"/>
                  <a:pt x="603789" y="537905"/>
                  <a:pt x="568441" y="537905"/>
                </a:cubicBezTo>
                <a:lnTo>
                  <a:pt x="64005" y="537905"/>
                </a:lnTo>
                <a:cubicBezTo>
                  <a:pt x="28657" y="537905"/>
                  <a:pt x="0" y="509249"/>
                  <a:pt x="0" y="473900"/>
                </a:cubicBezTo>
                <a:lnTo>
                  <a:pt x="0" y="64006"/>
                </a:lnTo>
              </a:path>
            </a:pathLst>
          </a:custGeom>
          <a:noFill xmlns:a="http://schemas.openxmlformats.org/drawingml/2006/main"/>
          <a:ln xmlns:a="http://schemas.openxmlformats.org/drawingml/2006/main" w="20753">
            <a:solidFill>
              <a:srgbClr val="DF6923"/>
            </a:solidFill>
            <a:prstDash val="solid"/>
          </a:ln>
        </p:spPr>
      </p:sp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BB8B022-3D67-4ECB-8D70-040997E73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262eee6a24680"/>
          <a:stretch xmlns:a="http://schemas.openxmlformats.org/drawingml/2006/main"/>
        </p:blipFill>
        <p:spPr>
          <a:xfrm xmlns:a="http://schemas.openxmlformats.org/drawingml/2006/main">
            <a:off x="11418977" y="2520954"/>
            <a:ext cx="872393" cy="821076"/>
          </a:xfrm>
          <a:prstGeom xmlns:a="http://schemas.openxmlformats.org/drawingml/2006/main" prst="rect">
            <a:avLst/>
          </a:prstGeom>
        </p:spPr>
      </p:pic>
      <p:sp>
        <p:nvSpPr>
          <p:cNvPr id="252" name="text-228 Speaker">
            <a:extLst xmlns:a="http://schemas.openxmlformats.org/drawingml/2006/main">
              <a:ext uri="{FF2B5EF4-FFF2-40B4-BE49-F238E27FC236}">
                <a16:creationId xmlns:a16="http://schemas.microsoft.com/office/drawing/2014/main" id="{5E24CF13-D527-4A86-BE36-2AE2EA5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935" y="2809100"/>
            <a:ext cx="558228" cy="193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Speaker</a:t>
            </a:r>
          </a:p>
        </p:txBody>
      </p:sp>
      <p:sp>
        <p:nvSpPr>
          <p:cNvPr id="253" name="text-229 Speaker">
            <a:extLst xmlns:a="http://schemas.openxmlformats.org/drawingml/2006/main">
              <a:ext uri="{FF2B5EF4-FFF2-40B4-BE49-F238E27FC236}">
                <a16:creationId xmlns:a16="http://schemas.microsoft.com/office/drawing/2014/main" id="{D3B63323-17A3-4244-956C-1F606C3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935" y="2809100"/>
            <a:ext cx="558228" cy="193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Speaker</a:t>
            </a:r>
          </a:p>
        </p:txBody>
      </p:sp>
      <p:sp>
        <p:nvSpPr>
          <p:cNvPr id="254" name="text-232 intro">
            <a:extLst xmlns:a="http://schemas.openxmlformats.org/drawingml/2006/main">
              <a:ext uri="{FF2B5EF4-FFF2-40B4-BE49-F238E27FC236}">
                <a16:creationId xmlns:a16="http://schemas.microsoft.com/office/drawing/2014/main" id="{72C3C26D-F367-4015-98E5-51FB6027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1858" y="2986779"/>
            <a:ext cx="341447" cy="194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intro</a:t>
            </a:r>
          </a:p>
        </p:txBody>
      </p:sp>
      <p:sp>
        <p:nvSpPr>
          <p:cNvPr id="255" name="text-233 intro">
            <a:extLst xmlns:a="http://schemas.openxmlformats.org/drawingml/2006/main">
              <a:ext uri="{FF2B5EF4-FFF2-40B4-BE49-F238E27FC236}">
                <a16:creationId xmlns:a16="http://schemas.microsoft.com/office/drawing/2014/main" id="{4126C4BD-EAEE-4FEC-89D4-B1C28E7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1858" y="2986779"/>
            <a:ext cx="341447" cy="194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intro</a:t>
            </a:r>
          </a:p>
        </p:txBody>
      </p:sp>
      <p:pic>
        <p:nvPic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E67399C-46E1-404E-A396-D42E43D9E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d9eee5a444c4"/>
          <a:stretch xmlns:a="http://schemas.openxmlformats.org/drawingml/2006/main"/>
        </p:blipFill>
        <p:spPr>
          <a:xfrm xmlns:a="http://schemas.openxmlformats.org/drawingml/2006/main">
            <a:off x="13187913" y="2508878"/>
            <a:ext cx="872393" cy="824094"/>
          </a:xfrm>
          <a:prstGeom xmlns:a="http://schemas.openxmlformats.org/drawingml/2006/main" prst="rect">
            <a:avLst/>
          </a:prstGeom>
        </p:spPr>
      </p:pic>
      <p:sp>
        <p:nvSpPr>
          <p:cNvPr id="257" name="text-235 Yellow">
            <a:extLst xmlns:a="http://schemas.openxmlformats.org/drawingml/2006/main">
              <a:ext uri="{FF2B5EF4-FFF2-40B4-BE49-F238E27FC236}">
                <a16:creationId xmlns:a16="http://schemas.microsoft.com/office/drawing/2014/main" id="{CF2FF8E3-CD76-4952-8147-5340763F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8755" y="2736983"/>
            <a:ext cx="430662" cy="193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258" name="text-236 Yellow">
            <a:extLst xmlns:a="http://schemas.openxmlformats.org/drawingml/2006/main">
              <a:ext uri="{FF2B5EF4-FFF2-40B4-BE49-F238E27FC236}">
                <a16:creationId xmlns:a16="http://schemas.microsoft.com/office/drawing/2014/main" id="{300EF857-B766-49BE-90E3-78477CC5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8755" y="2736983"/>
            <a:ext cx="430662" cy="193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259" name="text-237 Plane">
            <a:extLst xmlns:a="http://schemas.openxmlformats.org/drawingml/2006/main">
              <a:ext uri="{FF2B5EF4-FFF2-40B4-BE49-F238E27FC236}">
                <a16:creationId xmlns:a16="http://schemas.microsoft.com/office/drawing/2014/main" id="{B305FC3A-42D4-4A5C-B709-5B4A3EDB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27241" y="2914699"/>
            <a:ext cx="353884" cy="19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260" name="text-238 Plane">
            <a:extLst xmlns:a="http://schemas.openxmlformats.org/drawingml/2006/main">
              <a:ext uri="{FF2B5EF4-FFF2-40B4-BE49-F238E27FC236}">
                <a16:creationId xmlns:a16="http://schemas.microsoft.com/office/drawing/2014/main" id="{DE1D5777-D85B-4D53-89F2-6423D00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27241" y="2914699"/>
            <a:ext cx="353884" cy="19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261" name="text-239 with">
            <a:extLst xmlns:a="http://schemas.openxmlformats.org/drawingml/2006/main">
              <a:ext uri="{FF2B5EF4-FFF2-40B4-BE49-F238E27FC236}">
                <a16:creationId xmlns:a16="http://schemas.microsoft.com/office/drawing/2014/main" id="{6EB245DA-2329-42EF-A8C9-3F00BF9F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3037" y="3077167"/>
            <a:ext cx="304641" cy="194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262" name="text-240 with">
            <a:extLst xmlns:a="http://schemas.openxmlformats.org/drawingml/2006/main">
              <a:ext uri="{FF2B5EF4-FFF2-40B4-BE49-F238E27FC236}">
                <a16:creationId xmlns:a16="http://schemas.microsoft.com/office/drawing/2014/main" id="{06C843C2-BEF4-4BE7-9155-1F793521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3037" y="3077167"/>
            <a:ext cx="304641" cy="194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263" name="text-241 logo">
            <a:extLst xmlns:a="http://schemas.openxmlformats.org/drawingml/2006/main">
              <a:ext uri="{FF2B5EF4-FFF2-40B4-BE49-F238E27FC236}">
                <a16:creationId xmlns:a16="http://schemas.microsoft.com/office/drawing/2014/main" id="{79D1B9C1-B566-4F5F-BACC-5FABBC4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3770" y="3077841"/>
            <a:ext cx="281546" cy="193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sp>
        <p:nvSpPr>
          <p:cNvPr id="264" name="text-242 logo">
            <a:extLst xmlns:a="http://schemas.openxmlformats.org/drawingml/2006/main">
              <a:ext uri="{FF2B5EF4-FFF2-40B4-BE49-F238E27FC236}">
                <a16:creationId xmlns:a16="http://schemas.microsoft.com/office/drawing/2014/main" id="{57AF9263-3B00-4BE8-A25F-ECFF8775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3770" y="3077841"/>
            <a:ext cx="281546" cy="193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D6C76A6-19F1-4398-BFC6-1D37FDF81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50b8c29e1450b"/>
          <a:stretch xmlns:a="http://schemas.openxmlformats.org/drawingml/2006/main"/>
        </p:blipFill>
        <p:spPr>
          <a:xfrm xmlns:a="http://schemas.openxmlformats.org/drawingml/2006/main">
            <a:off x="14319911" y="2514917"/>
            <a:ext cx="875412" cy="824094"/>
          </a:xfrm>
          <a:prstGeom xmlns:a="http://schemas.openxmlformats.org/drawingml/2006/main" prst="rect">
            <a:avLst/>
          </a:prstGeom>
        </p:spPr>
      </p:pic>
      <p:sp>
        <p:nvSpPr>
          <p:cNvPr id="266" name="text-244 Landing">
            <a:extLst xmlns:a="http://schemas.openxmlformats.org/drawingml/2006/main">
              <a:ext uri="{FF2B5EF4-FFF2-40B4-BE49-F238E27FC236}">
                <a16:creationId xmlns:a16="http://schemas.microsoft.com/office/drawing/2014/main" id="{1F24E4E6-BC2D-424C-8CA3-A6B05A3B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1772" y="2802562"/>
            <a:ext cx="511953" cy="194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Landing</a:t>
            </a:r>
          </a:p>
        </p:txBody>
      </p:sp>
      <p:sp>
        <p:nvSpPr>
          <p:cNvPr id="267" name="text-245 Landing">
            <a:extLst xmlns:a="http://schemas.openxmlformats.org/drawingml/2006/main">
              <a:ext uri="{FF2B5EF4-FFF2-40B4-BE49-F238E27FC236}">
                <a16:creationId xmlns:a16="http://schemas.microsoft.com/office/drawing/2014/main" id="{7B2EF885-F056-4D0C-91E9-2337ADBD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1772" y="2802562"/>
            <a:ext cx="511953" cy="194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Landing</a:t>
            </a:r>
          </a:p>
        </p:txBody>
      </p:sp>
      <p:sp>
        <p:nvSpPr>
          <p:cNvPr id="268" name="text-246 scene">
            <a:extLst xmlns:a="http://schemas.openxmlformats.org/drawingml/2006/main">
              <a:ext uri="{FF2B5EF4-FFF2-40B4-BE49-F238E27FC236}">
                <a16:creationId xmlns:a16="http://schemas.microsoft.com/office/drawing/2014/main" id="{F633AFAA-FCCA-449A-8489-D15BD55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4661" y="2978298"/>
            <a:ext cx="386858" cy="19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69" name="text-247 scene">
            <a:extLst xmlns:a="http://schemas.openxmlformats.org/drawingml/2006/main">
              <a:ext uri="{FF2B5EF4-FFF2-40B4-BE49-F238E27FC236}">
                <a16:creationId xmlns:a16="http://schemas.microsoft.com/office/drawing/2014/main" id="{033B82FB-C6B5-4239-89ED-977234F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4661" y="2978298"/>
            <a:ext cx="386858" cy="19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DBBF8A9-D392-41E9-A26A-3ABD4FD224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da0a2e891435e"/>
          <a:stretch xmlns:a="http://schemas.openxmlformats.org/drawingml/2006/main"/>
        </p:blipFill>
        <p:spPr>
          <a:xfrm xmlns:a="http://schemas.openxmlformats.org/drawingml/2006/main">
            <a:off x="16306800" y="1866900"/>
            <a:ext cx="542925" cy="400050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418B625-0F29-4825-B57C-F212D5B22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b4facfafe4f78"/>
          <a:stretch xmlns:a="http://schemas.openxmlformats.org/drawingml/2006/main"/>
        </p:blipFill>
        <p:spPr>
          <a:xfrm xmlns:a="http://schemas.openxmlformats.org/drawingml/2006/main">
            <a:off x="16544925" y="1933575"/>
            <a:ext cx="609600" cy="438150"/>
          </a:xfrm>
          <a:prstGeom xmlns:a="http://schemas.openxmlformats.org/drawingml/2006/main" prst="rect">
            <a:avLst/>
          </a:prstGeom>
        </p:spPr>
      </p:pic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67CFB1E-BFCF-4F5C-8D32-1B8000411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eba5177584909"/>
          <a:stretch xmlns:a="http://schemas.openxmlformats.org/drawingml/2006/main"/>
        </p:blipFill>
        <p:spPr>
          <a:xfrm xmlns:a="http://schemas.openxmlformats.org/drawingml/2006/main">
            <a:off x="16878300" y="2047875"/>
            <a:ext cx="609600" cy="428625"/>
          </a:xfrm>
          <a:prstGeom xmlns:a="http://schemas.openxmlformats.org/drawingml/2006/main" prst="rect">
            <a:avLst/>
          </a:prstGeom>
        </p:spPr>
      </p:pic>
      <p:sp>
        <p:nvSpPr>
          <p:cNvPr id="273" name="path-251">
            <a:extLst xmlns:a="http://schemas.openxmlformats.org/drawingml/2006/main">
              <a:ext uri="{FF2B5EF4-FFF2-40B4-BE49-F238E27FC236}">
                <a16:creationId xmlns:a16="http://schemas.microsoft.com/office/drawing/2014/main" id="{7BF58B1B-0544-4906-A621-97CFEEB0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1099" y="1844823"/>
            <a:ext cx="1245199" cy="641466"/>
          </a:xfrm>
          <a:custGeom xmlns:a="http://schemas.openxmlformats.org/drawingml/2006/main">
            <a:pathLst>
              <a:path w="1245199" h="641466">
                <a:moveTo>
                  <a:pt x="0" y="37731"/>
                </a:moveTo>
                <a:cubicBezTo>
                  <a:pt x="0" y="16893"/>
                  <a:pt x="16893" y="0"/>
                  <a:pt x="37730" y="0"/>
                </a:cubicBezTo>
                <a:lnTo>
                  <a:pt x="1207468" y="0"/>
                </a:lnTo>
                <a:cubicBezTo>
                  <a:pt x="1228306" y="0"/>
                  <a:pt x="1245199" y="16893"/>
                  <a:pt x="1245199" y="37731"/>
                </a:cubicBezTo>
                <a:lnTo>
                  <a:pt x="1245199" y="603736"/>
                </a:lnTo>
                <a:cubicBezTo>
                  <a:pt x="1245199" y="624573"/>
                  <a:pt x="1228306" y="641466"/>
                  <a:pt x="1207468" y="641466"/>
                </a:cubicBezTo>
                <a:lnTo>
                  <a:pt x="37730" y="641466"/>
                </a:lnTo>
                <a:cubicBezTo>
                  <a:pt x="16893" y="641466"/>
                  <a:pt x="0" y="624573"/>
                  <a:pt x="0" y="603736"/>
                </a:cubicBezTo>
                <a:lnTo>
                  <a:pt x="0" y="37731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0078AE"/>
            </a:solidFill>
            <a:prstDash val="solid"/>
          </a:ln>
        </p:spPr>
      </p:sp>
      <p:sp>
        <p:nvSpPr>
          <p:cNvPr id="274" name="path-252">
            <a:extLst xmlns:a="http://schemas.openxmlformats.org/drawingml/2006/main">
              <a:ext uri="{FF2B5EF4-FFF2-40B4-BE49-F238E27FC236}">
                <a16:creationId xmlns:a16="http://schemas.microsoft.com/office/drawing/2014/main" id="{51CED655-BB27-42FE-B2FB-D0AD4851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830" y="1750491"/>
            <a:ext cx="298961" cy="245266"/>
          </a:xfrm>
          <a:custGeom xmlns:a="http://schemas.openxmlformats.org/drawingml/2006/main">
            <a:pathLst>
              <a:path w="298961" h="245266">
                <a:moveTo>
                  <a:pt x="0" y="66032"/>
                </a:moveTo>
                <a:cubicBezTo>
                  <a:pt x="0" y="29558"/>
                  <a:pt x="29569" y="0"/>
                  <a:pt x="66034" y="0"/>
                </a:cubicBezTo>
                <a:lnTo>
                  <a:pt x="232929" y="0"/>
                </a:lnTo>
                <a:cubicBezTo>
                  <a:pt x="269402" y="0"/>
                  <a:pt x="298961" y="29558"/>
                  <a:pt x="298961" y="66032"/>
                </a:cubicBezTo>
                <a:lnTo>
                  <a:pt x="298961" y="179233"/>
                </a:lnTo>
                <a:cubicBezTo>
                  <a:pt x="298961" y="215695"/>
                  <a:pt x="269402" y="245266"/>
                  <a:pt x="232929" y="245266"/>
                </a:cubicBezTo>
                <a:lnTo>
                  <a:pt x="66034" y="245266"/>
                </a:lnTo>
                <a:cubicBezTo>
                  <a:pt x="29569" y="245266"/>
                  <a:pt x="0" y="215695"/>
                  <a:pt x="0" y="179233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53">
            <a:extLst xmlns:a="http://schemas.openxmlformats.org/drawingml/2006/main">
              <a:ext uri="{FF2B5EF4-FFF2-40B4-BE49-F238E27FC236}">
                <a16:creationId xmlns:a16="http://schemas.microsoft.com/office/drawing/2014/main" id="{A69806D8-B841-4623-9EE0-CC430DC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830" y="1750491"/>
            <a:ext cx="298963" cy="245266"/>
          </a:xfrm>
          <a:custGeom xmlns:a="http://schemas.openxmlformats.org/drawingml/2006/main">
            <a:pathLst>
              <a:path w="298963" h="245266">
                <a:moveTo>
                  <a:pt x="0" y="66033"/>
                </a:moveTo>
                <a:cubicBezTo>
                  <a:pt x="0" y="29564"/>
                  <a:pt x="29564" y="0"/>
                  <a:pt x="66032" y="0"/>
                </a:cubicBezTo>
                <a:lnTo>
                  <a:pt x="232931" y="0"/>
                </a:lnTo>
                <a:cubicBezTo>
                  <a:pt x="269399" y="0"/>
                  <a:pt x="298963" y="29564"/>
                  <a:pt x="298963" y="66033"/>
                </a:cubicBezTo>
                <a:lnTo>
                  <a:pt x="298963" y="179233"/>
                </a:lnTo>
                <a:cubicBezTo>
                  <a:pt x="298963" y="215702"/>
                  <a:pt x="269399" y="245266"/>
                  <a:pt x="232931" y="245266"/>
                </a:cubicBezTo>
                <a:lnTo>
                  <a:pt x="66032" y="245266"/>
                </a:lnTo>
                <a:cubicBezTo>
                  <a:pt x="29564" y="245266"/>
                  <a:pt x="0" y="215702"/>
                  <a:pt x="0" y="179233"/>
                </a:cubicBezTo>
                <a:lnTo>
                  <a:pt x="0" y="66033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0078AE"/>
            </a:solidFill>
            <a:prstDash val="solid"/>
          </a:ln>
        </p:spPr>
      </p:sp>
      <p:sp>
        <p:nvSpPr>
          <p:cNvPr id="276" name="text-254 x3">
            <a:extLst xmlns:a="http://schemas.openxmlformats.org/drawingml/2006/main">
              <a:ext uri="{FF2B5EF4-FFF2-40B4-BE49-F238E27FC236}">
                <a16:creationId xmlns:a16="http://schemas.microsoft.com/office/drawing/2014/main" id="{699963C0-86FC-4F4A-A5D4-E76E66E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9152" y="1807485"/>
            <a:ext cx="157201" cy="159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pPr>
            <a:r>
              <a: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277" name="text-255 x3">
            <a:extLst xmlns:a="http://schemas.openxmlformats.org/drawingml/2006/main">
              <a:ext uri="{FF2B5EF4-FFF2-40B4-BE49-F238E27FC236}">
                <a16:creationId xmlns:a16="http://schemas.microsoft.com/office/drawing/2014/main" id="{9618C7A4-7182-445D-A4E5-E4F9045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9152" y="1807485"/>
            <a:ext cx="157201" cy="159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pPr>
            <a:r>
              <a:rPr sz="89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278" name="text-256 →">
            <a:extLst xmlns:a="http://schemas.openxmlformats.org/drawingml/2006/main">
              <a:ext uri="{FF2B5EF4-FFF2-40B4-BE49-F238E27FC236}">
                <a16:creationId xmlns:a16="http://schemas.microsoft.com/office/drawing/2014/main" id="{128B5BF6-3037-4726-83D6-C4388F8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4775" y="2012239"/>
            <a:ext cx="222639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4B72764-A873-427F-BFB1-59BC94F2F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cd8f99dc84f1e"/>
          <a:stretch xmlns:a="http://schemas.openxmlformats.org/drawingml/2006/main"/>
        </p:blipFill>
        <p:spPr>
          <a:xfrm xmlns:a="http://schemas.openxmlformats.org/drawingml/2006/main">
            <a:off x="18030825" y="1876425"/>
            <a:ext cx="666750" cy="466725"/>
          </a:xfrm>
          <a:prstGeom xmlns:a="http://schemas.openxmlformats.org/drawingml/2006/main" prst="rect">
            <a:avLst/>
          </a:prstGeom>
        </p:spPr>
      </p:pic>
      <p:sp>
        <p:nvSpPr>
          <p:cNvPr id="280" name="text-258 keep">
            <a:extLst xmlns:a="http://schemas.openxmlformats.org/drawingml/2006/main">
              <a:ext uri="{FF2B5EF4-FFF2-40B4-BE49-F238E27FC236}">
                <a16:creationId xmlns:a16="http://schemas.microsoft.com/office/drawing/2014/main" id="{AA6BE22A-1D5C-4835-9786-CF96B107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41689" y="2355796"/>
            <a:ext cx="242149" cy="144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81" name="text-258 one">
            <a:extLst xmlns:a="http://schemas.openxmlformats.org/drawingml/2006/main">
              <a:ext uri="{FF2B5EF4-FFF2-40B4-BE49-F238E27FC236}">
                <a16:creationId xmlns:a16="http://schemas.microsoft.com/office/drawing/2014/main" id="{ADAB8158-929C-4789-991C-C369F525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97924" y="2355465"/>
            <a:ext cx="183716" cy="144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282" name="text-259 keep">
            <a:extLst xmlns:a="http://schemas.openxmlformats.org/drawingml/2006/main">
              <a:ext uri="{FF2B5EF4-FFF2-40B4-BE49-F238E27FC236}">
                <a16:creationId xmlns:a16="http://schemas.microsoft.com/office/drawing/2014/main" id="{6725FB6A-6E0E-4AEA-813D-AD0433A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41689" y="2355796"/>
            <a:ext cx="242149" cy="144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83" name="text-259 one">
            <a:extLst xmlns:a="http://schemas.openxmlformats.org/drawingml/2006/main">
              <a:ext uri="{FF2B5EF4-FFF2-40B4-BE49-F238E27FC236}">
                <a16:creationId xmlns:a16="http://schemas.microsoft.com/office/drawing/2014/main" id="{C4E03852-42BD-4432-B67A-104305F7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97924" y="2355465"/>
            <a:ext cx="183716" cy="144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176581A-62DD-47C1-8866-8015F7A69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574fe94954571"/>
          <a:stretch xmlns:a="http://schemas.openxmlformats.org/drawingml/2006/main"/>
        </p:blipFill>
        <p:spPr>
          <a:xfrm xmlns:a="http://schemas.openxmlformats.org/drawingml/2006/main">
            <a:off x="16335375" y="2838450"/>
            <a:ext cx="704850" cy="457200"/>
          </a:xfrm>
          <a:prstGeom xmlns:a="http://schemas.openxmlformats.org/drawingml/2006/main" prst="rect">
            <a:avLst/>
          </a:prstGeom>
        </p:spPr>
      </p:pic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FBF43003-AE53-4885-BFC8-5AA072EE4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a0358d8e6476a"/>
          <a:stretch xmlns:a="http://schemas.openxmlformats.org/drawingml/2006/main"/>
        </p:blipFill>
        <p:spPr>
          <a:xfrm xmlns:a="http://schemas.openxmlformats.org/drawingml/2006/main">
            <a:off x="16773525" y="2905125"/>
            <a:ext cx="704850" cy="457200"/>
          </a:xfrm>
          <a:prstGeom xmlns:a="http://schemas.openxmlformats.org/drawingml/2006/main" prst="rect">
            <a:avLst/>
          </a:prstGeom>
        </p:spPr>
      </p:pic>
      <p:sp>
        <p:nvSpPr>
          <p:cNvPr id="286" name="path-262">
            <a:extLst xmlns:a="http://schemas.openxmlformats.org/drawingml/2006/main">
              <a:ext uri="{FF2B5EF4-FFF2-40B4-BE49-F238E27FC236}">
                <a16:creationId xmlns:a16="http://schemas.microsoft.com/office/drawing/2014/main" id="{6E6B5203-C664-409C-93D9-BC84F5A5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1099" y="2793388"/>
            <a:ext cx="1245199" cy="603733"/>
          </a:xfrm>
          <a:custGeom xmlns:a="http://schemas.openxmlformats.org/drawingml/2006/main">
            <a:pathLst>
              <a:path w="1245199" h="603733">
                <a:moveTo>
                  <a:pt x="0" y="37733"/>
                </a:moveTo>
                <a:cubicBezTo>
                  <a:pt x="0" y="16894"/>
                  <a:pt x="16894" y="0"/>
                  <a:pt x="37733" y="0"/>
                </a:cubicBezTo>
                <a:lnTo>
                  <a:pt x="1207466" y="0"/>
                </a:lnTo>
                <a:cubicBezTo>
                  <a:pt x="1228304" y="0"/>
                  <a:pt x="1245199" y="16894"/>
                  <a:pt x="1245199" y="37733"/>
                </a:cubicBezTo>
                <a:lnTo>
                  <a:pt x="1245199" y="566000"/>
                </a:lnTo>
                <a:cubicBezTo>
                  <a:pt x="1245199" y="586839"/>
                  <a:pt x="1228304" y="603733"/>
                  <a:pt x="1207466" y="603733"/>
                </a:cubicBezTo>
                <a:lnTo>
                  <a:pt x="37733" y="603733"/>
                </a:lnTo>
                <a:cubicBezTo>
                  <a:pt x="16894" y="603733"/>
                  <a:pt x="0" y="586839"/>
                  <a:pt x="0" y="566000"/>
                </a:cubicBezTo>
                <a:lnTo>
                  <a:pt x="0" y="37733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EC432D"/>
            </a:solidFill>
            <a:prstDash val="solid"/>
          </a:ln>
        </p:spPr>
      </p:sp>
      <p:sp>
        <p:nvSpPr>
          <p:cNvPr id="287" name="path-263">
            <a:extLst xmlns:a="http://schemas.openxmlformats.org/drawingml/2006/main">
              <a:ext uri="{FF2B5EF4-FFF2-40B4-BE49-F238E27FC236}">
                <a16:creationId xmlns:a16="http://schemas.microsoft.com/office/drawing/2014/main" id="{ADB57F1D-4EFF-40C4-A9E2-22D1B3A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830" y="2717921"/>
            <a:ext cx="285038" cy="245267"/>
          </a:xfrm>
          <a:custGeom xmlns:a="http://schemas.openxmlformats.org/drawingml/2006/main">
            <a:pathLst>
              <a:path w="285038" h="245267">
                <a:moveTo>
                  <a:pt x="0" y="66034"/>
                </a:moveTo>
                <a:cubicBezTo>
                  <a:pt x="0" y="29558"/>
                  <a:pt x="29558" y="0"/>
                  <a:pt x="66034" y="0"/>
                </a:cubicBezTo>
                <a:lnTo>
                  <a:pt x="219004" y="0"/>
                </a:lnTo>
                <a:cubicBezTo>
                  <a:pt x="255467" y="0"/>
                  <a:pt x="285038" y="29558"/>
                  <a:pt x="285038" y="66034"/>
                </a:cubicBezTo>
                <a:lnTo>
                  <a:pt x="285038" y="179233"/>
                </a:lnTo>
                <a:cubicBezTo>
                  <a:pt x="285038" y="215695"/>
                  <a:pt x="255467" y="245267"/>
                  <a:pt x="219004" y="245267"/>
                </a:cubicBezTo>
                <a:lnTo>
                  <a:pt x="66034" y="245267"/>
                </a:lnTo>
                <a:cubicBezTo>
                  <a:pt x="29558" y="245267"/>
                  <a:pt x="0" y="215695"/>
                  <a:pt x="0" y="179233"/>
                </a:cubicBezTo>
                <a:lnTo>
                  <a:pt x="0" y="6603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64">
            <a:extLst xmlns:a="http://schemas.openxmlformats.org/drawingml/2006/main">
              <a:ext uri="{FF2B5EF4-FFF2-40B4-BE49-F238E27FC236}">
                <a16:creationId xmlns:a16="http://schemas.microsoft.com/office/drawing/2014/main" id="{3B21F685-93C3-489A-8141-A2BFC95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830" y="2717921"/>
            <a:ext cx="285032" cy="245266"/>
          </a:xfrm>
          <a:custGeom xmlns:a="http://schemas.openxmlformats.org/drawingml/2006/main">
            <a:pathLst>
              <a:path w="285032" h="245266">
                <a:moveTo>
                  <a:pt x="0" y="66033"/>
                </a:moveTo>
                <a:cubicBezTo>
                  <a:pt x="0" y="29564"/>
                  <a:pt x="29564" y="0"/>
                  <a:pt x="66032" y="0"/>
                </a:cubicBezTo>
                <a:lnTo>
                  <a:pt x="218998" y="0"/>
                </a:lnTo>
                <a:cubicBezTo>
                  <a:pt x="255468" y="0"/>
                  <a:pt x="285032" y="29564"/>
                  <a:pt x="285032" y="66033"/>
                </a:cubicBezTo>
                <a:lnTo>
                  <a:pt x="285032" y="179233"/>
                </a:lnTo>
                <a:cubicBezTo>
                  <a:pt x="285032" y="215703"/>
                  <a:pt x="255468" y="245266"/>
                  <a:pt x="218998" y="245266"/>
                </a:cubicBezTo>
                <a:lnTo>
                  <a:pt x="66032" y="245266"/>
                </a:lnTo>
                <a:cubicBezTo>
                  <a:pt x="29564" y="245266"/>
                  <a:pt x="0" y="215703"/>
                  <a:pt x="0" y="179233"/>
                </a:cubicBezTo>
                <a:lnTo>
                  <a:pt x="0" y="66033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EC432D"/>
            </a:solidFill>
            <a:prstDash val="solid"/>
          </a:ln>
        </p:spPr>
      </p:sp>
      <p:sp>
        <p:nvSpPr>
          <p:cNvPr id="289" name="text-265 →">
            <a:extLst xmlns:a="http://schemas.openxmlformats.org/drawingml/2006/main">
              <a:ext uri="{FF2B5EF4-FFF2-40B4-BE49-F238E27FC236}">
                <a16:creationId xmlns:a16="http://schemas.microsoft.com/office/drawing/2014/main" id="{BC5F9E76-D4B7-4C89-8742-332C93D1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4775" y="2966134"/>
            <a:ext cx="222639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13940E0-171D-477A-A40A-5AACFF2C8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7d828f47546de"/>
          <a:stretch xmlns:a="http://schemas.openxmlformats.org/drawingml/2006/main"/>
        </p:blipFill>
        <p:spPr>
          <a:xfrm xmlns:a="http://schemas.openxmlformats.org/drawingml/2006/main">
            <a:off x="18040350" y="2876550"/>
            <a:ext cx="666750" cy="466725"/>
          </a:xfrm>
          <a:prstGeom xmlns:a="http://schemas.openxmlformats.org/drawingml/2006/main" prst="rect">
            <a:avLst/>
          </a:prstGeom>
        </p:spPr>
      </p:pic>
      <p:sp>
        <p:nvSpPr>
          <p:cNvPr id="291" name="text-267 keep">
            <a:extLst xmlns:a="http://schemas.openxmlformats.org/drawingml/2006/main">
              <a:ext uri="{FF2B5EF4-FFF2-40B4-BE49-F238E27FC236}">
                <a16:creationId xmlns:a16="http://schemas.microsoft.com/office/drawing/2014/main" id="{EE871655-D111-4ADA-B4B3-B5BF903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4959" y="3339881"/>
            <a:ext cx="242149" cy="144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92" name="text-267 one">
            <a:extLst xmlns:a="http://schemas.openxmlformats.org/drawingml/2006/main">
              <a:ext uri="{FF2B5EF4-FFF2-40B4-BE49-F238E27FC236}">
                <a16:creationId xmlns:a16="http://schemas.microsoft.com/office/drawing/2014/main" id="{BA2EE751-3866-4E22-9F32-5D41FE4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1193" y="3339550"/>
            <a:ext cx="183716" cy="144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293" name="text-268 keep">
            <a:extLst xmlns:a="http://schemas.openxmlformats.org/drawingml/2006/main">
              <a:ext uri="{FF2B5EF4-FFF2-40B4-BE49-F238E27FC236}">
                <a16:creationId xmlns:a16="http://schemas.microsoft.com/office/drawing/2014/main" id="{4860EE07-F5C1-4B89-BD3E-2A682BED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4959" y="3339881"/>
            <a:ext cx="242149" cy="144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94" name="text-268 one">
            <a:extLst xmlns:a="http://schemas.openxmlformats.org/drawingml/2006/main">
              <a:ext uri="{FF2B5EF4-FFF2-40B4-BE49-F238E27FC236}">
                <a16:creationId xmlns:a16="http://schemas.microsoft.com/office/drawing/2014/main" id="{A00E0EB4-A282-4A7B-860A-24617B62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1193" y="3339550"/>
            <a:ext cx="183716" cy="144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81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B8A68D2-9646-4E36-8C5C-2F2A14C34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763409c4844ac"/>
          <a:stretch xmlns:a="http://schemas.openxmlformats.org/drawingml/2006/main"/>
        </p:blipFill>
        <p:spPr>
          <a:xfrm xmlns:a="http://schemas.openxmlformats.org/drawingml/2006/main">
            <a:off x="8191500" y="4772025"/>
            <a:ext cx="1009650" cy="771525"/>
          </a:xfrm>
          <a:prstGeom xmlns:a="http://schemas.openxmlformats.org/drawingml/2006/main" prst="rect">
            <a:avLst/>
          </a:prstGeom>
        </p:spPr>
      </p:pic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E830EDA-1821-44C0-811F-C4EB90E67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3d1d8b603425b"/>
          <a:stretch xmlns:a="http://schemas.openxmlformats.org/drawingml/2006/main"/>
        </p:blipFill>
        <p:spPr>
          <a:xfrm xmlns:a="http://schemas.openxmlformats.org/drawingml/2006/main">
            <a:off x="10096500" y="4772025"/>
            <a:ext cx="990600" cy="771525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430BB19-5612-4E84-BD4C-F70B3F2BF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c99e82b3944bd"/>
          <a:stretch xmlns:a="http://schemas.openxmlformats.org/drawingml/2006/main"/>
        </p:blipFill>
        <p:spPr>
          <a:xfrm xmlns:a="http://schemas.openxmlformats.org/drawingml/2006/main">
            <a:off x="7248525" y="4772025"/>
            <a:ext cx="1000125" cy="771525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D53F3B9-FB0B-445C-B941-91B8335BD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933e81da5438b"/>
          <a:stretch xmlns:a="http://schemas.openxmlformats.org/drawingml/2006/main"/>
        </p:blipFill>
        <p:spPr>
          <a:xfrm xmlns:a="http://schemas.openxmlformats.org/drawingml/2006/main">
            <a:off x="9144000" y="4772025"/>
            <a:ext cx="1000125" cy="771525"/>
          </a:xfrm>
          <a:prstGeom xmlns:a="http://schemas.openxmlformats.org/drawingml/2006/main" prst="rect">
            <a:avLst/>
          </a:prstGeom>
        </p:spPr>
      </p:pic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C4EFB12-894F-4C98-9D2C-118695C2B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16dd794974cd3"/>
          <a:stretch xmlns:a="http://schemas.openxmlformats.org/drawingml/2006/main"/>
        </p:blipFill>
        <p:spPr>
          <a:xfrm xmlns:a="http://schemas.openxmlformats.org/drawingml/2006/main">
            <a:off x="11049000" y="4772025"/>
            <a:ext cx="1009650" cy="771525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E784144-13C5-4725-A3DF-D6FF0B15C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2455d74ac4f0a"/>
          <a:stretch xmlns:a="http://schemas.openxmlformats.org/drawingml/2006/main"/>
        </p:blipFill>
        <p:spPr>
          <a:xfrm xmlns:a="http://schemas.openxmlformats.org/drawingml/2006/main">
            <a:off x="7258050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0474D17-E7D1-4AF1-9D8B-3B134BE911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f5f6702ee43b9"/>
          <a:stretch xmlns:a="http://schemas.openxmlformats.org/drawingml/2006/main"/>
        </p:blipFill>
        <p:spPr>
          <a:xfrm xmlns:a="http://schemas.openxmlformats.org/drawingml/2006/main">
            <a:off x="7810500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817F675-7A1B-4DAA-BBFB-C067B8F15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69463732e4bdd"/>
          <a:stretch xmlns:a="http://schemas.openxmlformats.org/drawingml/2006/main"/>
        </p:blipFill>
        <p:spPr>
          <a:xfrm xmlns:a="http://schemas.openxmlformats.org/drawingml/2006/main">
            <a:off x="8362950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B953D399-9AF6-4A0F-940F-E47728AED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9bc4c24d94bc5"/>
          <a:stretch xmlns:a="http://schemas.openxmlformats.org/drawingml/2006/main"/>
        </p:blipFill>
        <p:spPr>
          <a:xfrm xmlns:a="http://schemas.openxmlformats.org/drawingml/2006/main">
            <a:off x="8915400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EE65E04-8605-43E5-8AE2-AFF7E180D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f5614898e46c8"/>
          <a:stretch xmlns:a="http://schemas.openxmlformats.org/drawingml/2006/main"/>
        </p:blipFill>
        <p:spPr>
          <a:xfrm xmlns:a="http://schemas.openxmlformats.org/drawingml/2006/main">
            <a:off x="9458325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AB9A5EC-A5DC-43EC-B9CF-EB932A625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9dd016c9f4372"/>
          <a:stretch xmlns:a="http://schemas.openxmlformats.org/drawingml/2006/main"/>
        </p:blipFill>
        <p:spPr>
          <a:xfrm xmlns:a="http://schemas.openxmlformats.org/drawingml/2006/main">
            <a:off x="10010775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57130C9-8278-40B0-97C8-26B5B22C0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b0a7351df445c"/>
          <a:stretch xmlns:a="http://schemas.openxmlformats.org/drawingml/2006/main"/>
        </p:blipFill>
        <p:spPr>
          <a:xfrm xmlns:a="http://schemas.openxmlformats.org/drawingml/2006/main">
            <a:off x="10563225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C3A8E1D7-9115-4954-BF14-E1D0EBB14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22c2e3cfa44de"/>
          <a:stretch xmlns:a="http://schemas.openxmlformats.org/drawingml/2006/main"/>
        </p:blipFill>
        <p:spPr>
          <a:xfrm xmlns:a="http://schemas.openxmlformats.org/drawingml/2006/main">
            <a:off x="11049000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8071588-B92C-4F4E-9C91-993E14E97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7be36f95e4d74"/>
          <a:stretch xmlns:a="http://schemas.openxmlformats.org/drawingml/2006/main"/>
        </p:blipFill>
        <p:spPr>
          <a:xfrm xmlns:a="http://schemas.openxmlformats.org/drawingml/2006/main">
            <a:off x="11601450" y="514350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86BBA35-F096-4689-93D2-8F55253F1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e0c398d564598"/>
          <a:stretch xmlns:a="http://schemas.openxmlformats.org/drawingml/2006/main"/>
        </p:blipFill>
        <p:spPr>
          <a:xfrm xmlns:a="http://schemas.openxmlformats.org/drawingml/2006/main">
            <a:off x="7258050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8BC7957-3631-412A-AA36-5098D57EA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9a00068d742de"/>
          <a:stretch xmlns:a="http://schemas.openxmlformats.org/drawingml/2006/main"/>
        </p:blipFill>
        <p:spPr>
          <a:xfrm xmlns:a="http://schemas.openxmlformats.org/drawingml/2006/main">
            <a:off x="7810500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236B5A3-0337-4F96-83B5-0ED88D9E1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5124df2fd40be"/>
          <a:stretch xmlns:a="http://schemas.openxmlformats.org/drawingml/2006/main"/>
        </p:blipFill>
        <p:spPr>
          <a:xfrm xmlns:a="http://schemas.openxmlformats.org/drawingml/2006/main">
            <a:off x="8362950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0B92455-6C52-4ACC-88D2-C8D342F4A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082ff85e7463b"/>
          <a:stretch xmlns:a="http://schemas.openxmlformats.org/drawingml/2006/main"/>
        </p:blipFill>
        <p:spPr>
          <a:xfrm xmlns:a="http://schemas.openxmlformats.org/drawingml/2006/main">
            <a:off x="8915400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399E922-3C60-415D-80E9-427F48E2C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029be66f84b30"/>
          <a:stretch xmlns:a="http://schemas.openxmlformats.org/drawingml/2006/main"/>
        </p:blipFill>
        <p:spPr>
          <a:xfrm xmlns:a="http://schemas.openxmlformats.org/drawingml/2006/main">
            <a:off x="9458325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92D1D9F-24E7-4E9B-95E2-1363AC76C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5433d081243e8"/>
          <a:stretch xmlns:a="http://schemas.openxmlformats.org/drawingml/2006/main"/>
        </p:blipFill>
        <p:spPr>
          <a:xfrm xmlns:a="http://schemas.openxmlformats.org/drawingml/2006/main">
            <a:off x="10010775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FC6FF095-C5A1-4841-B431-F975AFEA1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ad2bfe38d4901"/>
          <a:stretch xmlns:a="http://schemas.openxmlformats.org/drawingml/2006/main"/>
        </p:blipFill>
        <p:spPr>
          <a:xfrm xmlns:a="http://schemas.openxmlformats.org/drawingml/2006/main">
            <a:off x="10563225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224A985-186F-46A9-B928-D6C6211F1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01dec71eb4e04"/>
          <a:stretch xmlns:a="http://schemas.openxmlformats.org/drawingml/2006/main"/>
        </p:blipFill>
        <p:spPr>
          <a:xfrm xmlns:a="http://schemas.openxmlformats.org/drawingml/2006/main">
            <a:off x="11049000" y="4324350"/>
            <a:ext cx="685800" cy="600075"/>
          </a:xfrm>
          <a:prstGeom xmlns:a="http://schemas.openxmlformats.org/drawingml/2006/main" prst="rect">
            <a:avLst/>
          </a:prstGeom>
        </p:spPr>
      </p:pic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B06BCDD-4F03-4BEC-B28B-996ADD267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21b10eb0249db"/>
          <a:stretch xmlns:a="http://schemas.openxmlformats.org/drawingml/2006/main"/>
        </p:blipFill>
        <p:spPr>
          <a:xfrm xmlns:a="http://schemas.openxmlformats.org/drawingml/2006/main">
            <a:off x="11601450" y="4324350"/>
            <a:ext cx="685800" cy="600075"/>
          </a:xfrm>
          <a:prstGeom xmlns:a="http://schemas.openxmlformats.org/drawingml/2006/main" prst="rect">
            <a:avLst/>
          </a:prstGeom>
        </p:spPr>
      </p:pic>
      <p:sp>
        <p:nvSpPr>
          <p:cNvPr id="318" name="path-292">
            <a:extLst xmlns:a="http://schemas.openxmlformats.org/drawingml/2006/main">
              <a:ext uri="{FF2B5EF4-FFF2-40B4-BE49-F238E27FC236}">
                <a16:creationId xmlns:a16="http://schemas.microsoft.com/office/drawing/2014/main" id="{55F97B99-CFC5-467A-A79B-ACF1462D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56" y="4787956"/>
            <a:ext cx="1418692" cy="765219"/>
          </a:xfrm>
          <a:custGeom xmlns:a="http://schemas.openxmlformats.org/drawingml/2006/main">
            <a:pathLst>
              <a:path w="1418692" h="765219">
                <a:moveTo>
                  <a:pt x="0" y="29431"/>
                </a:moveTo>
                <a:cubicBezTo>
                  <a:pt x="0" y="13181"/>
                  <a:pt x="13177" y="0"/>
                  <a:pt x="29431" y="0"/>
                </a:cubicBezTo>
                <a:lnTo>
                  <a:pt x="1389261" y="0"/>
                </a:lnTo>
                <a:cubicBezTo>
                  <a:pt x="1405516" y="0"/>
                  <a:pt x="1418692" y="13181"/>
                  <a:pt x="1418692" y="29431"/>
                </a:cubicBezTo>
                <a:lnTo>
                  <a:pt x="1418692" y="735786"/>
                </a:lnTo>
                <a:cubicBezTo>
                  <a:pt x="1418692" y="752037"/>
                  <a:pt x="1405516" y="765219"/>
                  <a:pt x="1389261" y="765219"/>
                </a:cubicBezTo>
                <a:lnTo>
                  <a:pt x="29431" y="765219"/>
                </a:lnTo>
                <a:cubicBezTo>
                  <a:pt x="13177" y="765219"/>
                  <a:pt x="0" y="752037"/>
                  <a:pt x="0" y="735786"/>
                </a:cubicBezTo>
                <a:lnTo>
                  <a:pt x="0" y="29431"/>
                </a:lnTo>
              </a:path>
            </a:pathLst>
          </a:custGeom>
          <a:solidFill xmlns:a="http://schemas.openxmlformats.org/drawingml/2006/main">
            <a:srgbClr val="EEFAF0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293">
            <a:extLst xmlns:a="http://schemas.openxmlformats.org/drawingml/2006/main">
              <a:ext uri="{FF2B5EF4-FFF2-40B4-BE49-F238E27FC236}">
                <a16:creationId xmlns:a16="http://schemas.microsoft.com/office/drawing/2014/main" id="{2F0406DC-2CB6-42E9-95AB-4313E86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56" y="4787956"/>
            <a:ext cx="1418690" cy="765214"/>
          </a:xfrm>
          <a:custGeom xmlns:a="http://schemas.openxmlformats.org/drawingml/2006/main">
            <a:pathLst>
              <a:path w="1418690" h="765214">
                <a:moveTo>
                  <a:pt x="0" y="29431"/>
                </a:moveTo>
                <a:cubicBezTo>
                  <a:pt x="0" y="13177"/>
                  <a:pt x="13177" y="0"/>
                  <a:pt x="29430" y="0"/>
                </a:cubicBezTo>
                <a:lnTo>
                  <a:pt x="1389260" y="0"/>
                </a:lnTo>
                <a:cubicBezTo>
                  <a:pt x="1405514" y="0"/>
                  <a:pt x="1418690" y="13177"/>
                  <a:pt x="1418690" y="29431"/>
                </a:cubicBezTo>
                <a:lnTo>
                  <a:pt x="1418690" y="735784"/>
                </a:lnTo>
                <a:cubicBezTo>
                  <a:pt x="1418690" y="752038"/>
                  <a:pt x="1405514" y="765214"/>
                  <a:pt x="1389260" y="765214"/>
                </a:cubicBezTo>
                <a:lnTo>
                  <a:pt x="29430" y="765214"/>
                </a:lnTo>
                <a:cubicBezTo>
                  <a:pt x="13177" y="765214"/>
                  <a:pt x="0" y="752038"/>
                  <a:pt x="0" y="735784"/>
                </a:cubicBezTo>
                <a:lnTo>
                  <a:pt x="0" y="29431"/>
                </a:lnTo>
              </a:path>
            </a:pathLst>
          </a:custGeom>
          <a:noFill xmlns:a="http://schemas.openxmlformats.org/drawingml/2006/main"/>
          <a:ln xmlns:a="http://schemas.openxmlformats.org/drawingml/2006/main" w="11320">
            <a:solidFill>
              <a:srgbClr val="2F843F"/>
            </a:solidFill>
            <a:prstDash val="solid"/>
          </a:ln>
        </p:spPr>
      </p:sp>
      <p:sp>
        <p:nvSpPr>
          <p:cNvPr id="320" name="path-294">
            <a:extLst xmlns:a="http://schemas.openxmlformats.org/drawingml/2006/main">
              <a:ext uri="{FF2B5EF4-FFF2-40B4-BE49-F238E27FC236}">
                <a16:creationId xmlns:a16="http://schemas.microsoft.com/office/drawing/2014/main" id="{83EF7D4F-8ED2-4E50-BDA7-960519A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364" y="4787956"/>
            <a:ext cx="1219308" cy="759156"/>
          </a:xfrm>
          <a:custGeom xmlns:a="http://schemas.openxmlformats.org/drawingml/2006/main">
            <a:pathLst>
              <a:path w="1219308" h="759156">
                <a:moveTo>
                  <a:pt x="0" y="29193"/>
                </a:moveTo>
                <a:cubicBezTo>
                  <a:pt x="0" y="13068"/>
                  <a:pt x="13072" y="0"/>
                  <a:pt x="29197" y="0"/>
                </a:cubicBezTo>
                <a:lnTo>
                  <a:pt x="1190112" y="0"/>
                </a:lnTo>
                <a:cubicBezTo>
                  <a:pt x="1206236" y="0"/>
                  <a:pt x="1219308" y="13068"/>
                  <a:pt x="1219308" y="29193"/>
                </a:cubicBezTo>
                <a:lnTo>
                  <a:pt x="1219308" y="729951"/>
                </a:lnTo>
                <a:cubicBezTo>
                  <a:pt x="1219308" y="746075"/>
                  <a:pt x="1206236" y="759156"/>
                  <a:pt x="1190112" y="759156"/>
                </a:cubicBezTo>
                <a:lnTo>
                  <a:pt x="29197" y="759156"/>
                </a:lnTo>
                <a:cubicBezTo>
                  <a:pt x="13072" y="759156"/>
                  <a:pt x="0" y="746075"/>
                  <a:pt x="0" y="729951"/>
                </a:cubicBezTo>
                <a:lnTo>
                  <a:pt x="0" y="29193"/>
                </a:lnTo>
              </a:path>
            </a:pathLst>
          </a:custGeom>
          <a:solidFill xmlns:a="http://schemas.openxmlformats.org/drawingml/2006/main">
            <a:srgbClr val="EEF7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295">
            <a:extLst xmlns:a="http://schemas.openxmlformats.org/drawingml/2006/main">
              <a:ext uri="{FF2B5EF4-FFF2-40B4-BE49-F238E27FC236}">
                <a16:creationId xmlns:a16="http://schemas.microsoft.com/office/drawing/2014/main" id="{E6B317A9-8DF0-4A86-BDA9-60364757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364" y="4787956"/>
            <a:ext cx="1219308" cy="759150"/>
          </a:xfrm>
          <a:custGeom xmlns:a="http://schemas.openxmlformats.org/drawingml/2006/main">
            <a:pathLst>
              <a:path w="1219308" h="759150">
                <a:moveTo>
                  <a:pt x="0" y="29197"/>
                </a:moveTo>
                <a:cubicBezTo>
                  <a:pt x="0" y="13072"/>
                  <a:pt x="13072" y="0"/>
                  <a:pt x="29197" y="0"/>
                </a:cubicBezTo>
                <a:lnTo>
                  <a:pt x="1190110" y="0"/>
                </a:lnTo>
                <a:cubicBezTo>
                  <a:pt x="1206236" y="0"/>
                  <a:pt x="1219308" y="13072"/>
                  <a:pt x="1219308" y="29197"/>
                </a:cubicBezTo>
                <a:lnTo>
                  <a:pt x="1219308" y="729953"/>
                </a:lnTo>
                <a:cubicBezTo>
                  <a:pt x="1219308" y="746078"/>
                  <a:pt x="1206236" y="759150"/>
                  <a:pt x="1190110" y="759150"/>
                </a:cubicBezTo>
                <a:lnTo>
                  <a:pt x="29197" y="759150"/>
                </a:lnTo>
                <a:cubicBezTo>
                  <a:pt x="13072" y="759150"/>
                  <a:pt x="0" y="746078"/>
                  <a:pt x="0" y="729953"/>
                </a:cubicBezTo>
                <a:lnTo>
                  <a:pt x="0" y="29197"/>
                </a:lnTo>
              </a:path>
            </a:pathLst>
          </a:custGeom>
          <a:noFill xmlns:a="http://schemas.openxmlformats.org/drawingml/2006/main"/>
          <a:ln xmlns:a="http://schemas.openxmlformats.org/drawingml/2006/main" w="11320">
            <a:solidFill>
              <a:srgbClr val="1A56B4"/>
            </a:solidFill>
            <a:prstDash val="solid"/>
          </a:ln>
        </p:spPr>
      </p:sp>
      <p:sp>
        <p:nvSpPr>
          <p:cNvPr id="322" name="path-296">
            <a:extLst xmlns:a="http://schemas.openxmlformats.org/drawingml/2006/main">
              <a:ext uri="{FF2B5EF4-FFF2-40B4-BE49-F238E27FC236}">
                <a16:creationId xmlns:a16="http://schemas.microsoft.com/office/drawing/2014/main" id="{2EB93506-1548-43F8-BAB5-1507191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571" y="4782372"/>
            <a:ext cx="1436659" cy="755672"/>
          </a:xfrm>
          <a:custGeom xmlns:a="http://schemas.openxmlformats.org/drawingml/2006/main">
            <a:pathLst>
              <a:path w="1436659" h="755672">
                <a:moveTo>
                  <a:pt x="0" y="29053"/>
                </a:moveTo>
                <a:cubicBezTo>
                  <a:pt x="0" y="13005"/>
                  <a:pt x="13012" y="0"/>
                  <a:pt x="29064" y="0"/>
                </a:cubicBezTo>
                <a:lnTo>
                  <a:pt x="1407596" y="0"/>
                </a:lnTo>
                <a:cubicBezTo>
                  <a:pt x="1423647" y="0"/>
                  <a:pt x="1436659" y="13005"/>
                  <a:pt x="1436659" y="29053"/>
                </a:cubicBezTo>
                <a:lnTo>
                  <a:pt x="1436659" y="726604"/>
                </a:lnTo>
                <a:cubicBezTo>
                  <a:pt x="1436659" y="742654"/>
                  <a:pt x="1423647" y="755672"/>
                  <a:pt x="1407596" y="755672"/>
                </a:cubicBezTo>
                <a:lnTo>
                  <a:pt x="29064" y="755672"/>
                </a:lnTo>
                <a:cubicBezTo>
                  <a:pt x="13012" y="755672"/>
                  <a:pt x="0" y="742654"/>
                  <a:pt x="0" y="726604"/>
                </a:cubicBezTo>
                <a:lnTo>
                  <a:pt x="0" y="29053"/>
                </a:lnTo>
              </a:path>
            </a:pathLst>
          </a:custGeom>
          <a:solidFill xmlns:a="http://schemas.openxmlformats.org/drawingml/2006/main">
            <a:srgbClr val="FFF2E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297">
            <a:extLst xmlns:a="http://schemas.openxmlformats.org/drawingml/2006/main">
              <a:ext uri="{FF2B5EF4-FFF2-40B4-BE49-F238E27FC236}">
                <a16:creationId xmlns:a16="http://schemas.microsoft.com/office/drawing/2014/main" id="{5CC322D1-8BFA-41C5-9393-9FF11FF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571" y="4782372"/>
            <a:ext cx="1436659" cy="755674"/>
          </a:xfrm>
          <a:custGeom xmlns:a="http://schemas.openxmlformats.org/drawingml/2006/main">
            <a:pathLst>
              <a:path w="1436659" h="755674">
                <a:moveTo>
                  <a:pt x="0" y="29063"/>
                </a:moveTo>
                <a:cubicBezTo>
                  <a:pt x="0" y="13012"/>
                  <a:pt x="13012" y="0"/>
                  <a:pt x="29064" y="0"/>
                </a:cubicBezTo>
                <a:lnTo>
                  <a:pt x="1407596" y="0"/>
                </a:lnTo>
                <a:cubicBezTo>
                  <a:pt x="1423649" y="0"/>
                  <a:pt x="1436659" y="13012"/>
                  <a:pt x="1436659" y="29063"/>
                </a:cubicBezTo>
                <a:lnTo>
                  <a:pt x="1436659" y="726610"/>
                </a:lnTo>
                <a:cubicBezTo>
                  <a:pt x="1436659" y="742662"/>
                  <a:pt x="1423649" y="755674"/>
                  <a:pt x="1407596" y="755674"/>
                </a:cubicBezTo>
                <a:lnTo>
                  <a:pt x="29064" y="755674"/>
                </a:lnTo>
                <a:cubicBezTo>
                  <a:pt x="13012" y="755674"/>
                  <a:pt x="0" y="742662"/>
                  <a:pt x="0" y="726610"/>
                </a:cubicBezTo>
                <a:lnTo>
                  <a:pt x="0" y="29063"/>
                </a:lnTo>
              </a:path>
            </a:pathLst>
          </a:custGeom>
          <a:noFill xmlns:a="http://schemas.openxmlformats.org/drawingml/2006/main"/>
          <a:ln xmlns:a="http://schemas.openxmlformats.org/drawingml/2006/main" w="11320">
            <a:solidFill>
              <a:srgbClr val="DF6923"/>
            </a:solidFill>
            <a:prstDash val="solid"/>
          </a:ln>
        </p:spPr>
      </p:sp>
      <p:sp>
        <p:nvSpPr>
          <p:cNvPr id="324" name="path-298">
            <a:extLst xmlns:a="http://schemas.openxmlformats.org/drawingml/2006/main">
              <a:ext uri="{FF2B5EF4-FFF2-40B4-BE49-F238E27FC236}">
                <a16:creationId xmlns:a16="http://schemas.microsoft.com/office/drawing/2014/main" id="{ADC8DF18-0B98-4CB8-AB96-C07227A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446" y="4787956"/>
            <a:ext cx="624485" cy="744491"/>
          </a:xfrm>
          <a:custGeom xmlns:a="http://schemas.openxmlformats.org/drawingml/2006/main">
            <a:pathLst>
              <a:path w="624485" h="744491">
                <a:moveTo>
                  <a:pt x="0" y="24025"/>
                </a:moveTo>
                <a:cubicBezTo>
                  <a:pt x="0" y="10754"/>
                  <a:pt x="10755" y="0"/>
                  <a:pt x="24019" y="0"/>
                </a:cubicBezTo>
                <a:lnTo>
                  <a:pt x="600466" y="0"/>
                </a:lnTo>
                <a:cubicBezTo>
                  <a:pt x="613731" y="0"/>
                  <a:pt x="624485" y="10754"/>
                  <a:pt x="624485" y="24025"/>
                </a:cubicBezTo>
                <a:lnTo>
                  <a:pt x="624485" y="720479"/>
                </a:lnTo>
                <a:cubicBezTo>
                  <a:pt x="624485" y="733750"/>
                  <a:pt x="613731" y="744491"/>
                  <a:pt x="600466" y="744491"/>
                </a:cubicBezTo>
                <a:lnTo>
                  <a:pt x="24019" y="744491"/>
                </a:lnTo>
                <a:cubicBezTo>
                  <a:pt x="10755" y="744491"/>
                  <a:pt x="0" y="733750"/>
                  <a:pt x="0" y="720479"/>
                </a:cubicBezTo>
                <a:lnTo>
                  <a:pt x="0" y="24025"/>
                </a:lnTo>
              </a:path>
            </a:pathLst>
          </a:custGeom>
          <a:solidFill xmlns:a="http://schemas.openxmlformats.org/drawingml/2006/main">
            <a:srgbClr val="F7F1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299">
            <a:extLst xmlns:a="http://schemas.openxmlformats.org/drawingml/2006/main">
              <a:ext uri="{FF2B5EF4-FFF2-40B4-BE49-F238E27FC236}">
                <a16:creationId xmlns:a16="http://schemas.microsoft.com/office/drawing/2014/main" id="{DF21C60B-6A26-4304-8987-44CB0AF0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446" y="4787956"/>
            <a:ext cx="624482" cy="744495"/>
          </a:xfrm>
          <a:custGeom xmlns:a="http://schemas.openxmlformats.org/drawingml/2006/main">
            <a:pathLst>
              <a:path w="624482" h="744495">
                <a:moveTo>
                  <a:pt x="0" y="24017"/>
                </a:moveTo>
                <a:cubicBezTo>
                  <a:pt x="0" y="10753"/>
                  <a:pt x="10754" y="0"/>
                  <a:pt x="24017" y="0"/>
                </a:cubicBezTo>
                <a:lnTo>
                  <a:pt x="600465" y="0"/>
                </a:lnTo>
                <a:cubicBezTo>
                  <a:pt x="613730" y="0"/>
                  <a:pt x="624482" y="10753"/>
                  <a:pt x="624482" y="24017"/>
                </a:cubicBezTo>
                <a:lnTo>
                  <a:pt x="624482" y="720477"/>
                </a:lnTo>
                <a:cubicBezTo>
                  <a:pt x="624482" y="733742"/>
                  <a:pt x="613730" y="744495"/>
                  <a:pt x="600465" y="744495"/>
                </a:cubicBezTo>
                <a:lnTo>
                  <a:pt x="24017" y="744495"/>
                </a:lnTo>
                <a:cubicBezTo>
                  <a:pt x="10754" y="744495"/>
                  <a:pt x="0" y="733742"/>
                  <a:pt x="0" y="720477"/>
                </a:cubicBezTo>
                <a:lnTo>
                  <a:pt x="0" y="24017"/>
                </a:lnTo>
              </a:path>
            </a:pathLst>
          </a:custGeom>
          <a:noFill xmlns:a="http://schemas.openxmlformats.org/drawingml/2006/main"/>
          <a:ln xmlns:a="http://schemas.openxmlformats.org/drawingml/2006/main" w="11320">
            <a:solidFill>
              <a:srgbClr val="683AA8"/>
            </a:solidFill>
            <a:prstDash val="solid"/>
          </a:ln>
        </p:spPr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388DCD50-1A3F-4C99-B65A-8AFF2B16E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8cb4fa1d84cc4"/>
          <a:stretch xmlns:a="http://schemas.openxmlformats.org/drawingml/2006/main"/>
        </p:blipFill>
        <p:spPr>
          <a:xfrm xmlns:a="http://schemas.openxmlformats.org/drawingml/2006/main">
            <a:off x="7292465" y="5693567"/>
            <a:ext cx="1177278" cy="1107849"/>
          </a:xfrm>
          <a:prstGeom xmlns:a="http://schemas.openxmlformats.org/drawingml/2006/main" prst="rect">
            <a:avLst/>
          </a:prstGeom>
        </p:spPr>
      </p:pic>
      <p:sp>
        <p:nvSpPr>
          <p:cNvPr id="327" name="text-301 Opening">
            <a:extLst xmlns:a="http://schemas.openxmlformats.org/drawingml/2006/main">
              <a:ext uri="{FF2B5EF4-FFF2-40B4-BE49-F238E27FC236}">
                <a16:creationId xmlns:a16="http://schemas.microsoft.com/office/drawing/2014/main" id="{FF790D9F-18DA-4BA9-8196-6DEAFC7C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4812" y="6205164"/>
            <a:ext cx="541763" cy="19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Opening</a:t>
            </a:r>
          </a:p>
        </p:txBody>
      </p:sp>
      <p:sp>
        <p:nvSpPr>
          <p:cNvPr id="328" name="text-302 Opening">
            <a:extLst xmlns:a="http://schemas.openxmlformats.org/drawingml/2006/main">
              <a:ext uri="{FF2B5EF4-FFF2-40B4-BE49-F238E27FC236}">
                <a16:creationId xmlns:a16="http://schemas.microsoft.com/office/drawing/2014/main" id="{C9DD09D6-6181-40F0-A3FC-BD2D2012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4812" y="6205164"/>
            <a:ext cx="541763" cy="19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Opening</a:t>
            </a:r>
          </a:p>
        </p:txBody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66B602C0-714F-466B-8C1F-259AF27F4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bd8855d264e08"/>
          <a:stretch xmlns:a="http://schemas.openxmlformats.org/drawingml/2006/main"/>
        </p:blipFill>
        <p:spPr>
          <a:xfrm xmlns:a="http://schemas.openxmlformats.org/drawingml/2006/main">
            <a:off x="8530116" y="5693568"/>
            <a:ext cx="1159166" cy="1086718"/>
          </a:xfrm>
          <a:prstGeom xmlns:a="http://schemas.openxmlformats.org/drawingml/2006/main" prst="rect">
            <a:avLst/>
          </a:prstGeom>
        </p:spPr>
      </p:pic>
      <p:sp>
        <p:nvSpPr>
          <p:cNvPr id="330" name="text-304 Business">
            <a:extLst xmlns:a="http://schemas.openxmlformats.org/drawingml/2006/main">
              <a:ext uri="{FF2B5EF4-FFF2-40B4-BE49-F238E27FC236}">
                <a16:creationId xmlns:a16="http://schemas.microsoft.com/office/drawing/2014/main" id="{2C427790-8A76-4E39-864A-66DC1AE0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2851" y="6192560"/>
            <a:ext cx="574906" cy="194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Business</a:t>
            </a:r>
          </a:p>
        </p:txBody>
      </p:sp>
      <p:sp>
        <p:nvSpPr>
          <p:cNvPr id="331" name="text-305 Business">
            <a:extLst xmlns:a="http://schemas.openxmlformats.org/drawingml/2006/main">
              <a:ext uri="{FF2B5EF4-FFF2-40B4-BE49-F238E27FC236}">
                <a16:creationId xmlns:a16="http://schemas.microsoft.com/office/drawing/2014/main" id="{F19626AD-A4DA-46AF-824F-06F9587F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2851" y="6192560"/>
            <a:ext cx="574906" cy="194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Business</a:t>
            </a:r>
          </a:p>
        </p:txBody>
      </p:sp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D2F481C-5CDF-4B0F-BBBD-781263A15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13dd28b7a4675"/>
          <a:stretch xmlns:a="http://schemas.openxmlformats.org/drawingml/2006/main"/>
        </p:blipFill>
        <p:spPr>
          <a:xfrm xmlns:a="http://schemas.openxmlformats.org/drawingml/2006/main">
            <a:off x="9698338" y="5666400"/>
            <a:ext cx="1131999" cy="1113887"/>
          </a:xfrm>
          <a:prstGeom xmlns:a="http://schemas.openxmlformats.org/drawingml/2006/main" prst="rect">
            <a:avLst/>
          </a:prstGeom>
        </p:spPr>
      </p:pic>
      <p:sp>
        <p:nvSpPr>
          <p:cNvPr id="333" name="text-307 Cars">
            <a:extLst xmlns:a="http://schemas.openxmlformats.org/drawingml/2006/main">
              <a:ext uri="{FF2B5EF4-FFF2-40B4-BE49-F238E27FC236}">
                <a16:creationId xmlns:a16="http://schemas.microsoft.com/office/drawing/2014/main" id="{DF153401-5429-4E14-9F52-D9804EDB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0562" y="6193211"/>
            <a:ext cx="312343" cy="193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Cars</a:t>
            </a:r>
          </a:p>
        </p:txBody>
      </p:sp>
      <p:sp>
        <p:nvSpPr>
          <p:cNvPr id="334" name="text-308 Cars">
            <a:extLst xmlns:a="http://schemas.openxmlformats.org/drawingml/2006/main">
              <a:ext uri="{FF2B5EF4-FFF2-40B4-BE49-F238E27FC236}">
                <a16:creationId xmlns:a16="http://schemas.microsoft.com/office/drawing/2014/main" id="{A95247F1-C38E-4614-BF2D-4D49F40E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0562" y="6193211"/>
            <a:ext cx="312343" cy="193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Cars</a:t>
            </a:r>
          </a:p>
        </p:txBody>
      </p:sp>
      <p:pic>
        <p:nvPic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0AAF319-F5AD-4833-B4F3-8DA9F311E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cc7333c0d4e03"/>
          <a:stretch xmlns:a="http://schemas.openxmlformats.org/drawingml/2006/main"/>
        </p:blipFill>
        <p:spPr>
          <a:xfrm xmlns:a="http://schemas.openxmlformats.org/drawingml/2006/main">
            <a:off x="8334375" y="43338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E24FFA5F-EDA9-4B3A-9C27-3BC7500AD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8cd2fe4e54e2b"/>
          <a:stretch xmlns:a="http://schemas.openxmlformats.org/drawingml/2006/main"/>
        </p:blipFill>
        <p:spPr>
          <a:xfrm xmlns:a="http://schemas.openxmlformats.org/drawingml/2006/main">
            <a:off x="9801225" y="43338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A4C8166D-210B-4F08-8105-912E1AF2A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5cdeefbbf40ef"/>
          <a:stretch xmlns:a="http://schemas.openxmlformats.org/drawingml/2006/main"/>
        </p:blipFill>
        <p:spPr>
          <a:xfrm xmlns:a="http://schemas.openxmlformats.org/drawingml/2006/main">
            <a:off x="11258550" y="43338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18ED01A2-7C99-463D-A877-9409A67A3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5fd89f41e4e06"/>
          <a:stretch xmlns:a="http://schemas.openxmlformats.org/drawingml/2006/main"/>
        </p:blipFill>
        <p:spPr>
          <a:xfrm xmlns:a="http://schemas.openxmlformats.org/drawingml/2006/main">
            <a:off x="10875617" y="5678475"/>
            <a:ext cx="1144073" cy="1074643"/>
          </a:xfrm>
          <a:prstGeom xmlns:a="http://schemas.openxmlformats.org/drawingml/2006/main" prst="rect">
            <a:avLst/>
          </a:prstGeom>
        </p:spPr>
      </p:pic>
      <p:sp>
        <p:nvSpPr>
          <p:cNvPr id="339" name="text-313 Engage">
            <a:extLst xmlns:a="http://schemas.openxmlformats.org/drawingml/2006/main">
              <a:ext uri="{FF2B5EF4-FFF2-40B4-BE49-F238E27FC236}">
                <a16:creationId xmlns:a16="http://schemas.microsoft.com/office/drawing/2014/main" id="{6905835C-6929-4303-9779-07AF700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1970" y="6180640"/>
            <a:ext cx="478102" cy="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Engage</a:t>
            </a:r>
          </a:p>
        </p:txBody>
      </p:sp>
      <p:sp>
        <p:nvSpPr>
          <p:cNvPr id="340" name="text-314 Engage">
            <a:extLst xmlns:a="http://schemas.openxmlformats.org/drawingml/2006/main">
              <a:ext uri="{FF2B5EF4-FFF2-40B4-BE49-F238E27FC236}">
                <a16:creationId xmlns:a16="http://schemas.microsoft.com/office/drawing/2014/main" id="{F6D321C3-AB36-4BF7-A125-0E3502F4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1970" y="6180640"/>
            <a:ext cx="478102" cy="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Engage</a:t>
            </a:r>
          </a:p>
        </p:txBody>
      </p:sp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BC02A9B-ADA3-4F15-B2CF-3AF2C57FB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77e0bd79843e2"/>
          <a:stretch xmlns:a="http://schemas.openxmlformats.org/drawingml/2006/main"/>
        </p:blipFill>
        <p:spPr>
          <a:xfrm xmlns:a="http://schemas.openxmlformats.org/drawingml/2006/main">
            <a:off x="12525375" y="4657725"/>
            <a:ext cx="771525" cy="561975"/>
          </a:xfrm>
          <a:prstGeom xmlns:a="http://schemas.openxmlformats.org/drawingml/2006/main" prst="rect">
            <a:avLst/>
          </a:prstGeom>
        </p:spPr>
      </p:pic>
      <p:sp>
        <p:nvSpPr>
          <p:cNvPr id="342" name="path-316">
            <a:extLst xmlns:a="http://schemas.openxmlformats.org/drawingml/2006/main">
              <a:ext uri="{FF2B5EF4-FFF2-40B4-BE49-F238E27FC236}">
                <a16:creationId xmlns:a16="http://schemas.microsoft.com/office/drawing/2014/main" id="{10485E66-6185-491A-A1A8-574F45C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941" y="4608220"/>
            <a:ext cx="842902" cy="640110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6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6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15093">
            <a:solidFill>
              <a:srgbClr val="2F843F"/>
            </a:solidFill>
            <a:prstDash val="solid"/>
          </a:ln>
        </p:spPr>
      </p:sp>
      <p:sp>
        <p:nvSpPr>
          <p:cNvPr id="343" name="text-317 ↓">
            <a:extLst xmlns:a="http://schemas.openxmlformats.org/drawingml/2006/main">
              <a:ext uri="{FF2B5EF4-FFF2-40B4-BE49-F238E27FC236}">
                <a16:creationId xmlns:a16="http://schemas.microsoft.com/office/drawing/2014/main" id="{D884C029-EE93-45D8-A59E-A572725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1720" y="5224095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44" name="path-318">
            <a:extLst xmlns:a="http://schemas.openxmlformats.org/drawingml/2006/main">
              <a:ext uri="{FF2B5EF4-FFF2-40B4-BE49-F238E27FC236}">
                <a16:creationId xmlns:a16="http://schemas.microsoft.com/office/drawing/2014/main" id="{CECCD6A7-CEBC-4AE3-8F60-830DD17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954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8" y="0"/>
                  <a:pt x="66034" y="0"/>
                </a:cubicBezTo>
                <a:lnTo>
                  <a:pt x="764099" y="0"/>
                </a:lnTo>
                <a:cubicBezTo>
                  <a:pt x="800562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2" y="518832"/>
                  <a:pt x="764099" y="518832"/>
                </a:cubicBezTo>
                <a:lnTo>
                  <a:pt x="66034" y="518832"/>
                </a:lnTo>
                <a:cubicBezTo>
                  <a:pt x="29558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19">
            <a:extLst xmlns:a="http://schemas.openxmlformats.org/drawingml/2006/main">
              <a:ext uri="{FF2B5EF4-FFF2-40B4-BE49-F238E27FC236}">
                <a16:creationId xmlns:a16="http://schemas.microsoft.com/office/drawing/2014/main" id="{B8DF8C9D-5A53-4CB0-9CC2-B5324F8D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954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2F843F"/>
            </a:solidFill>
            <a:prstDash val="solid"/>
          </a:ln>
        </p:spPr>
      </p:sp>
      <p:sp>
        <p:nvSpPr>
          <p:cNvPr id="346" name="text-320 Plane">
            <a:extLst xmlns:a="http://schemas.openxmlformats.org/drawingml/2006/main">
              <a:ext uri="{FF2B5EF4-FFF2-40B4-BE49-F238E27FC236}">
                <a16:creationId xmlns:a16="http://schemas.microsoft.com/office/drawing/2014/main" id="{B73B6421-C056-41B6-8814-9CD860B6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2799" y="6339492"/>
            <a:ext cx="342006" cy="187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347" name="text-321 Plane">
            <a:extLst xmlns:a="http://schemas.openxmlformats.org/drawingml/2006/main">
              <a:ext uri="{FF2B5EF4-FFF2-40B4-BE49-F238E27FC236}">
                <a16:creationId xmlns:a16="http://schemas.microsoft.com/office/drawing/2014/main" id="{877DB628-BD45-49B2-B50C-D43C25A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2799" y="6339492"/>
            <a:ext cx="342006" cy="187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pic>
        <p:nvPic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932D7CCA-925C-41DB-BDB8-3206C4E52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9c60794d343d9"/>
          <a:stretch xmlns:a="http://schemas.openxmlformats.org/drawingml/2006/main"/>
        </p:blipFill>
        <p:spPr>
          <a:xfrm xmlns:a="http://schemas.openxmlformats.org/drawingml/2006/main">
            <a:off x="13496925" y="4657725"/>
            <a:ext cx="771525" cy="561975"/>
          </a:xfrm>
          <a:prstGeom xmlns:a="http://schemas.openxmlformats.org/drawingml/2006/main" prst="rect">
            <a:avLst/>
          </a:prstGeom>
        </p:spPr>
      </p:pic>
      <p:sp>
        <p:nvSpPr>
          <p:cNvPr id="349" name="path-323">
            <a:extLst xmlns:a="http://schemas.openxmlformats.org/drawingml/2006/main">
              <a:ext uri="{FF2B5EF4-FFF2-40B4-BE49-F238E27FC236}">
                <a16:creationId xmlns:a16="http://schemas.microsoft.com/office/drawing/2014/main" id="{B8529321-1E88-47B8-9DA3-63021BAC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572" y="4608220"/>
            <a:ext cx="842902" cy="640110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7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7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15093">
            <a:solidFill>
              <a:srgbClr val="1A56B4"/>
            </a:solidFill>
            <a:prstDash val="solid"/>
          </a:ln>
        </p:spPr>
      </p:sp>
      <p:sp>
        <p:nvSpPr>
          <p:cNvPr id="350" name="text-324 ↓">
            <a:extLst xmlns:a="http://schemas.openxmlformats.org/drawingml/2006/main">
              <a:ext uri="{FF2B5EF4-FFF2-40B4-BE49-F238E27FC236}">
                <a16:creationId xmlns:a16="http://schemas.microsoft.com/office/drawing/2014/main" id="{02AF8615-EC64-48CB-B8C0-06D6B502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3352" y="5224095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51" name="path-325">
            <a:extLst xmlns:a="http://schemas.openxmlformats.org/drawingml/2006/main">
              <a:ext uri="{FF2B5EF4-FFF2-40B4-BE49-F238E27FC236}">
                <a16:creationId xmlns:a16="http://schemas.microsoft.com/office/drawing/2014/main" id="{FFCAA5B8-0A03-4AE8-8F5E-981C5CB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586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6" y="0"/>
                  <a:pt x="66032" y="0"/>
                </a:cubicBezTo>
                <a:lnTo>
                  <a:pt x="764099" y="0"/>
                </a:lnTo>
                <a:cubicBezTo>
                  <a:pt x="800560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0" y="518832"/>
                  <a:pt x="764099" y="518832"/>
                </a:cubicBezTo>
                <a:lnTo>
                  <a:pt x="66032" y="518832"/>
                </a:lnTo>
                <a:cubicBezTo>
                  <a:pt x="29556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26">
            <a:extLst xmlns:a="http://schemas.openxmlformats.org/drawingml/2006/main">
              <a:ext uri="{FF2B5EF4-FFF2-40B4-BE49-F238E27FC236}">
                <a16:creationId xmlns:a16="http://schemas.microsoft.com/office/drawing/2014/main" id="{2585E334-E860-47DD-ADE1-1086486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586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1A56B4"/>
            </a:solidFill>
            <a:prstDash val="solid"/>
          </a:ln>
        </p:spPr>
      </p:sp>
      <p:sp>
        <p:nvSpPr>
          <p:cNvPr id="353" name="text-327 eBay">
            <a:extLst xmlns:a="http://schemas.openxmlformats.org/drawingml/2006/main">
              <a:ext uri="{FF2B5EF4-FFF2-40B4-BE49-F238E27FC236}">
                <a16:creationId xmlns:a16="http://schemas.microsoft.com/office/drawing/2014/main" id="{114A175A-E4DE-401D-8507-72A77FB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5435" y="6339624"/>
            <a:ext cx="319397" cy="18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354" name="text-328 eBay">
            <a:extLst xmlns:a="http://schemas.openxmlformats.org/drawingml/2006/main">
              <a:ext uri="{FF2B5EF4-FFF2-40B4-BE49-F238E27FC236}">
                <a16:creationId xmlns:a16="http://schemas.microsoft.com/office/drawing/2014/main" id="{DA08F1C0-2A00-4D7D-9C1E-50E698CA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5435" y="6339624"/>
            <a:ext cx="319397" cy="18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105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F375283-F89D-41AC-AD1D-7BB4FBAD5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8cced07e84c3a"/>
          <a:stretch xmlns:a="http://schemas.openxmlformats.org/drawingml/2006/main"/>
        </p:blipFill>
        <p:spPr>
          <a:xfrm xmlns:a="http://schemas.openxmlformats.org/drawingml/2006/main">
            <a:off x="14468475" y="4657725"/>
            <a:ext cx="771525" cy="561975"/>
          </a:xfrm>
          <a:prstGeom xmlns:a="http://schemas.openxmlformats.org/drawingml/2006/main" prst="rect">
            <a:avLst/>
          </a:prstGeom>
        </p:spPr>
      </p:pic>
      <p:sp>
        <p:nvSpPr>
          <p:cNvPr id="356" name="path-330">
            <a:extLst xmlns:a="http://schemas.openxmlformats.org/drawingml/2006/main">
              <a:ext uri="{FF2B5EF4-FFF2-40B4-BE49-F238E27FC236}">
                <a16:creationId xmlns:a16="http://schemas.microsoft.com/office/drawing/2014/main" id="{7A30109D-3FA8-4420-AF8F-F8B24051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205" y="4608220"/>
            <a:ext cx="842902" cy="640110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7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7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15093">
            <a:solidFill>
              <a:srgbClr val="DF6923"/>
            </a:solidFill>
            <a:prstDash val="solid"/>
          </a:ln>
        </p:spPr>
      </p:sp>
      <p:sp>
        <p:nvSpPr>
          <p:cNvPr id="357" name="text-331 ↓">
            <a:extLst xmlns:a="http://schemas.openxmlformats.org/drawingml/2006/main">
              <a:ext uri="{FF2B5EF4-FFF2-40B4-BE49-F238E27FC236}">
                <a16:creationId xmlns:a16="http://schemas.microsoft.com/office/drawing/2014/main" id="{8DA543C7-63F6-4E5D-B583-0D3D58A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4985" y="5224095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58" name="path-332">
            <a:extLst xmlns:a="http://schemas.openxmlformats.org/drawingml/2006/main">
              <a:ext uri="{FF2B5EF4-FFF2-40B4-BE49-F238E27FC236}">
                <a16:creationId xmlns:a16="http://schemas.microsoft.com/office/drawing/2014/main" id="{E1C6EDFB-23C9-4E4E-8E78-604E7810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218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8" y="0"/>
                  <a:pt x="66034" y="0"/>
                </a:cubicBezTo>
                <a:lnTo>
                  <a:pt x="764100" y="0"/>
                </a:lnTo>
                <a:cubicBezTo>
                  <a:pt x="800562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2" y="518832"/>
                  <a:pt x="764100" y="518832"/>
                </a:cubicBezTo>
                <a:lnTo>
                  <a:pt x="66034" y="518832"/>
                </a:lnTo>
                <a:cubicBezTo>
                  <a:pt x="29558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33">
            <a:extLst xmlns:a="http://schemas.openxmlformats.org/drawingml/2006/main">
              <a:ext uri="{FF2B5EF4-FFF2-40B4-BE49-F238E27FC236}">
                <a16:creationId xmlns:a16="http://schemas.microsoft.com/office/drawing/2014/main" id="{BE15A948-5A0B-4A0B-994C-83F489F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218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DF6923"/>
            </a:solidFill>
            <a:prstDash val="solid"/>
          </a:ln>
        </p:spPr>
      </p:sp>
      <p:sp>
        <p:nvSpPr>
          <p:cNvPr id="360" name="text-334 Audi">
            <a:extLst xmlns:a="http://schemas.openxmlformats.org/drawingml/2006/main">
              <a:ext uri="{FF2B5EF4-FFF2-40B4-BE49-F238E27FC236}">
                <a16:creationId xmlns:a16="http://schemas.microsoft.com/office/drawing/2014/main" id="{86892832-D022-44CA-AAA3-6BD35CD8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942" y="6340622"/>
            <a:ext cx="304865" cy="18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361" name="text-335 Audi">
            <a:extLst xmlns:a="http://schemas.openxmlformats.org/drawingml/2006/main">
              <a:ext uri="{FF2B5EF4-FFF2-40B4-BE49-F238E27FC236}">
                <a16:creationId xmlns:a16="http://schemas.microsoft.com/office/drawing/2014/main" id="{9B3FB8BA-3A7E-40B6-B46C-A53ADA0F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942" y="6340622"/>
            <a:ext cx="304865" cy="18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362" name="text-336 R8">
            <a:extLst xmlns:a="http://schemas.openxmlformats.org/drawingml/2006/main">
              <a:ext uri="{FF2B5EF4-FFF2-40B4-BE49-F238E27FC236}">
                <a16:creationId xmlns:a16="http://schemas.microsoft.com/office/drawing/2014/main" id="{05607394-65E0-4CBE-869B-01518060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1103" y="6337765"/>
            <a:ext cx="192175" cy="189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363" name="text-337 R8">
            <a:extLst xmlns:a="http://schemas.openxmlformats.org/drawingml/2006/main">
              <a:ext uri="{FF2B5EF4-FFF2-40B4-BE49-F238E27FC236}">
                <a16:creationId xmlns:a16="http://schemas.microsoft.com/office/drawing/2014/main" id="{3DD2DABA-328A-4D4A-B8F5-4631494C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1103" y="6337765"/>
            <a:ext cx="192175" cy="189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F931B6D-D637-42A3-8C22-670B03A017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2f63d526a4338"/>
          <a:stretch xmlns:a="http://schemas.openxmlformats.org/drawingml/2006/main"/>
        </p:blipFill>
        <p:spPr>
          <a:xfrm xmlns:a="http://schemas.openxmlformats.org/drawingml/2006/main">
            <a:off x="15440025" y="4657725"/>
            <a:ext cx="771525" cy="561975"/>
          </a:xfrm>
          <a:prstGeom xmlns:a="http://schemas.openxmlformats.org/drawingml/2006/main" prst="rect">
            <a:avLst/>
          </a:prstGeom>
        </p:spPr>
      </p:pic>
      <p:sp>
        <p:nvSpPr>
          <p:cNvPr id="365" name="path-339">
            <a:extLst xmlns:a="http://schemas.openxmlformats.org/drawingml/2006/main">
              <a:ext uri="{FF2B5EF4-FFF2-40B4-BE49-F238E27FC236}">
                <a16:creationId xmlns:a16="http://schemas.microsoft.com/office/drawing/2014/main" id="{8095EFF9-D428-474E-A9F1-26BB407A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5837" y="4608220"/>
            <a:ext cx="842902" cy="640110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7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7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15093">
            <a:solidFill>
              <a:srgbClr val="683AA8"/>
            </a:solidFill>
            <a:prstDash val="solid"/>
          </a:ln>
        </p:spPr>
      </p:sp>
      <p:sp>
        <p:nvSpPr>
          <p:cNvPr id="366" name="text-340 ↓">
            <a:extLst xmlns:a="http://schemas.openxmlformats.org/drawingml/2006/main">
              <a:ext uri="{FF2B5EF4-FFF2-40B4-BE49-F238E27FC236}">
                <a16:creationId xmlns:a16="http://schemas.microsoft.com/office/drawing/2014/main" id="{B952F5AD-2B39-4BED-A36B-31EF015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6616" y="5224095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67" name="path-341">
            <a:extLst xmlns:a="http://schemas.openxmlformats.org/drawingml/2006/main">
              <a:ext uri="{FF2B5EF4-FFF2-40B4-BE49-F238E27FC236}">
                <a16:creationId xmlns:a16="http://schemas.microsoft.com/office/drawing/2014/main" id="{C34A1903-76D3-46D7-A217-D72D9882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9850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8" y="0"/>
                  <a:pt x="66034" y="0"/>
                </a:cubicBezTo>
                <a:lnTo>
                  <a:pt x="764099" y="0"/>
                </a:lnTo>
                <a:cubicBezTo>
                  <a:pt x="800562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2" y="518832"/>
                  <a:pt x="764099" y="518832"/>
                </a:cubicBezTo>
                <a:lnTo>
                  <a:pt x="66034" y="518832"/>
                </a:lnTo>
                <a:cubicBezTo>
                  <a:pt x="29558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42">
            <a:extLst xmlns:a="http://schemas.openxmlformats.org/drawingml/2006/main">
              <a:ext uri="{FF2B5EF4-FFF2-40B4-BE49-F238E27FC236}">
                <a16:creationId xmlns:a16="http://schemas.microsoft.com/office/drawing/2014/main" id="{151B767A-75DC-4A7B-A5B0-FAA31CB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9850" y="6168304"/>
            <a:ext cx="830132" cy="518832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683AA8"/>
            </a:solidFill>
            <a:prstDash val="solid"/>
          </a:ln>
        </p:spPr>
      </p:sp>
      <p:sp>
        <p:nvSpPr>
          <p:cNvPr id="369" name="text-343 Marcos">
            <a:extLst xmlns:a="http://schemas.openxmlformats.org/drawingml/2006/main">
              <a:ext uri="{FF2B5EF4-FFF2-40B4-BE49-F238E27FC236}">
                <a16:creationId xmlns:a16="http://schemas.microsoft.com/office/drawing/2014/main" id="{5256ECEF-C8CF-46A6-B5F3-23FF82E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0869" y="6340591"/>
            <a:ext cx="474970" cy="185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370" name="text-344 Marcos">
            <a:extLst xmlns:a="http://schemas.openxmlformats.org/drawingml/2006/main">
              <a:ext uri="{FF2B5EF4-FFF2-40B4-BE49-F238E27FC236}">
                <a16:creationId xmlns:a16="http://schemas.microsoft.com/office/drawing/2014/main" id="{7AF76181-DFA2-4F35-84CE-693A104B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0869" y="6340591"/>
            <a:ext cx="474970" cy="185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371" name="text-345 ...">
            <a:extLst xmlns:a="http://schemas.openxmlformats.org/drawingml/2006/main">
              <a:ext uri="{FF2B5EF4-FFF2-40B4-BE49-F238E27FC236}">
                <a16:creationId xmlns:a16="http://schemas.microsoft.com/office/drawing/2014/main" id="{98B231D1-4699-4767-9115-3ACEFFAE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8551" y="4828420"/>
            <a:ext cx="194843" cy="294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72" name="text-346 ...">
            <a:extLst xmlns:a="http://schemas.openxmlformats.org/drawingml/2006/main">
              <a:ext uri="{FF2B5EF4-FFF2-40B4-BE49-F238E27FC236}">
                <a16:creationId xmlns:a16="http://schemas.microsoft.com/office/drawing/2014/main" id="{20EEFB44-8526-4756-B50B-B20806C8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8551" y="4828420"/>
            <a:ext cx="194843" cy="294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165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73" name="path-347">
            <a:extLst xmlns:a="http://schemas.openxmlformats.org/drawingml/2006/main">
              <a:ext uri="{FF2B5EF4-FFF2-40B4-BE49-F238E27FC236}">
                <a16:creationId xmlns:a16="http://schemas.microsoft.com/office/drawing/2014/main" id="{E57D8802-E4A0-4922-83D1-C7690DD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672" y="4712842"/>
            <a:ext cx="1282932" cy="283000"/>
          </a:xfrm>
          <a:custGeom xmlns:a="http://schemas.openxmlformats.org/drawingml/2006/main">
            <a:pathLst>
              <a:path w="1282932" h="283000">
                <a:moveTo>
                  <a:pt x="0" y="66021"/>
                </a:moveTo>
                <a:cubicBezTo>
                  <a:pt x="0" y="29558"/>
                  <a:pt x="29569" y="0"/>
                  <a:pt x="66034" y="0"/>
                </a:cubicBezTo>
                <a:lnTo>
                  <a:pt x="1216900" y="0"/>
                </a:lnTo>
                <a:cubicBezTo>
                  <a:pt x="1253374" y="0"/>
                  <a:pt x="1282932" y="29558"/>
                  <a:pt x="1282932" y="66021"/>
                </a:cubicBezTo>
                <a:lnTo>
                  <a:pt x="1282932" y="216966"/>
                </a:lnTo>
                <a:cubicBezTo>
                  <a:pt x="1282932" y="253429"/>
                  <a:pt x="1253374" y="283000"/>
                  <a:pt x="1216900" y="283000"/>
                </a:cubicBezTo>
                <a:lnTo>
                  <a:pt x="66034" y="283000"/>
                </a:lnTo>
                <a:cubicBezTo>
                  <a:pt x="29569" y="283000"/>
                  <a:pt x="0" y="253429"/>
                  <a:pt x="0" y="216966"/>
                </a:cubicBezTo>
                <a:lnTo>
                  <a:pt x="0" y="66021"/>
                </a:lnTo>
              </a:path>
            </a:pathLst>
          </a:cu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48">
            <a:extLst xmlns:a="http://schemas.openxmlformats.org/drawingml/2006/main">
              <a:ext uri="{FF2B5EF4-FFF2-40B4-BE49-F238E27FC236}">
                <a16:creationId xmlns:a16="http://schemas.microsoft.com/office/drawing/2014/main" id="{ED0ECC6B-FE02-4D78-8E06-F5AD346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672" y="4712842"/>
            <a:ext cx="1282932" cy="282999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1A56B4"/>
            </a:solidFill>
            <a:prstDash val="solid"/>
          </a:ln>
        </p:spPr>
      </p:sp>
      <p:sp>
        <p:nvSpPr>
          <p:cNvPr id="375" name="text-349 Video">
            <a:extLst xmlns:a="http://schemas.openxmlformats.org/drawingml/2006/main">
              <a:ext uri="{FF2B5EF4-FFF2-40B4-BE49-F238E27FC236}">
                <a16:creationId xmlns:a16="http://schemas.microsoft.com/office/drawing/2014/main" id="{755CAE31-520A-4853-98CB-66DF9FCE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8699" y="4791023"/>
            <a:ext cx="237852" cy="120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376" name="text-349 (Caption)">
            <a:extLst xmlns:a="http://schemas.openxmlformats.org/drawingml/2006/main">
              <a:ext uri="{FF2B5EF4-FFF2-40B4-BE49-F238E27FC236}">
                <a16:creationId xmlns:a16="http://schemas.microsoft.com/office/drawing/2014/main" id="{EFB49CBA-9F7E-4C6D-83EF-9B7C8CDE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5575" y="4790565"/>
            <a:ext cx="376369" cy="12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(Caption)</a:t>
            </a:r>
          </a:p>
        </p:txBody>
      </p:sp>
      <p:sp>
        <p:nvSpPr>
          <p:cNvPr id="377" name="text-350 Video">
            <a:extLst xmlns:a="http://schemas.openxmlformats.org/drawingml/2006/main">
              <a:ext uri="{FF2B5EF4-FFF2-40B4-BE49-F238E27FC236}">
                <a16:creationId xmlns:a16="http://schemas.microsoft.com/office/drawing/2014/main" id="{B1EE3EF8-7ADF-4B97-B040-0CCB4767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8699" y="4791023"/>
            <a:ext cx="237852" cy="120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378" name="text-350 (Caption)">
            <a:extLst xmlns:a="http://schemas.openxmlformats.org/drawingml/2006/main">
              <a:ext uri="{FF2B5EF4-FFF2-40B4-BE49-F238E27FC236}">
                <a16:creationId xmlns:a16="http://schemas.microsoft.com/office/drawing/2014/main" id="{FE64BE0C-F4BB-49C8-A460-2EA98B1F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5575" y="4790565"/>
            <a:ext cx="376369" cy="120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(Caption)</a:t>
            </a:r>
          </a:p>
        </p:txBody>
      </p:sp>
      <p:sp>
        <p:nvSpPr>
          <p:cNvPr id="379" name="text-351 ↓">
            <a:extLst xmlns:a="http://schemas.openxmlformats.org/drawingml/2006/main">
              <a:ext uri="{FF2B5EF4-FFF2-40B4-BE49-F238E27FC236}">
                <a16:creationId xmlns:a16="http://schemas.microsoft.com/office/drawing/2014/main" id="{2DDB3A11-3E10-42AD-A768-CEE4BFCC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8856" y="4984124"/>
            <a:ext cx="102644" cy="21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80" name="path-352">
            <a:extLst xmlns:a="http://schemas.openxmlformats.org/drawingml/2006/main">
              <a:ext uri="{FF2B5EF4-FFF2-40B4-BE49-F238E27FC236}">
                <a16:creationId xmlns:a16="http://schemas.microsoft.com/office/drawing/2014/main" id="{EE6DAC33-BD1D-4224-888D-E60329B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6518" y="5224970"/>
            <a:ext cx="1282932" cy="283000"/>
          </a:xfrm>
          <a:custGeom xmlns:a="http://schemas.openxmlformats.org/drawingml/2006/main">
            <a:pathLst>
              <a:path w="1282932" h="283000">
                <a:moveTo>
                  <a:pt x="0" y="66034"/>
                </a:moveTo>
                <a:cubicBezTo>
                  <a:pt x="0" y="29558"/>
                  <a:pt x="29558" y="0"/>
                  <a:pt x="66034" y="0"/>
                </a:cubicBezTo>
                <a:lnTo>
                  <a:pt x="1216898" y="0"/>
                </a:lnTo>
                <a:cubicBezTo>
                  <a:pt x="1253374" y="0"/>
                  <a:pt x="1282932" y="29558"/>
                  <a:pt x="1282932" y="66034"/>
                </a:cubicBezTo>
                <a:lnTo>
                  <a:pt x="1282932" y="216966"/>
                </a:lnTo>
                <a:cubicBezTo>
                  <a:pt x="1282932" y="253429"/>
                  <a:pt x="1253374" y="283000"/>
                  <a:pt x="1216898" y="283000"/>
                </a:cubicBezTo>
                <a:lnTo>
                  <a:pt x="66034" y="283000"/>
                </a:lnTo>
                <a:cubicBezTo>
                  <a:pt x="29558" y="283000"/>
                  <a:pt x="0" y="253429"/>
                  <a:pt x="0" y="216966"/>
                </a:cubicBezTo>
                <a:lnTo>
                  <a:pt x="0" y="66034"/>
                </a:lnTo>
              </a:path>
            </a:pathLst>
          </a:custGeom>
          <a:solidFill xmlns:a="http://schemas.openxmlformats.org/drawingml/2006/main">
            <a:srgbClr val="EE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53">
            <a:extLst xmlns:a="http://schemas.openxmlformats.org/drawingml/2006/main">
              <a:ext uri="{FF2B5EF4-FFF2-40B4-BE49-F238E27FC236}">
                <a16:creationId xmlns:a16="http://schemas.microsoft.com/office/drawing/2014/main" id="{8CAD7503-F73A-41DD-8A2C-7ED3A025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6518" y="5224970"/>
            <a:ext cx="1282932" cy="282999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2F843F"/>
            </a:solidFill>
            <a:prstDash val="solid"/>
          </a:ln>
        </p:spPr>
      </p:sp>
      <p:sp>
        <p:nvSpPr>
          <p:cNvPr id="382" name="text-354 Event">
            <a:extLst xmlns:a="http://schemas.openxmlformats.org/drawingml/2006/main">
              <a:ext uri="{FF2B5EF4-FFF2-40B4-BE49-F238E27FC236}">
                <a16:creationId xmlns:a16="http://schemas.microsoft.com/office/drawing/2014/main" id="{F57487D3-8AA3-4DC4-AD17-0500495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9718" y="5303845"/>
            <a:ext cx="244141" cy="120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383" name="text-354 (Segment">
            <a:extLst xmlns:a="http://schemas.openxmlformats.org/drawingml/2006/main">
              <a:ext uri="{FF2B5EF4-FFF2-40B4-BE49-F238E27FC236}">
                <a16:creationId xmlns:a16="http://schemas.microsoft.com/office/drawing/2014/main" id="{D2505B0A-9102-4A62-8C3D-C04E023F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92899" y="5303793"/>
            <a:ext cx="399838" cy="12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(Segment</a:t>
            </a:r>
          </a:p>
        </p:txBody>
      </p:sp>
      <p:sp>
        <p:nvSpPr>
          <p:cNvPr id="384" name="text-354 +">
            <a:extLst xmlns:a="http://schemas.openxmlformats.org/drawingml/2006/main">
              <a:ext uri="{FF2B5EF4-FFF2-40B4-BE49-F238E27FC236}">
                <a16:creationId xmlns:a16="http://schemas.microsoft.com/office/drawing/2014/main" id="{9F77D913-965F-4D89-A6C4-93F22F4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1767" y="5302030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385" name="text-354 Caption)">
            <a:extLst xmlns:a="http://schemas.openxmlformats.org/drawingml/2006/main">
              <a:ext uri="{FF2B5EF4-FFF2-40B4-BE49-F238E27FC236}">
                <a16:creationId xmlns:a16="http://schemas.microsoft.com/office/drawing/2014/main" id="{3D6D1DBC-0984-4A89-BE7E-153CF59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7819" y="5303682"/>
            <a:ext cx="345009" cy="12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386" name="text-355 Event">
            <a:extLst xmlns:a="http://schemas.openxmlformats.org/drawingml/2006/main">
              <a:ext uri="{FF2B5EF4-FFF2-40B4-BE49-F238E27FC236}">
                <a16:creationId xmlns:a16="http://schemas.microsoft.com/office/drawing/2014/main" id="{FA1DF006-DE9B-48B9-8C50-A14276EE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9718" y="5303845"/>
            <a:ext cx="244141" cy="120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387" name="text-355 (Segment">
            <a:extLst xmlns:a="http://schemas.openxmlformats.org/drawingml/2006/main">
              <a:ext uri="{FF2B5EF4-FFF2-40B4-BE49-F238E27FC236}">
                <a16:creationId xmlns:a16="http://schemas.microsoft.com/office/drawing/2014/main" id="{2E0FE812-BA9D-410A-83C1-9C7995CF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92899" y="5303793"/>
            <a:ext cx="399838" cy="12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(Segment</a:t>
            </a:r>
          </a:p>
        </p:txBody>
      </p:sp>
      <p:sp>
        <p:nvSpPr>
          <p:cNvPr id="388" name="text-355 +">
            <a:extLst xmlns:a="http://schemas.openxmlformats.org/drawingml/2006/main">
              <a:ext uri="{FF2B5EF4-FFF2-40B4-BE49-F238E27FC236}">
                <a16:creationId xmlns:a16="http://schemas.microsoft.com/office/drawing/2014/main" id="{50657586-2231-408D-9479-F3F102D6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1767" y="5302030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389" name="text-355 Caption)">
            <a:extLst xmlns:a="http://schemas.openxmlformats.org/drawingml/2006/main">
              <a:ext uri="{FF2B5EF4-FFF2-40B4-BE49-F238E27FC236}">
                <a16:creationId xmlns:a16="http://schemas.microsoft.com/office/drawing/2014/main" id="{C5FF8099-2228-4423-ABB3-EF8EC670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7819" y="5303682"/>
            <a:ext cx="345009" cy="12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390" name="text-356 ↓">
            <a:extLst xmlns:a="http://schemas.openxmlformats.org/drawingml/2006/main">
              <a:ext uri="{FF2B5EF4-FFF2-40B4-BE49-F238E27FC236}">
                <a16:creationId xmlns:a16="http://schemas.microsoft.com/office/drawing/2014/main" id="{69582F5B-7F52-41D8-B122-B03762F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8856" y="5512391"/>
            <a:ext cx="102644" cy="21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91" name="path-357">
            <a:extLst xmlns:a="http://schemas.openxmlformats.org/drawingml/2006/main">
              <a:ext uri="{FF2B5EF4-FFF2-40B4-BE49-F238E27FC236}">
                <a16:creationId xmlns:a16="http://schemas.microsoft.com/office/drawing/2014/main" id="{B4081FA6-8620-4C0B-8EDE-F1E9E4F3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847" y="5732711"/>
            <a:ext cx="1282932" cy="282999"/>
          </a:xfrm>
          <a:custGeom xmlns:a="http://schemas.openxmlformats.org/drawingml/2006/main">
            <a:pathLst>
              <a:path w="1282932" h="282999">
                <a:moveTo>
                  <a:pt x="0" y="66019"/>
                </a:moveTo>
                <a:cubicBezTo>
                  <a:pt x="0" y="29556"/>
                  <a:pt x="29569" y="0"/>
                  <a:pt x="66032" y="0"/>
                </a:cubicBezTo>
                <a:lnTo>
                  <a:pt x="1216898" y="0"/>
                </a:lnTo>
                <a:cubicBezTo>
                  <a:pt x="1253373" y="0"/>
                  <a:pt x="1282932" y="29556"/>
                  <a:pt x="1282932" y="66019"/>
                </a:cubicBezTo>
                <a:lnTo>
                  <a:pt x="1282932" y="216966"/>
                </a:lnTo>
                <a:cubicBezTo>
                  <a:pt x="1282932" y="253428"/>
                  <a:pt x="1253373" y="282999"/>
                  <a:pt x="1216898" y="282999"/>
                </a:cubicBezTo>
                <a:lnTo>
                  <a:pt x="66032" y="282999"/>
                </a:lnTo>
                <a:cubicBezTo>
                  <a:pt x="29569" y="282999"/>
                  <a:pt x="0" y="253428"/>
                  <a:pt x="0" y="216966"/>
                </a:cubicBezTo>
                <a:lnTo>
                  <a:pt x="0" y="66019"/>
                </a:lnTo>
              </a:path>
            </a:pathLst>
          </a:custGeom>
          <a:solidFill xmlns:a="http://schemas.openxmlformats.org/drawingml/2006/main">
            <a:srgbClr val="FF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58">
            <a:extLst xmlns:a="http://schemas.openxmlformats.org/drawingml/2006/main">
              <a:ext uri="{FF2B5EF4-FFF2-40B4-BE49-F238E27FC236}">
                <a16:creationId xmlns:a16="http://schemas.microsoft.com/office/drawing/2014/main" id="{7E7BF63F-E02D-4D92-9E88-49BFA3F5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847" y="5732711"/>
            <a:ext cx="1282932" cy="282999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EC432D"/>
            </a:solidFill>
            <a:prstDash val="solid"/>
          </a:ln>
        </p:spPr>
      </p:sp>
      <p:sp>
        <p:nvSpPr>
          <p:cNvPr id="393" name="text-359 Key">
            <a:extLst xmlns:a="http://schemas.openxmlformats.org/drawingml/2006/main">
              <a:ext uri="{FF2B5EF4-FFF2-40B4-BE49-F238E27FC236}">
                <a16:creationId xmlns:a16="http://schemas.microsoft.com/office/drawing/2014/main" id="{7D4745AE-6C68-4938-9727-08C5E17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4750" y="5810915"/>
            <a:ext cx="160379" cy="1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394" name="text-359 Frames">
            <a:extLst xmlns:a="http://schemas.openxmlformats.org/drawingml/2006/main">
              <a:ext uri="{FF2B5EF4-FFF2-40B4-BE49-F238E27FC236}">
                <a16:creationId xmlns:a16="http://schemas.microsoft.com/office/drawing/2014/main" id="{56DDAC24-222E-4D6F-8551-938C7105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02932" y="5811297"/>
            <a:ext cx="308332" cy="12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395" name="text-359 (">
            <a:extLst xmlns:a="http://schemas.openxmlformats.org/drawingml/2006/main">
              <a:ext uri="{FF2B5EF4-FFF2-40B4-BE49-F238E27FC236}">
                <a16:creationId xmlns:a16="http://schemas.microsoft.com/office/drawing/2014/main" id="{D5876C82-793C-4AB6-B53C-F11E2E38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0517" y="5809061"/>
            <a:ext cx="48114" cy="123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396" name="text-360 Key">
            <a:extLst xmlns:a="http://schemas.openxmlformats.org/drawingml/2006/main">
              <a:ext uri="{FF2B5EF4-FFF2-40B4-BE49-F238E27FC236}">
                <a16:creationId xmlns:a16="http://schemas.microsoft.com/office/drawing/2014/main" id="{A2E65DF3-7672-490D-810F-5CFC6210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4750" y="5810915"/>
            <a:ext cx="160379" cy="1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397" name="text-360 Frames">
            <a:extLst xmlns:a="http://schemas.openxmlformats.org/drawingml/2006/main">
              <a:ext uri="{FF2B5EF4-FFF2-40B4-BE49-F238E27FC236}">
                <a16:creationId xmlns:a16="http://schemas.microsoft.com/office/drawing/2014/main" id="{60600630-DFD2-4F85-852F-3531076A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02932" y="5811297"/>
            <a:ext cx="308332" cy="12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398" name="text-360 (">
            <a:extLst xmlns:a="http://schemas.openxmlformats.org/drawingml/2006/main">
              <a:ext uri="{FF2B5EF4-FFF2-40B4-BE49-F238E27FC236}">
                <a16:creationId xmlns:a16="http://schemas.microsoft.com/office/drawing/2014/main" id="{993928B4-8C14-480F-9672-A03BC7AB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0517" y="5809061"/>
            <a:ext cx="48114" cy="123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9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399" name="text-361 idx">
            <a:extLst xmlns:a="http://schemas.openxmlformats.org/drawingml/2006/main">
              <a:ext uri="{FF2B5EF4-FFF2-40B4-BE49-F238E27FC236}">
                <a16:creationId xmlns:a16="http://schemas.microsoft.com/office/drawing/2014/main" id="{958343A4-35E6-4A0B-B4CE-0D9DDD0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52011" y="5810826"/>
            <a:ext cx="141380" cy="120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idx</a:t>
            </a:r>
          </a:p>
        </p:txBody>
      </p:sp>
      <p:sp>
        <p:nvSpPr>
          <p:cNvPr id="400" name="text-362 idx">
            <a:extLst xmlns:a="http://schemas.openxmlformats.org/drawingml/2006/main">
              <a:ext uri="{FF2B5EF4-FFF2-40B4-BE49-F238E27FC236}">
                <a16:creationId xmlns:a16="http://schemas.microsoft.com/office/drawing/2014/main" id="{726FE51A-479F-454B-8315-04B368AB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52011" y="5810826"/>
            <a:ext cx="141380" cy="120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idx</a:t>
            </a:r>
          </a:p>
        </p:txBody>
      </p:sp>
      <p:sp>
        <p:nvSpPr>
          <p:cNvPr id="401" name="text-365 +">
            <a:extLst xmlns:a="http://schemas.openxmlformats.org/drawingml/2006/main">
              <a:ext uri="{FF2B5EF4-FFF2-40B4-BE49-F238E27FC236}">
                <a16:creationId xmlns:a16="http://schemas.microsoft.com/office/drawing/2014/main" id="{43EF0FA3-066B-4AEE-A179-81B20476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1371" y="5809167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02" name="text-365 Caption)">
            <a:extLst xmlns:a="http://schemas.openxmlformats.org/drawingml/2006/main">
              <a:ext uri="{FF2B5EF4-FFF2-40B4-BE49-F238E27FC236}">
                <a16:creationId xmlns:a16="http://schemas.microsoft.com/office/drawing/2014/main" id="{1F8DC97E-751F-4D1F-A9DC-9363AFF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7368" y="5810787"/>
            <a:ext cx="345138" cy="12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03" name="text-366 +">
            <a:extLst xmlns:a="http://schemas.openxmlformats.org/drawingml/2006/main">
              <a:ext uri="{FF2B5EF4-FFF2-40B4-BE49-F238E27FC236}">
                <a16:creationId xmlns:a16="http://schemas.microsoft.com/office/drawing/2014/main" id="{35B906DE-467E-4E38-B8A7-A191332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1371" y="5809167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04" name="text-366 Caption)">
            <a:extLst xmlns:a="http://schemas.openxmlformats.org/drawingml/2006/main">
              <a:ext uri="{FF2B5EF4-FFF2-40B4-BE49-F238E27FC236}">
                <a16:creationId xmlns:a16="http://schemas.microsoft.com/office/drawing/2014/main" id="{A965AA00-34CA-445F-9B30-32234026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7368" y="5810787"/>
            <a:ext cx="345138" cy="12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68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05" name="text-367 ↓">
            <a:extLst xmlns:a="http://schemas.openxmlformats.org/drawingml/2006/main">
              <a:ext uri="{FF2B5EF4-FFF2-40B4-BE49-F238E27FC236}">
                <a16:creationId xmlns:a16="http://schemas.microsoft.com/office/drawing/2014/main" id="{1F0303EC-376B-4983-9B0C-FDAFCF29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0278" y="6028584"/>
            <a:ext cx="102644" cy="21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9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06" name="path-368">
            <a:extLst xmlns:a="http://schemas.openxmlformats.org/drawingml/2006/main">
              <a:ext uri="{FF2B5EF4-FFF2-40B4-BE49-F238E27FC236}">
                <a16:creationId xmlns:a16="http://schemas.microsoft.com/office/drawing/2014/main" id="{13BE9F7A-C1C3-4891-B7FA-65E27CD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847" y="6265416"/>
            <a:ext cx="1282932" cy="283000"/>
          </a:xfrm>
          <a:custGeom xmlns:a="http://schemas.openxmlformats.org/drawingml/2006/main">
            <a:pathLst>
              <a:path w="1282932" h="283000">
                <a:moveTo>
                  <a:pt x="0" y="66034"/>
                </a:moveTo>
                <a:cubicBezTo>
                  <a:pt x="0" y="29571"/>
                  <a:pt x="29569" y="0"/>
                  <a:pt x="66032" y="0"/>
                </a:cubicBezTo>
                <a:lnTo>
                  <a:pt x="1216898" y="0"/>
                </a:lnTo>
                <a:cubicBezTo>
                  <a:pt x="1253373" y="0"/>
                  <a:pt x="1282932" y="29571"/>
                  <a:pt x="1282932" y="66034"/>
                </a:cubicBezTo>
                <a:lnTo>
                  <a:pt x="1282932" y="216966"/>
                </a:lnTo>
                <a:cubicBezTo>
                  <a:pt x="1282932" y="253442"/>
                  <a:pt x="1253373" y="283000"/>
                  <a:pt x="1216898" y="283000"/>
                </a:cubicBezTo>
                <a:lnTo>
                  <a:pt x="66032" y="283000"/>
                </a:lnTo>
                <a:cubicBezTo>
                  <a:pt x="29569" y="283000"/>
                  <a:pt x="0" y="253442"/>
                  <a:pt x="0" y="216966"/>
                </a:cubicBezTo>
                <a:lnTo>
                  <a:pt x="0" y="66034"/>
                </a:lnTo>
              </a:path>
            </a:pathLst>
          </a:custGeom>
          <a:solidFill xmlns:a="http://schemas.openxmlformats.org/drawingml/2006/main">
            <a:srgbClr val="7030A0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69">
            <a:extLst xmlns:a="http://schemas.openxmlformats.org/drawingml/2006/main">
              <a:ext uri="{FF2B5EF4-FFF2-40B4-BE49-F238E27FC236}">
                <a16:creationId xmlns:a16="http://schemas.microsoft.com/office/drawing/2014/main" id="{E8536255-2329-4E79-864A-360A1859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847" y="6265416"/>
            <a:ext cx="1282932" cy="282999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683AA8"/>
            </a:solidFill>
            <a:prstDash val="solid"/>
          </a:ln>
        </p:spPr>
      </p:sp>
      <p:sp>
        <p:nvSpPr>
          <p:cNvPr id="408" name="text-370 Objects">
            <a:extLst xmlns:a="http://schemas.openxmlformats.org/drawingml/2006/main">
              <a:ext uri="{FF2B5EF4-FFF2-40B4-BE49-F238E27FC236}">
                <a16:creationId xmlns:a16="http://schemas.microsoft.com/office/drawing/2014/main" id="{552F548C-91D1-4B9C-9396-84D9B090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9930" y="6342580"/>
            <a:ext cx="342925" cy="120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sp>
        <p:nvSpPr>
          <p:cNvPr id="409" name="text-370 (Box">
            <a:extLst xmlns:a="http://schemas.openxmlformats.org/drawingml/2006/main">
              <a:ext uri="{FF2B5EF4-FFF2-40B4-BE49-F238E27FC236}">
                <a16:creationId xmlns:a16="http://schemas.microsoft.com/office/drawing/2014/main" id="{C35BA6DA-D1A3-4CF1-B708-1E726678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2125" y="6342088"/>
            <a:ext cx="197989" cy="12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(Box</a:t>
            </a:r>
          </a:p>
        </p:txBody>
      </p:sp>
      <p:sp>
        <p:nvSpPr>
          <p:cNvPr id="410" name="text-370 +">
            <a:extLst xmlns:a="http://schemas.openxmlformats.org/drawingml/2006/main">
              <a:ext uri="{FF2B5EF4-FFF2-40B4-BE49-F238E27FC236}">
                <a16:creationId xmlns:a16="http://schemas.microsoft.com/office/drawing/2014/main" id="{F7CC4B72-5629-4302-9251-05E2646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8105" y="6340452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11" name="text-370 Caption)">
            <a:extLst xmlns:a="http://schemas.openxmlformats.org/drawingml/2006/main">
              <a:ext uri="{FF2B5EF4-FFF2-40B4-BE49-F238E27FC236}">
                <a16:creationId xmlns:a16="http://schemas.microsoft.com/office/drawing/2014/main" id="{B547B8C9-33BF-4EB1-BBFF-A4598B7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4120" y="6342137"/>
            <a:ext cx="344879" cy="120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12" name="text-371 Objects">
            <a:extLst xmlns:a="http://schemas.openxmlformats.org/drawingml/2006/main">
              <a:ext uri="{FF2B5EF4-FFF2-40B4-BE49-F238E27FC236}">
                <a16:creationId xmlns:a16="http://schemas.microsoft.com/office/drawing/2014/main" id="{C8F99B5C-146C-4436-A88E-C0D0831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9930" y="6342580"/>
            <a:ext cx="342925" cy="120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sp>
        <p:nvSpPr>
          <p:cNvPr id="413" name="text-371 (Box">
            <a:extLst xmlns:a="http://schemas.openxmlformats.org/drawingml/2006/main">
              <a:ext uri="{FF2B5EF4-FFF2-40B4-BE49-F238E27FC236}">
                <a16:creationId xmlns:a16="http://schemas.microsoft.com/office/drawing/2014/main" id="{2514DFE7-0B62-4A14-986A-DE36506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2125" y="6342088"/>
            <a:ext cx="197989" cy="12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8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(Box</a:t>
            </a:r>
          </a:p>
        </p:txBody>
      </p:sp>
      <p:sp>
        <p:nvSpPr>
          <p:cNvPr id="414" name="text-371 +">
            <a:extLst xmlns:a="http://schemas.openxmlformats.org/drawingml/2006/main">
              <a:ext uri="{FF2B5EF4-FFF2-40B4-BE49-F238E27FC236}">
                <a16:creationId xmlns:a16="http://schemas.microsoft.com/office/drawing/2014/main" id="{DDCACCC6-C7DB-4FB4-B976-5734162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8105" y="6340452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15" name="text-371 Caption)">
            <a:extLst xmlns:a="http://schemas.openxmlformats.org/drawingml/2006/main">
              <a:ext uri="{FF2B5EF4-FFF2-40B4-BE49-F238E27FC236}">
                <a16:creationId xmlns:a16="http://schemas.microsoft.com/office/drawing/2014/main" id="{1C47F258-8AE4-4CA2-A397-439797EB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4120" y="6342137"/>
            <a:ext cx="344879" cy="120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16" name="text-372 ↓">
            <a:extLst xmlns:a="http://schemas.openxmlformats.org/drawingml/2006/main">
              <a:ext uri="{FF2B5EF4-FFF2-40B4-BE49-F238E27FC236}">
                <a16:creationId xmlns:a16="http://schemas.microsoft.com/office/drawing/2014/main" id="{D89F3920-F33F-4B6F-96C9-CE80FD4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4198" y="5897258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17" name="text-373 ↓">
            <a:extLst xmlns:a="http://schemas.openxmlformats.org/drawingml/2006/main">
              <a:ext uri="{FF2B5EF4-FFF2-40B4-BE49-F238E27FC236}">
                <a16:creationId xmlns:a16="http://schemas.microsoft.com/office/drawing/2014/main" id="{3AAA5508-441A-4670-A165-6E5157D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5830" y="5897258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18" name="text-374 ↓">
            <a:extLst xmlns:a="http://schemas.openxmlformats.org/drawingml/2006/main">
              <a:ext uri="{FF2B5EF4-FFF2-40B4-BE49-F238E27FC236}">
                <a16:creationId xmlns:a16="http://schemas.microsoft.com/office/drawing/2014/main" id="{3BF8D5C7-573D-4941-AAE1-89C6C7A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7463" y="5897258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19" name="text-375 ↓">
            <a:extLst xmlns:a="http://schemas.openxmlformats.org/drawingml/2006/main">
              <a:ext uri="{FF2B5EF4-FFF2-40B4-BE49-F238E27FC236}">
                <a16:creationId xmlns:a16="http://schemas.microsoft.com/office/drawing/2014/main" id="{799C0096-FE09-4862-B7F4-9A2BFA49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9094" y="5897258"/>
            <a:ext cx="128306" cy="26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pic>
        <p:nvPic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7B0AEFCD-CA03-4C53-901C-C845941BF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58c5e2de14e2d"/>
          <a:stretch xmlns:a="http://schemas.openxmlformats.org/drawingml/2006/main"/>
        </p:blipFill>
        <p:spPr>
          <a:xfrm xmlns:a="http://schemas.openxmlformats.org/drawingml/2006/main">
            <a:off x="12487275" y="5534025"/>
            <a:ext cx="885825" cy="352425"/>
          </a:xfrm>
          <a:prstGeom xmlns:a="http://schemas.openxmlformats.org/drawingml/2006/main" prst="rect">
            <a:avLst/>
          </a:prstGeom>
        </p:spPr>
      </p:pic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34408793-8CAA-45DB-9FC3-48A62A4D2A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8f17e2ede45b3"/>
          <a:stretch xmlns:a="http://schemas.openxmlformats.org/drawingml/2006/main"/>
        </p:blipFill>
        <p:spPr>
          <a:xfrm xmlns:a="http://schemas.openxmlformats.org/drawingml/2006/main">
            <a:off x="13582650" y="5514975"/>
            <a:ext cx="619125" cy="381000"/>
          </a:xfrm>
          <a:prstGeom xmlns:a="http://schemas.openxmlformats.org/drawingml/2006/main" prst="rect">
            <a:avLst/>
          </a:prstGeom>
        </p:spPr>
      </p:pic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770FB90-BA51-4DCD-8F2A-A48FD0908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cad33347c4fab"/>
          <a:stretch xmlns:a="http://schemas.openxmlformats.org/drawingml/2006/main"/>
        </p:blipFill>
        <p:spPr>
          <a:xfrm xmlns:a="http://schemas.openxmlformats.org/drawingml/2006/main">
            <a:off x="14478000" y="5524500"/>
            <a:ext cx="771525" cy="361950"/>
          </a:xfrm>
          <a:prstGeom xmlns:a="http://schemas.openxmlformats.org/drawingml/2006/main" prst="rect">
            <a:avLst/>
          </a:prstGeom>
        </p:spPr>
      </p:pic>
      <p:pic>
        <p:nvPic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C4A9069-B467-4FD5-B6C8-1CEDEB72A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8e5d1be294ed9"/>
          <a:stretch xmlns:a="http://schemas.openxmlformats.org/drawingml/2006/main"/>
        </p:blipFill>
        <p:spPr>
          <a:xfrm xmlns:a="http://schemas.openxmlformats.org/drawingml/2006/main">
            <a:off x="15525750" y="5495925"/>
            <a:ext cx="723900" cy="428625"/>
          </a:xfrm>
          <a:prstGeom xmlns:a="http://schemas.openxmlformats.org/drawingml/2006/main" prst="rect">
            <a:avLst/>
          </a:prstGeom>
        </p:spPr>
      </p:pic>
      <p:sp>
        <p:nvSpPr>
          <p:cNvPr id="424" name="text-380 x3">
            <a:extLst xmlns:a="http://schemas.openxmlformats.org/drawingml/2006/main">
              <a:ext uri="{FF2B5EF4-FFF2-40B4-BE49-F238E27FC236}">
                <a16:creationId xmlns:a16="http://schemas.microsoft.com/office/drawing/2014/main" id="{CF7BFB16-78F5-4A2B-B732-4F4C463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3793" y="2773458"/>
            <a:ext cx="157201" cy="159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425" name="text-381 x3">
            <a:extLst xmlns:a="http://schemas.openxmlformats.org/drawingml/2006/main">
              <a:ext uri="{FF2B5EF4-FFF2-40B4-BE49-F238E27FC236}">
                <a16:creationId xmlns:a16="http://schemas.microsoft.com/office/drawing/2014/main" id="{BC62C6F4-8B43-400E-BB80-0E44D54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3793" y="2773458"/>
            <a:ext cx="157201" cy="159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89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426" name="text-382 Image">
            <a:extLst xmlns:a="http://schemas.openxmlformats.org/drawingml/2006/main">
              <a:ext uri="{FF2B5EF4-FFF2-40B4-BE49-F238E27FC236}">
                <a16:creationId xmlns:a16="http://schemas.microsoft.com/office/drawing/2014/main" id="{F9A17AAE-EC63-4EA9-AA74-DE243EF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4761" y="2481437"/>
            <a:ext cx="266501" cy="120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27" name="text-382 +">
            <a:extLst xmlns:a="http://schemas.openxmlformats.org/drawingml/2006/main">
              <a:ext uri="{FF2B5EF4-FFF2-40B4-BE49-F238E27FC236}">
                <a16:creationId xmlns:a16="http://schemas.microsoft.com/office/drawing/2014/main" id="{C0A014B0-D886-43F0-878C-B67BFFF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9829" y="2479580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28" name="text-382 Caption">
            <a:extLst xmlns:a="http://schemas.openxmlformats.org/drawingml/2006/main">
              <a:ext uri="{FF2B5EF4-FFF2-40B4-BE49-F238E27FC236}">
                <a16:creationId xmlns:a16="http://schemas.microsoft.com/office/drawing/2014/main" id="{27CFCC67-11E5-468A-97CC-B748F8B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5897" y="2481293"/>
            <a:ext cx="313190" cy="120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429" name="text-383 Image">
            <a:extLst xmlns:a="http://schemas.openxmlformats.org/drawingml/2006/main">
              <a:ext uri="{FF2B5EF4-FFF2-40B4-BE49-F238E27FC236}">
                <a16:creationId xmlns:a16="http://schemas.microsoft.com/office/drawing/2014/main" id="{C70C51A7-E19B-48DB-AA36-1F3D9A97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4761" y="2481437"/>
            <a:ext cx="266501" cy="120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30" name="text-383 +">
            <a:extLst xmlns:a="http://schemas.openxmlformats.org/drawingml/2006/main">
              <a:ext uri="{FF2B5EF4-FFF2-40B4-BE49-F238E27FC236}">
                <a16:creationId xmlns:a16="http://schemas.microsoft.com/office/drawing/2014/main" id="{8A80E360-7BCD-4D61-A728-567E7545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9829" y="2479580"/>
            <a:ext cx="58155" cy="12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9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31" name="text-383 Caption">
            <a:extLst xmlns:a="http://schemas.openxmlformats.org/drawingml/2006/main">
              <a:ext uri="{FF2B5EF4-FFF2-40B4-BE49-F238E27FC236}">
                <a16:creationId xmlns:a16="http://schemas.microsoft.com/office/drawing/2014/main" id="{B94D5200-F3B5-4CCD-864D-ABACB332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5897" y="2481293"/>
            <a:ext cx="313190" cy="120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432" name="text-384 Embedding">
            <a:extLst xmlns:a="http://schemas.openxmlformats.org/drawingml/2006/main">
              <a:ext uri="{FF2B5EF4-FFF2-40B4-BE49-F238E27FC236}">
                <a16:creationId xmlns:a16="http://schemas.microsoft.com/office/drawing/2014/main" id="{B685FE09-ADDF-408E-B1A7-B4657E60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461" y="2593445"/>
            <a:ext cx="448953" cy="120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Embedding</a:t>
            </a:r>
          </a:p>
        </p:txBody>
      </p:sp>
      <p:sp>
        <p:nvSpPr>
          <p:cNvPr id="433" name="text-384 Score">
            <a:extLst xmlns:a="http://schemas.openxmlformats.org/drawingml/2006/main">
              <a:ext uri="{FF2B5EF4-FFF2-40B4-BE49-F238E27FC236}">
                <a16:creationId xmlns:a16="http://schemas.microsoft.com/office/drawing/2014/main" id="{596D5B3B-CFDA-408B-A3A4-25E5CB9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84027" y="2592905"/>
            <a:ext cx="254004" cy="12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Score</a:t>
            </a:r>
          </a:p>
        </p:txBody>
      </p:sp>
      <p:sp>
        <p:nvSpPr>
          <p:cNvPr id="434" name="text-385 Embedding">
            <a:extLst xmlns:a="http://schemas.openxmlformats.org/drawingml/2006/main">
              <a:ext uri="{FF2B5EF4-FFF2-40B4-BE49-F238E27FC236}">
                <a16:creationId xmlns:a16="http://schemas.microsoft.com/office/drawing/2014/main" id="{22E9C336-D575-4CB1-80F5-753ACCE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461" y="2593445"/>
            <a:ext cx="448953" cy="120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Embedding</a:t>
            </a:r>
          </a:p>
        </p:txBody>
      </p:sp>
      <p:sp>
        <p:nvSpPr>
          <p:cNvPr id="435" name="text-385 Score">
            <a:extLst xmlns:a="http://schemas.openxmlformats.org/drawingml/2006/main">
              <a:ext uri="{FF2B5EF4-FFF2-40B4-BE49-F238E27FC236}">
                <a16:creationId xmlns:a16="http://schemas.microsoft.com/office/drawing/2014/main" id="{0F23E7F7-A59A-4978-9DF7-5CEF3F3C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84027" y="2592905"/>
            <a:ext cx="254004" cy="12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681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Score</a:t>
            </a:r>
          </a:p>
        </p:txBody>
      </p:sp>
      <p:pic>
        <p:nvPic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44AEB46-76E2-4D74-A74B-361B1C4A5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ca99e8b10407c"/>
          <a:stretch xmlns:a="http://schemas.openxmlformats.org/drawingml/2006/main"/>
        </p:blipFill>
        <p:spPr>
          <a:xfrm xmlns:a="http://schemas.openxmlformats.org/drawingml/2006/main">
            <a:off x="18268950" y="2486025"/>
            <a:ext cx="857250" cy="295275"/>
          </a:xfrm>
          <a:prstGeom xmlns:a="http://schemas.openxmlformats.org/drawingml/2006/main" prst="rect">
            <a:avLst/>
          </a:prstGeom>
        </p:spPr>
      </p:pic>
      <p:sp>
        <p:nvSpPr>
          <p:cNvPr id="437" name="path-387">
            <a:extLst xmlns:a="http://schemas.openxmlformats.org/drawingml/2006/main">
              <a:ext uri="{FF2B5EF4-FFF2-40B4-BE49-F238E27FC236}">
                <a16:creationId xmlns:a16="http://schemas.microsoft.com/office/drawing/2014/main" id="{3EBF491C-44FC-4C57-AAA4-C75DB4C0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51" y="8215561"/>
            <a:ext cx="2594164" cy="4721713"/>
          </a:xfrm>
          <a:custGeom xmlns:a="http://schemas.openxmlformats.org/drawingml/2006/main">
            <a:pathLst>
              <a:path w="2594164" h="4721713">
                <a:moveTo>
                  <a:pt x="0" y="94326"/>
                </a:moveTo>
                <a:cubicBezTo>
                  <a:pt x="0" y="42231"/>
                  <a:pt x="42231" y="0"/>
                  <a:pt x="94326" y="0"/>
                </a:cubicBezTo>
                <a:lnTo>
                  <a:pt x="2499837" y="0"/>
                </a:lnTo>
                <a:cubicBezTo>
                  <a:pt x="2551932" y="0"/>
                  <a:pt x="2594164" y="42231"/>
                  <a:pt x="2594164" y="94326"/>
                </a:cubicBezTo>
                <a:lnTo>
                  <a:pt x="2594164" y="4627388"/>
                </a:lnTo>
                <a:cubicBezTo>
                  <a:pt x="2594164" y="4679482"/>
                  <a:pt x="2551932" y="4721713"/>
                  <a:pt x="2499837" y="4721713"/>
                </a:cubicBezTo>
                <a:lnTo>
                  <a:pt x="94326" y="4721713"/>
                </a:lnTo>
                <a:cubicBezTo>
                  <a:pt x="42231" y="4721713"/>
                  <a:pt x="0" y="4679482"/>
                  <a:pt x="0" y="4627388"/>
                </a:cubicBezTo>
                <a:lnTo>
                  <a:pt x="0" y="94326"/>
                </a:lnTo>
              </a:path>
            </a:pathLst>
          </a:custGeom>
          <a:noFill xmlns:a="http://schemas.openxmlformats.org/drawingml/2006/main"/>
          <a:ln xmlns:a="http://schemas.openxmlformats.org/drawingml/2006/main" w="16980">
            <a:solidFill>
              <a:srgbClr val="1A56B4"/>
            </a:solidFill>
            <a:prstDash val="solid"/>
          </a:ln>
        </p:spPr>
      </p:sp>
      <p:pic>
        <p:nvPic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298EB322-591B-42F2-A440-04EFB5348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2e50a794464a"/>
          <a:stretch xmlns:a="http://schemas.openxmlformats.org/drawingml/2006/main"/>
        </p:blipFill>
        <p:spPr>
          <a:xfrm xmlns:a="http://schemas.openxmlformats.org/drawingml/2006/main">
            <a:off x="666750" y="8724900"/>
            <a:ext cx="819150" cy="466725"/>
          </a:xfrm>
          <a:prstGeom xmlns:a="http://schemas.openxmlformats.org/drawingml/2006/main" prst="rect">
            <a:avLst/>
          </a:prstGeom>
        </p:spPr>
      </p:pic>
      <p:pic>
        <p:nvPic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EA078C5C-3DEB-430B-A95C-82A76FF17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3e0b46e4346f9"/>
          <a:stretch xmlns:a="http://schemas.openxmlformats.org/drawingml/2006/main"/>
        </p:blipFill>
        <p:spPr>
          <a:xfrm xmlns:a="http://schemas.openxmlformats.org/drawingml/2006/main">
            <a:off x="666750" y="9372600"/>
            <a:ext cx="819150" cy="457200"/>
          </a:xfrm>
          <a:prstGeom xmlns:a="http://schemas.openxmlformats.org/drawingml/2006/main" prst="rect">
            <a:avLst/>
          </a:prstGeom>
        </p:spPr>
      </p:pic>
      <p:sp>
        <p:nvSpPr>
          <p:cNvPr id="440" name="text-390 Marcos">
            <a:extLst xmlns:a="http://schemas.openxmlformats.org/drawingml/2006/main">
              <a:ext uri="{FF2B5EF4-FFF2-40B4-BE49-F238E27FC236}">
                <a16:creationId xmlns:a16="http://schemas.microsoft.com/office/drawing/2014/main" id="{B7EB7941-7D3F-4923-AE14-C59D4AA6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9389759"/>
            <a:ext cx="442108" cy="172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441" name="text-390 Galperin">
            <a:extLst xmlns:a="http://schemas.openxmlformats.org/drawingml/2006/main">
              <a:ext uri="{FF2B5EF4-FFF2-40B4-BE49-F238E27FC236}">
                <a16:creationId xmlns:a16="http://schemas.microsoft.com/office/drawing/2014/main" id="{6F2A5483-C173-451D-9909-5091737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8415" y="9389680"/>
            <a:ext cx="495530" cy="172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Galperin</a:t>
            </a:r>
          </a:p>
        </p:txBody>
      </p:sp>
      <p:sp>
        <p:nvSpPr>
          <p:cNvPr id="442" name="text-391 Marcos">
            <a:extLst xmlns:a="http://schemas.openxmlformats.org/drawingml/2006/main">
              <a:ext uri="{FF2B5EF4-FFF2-40B4-BE49-F238E27FC236}">
                <a16:creationId xmlns:a16="http://schemas.microsoft.com/office/drawing/2014/main" id="{DF50DB25-9922-4B90-88FB-2A7758A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9389759"/>
            <a:ext cx="442108" cy="172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443" name="text-391 Galperin">
            <a:extLst xmlns:a="http://schemas.openxmlformats.org/drawingml/2006/main">
              <a:ext uri="{FF2B5EF4-FFF2-40B4-BE49-F238E27FC236}">
                <a16:creationId xmlns:a16="http://schemas.microsoft.com/office/drawing/2014/main" id="{A6AD79CB-24D5-40D7-A247-6D286BD2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8415" y="9389680"/>
            <a:ext cx="495530" cy="172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Galperin</a:t>
            </a:r>
          </a:p>
        </p:txBody>
      </p:sp>
      <p:pic>
        <p:nvPic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955675E4-B194-4632-AFF8-24263145A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bb6d8f68e4726"/>
          <a:stretch xmlns:a="http://schemas.openxmlformats.org/drawingml/2006/main"/>
        </p:blipFill>
        <p:spPr>
          <a:xfrm xmlns:a="http://schemas.openxmlformats.org/drawingml/2006/main">
            <a:off x="666750" y="10010775"/>
            <a:ext cx="819150" cy="466725"/>
          </a:xfrm>
          <a:prstGeom xmlns:a="http://schemas.openxmlformats.org/drawingml/2006/main" prst="rect">
            <a:avLst/>
          </a:prstGeom>
        </p:spPr>
      </p:pic>
      <p:sp>
        <p:nvSpPr>
          <p:cNvPr id="445" name="text-393 eBay">
            <a:extLst xmlns:a="http://schemas.openxmlformats.org/drawingml/2006/main">
              <a:ext uri="{FF2B5EF4-FFF2-40B4-BE49-F238E27FC236}">
                <a16:creationId xmlns:a16="http://schemas.microsoft.com/office/drawing/2014/main" id="{1F827745-9CBE-4174-A340-F9CFA030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10032680"/>
            <a:ext cx="295171" cy="17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446" name="text-393 logo">
            <a:extLst xmlns:a="http://schemas.openxmlformats.org/drawingml/2006/main">
              <a:ext uri="{FF2B5EF4-FFF2-40B4-BE49-F238E27FC236}">
                <a16:creationId xmlns:a16="http://schemas.microsoft.com/office/drawing/2014/main" id="{F0229D06-5D15-470E-812C-318ECF7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1884" y="10033313"/>
            <a:ext cx="250201" cy="1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sp>
        <p:nvSpPr>
          <p:cNvPr id="447" name="text-394 eBay">
            <a:extLst xmlns:a="http://schemas.openxmlformats.org/drawingml/2006/main">
              <a:ext uri="{FF2B5EF4-FFF2-40B4-BE49-F238E27FC236}">
                <a16:creationId xmlns:a16="http://schemas.microsoft.com/office/drawing/2014/main" id="{0450F3D8-777D-4379-88CA-18E36EC3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10032680"/>
            <a:ext cx="295171" cy="17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448" name="text-394 logo">
            <a:extLst xmlns:a="http://schemas.openxmlformats.org/drawingml/2006/main">
              <a:ext uri="{FF2B5EF4-FFF2-40B4-BE49-F238E27FC236}">
                <a16:creationId xmlns:a16="http://schemas.microsoft.com/office/drawing/2014/main" id="{E5123005-1F7E-4B8B-B753-9E10E013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1884" y="10033313"/>
            <a:ext cx="250201" cy="1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pic>
        <p:nvPic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EA5A575-DA8A-4CD8-8F64-7FFA7C89F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dc40d50f4309"/>
          <a:stretch xmlns:a="http://schemas.openxmlformats.org/drawingml/2006/main"/>
        </p:blipFill>
        <p:spPr>
          <a:xfrm xmlns:a="http://schemas.openxmlformats.org/drawingml/2006/main">
            <a:off x="666750" y="10658475"/>
            <a:ext cx="819150" cy="457200"/>
          </a:xfrm>
          <a:prstGeom xmlns:a="http://schemas.openxmlformats.org/drawingml/2006/main" prst="rect">
            <a:avLst/>
          </a:prstGeom>
        </p:spPr>
      </p:pic>
      <p:sp>
        <p:nvSpPr>
          <p:cNvPr id="450" name="text-396 Stanford">
            <a:extLst xmlns:a="http://schemas.openxmlformats.org/drawingml/2006/main">
              <a:ext uri="{FF2B5EF4-FFF2-40B4-BE49-F238E27FC236}">
                <a16:creationId xmlns:a16="http://schemas.microsoft.com/office/drawing/2014/main" id="{0EA227F2-0970-47C2-899A-372B9AE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10672568"/>
            <a:ext cx="553832" cy="173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Stanford</a:t>
            </a:r>
          </a:p>
        </p:txBody>
      </p:sp>
      <p:sp>
        <p:nvSpPr>
          <p:cNvPr id="451" name="text-396 text">
            <a:extLst xmlns:a="http://schemas.openxmlformats.org/drawingml/2006/main">
              <a:ext uri="{FF2B5EF4-FFF2-40B4-BE49-F238E27FC236}">
                <a16:creationId xmlns:a16="http://schemas.microsoft.com/office/drawing/2014/main" id="{89C6903F-D171-426F-A820-6E0ED8CA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0042" y="10672375"/>
            <a:ext cx="279771" cy="173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452" name="text-397 Stanford">
            <a:extLst xmlns:a="http://schemas.openxmlformats.org/drawingml/2006/main">
              <a:ext uri="{FF2B5EF4-FFF2-40B4-BE49-F238E27FC236}">
                <a16:creationId xmlns:a16="http://schemas.microsoft.com/office/drawing/2014/main" id="{5C8A876C-3B51-4521-B8E1-602167B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10672568"/>
            <a:ext cx="553832" cy="173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Stanford</a:t>
            </a:r>
          </a:p>
        </p:txBody>
      </p:sp>
      <p:sp>
        <p:nvSpPr>
          <p:cNvPr id="453" name="text-397 text">
            <a:extLst xmlns:a="http://schemas.openxmlformats.org/drawingml/2006/main">
              <a:ext uri="{FF2B5EF4-FFF2-40B4-BE49-F238E27FC236}">
                <a16:creationId xmlns:a16="http://schemas.microsoft.com/office/drawing/2014/main" id="{C7F94630-FB07-4C7B-B7A4-315E55BE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0042" y="10672375"/>
            <a:ext cx="279771" cy="173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pic>
        <p:nvPic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7FC2B1C5-C7AA-4B79-842D-A631AE6082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f80b85e3142db"/>
          <a:stretch xmlns:a="http://schemas.openxmlformats.org/drawingml/2006/main"/>
        </p:blipFill>
        <p:spPr>
          <a:xfrm xmlns:a="http://schemas.openxmlformats.org/drawingml/2006/main">
            <a:off x="666750" y="11296650"/>
            <a:ext cx="819150" cy="457200"/>
          </a:xfrm>
          <a:prstGeom xmlns:a="http://schemas.openxmlformats.org/drawingml/2006/main" prst="rect">
            <a:avLst/>
          </a:prstGeom>
        </p:spPr>
      </p:pic>
      <p:sp>
        <p:nvSpPr>
          <p:cNvPr id="455" name="text-399 Audi">
            <a:extLst xmlns:a="http://schemas.openxmlformats.org/drawingml/2006/main">
              <a:ext uri="{FF2B5EF4-FFF2-40B4-BE49-F238E27FC236}">
                <a16:creationId xmlns:a16="http://schemas.microsoft.com/office/drawing/2014/main" id="{C6B85F90-82F7-442A-A7CB-D29B4185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11315612"/>
            <a:ext cx="283948" cy="17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456" name="text-399 R8">
            <a:extLst xmlns:a="http://schemas.openxmlformats.org/drawingml/2006/main">
              <a:ext uri="{FF2B5EF4-FFF2-40B4-BE49-F238E27FC236}">
                <a16:creationId xmlns:a16="http://schemas.microsoft.com/office/drawing/2014/main" id="{4B794DF6-209E-4197-A317-8A41E9C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067" y="11314981"/>
            <a:ext cx="176154" cy="173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457" name="text-399 Spyder">
            <a:extLst xmlns:a="http://schemas.openxmlformats.org/drawingml/2006/main">
              <a:ext uri="{FF2B5EF4-FFF2-40B4-BE49-F238E27FC236}">
                <a16:creationId xmlns:a16="http://schemas.microsoft.com/office/drawing/2014/main" id="{90908E02-9C6A-4C2F-A0B5-AF18404D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796" y="11315477"/>
            <a:ext cx="438200" cy="17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Spyder</a:t>
            </a:r>
          </a:p>
        </p:txBody>
      </p:sp>
      <p:sp>
        <p:nvSpPr>
          <p:cNvPr id="458" name="text-400 Audi">
            <a:extLst xmlns:a="http://schemas.openxmlformats.org/drawingml/2006/main">
              <a:ext uri="{FF2B5EF4-FFF2-40B4-BE49-F238E27FC236}">
                <a16:creationId xmlns:a16="http://schemas.microsoft.com/office/drawing/2014/main" id="{2A6A04DB-58FE-4580-A201-341E027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11315612"/>
            <a:ext cx="283948" cy="17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459" name="text-400 R8">
            <a:extLst xmlns:a="http://schemas.openxmlformats.org/drawingml/2006/main">
              <a:ext uri="{FF2B5EF4-FFF2-40B4-BE49-F238E27FC236}">
                <a16:creationId xmlns:a16="http://schemas.microsoft.com/office/drawing/2014/main" id="{4C19A73F-F820-487E-AD49-B6B3FAEC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067" y="11314981"/>
            <a:ext cx="176154" cy="173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460" name="text-400 Spyder">
            <a:extLst xmlns:a="http://schemas.openxmlformats.org/drawingml/2006/main">
              <a:ext uri="{FF2B5EF4-FFF2-40B4-BE49-F238E27FC236}">
                <a16:creationId xmlns:a16="http://schemas.microsoft.com/office/drawing/2014/main" id="{8E83FDC3-9A8B-4111-9DC9-7280B2E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796" y="11315477"/>
            <a:ext cx="438200" cy="17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Spyder</a:t>
            </a:r>
          </a:p>
        </p:txBody>
      </p:sp>
      <p:pic>
        <p:nvPic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E902A05B-95B8-4E7F-96BC-2D3233821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ab92db2784479"/>
          <a:stretch xmlns:a="http://schemas.openxmlformats.org/drawingml/2006/main"/>
        </p:blipFill>
        <p:spPr>
          <a:xfrm xmlns:a="http://schemas.openxmlformats.org/drawingml/2006/main">
            <a:off x="5867400" y="11410950"/>
            <a:ext cx="809625" cy="495300"/>
          </a:xfrm>
          <a:prstGeom xmlns:a="http://schemas.openxmlformats.org/drawingml/2006/main" prst="rect">
            <a:avLst/>
          </a:prstGeom>
        </p:spPr>
      </p:pic>
      <p:pic>
        <p:nvPic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7331E7EB-CC0D-498A-BF4B-5D8459082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d9b40a0074061"/>
          <a:stretch xmlns:a="http://schemas.openxmlformats.org/drawingml/2006/main"/>
        </p:blipFill>
        <p:spPr>
          <a:xfrm xmlns:a="http://schemas.openxmlformats.org/drawingml/2006/main">
            <a:off x="5829300" y="8505825"/>
            <a:ext cx="1114425" cy="676275"/>
          </a:xfrm>
          <a:prstGeom xmlns:a="http://schemas.openxmlformats.org/drawingml/2006/main" prst="rect">
            <a:avLst/>
          </a:prstGeom>
        </p:spPr>
      </p:pic>
      <p:pic>
        <p:nvPic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07B8ABDC-210E-4D73-ACE1-9CEEF7D77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9fd7b678e464b"/>
          <a:stretch xmlns:a="http://schemas.openxmlformats.org/drawingml/2006/main"/>
        </p:blipFill>
        <p:spPr>
          <a:xfrm xmlns:a="http://schemas.openxmlformats.org/drawingml/2006/main">
            <a:off x="4572000" y="8486775"/>
            <a:ext cx="1104900" cy="685800"/>
          </a:xfrm>
          <a:prstGeom xmlns:a="http://schemas.openxmlformats.org/drawingml/2006/main" prst="rect">
            <a:avLst/>
          </a:prstGeom>
        </p:spPr>
      </p:pic>
      <p:pic>
        <p:nvPic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C4EFE7E-78A5-4C2F-A0BB-33E12D065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0813be12146ce"/>
          <a:stretch xmlns:a="http://schemas.openxmlformats.org/drawingml/2006/main"/>
        </p:blipFill>
        <p:spPr>
          <a:xfrm xmlns:a="http://schemas.openxmlformats.org/drawingml/2006/main">
            <a:off x="4714875" y="11410950"/>
            <a:ext cx="895350" cy="438150"/>
          </a:xfrm>
          <a:prstGeom xmlns:a="http://schemas.openxmlformats.org/drawingml/2006/main" prst="rect">
            <a:avLst/>
          </a:prstGeom>
        </p:spPr>
      </p:pic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71FF7CBB-A6C4-42A1-9581-195A69593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a66f9e8c54fa1"/>
          <a:stretch xmlns:a="http://schemas.openxmlformats.org/drawingml/2006/main"/>
        </p:blipFill>
        <p:spPr>
          <a:xfrm xmlns:a="http://schemas.openxmlformats.org/drawingml/2006/main">
            <a:off x="4714875" y="12887325"/>
            <a:ext cx="1333500" cy="447675"/>
          </a:xfrm>
          <a:prstGeom xmlns:a="http://schemas.openxmlformats.org/drawingml/2006/main" prst="rect">
            <a:avLst/>
          </a:prstGeom>
        </p:spPr>
      </p:pic>
      <p:sp>
        <p:nvSpPr>
          <p:cNvPr id="466" name="text-406 video">
            <a:extLst xmlns:a="http://schemas.openxmlformats.org/drawingml/2006/main">
              <a:ext uri="{FF2B5EF4-FFF2-40B4-BE49-F238E27FC236}">
                <a16:creationId xmlns:a16="http://schemas.microsoft.com/office/drawing/2014/main" id="{4CC67FB0-3DD2-4702-A920-4BB094D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6047" y="12941423"/>
            <a:ext cx="348438" cy="18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467" name="text-407 video">
            <a:extLst xmlns:a="http://schemas.openxmlformats.org/drawingml/2006/main">
              <a:ext uri="{FF2B5EF4-FFF2-40B4-BE49-F238E27FC236}">
                <a16:creationId xmlns:a16="http://schemas.microsoft.com/office/drawing/2014/main" id="{8F65262B-AA46-43AA-9172-6CB4038E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6047" y="12941423"/>
            <a:ext cx="348438" cy="18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5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468" name="text-408 -">
            <a:extLst xmlns:a="http://schemas.openxmlformats.org/drawingml/2006/main">
              <a:ext uri="{FF2B5EF4-FFF2-40B4-BE49-F238E27FC236}">
                <a16:creationId xmlns:a16="http://schemas.microsoft.com/office/drawing/2014/main" id="{2A95D7C0-E999-46E8-9CBE-063F685F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6779" y="12936770"/>
            <a:ext cx="82530" cy="193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469" name="text-409 -">
            <a:extLst xmlns:a="http://schemas.openxmlformats.org/drawingml/2006/main">
              <a:ext uri="{FF2B5EF4-FFF2-40B4-BE49-F238E27FC236}">
                <a16:creationId xmlns:a16="http://schemas.microsoft.com/office/drawing/2014/main" id="{04D17378-EFFE-488E-B341-D4AB909C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6779" y="12936770"/>
            <a:ext cx="82530" cy="193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470" name="text-410 site">
            <a:extLst xmlns:a="http://schemas.openxmlformats.org/drawingml/2006/main">
              <a:ext uri="{FF2B5EF4-FFF2-40B4-BE49-F238E27FC236}">
                <a16:creationId xmlns:a16="http://schemas.microsoft.com/office/drawing/2014/main" id="{A191F898-55A8-46B8-8360-D32A443A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1807" y="12940147"/>
            <a:ext cx="265249" cy="188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site</a:t>
            </a:r>
          </a:p>
        </p:txBody>
      </p:sp>
      <p:sp>
        <p:nvSpPr>
          <p:cNvPr id="471" name="text-410 UI">
            <a:extLst xmlns:a="http://schemas.openxmlformats.org/drawingml/2006/main">
              <a:ext uri="{FF2B5EF4-FFF2-40B4-BE49-F238E27FC236}">
                <a16:creationId xmlns:a16="http://schemas.microsoft.com/office/drawing/2014/main" id="{CF864D8E-29FD-4C49-B52A-96E0AD4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8587" y="12940145"/>
            <a:ext cx="197418" cy="18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472" name="text-410 /">
            <a:extLst xmlns:a="http://schemas.openxmlformats.org/drawingml/2006/main">
              <a:ext uri="{FF2B5EF4-FFF2-40B4-BE49-F238E27FC236}">
                <a16:creationId xmlns:a16="http://schemas.microsoft.com/office/drawing/2014/main" id="{44CF4760-D018-4EBF-9ED7-F0C6D96C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7738" y="12936713"/>
            <a:ext cx="95714" cy="1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473" name="text-411 site">
            <a:extLst xmlns:a="http://schemas.openxmlformats.org/drawingml/2006/main">
              <a:ext uri="{FF2B5EF4-FFF2-40B4-BE49-F238E27FC236}">
                <a16:creationId xmlns:a16="http://schemas.microsoft.com/office/drawing/2014/main" id="{243F0B4D-6014-445B-B276-E6C99005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1807" y="12940147"/>
            <a:ext cx="265249" cy="188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site</a:t>
            </a:r>
          </a:p>
        </p:txBody>
      </p:sp>
      <p:sp>
        <p:nvSpPr>
          <p:cNvPr id="474" name="text-411 UI">
            <a:extLst xmlns:a="http://schemas.openxmlformats.org/drawingml/2006/main">
              <a:ext uri="{FF2B5EF4-FFF2-40B4-BE49-F238E27FC236}">
                <a16:creationId xmlns:a16="http://schemas.microsoft.com/office/drawing/2014/main" id="{3A57DC47-62EF-4A5E-A6F4-ABFAC78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8587" y="12940145"/>
            <a:ext cx="197418" cy="18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475" name="text-411 /">
            <a:extLst xmlns:a="http://schemas.openxmlformats.org/drawingml/2006/main">
              <a:ext uri="{FF2B5EF4-FFF2-40B4-BE49-F238E27FC236}">
                <a16:creationId xmlns:a16="http://schemas.microsoft.com/office/drawing/2014/main" id="{25AB42E3-FA71-47A0-97D1-F43DAE1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7738" y="12936713"/>
            <a:ext cx="95714" cy="1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476" name="text-412 watermark">
            <a:extLst xmlns:a="http://schemas.openxmlformats.org/drawingml/2006/main">
              <a:ext uri="{FF2B5EF4-FFF2-40B4-BE49-F238E27FC236}">
                <a16:creationId xmlns:a16="http://schemas.microsoft.com/office/drawing/2014/main" id="{ECE474E3-B934-495F-9810-B7555D6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503" y="13105311"/>
            <a:ext cx="688130" cy="1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sp>
        <p:nvSpPr>
          <p:cNvPr id="477" name="text-413 watermark">
            <a:extLst xmlns:a="http://schemas.openxmlformats.org/drawingml/2006/main">
              <a:ext uri="{FF2B5EF4-FFF2-40B4-BE49-F238E27FC236}">
                <a16:creationId xmlns:a16="http://schemas.microsoft.com/office/drawing/2014/main" id="{E52E4234-1D16-479E-A724-03C3B14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503" y="13105311"/>
            <a:ext cx="688130" cy="1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104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sp>
        <p:nvSpPr>
          <p:cNvPr id="478" name="path-414">
            <a:extLst xmlns:a="http://schemas.openxmlformats.org/drawingml/2006/main">
              <a:ext uri="{FF2B5EF4-FFF2-40B4-BE49-F238E27FC236}">
                <a16:creationId xmlns:a16="http://schemas.microsoft.com/office/drawing/2014/main" id="{82598D1A-91B5-428C-BBD4-01AF384A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996" y="8210919"/>
            <a:ext cx="4038062" cy="2056465"/>
          </a:xfrm>
          <a:custGeom xmlns:a="http://schemas.openxmlformats.org/drawingml/2006/main">
            <a:pathLst>
              <a:path w="4038062" h="2056465">
                <a:moveTo>
                  <a:pt x="0" y="84890"/>
                </a:moveTo>
                <a:cubicBezTo>
                  <a:pt x="0" y="38006"/>
                  <a:pt x="38006" y="0"/>
                  <a:pt x="84890" y="0"/>
                </a:cubicBezTo>
                <a:lnTo>
                  <a:pt x="3953171" y="0"/>
                </a:lnTo>
                <a:cubicBezTo>
                  <a:pt x="4000055" y="0"/>
                  <a:pt x="4038062" y="38006"/>
                  <a:pt x="4038062" y="84890"/>
                </a:cubicBezTo>
                <a:lnTo>
                  <a:pt x="4038062" y="1971574"/>
                </a:lnTo>
                <a:cubicBezTo>
                  <a:pt x="4038062" y="2018457"/>
                  <a:pt x="4000055" y="2056465"/>
                  <a:pt x="3953171" y="2056465"/>
                </a:cubicBezTo>
                <a:lnTo>
                  <a:pt x="84890" y="2056465"/>
                </a:lnTo>
                <a:cubicBezTo>
                  <a:pt x="38006" y="2056465"/>
                  <a:pt x="0" y="2018457"/>
                  <a:pt x="0" y="1971574"/>
                </a:cubicBezTo>
                <a:lnTo>
                  <a:pt x="0" y="84890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2F843F"/>
            </a:solidFill>
            <a:prstDash val="solid"/>
          </a:ln>
        </p:spPr>
      </p:sp>
      <p:sp>
        <p:nvSpPr>
          <p:cNvPr id="479" name="text-415 Need">
            <a:extLst xmlns:a="http://schemas.openxmlformats.org/drawingml/2006/main">
              <a:ext uri="{FF2B5EF4-FFF2-40B4-BE49-F238E27FC236}">
                <a16:creationId xmlns:a16="http://schemas.microsoft.com/office/drawing/2014/main" id="{FED1676E-6815-4C87-B66C-CE48D84C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6824" y="8261904"/>
            <a:ext cx="428606" cy="225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480" name="text-416 Need">
            <a:extLst xmlns:a="http://schemas.openxmlformats.org/drawingml/2006/main">
              <a:ext uri="{FF2B5EF4-FFF2-40B4-BE49-F238E27FC236}">
                <a16:creationId xmlns:a16="http://schemas.microsoft.com/office/drawing/2014/main" id="{21B2B0E0-F952-4180-A10F-D672ECD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6824" y="8261904"/>
            <a:ext cx="428606" cy="225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481" name="text-417 Image">
            <a:extLst xmlns:a="http://schemas.openxmlformats.org/drawingml/2006/main">
              <a:ext uri="{FF2B5EF4-FFF2-40B4-BE49-F238E27FC236}">
                <a16:creationId xmlns:a16="http://schemas.microsoft.com/office/drawing/2014/main" id="{D9F78673-06C5-4CFE-98AD-99E952F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334" y="8262256"/>
            <a:ext cx="497389" cy="225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82" name="text-418 Image">
            <a:extLst xmlns:a="http://schemas.openxmlformats.org/drawingml/2006/main">
              <a:ext uri="{FF2B5EF4-FFF2-40B4-BE49-F238E27FC236}">
                <a16:creationId xmlns:a16="http://schemas.microsoft.com/office/drawing/2014/main" id="{2E90E1FB-4C98-454B-842D-5291FBF9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334" y="8262256"/>
            <a:ext cx="497389" cy="225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83" name="text-419 Search">
            <a:extLst xmlns:a="http://schemas.openxmlformats.org/drawingml/2006/main">
              <a:ext uri="{FF2B5EF4-FFF2-40B4-BE49-F238E27FC236}">
                <a16:creationId xmlns:a16="http://schemas.microsoft.com/office/drawing/2014/main" id="{F61B0DF7-DA8D-49A9-850A-3ABAB86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9024" y="8262194"/>
            <a:ext cx="563669" cy="22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484" name="text-420 Search">
            <a:extLst xmlns:a="http://schemas.openxmlformats.org/drawingml/2006/main">
              <a:ext uri="{FF2B5EF4-FFF2-40B4-BE49-F238E27FC236}">
                <a16:creationId xmlns:a16="http://schemas.microsoft.com/office/drawing/2014/main" id="{DDCC3A47-851B-458B-8C22-E22BDBB8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9024" y="8262194"/>
            <a:ext cx="563669" cy="22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BD0321F0-7910-4E88-BE36-8C0C4BD71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6125168f345db"/>
          <a:stretch xmlns:a="http://schemas.openxmlformats.org/drawingml/2006/main"/>
        </p:blipFill>
        <p:spPr>
          <a:xfrm xmlns:a="http://schemas.openxmlformats.org/drawingml/2006/main">
            <a:off x="7172325" y="9572625"/>
            <a:ext cx="971550" cy="590550"/>
          </a:xfrm>
          <a:prstGeom xmlns:a="http://schemas.openxmlformats.org/drawingml/2006/main" prst="rect">
            <a:avLst/>
          </a:prstGeom>
        </p:spPr>
      </p:pic>
      <p:pic>
        <p:nvPic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523A3D5F-1D9F-4F35-AA63-CBE0CEE774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6c6c8040e4f5a"/>
          <a:stretch xmlns:a="http://schemas.openxmlformats.org/drawingml/2006/main"/>
        </p:blipFill>
        <p:spPr>
          <a:xfrm xmlns:a="http://schemas.openxmlformats.org/drawingml/2006/main">
            <a:off x="4752975" y="9544050"/>
            <a:ext cx="971550" cy="600075"/>
          </a:xfrm>
          <a:prstGeom xmlns:a="http://schemas.openxmlformats.org/drawingml/2006/main" prst="rect">
            <a:avLst/>
          </a:prstGeom>
        </p:spPr>
      </p:pic>
      <p:pic>
        <p:nvPic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579FBFF9-1406-44F1-AE5E-8F762DC4F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f89a89a3548c7"/>
          <a:stretch xmlns:a="http://schemas.openxmlformats.org/drawingml/2006/main"/>
        </p:blipFill>
        <p:spPr>
          <a:xfrm xmlns:a="http://schemas.openxmlformats.org/drawingml/2006/main">
            <a:off x="5953125" y="9544050"/>
            <a:ext cx="981075" cy="600075"/>
          </a:xfrm>
          <a:prstGeom xmlns:a="http://schemas.openxmlformats.org/drawingml/2006/main" prst="rect">
            <a:avLst/>
          </a:prstGeom>
        </p:spPr>
      </p:pic>
      <p:sp>
        <p:nvSpPr>
          <p:cNvPr id="488" name="path-424">
            <a:extLst xmlns:a="http://schemas.openxmlformats.org/drawingml/2006/main">
              <a:ext uri="{FF2B5EF4-FFF2-40B4-BE49-F238E27FC236}">
                <a16:creationId xmlns:a16="http://schemas.microsoft.com/office/drawing/2014/main" id="{30F225C0-4F31-4D2A-A6B4-AA2DC5A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905" y="10449762"/>
            <a:ext cx="3743072" cy="1650831"/>
          </a:xfrm>
          <a:custGeom xmlns:a="http://schemas.openxmlformats.org/drawingml/2006/main">
            <a:pathLst>
              <a:path w="3743072" h="1650831">
                <a:moveTo>
                  <a:pt x="0" y="84903"/>
                </a:moveTo>
                <a:cubicBezTo>
                  <a:pt x="0" y="38012"/>
                  <a:pt x="38012" y="0"/>
                  <a:pt x="84903" y="0"/>
                </a:cubicBezTo>
                <a:lnTo>
                  <a:pt x="3658169" y="0"/>
                </a:lnTo>
                <a:cubicBezTo>
                  <a:pt x="3705059" y="0"/>
                  <a:pt x="3743072" y="38012"/>
                  <a:pt x="3743072" y="84903"/>
                </a:cubicBezTo>
                <a:lnTo>
                  <a:pt x="3743072" y="1565929"/>
                </a:lnTo>
                <a:cubicBezTo>
                  <a:pt x="3743072" y="1612819"/>
                  <a:pt x="3705059" y="1650831"/>
                  <a:pt x="3658169" y="1650831"/>
                </a:cubicBezTo>
                <a:lnTo>
                  <a:pt x="84903" y="1650831"/>
                </a:lnTo>
                <a:cubicBezTo>
                  <a:pt x="38012" y="1650831"/>
                  <a:pt x="0" y="1612819"/>
                  <a:pt x="0" y="1565929"/>
                </a:cubicBezTo>
                <a:lnTo>
                  <a:pt x="0" y="84903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148994"/>
            </a:solidFill>
            <a:prstDash val="solid"/>
          </a:ln>
        </p:spPr>
      </p:sp>
      <p:sp>
        <p:nvSpPr>
          <p:cNvPr id="489" name="text-425 OCR">
            <a:extLst xmlns:a="http://schemas.openxmlformats.org/drawingml/2006/main">
              <a:ext uri="{FF2B5EF4-FFF2-40B4-BE49-F238E27FC236}">
                <a16:creationId xmlns:a16="http://schemas.microsoft.com/office/drawing/2014/main" id="{AAC3BA19-8854-43B3-AF7B-50E3A82F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939" y="10510552"/>
            <a:ext cx="356579" cy="226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490" name="text-426 OCR">
            <a:extLst xmlns:a="http://schemas.openxmlformats.org/drawingml/2006/main">
              <a:ext uri="{FF2B5EF4-FFF2-40B4-BE49-F238E27FC236}">
                <a16:creationId xmlns:a16="http://schemas.microsoft.com/office/drawing/2014/main" id="{F11EC6FB-7678-4B1C-9F33-EB80E2B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939" y="10510552"/>
            <a:ext cx="356579" cy="226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491" name="text-427 then">
            <a:extLst xmlns:a="http://schemas.openxmlformats.org/drawingml/2006/main">
              <a:ext uri="{FF2B5EF4-FFF2-40B4-BE49-F238E27FC236}">
                <a16:creationId xmlns:a16="http://schemas.microsoft.com/office/drawing/2014/main" id="{F9B79846-80A2-4D1E-826B-BF9E4DAB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0127" y="10510647"/>
            <a:ext cx="370938" cy="22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492" name="text-428 then">
            <a:extLst xmlns:a="http://schemas.openxmlformats.org/drawingml/2006/main">
              <a:ext uri="{FF2B5EF4-FFF2-40B4-BE49-F238E27FC236}">
                <a16:creationId xmlns:a16="http://schemas.microsoft.com/office/drawing/2014/main" id="{4A3255FB-C928-4189-8110-DE690AA5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0127" y="10510647"/>
            <a:ext cx="370938" cy="22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7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493" name="text-429 text">
            <a:extLst xmlns:a="http://schemas.openxmlformats.org/drawingml/2006/main">
              <a:ext uri="{FF2B5EF4-FFF2-40B4-BE49-F238E27FC236}">
                <a16:creationId xmlns:a16="http://schemas.microsoft.com/office/drawing/2014/main" id="{9BD8F067-5773-4CCB-9757-EE73B0A0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8465" y="10510974"/>
            <a:ext cx="363808" cy="225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494" name="text-430 text">
            <a:extLst xmlns:a="http://schemas.openxmlformats.org/drawingml/2006/main">
              <a:ext uri="{FF2B5EF4-FFF2-40B4-BE49-F238E27FC236}">
                <a16:creationId xmlns:a16="http://schemas.microsoft.com/office/drawing/2014/main" id="{F89B4F75-691D-4C10-8732-B71CC7BE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8465" y="10510974"/>
            <a:ext cx="363808" cy="225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68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495" name="text-431 search">
            <a:extLst xmlns:a="http://schemas.openxmlformats.org/drawingml/2006/main">
              <a:ext uri="{FF2B5EF4-FFF2-40B4-BE49-F238E27FC236}">
                <a16:creationId xmlns:a16="http://schemas.microsoft.com/office/drawing/2014/main" id="{CA6CBA18-53B3-42C7-9D98-986A206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0514" y="10511073"/>
            <a:ext cx="530562" cy="225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496" name="text-432 search">
            <a:extLst xmlns:a="http://schemas.openxmlformats.org/drawingml/2006/main">
              <a:ext uri="{FF2B5EF4-FFF2-40B4-BE49-F238E27FC236}">
                <a16:creationId xmlns:a16="http://schemas.microsoft.com/office/drawing/2014/main" id="{41DF46FA-FB5F-42D7-A232-DEF80933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0514" y="10511073"/>
            <a:ext cx="530562" cy="225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47AE3D5-F809-4DBD-A58E-CA9A79874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c0a158f074bb0"/>
          <a:stretch xmlns:a="http://schemas.openxmlformats.org/drawingml/2006/main"/>
        </p:blipFill>
        <p:spPr>
          <a:xfrm xmlns:a="http://schemas.openxmlformats.org/drawingml/2006/main">
            <a:off x="4686300" y="10801350"/>
            <a:ext cx="2085975" cy="228600"/>
          </a:xfrm>
          <a:prstGeom xmlns:a="http://schemas.openxmlformats.org/drawingml/2006/main" prst="rect">
            <a:avLst/>
          </a:prstGeom>
        </p:spPr>
      </p:pic>
      <p:pic>
        <p:nvPic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A4D1A901-9DE2-4CF5-97D5-47DF24334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e5347d3e44528"/>
          <a:stretch xmlns:a="http://schemas.openxmlformats.org/drawingml/2006/main"/>
        </p:blipFill>
        <p:spPr>
          <a:xfrm xmlns:a="http://schemas.openxmlformats.org/drawingml/2006/main">
            <a:off x="5657850" y="11106150"/>
            <a:ext cx="2085975" cy="266700"/>
          </a:xfrm>
          <a:prstGeom xmlns:a="http://schemas.openxmlformats.org/drawingml/2006/main" prst="rect">
            <a:avLst/>
          </a:prstGeom>
        </p:spPr>
      </p:pic>
      <p:pic>
        <p:nvPic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5EA1F494-A311-4F8F-A4EC-7849B1A02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fe8ec53ee4913"/>
          <a:stretch xmlns:a="http://schemas.openxmlformats.org/drawingml/2006/main"/>
        </p:blipFill>
        <p:spPr>
          <a:xfrm xmlns:a="http://schemas.openxmlformats.org/drawingml/2006/main">
            <a:off x="6962775" y="11563350"/>
            <a:ext cx="676275" cy="333375"/>
          </a:xfrm>
          <a:prstGeom xmlns:a="http://schemas.openxmlformats.org/drawingml/2006/main" prst="rect">
            <a:avLst/>
          </a:prstGeom>
        </p:spPr>
      </p:pic>
      <p:sp>
        <p:nvSpPr>
          <p:cNvPr id="500" name="path-436">
            <a:extLst xmlns:a="http://schemas.openxmlformats.org/drawingml/2006/main">
              <a:ext uri="{FF2B5EF4-FFF2-40B4-BE49-F238E27FC236}">
                <a16:creationId xmlns:a16="http://schemas.microsoft.com/office/drawing/2014/main" id="{C988F57D-C1EA-48DD-8375-DA8E88D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476" y="12348839"/>
            <a:ext cx="3705945" cy="943332"/>
          </a:xfrm>
          <a:custGeom xmlns:a="http://schemas.openxmlformats.org/drawingml/2006/main">
            <a:pathLst>
              <a:path w="3705945" h="943332">
                <a:moveTo>
                  <a:pt x="0" y="84899"/>
                </a:moveTo>
                <a:cubicBezTo>
                  <a:pt x="0" y="38011"/>
                  <a:pt x="38009" y="0"/>
                  <a:pt x="84898" y="0"/>
                </a:cubicBezTo>
                <a:lnTo>
                  <a:pt x="3621046" y="0"/>
                </a:lnTo>
                <a:cubicBezTo>
                  <a:pt x="3667936" y="0"/>
                  <a:pt x="3705945" y="38011"/>
                  <a:pt x="3705945" y="84899"/>
                </a:cubicBezTo>
                <a:lnTo>
                  <a:pt x="3705945" y="858433"/>
                </a:lnTo>
                <a:cubicBezTo>
                  <a:pt x="3705945" y="905320"/>
                  <a:pt x="3667936" y="943332"/>
                  <a:pt x="3621046" y="943332"/>
                </a:cubicBezTo>
                <a:lnTo>
                  <a:pt x="84898" y="943332"/>
                </a:lnTo>
                <a:cubicBezTo>
                  <a:pt x="38009" y="943332"/>
                  <a:pt x="0" y="905320"/>
                  <a:pt x="0" y="858433"/>
                </a:cubicBezTo>
                <a:lnTo>
                  <a:pt x="0" y="848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437">
            <a:extLst xmlns:a="http://schemas.openxmlformats.org/drawingml/2006/main">
              <a:ext uri="{FF2B5EF4-FFF2-40B4-BE49-F238E27FC236}">
                <a16:creationId xmlns:a16="http://schemas.microsoft.com/office/drawing/2014/main" id="{210AC085-F4A8-4886-8418-2322DDE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476" y="12348839"/>
            <a:ext cx="3705948" cy="943332"/>
          </a:xfrm>
          <a:custGeom xmlns:a="http://schemas.openxmlformats.org/drawingml/2006/main">
            <a:pathLst>
              <a:path w="3705948" h="943332">
                <a:moveTo>
                  <a:pt x="0" y="84900"/>
                </a:moveTo>
                <a:cubicBezTo>
                  <a:pt x="0" y="38011"/>
                  <a:pt x="38011" y="0"/>
                  <a:pt x="84900" y="0"/>
                </a:cubicBezTo>
                <a:lnTo>
                  <a:pt x="3621048" y="0"/>
                </a:lnTo>
                <a:cubicBezTo>
                  <a:pt x="3667936" y="0"/>
                  <a:pt x="3705948" y="38011"/>
                  <a:pt x="3705948" y="84900"/>
                </a:cubicBezTo>
                <a:lnTo>
                  <a:pt x="3705948" y="858433"/>
                </a:lnTo>
                <a:cubicBezTo>
                  <a:pt x="3705948" y="905321"/>
                  <a:pt x="3667936" y="943332"/>
                  <a:pt x="3621048" y="943332"/>
                </a:cubicBezTo>
                <a:lnTo>
                  <a:pt x="84900" y="943332"/>
                </a:lnTo>
                <a:cubicBezTo>
                  <a:pt x="38011" y="943332"/>
                  <a:pt x="0" y="905321"/>
                  <a:pt x="0" y="858433"/>
                </a:cubicBezTo>
                <a:lnTo>
                  <a:pt x="0" y="84900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EC432D"/>
            </a:solidFill>
            <a:prstDash val="solid"/>
          </a:ln>
        </p:spPr>
      </p:sp>
      <p:sp>
        <p:nvSpPr>
          <p:cNvPr id="502" name="text-438 No">
            <a:extLst xmlns:a="http://schemas.openxmlformats.org/drawingml/2006/main">
              <a:ext uri="{FF2B5EF4-FFF2-40B4-BE49-F238E27FC236}">
                <a16:creationId xmlns:a16="http://schemas.microsoft.com/office/drawing/2014/main" id="{177DA44A-E274-4EE7-8E98-7E47669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6732" y="12485587"/>
            <a:ext cx="169459" cy="15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503" name="text-439 No">
            <a:extLst xmlns:a="http://schemas.openxmlformats.org/drawingml/2006/main">
              <a:ext uri="{FF2B5EF4-FFF2-40B4-BE49-F238E27FC236}">
                <a16:creationId xmlns:a16="http://schemas.microsoft.com/office/drawing/2014/main" id="{D08A06A6-98E7-47CF-B9D2-D9775F6B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6732" y="12485587"/>
            <a:ext cx="169459" cy="15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8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504" name="text-440 -">
            <a:extLst xmlns:a="http://schemas.openxmlformats.org/drawingml/2006/main">
              <a:ext uri="{FF2B5EF4-FFF2-40B4-BE49-F238E27FC236}">
                <a16:creationId xmlns:a16="http://schemas.microsoft.com/office/drawing/2014/main" id="{CA026A0E-0BD0-48F3-B586-37D0D54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093" y="12485218"/>
            <a:ext cx="67524" cy="158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5" name="text-441 -">
            <a:extLst xmlns:a="http://schemas.openxmlformats.org/drawingml/2006/main">
              <a:ext uri="{FF2B5EF4-FFF2-40B4-BE49-F238E27FC236}">
                <a16:creationId xmlns:a16="http://schemas.microsoft.com/office/drawing/2014/main" id="{841D60AD-84D0-4877-8EF9-5ECEB4C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093" y="12485218"/>
            <a:ext cx="67524" cy="158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6" name="text-442 need">
            <a:extLst xmlns:a="http://schemas.openxmlformats.org/drawingml/2006/main">
              <a:ext uri="{FF2B5EF4-FFF2-40B4-BE49-F238E27FC236}">
                <a16:creationId xmlns:a16="http://schemas.microsoft.com/office/drawing/2014/main" id="{EAAF4CC8-8F9B-46B3-B1F2-3760A5E5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3260" y="12485512"/>
            <a:ext cx="269227" cy="15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507" name="text-442 object:">
            <a:extLst xmlns:a="http://schemas.openxmlformats.org/drawingml/2006/main">
              <a:ext uri="{FF2B5EF4-FFF2-40B4-BE49-F238E27FC236}">
                <a16:creationId xmlns:a16="http://schemas.microsoft.com/office/drawing/2014/main" id="{B0853DC6-2823-4597-9953-FFD1C5C3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259" y="12485143"/>
            <a:ext cx="400020" cy="158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object:</a:t>
            </a:r>
          </a:p>
        </p:txBody>
      </p:sp>
      <p:sp>
        <p:nvSpPr>
          <p:cNvPr id="508" name="text-442 generic">
            <a:extLst xmlns:a="http://schemas.openxmlformats.org/drawingml/2006/main">
              <a:ext uri="{FF2B5EF4-FFF2-40B4-BE49-F238E27FC236}">
                <a16:creationId xmlns:a16="http://schemas.microsoft.com/office/drawing/2014/main" id="{DD0ADCE1-E090-45B7-B101-ABBA715B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1296" y="12485376"/>
            <a:ext cx="407091" cy="158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generic</a:t>
            </a:r>
          </a:p>
        </p:txBody>
      </p:sp>
      <p:sp>
        <p:nvSpPr>
          <p:cNvPr id="509" name="text-442 platform">
            <a:extLst xmlns:a="http://schemas.openxmlformats.org/drawingml/2006/main">
              <a:ext uri="{FF2B5EF4-FFF2-40B4-BE49-F238E27FC236}">
                <a16:creationId xmlns:a16="http://schemas.microsoft.com/office/drawing/2014/main" id="{2763A631-9B0F-411D-B9BA-5D4D013B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2670" y="12484403"/>
            <a:ext cx="485713" cy="15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platform</a:t>
            </a:r>
          </a:p>
        </p:txBody>
      </p:sp>
      <p:sp>
        <p:nvSpPr>
          <p:cNvPr id="510" name="text-442 UI">
            <a:extLst xmlns:a="http://schemas.openxmlformats.org/drawingml/2006/main">
              <a:ext uri="{FF2B5EF4-FFF2-40B4-BE49-F238E27FC236}">
                <a16:creationId xmlns:a16="http://schemas.microsoft.com/office/drawing/2014/main" id="{9ABED7D6-9248-4858-939C-01569407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2584" y="12485231"/>
            <a:ext cx="165516" cy="15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511" name="text-442 /">
            <a:extLst xmlns:a="http://schemas.openxmlformats.org/drawingml/2006/main">
              <a:ext uri="{FF2B5EF4-FFF2-40B4-BE49-F238E27FC236}">
                <a16:creationId xmlns:a16="http://schemas.microsoft.com/office/drawing/2014/main" id="{6134001A-5D70-4C7E-B404-7E47D0FF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1824" y="12485188"/>
            <a:ext cx="78308" cy="1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512" name="text-442 watermark">
            <a:extLst xmlns:a="http://schemas.openxmlformats.org/drawingml/2006/main">
              <a:ext uri="{FF2B5EF4-FFF2-40B4-BE49-F238E27FC236}">
                <a16:creationId xmlns:a16="http://schemas.microsoft.com/office/drawing/2014/main" id="{BDFFBCC2-F9E2-4F6D-878E-714281C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4604" y="12484973"/>
            <a:ext cx="587714" cy="158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sp>
        <p:nvSpPr>
          <p:cNvPr id="513" name="text-443 need">
            <a:extLst xmlns:a="http://schemas.openxmlformats.org/drawingml/2006/main">
              <a:ext uri="{FF2B5EF4-FFF2-40B4-BE49-F238E27FC236}">
                <a16:creationId xmlns:a16="http://schemas.microsoft.com/office/drawing/2014/main" id="{81C4F2F7-6E49-4EB5-906B-66E88B0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3260" y="12485512"/>
            <a:ext cx="269227" cy="15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8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514" name="text-443 object:">
            <a:extLst xmlns:a="http://schemas.openxmlformats.org/drawingml/2006/main">
              <a:ext uri="{FF2B5EF4-FFF2-40B4-BE49-F238E27FC236}">
                <a16:creationId xmlns:a16="http://schemas.microsoft.com/office/drawing/2014/main" id="{B106D5C5-327A-41A5-AF91-C9F4DC2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259" y="12485143"/>
            <a:ext cx="400020" cy="158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object:</a:t>
            </a:r>
          </a:p>
        </p:txBody>
      </p:sp>
      <p:sp>
        <p:nvSpPr>
          <p:cNvPr id="515" name="text-443 generic">
            <a:extLst xmlns:a="http://schemas.openxmlformats.org/drawingml/2006/main">
              <a:ext uri="{FF2B5EF4-FFF2-40B4-BE49-F238E27FC236}">
                <a16:creationId xmlns:a16="http://schemas.microsoft.com/office/drawing/2014/main" id="{2D7EAEDF-6B95-4027-80EB-91FB1A20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1296" y="12485376"/>
            <a:ext cx="407091" cy="158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generic</a:t>
            </a:r>
          </a:p>
        </p:txBody>
      </p:sp>
      <p:sp>
        <p:nvSpPr>
          <p:cNvPr id="516" name="text-443 platform">
            <a:extLst xmlns:a="http://schemas.openxmlformats.org/drawingml/2006/main">
              <a:ext uri="{FF2B5EF4-FFF2-40B4-BE49-F238E27FC236}">
                <a16:creationId xmlns:a16="http://schemas.microsoft.com/office/drawing/2014/main" id="{3B134E16-56EF-45B4-8CF1-EA987159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2670" y="12484403"/>
            <a:ext cx="485713" cy="15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8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platform</a:t>
            </a:r>
          </a:p>
        </p:txBody>
      </p:sp>
      <p:sp>
        <p:nvSpPr>
          <p:cNvPr id="517" name="text-443 UI">
            <a:extLst xmlns:a="http://schemas.openxmlformats.org/drawingml/2006/main">
              <a:ext uri="{FF2B5EF4-FFF2-40B4-BE49-F238E27FC236}">
                <a16:creationId xmlns:a16="http://schemas.microsoft.com/office/drawing/2014/main" id="{C874FCF3-CA37-4F50-AC60-72C85444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2584" y="12485231"/>
            <a:ext cx="165516" cy="15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518" name="text-443 /">
            <a:extLst xmlns:a="http://schemas.openxmlformats.org/drawingml/2006/main">
              <a:ext uri="{FF2B5EF4-FFF2-40B4-BE49-F238E27FC236}">
                <a16:creationId xmlns:a16="http://schemas.microsoft.com/office/drawing/2014/main" id="{25B310CF-5CF8-4121-9063-BE0055E3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1824" y="12485188"/>
            <a:ext cx="78308" cy="1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519" name="text-443 watermark">
            <a:extLst xmlns:a="http://schemas.openxmlformats.org/drawingml/2006/main">
              <a:ext uri="{FF2B5EF4-FFF2-40B4-BE49-F238E27FC236}">
                <a16:creationId xmlns:a16="http://schemas.microsoft.com/office/drawing/2014/main" id="{C6C5AA84-C1AF-4EF0-B795-B273ADC8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4604" y="12484973"/>
            <a:ext cx="587714" cy="158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89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pic>
        <p:nvPic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DF34656B-D409-4DEB-9777-27968F939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dddb3ddc54632"/>
          <a:stretch xmlns:a="http://schemas.openxmlformats.org/drawingml/2006/main"/>
        </p:blipFill>
        <p:spPr>
          <a:xfrm xmlns:a="http://schemas.openxmlformats.org/drawingml/2006/main">
            <a:off x="5105400" y="12696825"/>
            <a:ext cx="1876425" cy="466725"/>
          </a:xfrm>
          <a:prstGeom xmlns:a="http://schemas.openxmlformats.org/drawingml/2006/main" prst="rect">
            <a:avLst/>
          </a:prstGeom>
        </p:spPr>
      </p:pic>
      <p:sp>
        <p:nvSpPr>
          <p:cNvPr id="521" name="path-445">
            <a:extLst xmlns:a="http://schemas.openxmlformats.org/drawingml/2006/main">
              <a:ext uri="{FF2B5EF4-FFF2-40B4-BE49-F238E27FC236}">
                <a16:creationId xmlns:a16="http://schemas.microsoft.com/office/drawing/2014/main" id="{569D237C-C2BB-4F44-B8CB-B98E996A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433" y="9259430"/>
            <a:ext cx="3683633" cy="961292"/>
          </a:xfrm>
          <a:custGeom xmlns:a="http://schemas.openxmlformats.org/drawingml/2006/main">
            <a:pathLst>
              <a:path w="3683633" h="961292">
                <a:moveTo>
                  <a:pt x="0" y="39681"/>
                </a:moveTo>
                <a:cubicBezTo>
                  <a:pt x="0" y="17765"/>
                  <a:pt x="17766" y="0"/>
                  <a:pt x="39681" y="0"/>
                </a:cubicBezTo>
                <a:lnTo>
                  <a:pt x="3643952" y="0"/>
                </a:lnTo>
                <a:cubicBezTo>
                  <a:pt x="3665868" y="0"/>
                  <a:pt x="3683633" y="17765"/>
                  <a:pt x="3683633" y="39681"/>
                </a:cubicBezTo>
                <a:lnTo>
                  <a:pt x="3683633" y="921611"/>
                </a:lnTo>
                <a:cubicBezTo>
                  <a:pt x="3683633" y="943525"/>
                  <a:pt x="3665868" y="961292"/>
                  <a:pt x="3643952" y="961292"/>
                </a:cubicBezTo>
                <a:lnTo>
                  <a:pt x="39681" y="961292"/>
                </a:lnTo>
                <a:cubicBezTo>
                  <a:pt x="17766" y="961292"/>
                  <a:pt x="0" y="943525"/>
                  <a:pt x="0" y="921611"/>
                </a:cubicBezTo>
                <a:lnTo>
                  <a:pt x="0" y="39681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2F843F"/>
            </a:solidFill>
            <a:prstDash val="dash"/>
          </a:ln>
        </p:spPr>
      </p:sp>
      <p:sp>
        <p:nvSpPr>
          <p:cNvPr id="522" name="text-446 Same">
            <a:extLst xmlns:a="http://schemas.openxmlformats.org/drawingml/2006/main">
              <a:ext uri="{FF2B5EF4-FFF2-40B4-BE49-F238E27FC236}">
                <a16:creationId xmlns:a16="http://schemas.microsoft.com/office/drawing/2014/main" id="{679BFD8C-B6A8-403A-B49D-AFF1531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964" y="9294459"/>
            <a:ext cx="436121" cy="22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Same</a:t>
            </a:r>
          </a:p>
        </p:txBody>
      </p:sp>
      <p:sp>
        <p:nvSpPr>
          <p:cNvPr id="523" name="text-447 Same">
            <a:extLst xmlns:a="http://schemas.openxmlformats.org/drawingml/2006/main">
              <a:ext uri="{FF2B5EF4-FFF2-40B4-BE49-F238E27FC236}">
                <a16:creationId xmlns:a16="http://schemas.microsoft.com/office/drawing/2014/main" id="{4148BA32-BD07-47C1-B1E0-E351DE6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964" y="9294459"/>
            <a:ext cx="436121" cy="22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Same</a:t>
            </a:r>
          </a:p>
        </p:txBody>
      </p:sp>
      <p:sp>
        <p:nvSpPr>
          <p:cNvPr id="524" name="text-448 Entity">
            <a:extLst xmlns:a="http://schemas.openxmlformats.org/drawingml/2006/main">
              <a:ext uri="{FF2B5EF4-FFF2-40B4-BE49-F238E27FC236}">
                <a16:creationId xmlns:a16="http://schemas.microsoft.com/office/drawing/2014/main" id="{F057CF12-BBA5-4440-B951-A223383C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335" y="9294410"/>
            <a:ext cx="494431" cy="225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525" name="text-449 Entity">
            <a:extLst xmlns:a="http://schemas.openxmlformats.org/drawingml/2006/main">
              <a:ext uri="{FF2B5EF4-FFF2-40B4-BE49-F238E27FC236}">
                <a16:creationId xmlns:a16="http://schemas.microsoft.com/office/drawing/2014/main" id="{794A88B6-BA09-4746-9F5B-D64031D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5335" y="9294410"/>
            <a:ext cx="494431" cy="225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526" name="text-450 Multi">
            <a:extLst xmlns:a="http://schemas.openxmlformats.org/drawingml/2006/main">
              <a:ext uri="{FF2B5EF4-FFF2-40B4-BE49-F238E27FC236}">
                <a16:creationId xmlns:a16="http://schemas.microsoft.com/office/drawing/2014/main" id="{BAD88D64-144F-42CC-BBAA-FBD6D00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7879" y="9294745"/>
            <a:ext cx="419052" cy="225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27" name="text-451 Multi">
            <a:extLst xmlns:a="http://schemas.openxmlformats.org/drawingml/2006/main">
              <a:ext uri="{FF2B5EF4-FFF2-40B4-BE49-F238E27FC236}">
                <a16:creationId xmlns:a16="http://schemas.microsoft.com/office/drawing/2014/main" id="{4A47FD63-759F-41D5-998A-4D281BE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7879" y="9294745"/>
            <a:ext cx="419052" cy="225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6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28" name="text-452 -">
            <a:extLst xmlns:a="http://schemas.openxmlformats.org/drawingml/2006/main">
              <a:ext uri="{FF2B5EF4-FFF2-40B4-BE49-F238E27FC236}">
                <a16:creationId xmlns:a16="http://schemas.microsoft.com/office/drawing/2014/main" id="{19719B10-D40E-41F7-A958-0FCF9AB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7789" y="9291989"/>
            <a:ext cx="97534" cy="22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29" name="text-453 -">
            <a:extLst xmlns:a="http://schemas.openxmlformats.org/drawingml/2006/main">
              <a:ext uri="{FF2B5EF4-FFF2-40B4-BE49-F238E27FC236}">
                <a16:creationId xmlns:a16="http://schemas.microsoft.com/office/drawing/2014/main" id="{655D16AB-31D1-4EEE-82A4-6DCE39E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7789" y="9291989"/>
            <a:ext cx="97534" cy="22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8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30" name="text-454 Search">
            <a:extLst xmlns:a="http://schemas.openxmlformats.org/drawingml/2006/main">
              <a:ext uri="{FF2B5EF4-FFF2-40B4-BE49-F238E27FC236}">
                <a16:creationId xmlns:a16="http://schemas.microsoft.com/office/drawing/2014/main" id="{22541255-4DAE-40CE-AE4F-ED226614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5395" y="9294575"/>
            <a:ext cx="563669" cy="22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531" name="text-455 Search">
            <a:extLst xmlns:a="http://schemas.openxmlformats.org/drawingml/2006/main">
              <a:ext uri="{FF2B5EF4-FFF2-40B4-BE49-F238E27FC236}">
                <a16:creationId xmlns:a16="http://schemas.microsoft.com/office/drawing/2014/main" id="{BCB0CCF1-307E-456F-9091-750E45D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5395" y="9294575"/>
            <a:ext cx="563669" cy="22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532" name="text-456 Candidate">
            <a:extLst xmlns:a="http://schemas.openxmlformats.org/drawingml/2006/main">
              <a:ext uri="{FF2B5EF4-FFF2-40B4-BE49-F238E27FC236}">
                <a16:creationId xmlns:a16="http://schemas.microsoft.com/office/drawing/2014/main" id="{20C1C57D-C8D8-4F61-A5BD-03CCBDE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117" y="9294540"/>
            <a:ext cx="772694" cy="22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533" name="text-457 Candidate">
            <a:extLst xmlns:a="http://schemas.openxmlformats.org/drawingml/2006/main">
              <a:ext uri="{FF2B5EF4-FFF2-40B4-BE49-F238E27FC236}">
                <a16:creationId xmlns:a16="http://schemas.microsoft.com/office/drawing/2014/main" id="{3C0234CA-C47C-497D-8489-FD5A5063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117" y="9294540"/>
            <a:ext cx="772694" cy="22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126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pic>
        <p:nvPic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E74012F-A504-455D-8EFD-E274C94B8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36f5af9254811"/>
          <a:stretch xmlns:a="http://schemas.openxmlformats.org/drawingml/2006/main"/>
        </p:blipFill>
        <p:spPr>
          <a:xfrm xmlns:a="http://schemas.openxmlformats.org/drawingml/2006/main">
            <a:off x="8734425" y="12763500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0ADFE5E-1707-4096-8132-4AFAF7459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f78f2cac84560"/>
          <a:stretch xmlns:a="http://schemas.openxmlformats.org/drawingml/2006/main"/>
        </p:blipFill>
        <p:spPr>
          <a:xfrm xmlns:a="http://schemas.openxmlformats.org/drawingml/2006/main">
            <a:off x="7067550" y="8496300"/>
            <a:ext cx="1104900" cy="666750"/>
          </a:xfrm>
          <a:prstGeom xmlns:a="http://schemas.openxmlformats.org/drawingml/2006/main" prst="rect">
            <a:avLst/>
          </a:prstGeom>
        </p:spPr>
      </p:pic>
      <p:sp>
        <p:nvSpPr>
          <p:cNvPr id="536" name="path-460">
            <a:extLst xmlns:a="http://schemas.openxmlformats.org/drawingml/2006/main">
              <a:ext uri="{FF2B5EF4-FFF2-40B4-BE49-F238E27FC236}">
                <a16:creationId xmlns:a16="http://schemas.microsoft.com/office/drawing/2014/main" id="{AA7B3486-023A-480D-BCF9-81257B8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13" y="9207688"/>
            <a:ext cx="1291983" cy="1378157"/>
          </a:xfrm>
          <a:custGeom xmlns:a="http://schemas.openxmlformats.org/drawingml/2006/main">
            <a:pathLst>
              <a:path w="1291983" h="1378157">
                <a:moveTo>
                  <a:pt x="604" y="1378157"/>
                </a:moveTo>
                <a:lnTo>
                  <a:pt x="31163" y="1377178"/>
                </a:lnTo>
                <a:lnTo>
                  <a:pt x="61945" y="1374256"/>
                </a:lnTo>
                <a:lnTo>
                  <a:pt x="92585" y="1369466"/>
                </a:lnTo>
                <a:lnTo>
                  <a:pt x="123022" y="1362873"/>
                </a:lnTo>
                <a:lnTo>
                  <a:pt x="153195" y="1354542"/>
                </a:lnTo>
                <a:lnTo>
                  <a:pt x="183046" y="1344539"/>
                </a:lnTo>
                <a:lnTo>
                  <a:pt x="212517" y="1332924"/>
                </a:lnTo>
                <a:lnTo>
                  <a:pt x="241548" y="1319765"/>
                </a:lnTo>
                <a:lnTo>
                  <a:pt x="270085" y="1305122"/>
                </a:lnTo>
                <a:lnTo>
                  <a:pt x="298068" y="1289061"/>
                </a:lnTo>
                <a:lnTo>
                  <a:pt x="325439" y="1271640"/>
                </a:lnTo>
                <a:lnTo>
                  <a:pt x="352141" y="1252926"/>
                </a:lnTo>
                <a:lnTo>
                  <a:pt x="378116" y="1232977"/>
                </a:lnTo>
                <a:lnTo>
                  <a:pt x="403383" y="1211789"/>
                </a:lnTo>
                <a:lnTo>
                  <a:pt x="451108" y="1166340"/>
                </a:lnTo>
                <a:lnTo>
                  <a:pt x="495005" y="1116935"/>
                </a:lnTo>
                <a:lnTo>
                  <a:pt x="515462" y="1090785"/>
                </a:lnTo>
                <a:lnTo>
                  <a:pt x="534725" y="1063903"/>
                </a:lnTo>
                <a:lnTo>
                  <a:pt x="552794" y="1036274"/>
                </a:lnTo>
                <a:lnTo>
                  <a:pt x="569609" y="1007953"/>
                </a:lnTo>
                <a:lnTo>
                  <a:pt x="585113" y="979004"/>
                </a:lnTo>
                <a:lnTo>
                  <a:pt x="599243" y="949486"/>
                </a:lnTo>
                <a:lnTo>
                  <a:pt x="611942" y="919460"/>
                </a:lnTo>
                <a:lnTo>
                  <a:pt x="623148" y="888984"/>
                </a:lnTo>
                <a:lnTo>
                  <a:pt x="632799" y="858119"/>
                </a:lnTo>
                <a:lnTo>
                  <a:pt x="640834" y="826923"/>
                </a:lnTo>
                <a:lnTo>
                  <a:pt x="647192" y="795463"/>
                </a:lnTo>
                <a:lnTo>
                  <a:pt x="651811" y="763798"/>
                </a:lnTo>
                <a:lnTo>
                  <a:pt x="654627" y="731986"/>
                </a:lnTo>
                <a:lnTo>
                  <a:pt x="655572" y="700379"/>
                </a:lnTo>
                <a:lnTo>
                  <a:pt x="656509" y="669046"/>
                </a:lnTo>
                <a:lnTo>
                  <a:pt x="656477" y="669599"/>
                </a:lnTo>
                <a:lnTo>
                  <a:pt x="659245" y="638327"/>
                </a:lnTo>
                <a:lnTo>
                  <a:pt x="659183" y="638856"/>
                </a:lnTo>
                <a:lnTo>
                  <a:pt x="663726" y="607707"/>
                </a:lnTo>
                <a:lnTo>
                  <a:pt x="663638" y="608216"/>
                </a:lnTo>
                <a:lnTo>
                  <a:pt x="669896" y="577251"/>
                </a:lnTo>
                <a:lnTo>
                  <a:pt x="669785" y="577735"/>
                </a:lnTo>
                <a:lnTo>
                  <a:pt x="677698" y="547016"/>
                </a:lnTo>
                <a:lnTo>
                  <a:pt x="677567" y="547478"/>
                </a:lnTo>
                <a:lnTo>
                  <a:pt x="687075" y="517064"/>
                </a:lnTo>
                <a:lnTo>
                  <a:pt x="686925" y="517503"/>
                </a:lnTo>
                <a:lnTo>
                  <a:pt x="697973" y="487457"/>
                </a:lnTo>
                <a:lnTo>
                  <a:pt x="697808" y="487877"/>
                </a:lnTo>
                <a:lnTo>
                  <a:pt x="710333" y="458260"/>
                </a:lnTo>
                <a:lnTo>
                  <a:pt x="710154" y="458658"/>
                </a:lnTo>
                <a:lnTo>
                  <a:pt x="724098" y="429530"/>
                </a:lnTo>
                <a:lnTo>
                  <a:pt x="723906" y="429910"/>
                </a:lnTo>
                <a:lnTo>
                  <a:pt x="739210" y="401333"/>
                </a:lnTo>
                <a:lnTo>
                  <a:pt x="739005" y="401696"/>
                </a:lnTo>
                <a:lnTo>
                  <a:pt x="755610" y="373730"/>
                </a:lnTo>
                <a:lnTo>
                  <a:pt x="755394" y="374077"/>
                </a:lnTo>
                <a:lnTo>
                  <a:pt x="773241" y="346786"/>
                </a:lnTo>
                <a:lnTo>
                  <a:pt x="773015" y="347117"/>
                </a:lnTo>
                <a:lnTo>
                  <a:pt x="792043" y="320560"/>
                </a:lnTo>
                <a:lnTo>
                  <a:pt x="791806" y="320877"/>
                </a:lnTo>
                <a:lnTo>
                  <a:pt x="811958" y="295117"/>
                </a:lnTo>
                <a:lnTo>
                  <a:pt x="811581" y="295569"/>
                </a:lnTo>
                <a:lnTo>
                  <a:pt x="855020" y="246680"/>
                </a:lnTo>
                <a:lnTo>
                  <a:pt x="854475" y="247245"/>
                </a:lnTo>
                <a:lnTo>
                  <a:pt x="901697" y="202273"/>
                </a:lnTo>
                <a:lnTo>
                  <a:pt x="901254" y="202671"/>
                </a:lnTo>
                <a:lnTo>
                  <a:pt x="926136" y="181806"/>
                </a:lnTo>
                <a:lnTo>
                  <a:pt x="925821" y="182059"/>
                </a:lnTo>
                <a:lnTo>
                  <a:pt x="951472" y="162356"/>
                </a:lnTo>
                <a:lnTo>
                  <a:pt x="951142" y="162601"/>
                </a:lnTo>
                <a:lnTo>
                  <a:pt x="977502" y="144125"/>
                </a:lnTo>
                <a:lnTo>
                  <a:pt x="977154" y="144357"/>
                </a:lnTo>
                <a:lnTo>
                  <a:pt x="1004166" y="127167"/>
                </a:lnTo>
                <a:lnTo>
                  <a:pt x="1003796" y="127390"/>
                </a:lnTo>
                <a:lnTo>
                  <a:pt x="1031399" y="111544"/>
                </a:lnTo>
                <a:lnTo>
                  <a:pt x="1031010" y="111758"/>
                </a:lnTo>
                <a:lnTo>
                  <a:pt x="1059145" y="97320"/>
                </a:lnTo>
                <a:lnTo>
                  <a:pt x="1058733" y="97519"/>
                </a:lnTo>
                <a:lnTo>
                  <a:pt x="1087341" y="84552"/>
                </a:lnTo>
                <a:lnTo>
                  <a:pt x="1086906" y="84736"/>
                </a:lnTo>
                <a:lnTo>
                  <a:pt x="1115928" y="73298"/>
                </a:lnTo>
                <a:lnTo>
                  <a:pt x="1115467" y="73466"/>
                </a:lnTo>
                <a:lnTo>
                  <a:pt x="1144844" y="63621"/>
                </a:lnTo>
                <a:lnTo>
                  <a:pt x="1144357" y="63769"/>
                </a:lnTo>
                <a:lnTo>
                  <a:pt x="1174030" y="55578"/>
                </a:lnTo>
                <a:lnTo>
                  <a:pt x="1173516" y="55704"/>
                </a:lnTo>
                <a:lnTo>
                  <a:pt x="1203426" y="49225"/>
                </a:lnTo>
                <a:lnTo>
                  <a:pt x="1202577" y="49369"/>
                </a:lnTo>
                <a:lnTo>
                  <a:pt x="1230453" y="45948"/>
                </a:lnTo>
                <a:lnTo>
                  <a:pt x="1228153" y="27222"/>
                </a:lnTo>
                <a:lnTo>
                  <a:pt x="1199852" y="30696"/>
                </a:lnTo>
                <a:lnTo>
                  <a:pt x="1169263" y="37322"/>
                </a:lnTo>
                <a:lnTo>
                  <a:pt x="1139090" y="45651"/>
                </a:lnTo>
                <a:lnTo>
                  <a:pt x="1109240" y="55656"/>
                </a:lnTo>
                <a:lnTo>
                  <a:pt x="1079768" y="67271"/>
                </a:lnTo>
                <a:lnTo>
                  <a:pt x="1050736" y="80430"/>
                </a:lnTo>
                <a:lnTo>
                  <a:pt x="1022200" y="95073"/>
                </a:lnTo>
                <a:lnTo>
                  <a:pt x="994217" y="111134"/>
                </a:lnTo>
                <a:lnTo>
                  <a:pt x="966847" y="128555"/>
                </a:lnTo>
                <a:lnTo>
                  <a:pt x="940144" y="147270"/>
                </a:lnTo>
                <a:lnTo>
                  <a:pt x="914169" y="167218"/>
                </a:lnTo>
                <a:lnTo>
                  <a:pt x="888901" y="188404"/>
                </a:lnTo>
                <a:lnTo>
                  <a:pt x="841178" y="233855"/>
                </a:lnTo>
                <a:lnTo>
                  <a:pt x="797281" y="283260"/>
                </a:lnTo>
                <a:lnTo>
                  <a:pt x="776822" y="309408"/>
                </a:lnTo>
                <a:lnTo>
                  <a:pt x="757561" y="336291"/>
                </a:lnTo>
                <a:lnTo>
                  <a:pt x="739492" y="363923"/>
                </a:lnTo>
                <a:lnTo>
                  <a:pt x="722677" y="392242"/>
                </a:lnTo>
                <a:lnTo>
                  <a:pt x="707173" y="421191"/>
                </a:lnTo>
                <a:lnTo>
                  <a:pt x="693043" y="450708"/>
                </a:lnTo>
                <a:lnTo>
                  <a:pt x="680344" y="480735"/>
                </a:lnTo>
                <a:lnTo>
                  <a:pt x="669139" y="511212"/>
                </a:lnTo>
                <a:lnTo>
                  <a:pt x="659487" y="542076"/>
                </a:lnTo>
                <a:lnTo>
                  <a:pt x="651453" y="573270"/>
                </a:lnTo>
                <a:lnTo>
                  <a:pt x="645095" y="604731"/>
                </a:lnTo>
                <a:lnTo>
                  <a:pt x="640475" y="636397"/>
                </a:lnTo>
                <a:lnTo>
                  <a:pt x="637659" y="668209"/>
                </a:lnTo>
                <a:lnTo>
                  <a:pt x="636714" y="699815"/>
                </a:lnTo>
                <a:lnTo>
                  <a:pt x="635779" y="731147"/>
                </a:lnTo>
                <a:lnTo>
                  <a:pt x="635809" y="730596"/>
                </a:lnTo>
                <a:lnTo>
                  <a:pt x="633041" y="761868"/>
                </a:lnTo>
                <a:lnTo>
                  <a:pt x="633103" y="761337"/>
                </a:lnTo>
                <a:lnTo>
                  <a:pt x="628560" y="792487"/>
                </a:lnTo>
                <a:lnTo>
                  <a:pt x="628648" y="791981"/>
                </a:lnTo>
                <a:lnTo>
                  <a:pt x="622390" y="822944"/>
                </a:lnTo>
                <a:lnTo>
                  <a:pt x="622501" y="822459"/>
                </a:lnTo>
                <a:lnTo>
                  <a:pt x="614588" y="853179"/>
                </a:lnTo>
                <a:lnTo>
                  <a:pt x="614720" y="852717"/>
                </a:lnTo>
                <a:lnTo>
                  <a:pt x="605211" y="883132"/>
                </a:lnTo>
                <a:lnTo>
                  <a:pt x="605361" y="882690"/>
                </a:lnTo>
                <a:lnTo>
                  <a:pt x="594313" y="912738"/>
                </a:lnTo>
                <a:lnTo>
                  <a:pt x="594478" y="912318"/>
                </a:lnTo>
                <a:lnTo>
                  <a:pt x="581954" y="941937"/>
                </a:lnTo>
                <a:lnTo>
                  <a:pt x="582132" y="941536"/>
                </a:lnTo>
                <a:lnTo>
                  <a:pt x="568188" y="970665"/>
                </a:lnTo>
                <a:lnTo>
                  <a:pt x="568380" y="970285"/>
                </a:lnTo>
                <a:lnTo>
                  <a:pt x="553076" y="998863"/>
                </a:lnTo>
                <a:lnTo>
                  <a:pt x="553281" y="998499"/>
                </a:lnTo>
                <a:lnTo>
                  <a:pt x="536676" y="1026464"/>
                </a:lnTo>
                <a:lnTo>
                  <a:pt x="536892" y="1026118"/>
                </a:lnTo>
                <a:lnTo>
                  <a:pt x="519044" y="1053410"/>
                </a:lnTo>
                <a:lnTo>
                  <a:pt x="519272" y="1053078"/>
                </a:lnTo>
                <a:lnTo>
                  <a:pt x="500242" y="1079635"/>
                </a:lnTo>
                <a:lnTo>
                  <a:pt x="500480" y="1079318"/>
                </a:lnTo>
                <a:lnTo>
                  <a:pt x="480328" y="1105078"/>
                </a:lnTo>
                <a:lnTo>
                  <a:pt x="480705" y="1104624"/>
                </a:lnTo>
                <a:lnTo>
                  <a:pt x="437266" y="1153515"/>
                </a:lnTo>
                <a:lnTo>
                  <a:pt x="437812" y="1152950"/>
                </a:lnTo>
                <a:lnTo>
                  <a:pt x="390587" y="1197921"/>
                </a:lnTo>
                <a:lnTo>
                  <a:pt x="391033" y="1197524"/>
                </a:lnTo>
                <a:lnTo>
                  <a:pt x="366149" y="1218391"/>
                </a:lnTo>
                <a:lnTo>
                  <a:pt x="366465" y="1218136"/>
                </a:lnTo>
                <a:lnTo>
                  <a:pt x="340813" y="1237837"/>
                </a:lnTo>
                <a:lnTo>
                  <a:pt x="341144" y="1237593"/>
                </a:lnTo>
                <a:lnTo>
                  <a:pt x="314782" y="1256072"/>
                </a:lnTo>
                <a:lnTo>
                  <a:pt x="315132" y="1255838"/>
                </a:lnTo>
                <a:lnTo>
                  <a:pt x="288120" y="1273028"/>
                </a:lnTo>
                <a:lnTo>
                  <a:pt x="288489" y="1272806"/>
                </a:lnTo>
                <a:lnTo>
                  <a:pt x="260886" y="1288651"/>
                </a:lnTo>
                <a:lnTo>
                  <a:pt x="261275" y="1288437"/>
                </a:lnTo>
                <a:lnTo>
                  <a:pt x="233141" y="1302874"/>
                </a:lnTo>
                <a:lnTo>
                  <a:pt x="233552" y="1302676"/>
                </a:lnTo>
                <a:lnTo>
                  <a:pt x="204943" y="1315644"/>
                </a:lnTo>
                <a:lnTo>
                  <a:pt x="205379" y="1315459"/>
                </a:lnTo>
                <a:lnTo>
                  <a:pt x="176356" y="1326896"/>
                </a:lnTo>
                <a:lnTo>
                  <a:pt x="176818" y="1326727"/>
                </a:lnTo>
                <a:lnTo>
                  <a:pt x="147441" y="1336572"/>
                </a:lnTo>
                <a:lnTo>
                  <a:pt x="147928" y="1336424"/>
                </a:lnTo>
                <a:lnTo>
                  <a:pt x="118255" y="1344616"/>
                </a:lnTo>
                <a:lnTo>
                  <a:pt x="118770" y="1344491"/>
                </a:lnTo>
                <a:lnTo>
                  <a:pt x="88859" y="1350970"/>
                </a:lnTo>
                <a:lnTo>
                  <a:pt x="89400" y="1350868"/>
                </a:lnTo>
                <a:lnTo>
                  <a:pt x="59313" y="1355571"/>
                </a:lnTo>
                <a:lnTo>
                  <a:pt x="59879" y="1355502"/>
                </a:lnTo>
                <a:lnTo>
                  <a:pt x="29673" y="1358368"/>
                </a:lnTo>
                <a:lnTo>
                  <a:pt x="30263" y="1358330"/>
                </a:lnTo>
                <a:lnTo>
                  <a:pt x="0" y="1359299"/>
                </a:lnTo>
                <a:lnTo>
                  <a:pt x="604" y="1378157"/>
                </a:lnTo>
                <a:moveTo>
                  <a:pt x="1219838" y="75216"/>
                </a:moveTo>
                <a:lnTo>
                  <a:pt x="1291983" y="31466"/>
                </a:lnTo>
                <a:lnTo>
                  <a:pt x="1213696" y="0"/>
                </a:lnTo>
                <a:lnTo>
                  <a:pt x="1219838" y="75216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461">
            <a:extLst xmlns:a="http://schemas.openxmlformats.org/drawingml/2006/main">
              <a:ext uri="{FF2B5EF4-FFF2-40B4-BE49-F238E27FC236}">
                <a16:creationId xmlns:a16="http://schemas.microsoft.com/office/drawing/2014/main" id="{C3655A5F-1EB8-448D-855A-A6ECE5D8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996" y="10566989"/>
            <a:ext cx="1275909" cy="742330"/>
          </a:xfrm>
          <a:custGeom xmlns:a="http://schemas.openxmlformats.org/drawingml/2006/main">
            <a:pathLst>
              <a:path w="1275909" h="742330">
                <a:moveTo>
                  <a:pt x="634" y="0"/>
                </a:moveTo>
                <a:lnTo>
                  <a:pt x="60654" y="2016"/>
                </a:lnTo>
                <a:lnTo>
                  <a:pt x="120498" y="7917"/>
                </a:lnTo>
                <a:lnTo>
                  <a:pt x="179381" y="17435"/>
                </a:lnTo>
                <a:lnTo>
                  <a:pt x="236844" y="30309"/>
                </a:lnTo>
                <a:lnTo>
                  <a:pt x="292430" y="46288"/>
                </a:lnTo>
                <a:lnTo>
                  <a:pt x="345679" y="65117"/>
                </a:lnTo>
                <a:lnTo>
                  <a:pt x="396137" y="86547"/>
                </a:lnTo>
                <a:lnTo>
                  <a:pt x="443343" y="110336"/>
                </a:lnTo>
                <a:lnTo>
                  <a:pt x="486760" y="136191"/>
                </a:lnTo>
                <a:lnTo>
                  <a:pt x="507049" y="149912"/>
                </a:lnTo>
                <a:lnTo>
                  <a:pt x="526166" y="164029"/>
                </a:lnTo>
                <a:lnTo>
                  <a:pt x="544127" y="178563"/>
                </a:lnTo>
                <a:lnTo>
                  <a:pt x="560874" y="193487"/>
                </a:lnTo>
                <a:lnTo>
                  <a:pt x="576349" y="208775"/>
                </a:lnTo>
                <a:lnTo>
                  <a:pt x="590492" y="224405"/>
                </a:lnTo>
                <a:lnTo>
                  <a:pt x="603238" y="240355"/>
                </a:lnTo>
                <a:lnTo>
                  <a:pt x="614526" y="256599"/>
                </a:lnTo>
                <a:lnTo>
                  <a:pt x="624287" y="273117"/>
                </a:lnTo>
                <a:lnTo>
                  <a:pt x="632450" y="289886"/>
                </a:lnTo>
                <a:lnTo>
                  <a:pt x="638941" y="306877"/>
                </a:lnTo>
                <a:lnTo>
                  <a:pt x="643677" y="324059"/>
                </a:lnTo>
                <a:lnTo>
                  <a:pt x="646578" y="341389"/>
                </a:lnTo>
                <a:lnTo>
                  <a:pt x="647532" y="358276"/>
                </a:lnTo>
                <a:lnTo>
                  <a:pt x="648456" y="374649"/>
                </a:lnTo>
                <a:lnTo>
                  <a:pt x="648341" y="373623"/>
                </a:lnTo>
                <a:lnTo>
                  <a:pt x="651076" y="389962"/>
                </a:lnTo>
                <a:lnTo>
                  <a:pt x="650866" y="389013"/>
                </a:lnTo>
                <a:lnTo>
                  <a:pt x="655352" y="405289"/>
                </a:lnTo>
                <a:lnTo>
                  <a:pt x="655070" y="404430"/>
                </a:lnTo>
                <a:lnTo>
                  <a:pt x="661251" y="420611"/>
                </a:lnTo>
                <a:lnTo>
                  <a:pt x="660919" y="419846"/>
                </a:lnTo>
                <a:lnTo>
                  <a:pt x="668735" y="435899"/>
                </a:lnTo>
                <a:lnTo>
                  <a:pt x="668374" y="435229"/>
                </a:lnTo>
                <a:lnTo>
                  <a:pt x="677766" y="451121"/>
                </a:lnTo>
                <a:lnTo>
                  <a:pt x="677390" y="450536"/>
                </a:lnTo>
                <a:lnTo>
                  <a:pt x="688301" y="466238"/>
                </a:lnTo>
                <a:lnTo>
                  <a:pt x="687922" y="465730"/>
                </a:lnTo>
                <a:lnTo>
                  <a:pt x="700292" y="481206"/>
                </a:lnTo>
                <a:lnTo>
                  <a:pt x="699919" y="480767"/>
                </a:lnTo>
                <a:lnTo>
                  <a:pt x="713689" y="495989"/>
                </a:lnTo>
                <a:lnTo>
                  <a:pt x="713324" y="495606"/>
                </a:lnTo>
                <a:lnTo>
                  <a:pt x="728438" y="510539"/>
                </a:lnTo>
                <a:lnTo>
                  <a:pt x="728083" y="510206"/>
                </a:lnTo>
                <a:lnTo>
                  <a:pt x="744482" y="524820"/>
                </a:lnTo>
                <a:lnTo>
                  <a:pt x="744140" y="524528"/>
                </a:lnTo>
                <a:lnTo>
                  <a:pt x="761765" y="538790"/>
                </a:lnTo>
                <a:lnTo>
                  <a:pt x="761435" y="538534"/>
                </a:lnTo>
                <a:lnTo>
                  <a:pt x="780227" y="552411"/>
                </a:lnTo>
                <a:lnTo>
                  <a:pt x="779909" y="552184"/>
                </a:lnTo>
                <a:lnTo>
                  <a:pt x="799810" y="565646"/>
                </a:lnTo>
                <a:lnTo>
                  <a:pt x="799351" y="565355"/>
                </a:lnTo>
                <a:lnTo>
                  <a:pt x="842250" y="590903"/>
                </a:lnTo>
                <a:lnTo>
                  <a:pt x="841670" y="590583"/>
                </a:lnTo>
                <a:lnTo>
                  <a:pt x="888305" y="614083"/>
                </a:lnTo>
                <a:lnTo>
                  <a:pt x="887748" y="613824"/>
                </a:lnTo>
                <a:lnTo>
                  <a:pt x="937652" y="635019"/>
                </a:lnTo>
                <a:lnTo>
                  <a:pt x="937110" y="634810"/>
                </a:lnTo>
                <a:lnTo>
                  <a:pt x="989819" y="653447"/>
                </a:lnTo>
                <a:lnTo>
                  <a:pt x="989280" y="653274"/>
                </a:lnTo>
                <a:lnTo>
                  <a:pt x="1044323" y="669096"/>
                </a:lnTo>
                <a:lnTo>
                  <a:pt x="1043780" y="668959"/>
                </a:lnTo>
                <a:lnTo>
                  <a:pt x="1100693" y="681710"/>
                </a:lnTo>
                <a:lnTo>
                  <a:pt x="1100136" y="681604"/>
                </a:lnTo>
                <a:lnTo>
                  <a:pt x="1158450" y="691029"/>
                </a:lnTo>
                <a:lnTo>
                  <a:pt x="1157764" y="690943"/>
                </a:lnTo>
                <a:lnTo>
                  <a:pt x="1213908" y="695833"/>
                </a:lnTo>
                <a:lnTo>
                  <a:pt x="1212270" y="714628"/>
                </a:lnTo>
                <a:lnTo>
                  <a:pt x="1155781" y="709708"/>
                </a:lnTo>
                <a:lnTo>
                  <a:pt x="1096844" y="700183"/>
                </a:lnTo>
                <a:lnTo>
                  <a:pt x="1039381" y="687307"/>
                </a:lnTo>
                <a:lnTo>
                  <a:pt x="983795" y="671328"/>
                </a:lnTo>
                <a:lnTo>
                  <a:pt x="930546" y="652499"/>
                </a:lnTo>
                <a:lnTo>
                  <a:pt x="880089" y="631069"/>
                </a:lnTo>
                <a:lnTo>
                  <a:pt x="832882" y="607283"/>
                </a:lnTo>
                <a:lnTo>
                  <a:pt x="789465" y="581427"/>
                </a:lnTo>
                <a:lnTo>
                  <a:pt x="769177" y="567704"/>
                </a:lnTo>
                <a:lnTo>
                  <a:pt x="750059" y="553588"/>
                </a:lnTo>
                <a:lnTo>
                  <a:pt x="732098" y="539054"/>
                </a:lnTo>
                <a:lnTo>
                  <a:pt x="715350" y="524131"/>
                </a:lnTo>
                <a:lnTo>
                  <a:pt x="699876" y="508841"/>
                </a:lnTo>
                <a:lnTo>
                  <a:pt x="685736" y="493213"/>
                </a:lnTo>
                <a:lnTo>
                  <a:pt x="672987" y="477264"/>
                </a:lnTo>
                <a:lnTo>
                  <a:pt x="661700" y="461018"/>
                </a:lnTo>
                <a:lnTo>
                  <a:pt x="651938" y="444499"/>
                </a:lnTo>
                <a:lnTo>
                  <a:pt x="643775" y="427731"/>
                </a:lnTo>
                <a:lnTo>
                  <a:pt x="637284" y="410739"/>
                </a:lnTo>
                <a:lnTo>
                  <a:pt x="632549" y="393557"/>
                </a:lnTo>
                <a:lnTo>
                  <a:pt x="629648" y="376227"/>
                </a:lnTo>
                <a:lnTo>
                  <a:pt x="628695" y="359340"/>
                </a:lnTo>
                <a:lnTo>
                  <a:pt x="627770" y="342967"/>
                </a:lnTo>
                <a:lnTo>
                  <a:pt x="627885" y="343994"/>
                </a:lnTo>
                <a:lnTo>
                  <a:pt x="625149" y="327653"/>
                </a:lnTo>
                <a:lnTo>
                  <a:pt x="625359" y="328602"/>
                </a:lnTo>
                <a:lnTo>
                  <a:pt x="620873" y="312327"/>
                </a:lnTo>
                <a:lnTo>
                  <a:pt x="621154" y="313187"/>
                </a:lnTo>
                <a:lnTo>
                  <a:pt x="614975" y="297007"/>
                </a:lnTo>
                <a:lnTo>
                  <a:pt x="615305" y="297770"/>
                </a:lnTo>
                <a:lnTo>
                  <a:pt x="607491" y="281718"/>
                </a:lnTo>
                <a:lnTo>
                  <a:pt x="607851" y="282390"/>
                </a:lnTo>
                <a:lnTo>
                  <a:pt x="598459" y="266495"/>
                </a:lnTo>
                <a:lnTo>
                  <a:pt x="598834" y="267080"/>
                </a:lnTo>
                <a:lnTo>
                  <a:pt x="587926" y="251380"/>
                </a:lnTo>
                <a:lnTo>
                  <a:pt x="588303" y="251886"/>
                </a:lnTo>
                <a:lnTo>
                  <a:pt x="575934" y="236410"/>
                </a:lnTo>
                <a:lnTo>
                  <a:pt x="576308" y="236849"/>
                </a:lnTo>
                <a:lnTo>
                  <a:pt x="562535" y="221629"/>
                </a:lnTo>
                <a:lnTo>
                  <a:pt x="562902" y="222010"/>
                </a:lnTo>
                <a:lnTo>
                  <a:pt x="547787" y="207077"/>
                </a:lnTo>
                <a:lnTo>
                  <a:pt x="548142" y="207409"/>
                </a:lnTo>
                <a:lnTo>
                  <a:pt x="531743" y="192799"/>
                </a:lnTo>
                <a:lnTo>
                  <a:pt x="532085" y="193089"/>
                </a:lnTo>
                <a:lnTo>
                  <a:pt x="514461" y="178829"/>
                </a:lnTo>
                <a:lnTo>
                  <a:pt x="514791" y="179082"/>
                </a:lnTo>
                <a:lnTo>
                  <a:pt x="495999" y="165206"/>
                </a:lnTo>
                <a:lnTo>
                  <a:pt x="496316" y="165432"/>
                </a:lnTo>
                <a:lnTo>
                  <a:pt x="476414" y="151970"/>
                </a:lnTo>
                <a:lnTo>
                  <a:pt x="476874" y="152261"/>
                </a:lnTo>
                <a:lnTo>
                  <a:pt x="433975" y="126715"/>
                </a:lnTo>
                <a:lnTo>
                  <a:pt x="434558" y="127034"/>
                </a:lnTo>
                <a:lnTo>
                  <a:pt x="387921" y="103534"/>
                </a:lnTo>
                <a:lnTo>
                  <a:pt x="388478" y="103793"/>
                </a:lnTo>
                <a:lnTo>
                  <a:pt x="338572" y="82597"/>
                </a:lnTo>
                <a:lnTo>
                  <a:pt x="339116" y="82806"/>
                </a:lnTo>
                <a:lnTo>
                  <a:pt x="286407" y="64171"/>
                </a:lnTo>
                <a:lnTo>
                  <a:pt x="286946" y="64342"/>
                </a:lnTo>
                <a:lnTo>
                  <a:pt x="231902" y="48519"/>
                </a:lnTo>
                <a:lnTo>
                  <a:pt x="232445" y="48658"/>
                </a:lnTo>
                <a:lnTo>
                  <a:pt x="175532" y="35905"/>
                </a:lnTo>
                <a:lnTo>
                  <a:pt x="176091" y="36012"/>
                </a:lnTo>
                <a:lnTo>
                  <a:pt x="117776" y="26588"/>
                </a:lnTo>
                <a:lnTo>
                  <a:pt x="118355" y="26664"/>
                </a:lnTo>
                <a:lnTo>
                  <a:pt x="59107" y="20820"/>
                </a:lnTo>
                <a:lnTo>
                  <a:pt x="59716" y="20861"/>
                </a:lnTo>
                <a:lnTo>
                  <a:pt x="0" y="18856"/>
                </a:lnTo>
                <a:lnTo>
                  <a:pt x="634" y="0"/>
                </a:lnTo>
                <a:moveTo>
                  <a:pt x="1202300" y="666948"/>
                </a:moveTo>
                <a:lnTo>
                  <a:pt x="1275909" y="708189"/>
                </a:lnTo>
                <a:lnTo>
                  <a:pt x="1198750" y="742330"/>
                </a:lnTo>
                <a:lnTo>
                  <a:pt x="1202300" y="666948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462">
            <a:extLst xmlns:a="http://schemas.openxmlformats.org/drawingml/2006/main">
              <a:ext uri="{FF2B5EF4-FFF2-40B4-BE49-F238E27FC236}">
                <a16:creationId xmlns:a16="http://schemas.microsoft.com/office/drawing/2014/main" id="{F4CA1BBA-94E5-4118-A70F-D15A768E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04" y="10566997"/>
            <a:ext cx="1280672" cy="2280522"/>
          </a:xfrm>
          <a:custGeom xmlns:a="http://schemas.openxmlformats.org/drawingml/2006/main">
            <a:pathLst>
              <a:path w="1280672" h="2280522">
                <a:moveTo>
                  <a:pt x="1022" y="0"/>
                </a:moveTo>
                <a:lnTo>
                  <a:pt x="31511" y="1654"/>
                </a:lnTo>
                <a:lnTo>
                  <a:pt x="62399" y="6617"/>
                </a:lnTo>
                <a:lnTo>
                  <a:pt x="93096" y="14740"/>
                </a:lnTo>
                <a:lnTo>
                  <a:pt x="123529" y="25904"/>
                </a:lnTo>
                <a:lnTo>
                  <a:pt x="153640" y="39982"/>
                </a:lnTo>
                <a:lnTo>
                  <a:pt x="183375" y="56854"/>
                </a:lnTo>
                <a:lnTo>
                  <a:pt x="212682" y="76411"/>
                </a:lnTo>
                <a:lnTo>
                  <a:pt x="241510" y="98535"/>
                </a:lnTo>
                <a:lnTo>
                  <a:pt x="269811" y="123123"/>
                </a:lnTo>
                <a:lnTo>
                  <a:pt x="297531" y="150064"/>
                </a:lnTo>
                <a:lnTo>
                  <a:pt x="324621" y="179257"/>
                </a:lnTo>
                <a:lnTo>
                  <a:pt x="351028" y="210598"/>
                </a:lnTo>
                <a:lnTo>
                  <a:pt x="376700" y="243982"/>
                </a:lnTo>
                <a:lnTo>
                  <a:pt x="401583" y="279309"/>
                </a:lnTo>
                <a:lnTo>
                  <a:pt x="425621" y="316475"/>
                </a:lnTo>
                <a:lnTo>
                  <a:pt x="448759" y="355381"/>
                </a:lnTo>
                <a:lnTo>
                  <a:pt x="470944" y="395924"/>
                </a:lnTo>
                <a:lnTo>
                  <a:pt x="492115" y="438002"/>
                </a:lnTo>
                <a:lnTo>
                  <a:pt x="512219" y="481514"/>
                </a:lnTo>
                <a:lnTo>
                  <a:pt x="531197" y="526360"/>
                </a:lnTo>
                <a:lnTo>
                  <a:pt x="548991" y="572436"/>
                </a:lnTo>
                <a:lnTo>
                  <a:pt x="565546" y="619642"/>
                </a:lnTo>
                <a:lnTo>
                  <a:pt x="580802" y="667875"/>
                </a:lnTo>
                <a:lnTo>
                  <a:pt x="594701" y="717036"/>
                </a:lnTo>
                <a:lnTo>
                  <a:pt x="607185" y="767020"/>
                </a:lnTo>
                <a:lnTo>
                  <a:pt x="618196" y="817729"/>
                </a:lnTo>
                <a:lnTo>
                  <a:pt x="627675" y="869057"/>
                </a:lnTo>
                <a:lnTo>
                  <a:pt x="635563" y="920906"/>
                </a:lnTo>
                <a:lnTo>
                  <a:pt x="641802" y="973173"/>
                </a:lnTo>
                <a:lnTo>
                  <a:pt x="646331" y="1025757"/>
                </a:lnTo>
                <a:lnTo>
                  <a:pt x="649091" y="1078555"/>
                </a:lnTo>
                <a:lnTo>
                  <a:pt x="650023" y="1131297"/>
                </a:lnTo>
                <a:lnTo>
                  <a:pt x="650950" y="1183875"/>
                </a:lnTo>
                <a:lnTo>
                  <a:pt x="650940" y="1183550"/>
                </a:lnTo>
                <a:lnTo>
                  <a:pt x="653684" y="1236025"/>
                </a:lnTo>
                <a:lnTo>
                  <a:pt x="653661" y="1235708"/>
                </a:lnTo>
                <a:lnTo>
                  <a:pt x="658164" y="1287980"/>
                </a:lnTo>
                <a:lnTo>
                  <a:pt x="658133" y="1287670"/>
                </a:lnTo>
                <a:lnTo>
                  <a:pt x="664334" y="1339633"/>
                </a:lnTo>
                <a:lnTo>
                  <a:pt x="664294" y="1339332"/>
                </a:lnTo>
                <a:lnTo>
                  <a:pt x="672136" y="1390883"/>
                </a:lnTo>
                <a:lnTo>
                  <a:pt x="672088" y="1390590"/>
                </a:lnTo>
                <a:lnTo>
                  <a:pt x="681512" y="1441627"/>
                </a:lnTo>
                <a:lnTo>
                  <a:pt x="681454" y="1441338"/>
                </a:lnTo>
                <a:lnTo>
                  <a:pt x="692403" y="1491759"/>
                </a:lnTo>
                <a:lnTo>
                  <a:pt x="692336" y="1491476"/>
                </a:lnTo>
                <a:lnTo>
                  <a:pt x="704749" y="1541178"/>
                </a:lnTo>
                <a:lnTo>
                  <a:pt x="704675" y="1540897"/>
                </a:lnTo>
                <a:lnTo>
                  <a:pt x="718495" y="1589778"/>
                </a:lnTo>
                <a:lnTo>
                  <a:pt x="718413" y="1589500"/>
                </a:lnTo>
                <a:lnTo>
                  <a:pt x="733580" y="1637455"/>
                </a:lnTo>
                <a:lnTo>
                  <a:pt x="733487" y="1637179"/>
                </a:lnTo>
                <a:lnTo>
                  <a:pt x="749946" y="1684107"/>
                </a:lnTo>
                <a:lnTo>
                  <a:pt x="749844" y="1683830"/>
                </a:lnTo>
                <a:lnTo>
                  <a:pt x="767530" y="1729630"/>
                </a:lnTo>
                <a:lnTo>
                  <a:pt x="767418" y="1729351"/>
                </a:lnTo>
                <a:lnTo>
                  <a:pt x="786279" y="1773918"/>
                </a:lnTo>
                <a:lnTo>
                  <a:pt x="786154" y="1773637"/>
                </a:lnTo>
                <a:lnTo>
                  <a:pt x="806127" y="1816869"/>
                </a:lnTo>
                <a:lnTo>
                  <a:pt x="805990" y="1816585"/>
                </a:lnTo>
                <a:lnTo>
                  <a:pt x="827019" y="1858378"/>
                </a:lnTo>
                <a:lnTo>
                  <a:pt x="826867" y="1858089"/>
                </a:lnTo>
                <a:lnTo>
                  <a:pt x="848891" y="1898341"/>
                </a:lnTo>
                <a:lnTo>
                  <a:pt x="848723" y="1898047"/>
                </a:lnTo>
                <a:lnTo>
                  <a:pt x="871685" y="1936655"/>
                </a:lnTo>
                <a:lnTo>
                  <a:pt x="871499" y="1936353"/>
                </a:lnTo>
                <a:lnTo>
                  <a:pt x="895341" y="1973214"/>
                </a:lnTo>
                <a:lnTo>
                  <a:pt x="895131" y="1972906"/>
                </a:lnTo>
                <a:lnTo>
                  <a:pt x="919793" y="2007918"/>
                </a:lnTo>
                <a:lnTo>
                  <a:pt x="919559" y="2007600"/>
                </a:lnTo>
                <a:lnTo>
                  <a:pt x="944982" y="2040660"/>
                </a:lnTo>
                <a:lnTo>
                  <a:pt x="944717" y="2040332"/>
                </a:lnTo>
                <a:lnTo>
                  <a:pt x="970843" y="2071339"/>
                </a:lnTo>
                <a:lnTo>
                  <a:pt x="970544" y="2071000"/>
                </a:lnTo>
                <a:lnTo>
                  <a:pt x="997316" y="2099850"/>
                </a:lnTo>
                <a:lnTo>
                  <a:pt x="996975" y="2099501"/>
                </a:lnTo>
                <a:lnTo>
                  <a:pt x="1024333" y="2126091"/>
                </a:lnTo>
                <a:lnTo>
                  <a:pt x="1023944" y="2125734"/>
                </a:lnTo>
                <a:lnTo>
                  <a:pt x="1051829" y="2149962"/>
                </a:lnTo>
                <a:lnTo>
                  <a:pt x="1051385" y="2149598"/>
                </a:lnTo>
                <a:lnTo>
                  <a:pt x="1079739" y="2171360"/>
                </a:lnTo>
                <a:lnTo>
                  <a:pt x="1079231" y="2170995"/>
                </a:lnTo>
                <a:lnTo>
                  <a:pt x="1107995" y="2190189"/>
                </a:lnTo>
                <a:lnTo>
                  <a:pt x="1107414" y="2189831"/>
                </a:lnTo>
                <a:lnTo>
                  <a:pt x="1136529" y="2206352"/>
                </a:lnTo>
                <a:lnTo>
                  <a:pt x="1135869" y="2206011"/>
                </a:lnTo>
                <a:lnTo>
                  <a:pt x="1165277" y="2219760"/>
                </a:lnTo>
                <a:lnTo>
                  <a:pt x="1164529" y="2219449"/>
                </a:lnTo>
                <a:lnTo>
                  <a:pt x="1194173" y="2230320"/>
                </a:lnTo>
                <a:lnTo>
                  <a:pt x="1192841" y="2229939"/>
                </a:lnTo>
                <a:lnTo>
                  <a:pt x="1220295" y="2235637"/>
                </a:lnTo>
                <a:lnTo>
                  <a:pt x="1216462" y="2254110"/>
                </a:lnTo>
                <a:lnTo>
                  <a:pt x="1188328" y="2248273"/>
                </a:lnTo>
                <a:lnTo>
                  <a:pt x="1157653" y="2237022"/>
                </a:lnTo>
                <a:lnTo>
                  <a:pt x="1127541" y="2222946"/>
                </a:lnTo>
                <a:lnTo>
                  <a:pt x="1097806" y="2206072"/>
                </a:lnTo>
                <a:lnTo>
                  <a:pt x="1068500" y="2186516"/>
                </a:lnTo>
                <a:lnTo>
                  <a:pt x="1039671" y="2164391"/>
                </a:lnTo>
                <a:lnTo>
                  <a:pt x="1011371" y="2139803"/>
                </a:lnTo>
                <a:lnTo>
                  <a:pt x="983651" y="2112862"/>
                </a:lnTo>
                <a:lnTo>
                  <a:pt x="956561" y="2083669"/>
                </a:lnTo>
                <a:lnTo>
                  <a:pt x="930154" y="2052328"/>
                </a:lnTo>
                <a:lnTo>
                  <a:pt x="904482" y="2018944"/>
                </a:lnTo>
                <a:lnTo>
                  <a:pt x="879599" y="1983617"/>
                </a:lnTo>
                <a:lnTo>
                  <a:pt x="855561" y="1946451"/>
                </a:lnTo>
                <a:lnTo>
                  <a:pt x="832422" y="1907545"/>
                </a:lnTo>
                <a:lnTo>
                  <a:pt x="810238" y="1867002"/>
                </a:lnTo>
                <a:lnTo>
                  <a:pt x="789065" y="1824923"/>
                </a:lnTo>
                <a:lnTo>
                  <a:pt x="768963" y="1781412"/>
                </a:lnTo>
                <a:lnTo>
                  <a:pt x="749985" y="1736566"/>
                </a:lnTo>
                <a:lnTo>
                  <a:pt x="732191" y="1690490"/>
                </a:lnTo>
                <a:lnTo>
                  <a:pt x="715636" y="1643283"/>
                </a:lnTo>
                <a:lnTo>
                  <a:pt x="700380" y="1595051"/>
                </a:lnTo>
                <a:lnTo>
                  <a:pt x="686480" y="1545891"/>
                </a:lnTo>
                <a:lnTo>
                  <a:pt x="673997" y="1495906"/>
                </a:lnTo>
                <a:lnTo>
                  <a:pt x="662986" y="1445197"/>
                </a:lnTo>
                <a:lnTo>
                  <a:pt x="653507" y="1393868"/>
                </a:lnTo>
                <a:lnTo>
                  <a:pt x="645619" y="1342018"/>
                </a:lnTo>
                <a:lnTo>
                  <a:pt x="639380" y="1289753"/>
                </a:lnTo>
                <a:lnTo>
                  <a:pt x="634851" y="1237169"/>
                </a:lnTo>
                <a:lnTo>
                  <a:pt x="632091" y="1184372"/>
                </a:lnTo>
                <a:lnTo>
                  <a:pt x="631159" y="1131629"/>
                </a:lnTo>
                <a:lnTo>
                  <a:pt x="630232" y="1079050"/>
                </a:lnTo>
                <a:lnTo>
                  <a:pt x="630243" y="1079377"/>
                </a:lnTo>
                <a:lnTo>
                  <a:pt x="627498" y="1026902"/>
                </a:lnTo>
                <a:lnTo>
                  <a:pt x="627520" y="1027216"/>
                </a:lnTo>
                <a:lnTo>
                  <a:pt x="623018" y="974948"/>
                </a:lnTo>
                <a:lnTo>
                  <a:pt x="623049" y="975256"/>
                </a:lnTo>
                <a:lnTo>
                  <a:pt x="616848" y="923292"/>
                </a:lnTo>
                <a:lnTo>
                  <a:pt x="616887" y="923595"/>
                </a:lnTo>
                <a:lnTo>
                  <a:pt x="609046" y="872043"/>
                </a:lnTo>
                <a:lnTo>
                  <a:pt x="609094" y="872338"/>
                </a:lnTo>
                <a:lnTo>
                  <a:pt x="599670" y="821299"/>
                </a:lnTo>
                <a:lnTo>
                  <a:pt x="599728" y="821589"/>
                </a:lnTo>
                <a:lnTo>
                  <a:pt x="588779" y="771167"/>
                </a:lnTo>
                <a:lnTo>
                  <a:pt x="588846" y="771451"/>
                </a:lnTo>
                <a:lnTo>
                  <a:pt x="576431" y="721750"/>
                </a:lnTo>
                <a:lnTo>
                  <a:pt x="576507" y="722029"/>
                </a:lnTo>
                <a:lnTo>
                  <a:pt x="562687" y="673148"/>
                </a:lnTo>
                <a:lnTo>
                  <a:pt x="562769" y="673427"/>
                </a:lnTo>
                <a:lnTo>
                  <a:pt x="547602" y="625471"/>
                </a:lnTo>
                <a:lnTo>
                  <a:pt x="547693" y="625747"/>
                </a:lnTo>
                <a:lnTo>
                  <a:pt x="531236" y="578819"/>
                </a:lnTo>
                <a:lnTo>
                  <a:pt x="531338" y="579095"/>
                </a:lnTo>
                <a:lnTo>
                  <a:pt x="513650" y="533296"/>
                </a:lnTo>
                <a:lnTo>
                  <a:pt x="513764" y="533575"/>
                </a:lnTo>
                <a:lnTo>
                  <a:pt x="494903" y="489008"/>
                </a:lnTo>
                <a:lnTo>
                  <a:pt x="495028" y="489290"/>
                </a:lnTo>
                <a:lnTo>
                  <a:pt x="475055" y="446057"/>
                </a:lnTo>
                <a:lnTo>
                  <a:pt x="475192" y="446342"/>
                </a:lnTo>
                <a:lnTo>
                  <a:pt x="454163" y="404548"/>
                </a:lnTo>
                <a:lnTo>
                  <a:pt x="454315" y="404837"/>
                </a:lnTo>
                <a:lnTo>
                  <a:pt x="432290" y="364585"/>
                </a:lnTo>
                <a:lnTo>
                  <a:pt x="432458" y="364879"/>
                </a:lnTo>
                <a:lnTo>
                  <a:pt x="409497" y="326271"/>
                </a:lnTo>
                <a:lnTo>
                  <a:pt x="409683" y="326573"/>
                </a:lnTo>
                <a:lnTo>
                  <a:pt x="385841" y="289712"/>
                </a:lnTo>
                <a:lnTo>
                  <a:pt x="386051" y="290020"/>
                </a:lnTo>
                <a:lnTo>
                  <a:pt x="361389" y="255008"/>
                </a:lnTo>
                <a:lnTo>
                  <a:pt x="361623" y="255326"/>
                </a:lnTo>
                <a:lnTo>
                  <a:pt x="336201" y="222266"/>
                </a:lnTo>
                <a:lnTo>
                  <a:pt x="336465" y="222594"/>
                </a:lnTo>
                <a:lnTo>
                  <a:pt x="310339" y="191587"/>
                </a:lnTo>
                <a:lnTo>
                  <a:pt x="310638" y="191924"/>
                </a:lnTo>
                <a:lnTo>
                  <a:pt x="283866" y="163076"/>
                </a:lnTo>
                <a:lnTo>
                  <a:pt x="284207" y="163425"/>
                </a:lnTo>
                <a:lnTo>
                  <a:pt x="256849" y="136835"/>
                </a:lnTo>
                <a:lnTo>
                  <a:pt x="257238" y="137192"/>
                </a:lnTo>
                <a:lnTo>
                  <a:pt x="229353" y="112964"/>
                </a:lnTo>
                <a:lnTo>
                  <a:pt x="229797" y="113327"/>
                </a:lnTo>
                <a:lnTo>
                  <a:pt x="201443" y="91567"/>
                </a:lnTo>
                <a:lnTo>
                  <a:pt x="201951" y="91930"/>
                </a:lnTo>
                <a:lnTo>
                  <a:pt x="173187" y="72737"/>
                </a:lnTo>
                <a:lnTo>
                  <a:pt x="173768" y="73094"/>
                </a:lnTo>
                <a:lnTo>
                  <a:pt x="144653" y="56575"/>
                </a:lnTo>
                <a:lnTo>
                  <a:pt x="145313" y="56915"/>
                </a:lnTo>
                <a:lnTo>
                  <a:pt x="115905" y="43166"/>
                </a:lnTo>
                <a:lnTo>
                  <a:pt x="116653" y="43477"/>
                </a:lnTo>
                <a:lnTo>
                  <a:pt x="87009" y="32606"/>
                </a:lnTo>
                <a:lnTo>
                  <a:pt x="87844" y="32869"/>
                </a:lnTo>
                <a:lnTo>
                  <a:pt x="58026" y="24975"/>
                </a:lnTo>
                <a:lnTo>
                  <a:pt x="58943" y="25170"/>
                </a:lnTo>
                <a:lnTo>
                  <a:pt x="29007" y="20359"/>
                </a:lnTo>
                <a:lnTo>
                  <a:pt x="29993" y="20464"/>
                </a:lnTo>
                <a:lnTo>
                  <a:pt x="0" y="18839"/>
                </a:lnTo>
                <a:lnTo>
                  <a:pt x="1022" y="0"/>
                </a:lnTo>
                <a:moveTo>
                  <a:pt x="1211100" y="2205769"/>
                </a:moveTo>
                <a:lnTo>
                  <a:pt x="1280672" y="2253508"/>
                </a:lnTo>
                <a:lnTo>
                  <a:pt x="1200739" y="2280522"/>
                </a:lnTo>
                <a:lnTo>
                  <a:pt x="1211100" y="220576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5B38FFD-1DAA-4F3F-97E6-7EA93F613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ea77867994fb0"/>
          <a:stretch xmlns:a="http://schemas.openxmlformats.org/drawingml/2006/main"/>
        </p:blipFill>
        <p:spPr>
          <a:xfrm xmlns:a="http://schemas.openxmlformats.org/drawingml/2006/main">
            <a:off x="9153525" y="8248650"/>
            <a:ext cx="447675" cy="409575"/>
          </a:xfrm>
          <a:prstGeom xmlns:a="http://schemas.openxmlformats.org/drawingml/2006/main" prst="rect">
            <a:avLst/>
          </a:prstGeom>
        </p:spPr>
      </p:pic>
      <p:pic>
        <p:nvPic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3BED2FF-4312-4A7D-9D51-0B90D30D4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fcc74cb84430f"/>
          <a:stretch xmlns:a="http://schemas.openxmlformats.org/drawingml/2006/main"/>
        </p:blipFill>
        <p:spPr>
          <a:xfrm xmlns:a="http://schemas.openxmlformats.org/drawingml/2006/main">
            <a:off x="9124950" y="8848725"/>
            <a:ext cx="485775" cy="419100"/>
          </a:xfrm>
          <a:prstGeom xmlns:a="http://schemas.openxmlformats.org/drawingml/2006/main" prst="rect">
            <a:avLst/>
          </a:prstGeom>
        </p:spPr>
      </p:pic>
      <p:sp>
        <p:nvSpPr>
          <p:cNvPr id="541" name="text-465 Page">
            <a:extLst xmlns:a="http://schemas.openxmlformats.org/drawingml/2006/main">
              <a:ext uri="{FF2B5EF4-FFF2-40B4-BE49-F238E27FC236}">
                <a16:creationId xmlns:a16="http://schemas.microsoft.com/office/drawing/2014/main" id="{536E8343-6BA6-44E2-A6CF-4989E0B7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1567" y="9288866"/>
            <a:ext cx="317734" cy="194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42" name="text-466 Visit">
            <a:extLst xmlns:a="http://schemas.openxmlformats.org/drawingml/2006/main">
              <a:ext uri="{FF2B5EF4-FFF2-40B4-BE49-F238E27FC236}">
                <a16:creationId xmlns:a16="http://schemas.microsoft.com/office/drawing/2014/main" id="{2EE55AE1-4E99-42B4-A447-69DB6B6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4876" y="9288800"/>
            <a:ext cx="325915" cy="194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43" name="text-467 Summery">
            <a:extLst xmlns:a="http://schemas.openxmlformats.org/drawingml/2006/main">
              <a:ext uri="{FF2B5EF4-FFF2-40B4-BE49-F238E27FC236}">
                <a16:creationId xmlns:a16="http://schemas.microsoft.com/office/drawing/2014/main" id="{39F5F23D-E383-436C-9DDA-BA76A3B6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9452" y="9989927"/>
            <a:ext cx="620290" cy="19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44" name="text-468 &amp;">
            <a:extLst xmlns:a="http://schemas.openxmlformats.org/drawingml/2006/main">
              <a:ext uri="{FF2B5EF4-FFF2-40B4-BE49-F238E27FC236}">
                <a16:creationId xmlns:a16="http://schemas.microsoft.com/office/drawing/2014/main" id="{3A140EB5-9D28-4D4A-A861-88238EC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6201" y="9989568"/>
            <a:ext cx="115439" cy="193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45" name="text-469 Verifier">
            <a:extLst xmlns:a="http://schemas.openxmlformats.org/drawingml/2006/main">
              <a:ext uri="{FF2B5EF4-FFF2-40B4-BE49-F238E27FC236}">
                <a16:creationId xmlns:a16="http://schemas.microsoft.com/office/drawing/2014/main" id="{20849849-C7C0-4E74-9AF5-65296747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267" y="9989490"/>
            <a:ext cx="547410" cy="19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46" name="path-470">
            <a:extLst xmlns:a="http://schemas.openxmlformats.org/drawingml/2006/main">
              <a:ext uri="{FF2B5EF4-FFF2-40B4-BE49-F238E27FC236}">
                <a16:creationId xmlns:a16="http://schemas.microsoft.com/office/drawing/2014/main" id="{216C4DBA-143E-4F1B-A974-DB31FFA1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321" y="10458269"/>
            <a:ext cx="1424201" cy="2108459"/>
          </a:xfrm>
          <a:custGeom xmlns:a="http://schemas.openxmlformats.org/drawingml/2006/main">
            <a:pathLst>
              <a:path w="1424201" h="2108459">
                <a:moveTo>
                  <a:pt x="0" y="186913"/>
                </a:moveTo>
                <a:cubicBezTo>
                  <a:pt x="0" y="83684"/>
                  <a:pt x="83681" y="0"/>
                  <a:pt x="186910" y="0"/>
                </a:cubicBezTo>
                <a:lnTo>
                  <a:pt x="1237289" y="0"/>
                </a:lnTo>
                <a:cubicBezTo>
                  <a:pt x="1340517" y="0"/>
                  <a:pt x="1424201" y="83684"/>
                  <a:pt x="1424201" y="186913"/>
                </a:cubicBezTo>
                <a:lnTo>
                  <a:pt x="1424201" y="1921548"/>
                </a:lnTo>
                <a:cubicBezTo>
                  <a:pt x="1424201" y="2024775"/>
                  <a:pt x="1340517" y="2108459"/>
                  <a:pt x="1237289" y="2108459"/>
                </a:cubicBezTo>
                <a:lnTo>
                  <a:pt x="186910" y="2108459"/>
                </a:lnTo>
                <a:cubicBezTo>
                  <a:pt x="83681" y="2108459"/>
                  <a:pt x="0" y="2024775"/>
                  <a:pt x="0" y="1921548"/>
                </a:cubicBezTo>
                <a:lnTo>
                  <a:pt x="0" y="18691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471">
            <a:extLst xmlns:a="http://schemas.openxmlformats.org/drawingml/2006/main">
              <a:ext uri="{FF2B5EF4-FFF2-40B4-BE49-F238E27FC236}">
                <a16:creationId xmlns:a16="http://schemas.microsoft.com/office/drawing/2014/main" id="{D1F46B5E-BAF7-434F-A63E-BE422EB1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321" y="10458269"/>
            <a:ext cx="1424202" cy="2108459"/>
          </a:xfrm>
          <a:custGeom xmlns:a="http://schemas.openxmlformats.org/drawingml/2006/main">
            <a:pathLst>
              <a:path w="1424202" h="2108459">
                <a:moveTo>
                  <a:pt x="0" y="186912"/>
                </a:moveTo>
                <a:cubicBezTo>
                  <a:pt x="0" y="83682"/>
                  <a:pt x="83682" y="0"/>
                  <a:pt x="186912" y="0"/>
                </a:cubicBezTo>
                <a:lnTo>
                  <a:pt x="1237291" y="0"/>
                </a:lnTo>
                <a:cubicBezTo>
                  <a:pt x="1340520" y="0"/>
                  <a:pt x="1424202" y="83682"/>
                  <a:pt x="1424202" y="186912"/>
                </a:cubicBezTo>
                <a:lnTo>
                  <a:pt x="1424202" y="1921546"/>
                </a:lnTo>
                <a:cubicBezTo>
                  <a:pt x="1424202" y="2024775"/>
                  <a:pt x="1340520" y="2108459"/>
                  <a:pt x="1237291" y="2108459"/>
                </a:cubicBezTo>
                <a:lnTo>
                  <a:pt x="186912" y="2108459"/>
                </a:lnTo>
                <a:cubicBezTo>
                  <a:pt x="83682" y="2108459"/>
                  <a:pt x="0" y="2024775"/>
                  <a:pt x="0" y="1921546"/>
                </a:cubicBezTo>
                <a:lnTo>
                  <a:pt x="0" y="186912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548" name="text-472 Text">
            <a:extLst xmlns:a="http://schemas.openxmlformats.org/drawingml/2006/main">
              <a:ext uri="{FF2B5EF4-FFF2-40B4-BE49-F238E27FC236}">
                <a16:creationId xmlns:a16="http://schemas.microsoft.com/office/drawing/2014/main" id="{BF2D3532-7916-4054-B4E3-2AC3C815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60" y="10910205"/>
            <a:ext cx="341702" cy="19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49" name="text-473 Search">
            <a:extLst xmlns:a="http://schemas.openxmlformats.org/drawingml/2006/main">
              <a:ext uri="{FF2B5EF4-FFF2-40B4-BE49-F238E27FC236}">
                <a16:creationId xmlns:a16="http://schemas.microsoft.com/office/drawing/2014/main" id="{660EDE5A-BF93-4990-9F46-34B886BF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8054" y="10910602"/>
            <a:ext cx="483590" cy="19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422CB85-A6E6-423D-9E82-278A06EC5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6de7960da4c84"/>
          <a:stretch xmlns:a="http://schemas.openxmlformats.org/drawingml/2006/main"/>
        </p:blipFill>
        <p:spPr>
          <a:xfrm xmlns:a="http://schemas.openxmlformats.org/drawingml/2006/main">
            <a:off x="8963025" y="11782425"/>
            <a:ext cx="447675" cy="428625"/>
          </a:xfrm>
          <a:prstGeom xmlns:a="http://schemas.openxmlformats.org/drawingml/2006/main" prst="rect">
            <a:avLst/>
          </a:prstGeom>
        </p:spPr>
      </p:pic>
      <p:pic>
        <p:nvPic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67E3C04-7952-4404-AB66-30B23EDA1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ec7e1b1fe4867"/>
          <a:stretch xmlns:a="http://schemas.openxmlformats.org/drawingml/2006/main"/>
        </p:blipFill>
        <p:spPr>
          <a:xfrm xmlns:a="http://schemas.openxmlformats.org/drawingml/2006/main">
            <a:off x="8991600" y="10515600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1003910-DF12-4DC7-B70C-EEB4F3715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53b1972204ef5"/>
          <a:stretch xmlns:a="http://schemas.openxmlformats.org/drawingml/2006/main"/>
        </p:blipFill>
        <p:spPr>
          <a:xfrm xmlns:a="http://schemas.openxmlformats.org/drawingml/2006/main">
            <a:off x="8943975" y="11115675"/>
            <a:ext cx="485775" cy="409575"/>
          </a:xfrm>
          <a:prstGeom xmlns:a="http://schemas.openxmlformats.org/drawingml/2006/main" prst="rect">
            <a:avLst/>
          </a:prstGeom>
        </p:spPr>
      </p:pic>
      <p:sp>
        <p:nvSpPr>
          <p:cNvPr id="553" name="text-477 Page">
            <a:extLst xmlns:a="http://schemas.openxmlformats.org/drawingml/2006/main">
              <a:ext uri="{FF2B5EF4-FFF2-40B4-BE49-F238E27FC236}">
                <a16:creationId xmlns:a16="http://schemas.microsoft.com/office/drawing/2014/main" id="{3084A56B-6487-4B34-AB42-0AD72035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4913" y="11549844"/>
            <a:ext cx="317734" cy="194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54" name="text-478 Visit">
            <a:extLst xmlns:a="http://schemas.openxmlformats.org/drawingml/2006/main">
              <a:ext uri="{FF2B5EF4-FFF2-40B4-BE49-F238E27FC236}">
                <a16:creationId xmlns:a16="http://schemas.microsoft.com/office/drawing/2014/main" id="{ADED96B6-9D62-47D9-B742-A6C809A7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223" y="11549778"/>
            <a:ext cx="325915" cy="194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55" name="text-479 Summery">
            <a:extLst xmlns:a="http://schemas.openxmlformats.org/drawingml/2006/main">
              <a:ext uri="{FF2B5EF4-FFF2-40B4-BE49-F238E27FC236}">
                <a16:creationId xmlns:a16="http://schemas.microsoft.com/office/drawing/2014/main" id="{B6718FD4-4688-4745-9539-206A818A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799" y="12250908"/>
            <a:ext cx="620290" cy="19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56" name="text-480 &amp;">
            <a:extLst xmlns:a="http://schemas.openxmlformats.org/drawingml/2006/main">
              <a:ext uri="{FF2B5EF4-FFF2-40B4-BE49-F238E27FC236}">
                <a16:creationId xmlns:a16="http://schemas.microsoft.com/office/drawing/2014/main" id="{44EFD6B2-0AD3-45E7-BB6B-DC846D6F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9548" y="12250549"/>
            <a:ext cx="115439" cy="193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57" name="text-481 Verifier">
            <a:extLst xmlns:a="http://schemas.openxmlformats.org/drawingml/2006/main">
              <a:ext uri="{FF2B5EF4-FFF2-40B4-BE49-F238E27FC236}">
                <a16:creationId xmlns:a16="http://schemas.microsoft.com/office/drawing/2014/main" id="{8684AB3D-019D-4B71-95F0-317EA81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615" y="12250471"/>
            <a:ext cx="547410" cy="19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58" name="path-482">
            <a:extLst xmlns:a="http://schemas.openxmlformats.org/drawingml/2006/main">
              <a:ext uri="{FF2B5EF4-FFF2-40B4-BE49-F238E27FC236}">
                <a16:creationId xmlns:a16="http://schemas.microsoft.com/office/drawing/2014/main" id="{378F5892-1809-42BF-81F4-CED58E91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229" y="12811074"/>
            <a:ext cx="687993" cy="273566"/>
          </a:xfrm>
          <a:custGeom xmlns:a="http://schemas.openxmlformats.org/drawingml/2006/main">
            <a:pathLst>
              <a:path w="687993" h="273566">
                <a:moveTo>
                  <a:pt x="385" y="0"/>
                </a:moveTo>
                <a:lnTo>
                  <a:pt x="32771" y="664"/>
                </a:lnTo>
                <a:lnTo>
                  <a:pt x="65086" y="2610"/>
                </a:lnTo>
                <a:lnTo>
                  <a:pt x="96884" y="5748"/>
                </a:lnTo>
                <a:lnTo>
                  <a:pt x="127924" y="9998"/>
                </a:lnTo>
                <a:lnTo>
                  <a:pt x="157961" y="15272"/>
                </a:lnTo>
                <a:lnTo>
                  <a:pt x="186750" y="21491"/>
                </a:lnTo>
                <a:lnTo>
                  <a:pt x="214051" y="28572"/>
                </a:lnTo>
                <a:lnTo>
                  <a:pt x="239626" y="36444"/>
                </a:lnTo>
                <a:lnTo>
                  <a:pt x="263240" y="45034"/>
                </a:lnTo>
                <a:lnTo>
                  <a:pt x="284664" y="54280"/>
                </a:lnTo>
                <a:lnTo>
                  <a:pt x="303681" y="64137"/>
                </a:lnTo>
                <a:lnTo>
                  <a:pt x="320081" y="74596"/>
                </a:lnTo>
                <a:lnTo>
                  <a:pt x="333658" y="85703"/>
                </a:lnTo>
                <a:lnTo>
                  <a:pt x="344162" y="97612"/>
                </a:lnTo>
                <a:lnTo>
                  <a:pt x="351133" y="110566"/>
                </a:lnTo>
                <a:lnTo>
                  <a:pt x="353371" y="122802"/>
                </a:lnTo>
                <a:lnTo>
                  <a:pt x="355345" y="133575"/>
                </a:lnTo>
                <a:lnTo>
                  <a:pt x="354374" y="130805"/>
                </a:lnTo>
                <a:lnTo>
                  <a:pt x="360125" y="141496"/>
                </a:lnTo>
                <a:lnTo>
                  <a:pt x="358894" y="139725"/>
                </a:lnTo>
                <a:lnTo>
                  <a:pt x="368171" y="150247"/>
                </a:lnTo>
                <a:lnTo>
                  <a:pt x="367068" y="149184"/>
                </a:lnTo>
                <a:lnTo>
                  <a:pt x="379619" y="159451"/>
                </a:lnTo>
                <a:lnTo>
                  <a:pt x="378718" y="158800"/>
                </a:lnTo>
                <a:lnTo>
                  <a:pt x="394293" y="168731"/>
                </a:lnTo>
                <a:lnTo>
                  <a:pt x="393563" y="168309"/>
                </a:lnTo>
                <a:lnTo>
                  <a:pt x="411908" y="177819"/>
                </a:lnTo>
                <a:lnTo>
                  <a:pt x="411305" y="177533"/>
                </a:lnTo>
                <a:lnTo>
                  <a:pt x="432168" y="186537"/>
                </a:lnTo>
                <a:lnTo>
                  <a:pt x="431657" y="186333"/>
                </a:lnTo>
                <a:lnTo>
                  <a:pt x="454786" y="194745"/>
                </a:lnTo>
                <a:lnTo>
                  <a:pt x="454337" y="194596"/>
                </a:lnTo>
                <a:lnTo>
                  <a:pt x="479484" y="202335"/>
                </a:lnTo>
                <a:lnTo>
                  <a:pt x="479078" y="202222"/>
                </a:lnTo>
                <a:lnTo>
                  <a:pt x="505987" y="209201"/>
                </a:lnTo>
                <a:lnTo>
                  <a:pt x="505609" y="209111"/>
                </a:lnTo>
                <a:lnTo>
                  <a:pt x="534030" y="215250"/>
                </a:lnTo>
                <a:lnTo>
                  <a:pt x="533668" y="215180"/>
                </a:lnTo>
                <a:lnTo>
                  <a:pt x="563349" y="220392"/>
                </a:lnTo>
                <a:lnTo>
                  <a:pt x="562996" y="220337"/>
                </a:lnTo>
                <a:lnTo>
                  <a:pt x="593685" y="224536"/>
                </a:lnTo>
                <a:lnTo>
                  <a:pt x="593154" y="224479"/>
                </a:lnTo>
                <a:lnTo>
                  <a:pt x="625930" y="227091"/>
                </a:lnTo>
                <a:lnTo>
                  <a:pt x="624430" y="245896"/>
                </a:lnTo>
                <a:lnTo>
                  <a:pt x="591391" y="243266"/>
                </a:lnTo>
                <a:lnTo>
                  <a:pt x="560262" y="239004"/>
                </a:lnTo>
                <a:lnTo>
                  <a:pt x="530226" y="233730"/>
                </a:lnTo>
                <a:lnTo>
                  <a:pt x="501435" y="227514"/>
                </a:lnTo>
                <a:lnTo>
                  <a:pt x="474134" y="220430"/>
                </a:lnTo>
                <a:lnTo>
                  <a:pt x="448560" y="212558"/>
                </a:lnTo>
                <a:lnTo>
                  <a:pt x="424946" y="203969"/>
                </a:lnTo>
                <a:lnTo>
                  <a:pt x="403523" y="194722"/>
                </a:lnTo>
                <a:lnTo>
                  <a:pt x="384506" y="184865"/>
                </a:lnTo>
                <a:lnTo>
                  <a:pt x="368105" y="174408"/>
                </a:lnTo>
                <a:lnTo>
                  <a:pt x="354528" y="163301"/>
                </a:lnTo>
                <a:lnTo>
                  <a:pt x="344024" y="151390"/>
                </a:lnTo>
                <a:lnTo>
                  <a:pt x="337055" y="138435"/>
                </a:lnTo>
                <a:lnTo>
                  <a:pt x="334814" y="126200"/>
                </a:lnTo>
                <a:lnTo>
                  <a:pt x="332840" y="115426"/>
                </a:lnTo>
                <a:lnTo>
                  <a:pt x="333812" y="118198"/>
                </a:lnTo>
                <a:lnTo>
                  <a:pt x="328061" y="107507"/>
                </a:lnTo>
                <a:lnTo>
                  <a:pt x="329294" y="109277"/>
                </a:lnTo>
                <a:lnTo>
                  <a:pt x="320015" y="98756"/>
                </a:lnTo>
                <a:lnTo>
                  <a:pt x="321118" y="99818"/>
                </a:lnTo>
                <a:lnTo>
                  <a:pt x="308565" y="89550"/>
                </a:lnTo>
                <a:lnTo>
                  <a:pt x="309468" y="90202"/>
                </a:lnTo>
                <a:lnTo>
                  <a:pt x="293892" y="80271"/>
                </a:lnTo>
                <a:lnTo>
                  <a:pt x="294623" y="80693"/>
                </a:lnTo>
                <a:lnTo>
                  <a:pt x="276278" y="71185"/>
                </a:lnTo>
                <a:lnTo>
                  <a:pt x="276881" y="71469"/>
                </a:lnTo>
                <a:lnTo>
                  <a:pt x="256016" y="62466"/>
                </a:lnTo>
                <a:lnTo>
                  <a:pt x="256531" y="62669"/>
                </a:lnTo>
                <a:lnTo>
                  <a:pt x="233399" y="54255"/>
                </a:lnTo>
                <a:lnTo>
                  <a:pt x="233849" y="54407"/>
                </a:lnTo>
                <a:lnTo>
                  <a:pt x="208702" y="46667"/>
                </a:lnTo>
                <a:lnTo>
                  <a:pt x="209109" y="46782"/>
                </a:lnTo>
                <a:lnTo>
                  <a:pt x="182200" y="39801"/>
                </a:lnTo>
                <a:lnTo>
                  <a:pt x="182578" y="39891"/>
                </a:lnTo>
                <a:lnTo>
                  <a:pt x="154158" y="33752"/>
                </a:lnTo>
                <a:lnTo>
                  <a:pt x="154517" y="33822"/>
                </a:lnTo>
                <a:lnTo>
                  <a:pt x="124838" y="28610"/>
                </a:lnTo>
                <a:lnTo>
                  <a:pt x="125190" y="28665"/>
                </a:lnTo>
                <a:lnTo>
                  <a:pt x="94503" y="24465"/>
                </a:lnTo>
                <a:lnTo>
                  <a:pt x="94855" y="24509"/>
                </a:lnTo>
                <a:lnTo>
                  <a:pt x="63412" y="21404"/>
                </a:lnTo>
                <a:lnTo>
                  <a:pt x="63771" y="21430"/>
                </a:lnTo>
                <a:lnTo>
                  <a:pt x="31824" y="19506"/>
                </a:lnTo>
                <a:lnTo>
                  <a:pt x="32199" y="19522"/>
                </a:lnTo>
                <a:lnTo>
                  <a:pt x="0" y="18864"/>
                </a:lnTo>
                <a:lnTo>
                  <a:pt x="385" y="0"/>
                </a:lnTo>
                <a:moveTo>
                  <a:pt x="614465" y="198190"/>
                </a:moveTo>
                <a:lnTo>
                  <a:pt x="687993" y="239571"/>
                </a:lnTo>
                <a:lnTo>
                  <a:pt x="610771" y="273566"/>
                </a:lnTo>
                <a:lnTo>
                  <a:pt x="614465" y="19819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ath-483">
            <a:extLst xmlns:a="http://schemas.openxmlformats.org/drawingml/2006/main">
              <a:ext uri="{FF2B5EF4-FFF2-40B4-BE49-F238E27FC236}">
                <a16:creationId xmlns:a16="http://schemas.microsoft.com/office/drawing/2014/main" id="{99E4790F-7449-44A0-9C96-D52DFB8A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502" y="11255982"/>
            <a:ext cx="283116" cy="47167"/>
          </a:xfrm>
          <a:custGeom xmlns:a="http://schemas.openxmlformats.org/drawingml/2006/main">
            <a:pathLst>
              <a:path w="283116" h="47167">
                <a:moveTo>
                  <a:pt x="0" y="0"/>
                </a:moveTo>
                <a:lnTo>
                  <a:pt x="220228" y="0"/>
                </a:lnTo>
                <a:lnTo>
                  <a:pt x="220228" y="18868"/>
                </a:lnTo>
                <a:lnTo>
                  <a:pt x="0" y="18865"/>
                </a:lnTo>
                <a:lnTo>
                  <a:pt x="0" y="0"/>
                </a:lnTo>
                <a:moveTo>
                  <a:pt x="207650" y="-28299"/>
                </a:moveTo>
                <a:lnTo>
                  <a:pt x="283116" y="9434"/>
                </a:lnTo>
                <a:lnTo>
                  <a:pt x="207650" y="47167"/>
                </a:lnTo>
                <a:lnTo>
                  <a:pt x="207650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ath-484">
            <a:extLst xmlns:a="http://schemas.openxmlformats.org/drawingml/2006/main">
              <a:ext uri="{FF2B5EF4-FFF2-40B4-BE49-F238E27FC236}">
                <a16:creationId xmlns:a16="http://schemas.microsoft.com/office/drawing/2014/main" id="{FB5CFD50-3430-4DBE-BEA1-F81775EA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450" y="8195913"/>
            <a:ext cx="1424204" cy="2108454"/>
          </a:xfrm>
          <a:custGeom xmlns:a="http://schemas.openxmlformats.org/drawingml/2006/main">
            <a:pathLst>
              <a:path w="1424204" h="2108454">
                <a:moveTo>
                  <a:pt x="0" y="186907"/>
                </a:moveTo>
                <a:cubicBezTo>
                  <a:pt x="0" y="83681"/>
                  <a:pt x="83684" y="0"/>
                  <a:pt x="186913" y="0"/>
                </a:cubicBezTo>
                <a:lnTo>
                  <a:pt x="1237291" y="0"/>
                </a:lnTo>
                <a:cubicBezTo>
                  <a:pt x="1340520" y="0"/>
                  <a:pt x="1424204" y="83681"/>
                  <a:pt x="1424204" y="186907"/>
                </a:cubicBezTo>
                <a:lnTo>
                  <a:pt x="1424204" y="1921543"/>
                </a:lnTo>
                <a:cubicBezTo>
                  <a:pt x="1424204" y="2024770"/>
                  <a:pt x="1340520" y="2108454"/>
                  <a:pt x="1237291" y="2108454"/>
                </a:cubicBezTo>
                <a:lnTo>
                  <a:pt x="186913" y="2108454"/>
                </a:lnTo>
                <a:cubicBezTo>
                  <a:pt x="83684" y="2108454"/>
                  <a:pt x="0" y="2024770"/>
                  <a:pt x="0" y="1921543"/>
                </a:cubicBezTo>
                <a:lnTo>
                  <a:pt x="0" y="18690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485">
            <a:extLst xmlns:a="http://schemas.openxmlformats.org/drawingml/2006/main">
              <a:ext uri="{FF2B5EF4-FFF2-40B4-BE49-F238E27FC236}">
                <a16:creationId xmlns:a16="http://schemas.microsoft.com/office/drawing/2014/main" id="{EA7CA871-2F62-4528-8E49-431B17D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450" y="8195913"/>
            <a:ext cx="1424202" cy="2108459"/>
          </a:xfrm>
          <a:custGeom xmlns:a="http://schemas.openxmlformats.org/drawingml/2006/main">
            <a:pathLst>
              <a:path w="1424202" h="2108459">
                <a:moveTo>
                  <a:pt x="0" y="186912"/>
                </a:moveTo>
                <a:cubicBezTo>
                  <a:pt x="0" y="83683"/>
                  <a:pt x="83682" y="0"/>
                  <a:pt x="186912" y="0"/>
                </a:cubicBezTo>
                <a:lnTo>
                  <a:pt x="1237291" y="0"/>
                </a:lnTo>
                <a:cubicBezTo>
                  <a:pt x="1340520" y="0"/>
                  <a:pt x="1424202" y="83683"/>
                  <a:pt x="1424202" y="186912"/>
                </a:cubicBezTo>
                <a:lnTo>
                  <a:pt x="1424202" y="1921546"/>
                </a:lnTo>
                <a:cubicBezTo>
                  <a:pt x="1424202" y="2024775"/>
                  <a:pt x="1340520" y="2108459"/>
                  <a:pt x="1237291" y="2108459"/>
                </a:cubicBezTo>
                <a:lnTo>
                  <a:pt x="186912" y="2108459"/>
                </a:lnTo>
                <a:cubicBezTo>
                  <a:pt x="83682" y="2108459"/>
                  <a:pt x="0" y="2024775"/>
                  <a:pt x="0" y="1921546"/>
                </a:cubicBezTo>
                <a:lnTo>
                  <a:pt x="0" y="186912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562" name="text-486 Text">
            <a:extLst xmlns:a="http://schemas.openxmlformats.org/drawingml/2006/main">
              <a:ext uri="{FF2B5EF4-FFF2-40B4-BE49-F238E27FC236}">
                <a16:creationId xmlns:a16="http://schemas.microsoft.com/office/drawing/2014/main" id="{DECFDD96-BF5F-4D93-AE1A-05BC61D6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2292" y="8646206"/>
            <a:ext cx="341702" cy="19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63" name="text-487 Search">
            <a:extLst xmlns:a="http://schemas.openxmlformats.org/drawingml/2006/main">
              <a:ext uri="{FF2B5EF4-FFF2-40B4-BE49-F238E27FC236}">
                <a16:creationId xmlns:a16="http://schemas.microsoft.com/office/drawing/2014/main" id="{77705C56-2B66-4C90-801A-60605B1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9186" y="8646604"/>
            <a:ext cx="483590" cy="19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AC6D26E-46E7-4C82-B5EC-D25CF69E60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0e98f90d6482d"/>
          <a:stretch xmlns:a="http://schemas.openxmlformats.org/drawingml/2006/main"/>
        </p:blipFill>
        <p:spPr>
          <a:xfrm xmlns:a="http://schemas.openxmlformats.org/drawingml/2006/main">
            <a:off x="10944225" y="9515475"/>
            <a:ext cx="447675" cy="438150"/>
          </a:xfrm>
          <a:prstGeom xmlns:a="http://schemas.openxmlformats.org/drawingml/2006/main" prst="rect">
            <a:avLst/>
          </a:prstGeom>
        </p:spPr>
      </p:pic>
      <p:pic>
        <p:nvPic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D2D82E3-FEA2-43ED-A17E-23D131787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402c525454d46"/>
          <a:stretch xmlns:a="http://schemas.openxmlformats.org/drawingml/2006/main"/>
        </p:blipFill>
        <p:spPr>
          <a:xfrm xmlns:a="http://schemas.openxmlformats.org/drawingml/2006/main">
            <a:off x="10972800" y="8248650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C0EDA4F2-8487-494B-9D1A-A51E13996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49a402e93495d"/>
          <a:stretch xmlns:a="http://schemas.openxmlformats.org/drawingml/2006/main"/>
        </p:blipFill>
        <p:spPr>
          <a:xfrm xmlns:a="http://schemas.openxmlformats.org/drawingml/2006/main">
            <a:off x="10925175" y="8848725"/>
            <a:ext cx="485775" cy="419100"/>
          </a:xfrm>
          <a:prstGeom xmlns:a="http://schemas.openxmlformats.org/drawingml/2006/main" prst="rect">
            <a:avLst/>
          </a:prstGeom>
        </p:spPr>
      </p:pic>
      <p:sp>
        <p:nvSpPr>
          <p:cNvPr id="567" name="text-491 Page">
            <a:extLst xmlns:a="http://schemas.openxmlformats.org/drawingml/2006/main">
              <a:ext uri="{FF2B5EF4-FFF2-40B4-BE49-F238E27FC236}">
                <a16:creationId xmlns:a16="http://schemas.microsoft.com/office/drawing/2014/main" id="{764F04DA-AFD0-4816-B340-646E74B7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6044" y="9288866"/>
            <a:ext cx="317734" cy="194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68" name="text-492 Visit">
            <a:extLst xmlns:a="http://schemas.openxmlformats.org/drawingml/2006/main">
              <a:ext uri="{FF2B5EF4-FFF2-40B4-BE49-F238E27FC236}">
                <a16:creationId xmlns:a16="http://schemas.microsoft.com/office/drawing/2014/main" id="{BAE07A4B-B1CA-4895-84A7-4D6DD3B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9353" y="9288800"/>
            <a:ext cx="325915" cy="194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69" name="text-493 Summery">
            <a:extLst xmlns:a="http://schemas.openxmlformats.org/drawingml/2006/main">
              <a:ext uri="{FF2B5EF4-FFF2-40B4-BE49-F238E27FC236}">
                <a16:creationId xmlns:a16="http://schemas.microsoft.com/office/drawing/2014/main" id="{BAEC663D-ED32-48CD-A6C2-B8D3607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929" y="9989927"/>
            <a:ext cx="620290" cy="19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70" name="text-494 &amp;">
            <a:extLst xmlns:a="http://schemas.openxmlformats.org/drawingml/2006/main">
              <a:ext uri="{FF2B5EF4-FFF2-40B4-BE49-F238E27FC236}">
                <a16:creationId xmlns:a16="http://schemas.microsoft.com/office/drawing/2014/main" id="{5A5A45DA-B521-4C5F-B2E8-7A35297B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0680" y="9989568"/>
            <a:ext cx="115439" cy="193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71" name="text-495 Verifier">
            <a:extLst xmlns:a="http://schemas.openxmlformats.org/drawingml/2006/main">
              <a:ext uri="{FF2B5EF4-FFF2-40B4-BE49-F238E27FC236}">
                <a16:creationId xmlns:a16="http://schemas.microsoft.com/office/drawing/2014/main" id="{74104442-3725-4134-9662-8AD47538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2744" y="9989490"/>
            <a:ext cx="547410" cy="19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72" name="path-496">
            <a:extLst xmlns:a="http://schemas.openxmlformats.org/drawingml/2006/main">
              <a:ext uri="{FF2B5EF4-FFF2-40B4-BE49-F238E27FC236}">
                <a16:creationId xmlns:a16="http://schemas.microsoft.com/office/drawing/2014/main" id="{40279FA0-C689-4216-8C97-8A5B5493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572" y="9266283"/>
            <a:ext cx="283119" cy="47166"/>
          </a:xfrm>
          <a:custGeom xmlns:a="http://schemas.openxmlformats.org/drawingml/2006/main">
            <a:pathLst>
              <a:path w="283119" h="47166">
                <a:moveTo>
                  <a:pt x="0" y="0"/>
                </a:moveTo>
                <a:lnTo>
                  <a:pt x="0" y="18865"/>
                </a:lnTo>
                <a:lnTo>
                  <a:pt x="220229" y="18865"/>
                </a:lnTo>
                <a:lnTo>
                  <a:pt x="220229" y="0"/>
                </a:lnTo>
                <a:close/>
                <a:moveTo>
                  <a:pt x="207652" y="-28301"/>
                </a:moveTo>
                <a:lnTo>
                  <a:pt x="283119" y="9433"/>
                </a:lnTo>
                <a:lnTo>
                  <a:pt x="207650" y="47166"/>
                </a:lnTo>
                <a:lnTo>
                  <a:pt x="207652" y="-28301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497">
            <a:extLst xmlns:a="http://schemas.openxmlformats.org/drawingml/2006/main">
              <a:ext uri="{FF2B5EF4-FFF2-40B4-BE49-F238E27FC236}">
                <a16:creationId xmlns:a16="http://schemas.microsoft.com/office/drawing/2014/main" id="{CCD3FB5C-480E-47D9-BE53-28E07B43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229" y="11796970"/>
            <a:ext cx="3143422" cy="1547206"/>
          </a:xfrm>
          <a:custGeom xmlns:a="http://schemas.openxmlformats.org/drawingml/2006/main">
            <a:pathLst>
              <a:path w="3143422" h="1547206">
                <a:moveTo>
                  <a:pt x="0" y="203054"/>
                </a:moveTo>
                <a:cubicBezTo>
                  <a:pt x="0" y="90912"/>
                  <a:pt x="90909" y="0"/>
                  <a:pt x="203054" y="0"/>
                </a:cubicBezTo>
                <a:lnTo>
                  <a:pt x="2940366" y="0"/>
                </a:lnTo>
                <a:cubicBezTo>
                  <a:pt x="3052508" y="0"/>
                  <a:pt x="3143422" y="90912"/>
                  <a:pt x="3143422" y="203054"/>
                </a:cubicBezTo>
                <a:lnTo>
                  <a:pt x="3143422" y="1344152"/>
                </a:lnTo>
                <a:cubicBezTo>
                  <a:pt x="3143422" y="1456296"/>
                  <a:pt x="3052508" y="1547206"/>
                  <a:pt x="2940366" y="1547206"/>
                </a:cubicBezTo>
                <a:lnTo>
                  <a:pt x="203054" y="1547206"/>
                </a:lnTo>
                <a:cubicBezTo>
                  <a:pt x="90909" y="1547206"/>
                  <a:pt x="0" y="1456296"/>
                  <a:pt x="0" y="1344152"/>
                </a:cubicBezTo>
                <a:lnTo>
                  <a:pt x="0" y="203054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path-498">
            <a:extLst xmlns:a="http://schemas.openxmlformats.org/drawingml/2006/main">
              <a:ext uri="{FF2B5EF4-FFF2-40B4-BE49-F238E27FC236}">
                <a16:creationId xmlns:a16="http://schemas.microsoft.com/office/drawing/2014/main" id="{1F697071-8ACB-4289-9E13-E86DFFF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229" y="11796970"/>
            <a:ext cx="3143420" cy="1547205"/>
          </a:xfrm>
          <a:custGeom xmlns:a="http://schemas.openxmlformats.org/drawingml/2006/main">
            <a:pathLst>
              <a:path w="3143420" h="1547205">
                <a:moveTo>
                  <a:pt x="0" y="203054"/>
                </a:moveTo>
                <a:cubicBezTo>
                  <a:pt x="0" y="90910"/>
                  <a:pt x="90910" y="0"/>
                  <a:pt x="203054" y="0"/>
                </a:cubicBezTo>
                <a:lnTo>
                  <a:pt x="2940367" y="0"/>
                </a:lnTo>
                <a:cubicBezTo>
                  <a:pt x="3052510" y="0"/>
                  <a:pt x="3143420" y="90910"/>
                  <a:pt x="3143420" y="203054"/>
                </a:cubicBezTo>
                <a:lnTo>
                  <a:pt x="3143420" y="1344151"/>
                </a:lnTo>
                <a:cubicBezTo>
                  <a:pt x="3143420" y="1456295"/>
                  <a:pt x="3052510" y="1547205"/>
                  <a:pt x="2940367" y="1547205"/>
                </a:cubicBezTo>
                <a:lnTo>
                  <a:pt x="203054" y="1547205"/>
                </a:lnTo>
                <a:cubicBezTo>
                  <a:pt x="90910" y="1547205"/>
                  <a:pt x="0" y="1456295"/>
                  <a:pt x="0" y="1344151"/>
                </a:cubicBezTo>
                <a:lnTo>
                  <a:pt x="0" y="203054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575" name="text-499 Audi">
            <a:extLst xmlns:a="http://schemas.openxmlformats.org/drawingml/2006/main">
              <a:ext uri="{FF2B5EF4-FFF2-40B4-BE49-F238E27FC236}">
                <a16:creationId xmlns:a16="http://schemas.microsoft.com/office/drawing/2014/main" id="{41C1DB11-D70D-4608-9007-A1A98E6F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8875" y="12326149"/>
            <a:ext cx="463638" cy="282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588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576" name="text-499 R8">
            <a:extLst xmlns:a="http://schemas.openxmlformats.org/drawingml/2006/main">
              <a:ext uri="{FF2B5EF4-FFF2-40B4-BE49-F238E27FC236}">
                <a16:creationId xmlns:a16="http://schemas.microsoft.com/office/drawing/2014/main" id="{F32C5062-D8A9-44CD-9998-52C2D786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6086" y="12327044"/>
            <a:ext cx="284828" cy="281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58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577" name="text-500 Marcos">
            <a:extLst xmlns:a="http://schemas.openxmlformats.org/drawingml/2006/main">
              <a:ext uri="{FF2B5EF4-FFF2-40B4-BE49-F238E27FC236}">
                <a16:creationId xmlns:a16="http://schemas.microsoft.com/office/drawing/2014/main" id="{FC49A6C3-BE89-45D9-80B5-06A9350E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1346" y="12326036"/>
            <a:ext cx="722528" cy="282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578" name="path-501">
            <a:extLst xmlns:a="http://schemas.openxmlformats.org/drawingml/2006/main">
              <a:ext uri="{FF2B5EF4-FFF2-40B4-BE49-F238E27FC236}">
                <a16:creationId xmlns:a16="http://schemas.microsoft.com/office/drawing/2014/main" id="{27AEFB4E-23B3-4817-ABED-2981981F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35" y="12076747"/>
            <a:ext cx="283119" cy="47167"/>
          </a:xfrm>
          <a:custGeom xmlns:a="http://schemas.openxmlformats.org/drawingml/2006/main">
            <a:pathLst>
              <a:path w="283119" h="47167">
                <a:moveTo>
                  <a:pt x="0" y="0"/>
                </a:moveTo>
                <a:lnTo>
                  <a:pt x="220229" y="1"/>
                </a:lnTo>
                <a:lnTo>
                  <a:pt x="220229" y="18868"/>
                </a:lnTo>
                <a:lnTo>
                  <a:pt x="0" y="18867"/>
                </a:lnTo>
                <a:lnTo>
                  <a:pt x="0" y="0"/>
                </a:lnTo>
                <a:moveTo>
                  <a:pt x="207652" y="-28299"/>
                </a:moveTo>
                <a:lnTo>
                  <a:pt x="283119" y="9434"/>
                </a:lnTo>
                <a:lnTo>
                  <a:pt x="207652" y="47167"/>
                </a:lnTo>
                <a:lnTo>
                  <a:pt x="207652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02">
            <a:extLst xmlns:a="http://schemas.openxmlformats.org/drawingml/2006/main">
              <a:ext uri="{FF2B5EF4-FFF2-40B4-BE49-F238E27FC236}">
                <a16:creationId xmlns:a16="http://schemas.microsoft.com/office/drawing/2014/main" id="{A662B240-7BA3-4925-AD4F-FF19B980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123" y="10387830"/>
            <a:ext cx="47166" cy="1344495"/>
          </a:xfrm>
          <a:custGeom xmlns:a="http://schemas.openxmlformats.org/drawingml/2006/main">
            <a:pathLst>
              <a:path w="47166" h="1344495">
                <a:moveTo>
                  <a:pt x="47166" y="0"/>
                </a:moveTo>
                <a:lnTo>
                  <a:pt x="47166" y="1281606"/>
                </a:lnTo>
                <a:lnTo>
                  <a:pt x="28299" y="1281606"/>
                </a:lnTo>
                <a:lnTo>
                  <a:pt x="28299" y="0"/>
                </a:lnTo>
                <a:lnTo>
                  <a:pt x="47166" y="0"/>
                </a:lnTo>
                <a:moveTo>
                  <a:pt x="75466" y="1269029"/>
                </a:moveTo>
                <a:lnTo>
                  <a:pt x="37733" y="1344495"/>
                </a:lnTo>
                <a:lnTo>
                  <a:pt x="0" y="1269029"/>
                </a:lnTo>
                <a:lnTo>
                  <a:pt x="75466" y="126902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text-503 Stanford">
            <a:extLst xmlns:a="http://schemas.openxmlformats.org/drawingml/2006/main">
              <a:ext uri="{FF2B5EF4-FFF2-40B4-BE49-F238E27FC236}">
                <a16:creationId xmlns:a16="http://schemas.microsoft.com/office/drawing/2014/main" id="{57CE252D-54AC-427A-93E9-E47AC8A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3641" y="12812414"/>
            <a:ext cx="902509" cy="281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rPr>
              <a:t>Stanford</a:t>
            </a:r>
          </a:p>
        </p:txBody>
      </p:sp>
      <p:sp>
        <p:nvSpPr>
          <p:cNvPr id="581" name="text-504 Mercado">
            <a:extLst xmlns:a="http://schemas.openxmlformats.org/drawingml/2006/main">
              <a:ext uri="{FF2B5EF4-FFF2-40B4-BE49-F238E27FC236}">
                <a16:creationId xmlns:a16="http://schemas.microsoft.com/office/drawing/2014/main" id="{D211CA3E-3B45-44B7-8664-91D92EB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558" y="12812156"/>
            <a:ext cx="852886" cy="282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5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582" name="text-504 Libre">
            <a:extLst xmlns:a="http://schemas.openxmlformats.org/drawingml/2006/main">
              <a:ext uri="{FF2B5EF4-FFF2-40B4-BE49-F238E27FC236}">
                <a16:creationId xmlns:a16="http://schemas.microsoft.com/office/drawing/2014/main" id="{274D61DE-EB89-4C73-9DEC-71D2BA8D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2454" y="12811690"/>
            <a:ext cx="532059" cy="282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59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Libre</a:t>
            </a:r>
          </a:p>
        </p:txBody>
      </p:sp>
      <p:sp>
        <p:nvSpPr>
          <p:cNvPr id="583" name="path-505">
            <a:extLst xmlns:a="http://schemas.openxmlformats.org/drawingml/2006/main">
              <a:ext uri="{FF2B5EF4-FFF2-40B4-BE49-F238E27FC236}">
                <a16:creationId xmlns:a16="http://schemas.microsoft.com/office/drawing/2014/main" id="{54336FC7-8CF2-41FA-AD8F-A6CCC7C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095" y="12042025"/>
            <a:ext cx="4357766" cy="1265122"/>
          </a:xfrm>
          <a:custGeom xmlns:a="http://schemas.openxmlformats.org/drawingml/2006/main">
            <a:pathLst>
              <a:path w="4357766" h="1265122">
                <a:moveTo>
                  <a:pt x="0" y="166032"/>
                </a:moveTo>
                <a:cubicBezTo>
                  <a:pt x="0" y="74336"/>
                  <a:pt x="74336" y="0"/>
                  <a:pt x="166026" y="0"/>
                </a:cubicBezTo>
                <a:lnTo>
                  <a:pt x="4191728" y="0"/>
                </a:lnTo>
                <a:cubicBezTo>
                  <a:pt x="4283433" y="0"/>
                  <a:pt x="4357766" y="74336"/>
                  <a:pt x="4357766" y="166032"/>
                </a:cubicBezTo>
                <a:lnTo>
                  <a:pt x="4357766" y="1099088"/>
                </a:lnTo>
                <a:cubicBezTo>
                  <a:pt x="4357766" y="1190786"/>
                  <a:pt x="4283433" y="1265122"/>
                  <a:pt x="4191728" y="1265122"/>
                </a:cubicBezTo>
                <a:lnTo>
                  <a:pt x="166026" y="1265122"/>
                </a:lnTo>
                <a:cubicBezTo>
                  <a:pt x="74336" y="1265122"/>
                  <a:pt x="0" y="1190786"/>
                  <a:pt x="0" y="1099088"/>
                </a:cubicBezTo>
                <a:lnTo>
                  <a:pt x="0" y="166032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path-506">
            <a:extLst xmlns:a="http://schemas.openxmlformats.org/drawingml/2006/main">
              <a:ext uri="{FF2B5EF4-FFF2-40B4-BE49-F238E27FC236}">
                <a16:creationId xmlns:a16="http://schemas.microsoft.com/office/drawing/2014/main" id="{CB1631E0-6EEC-4548-89A3-6B13C11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095" y="12042025"/>
            <a:ext cx="4357767" cy="1265123"/>
          </a:xfrm>
          <a:custGeom xmlns:a="http://schemas.openxmlformats.org/drawingml/2006/main">
            <a:pathLst>
              <a:path w="4357767" h="1265123">
                <a:moveTo>
                  <a:pt x="0" y="166033"/>
                </a:moveTo>
                <a:cubicBezTo>
                  <a:pt x="0" y="74336"/>
                  <a:pt x="74336" y="0"/>
                  <a:pt x="166032" y="0"/>
                </a:cubicBezTo>
                <a:lnTo>
                  <a:pt x="4191735" y="0"/>
                </a:lnTo>
                <a:cubicBezTo>
                  <a:pt x="4283432" y="0"/>
                  <a:pt x="4357767" y="74336"/>
                  <a:pt x="4357767" y="166033"/>
                </a:cubicBezTo>
                <a:lnTo>
                  <a:pt x="4357767" y="1099090"/>
                </a:lnTo>
                <a:cubicBezTo>
                  <a:pt x="4357767" y="1190788"/>
                  <a:pt x="4283432" y="1265123"/>
                  <a:pt x="4191735" y="1265123"/>
                </a:cubicBezTo>
                <a:lnTo>
                  <a:pt x="166032" y="1265123"/>
                </a:lnTo>
                <a:cubicBezTo>
                  <a:pt x="74336" y="1265123"/>
                  <a:pt x="0" y="1190788"/>
                  <a:pt x="0" y="1099090"/>
                </a:cubicBezTo>
                <a:lnTo>
                  <a:pt x="0" y="166033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585" name="text-507 Text">
            <a:extLst xmlns:a="http://schemas.openxmlformats.org/drawingml/2006/main">
              <a:ext uri="{FF2B5EF4-FFF2-40B4-BE49-F238E27FC236}">
                <a16:creationId xmlns:a16="http://schemas.microsoft.com/office/drawing/2014/main" id="{0A25C822-67FF-44E8-ADA7-A0DEA55A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7420" y="12857243"/>
            <a:ext cx="341702" cy="19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86" name="text-508 Search">
            <a:extLst xmlns:a="http://schemas.openxmlformats.org/drawingml/2006/main">
              <a:ext uri="{FF2B5EF4-FFF2-40B4-BE49-F238E27FC236}">
                <a16:creationId xmlns:a16="http://schemas.microsoft.com/office/drawing/2014/main" id="{5BBEED48-4FBB-4D65-B529-9E54A68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4314" y="12857640"/>
            <a:ext cx="483590" cy="19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1A82F37F-4A31-4672-865A-34EE3B5AD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ec79aa24540e5"/>
          <a:stretch xmlns:a="http://schemas.openxmlformats.org/drawingml/2006/main"/>
        </p:blipFill>
        <p:spPr>
          <a:xfrm xmlns:a="http://schemas.openxmlformats.org/drawingml/2006/main">
            <a:off x="16697325" y="12420600"/>
            <a:ext cx="457200" cy="438150"/>
          </a:xfrm>
          <a:prstGeom xmlns:a="http://schemas.openxmlformats.org/drawingml/2006/main" prst="rect">
            <a:avLst/>
          </a:prstGeom>
        </p:spPr>
      </p:pic>
      <p:pic>
        <p:nvPic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E06C416C-13F0-4880-9AE4-0A5AE9EC7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1ea2c59eb4616"/>
          <a:stretch xmlns:a="http://schemas.openxmlformats.org/drawingml/2006/main"/>
        </p:blipFill>
        <p:spPr>
          <a:xfrm xmlns:a="http://schemas.openxmlformats.org/drawingml/2006/main">
            <a:off x="15068550" y="12468225"/>
            <a:ext cx="409575" cy="400050"/>
          </a:xfrm>
          <a:prstGeom xmlns:a="http://schemas.openxmlformats.org/drawingml/2006/main" prst="rect">
            <a:avLst/>
          </a:prstGeom>
        </p:spPr>
      </p:pic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EE7BE748-3A4E-49AF-9594-663335EDD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b9d4bef2d469c"/>
          <a:stretch xmlns:a="http://schemas.openxmlformats.org/drawingml/2006/main"/>
        </p:blipFill>
        <p:spPr>
          <a:xfrm xmlns:a="http://schemas.openxmlformats.org/drawingml/2006/main">
            <a:off x="15897225" y="12420600"/>
            <a:ext cx="485775" cy="419100"/>
          </a:xfrm>
          <a:prstGeom xmlns:a="http://schemas.openxmlformats.org/drawingml/2006/main" prst="rect">
            <a:avLst/>
          </a:prstGeom>
        </p:spPr>
      </p:pic>
      <p:sp>
        <p:nvSpPr>
          <p:cNvPr id="590" name="text-512 Page">
            <a:extLst xmlns:a="http://schemas.openxmlformats.org/drawingml/2006/main">
              <a:ext uri="{FF2B5EF4-FFF2-40B4-BE49-F238E27FC236}">
                <a16:creationId xmlns:a16="http://schemas.microsoft.com/office/drawing/2014/main" id="{55EDEDFF-89D3-4662-B334-17376023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1911" y="12872020"/>
            <a:ext cx="317734" cy="194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91" name="text-513 Visit">
            <a:extLst xmlns:a="http://schemas.openxmlformats.org/drawingml/2006/main">
              <a:ext uri="{FF2B5EF4-FFF2-40B4-BE49-F238E27FC236}">
                <a16:creationId xmlns:a16="http://schemas.microsoft.com/office/drawing/2014/main" id="{6EE2925F-1F5B-42E7-B83D-D791E6C2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5220" y="12871953"/>
            <a:ext cx="325915" cy="194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92" name="text-514 Summery">
            <a:extLst xmlns:a="http://schemas.openxmlformats.org/drawingml/2006/main">
              <a:ext uri="{FF2B5EF4-FFF2-40B4-BE49-F238E27FC236}">
                <a16:creationId xmlns:a16="http://schemas.microsoft.com/office/drawing/2014/main" id="{4DFC276D-424C-4ECC-9F6E-7095AEB7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32698" y="12860679"/>
            <a:ext cx="620290" cy="19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93" name="text-515 &amp;">
            <a:extLst xmlns:a="http://schemas.openxmlformats.org/drawingml/2006/main">
              <a:ext uri="{FF2B5EF4-FFF2-40B4-BE49-F238E27FC236}">
                <a16:creationId xmlns:a16="http://schemas.microsoft.com/office/drawing/2014/main" id="{838260C2-7D2C-4729-8E7F-E394EC40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4019" y="13035399"/>
            <a:ext cx="115439" cy="193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94" name="text-516 Verifier">
            <a:extLst xmlns:a="http://schemas.openxmlformats.org/drawingml/2006/main">
              <a:ext uri="{FF2B5EF4-FFF2-40B4-BE49-F238E27FC236}">
                <a16:creationId xmlns:a16="http://schemas.microsoft.com/office/drawing/2014/main" id="{C5B309F6-1B97-4FFC-8D76-8FD1F01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6085" y="13035321"/>
            <a:ext cx="547410" cy="19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95" name="path-517">
            <a:extLst xmlns:a="http://schemas.openxmlformats.org/drawingml/2006/main">
              <a:ext uri="{FF2B5EF4-FFF2-40B4-BE49-F238E27FC236}">
                <a16:creationId xmlns:a16="http://schemas.microsoft.com/office/drawing/2014/main" id="{F5F9AD9D-406F-4BFB-A539-C9F867A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1830" y="12317966"/>
            <a:ext cx="390746" cy="161163"/>
          </a:xfrm>
          <a:custGeom xmlns:a="http://schemas.openxmlformats.org/drawingml/2006/main">
            <a:pathLst>
              <a:path w="390746" h="161163">
                <a:moveTo>
                  <a:pt x="0" y="40291"/>
                </a:moveTo>
                <a:lnTo>
                  <a:pt x="310164" y="40291"/>
                </a:lnTo>
                <a:lnTo>
                  <a:pt x="310164" y="0"/>
                </a:lnTo>
                <a:lnTo>
                  <a:pt x="390746" y="80582"/>
                </a:lnTo>
                <a:lnTo>
                  <a:pt x="310164" y="161163"/>
                </a:lnTo>
                <a:lnTo>
                  <a:pt x="310164" y="120873"/>
                </a:lnTo>
                <a:lnTo>
                  <a:pt x="0" y="120873"/>
                </a:lnTo>
                <a:lnTo>
                  <a:pt x="0" y="40291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042433"/>
            </a:solidFill>
            <a:prstDash val="solid"/>
          </a:ln>
        </p:spPr>
      </p:sp>
      <p:sp>
        <p:nvSpPr>
          <p:cNvPr id="596" name="path-518">
            <a:extLst xmlns:a="http://schemas.openxmlformats.org/drawingml/2006/main">
              <a:ext uri="{FF2B5EF4-FFF2-40B4-BE49-F238E27FC236}">
                <a16:creationId xmlns:a16="http://schemas.microsoft.com/office/drawing/2014/main" id="{BD8AECD4-3868-4939-9DEB-1843C36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1801" y="12580255"/>
            <a:ext cx="390746" cy="158171"/>
          </a:xfrm>
          <a:custGeom xmlns:a="http://schemas.openxmlformats.org/drawingml/2006/main">
            <a:pathLst>
              <a:path w="390746" h="158171">
                <a:moveTo>
                  <a:pt x="390746" y="118628"/>
                </a:moveTo>
                <a:lnTo>
                  <a:pt x="79085" y="118628"/>
                </a:lnTo>
                <a:lnTo>
                  <a:pt x="79085" y="158171"/>
                </a:lnTo>
                <a:lnTo>
                  <a:pt x="0" y="79085"/>
                </a:lnTo>
                <a:lnTo>
                  <a:pt x="79085" y="0"/>
                </a:lnTo>
                <a:lnTo>
                  <a:pt x="79085" y="39543"/>
                </a:lnTo>
                <a:lnTo>
                  <a:pt x="390746" y="39543"/>
                </a:lnTo>
                <a:lnTo>
                  <a:pt x="390746" y="118628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042433"/>
            </a:solidFill>
            <a:prstDash val="solid"/>
          </a:ln>
        </p:spPr>
      </p:sp>
      <p:sp>
        <p:nvSpPr>
          <p:cNvPr id="597" name="text-519 Plan">
            <a:extLst xmlns:a="http://schemas.openxmlformats.org/drawingml/2006/main">
              <a:ext uri="{FF2B5EF4-FFF2-40B4-BE49-F238E27FC236}">
                <a16:creationId xmlns:a16="http://schemas.microsoft.com/office/drawing/2014/main" id="{E7F115D3-D1C9-4DBE-83D7-3AC256A2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084" y="12869279"/>
            <a:ext cx="278195" cy="19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Plan</a:t>
            </a:r>
          </a:p>
        </p:txBody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22F98F5-0AC5-42A2-A738-BC086F6ED2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713acecb148ab"/>
          <a:stretch xmlns:a="http://schemas.openxmlformats.org/drawingml/2006/main"/>
        </p:blipFill>
        <p:spPr>
          <a:xfrm xmlns:a="http://schemas.openxmlformats.org/drawingml/2006/main">
            <a:off x="14411325" y="1243965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599" name="text-521 Expand">
            <a:extLst xmlns:a="http://schemas.openxmlformats.org/drawingml/2006/main">
              <a:ext uri="{FF2B5EF4-FFF2-40B4-BE49-F238E27FC236}">
                <a16:creationId xmlns:a16="http://schemas.microsoft.com/office/drawing/2014/main" id="{D073BF11-1CA3-43AD-9060-6E894A02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5346" y="12869368"/>
            <a:ext cx="491380" cy="193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Expand</a:t>
            </a:r>
          </a:p>
        </p:txBody>
      </p:sp>
      <p:sp>
        <p:nvSpPr>
          <p:cNvPr id="600" name="text-522 Related">
            <a:extLst xmlns:a="http://schemas.openxmlformats.org/drawingml/2006/main">
              <a:ext uri="{FF2B5EF4-FFF2-40B4-BE49-F238E27FC236}">
                <a16:creationId xmlns:a16="http://schemas.microsoft.com/office/drawing/2014/main" id="{2CDFE928-DA88-417B-A259-40AAA8E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3175" y="12869887"/>
            <a:ext cx="516593" cy="19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Related</a:t>
            </a:r>
          </a:p>
        </p:txBody>
      </p:sp>
      <p:sp>
        <p:nvSpPr>
          <p:cNvPr id="601" name="text-523 Entity">
            <a:extLst xmlns:a="http://schemas.openxmlformats.org/drawingml/2006/main">
              <a:ext uri="{FF2B5EF4-FFF2-40B4-BE49-F238E27FC236}">
                <a16:creationId xmlns:a16="http://schemas.microsoft.com/office/drawing/2014/main" id="{F8BDCEBD-36A1-4493-AAF7-93CA8603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4725" y="13044768"/>
            <a:ext cx="423889" cy="193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602" name="text-524 &amp;">
            <a:extLst xmlns:a="http://schemas.openxmlformats.org/drawingml/2006/main">
              <a:ext uri="{FF2B5EF4-FFF2-40B4-BE49-F238E27FC236}">
                <a16:creationId xmlns:a16="http://schemas.microsoft.com/office/drawing/2014/main" id="{7A73D9D4-56C8-4549-8FCB-C0F1500C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84946" y="13044457"/>
            <a:ext cx="115439" cy="193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603" name="text-525 Attribute">
            <a:extLst xmlns:a="http://schemas.openxmlformats.org/drawingml/2006/main">
              <a:ext uri="{FF2B5EF4-FFF2-40B4-BE49-F238E27FC236}">
                <a16:creationId xmlns:a16="http://schemas.microsoft.com/office/drawing/2014/main" id="{9D34E8B8-01FE-467A-8FC7-DEE01847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7014" y="13044953"/>
            <a:ext cx="654237" cy="193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</a:t>
            </a:r>
          </a:p>
        </p:txBody>
      </p:sp>
      <p:pic>
        <p:nvPic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4004D83A-2260-4273-AC60-AFB7EB274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22ddd533644d4"/>
          <a:stretch xmlns:a="http://schemas.openxmlformats.org/drawingml/2006/main"/>
        </p:blipFill>
        <p:spPr>
          <a:xfrm xmlns:a="http://schemas.openxmlformats.org/drawingml/2006/main">
            <a:off x="17630775" y="1243965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605" name="path-527">
            <a:extLst xmlns:a="http://schemas.openxmlformats.org/drawingml/2006/main">
              <a:ext uri="{FF2B5EF4-FFF2-40B4-BE49-F238E27FC236}">
                <a16:creationId xmlns:a16="http://schemas.microsoft.com/office/drawing/2014/main" id="{7151E798-A581-4875-B3B0-DA0B552E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749" y="8179752"/>
            <a:ext cx="6467549" cy="3412037"/>
          </a:xfrm>
          <a:custGeom xmlns:a="http://schemas.openxmlformats.org/drawingml/2006/main">
            <a:pathLst>
              <a:path w="6467549" h="3412037">
                <a:moveTo>
                  <a:pt x="0" y="447797"/>
                </a:moveTo>
                <a:cubicBezTo>
                  <a:pt x="0" y="200488"/>
                  <a:pt x="200489" y="0"/>
                  <a:pt x="447794" y="0"/>
                </a:cubicBezTo>
                <a:lnTo>
                  <a:pt x="6019742" y="0"/>
                </a:lnTo>
                <a:cubicBezTo>
                  <a:pt x="6267059" y="0"/>
                  <a:pt x="6467549" y="200488"/>
                  <a:pt x="6467549" y="447797"/>
                </a:cubicBezTo>
                <a:lnTo>
                  <a:pt x="6467549" y="2964239"/>
                </a:lnTo>
                <a:cubicBezTo>
                  <a:pt x="6467549" y="3211553"/>
                  <a:pt x="6267059" y="3412037"/>
                  <a:pt x="6019742" y="3412037"/>
                </a:cubicBezTo>
                <a:lnTo>
                  <a:pt x="447794" y="3412037"/>
                </a:lnTo>
                <a:cubicBezTo>
                  <a:pt x="200489" y="3412037"/>
                  <a:pt x="0" y="3211553"/>
                  <a:pt x="0" y="2964239"/>
                </a:cubicBezTo>
                <a:lnTo>
                  <a:pt x="0" y="44779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ath-528">
            <a:extLst xmlns:a="http://schemas.openxmlformats.org/drawingml/2006/main">
              <a:ext uri="{FF2B5EF4-FFF2-40B4-BE49-F238E27FC236}">
                <a16:creationId xmlns:a16="http://schemas.microsoft.com/office/drawing/2014/main" id="{9594E5AD-8D43-4C82-B0A1-70BC3F1E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749" y="8179752"/>
            <a:ext cx="6467544" cy="3412040"/>
          </a:xfrm>
          <a:custGeom xmlns:a="http://schemas.openxmlformats.org/drawingml/2006/main">
            <a:pathLst>
              <a:path w="6467544" h="3412040">
                <a:moveTo>
                  <a:pt x="0" y="447800"/>
                </a:moveTo>
                <a:cubicBezTo>
                  <a:pt x="0" y="200486"/>
                  <a:pt x="200486" y="0"/>
                  <a:pt x="447798" y="0"/>
                </a:cubicBezTo>
                <a:lnTo>
                  <a:pt x="6019746" y="0"/>
                </a:lnTo>
                <a:cubicBezTo>
                  <a:pt x="6267058" y="0"/>
                  <a:pt x="6467544" y="200486"/>
                  <a:pt x="6467544" y="447800"/>
                </a:cubicBezTo>
                <a:lnTo>
                  <a:pt x="6467544" y="2964241"/>
                </a:lnTo>
                <a:cubicBezTo>
                  <a:pt x="6467544" y="3211553"/>
                  <a:pt x="6267058" y="3412040"/>
                  <a:pt x="6019746" y="3412040"/>
                </a:cubicBezTo>
                <a:lnTo>
                  <a:pt x="447798" y="3412040"/>
                </a:lnTo>
                <a:cubicBezTo>
                  <a:pt x="200486" y="3412040"/>
                  <a:pt x="0" y="3211553"/>
                  <a:pt x="0" y="2964241"/>
                </a:cubicBezTo>
                <a:lnTo>
                  <a:pt x="0" y="447800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07" name="path-529">
            <a:extLst xmlns:a="http://schemas.openxmlformats.org/drawingml/2006/main">
              <a:ext uri="{FF2B5EF4-FFF2-40B4-BE49-F238E27FC236}">
                <a16:creationId xmlns:a16="http://schemas.microsoft.com/office/drawing/2014/main" id="{8216B484-6C44-42A3-B4CA-123D8AFE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7630" y="11677649"/>
            <a:ext cx="1718751" cy="550735"/>
          </a:xfrm>
          <a:custGeom xmlns:a="http://schemas.openxmlformats.org/drawingml/2006/main">
            <a:pathLst>
              <a:path w="1718751" h="550735">
                <a:moveTo>
                  <a:pt x="0" y="548929"/>
                </a:moveTo>
                <a:lnTo>
                  <a:pt x="1321" y="535191"/>
                </a:lnTo>
                <a:lnTo>
                  <a:pt x="5421" y="520773"/>
                </a:lnTo>
                <a:lnTo>
                  <a:pt x="12037" y="506689"/>
                </a:lnTo>
                <a:lnTo>
                  <a:pt x="20967" y="492954"/>
                </a:lnTo>
                <a:lnTo>
                  <a:pt x="32074" y="479554"/>
                </a:lnTo>
                <a:lnTo>
                  <a:pt x="45255" y="466458"/>
                </a:lnTo>
                <a:lnTo>
                  <a:pt x="60397" y="453653"/>
                </a:lnTo>
                <a:lnTo>
                  <a:pt x="77455" y="441123"/>
                </a:lnTo>
                <a:lnTo>
                  <a:pt x="96334" y="428869"/>
                </a:lnTo>
                <a:lnTo>
                  <a:pt x="116961" y="416898"/>
                </a:lnTo>
                <a:lnTo>
                  <a:pt x="139273" y="405218"/>
                </a:lnTo>
                <a:lnTo>
                  <a:pt x="163198" y="393850"/>
                </a:lnTo>
                <a:lnTo>
                  <a:pt x="188654" y="382808"/>
                </a:lnTo>
                <a:lnTo>
                  <a:pt x="215583" y="372112"/>
                </a:lnTo>
                <a:lnTo>
                  <a:pt x="243896" y="361785"/>
                </a:lnTo>
                <a:lnTo>
                  <a:pt x="273517" y="351846"/>
                </a:lnTo>
                <a:lnTo>
                  <a:pt x="304383" y="342322"/>
                </a:lnTo>
                <a:lnTo>
                  <a:pt x="336469" y="333219"/>
                </a:lnTo>
                <a:lnTo>
                  <a:pt x="403659" y="316459"/>
                </a:lnTo>
                <a:lnTo>
                  <a:pt x="474622" y="301720"/>
                </a:lnTo>
                <a:lnTo>
                  <a:pt x="548718" y="289211"/>
                </a:lnTo>
                <a:lnTo>
                  <a:pt x="625305" y="279133"/>
                </a:lnTo>
                <a:lnTo>
                  <a:pt x="703764" y="271683"/>
                </a:lnTo>
                <a:lnTo>
                  <a:pt x="783493" y="267065"/>
                </a:lnTo>
                <a:lnTo>
                  <a:pt x="863677" y="265484"/>
                </a:lnTo>
                <a:lnTo>
                  <a:pt x="943685" y="263907"/>
                </a:lnTo>
                <a:lnTo>
                  <a:pt x="943332" y="263921"/>
                </a:lnTo>
                <a:lnTo>
                  <a:pt x="1022711" y="259323"/>
                </a:lnTo>
                <a:lnTo>
                  <a:pt x="1022359" y="259349"/>
                </a:lnTo>
                <a:lnTo>
                  <a:pt x="1100479" y="251934"/>
                </a:lnTo>
                <a:lnTo>
                  <a:pt x="1100139" y="251972"/>
                </a:lnTo>
                <a:lnTo>
                  <a:pt x="1176398" y="241937"/>
                </a:lnTo>
                <a:lnTo>
                  <a:pt x="1176059" y="241987"/>
                </a:lnTo>
                <a:lnTo>
                  <a:pt x="1249803" y="229538"/>
                </a:lnTo>
                <a:lnTo>
                  <a:pt x="1249450" y="229604"/>
                </a:lnTo>
                <a:lnTo>
                  <a:pt x="1320062" y="214939"/>
                </a:lnTo>
                <a:lnTo>
                  <a:pt x="1319697" y="215020"/>
                </a:lnTo>
                <a:lnTo>
                  <a:pt x="1386559" y="198344"/>
                </a:lnTo>
                <a:lnTo>
                  <a:pt x="1386271" y="198420"/>
                </a:lnTo>
                <a:lnTo>
                  <a:pt x="1418094" y="189388"/>
                </a:lnTo>
                <a:lnTo>
                  <a:pt x="1417892" y="189449"/>
                </a:lnTo>
                <a:lnTo>
                  <a:pt x="1448542" y="179990"/>
                </a:lnTo>
                <a:lnTo>
                  <a:pt x="1448329" y="180060"/>
                </a:lnTo>
                <a:lnTo>
                  <a:pt x="1477724" y="170199"/>
                </a:lnTo>
                <a:lnTo>
                  <a:pt x="1477497" y="170280"/>
                </a:lnTo>
                <a:lnTo>
                  <a:pt x="1505571" y="160041"/>
                </a:lnTo>
                <a:lnTo>
                  <a:pt x="1505319" y="160136"/>
                </a:lnTo>
                <a:lnTo>
                  <a:pt x="1531984" y="149545"/>
                </a:lnTo>
                <a:lnTo>
                  <a:pt x="1531707" y="149655"/>
                </a:lnTo>
                <a:lnTo>
                  <a:pt x="1556888" y="138737"/>
                </a:lnTo>
                <a:lnTo>
                  <a:pt x="1556587" y="138871"/>
                </a:lnTo>
                <a:lnTo>
                  <a:pt x="1580207" y="127649"/>
                </a:lnTo>
                <a:lnTo>
                  <a:pt x="1579880" y="127812"/>
                </a:lnTo>
                <a:lnTo>
                  <a:pt x="1601841" y="116314"/>
                </a:lnTo>
                <a:lnTo>
                  <a:pt x="1601489" y="116513"/>
                </a:lnTo>
                <a:lnTo>
                  <a:pt x="1621738" y="104763"/>
                </a:lnTo>
                <a:lnTo>
                  <a:pt x="1621337" y="105010"/>
                </a:lnTo>
                <a:lnTo>
                  <a:pt x="1639788" y="93034"/>
                </a:lnTo>
                <a:lnTo>
                  <a:pt x="1639336" y="93345"/>
                </a:lnTo>
                <a:lnTo>
                  <a:pt x="1655900" y="81168"/>
                </a:lnTo>
                <a:lnTo>
                  <a:pt x="1655398" y="81563"/>
                </a:lnTo>
                <a:lnTo>
                  <a:pt x="1670013" y="69209"/>
                </a:lnTo>
                <a:lnTo>
                  <a:pt x="1668440" y="70913"/>
                </a:lnTo>
                <a:lnTo>
                  <a:pt x="1682829" y="50879"/>
                </a:lnTo>
                <a:lnTo>
                  <a:pt x="1698149" y="61883"/>
                </a:lnTo>
                <a:lnTo>
                  <a:pt x="1683093" y="82866"/>
                </a:lnTo>
                <a:lnTo>
                  <a:pt x="1667333" y="96180"/>
                </a:lnTo>
                <a:lnTo>
                  <a:pt x="1650290" y="108710"/>
                </a:lnTo>
                <a:lnTo>
                  <a:pt x="1631412" y="120964"/>
                </a:lnTo>
                <a:lnTo>
                  <a:pt x="1610784" y="132935"/>
                </a:lnTo>
                <a:lnTo>
                  <a:pt x="1588470" y="144612"/>
                </a:lnTo>
                <a:lnTo>
                  <a:pt x="1564535" y="155980"/>
                </a:lnTo>
                <a:lnTo>
                  <a:pt x="1539079" y="167023"/>
                </a:lnTo>
                <a:lnTo>
                  <a:pt x="1512162" y="177720"/>
                </a:lnTo>
                <a:lnTo>
                  <a:pt x="1483848" y="188047"/>
                </a:lnTo>
                <a:lnTo>
                  <a:pt x="1454216" y="197984"/>
                </a:lnTo>
                <a:lnTo>
                  <a:pt x="1423351" y="207509"/>
                </a:lnTo>
                <a:lnTo>
                  <a:pt x="1391277" y="216612"/>
                </a:lnTo>
                <a:lnTo>
                  <a:pt x="1324088" y="233371"/>
                </a:lnTo>
                <a:lnTo>
                  <a:pt x="1253110" y="248111"/>
                </a:lnTo>
                <a:lnTo>
                  <a:pt x="1179027" y="260619"/>
                </a:lnTo>
                <a:lnTo>
                  <a:pt x="1102441" y="270700"/>
                </a:lnTo>
                <a:lnTo>
                  <a:pt x="1023968" y="278147"/>
                </a:lnTo>
                <a:lnTo>
                  <a:pt x="944237" y="282766"/>
                </a:lnTo>
                <a:lnTo>
                  <a:pt x="864055" y="284347"/>
                </a:lnTo>
                <a:lnTo>
                  <a:pt x="784048" y="285924"/>
                </a:lnTo>
                <a:lnTo>
                  <a:pt x="784413" y="285911"/>
                </a:lnTo>
                <a:lnTo>
                  <a:pt x="705034" y="290507"/>
                </a:lnTo>
                <a:lnTo>
                  <a:pt x="705386" y="290481"/>
                </a:lnTo>
                <a:lnTo>
                  <a:pt x="627252" y="297899"/>
                </a:lnTo>
                <a:lnTo>
                  <a:pt x="627594" y="297858"/>
                </a:lnTo>
                <a:lnTo>
                  <a:pt x="551347" y="307894"/>
                </a:lnTo>
                <a:lnTo>
                  <a:pt x="551686" y="307842"/>
                </a:lnTo>
                <a:lnTo>
                  <a:pt x="477942" y="320293"/>
                </a:lnTo>
                <a:lnTo>
                  <a:pt x="478282" y="320228"/>
                </a:lnTo>
                <a:lnTo>
                  <a:pt x="407671" y="334894"/>
                </a:lnTo>
                <a:lnTo>
                  <a:pt x="408035" y="334810"/>
                </a:lnTo>
                <a:lnTo>
                  <a:pt x="341171" y="351489"/>
                </a:lnTo>
                <a:lnTo>
                  <a:pt x="341473" y="351410"/>
                </a:lnTo>
                <a:lnTo>
                  <a:pt x="309640" y="360442"/>
                </a:lnTo>
                <a:lnTo>
                  <a:pt x="309853" y="360381"/>
                </a:lnTo>
                <a:lnTo>
                  <a:pt x="279188" y="369839"/>
                </a:lnTo>
                <a:lnTo>
                  <a:pt x="279416" y="369770"/>
                </a:lnTo>
                <a:lnTo>
                  <a:pt x="250009" y="379632"/>
                </a:lnTo>
                <a:lnTo>
                  <a:pt x="250246" y="379551"/>
                </a:lnTo>
                <a:lnTo>
                  <a:pt x="222174" y="389792"/>
                </a:lnTo>
                <a:lnTo>
                  <a:pt x="222425" y="389696"/>
                </a:lnTo>
                <a:lnTo>
                  <a:pt x="195761" y="400288"/>
                </a:lnTo>
                <a:lnTo>
                  <a:pt x="196026" y="400175"/>
                </a:lnTo>
                <a:lnTo>
                  <a:pt x="170857" y="411094"/>
                </a:lnTo>
                <a:lnTo>
                  <a:pt x="171147" y="410962"/>
                </a:lnTo>
                <a:lnTo>
                  <a:pt x="147538" y="422182"/>
                </a:lnTo>
                <a:lnTo>
                  <a:pt x="147865" y="422019"/>
                </a:lnTo>
                <a:lnTo>
                  <a:pt x="125891" y="433519"/>
                </a:lnTo>
                <a:lnTo>
                  <a:pt x="126257" y="433319"/>
                </a:lnTo>
                <a:lnTo>
                  <a:pt x="106007" y="445070"/>
                </a:lnTo>
                <a:lnTo>
                  <a:pt x="106409" y="444823"/>
                </a:lnTo>
                <a:lnTo>
                  <a:pt x="87957" y="456799"/>
                </a:lnTo>
                <a:lnTo>
                  <a:pt x="88409" y="456488"/>
                </a:lnTo>
                <a:lnTo>
                  <a:pt x="71831" y="468665"/>
                </a:lnTo>
                <a:lnTo>
                  <a:pt x="72336" y="468269"/>
                </a:lnTo>
                <a:lnTo>
                  <a:pt x="57720" y="480623"/>
                </a:lnTo>
                <a:lnTo>
                  <a:pt x="58286" y="480109"/>
                </a:lnTo>
                <a:lnTo>
                  <a:pt x="45695" y="492614"/>
                </a:lnTo>
                <a:lnTo>
                  <a:pt x="46311" y="491942"/>
                </a:lnTo>
                <a:lnTo>
                  <a:pt x="35848" y="504574"/>
                </a:lnTo>
                <a:lnTo>
                  <a:pt x="36488" y="503697"/>
                </a:lnTo>
                <a:lnTo>
                  <a:pt x="28212" y="516429"/>
                </a:lnTo>
                <a:lnTo>
                  <a:pt x="28841" y="515293"/>
                </a:lnTo>
                <a:lnTo>
                  <a:pt x="22829" y="528100"/>
                </a:lnTo>
                <a:lnTo>
                  <a:pt x="23358" y="526679"/>
                </a:lnTo>
                <a:lnTo>
                  <a:pt x="19696" y="539535"/>
                </a:lnTo>
                <a:lnTo>
                  <a:pt x="20012" y="537852"/>
                </a:lnTo>
                <a:lnTo>
                  <a:pt x="18779" y="550735"/>
                </a:lnTo>
                <a:lnTo>
                  <a:pt x="0" y="548929"/>
                </a:lnTo>
                <a:moveTo>
                  <a:pt x="1651095" y="50940"/>
                </a:moveTo>
                <a:lnTo>
                  <a:pt x="1718349" y="0"/>
                </a:lnTo>
                <a:lnTo>
                  <a:pt x="1718751" y="84374"/>
                </a:lnTo>
                <a:lnTo>
                  <a:pt x="1651095" y="5094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text-530 multi">
            <a:extLst xmlns:a="http://schemas.openxmlformats.org/drawingml/2006/main">
              <a:ext uri="{FF2B5EF4-FFF2-40B4-BE49-F238E27FC236}">
                <a16:creationId xmlns:a16="http://schemas.microsoft.com/office/drawing/2014/main" id="{A3AEDA20-3A05-4CD7-9A66-E3EA6989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2896" y="12754770"/>
            <a:ext cx="315819" cy="176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09" name="text-531 turn">
            <a:extLst xmlns:a="http://schemas.openxmlformats.org/drawingml/2006/main">
              <a:ext uri="{FF2B5EF4-FFF2-40B4-BE49-F238E27FC236}">
                <a16:creationId xmlns:a16="http://schemas.microsoft.com/office/drawing/2014/main" id="{192F0F52-CC65-4CB4-B272-E394C85E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3335" y="12905924"/>
            <a:ext cx="274041" cy="176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</a:t>
            </a:r>
          </a:p>
        </p:txBody>
      </p:sp>
      <p:pic>
        <p:nvPic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5ECA01BB-08E6-4AA6-874E-A6AADD4413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0c26683e54057"/>
          <a:stretch xmlns:a="http://schemas.openxmlformats.org/drawingml/2006/main"/>
        </p:blipFill>
        <p:spPr>
          <a:xfrm xmlns:a="http://schemas.openxmlformats.org/drawingml/2006/main">
            <a:off x="12433247" y="8262451"/>
            <a:ext cx="6064493" cy="3254118"/>
          </a:xfrm>
          <a:prstGeom xmlns:a="http://schemas.openxmlformats.org/drawingml/2006/main" prst="rect">
            <a:avLst/>
          </a:prstGeom>
        </p:spPr>
      </p:pic>
      <p:pic>
        <p:nvPic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9164DFA5-7508-44C5-8F79-D06B6A41B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a91b205624a4d"/>
          <a:stretch xmlns:a="http://schemas.openxmlformats.org/drawingml/2006/main"/>
        </p:blipFill>
        <p:spPr>
          <a:xfrm xmlns:a="http://schemas.openxmlformats.org/drawingml/2006/main">
            <a:off x="657225" y="11887200"/>
            <a:ext cx="1400175" cy="342900"/>
          </a:xfrm>
          <a:prstGeom xmlns:a="http://schemas.openxmlformats.org/drawingml/2006/main" prst="rect">
            <a:avLst/>
          </a:prstGeom>
        </p:spPr>
      </p:pic>
      <p:pic>
        <p:nvPic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DCE49286-A1E8-4B5C-B5B5-D427D75972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9aa8c629d4e56"/>
          <a:stretch xmlns:a="http://schemas.openxmlformats.org/drawingml/2006/main"/>
        </p:blipFill>
        <p:spPr>
          <a:xfrm xmlns:a="http://schemas.openxmlformats.org/drawingml/2006/main">
            <a:off x="638175" y="12296775"/>
            <a:ext cx="962025" cy="590550"/>
          </a:xfrm>
          <a:prstGeom xmlns:a="http://schemas.openxmlformats.org/drawingml/2006/main" prst="rect">
            <a:avLst/>
          </a:prstGeom>
        </p:spPr>
      </p:pic>
      <p:sp>
        <p:nvSpPr>
          <p:cNvPr id="613" name="text-535 YouTube">
            <a:extLst xmlns:a="http://schemas.openxmlformats.org/drawingml/2006/main">
              <a:ext uri="{FF2B5EF4-FFF2-40B4-BE49-F238E27FC236}">
                <a16:creationId xmlns:a16="http://schemas.microsoft.com/office/drawing/2014/main" id="{EF9CD2AD-87F3-48EF-AF99-B82A7025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728" y="11937487"/>
            <a:ext cx="518778" cy="17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YouTube</a:t>
            </a:r>
          </a:p>
        </p:txBody>
      </p:sp>
      <p:sp>
        <p:nvSpPr>
          <p:cNvPr id="614" name="text-536 YouTube">
            <a:extLst xmlns:a="http://schemas.openxmlformats.org/drawingml/2006/main">
              <a:ext uri="{FF2B5EF4-FFF2-40B4-BE49-F238E27FC236}">
                <a16:creationId xmlns:a16="http://schemas.microsoft.com/office/drawing/2014/main" id="{5E78435B-3628-483E-BED0-51BF90C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728" y="11937487"/>
            <a:ext cx="518778" cy="17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YouTube</a:t>
            </a:r>
          </a:p>
        </p:txBody>
      </p:sp>
      <p:sp>
        <p:nvSpPr>
          <p:cNvPr id="615" name="text-537 UI">
            <a:extLst xmlns:a="http://schemas.openxmlformats.org/drawingml/2006/main">
              <a:ext uri="{FF2B5EF4-FFF2-40B4-BE49-F238E27FC236}">
                <a16:creationId xmlns:a16="http://schemas.microsoft.com/office/drawing/2014/main" id="{FA7C2099-B24F-472D-89C9-5C330E6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3138" y="11936316"/>
            <a:ext cx="182349" cy="174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616" name="text-538 UI">
            <a:extLst xmlns:a="http://schemas.openxmlformats.org/drawingml/2006/main">
              <a:ext uri="{FF2B5EF4-FFF2-40B4-BE49-F238E27FC236}">
                <a16:creationId xmlns:a16="http://schemas.microsoft.com/office/drawing/2014/main" id="{10EEF513-37E6-453F-AB3A-50483A1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3138" y="11936316"/>
            <a:ext cx="182349" cy="174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82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617" name="text-539 Ferrari">
            <a:extLst xmlns:a="http://schemas.openxmlformats.org/drawingml/2006/main">
              <a:ext uri="{FF2B5EF4-FFF2-40B4-BE49-F238E27FC236}">
                <a16:creationId xmlns:a16="http://schemas.microsoft.com/office/drawing/2014/main" id="{DF0F9DE6-0DA5-4EC1-8CF7-47EE8621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252" y="12474560"/>
            <a:ext cx="441397" cy="17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Ferrari</a:t>
            </a:r>
          </a:p>
        </p:txBody>
      </p:sp>
      <p:sp>
        <p:nvSpPr>
          <p:cNvPr id="618" name="text-540 Ferrari">
            <a:extLst xmlns:a="http://schemas.openxmlformats.org/drawingml/2006/main">
              <a:ext uri="{FF2B5EF4-FFF2-40B4-BE49-F238E27FC236}">
                <a16:creationId xmlns:a16="http://schemas.microsoft.com/office/drawing/2014/main" id="{74645B1C-A184-4512-A261-AD0F00D8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252" y="12474560"/>
            <a:ext cx="441397" cy="17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Ferrari</a:t>
            </a:r>
          </a:p>
        </p:txBody>
      </p:sp>
      <p:sp>
        <p:nvSpPr>
          <p:cNvPr id="619" name="text-541 458">
            <a:extLst xmlns:a="http://schemas.openxmlformats.org/drawingml/2006/main">
              <a:ext uri="{FF2B5EF4-FFF2-40B4-BE49-F238E27FC236}">
                <a16:creationId xmlns:a16="http://schemas.microsoft.com/office/drawing/2014/main" id="{38917229-4863-4F79-AF49-B085C8D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623" y="12473941"/>
            <a:ext cx="250085" cy="174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458</a:t>
            </a:r>
          </a:p>
        </p:txBody>
      </p:sp>
      <p:sp>
        <p:nvSpPr>
          <p:cNvPr id="620" name="text-542 458">
            <a:extLst xmlns:a="http://schemas.openxmlformats.org/drawingml/2006/main">
              <a:ext uri="{FF2B5EF4-FFF2-40B4-BE49-F238E27FC236}">
                <a16:creationId xmlns:a16="http://schemas.microsoft.com/office/drawing/2014/main" id="{0D2C236C-1389-4CAF-8729-85225B46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623" y="12473941"/>
            <a:ext cx="250085" cy="174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458</a:t>
            </a:r>
          </a:p>
        </p:txBody>
      </p:sp>
      <p:sp>
        <p:nvSpPr>
          <p:cNvPr id="621" name="text-543 Mercado">
            <a:extLst xmlns:a="http://schemas.openxmlformats.org/drawingml/2006/main">
              <a:ext uri="{FF2B5EF4-FFF2-40B4-BE49-F238E27FC236}">
                <a16:creationId xmlns:a16="http://schemas.microsoft.com/office/drawing/2014/main" id="{09F13948-9A12-4D85-8290-620E2A9C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8785927"/>
            <a:ext cx="522569" cy="172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622" name="text-543 Livre">
            <a:extLst xmlns:a="http://schemas.openxmlformats.org/drawingml/2006/main">
              <a:ext uri="{FF2B5EF4-FFF2-40B4-BE49-F238E27FC236}">
                <a16:creationId xmlns:a16="http://schemas.microsoft.com/office/drawing/2014/main" id="{C36672C1-4BA9-4157-BDAC-79C8C800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597" y="8785506"/>
            <a:ext cx="313096" cy="173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623" name="text-544 Mercado">
            <a:extLst xmlns:a="http://schemas.openxmlformats.org/drawingml/2006/main">
              <a:ext uri="{FF2B5EF4-FFF2-40B4-BE49-F238E27FC236}">
                <a16:creationId xmlns:a16="http://schemas.microsoft.com/office/drawing/2014/main" id="{C9E2908C-4950-427D-B81C-200F0597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8785927"/>
            <a:ext cx="522569" cy="172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624" name="text-544 Livre">
            <a:extLst xmlns:a="http://schemas.openxmlformats.org/drawingml/2006/main">
              <a:ext uri="{FF2B5EF4-FFF2-40B4-BE49-F238E27FC236}">
                <a16:creationId xmlns:a16="http://schemas.microsoft.com/office/drawing/2014/main" id="{91920738-BB6D-46D0-B39B-C62B070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597" y="8785506"/>
            <a:ext cx="313096" cy="173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625" name="text-545 cargo">
            <a:extLst xmlns:a="http://schemas.openxmlformats.org/drawingml/2006/main">
              <a:ext uri="{FF2B5EF4-FFF2-40B4-BE49-F238E27FC236}">
                <a16:creationId xmlns:a16="http://schemas.microsoft.com/office/drawing/2014/main" id="{760C230B-DF2A-4392-8BEA-BCE5235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8937050"/>
            <a:ext cx="338270" cy="172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626" name="text-545 plane">
            <a:extLst xmlns:a="http://schemas.openxmlformats.org/drawingml/2006/main">
              <a:ext uri="{FF2B5EF4-FFF2-40B4-BE49-F238E27FC236}">
                <a16:creationId xmlns:a16="http://schemas.microsoft.com/office/drawing/2014/main" id="{3E11BCF3-1803-443B-A1FA-6ACB2157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4459" y="8936887"/>
            <a:ext cx="317669" cy="172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627" name="text-546 cargo">
            <a:extLst xmlns:a="http://schemas.openxmlformats.org/drawingml/2006/main">
              <a:ext uri="{FF2B5EF4-FFF2-40B4-BE49-F238E27FC236}">
                <a16:creationId xmlns:a16="http://schemas.microsoft.com/office/drawing/2014/main" id="{AEBF03F2-BECC-4859-A72B-DC073DE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91" y="8937050"/>
            <a:ext cx="338270" cy="172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628" name="text-546 plane">
            <a:extLst xmlns:a="http://schemas.openxmlformats.org/drawingml/2006/main">
              <a:ext uri="{FF2B5EF4-FFF2-40B4-BE49-F238E27FC236}">
                <a16:creationId xmlns:a16="http://schemas.microsoft.com/office/drawing/2014/main" id="{422CE35C-DC41-44BA-9338-95DCCB08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4459" y="8936887"/>
            <a:ext cx="317669" cy="172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973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629" name="path-547">
            <a:extLst xmlns:a="http://schemas.openxmlformats.org/drawingml/2006/main">
              <a:ext uri="{FF2B5EF4-FFF2-40B4-BE49-F238E27FC236}">
                <a16:creationId xmlns:a16="http://schemas.microsoft.com/office/drawing/2014/main" id="{03044407-471D-47C7-96FC-C20E1111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92" y="13742027"/>
            <a:ext cx="9162787" cy="7110450"/>
          </a:xfrm>
          <a:custGeom xmlns:a="http://schemas.openxmlformats.org/drawingml/2006/main">
            <a:pathLst>
              <a:path w="9162787" h="7110450">
                <a:moveTo>
                  <a:pt x="0" y="398537"/>
                </a:moveTo>
                <a:cubicBezTo>
                  <a:pt x="0" y="178431"/>
                  <a:pt x="178431" y="0"/>
                  <a:pt x="398537" y="0"/>
                </a:cubicBezTo>
                <a:lnTo>
                  <a:pt x="8764251" y="0"/>
                </a:lnTo>
                <a:cubicBezTo>
                  <a:pt x="8984356" y="0"/>
                  <a:pt x="9162787" y="178431"/>
                  <a:pt x="9162787" y="398537"/>
                </a:cubicBezTo>
                <a:lnTo>
                  <a:pt x="9162787" y="6711913"/>
                </a:lnTo>
                <a:cubicBezTo>
                  <a:pt x="9162787" y="6932019"/>
                  <a:pt x="8984356" y="7110450"/>
                  <a:pt x="8764251" y="7110450"/>
                </a:cubicBezTo>
                <a:lnTo>
                  <a:pt x="398537" y="7110450"/>
                </a:lnTo>
                <a:cubicBezTo>
                  <a:pt x="178431" y="7110450"/>
                  <a:pt x="0" y="6932019"/>
                  <a:pt x="0" y="6711913"/>
                </a:cubicBezTo>
                <a:lnTo>
                  <a:pt x="0" y="398537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215F9A"/>
            </a:solidFill>
            <a:prstDash val="solid"/>
          </a:ln>
        </p:spPr>
      </p:sp>
      <p:sp>
        <p:nvSpPr>
          <p:cNvPr id="630" name="path-548">
            <a:extLst xmlns:a="http://schemas.openxmlformats.org/drawingml/2006/main">
              <a:ext uri="{FF2B5EF4-FFF2-40B4-BE49-F238E27FC236}">
                <a16:creationId xmlns:a16="http://schemas.microsoft.com/office/drawing/2014/main" id="{BD376DD7-DA85-4B99-8A89-D8B440E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155" y="13742027"/>
            <a:ext cx="9419216" cy="7110450"/>
          </a:xfrm>
          <a:custGeom xmlns:a="http://schemas.openxmlformats.org/drawingml/2006/main">
            <a:pathLst>
              <a:path w="9419216" h="7110450">
                <a:moveTo>
                  <a:pt x="0" y="398545"/>
                </a:moveTo>
                <a:cubicBezTo>
                  <a:pt x="0" y="178435"/>
                  <a:pt x="178435" y="0"/>
                  <a:pt x="398545" y="0"/>
                </a:cubicBezTo>
                <a:lnTo>
                  <a:pt x="9020670" y="0"/>
                </a:lnTo>
                <a:cubicBezTo>
                  <a:pt x="9240780" y="0"/>
                  <a:pt x="9419216" y="178435"/>
                  <a:pt x="9419216" y="398545"/>
                </a:cubicBezTo>
                <a:lnTo>
                  <a:pt x="9419216" y="6711904"/>
                </a:lnTo>
                <a:cubicBezTo>
                  <a:pt x="9419216" y="6932016"/>
                  <a:pt x="9240780" y="7110450"/>
                  <a:pt x="9020670" y="7110450"/>
                </a:cubicBezTo>
                <a:lnTo>
                  <a:pt x="398545" y="7110450"/>
                </a:lnTo>
                <a:cubicBezTo>
                  <a:pt x="178435" y="7110450"/>
                  <a:pt x="0" y="6932016"/>
                  <a:pt x="0" y="6711904"/>
                </a:cubicBezTo>
                <a:lnTo>
                  <a:pt x="0" y="398545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215F9A"/>
            </a:solidFill>
            <a:prstDash val="solid"/>
          </a:ln>
        </p:spPr>
      </p:sp>
      <p:sp>
        <p:nvSpPr>
          <p:cNvPr id="631" name="text-549 (d)">
            <a:extLst xmlns:a="http://schemas.openxmlformats.org/drawingml/2006/main">
              <a:ext uri="{FF2B5EF4-FFF2-40B4-BE49-F238E27FC236}">
                <a16:creationId xmlns:a16="http://schemas.microsoft.com/office/drawing/2014/main" id="{9195026E-975C-4548-B4B4-6C42ABDB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459" y="13782875"/>
            <a:ext cx="528931" cy="493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(d)</a:t>
            </a:r>
          </a:p>
        </p:txBody>
      </p:sp>
      <p:sp>
        <p:nvSpPr>
          <p:cNvPr id="632" name="text-549 VGEG">
            <a:extLst xmlns:a="http://schemas.openxmlformats.org/drawingml/2006/main">
              <a:ext uri="{FF2B5EF4-FFF2-40B4-BE49-F238E27FC236}">
                <a16:creationId xmlns:a16="http://schemas.microsoft.com/office/drawing/2014/main" id="{9F546095-EFF7-462B-BB53-9A52C4A2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9198" y="13783202"/>
            <a:ext cx="991449" cy="49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633" name="text-550 (d)">
            <a:extLst xmlns:a="http://schemas.openxmlformats.org/drawingml/2006/main">
              <a:ext uri="{FF2B5EF4-FFF2-40B4-BE49-F238E27FC236}">
                <a16:creationId xmlns:a16="http://schemas.microsoft.com/office/drawing/2014/main" id="{87891DAF-E12E-4EBC-842E-2BBA73EF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459" y="13782875"/>
            <a:ext cx="528931" cy="493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(d)</a:t>
            </a:r>
          </a:p>
        </p:txBody>
      </p:sp>
      <p:sp>
        <p:nvSpPr>
          <p:cNvPr id="634" name="text-550 VGEG">
            <a:extLst xmlns:a="http://schemas.openxmlformats.org/drawingml/2006/main">
              <a:ext uri="{FF2B5EF4-FFF2-40B4-BE49-F238E27FC236}">
                <a16:creationId xmlns:a16="http://schemas.microsoft.com/office/drawing/2014/main" id="{45367675-905E-4C0A-8449-6D71690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9198" y="13783202"/>
            <a:ext cx="991449" cy="49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635" name="text-551 -">
            <a:extLst xmlns:a="http://schemas.openxmlformats.org/drawingml/2006/main">
              <a:ext uri="{FF2B5EF4-FFF2-40B4-BE49-F238E27FC236}">
                <a16:creationId xmlns:a16="http://schemas.microsoft.com/office/drawing/2014/main" id="{A27EAD34-77EC-4EE2-840C-3D5E80B4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6785" y="13783421"/>
            <a:ext cx="210075" cy="493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6" name="text-552 -">
            <a:extLst xmlns:a="http://schemas.openxmlformats.org/drawingml/2006/main">
              <a:ext uri="{FF2B5EF4-FFF2-40B4-BE49-F238E27FC236}">
                <a16:creationId xmlns:a16="http://schemas.microsoft.com/office/drawing/2014/main" id="{60B305DF-F7B7-4D3F-8C74-5CB85AD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6785" y="13783421"/>
            <a:ext cx="210075" cy="493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7" name="text-553 Based">
            <a:extLst xmlns:a="http://schemas.openxmlformats.org/drawingml/2006/main">
              <a:ext uri="{FF2B5EF4-FFF2-40B4-BE49-F238E27FC236}">
                <a16:creationId xmlns:a16="http://schemas.microsoft.com/office/drawing/2014/main" id="{ED8428A8-4517-43BD-B8C3-E554FCD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3002" y="13783090"/>
            <a:ext cx="1037716" cy="493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Based</a:t>
            </a:r>
          </a:p>
        </p:txBody>
      </p:sp>
      <p:sp>
        <p:nvSpPr>
          <p:cNvPr id="638" name="text-553 Task">
            <a:extLst xmlns:a="http://schemas.openxmlformats.org/drawingml/2006/main">
              <a:ext uri="{FF2B5EF4-FFF2-40B4-BE49-F238E27FC236}">
                <a16:creationId xmlns:a16="http://schemas.microsoft.com/office/drawing/2014/main" id="{71222ABB-402F-4D89-8661-41906700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3482" y="13783339"/>
            <a:ext cx="844725" cy="49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</a:t>
            </a:r>
          </a:p>
        </p:txBody>
      </p:sp>
      <p:sp>
        <p:nvSpPr>
          <p:cNvPr id="639" name="text-553 Construction">
            <a:extLst xmlns:a="http://schemas.openxmlformats.org/drawingml/2006/main">
              <a:ext uri="{FF2B5EF4-FFF2-40B4-BE49-F238E27FC236}">
                <a16:creationId xmlns:a16="http://schemas.microsoft.com/office/drawing/2014/main" id="{F584A162-D7C1-406D-B49E-8739028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441" y="13782761"/>
            <a:ext cx="2153661" cy="49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640" name="text-554 Based">
            <a:extLst xmlns:a="http://schemas.openxmlformats.org/drawingml/2006/main">
              <a:ext uri="{FF2B5EF4-FFF2-40B4-BE49-F238E27FC236}">
                <a16:creationId xmlns:a16="http://schemas.microsoft.com/office/drawing/2014/main" id="{01FD1B0D-6F11-4623-A72D-B52D91FC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3002" y="13783090"/>
            <a:ext cx="1037716" cy="493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Based</a:t>
            </a:r>
          </a:p>
        </p:txBody>
      </p:sp>
      <p:sp>
        <p:nvSpPr>
          <p:cNvPr id="641" name="text-554 Task">
            <a:extLst xmlns:a="http://schemas.openxmlformats.org/drawingml/2006/main">
              <a:ext uri="{FF2B5EF4-FFF2-40B4-BE49-F238E27FC236}">
                <a16:creationId xmlns:a16="http://schemas.microsoft.com/office/drawing/2014/main" id="{265F7C3E-9F78-491C-8151-D0DE7E2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3482" y="13783339"/>
            <a:ext cx="844725" cy="49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</a:t>
            </a:r>
          </a:p>
        </p:txBody>
      </p:sp>
      <p:sp>
        <p:nvSpPr>
          <p:cNvPr id="642" name="text-554 Construction">
            <a:extLst xmlns:a="http://schemas.openxmlformats.org/drawingml/2006/main">
              <a:ext uri="{FF2B5EF4-FFF2-40B4-BE49-F238E27FC236}">
                <a16:creationId xmlns:a16="http://schemas.microsoft.com/office/drawing/2014/main" id="{A007D966-F86C-4DB0-9374-87000C6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441" y="13782761"/>
            <a:ext cx="2153661" cy="493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643" name="text-555 (e)">
            <a:extLst xmlns:a="http://schemas.openxmlformats.org/drawingml/2006/main">
              <a:ext uri="{FF2B5EF4-FFF2-40B4-BE49-F238E27FC236}">
                <a16:creationId xmlns:a16="http://schemas.microsoft.com/office/drawing/2014/main" id="{E4E04560-AA2F-459F-83BE-B54576F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4902" y="13770978"/>
            <a:ext cx="514743" cy="49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(e)</a:t>
            </a:r>
          </a:p>
        </p:txBody>
      </p:sp>
      <p:sp>
        <p:nvSpPr>
          <p:cNvPr id="644" name="text-556 (e)">
            <a:extLst xmlns:a="http://schemas.openxmlformats.org/drawingml/2006/main">
              <a:ext uri="{FF2B5EF4-FFF2-40B4-BE49-F238E27FC236}">
                <a16:creationId xmlns:a16="http://schemas.microsoft.com/office/drawing/2014/main" id="{8D9C7C32-BD6A-473B-8978-2A55F041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4902" y="13770978"/>
            <a:ext cx="514743" cy="49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(e)</a:t>
            </a:r>
          </a:p>
        </p:txBody>
      </p:sp>
      <p:sp>
        <p:nvSpPr>
          <p:cNvPr id="645" name="text-557 Expert">
            <a:extLst xmlns:a="http://schemas.openxmlformats.org/drawingml/2006/main">
              <a:ext uri="{FF2B5EF4-FFF2-40B4-BE49-F238E27FC236}">
                <a16:creationId xmlns:a16="http://schemas.microsoft.com/office/drawing/2014/main" id="{36A0DB03-AFC4-46FD-8E5A-AF232955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1467" y="13770920"/>
            <a:ext cx="1208888" cy="49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646" name="text-558 Expert">
            <a:extLst xmlns:a="http://schemas.openxmlformats.org/drawingml/2006/main">
              <a:ext uri="{FF2B5EF4-FFF2-40B4-BE49-F238E27FC236}">
                <a16:creationId xmlns:a16="http://schemas.microsoft.com/office/drawing/2014/main" id="{A3F47DF0-545E-4553-B63B-4B75C131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1467" y="13770920"/>
            <a:ext cx="1208888" cy="49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647" name="text-559 Trajectory">
            <a:extLst xmlns:a="http://schemas.openxmlformats.org/drawingml/2006/main">
              <a:ext uri="{FF2B5EF4-FFF2-40B4-BE49-F238E27FC236}">
                <a16:creationId xmlns:a16="http://schemas.microsoft.com/office/drawing/2014/main" id="{32E24190-BED6-4E93-B355-10AC9D21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2960" y="13770742"/>
            <a:ext cx="1874717" cy="493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648" name="text-560 Trajectory">
            <a:extLst xmlns:a="http://schemas.openxmlformats.org/drawingml/2006/main">
              <a:ext uri="{FF2B5EF4-FFF2-40B4-BE49-F238E27FC236}">
                <a16:creationId xmlns:a16="http://schemas.microsoft.com/office/drawing/2014/main" id="{D03AC6CF-02B2-4516-9EFE-A635EC0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2960" y="13770742"/>
            <a:ext cx="1874717" cy="493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649" name="text-561 Synthesis">
            <a:extLst xmlns:a="http://schemas.openxmlformats.org/drawingml/2006/main">
              <a:ext uri="{FF2B5EF4-FFF2-40B4-BE49-F238E27FC236}">
                <a16:creationId xmlns:a16="http://schemas.microsoft.com/office/drawing/2014/main" id="{EBA9F145-95AE-46F5-8604-6E4EE00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497" y="13770917"/>
            <a:ext cx="1680956" cy="493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Synthesis</a:t>
            </a:r>
          </a:p>
        </p:txBody>
      </p:sp>
      <p:sp>
        <p:nvSpPr>
          <p:cNvPr id="650" name="text-562 Synthesis">
            <a:extLst xmlns:a="http://schemas.openxmlformats.org/drawingml/2006/main">
              <a:ext uri="{FF2B5EF4-FFF2-40B4-BE49-F238E27FC236}">
                <a16:creationId xmlns:a16="http://schemas.microsoft.com/office/drawing/2014/main" id="{8ACCA207-C64E-4023-A086-B00A5E6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497" y="13770917"/>
            <a:ext cx="1680956" cy="493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Synthesis</a:t>
            </a:r>
          </a:p>
        </p:txBody>
      </p:sp>
      <p:sp>
        <p:nvSpPr>
          <p:cNvPr id="651" name="path-563">
            <a:extLst xmlns:a="http://schemas.openxmlformats.org/drawingml/2006/main">
              <a:ext uri="{FF2B5EF4-FFF2-40B4-BE49-F238E27FC236}">
                <a16:creationId xmlns:a16="http://schemas.microsoft.com/office/drawing/2014/main" id="{BE51A73C-1BD2-4E47-B4FC-27C89F30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91" y="14355077"/>
            <a:ext cx="5596367" cy="2943915"/>
          </a:xfrm>
          <a:custGeom xmlns:a="http://schemas.openxmlformats.org/drawingml/2006/main">
            <a:pathLst>
              <a:path w="5596367" h="2943915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7" y="0"/>
                </a:lnTo>
                <a:cubicBezTo>
                  <a:pt x="5423387" y="0"/>
                  <a:pt x="5596367" y="172979"/>
                  <a:pt x="5596367" y="386360"/>
                </a:cubicBezTo>
                <a:lnTo>
                  <a:pt x="5596367" y="2557555"/>
                </a:lnTo>
                <a:cubicBezTo>
                  <a:pt x="5596367" y="2770936"/>
                  <a:pt x="5423387" y="2943915"/>
                  <a:pt x="5210007" y="2943915"/>
                </a:cubicBezTo>
                <a:lnTo>
                  <a:pt x="386360" y="2943915"/>
                </a:lnTo>
                <a:cubicBezTo>
                  <a:pt x="172979" y="2943915"/>
                  <a:pt x="0" y="2770936"/>
                  <a:pt x="0" y="2557555"/>
                </a:cubicBezTo>
                <a:lnTo>
                  <a:pt x="0" y="386360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path-564">
            <a:extLst xmlns:a="http://schemas.openxmlformats.org/drawingml/2006/main">
              <a:ext uri="{FF2B5EF4-FFF2-40B4-BE49-F238E27FC236}">
                <a16:creationId xmlns:a16="http://schemas.microsoft.com/office/drawing/2014/main" id="{E44885FD-DE7F-44AD-A3DD-BA29CE35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91" y="14355077"/>
            <a:ext cx="5596366" cy="2943913"/>
          </a:xfrm>
          <a:custGeom xmlns:a="http://schemas.openxmlformats.org/drawingml/2006/main">
            <a:pathLst>
              <a:path w="5596366" h="2943913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6" y="0"/>
                </a:lnTo>
                <a:cubicBezTo>
                  <a:pt x="5423388" y="0"/>
                  <a:pt x="5596366" y="172979"/>
                  <a:pt x="5596366" y="386360"/>
                </a:cubicBezTo>
                <a:lnTo>
                  <a:pt x="5596366" y="2557553"/>
                </a:lnTo>
                <a:cubicBezTo>
                  <a:pt x="5596366" y="2770934"/>
                  <a:pt x="5423388" y="2943913"/>
                  <a:pt x="5210006" y="2943913"/>
                </a:cubicBezTo>
                <a:lnTo>
                  <a:pt x="386360" y="2943913"/>
                </a:lnTo>
                <a:cubicBezTo>
                  <a:pt x="172979" y="2943913"/>
                  <a:pt x="0" y="2770934"/>
                  <a:pt x="0" y="2557553"/>
                </a:cubicBezTo>
                <a:lnTo>
                  <a:pt x="0" y="386360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53" name="text-565 LLM">
            <a:extLst xmlns:a="http://schemas.openxmlformats.org/drawingml/2006/main">
              <a:ext uri="{FF2B5EF4-FFF2-40B4-BE49-F238E27FC236}">
                <a16:creationId xmlns:a16="http://schemas.microsoft.com/office/drawing/2014/main" id="{6DC3C87A-3A42-4260-BF85-0E8545F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960" y="14495144"/>
            <a:ext cx="544037" cy="351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LLM</a:t>
            </a:r>
          </a:p>
        </p:txBody>
      </p:sp>
      <p:sp>
        <p:nvSpPr>
          <p:cNvPr id="654" name="text-566 -">
            <a:extLst xmlns:a="http://schemas.openxmlformats.org/drawingml/2006/main">
              <a:ext uri="{FF2B5EF4-FFF2-40B4-BE49-F238E27FC236}">
                <a16:creationId xmlns:a16="http://schemas.microsoft.com/office/drawing/2014/main" id="{0A28D99B-D3FD-439B-B113-4AEB4C9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2354" y="14494985"/>
            <a:ext cx="150053" cy="35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55" name="text-567 Guided">
            <a:extLst xmlns:a="http://schemas.openxmlformats.org/drawingml/2006/main">
              <a:ext uri="{FF2B5EF4-FFF2-40B4-BE49-F238E27FC236}">
                <a16:creationId xmlns:a16="http://schemas.microsoft.com/office/drawing/2014/main" id="{82074859-EBB0-40B3-8A58-6F7E4248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7693" y="14494690"/>
            <a:ext cx="851794" cy="352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Guided</a:t>
            </a:r>
          </a:p>
        </p:txBody>
      </p:sp>
      <p:sp>
        <p:nvSpPr>
          <p:cNvPr id="656" name="text-568 QA">
            <a:extLst xmlns:a="http://schemas.openxmlformats.org/drawingml/2006/main">
              <a:ext uri="{FF2B5EF4-FFF2-40B4-BE49-F238E27FC236}">
                <a16:creationId xmlns:a16="http://schemas.microsoft.com/office/drawing/2014/main" id="{75FF84CE-0064-40F7-B495-0DC0627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9708" y="14495181"/>
            <a:ext cx="449354" cy="351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57" name="text-569 Generation">
            <a:extLst xmlns:a="http://schemas.openxmlformats.org/drawingml/2006/main">
              <a:ext uri="{FF2B5EF4-FFF2-40B4-BE49-F238E27FC236}">
                <a16:creationId xmlns:a16="http://schemas.microsoft.com/office/drawing/2014/main" id="{48D7F721-E575-4D5C-9BD5-442328C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9234" y="14494591"/>
            <a:ext cx="1328065" cy="352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pic>
        <p:nvPic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8C7A4849-592A-465F-B0B0-C4B55245F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3b6705baa40bf"/>
          <a:stretch xmlns:a="http://schemas.openxmlformats.org/drawingml/2006/main"/>
        </p:blipFill>
        <p:spPr>
          <a:xfrm xmlns:a="http://schemas.openxmlformats.org/drawingml/2006/main">
            <a:off x="443118" y="14402410"/>
            <a:ext cx="446762" cy="446762"/>
          </a:xfrm>
          <a:prstGeom xmlns:a="http://schemas.openxmlformats.org/drawingml/2006/main" prst="rect">
            <a:avLst/>
          </a:prstGeom>
        </p:spPr>
      </p:pic>
      <p:sp>
        <p:nvSpPr>
          <p:cNvPr id="659" name="path-571">
            <a:extLst xmlns:a="http://schemas.openxmlformats.org/drawingml/2006/main">
              <a:ext uri="{FF2B5EF4-FFF2-40B4-BE49-F238E27FC236}">
                <a16:creationId xmlns:a16="http://schemas.microsoft.com/office/drawing/2014/main" id="{08F13697-9780-473C-96C7-ED4778F9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276" y="14355077"/>
            <a:ext cx="2998425" cy="2964975"/>
          </a:xfrm>
          <a:custGeom xmlns:a="http://schemas.openxmlformats.org/drawingml/2006/main">
            <a:pathLst>
              <a:path w="2998425" h="2964975">
                <a:moveTo>
                  <a:pt x="0" y="389125"/>
                </a:moveTo>
                <a:cubicBezTo>
                  <a:pt x="0" y="174216"/>
                  <a:pt x="174215" y="0"/>
                  <a:pt x="389122" y="0"/>
                </a:cubicBezTo>
                <a:lnTo>
                  <a:pt x="2609300" y="0"/>
                </a:lnTo>
                <a:cubicBezTo>
                  <a:pt x="2824208" y="0"/>
                  <a:pt x="2998425" y="174216"/>
                  <a:pt x="2998425" y="389125"/>
                </a:cubicBezTo>
                <a:lnTo>
                  <a:pt x="2998425" y="2575850"/>
                </a:lnTo>
                <a:cubicBezTo>
                  <a:pt x="2998425" y="2790757"/>
                  <a:pt x="2824208" y="2964975"/>
                  <a:pt x="2609300" y="2964975"/>
                </a:cubicBezTo>
                <a:lnTo>
                  <a:pt x="389122" y="2964975"/>
                </a:lnTo>
                <a:cubicBezTo>
                  <a:pt x="174215" y="2964975"/>
                  <a:pt x="0" y="2790757"/>
                  <a:pt x="0" y="2575850"/>
                </a:cubicBezTo>
                <a:lnTo>
                  <a:pt x="0" y="38912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ath-572">
            <a:extLst xmlns:a="http://schemas.openxmlformats.org/drawingml/2006/main">
              <a:ext uri="{FF2B5EF4-FFF2-40B4-BE49-F238E27FC236}">
                <a16:creationId xmlns:a16="http://schemas.microsoft.com/office/drawing/2014/main" id="{900E933A-58C4-4E51-9CEF-F7E4362D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276" y="14355077"/>
            <a:ext cx="2998426" cy="2964973"/>
          </a:xfrm>
          <a:custGeom xmlns:a="http://schemas.openxmlformats.org/drawingml/2006/main">
            <a:pathLst>
              <a:path w="2998426" h="2964973">
                <a:moveTo>
                  <a:pt x="0" y="389123"/>
                </a:moveTo>
                <a:cubicBezTo>
                  <a:pt x="0" y="174216"/>
                  <a:pt x="174216" y="0"/>
                  <a:pt x="389123" y="0"/>
                </a:cubicBezTo>
                <a:lnTo>
                  <a:pt x="2609303" y="0"/>
                </a:lnTo>
                <a:cubicBezTo>
                  <a:pt x="2824210" y="0"/>
                  <a:pt x="2998426" y="174216"/>
                  <a:pt x="2998426" y="389123"/>
                </a:cubicBezTo>
                <a:lnTo>
                  <a:pt x="2998426" y="2575850"/>
                </a:lnTo>
                <a:cubicBezTo>
                  <a:pt x="2998426" y="2790757"/>
                  <a:pt x="2824210" y="2964973"/>
                  <a:pt x="2609303" y="2964973"/>
                </a:cubicBezTo>
                <a:lnTo>
                  <a:pt x="389123" y="2964973"/>
                </a:lnTo>
                <a:cubicBezTo>
                  <a:pt x="174216" y="2964973"/>
                  <a:pt x="0" y="2790757"/>
                  <a:pt x="0" y="2575850"/>
                </a:cubicBezTo>
                <a:lnTo>
                  <a:pt x="0" y="389123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61" name="text-573 QA">
            <a:extLst xmlns:a="http://schemas.openxmlformats.org/drawingml/2006/main">
              <a:ext uri="{FF2B5EF4-FFF2-40B4-BE49-F238E27FC236}">
                <a16:creationId xmlns:a16="http://schemas.microsoft.com/office/drawing/2014/main" id="{5EFFA511-5367-4D9A-BF60-0882A0E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068" y="14446884"/>
            <a:ext cx="449354" cy="351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62" name="text-574 Verifier">
            <a:extLst xmlns:a="http://schemas.openxmlformats.org/drawingml/2006/main">
              <a:ext uri="{FF2B5EF4-FFF2-40B4-BE49-F238E27FC236}">
                <a16:creationId xmlns:a16="http://schemas.microsoft.com/office/drawing/2014/main" id="{3DEBB59E-1010-491C-95E3-088474CF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0593" y="14446294"/>
            <a:ext cx="996372" cy="35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pic>
        <p:nvPic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3D79F41F-4D23-4809-BB7C-C76AC3D3A0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00815fb7e40a7"/>
          <a:stretch xmlns:a="http://schemas.openxmlformats.org/drawingml/2006/main"/>
        </p:blipFill>
        <p:spPr>
          <a:xfrm xmlns:a="http://schemas.openxmlformats.org/drawingml/2006/main">
            <a:off x="6290268" y="14405429"/>
            <a:ext cx="449781" cy="449781"/>
          </a:xfrm>
          <a:prstGeom xmlns:a="http://schemas.openxmlformats.org/drawingml/2006/main" prst="rect">
            <a:avLst/>
          </a:prstGeom>
        </p:spPr>
      </p:pic>
      <p:sp>
        <p:nvSpPr>
          <p:cNvPr id="664" name="path-576">
            <a:extLst xmlns:a="http://schemas.openxmlformats.org/drawingml/2006/main">
              <a:ext uri="{FF2B5EF4-FFF2-40B4-BE49-F238E27FC236}">
                <a16:creationId xmlns:a16="http://schemas.microsoft.com/office/drawing/2014/main" id="{F3917D77-6127-4160-AE52-C9303FAC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35" y="17562645"/>
            <a:ext cx="5596366" cy="2943913"/>
          </a:xfrm>
          <a:custGeom xmlns:a="http://schemas.openxmlformats.org/drawingml/2006/main">
            <a:pathLst>
              <a:path w="5596366" h="2943913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6" y="0"/>
                </a:lnTo>
                <a:cubicBezTo>
                  <a:pt x="5423386" y="0"/>
                  <a:pt x="5596366" y="172979"/>
                  <a:pt x="5596366" y="386360"/>
                </a:cubicBezTo>
                <a:lnTo>
                  <a:pt x="5596366" y="2557553"/>
                </a:lnTo>
                <a:cubicBezTo>
                  <a:pt x="5596366" y="2770934"/>
                  <a:pt x="5423386" y="2943913"/>
                  <a:pt x="5210006" y="2943913"/>
                </a:cubicBezTo>
                <a:lnTo>
                  <a:pt x="386360" y="2943913"/>
                </a:lnTo>
                <a:cubicBezTo>
                  <a:pt x="172979" y="2943913"/>
                  <a:pt x="0" y="2770934"/>
                  <a:pt x="0" y="2557553"/>
                </a:cubicBezTo>
                <a:lnTo>
                  <a:pt x="0" y="386360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577">
            <a:extLst xmlns:a="http://schemas.openxmlformats.org/drawingml/2006/main">
              <a:ext uri="{FF2B5EF4-FFF2-40B4-BE49-F238E27FC236}">
                <a16:creationId xmlns:a16="http://schemas.microsoft.com/office/drawing/2014/main" id="{8B78B845-E518-4546-A4B0-73B03B99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35" y="17562645"/>
            <a:ext cx="5596366" cy="2943913"/>
          </a:xfrm>
          <a:custGeom xmlns:a="http://schemas.openxmlformats.org/drawingml/2006/main">
            <a:pathLst>
              <a:path w="5596366" h="2943913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6" y="0"/>
                </a:lnTo>
                <a:cubicBezTo>
                  <a:pt x="5423388" y="0"/>
                  <a:pt x="5596366" y="172979"/>
                  <a:pt x="5596366" y="386360"/>
                </a:cubicBezTo>
                <a:lnTo>
                  <a:pt x="5596366" y="2557553"/>
                </a:lnTo>
                <a:cubicBezTo>
                  <a:pt x="5596366" y="2770934"/>
                  <a:pt x="5423388" y="2943913"/>
                  <a:pt x="5210006" y="2943913"/>
                </a:cubicBezTo>
                <a:lnTo>
                  <a:pt x="386360" y="2943913"/>
                </a:lnTo>
                <a:cubicBezTo>
                  <a:pt x="172979" y="2943913"/>
                  <a:pt x="0" y="2770934"/>
                  <a:pt x="0" y="2557553"/>
                </a:cubicBezTo>
                <a:lnTo>
                  <a:pt x="0" y="386360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66" name="path-578">
            <a:extLst xmlns:a="http://schemas.openxmlformats.org/drawingml/2006/main">
              <a:ext uri="{FF2B5EF4-FFF2-40B4-BE49-F238E27FC236}">
                <a16:creationId xmlns:a16="http://schemas.microsoft.com/office/drawing/2014/main" id="{77F26CFA-8A5D-475C-93EE-3D28B3E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120" y="17562645"/>
            <a:ext cx="2998426" cy="2964973"/>
          </a:xfrm>
          <a:custGeom xmlns:a="http://schemas.openxmlformats.org/drawingml/2006/main">
            <a:pathLst>
              <a:path w="2998426" h="2964973">
                <a:moveTo>
                  <a:pt x="0" y="389123"/>
                </a:moveTo>
                <a:cubicBezTo>
                  <a:pt x="0" y="174218"/>
                  <a:pt x="174216" y="0"/>
                  <a:pt x="389122" y="0"/>
                </a:cubicBezTo>
                <a:lnTo>
                  <a:pt x="2609301" y="0"/>
                </a:lnTo>
                <a:cubicBezTo>
                  <a:pt x="2824210" y="0"/>
                  <a:pt x="2998426" y="174218"/>
                  <a:pt x="2998426" y="389123"/>
                </a:cubicBezTo>
                <a:lnTo>
                  <a:pt x="2998426" y="2575850"/>
                </a:lnTo>
                <a:cubicBezTo>
                  <a:pt x="2998426" y="2790757"/>
                  <a:pt x="2824210" y="2964973"/>
                  <a:pt x="2609301" y="2964973"/>
                </a:cubicBezTo>
                <a:lnTo>
                  <a:pt x="389122" y="2964973"/>
                </a:lnTo>
                <a:cubicBezTo>
                  <a:pt x="174216" y="2964973"/>
                  <a:pt x="0" y="2790757"/>
                  <a:pt x="0" y="2575850"/>
                </a:cubicBezTo>
                <a:lnTo>
                  <a:pt x="0" y="38912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579">
            <a:extLst xmlns:a="http://schemas.openxmlformats.org/drawingml/2006/main">
              <a:ext uri="{FF2B5EF4-FFF2-40B4-BE49-F238E27FC236}">
                <a16:creationId xmlns:a16="http://schemas.microsoft.com/office/drawing/2014/main" id="{B793913C-AFF2-49AE-A667-6744DBBA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120" y="17562645"/>
            <a:ext cx="2998426" cy="2964973"/>
          </a:xfrm>
          <a:custGeom xmlns:a="http://schemas.openxmlformats.org/drawingml/2006/main">
            <a:pathLst>
              <a:path w="2998426" h="2964973">
                <a:moveTo>
                  <a:pt x="0" y="389123"/>
                </a:moveTo>
                <a:cubicBezTo>
                  <a:pt x="0" y="174216"/>
                  <a:pt x="174216" y="0"/>
                  <a:pt x="389123" y="0"/>
                </a:cubicBezTo>
                <a:lnTo>
                  <a:pt x="2609301" y="0"/>
                </a:lnTo>
                <a:cubicBezTo>
                  <a:pt x="2824210" y="0"/>
                  <a:pt x="2998426" y="174216"/>
                  <a:pt x="2998426" y="389123"/>
                </a:cubicBezTo>
                <a:lnTo>
                  <a:pt x="2998426" y="2575850"/>
                </a:lnTo>
                <a:cubicBezTo>
                  <a:pt x="2998426" y="2790757"/>
                  <a:pt x="2824210" y="2964973"/>
                  <a:pt x="2609301" y="2964973"/>
                </a:cubicBezTo>
                <a:lnTo>
                  <a:pt x="389123" y="2964973"/>
                </a:lnTo>
                <a:cubicBezTo>
                  <a:pt x="174216" y="2964973"/>
                  <a:pt x="0" y="2790757"/>
                  <a:pt x="0" y="2575850"/>
                </a:cubicBezTo>
                <a:lnTo>
                  <a:pt x="0" y="389123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68" name="text-580 Visual">
            <a:extLst xmlns:a="http://schemas.openxmlformats.org/drawingml/2006/main">
              <a:ext uri="{FF2B5EF4-FFF2-40B4-BE49-F238E27FC236}">
                <a16:creationId xmlns:a16="http://schemas.microsoft.com/office/drawing/2014/main" id="{6FBD8C65-C7F0-455D-8724-E8525106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2300" y="17706695"/>
            <a:ext cx="730548" cy="35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669" name="text-581 Entity">
            <a:extLst xmlns:a="http://schemas.openxmlformats.org/drawingml/2006/main">
              <a:ext uri="{FF2B5EF4-FFF2-40B4-BE49-F238E27FC236}">
                <a16:creationId xmlns:a16="http://schemas.microsoft.com/office/drawing/2014/main" id="{92798526-7382-456F-AA26-0238D0B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3254" y="17706941"/>
            <a:ext cx="772108" cy="352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670" name="text-582 Fuzzing">
            <a:extLst xmlns:a="http://schemas.openxmlformats.org/drawingml/2006/main">
              <a:ext uri="{FF2B5EF4-FFF2-40B4-BE49-F238E27FC236}">
                <a16:creationId xmlns:a16="http://schemas.microsoft.com/office/drawing/2014/main" id="{35761F1D-1A12-47EA-9904-4B28601A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5086" y="17706865"/>
            <a:ext cx="934916" cy="35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Fuzzing</a:t>
            </a:r>
          </a:p>
        </p:txBody>
      </p:sp>
      <p:sp>
        <p:nvSpPr>
          <p:cNvPr id="671" name="text-583 Rewrite">
            <a:extLst xmlns:a="http://schemas.openxmlformats.org/drawingml/2006/main">
              <a:ext uri="{FF2B5EF4-FFF2-40B4-BE49-F238E27FC236}">
                <a16:creationId xmlns:a16="http://schemas.microsoft.com/office/drawing/2014/main" id="{A8A61BB7-1B43-41FE-9BA2-90467861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0428" y="17706693"/>
            <a:ext cx="961383" cy="35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Rewrite</a:t>
            </a:r>
          </a:p>
        </p:txBody>
      </p:sp>
      <p:pic>
        <p:nvPic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E5338E1-4086-406C-B23A-B3AAB6EB6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5ce69ec074f5d"/>
          <a:stretch xmlns:a="http://schemas.openxmlformats.org/drawingml/2006/main"/>
        </p:blipFill>
        <p:spPr>
          <a:xfrm xmlns:a="http://schemas.openxmlformats.org/drawingml/2006/main">
            <a:off x="421987" y="17605212"/>
            <a:ext cx="446762" cy="446762"/>
          </a:xfrm>
          <a:prstGeom xmlns:a="http://schemas.openxmlformats.org/drawingml/2006/main" prst="rect">
            <a:avLst/>
          </a:prstGeom>
        </p:spPr>
      </p:pic>
      <p:sp>
        <p:nvSpPr>
          <p:cNvPr id="673" name="text-585 Quality">
            <a:extLst xmlns:a="http://schemas.openxmlformats.org/drawingml/2006/main">
              <a:ext uri="{FF2B5EF4-FFF2-40B4-BE49-F238E27FC236}">
                <a16:creationId xmlns:a16="http://schemas.microsoft.com/office/drawing/2014/main" id="{3F32E340-2365-43CF-885E-40314D1E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221" y="17712958"/>
            <a:ext cx="913763" cy="352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674" name="text-586 Filter">
            <a:extLst xmlns:a="http://schemas.openxmlformats.org/drawingml/2006/main">
              <a:ext uri="{FF2B5EF4-FFF2-40B4-BE49-F238E27FC236}">
                <a16:creationId xmlns:a16="http://schemas.microsoft.com/office/drawing/2014/main" id="{FB308BBB-4ADE-4B91-A9D4-A87575C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3554" y="17712725"/>
            <a:ext cx="714939" cy="352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pic>
        <p:nvPic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32C4F2F7-0DD8-4FF8-8E36-0E975DD53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13ad34d8e426e"/>
          <a:stretch xmlns:a="http://schemas.openxmlformats.org/drawingml/2006/main"/>
        </p:blipFill>
        <p:spPr>
          <a:xfrm xmlns:a="http://schemas.openxmlformats.org/drawingml/2006/main">
            <a:off x="6263100" y="17599174"/>
            <a:ext cx="446762" cy="446762"/>
          </a:xfrm>
          <a:prstGeom xmlns:a="http://schemas.openxmlformats.org/drawingml/2006/main" prst="rect">
            <a:avLst/>
          </a:prstGeom>
        </p:spPr>
      </p:pic>
      <p:sp>
        <p:nvSpPr>
          <p:cNvPr id="676" name="path-588">
            <a:extLst xmlns:a="http://schemas.openxmlformats.org/drawingml/2006/main">
              <a:ext uri="{FF2B5EF4-FFF2-40B4-BE49-F238E27FC236}">
                <a16:creationId xmlns:a16="http://schemas.microsoft.com/office/drawing/2014/main" id="{75253D61-B405-4A03-82CF-1357101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75" y="14360381"/>
            <a:ext cx="4498323" cy="6147969"/>
          </a:xfrm>
          <a:custGeom xmlns:a="http://schemas.openxmlformats.org/drawingml/2006/main">
            <a:pathLst>
              <a:path w="4498323" h="6147969">
                <a:moveTo>
                  <a:pt x="0" y="590355"/>
                </a:moveTo>
                <a:cubicBezTo>
                  <a:pt x="0" y="264311"/>
                  <a:pt x="264311" y="0"/>
                  <a:pt x="590358" y="0"/>
                </a:cubicBezTo>
                <a:lnTo>
                  <a:pt x="3907961" y="0"/>
                </a:lnTo>
                <a:cubicBezTo>
                  <a:pt x="4234002" y="0"/>
                  <a:pt x="4498323" y="264311"/>
                  <a:pt x="4498323" y="590355"/>
                </a:cubicBezTo>
                <a:lnTo>
                  <a:pt x="4498323" y="5557611"/>
                </a:lnTo>
                <a:cubicBezTo>
                  <a:pt x="4498323" y="5883657"/>
                  <a:pt x="4234002" y="6147969"/>
                  <a:pt x="3907961" y="6147969"/>
                </a:cubicBezTo>
                <a:lnTo>
                  <a:pt x="590358" y="6147969"/>
                </a:lnTo>
                <a:cubicBezTo>
                  <a:pt x="264311" y="6147969"/>
                  <a:pt x="0" y="5883657"/>
                  <a:pt x="0" y="5557611"/>
                </a:cubicBezTo>
                <a:lnTo>
                  <a:pt x="0" y="59035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589">
            <a:extLst xmlns:a="http://schemas.openxmlformats.org/drawingml/2006/main">
              <a:ext uri="{FF2B5EF4-FFF2-40B4-BE49-F238E27FC236}">
                <a16:creationId xmlns:a16="http://schemas.microsoft.com/office/drawing/2014/main" id="{4E222E9B-FE01-43F1-AE50-B5DDACE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75" y="14360381"/>
            <a:ext cx="4498318" cy="6147969"/>
          </a:xfrm>
          <a:custGeom xmlns:a="http://schemas.openxmlformats.org/drawingml/2006/main">
            <a:pathLst>
              <a:path w="4498318" h="6147969">
                <a:moveTo>
                  <a:pt x="0" y="590356"/>
                </a:moveTo>
                <a:cubicBezTo>
                  <a:pt x="0" y="264312"/>
                  <a:pt x="264312" y="0"/>
                  <a:pt x="590356" y="0"/>
                </a:cubicBezTo>
                <a:lnTo>
                  <a:pt x="3907962" y="0"/>
                </a:lnTo>
                <a:cubicBezTo>
                  <a:pt x="4234008" y="0"/>
                  <a:pt x="4498318" y="264312"/>
                  <a:pt x="4498318" y="590356"/>
                </a:cubicBezTo>
                <a:lnTo>
                  <a:pt x="4498318" y="5557613"/>
                </a:lnTo>
                <a:cubicBezTo>
                  <a:pt x="4498318" y="5883658"/>
                  <a:pt x="4234008" y="6147969"/>
                  <a:pt x="3907962" y="6147969"/>
                </a:cubicBezTo>
                <a:lnTo>
                  <a:pt x="590356" y="6147969"/>
                </a:lnTo>
                <a:cubicBezTo>
                  <a:pt x="264312" y="6147969"/>
                  <a:pt x="0" y="5883658"/>
                  <a:pt x="0" y="5557613"/>
                </a:cubicBezTo>
                <a:lnTo>
                  <a:pt x="0" y="590356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78" name="path-590">
            <a:extLst xmlns:a="http://schemas.openxmlformats.org/drawingml/2006/main">
              <a:ext uri="{FF2B5EF4-FFF2-40B4-BE49-F238E27FC236}">
                <a16:creationId xmlns:a16="http://schemas.microsoft.com/office/drawing/2014/main" id="{0426832A-3B0F-46E7-8FDF-C7220D6D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993" y="14379648"/>
            <a:ext cx="4323217" cy="4636511"/>
          </a:xfrm>
          <a:custGeom xmlns:a="http://schemas.openxmlformats.org/drawingml/2006/main">
            <a:pathLst>
              <a:path w="4323217" h="4636511">
                <a:moveTo>
                  <a:pt x="0" y="567381"/>
                </a:moveTo>
                <a:cubicBezTo>
                  <a:pt x="0" y="254025"/>
                  <a:pt x="254032" y="0"/>
                  <a:pt x="567384" y="0"/>
                </a:cubicBezTo>
                <a:lnTo>
                  <a:pt x="3755846" y="0"/>
                </a:lnTo>
                <a:cubicBezTo>
                  <a:pt x="4069196" y="0"/>
                  <a:pt x="4323217" y="254025"/>
                  <a:pt x="4323217" y="567381"/>
                </a:cubicBezTo>
                <a:lnTo>
                  <a:pt x="4323217" y="4069132"/>
                </a:lnTo>
                <a:cubicBezTo>
                  <a:pt x="4323217" y="4382487"/>
                  <a:pt x="4069196" y="4636511"/>
                  <a:pt x="3755846" y="4636511"/>
                </a:cubicBezTo>
                <a:lnTo>
                  <a:pt x="567384" y="4636511"/>
                </a:lnTo>
                <a:cubicBezTo>
                  <a:pt x="254032" y="4636511"/>
                  <a:pt x="0" y="4382487"/>
                  <a:pt x="0" y="4069132"/>
                </a:cubicBezTo>
                <a:lnTo>
                  <a:pt x="0" y="567381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591">
            <a:extLst xmlns:a="http://schemas.openxmlformats.org/drawingml/2006/main">
              <a:ext uri="{FF2B5EF4-FFF2-40B4-BE49-F238E27FC236}">
                <a16:creationId xmlns:a16="http://schemas.microsoft.com/office/drawing/2014/main" id="{F8EF0178-329D-480E-AF6D-E050629E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993" y="14379648"/>
            <a:ext cx="4323214" cy="4636511"/>
          </a:xfrm>
          <a:custGeom xmlns:a="http://schemas.openxmlformats.org/drawingml/2006/main">
            <a:pathLst>
              <a:path w="4323214" h="4636511">
                <a:moveTo>
                  <a:pt x="0" y="567380"/>
                </a:moveTo>
                <a:cubicBezTo>
                  <a:pt x="0" y="254024"/>
                  <a:pt x="254025" y="0"/>
                  <a:pt x="567380" y="0"/>
                </a:cubicBezTo>
                <a:lnTo>
                  <a:pt x="3755835" y="0"/>
                </a:lnTo>
                <a:cubicBezTo>
                  <a:pt x="4069191" y="0"/>
                  <a:pt x="4323214" y="254024"/>
                  <a:pt x="4323214" y="567380"/>
                </a:cubicBezTo>
                <a:lnTo>
                  <a:pt x="4323214" y="4069132"/>
                </a:lnTo>
                <a:cubicBezTo>
                  <a:pt x="4323214" y="4382487"/>
                  <a:pt x="4069191" y="4636511"/>
                  <a:pt x="3755835" y="4636511"/>
                </a:cubicBezTo>
                <a:lnTo>
                  <a:pt x="567380" y="4636511"/>
                </a:lnTo>
                <a:cubicBezTo>
                  <a:pt x="254025" y="4636511"/>
                  <a:pt x="0" y="4382487"/>
                  <a:pt x="0" y="4069132"/>
                </a:cubicBezTo>
                <a:lnTo>
                  <a:pt x="0" y="567380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680" name="text-592 Multi">
            <a:extLst xmlns:a="http://schemas.openxmlformats.org/drawingml/2006/main">
              <a:ext uri="{FF2B5EF4-FFF2-40B4-BE49-F238E27FC236}">
                <a16:creationId xmlns:a16="http://schemas.microsoft.com/office/drawing/2014/main" id="{C1E0B2E6-DE53-4208-A25C-10D17E7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2424" y="14513445"/>
            <a:ext cx="655105" cy="351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81" name="text-593 -">
            <a:extLst xmlns:a="http://schemas.openxmlformats.org/drawingml/2006/main">
              <a:ext uri="{FF2B5EF4-FFF2-40B4-BE49-F238E27FC236}">
                <a16:creationId xmlns:a16="http://schemas.microsoft.com/office/drawing/2014/main" id="{2CBC2672-32BF-4AC2-B40C-0063A0C2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2447" y="14513095"/>
            <a:ext cx="150054" cy="352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82" name="text-594 Turn">
            <a:extLst xmlns:a="http://schemas.openxmlformats.org/drawingml/2006/main">
              <a:ext uri="{FF2B5EF4-FFF2-40B4-BE49-F238E27FC236}">
                <a16:creationId xmlns:a16="http://schemas.microsoft.com/office/drawing/2014/main" id="{B0612FDC-7C28-4AD7-B61F-A7C19A01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7785" y="14512978"/>
            <a:ext cx="599813" cy="352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</a:t>
            </a:r>
          </a:p>
        </p:txBody>
      </p:sp>
      <p:sp>
        <p:nvSpPr>
          <p:cNvPr id="683" name="text-595 Trajectory">
            <a:extLst xmlns:a="http://schemas.openxmlformats.org/drawingml/2006/main">
              <a:ext uri="{FF2B5EF4-FFF2-40B4-BE49-F238E27FC236}">
                <a16:creationId xmlns:a16="http://schemas.microsoft.com/office/drawing/2014/main" id="{33C49BAA-B9AD-43D7-BB63-4A417D8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245" y="14512840"/>
            <a:ext cx="1338120" cy="352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684" name="text-596 Synthesis">
            <a:extLst xmlns:a="http://schemas.openxmlformats.org/drawingml/2006/main">
              <a:ext uri="{FF2B5EF4-FFF2-40B4-BE49-F238E27FC236}">
                <a16:creationId xmlns:a16="http://schemas.microsoft.com/office/drawing/2014/main" id="{9CD2AD35-7B3B-49F5-AA7D-BF545B6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6076" y="14513140"/>
            <a:ext cx="1199008" cy="352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Synthesis</a:t>
            </a:r>
          </a:p>
        </p:txBody>
      </p:sp>
      <p:sp>
        <p:nvSpPr>
          <p:cNvPr id="685" name="text-597 Reject">
            <a:extLst xmlns:a="http://schemas.openxmlformats.org/drawingml/2006/main">
              <a:ext uri="{FF2B5EF4-FFF2-40B4-BE49-F238E27FC236}">
                <a16:creationId xmlns:a16="http://schemas.microsoft.com/office/drawing/2014/main" id="{9C0F3231-FF05-4D99-B3B1-2EF8C90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4042" y="14473044"/>
            <a:ext cx="830703" cy="3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Reject</a:t>
            </a:r>
          </a:p>
        </p:txBody>
      </p:sp>
      <p:sp>
        <p:nvSpPr>
          <p:cNvPr id="686" name="text-598 Sampling">
            <a:extLst xmlns:a="http://schemas.openxmlformats.org/drawingml/2006/main">
              <a:ext uri="{FF2B5EF4-FFF2-40B4-BE49-F238E27FC236}">
                <a16:creationId xmlns:a16="http://schemas.microsoft.com/office/drawing/2014/main" id="{675EF1DA-A5F2-4AE3-9432-4EAF61F6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4046" y="14473480"/>
            <a:ext cx="1084437" cy="35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687" name="text-599 eBay">
            <a:extLst xmlns:a="http://schemas.openxmlformats.org/drawingml/2006/main">
              <a:ext uri="{FF2B5EF4-FFF2-40B4-BE49-F238E27FC236}">
                <a16:creationId xmlns:a16="http://schemas.microsoft.com/office/drawing/2014/main" id="{E7559BE7-B016-4994-AC67-1AA21515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0223" y="12310946"/>
            <a:ext cx="482319" cy="282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688" name="text-600 Web">
            <a:extLst xmlns:a="http://schemas.openxmlformats.org/drawingml/2006/main">
              <a:ext uri="{FF2B5EF4-FFF2-40B4-BE49-F238E27FC236}">
                <a16:creationId xmlns:a16="http://schemas.microsoft.com/office/drawing/2014/main" id="{D953CAC6-2763-4D32-BBE4-1135C7A0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209" y="15508152"/>
            <a:ext cx="325402" cy="193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689" name="text-601 Entity">
            <a:extLst xmlns:a="http://schemas.openxmlformats.org/drawingml/2006/main">
              <a:ext uri="{FF2B5EF4-FFF2-40B4-BE49-F238E27FC236}">
                <a16:creationId xmlns:a16="http://schemas.microsoft.com/office/drawing/2014/main" id="{79FDAEE8-0CA7-4467-AC39-FA06E4D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8381" y="15507995"/>
            <a:ext cx="423891" cy="19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690" name="text-602 Graph">
            <a:extLst xmlns:a="http://schemas.openxmlformats.org/drawingml/2006/main">
              <a:ext uri="{FF2B5EF4-FFF2-40B4-BE49-F238E27FC236}">
                <a16:creationId xmlns:a16="http://schemas.microsoft.com/office/drawing/2014/main" id="{E0096441-13F1-4A9D-8684-1CD7292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9480" y="15507750"/>
            <a:ext cx="409784" cy="193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691" name="text-603 Dense">
            <a:extLst xmlns:a="http://schemas.openxmlformats.org/drawingml/2006/main">
              <a:ext uri="{FF2B5EF4-FFF2-40B4-BE49-F238E27FC236}">
                <a16:creationId xmlns:a16="http://schemas.microsoft.com/office/drawing/2014/main" id="{AF0B8696-2CA4-4E23-AB18-F8007BFB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949" y="16084031"/>
            <a:ext cx="416645" cy="194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692" name="text-604 Video">
            <a:extLst xmlns:a="http://schemas.openxmlformats.org/drawingml/2006/main">
              <a:ext uri="{FF2B5EF4-FFF2-40B4-BE49-F238E27FC236}">
                <a16:creationId xmlns:a16="http://schemas.microsoft.com/office/drawing/2014/main" id="{6B5AD772-0EE5-464C-BF42-5F20186F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9310" y="16084071"/>
            <a:ext cx="383796" cy="19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693" name="text-605 Caption">
            <a:extLst xmlns:a="http://schemas.openxmlformats.org/drawingml/2006/main">
              <a:ext uri="{FF2B5EF4-FFF2-40B4-BE49-F238E27FC236}">
                <a16:creationId xmlns:a16="http://schemas.microsoft.com/office/drawing/2014/main" id="{C55BBEF0-CB3F-4AA5-B5F1-DDA5CE2B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8653" y="16084421"/>
            <a:ext cx="501413" cy="193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694" name="text-606 QA">
            <a:extLst xmlns:a="http://schemas.openxmlformats.org/drawingml/2006/main">
              <a:ext uri="{FF2B5EF4-FFF2-40B4-BE49-F238E27FC236}">
                <a16:creationId xmlns:a16="http://schemas.microsoft.com/office/drawing/2014/main" id="{FE74DB94-322B-482A-B773-44A3F478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155" y="16627701"/>
            <a:ext cx="247158" cy="193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95" name="text-607 Template">
            <a:extLst xmlns:a="http://schemas.openxmlformats.org/drawingml/2006/main">
              <a:ext uri="{FF2B5EF4-FFF2-40B4-BE49-F238E27FC236}">
                <a16:creationId xmlns:a16="http://schemas.microsoft.com/office/drawing/2014/main" id="{DE54FB7F-D95E-45AE-B38A-448FF641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3716" y="16627929"/>
            <a:ext cx="624275" cy="193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Template</a:t>
            </a:r>
          </a:p>
        </p:txBody>
      </p:sp>
      <p:pic>
        <p:nvPic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BA5536FD-C101-485F-8A52-CE2FBCC25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742a48e6647c7"/>
          <a:stretch xmlns:a="http://schemas.openxmlformats.org/drawingml/2006/main"/>
        </p:blipFill>
        <p:spPr>
          <a:xfrm xmlns:a="http://schemas.openxmlformats.org/drawingml/2006/main">
            <a:off x="3333750" y="15382875"/>
            <a:ext cx="352425" cy="352425"/>
          </a:xfrm>
          <a:prstGeom xmlns:a="http://schemas.openxmlformats.org/drawingml/2006/main" prst="rect">
            <a:avLst/>
          </a:prstGeom>
        </p:spPr>
      </p:pic>
      <p:sp>
        <p:nvSpPr>
          <p:cNvPr id="697" name="text-609 VGEG">
            <a:extLst xmlns:a="http://schemas.openxmlformats.org/drawingml/2006/main">
              <a:ext uri="{FF2B5EF4-FFF2-40B4-BE49-F238E27FC236}">
                <a16:creationId xmlns:a16="http://schemas.microsoft.com/office/drawing/2014/main" id="{4F9ECE3C-2B07-4572-87C5-F7434ED1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307" y="15600405"/>
            <a:ext cx="638089" cy="31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698" name="text-610 QA">
            <a:extLst xmlns:a="http://schemas.openxmlformats.org/drawingml/2006/main">
              <a:ext uri="{FF2B5EF4-FFF2-40B4-BE49-F238E27FC236}">
                <a16:creationId xmlns:a16="http://schemas.microsoft.com/office/drawing/2014/main" id="{8924611B-F6E5-4090-921F-6A00A7B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4086" y="16210748"/>
            <a:ext cx="404423" cy="316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99" name="text-611 Pair">
            <a:extLst xmlns:a="http://schemas.openxmlformats.org/drawingml/2006/main">
              <a:ext uri="{FF2B5EF4-FFF2-40B4-BE49-F238E27FC236}">
                <a16:creationId xmlns:a16="http://schemas.microsoft.com/office/drawing/2014/main" id="{DE93B424-FA25-4F87-8308-AD3C9F2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874" y="16210566"/>
            <a:ext cx="446662" cy="31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700" name="path-612">
            <a:extLst xmlns:a="http://schemas.openxmlformats.org/drawingml/2006/main">
              <a:ext uri="{FF2B5EF4-FFF2-40B4-BE49-F238E27FC236}">
                <a16:creationId xmlns:a16="http://schemas.microsoft.com/office/drawing/2014/main" id="{FC32A2F9-4FB7-4BE8-9CC5-CC921925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7" y="15132725"/>
            <a:ext cx="2594164" cy="1963978"/>
          </a:xfrm>
          <a:custGeom xmlns:a="http://schemas.openxmlformats.org/drawingml/2006/main">
            <a:pathLst>
              <a:path w="2594164" h="1963978">
                <a:moveTo>
                  <a:pt x="0" y="71410"/>
                </a:moveTo>
                <a:cubicBezTo>
                  <a:pt x="0" y="31972"/>
                  <a:pt x="31972" y="0"/>
                  <a:pt x="71410" y="0"/>
                </a:cubicBezTo>
                <a:lnTo>
                  <a:pt x="2522754" y="0"/>
                </a:lnTo>
                <a:cubicBezTo>
                  <a:pt x="2562192" y="0"/>
                  <a:pt x="2594164" y="31972"/>
                  <a:pt x="2594164" y="71410"/>
                </a:cubicBezTo>
                <a:lnTo>
                  <a:pt x="2594164" y="1892568"/>
                </a:lnTo>
                <a:cubicBezTo>
                  <a:pt x="2594164" y="1932006"/>
                  <a:pt x="2562192" y="1963978"/>
                  <a:pt x="2522754" y="1963978"/>
                </a:cubicBezTo>
                <a:lnTo>
                  <a:pt x="71410" y="1963978"/>
                </a:lnTo>
                <a:cubicBezTo>
                  <a:pt x="31972" y="1963978"/>
                  <a:pt x="0" y="1932006"/>
                  <a:pt x="0" y="1892568"/>
                </a:cubicBezTo>
                <a:lnTo>
                  <a:pt x="0" y="71410"/>
                </a:lnTo>
              </a:path>
            </a:pathLst>
          </a:custGeom>
          <a:noFill xmlns:a="http://schemas.openxmlformats.org/drawingml/2006/main"/>
          <a:ln xmlns:a="http://schemas.openxmlformats.org/drawingml/2006/main" w="16980">
            <a:solidFill>
              <a:srgbClr val="1A56B4"/>
            </a:solidFill>
            <a:prstDash val="dash"/>
          </a:ln>
        </p:spPr>
      </p:sp>
      <p:sp>
        <p:nvSpPr>
          <p:cNvPr id="701" name="path-613">
            <a:extLst xmlns:a="http://schemas.openxmlformats.org/drawingml/2006/main">
              <a:ext uri="{FF2B5EF4-FFF2-40B4-BE49-F238E27FC236}">
                <a16:creationId xmlns:a16="http://schemas.microsoft.com/office/drawing/2014/main" id="{F428A11A-3BCC-4290-9BA0-098EDEDF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809" y="15288437"/>
            <a:ext cx="1913680" cy="1411850"/>
          </a:xfrm>
          <a:custGeom xmlns:a="http://schemas.openxmlformats.org/drawingml/2006/main">
            <a:pathLst>
              <a:path w="1913680" h="1411850">
                <a:moveTo>
                  <a:pt x="0" y="51336"/>
                </a:moveTo>
                <a:cubicBezTo>
                  <a:pt x="0" y="22984"/>
                  <a:pt x="22983" y="0"/>
                  <a:pt x="51335" y="0"/>
                </a:cubicBezTo>
                <a:lnTo>
                  <a:pt x="1862346" y="0"/>
                </a:lnTo>
                <a:cubicBezTo>
                  <a:pt x="1890697" y="0"/>
                  <a:pt x="1913680" y="22984"/>
                  <a:pt x="1913680" y="51336"/>
                </a:cubicBezTo>
                <a:lnTo>
                  <a:pt x="1913680" y="1360514"/>
                </a:lnTo>
                <a:cubicBezTo>
                  <a:pt x="1913680" y="1388866"/>
                  <a:pt x="1890697" y="1411850"/>
                  <a:pt x="1862346" y="1411850"/>
                </a:cubicBezTo>
                <a:lnTo>
                  <a:pt x="51335" y="1411850"/>
                </a:lnTo>
                <a:cubicBezTo>
                  <a:pt x="22983" y="1411850"/>
                  <a:pt x="0" y="1388866"/>
                  <a:pt x="0" y="1360514"/>
                </a:cubicBezTo>
                <a:lnTo>
                  <a:pt x="0" y="51336"/>
                </a:lnTo>
              </a:path>
            </a:pathLst>
          </a:custGeom>
          <a:noFill xmlns:a="http://schemas.openxmlformats.org/drawingml/2006/main"/>
          <a:ln xmlns:a="http://schemas.openxmlformats.org/drawingml/2006/main" w="16980">
            <a:solidFill>
              <a:srgbClr val="1A56B4"/>
            </a:solidFill>
            <a:prstDash val="dash"/>
          </a:ln>
        </p:spPr>
      </p:sp>
      <p:sp>
        <p:nvSpPr>
          <p:cNvPr id="702" name="path-614">
            <a:extLst xmlns:a="http://schemas.openxmlformats.org/drawingml/2006/main">
              <a:ext uri="{FF2B5EF4-FFF2-40B4-BE49-F238E27FC236}">
                <a16:creationId xmlns:a16="http://schemas.microsoft.com/office/drawing/2014/main" id="{11C87020-34CA-43B5-B8F8-6DE8E1A0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664" y="15982157"/>
            <a:ext cx="489217" cy="47167"/>
          </a:xfrm>
          <a:custGeom xmlns:a="http://schemas.openxmlformats.org/drawingml/2006/main">
            <a:pathLst>
              <a:path w="489217" h="47167">
                <a:moveTo>
                  <a:pt x="0" y="0"/>
                </a:moveTo>
                <a:lnTo>
                  <a:pt x="0" y="18867"/>
                </a:lnTo>
                <a:lnTo>
                  <a:pt x="426328" y="18867"/>
                </a:lnTo>
                <a:lnTo>
                  <a:pt x="426328" y="0"/>
                </a:lnTo>
                <a:close/>
                <a:moveTo>
                  <a:pt x="413750" y="-28299"/>
                </a:moveTo>
                <a:lnTo>
                  <a:pt x="489217" y="9434"/>
                </a:lnTo>
                <a:lnTo>
                  <a:pt x="413750" y="47167"/>
                </a:lnTo>
                <a:lnTo>
                  <a:pt x="413750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text-615 Evidence">
            <a:extLst xmlns:a="http://schemas.openxmlformats.org/drawingml/2006/main">
              <a:ext uri="{FF2B5EF4-FFF2-40B4-BE49-F238E27FC236}">
                <a16:creationId xmlns:a16="http://schemas.microsoft.com/office/drawing/2014/main" id="{11A5A978-B204-41F5-9BC9-2783D251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144" y="15547501"/>
            <a:ext cx="863405" cy="281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704" name="text-616 -">
            <a:extLst xmlns:a="http://schemas.openxmlformats.org/drawingml/2006/main">
              <a:ext uri="{FF2B5EF4-FFF2-40B4-BE49-F238E27FC236}">
                <a16:creationId xmlns:a16="http://schemas.microsoft.com/office/drawing/2014/main" id="{612B9107-5CF8-46FB-91B4-3E4F93E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132" y="15547489"/>
            <a:ext cx="120043" cy="281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05" name="text-617 Path">
            <a:extLst xmlns:a="http://schemas.openxmlformats.org/drawingml/2006/main">
              <a:ext uri="{FF2B5EF4-FFF2-40B4-BE49-F238E27FC236}">
                <a16:creationId xmlns:a16="http://schemas.microsoft.com/office/drawing/2014/main" id="{8E154A84-A106-4512-9440-4A149CCA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4460" y="15547081"/>
            <a:ext cx="455858" cy="282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Path</a:t>
            </a:r>
          </a:p>
        </p:txBody>
      </p:sp>
      <p:sp>
        <p:nvSpPr>
          <p:cNvPr id="706" name="text-618 Verifier">
            <a:extLst xmlns:a="http://schemas.openxmlformats.org/drawingml/2006/main">
              <a:ext uri="{FF2B5EF4-FFF2-40B4-BE49-F238E27FC236}">
                <a16:creationId xmlns:a16="http://schemas.microsoft.com/office/drawing/2014/main" id="{160CAA04-3BBA-4297-85F9-EA2E6597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3987" y="15547317"/>
            <a:ext cx="796609" cy="281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707" name="text-619 Walk">
            <a:extLst xmlns:a="http://schemas.openxmlformats.org/drawingml/2006/main">
              <a:ext uri="{FF2B5EF4-FFF2-40B4-BE49-F238E27FC236}">
                <a16:creationId xmlns:a16="http://schemas.microsoft.com/office/drawing/2014/main" id="{960594E0-439C-410B-BE83-C30F555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0838" y="15785688"/>
            <a:ext cx="512888" cy="282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Walk</a:t>
            </a:r>
          </a:p>
        </p:txBody>
      </p:sp>
      <p:sp>
        <p:nvSpPr>
          <p:cNvPr id="708" name="text-620 Graph">
            <a:extLst xmlns:a="http://schemas.openxmlformats.org/drawingml/2006/main">
              <a:ext uri="{FF2B5EF4-FFF2-40B4-BE49-F238E27FC236}">
                <a16:creationId xmlns:a16="http://schemas.microsoft.com/office/drawing/2014/main" id="{C2749616-17DB-4C28-9FCE-B5C809E7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6965" y="15785641"/>
            <a:ext cx="597438" cy="282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709" name="text-621 VGEG">
            <a:extLst xmlns:a="http://schemas.openxmlformats.org/drawingml/2006/main">
              <a:ext uri="{FF2B5EF4-FFF2-40B4-BE49-F238E27FC236}">
                <a16:creationId xmlns:a16="http://schemas.microsoft.com/office/drawing/2014/main" id="{D69AC41F-5078-4EBF-B213-85822A1D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5640" y="16809342"/>
            <a:ext cx="566049" cy="281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710" name="text-622 +">
            <a:extLst xmlns:a="http://schemas.openxmlformats.org/drawingml/2006/main">
              <a:ext uri="{FF2B5EF4-FFF2-40B4-BE49-F238E27FC236}">
                <a16:creationId xmlns:a16="http://schemas.microsoft.com/office/drawing/2014/main" id="{366377F1-7C10-4DAC-BD67-F26E5D4F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4457" y="16809263"/>
            <a:ext cx="132921" cy="281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11" name="text-623 Q">
            <a:extLst xmlns:a="http://schemas.openxmlformats.org/drawingml/2006/main">
              <a:ext uri="{FF2B5EF4-FFF2-40B4-BE49-F238E27FC236}">
                <a16:creationId xmlns:a16="http://schemas.microsoft.com/office/drawing/2014/main" id="{C08911DC-347D-4476-9D78-7397DCC7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1678" y="16809313"/>
            <a:ext cx="212603" cy="281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712" name="text-624 -">
            <a:extLst xmlns:a="http://schemas.openxmlformats.org/drawingml/2006/main">
              <a:ext uri="{FF2B5EF4-FFF2-40B4-BE49-F238E27FC236}">
                <a16:creationId xmlns:a16="http://schemas.microsoft.com/office/drawing/2014/main" id="{A4AE5F4F-A90F-4F95-B06A-13220891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7511" y="16809293"/>
            <a:ext cx="120043" cy="281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13" name="text-625 &gt;">
            <a:extLst xmlns:a="http://schemas.openxmlformats.org/drawingml/2006/main">
              <a:ext uri="{FF2B5EF4-FFF2-40B4-BE49-F238E27FC236}">
                <a16:creationId xmlns:a16="http://schemas.microsoft.com/office/drawing/2014/main" id="{0D9E86C4-1D5B-46B7-9DE1-7143AA57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839" y="16809363"/>
            <a:ext cx="112955" cy="2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714" name="text-625 A">
            <a:extLst xmlns:a="http://schemas.openxmlformats.org/drawingml/2006/main">
              <a:ext uri="{FF2B5EF4-FFF2-40B4-BE49-F238E27FC236}">
                <a16:creationId xmlns:a16="http://schemas.microsoft.com/office/drawing/2014/main" id="{B4E1D4BF-6C59-4CB1-9188-2F2A88B8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7604" y="16809239"/>
            <a:ext cx="183432" cy="281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15" name="text-626 Q">
            <a:extLst xmlns:a="http://schemas.openxmlformats.org/drawingml/2006/main">
              <a:ext uri="{FF2B5EF4-FFF2-40B4-BE49-F238E27FC236}">
                <a16:creationId xmlns:a16="http://schemas.microsoft.com/office/drawing/2014/main" id="{18C2E561-DEFB-465E-BA6A-827D34C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949" y="19823900"/>
            <a:ext cx="239188" cy="31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716" name="text-626 +">
            <a:extLst xmlns:a="http://schemas.openxmlformats.org/drawingml/2006/main">
              <a:ext uri="{FF2B5EF4-FFF2-40B4-BE49-F238E27FC236}">
                <a16:creationId xmlns:a16="http://schemas.microsoft.com/office/drawing/2014/main" id="{3CA95749-F557-4642-925A-4878C0E1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742" y="19823923"/>
            <a:ext cx="149531" cy="31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17" name="text-626 Visual">
            <a:extLst xmlns:a="http://schemas.openxmlformats.org/drawingml/2006/main">
              <a:ext uri="{FF2B5EF4-FFF2-40B4-BE49-F238E27FC236}">
                <a16:creationId xmlns:a16="http://schemas.microsoft.com/office/drawing/2014/main" id="{A7178500-307C-4E4F-BAFE-D0F52B9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0881" y="19823640"/>
            <a:ext cx="657952" cy="317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718" name="text-626 Reference">
            <a:extLst xmlns:a="http://schemas.openxmlformats.org/drawingml/2006/main">
              <a:ext uri="{FF2B5EF4-FFF2-40B4-BE49-F238E27FC236}">
                <a16:creationId xmlns:a16="http://schemas.microsoft.com/office/drawing/2014/main" id="{01E207FE-A53A-4D6D-9832-ECC2418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5061" y="19824121"/>
            <a:ext cx="1136685" cy="31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Reference</a:t>
            </a:r>
          </a:p>
        </p:txBody>
      </p:sp>
      <p:sp>
        <p:nvSpPr>
          <p:cNvPr id="719" name="text-627 -">
            <a:extLst xmlns:a="http://schemas.openxmlformats.org/drawingml/2006/main">
              <a:ext uri="{FF2B5EF4-FFF2-40B4-BE49-F238E27FC236}">
                <a16:creationId xmlns:a16="http://schemas.microsoft.com/office/drawing/2014/main" id="{593DDE7B-B1EA-4741-9B21-EFA68C23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8101" y="19823931"/>
            <a:ext cx="135048" cy="31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20" name="text-628 &gt;">
            <a:extLst xmlns:a="http://schemas.openxmlformats.org/drawingml/2006/main">
              <a:ext uri="{FF2B5EF4-FFF2-40B4-BE49-F238E27FC236}">
                <a16:creationId xmlns:a16="http://schemas.microsoft.com/office/drawing/2014/main" id="{46D98350-3E9F-440A-A055-90666BBE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2434" y="19823822"/>
            <a:ext cx="127108" cy="31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721" name="text-629 Q_f">
            <a:extLst xmlns:a="http://schemas.openxmlformats.org/drawingml/2006/main">
              <a:ext uri="{FF2B5EF4-FFF2-40B4-BE49-F238E27FC236}">
                <a16:creationId xmlns:a16="http://schemas.microsoft.com/office/drawing/2014/main" id="{45ABEB9A-4B3C-4CE6-9D5F-9BB4E864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6512" y="19824282"/>
            <a:ext cx="495368" cy="31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Q_f</a:t>
            </a:r>
          </a:p>
        </p:txBody>
      </p:sp>
      <p:pic>
        <p:nvPic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2DAC889D-9EB5-4078-A2AA-C7BDED6AF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5db7682834be5"/>
          <a:stretch xmlns:a="http://schemas.openxmlformats.org/drawingml/2006/main"/>
        </p:blipFill>
        <p:spPr>
          <a:xfrm xmlns:a="http://schemas.openxmlformats.org/drawingml/2006/main">
            <a:off x="6293287" y="18205926"/>
            <a:ext cx="443743" cy="2031559"/>
          </a:xfrm>
          <a:prstGeom xmlns:a="http://schemas.openxmlformats.org/drawingml/2006/main" prst="rect">
            <a:avLst/>
          </a:prstGeom>
        </p:spPr>
      </p:pic>
      <p:pic>
        <p:nvPic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24235A2A-8EF6-403F-BC85-A173A30CF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af5a8d0584628"/>
          <a:stretch xmlns:a="http://schemas.openxmlformats.org/drawingml/2006/main"/>
        </p:blipFill>
        <p:spPr>
          <a:xfrm xmlns:a="http://schemas.openxmlformats.org/drawingml/2006/main">
            <a:off x="681593" y="15286879"/>
            <a:ext cx="667124" cy="603732"/>
          </a:xfrm>
          <a:prstGeom xmlns:a="http://schemas.openxmlformats.org/drawingml/2006/main" prst="rect">
            <a:avLst/>
          </a:prstGeom>
        </p:spPr>
      </p:pic>
      <p:sp>
        <p:nvSpPr>
          <p:cNvPr id="724" name="path-632">
            <a:extLst xmlns:a="http://schemas.openxmlformats.org/drawingml/2006/main">
              <a:ext uri="{FF2B5EF4-FFF2-40B4-BE49-F238E27FC236}">
                <a16:creationId xmlns:a16="http://schemas.microsoft.com/office/drawing/2014/main" id="{836BA670-CA9B-4066-885E-0B2A3476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5950926"/>
            <a:ext cx="481289" cy="101655"/>
          </a:xfrm>
          <a:custGeom xmlns:a="http://schemas.openxmlformats.org/drawingml/2006/main">
            <a:pathLst>
              <a:path w="481289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20"/>
                  <a:pt x="481289" y="23719"/>
                </a:cubicBezTo>
                <a:lnTo>
                  <a:pt x="481289" y="77936"/>
                </a:lnTo>
                <a:cubicBezTo>
                  <a:pt x="481289" y="91035"/>
                  <a:pt x="470670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633">
            <a:extLst xmlns:a="http://schemas.openxmlformats.org/drawingml/2006/main">
              <a:ext uri="{FF2B5EF4-FFF2-40B4-BE49-F238E27FC236}">
                <a16:creationId xmlns:a16="http://schemas.microsoft.com/office/drawing/2014/main" id="{AB15DDA0-66EE-45D4-878C-F0E3E02A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5950926"/>
            <a:ext cx="481288" cy="101655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1A56B4"/>
            </a:solidFill>
            <a:prstDash val="solid"/>
          </a:ln>
        </p:spPr>
      </p:sp>
      <p:sp>
        <p:nvSpPr>
          <p:cNvPr id="726" name="path-634">
            <a:extLst xmlns:a="http://schemas.openxmlformats.org/drawingml/2006/main">
              <a:ext uri="{FF2B5EF4-FFF2-40B4-BE49-F238E27FC236}">
                <a16:creationId xmlns:a16="http://schemas.microsoft.com/office/drawing/2014/main" id="{BAA14F2A-BAA2-4B7E-83D0-3B045063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6079600"/>
            <a:ext cx="481289" cy="101655"/>
          </a:xfrm>
          <a:custGeom xmlns:a="http://schemas.openxmlformats.org/drawingml/2006/main">
            <a:pathLst>
              <a:path w="481289" h="101655">
                <a:moveTo>
                  <a:pt x="0" y="23719"/>
                </a:moveTo>
                <a:cubicBezTo>
                  <a:pt x="0" y="10619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19"/>
                  <a:pt x="481289" y="23719"/>
                </a:cubicBezTo>
                <a:lnTo>
                  <a:pt x="481289" y="77937"/>
                </a:lnTo>
                <a:cubicBezTo>
                  <a:pt x="481289" y="91035"/>
                  <a:pt x="470670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7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EE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635">
            <a:extLst xmlns:a="http://schemas.openxmlformats.org/drawingml/2006/main">
              <a:ext uri="{FF2B5EF4-FFF2-40B4-BE49-F238E27FC236}">
                <a16:creationId xmlns:a16="http://schemas.microsoft.com/office/drawing/2014/main" id="{D9997AE0-1424-4F36-BC71-1E4E8A3F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6079600"/>
            <a:ext cx="481288" cy="101655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2F843F"/>
            </a:solidFill>
            <a:prstDash val="solid"/>
          </a:ln>
        </p:spPr>
      </p:sp>
      <p:sp>
        <p:nvSpPr>
          <p:cNvPr id="728" name="path-636">
            <a:extLst xmlns:a="http://schemas.openxmlformats.org/drawingml/2006/main">
              <a:ext uri="{FF2B5EF4-FFF2-40B4-BE49-F238E27FC236}">
                <a16:creationId xmlns:a16="http://schemas.microsoft.com/office/drawing/2014/main" id="{E894CDF4-80DB-4A72-B3D3-B0DA882D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6211098"/>
            <a:ext cx="481289" cy="101654"/>
          </a:xfrm>
          <a:custGeom xmlns:a="http://schemas.openxmlformats.org/drawingml/2006/main">
            <a:pathLst>
              <a:path w="481289" h="101654">
                <a:moveTo>
                  <a:pt x="0" y="23719"/>
                </a:moveTo>
                <a:cubicBezTo>
                  <a:pt x="0" y="10619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19"/>
                  <a:pt x="481289" y="23719"/>
                </a:cubicBezTo>
                <a:lnTo>
                  <a:pt x="481289" y="77936"/>
                </a:lnTo>
                <a:cubicBezTo>
                  <a:pt x="481289" y="91035"/>
                  <a:pt x="470670" y="101654"/>
                  <a:pt x="457569" y="101654"/>
                </a:cubicBezTo>
                <a:lnTo>
                  <a:pt x="23719" y="101654"/>
                </a:lnTo>
                <a:cubicBezTo>
                  <a:pt x="10619" y="101654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FF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637">
            <a:extLst xmlns:a="http://schemas.openxmlformats.org/drawingml/2006/main">
              <a:ext uri="{FF2B5EF4-FFF2-40B4-BE49-F238E27FC236}">
                <a16:creationId xmlns:a16="http://schemas.microsoft.com/office/drawing/2014/main" id="{2A8F2816-2D6A-48BA-8F00-FFE4A91B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6211098"/>
            <a:ext cx="481288" cy="101655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EC432D"/>
            </a:solidFill>
            <a:prstDash val="solid"/>
          </a:ln>
        </p:spPr>
      </p:sp>
      <p:sp>
        <p:nvSpPr>
          <p:cNvPr id="730" name="path-638">
            <a:extLst xmlns:a="http://schemas.openxmlformats.org/drawingml/2006/main">
              <a:ext uri="{FF2B5EF4-FFF2-40B4-BE49-F238E27FC236}">
                <a16:creationId xmlns:a16="http://schemas.microsoft.com/office/drawing/2014/main" id="{F2F62664-DB6C-47D4-9AFD-1D7D1EC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6346357"/>
            <a:ext cx="481289" cy="101657"/>
          </a:xfrm>
          <a:custGeom xmlns:a="http://schemas.openxmlformats.org/drawingml/2006/main">
            <a:pathLst>
              <a:path w="481289" h="101657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20"/>
                  <a:pt x="481289" y="23719"/>
                </a:cubicBezTo>
                <a:lnTo>
                  <a:pt x="481289" y="77937"/>
                </a:lnTo>
                <a:cubicBezTo>
                  <a:pt x="481289" y="91037"/>
                  <a:pt x="470670" y="101657"/>
                  <a:pt x="457569" y="101657"/>
                </a:cubicBezTo>
                <a:lnTo>
                  <a:pt x="23719" y="101657"/>
                </a:lnTo>
                <a:cubicBezTo>
                  <a:pt x="10619" y="101657"/>
                  <a:pt x="0" y="91037"/>
                  <a:pt x="0" y="77937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7030A0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639">
            <a:extLst xmlns:a="http://schemas.openxmlformats.org/drawingml/2006/main">
              <a:ext uri="{FF2B5EF4-FFF2-40B4-BE49-F238E27FC236}">
                <a16:creationId xmlns:a16="http://schemas.microsoft.com/office/drawing/2014/main" id="{B86D247A-C84D-45E9-86C3-DF1AB357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9" y="16346357"/>
            <a:ext cx="481288" cy="101655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13207">
            <a:solidFill>
              <a:srgbClr val="683AA8"/>
            </a:solidFill>
            <a:prstDash val="solid"/>
          </a:ln>
        </p:spPr>
      </p:sp>
      <p:pic>
        <p:nvPic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6308F07B-E305-4D5D-A0D4-CDA2FD651C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624f3df5443ae"/>
          <a:stretch xmlns:a="http://schemas.openxmlformats.org/drawingml/2006/main"/>
        </p:blipFill>
        <p:spPr>
          <a:xfrm xmlns:a="http://schemas.openxmlformats.org/drawingml/2006/main">
            <a:off x="809625" y="165163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733" name="text-641 Candidate">
            <a:extLst xmlns:a="http://schemas.openxmlformats.org/drawingml/2006/main">
              <a:ext uri="{FF2B5EF4-FFF2-40B4-BE49-F238E27FC236}">
                <a16:creationId xmlns:a16="http://schemas.microsoft.com/office/drawing/2014/main" id="{2ECA4BBA-C7F7-41C0-B08E-272197A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5710" y="11845131"/>
            <a:ext cx="1089622" cy="31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734" name="text-642 Entity">
            <a:extLst xmlns:a="http://schemas.openxmlformats.org/drawingml/2006/main">
              <a:ext uri="{FF2B5EF4-FFF2-40B4-BE49-F238E27FC236}">
                <a16:creationId xmlns:a16="http://schemas.microsoft.com/office/drawing/2014/main" id="{001CF287-1742-408A-8AD2-52746294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1986" y="11845777"/>
            <a:ext cx="694678" cy="31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735" name="text-643 Pool">
            <a:extLst xmlns:a="http://schemas.openxmlformats.org/drawingml/2006/main">
              <a:ext uri="{FF2B5EF4-FFF2-40B4-BE49-F238E27FC236}">
                <a16:creationId xmlns:a16="http://schemas.microsoft.com/office/drawing/2014/main" id="{CEA53CAF-4A66-4265-805F-DF03896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3637" y="11845084"/>
            <a:ext cx="459759" cy="31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Pool</a:t>
            </a:r>
          </a:p>
        </p:txBody>
      </p:sp>
      <p:sp>
        <p:nvSpPr>
          <p:cNvPr id="736" name="text-644 Expand">
            <a:extLst xmlns:a="http://schemas.openxmlformats.org/drawingml/2006/main">
              <a:ext uri="{FF2B5EF4-FFF2-40B4-BE49-F238E27FC236}">
                <a16:creationId xmlns:a16="http://schemas.microsoft.com/office/drawing/2014/main" id="{A82616BA-A6B2-4D67-A9C9-CFBC5D6A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56490" y="12041781"/>
            <a:ext cx="804201" cy="31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Expand</a:t>
            </a:r>
          </a:p>
        </p:txBody>
      </p:sp>
      <p:sp>
        <p:nvSpPr>
          <p:cNvPr id="737" name="text-645 Entity">
            <a:extLst xmlns:a="http://schemas.openxmlformats.org/drawingml/2006/main">
              <a:ext uri="{FF2B5EF4-FFF2-40B4-BE49-F238E27FC236}">
                <a16:creationId xmlns:a16="http://schemas.microsoft.com/office/drawing/2014/main" id="{9F1ECB3A-02E4-4611-B5D5-08A2A50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8207" y="12041989"/>
            <a:ext cx="694678" cy="31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738" name="text-646 Pipeline">
            <a:extLst xmlns:a="http://schemas.openxmlformats.org/drawingml/2006/main">
              <a:ext uri="{FF2B5EF4-FFF2-40B4-BE49-F238E27FC236}">
                <a16:creationId xmlns:a16="http://schemas.microsoft.com/office/drawing/2014/main" id="{36A582DF-4B3B-4DD3-AD2F-4EE0CC0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09855" y="12042388"/>
            <a:ext cx="832923" cy="316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Pipeline</a:t>
            </a:r>
          </a:p>
        </p:txBody>
      </p:sp>
      <p:sp>
        <p:nvSpPr>
          <p:cNvPr id="739" name="text-647 Objects">
            <a:extLst xmlns:a="http://schemas.openxmlformats.org/drawingml/2006/main">
              <a:ext uri="{FF2B5EF4-FFF2-40B4-BE49-F238E27FC236}">
                <a16:creationId xmlns:a16="http://schemas.microsoft.com/office/drawing/2014/main" id="{583F1A6E-E572-4919-B5E3-80674B97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483" y="8283603"/>
            <a:ext cx="904104" cy="31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sp>
        <p:nvSpPr>
          <p:cNvPr id="740" name="text-648 Web">
            <a:extLst xmlns:a="http://schemas.openxmlformats.org/drawingml/2006/main">
              <a:ext uri="{FF2B5EF4-FFF2-40B4-BE49-F238E27FC236}">
                <a16:creationId xmlns:a16="http://schemas.microsoft.com/office/drawing/2014/main" id="{21A6C727-B648-45A9-8818-0CAD8C0E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7300" y="8228879"/>
            <a:ext cx="535199" cy="317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741" name="text-649 Entity">
            <a:extLst xmlns:a="http://schemas.openxmlformats.org/drawingml/2006/main">
              <a:ext uri="{FF2B5EF4-FFF2-40B4-BE49-F238E27FC236}">
                <a16:creationId xmlns:a16="http://schemas.microsoft.com/office/drawing/2014/main" id="{E762768F-9703-4DF2-98D6-87061D5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78583" y="8229419"/>
            <a:ext cx="694678" cy="31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742" name="text-650 Graph">
            <a:extLst xmlns:a="http://schemas.openxmlformats.org/drawingml/2006/main">
              <a:ext uri="{FF2B5EF4-FFF2-40B4-BE49-F238E27FC236}">
                <a16:creationId xmlns:a16="http://schemas.microsoft.com/office/drawing/2014/main" id="{17C0E28C-F1C9-4C0B-8A23-AEFD9B66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0232" y="8229068"/>
            <a:ext cx="671542" cy="3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743" name="path-651">
            <a:extLst xmlns:a="http://schemas.openxmlformats.org/drawingml/2006/main">
              <a:ext uri="{FF2B5EF4-FFF2-40B4-BE49-F238E27FC236}">
                <a16:creationId xmlns:a16="http://schemas.microsoft.com/office/drawing/2014/main" id="{C39B329C-FB0D-44A9-B330-DE57C6EA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235" y="14933501"/>
            <a:ext cx="4263405" cy="191"/>
          </a:xfrm>
          <a:custGeom xmlns:a="http://schemas.openxmlformats.org/drawingml/2006/main">
            <a:pathLst>
              <a:path w="4263405" h="191">
                <a:moveTo>
                  <a:pt x="0" y="0"/>
                </a:moveTo>
                <a:lnTo>
                  <a:pt x="4263405" y="1"/>
                </a:lnTo>
              </a:path>
            </a:pathLst>
          </a:custGeom>
          <a:noFill xmlns:a="http://schemas.openxmlformats.org/drawingml/2006/main"/>
          <a:ln xmlns:a="http://schemas.openxmlformats.org/drawingml/2006/main" w="12578">
            <a:solidFill>
              <a:srgbClr val="1F5FC0"/>
            </a:solidFill>
            <a:prstDash val="solid"/>
          </a:ln>
        </p:spPr>
      </p:sp>
      <p:sp>
        <p:nvSpPr>
          <p:cNvPr id="744" name="text-652 Expert">
            <a:extLst xmlns:a="http://schemas.openxmlformats.org/drawingml/2006/main">
              <a:ext uri="{FF2B5EF4-FFF2-40B4-BE49-F238E27FC236}">
                <a16:creationId xmlns:a16="http://schemas.microsoft.com/office/drawing/2014/main" id="{1E019102-32A7-4E8D-BBE3-698A193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4520" y="15178796"/>
            <a:ext cx="692488" cy="2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745" name="text-653 Expert">
            <a:extLst xmlns:a="http://schemas.openxmlformats.org/drawingml/2006/main">
              <a:ext uri="{FF2B5EF4-FFF2-40B4-BE49-F238E27FC236}">
                <a16:creationId xmlns:a16="http://schemas.microsoft.com/office/drawing/2014/main" id="{253CAF1E-E635-48BF-9546-7594DFF2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4520" y="15178796"/>
            <a:ext cx="692488" cy="2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746" name="text-654 Model:">
            <a:extLst xmlns:a="http://schemas.openxmlformats.org/drawingml/2006/main">
              <a:ext uri="{FF2B5EF4-FFF2-40B4-BE49-F238E27FC236}">
                <a16:creationId xmlns:a16="http://schemas.microsoft.com/office/drawing/2014/main" id="{A6E7A6B6-F969-4337-A16D-F1E246C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9880" y="15179801"/>
            <a:ext cx="662411" cy="281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Model:</a:t>
            </a:r>
          </a:p>
        </p:txBody>
      </p:sp>
      <p:sp>
        <p:nvSpPr>
          <p:cNvPr id="747" name="text-655 Model:">
            <a:extLst xmlns:a="http://schemas.openxmlformats.org/drawingml/2006/main">
              <a:ext uri="{FF2B5EF4-FFF2-40B4-BE49-F238E27FC236}">
                <a16:creationId xmlns:a16="http://schemas.microsoft.com/office/drawing/2014/main" id="{DAC61151-F733-4EDA-BEEF-6598CF5C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9880" y="15179801"/>
            <a:ext cx="662411" cy="281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Model:</a:t>
            </a:r>
          </a:p>
        </p:txBody>
      </p:sp>
      <p:sp>
        <p:nvSpPr>
          <p:cNvPr id="748" name="text-657 Seed">
            <a:extLst xmlns:a="http://schemas.openxmlformats.org/drawingml/2006/main">
              <a:ext uri="{FF2B5EF4-FFF2-40B4-BE49-F238E27FC236}">
                <a16:creationId xmlns:a16="http://schemas.microsoft.com/office/drawing/2014/main" id="{59318097-F1C8-449D-B0E7-910BB20D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5363" y="15182119"/>
            <a:ext cx="514662" cy="281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Seed</a:t>
            </a:r>
          </a:p>
        </p:txBody>
      </p:sp>
      <p:sp>
        <p:nvSpPr>
          <p:cNvPr id="749" name="text-657 2.0">
            <a:extLst xmlns:a="http://schemas.openxmlformats.org/drawingml/2006/main">
              <a:ext uri="{FF2B5EF4-FFF2-40B4-BE49-F238E27FC236}">
                <a16:creationId xmlns:a16="http://schemas.microsoft.com/office/drawing/2014/main" id="{8DF1AF69-E4D2-41E1-9C8B-EA9CBF8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3390" y="15182183"/>
            <a:ext cx="332051" cy="281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2.0</a:t>
            </a:r>
          </a:p>
        </p:txBody>
      </p:sp>
      <p:sp>
        <p:nvSpPr>
          <p:cNvPr id="750" name="text-657 Pro">
            <a:extLst xmlns:a="http://schemas.openxmlformats.org/drawingml/2006/main">
              <a:ext uri="{FF2B5EF4-FFF2-40B4-BE49-F238E27FC236}">
                <a16:creationId xmlns:a16="http://schemas.microsoft.com/office/drawing/2014/main" id="{F5765E7A-9AA5-401C-AF44-02D7B10F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28" y="15181298"/>
            <a:ext cx="344995" cy="2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</a:t>
            </a:r>
          </a:p>
        </p:txBody>
      </p:sp>
      <p:sp>
        <p:nvSpPr>
          <p:cNvPr id="751" name="text-658 Interact">
            <a:extLst xmlns:a="http://schemas.openxmlformats.org/drawingml/2006/main">
              <a:ext uri="{FF2B5EF4-FFF2-40B4-BE49-F238E27FC236}">
                <a16:creationId xmlns:a16="http://schemas.microsoft.com/office/drawing/2014/main" id="{647A0964-0B99-42DB-B9F5-D8C8D01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4348" y="15673900"/>
            <a:ext cx="855917" cy="282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</a:t>
            </a:r>
          </a:p>
        </p:txBody>
      </p:sp>
      <p:sp>
        <p:nvSpPr>
          <p:cNvPr id="752" name="text-658 with">
            <a:extLst xmlns:a="http://schemas.openxmlformats.org/drawingml/2006/main">
              <a:ext uri="{FF2B5EF4-FFF2-40B4-BE49-F238E27FC236}">
                <a16:creationId xmlns:a16="http://schemas.microsoft.com/office/drawing/2014/main" id="{7E7D95A4-8B37-4D52-B7E5-902546BA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3242" y="15674049"/>
            <a:ext cx="441818" cy="282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753" name="text-658 real">
            <a:extLst xmlns:a="http://schemas.openxmlformats.org/drawingml/2006/main">
              <a:ext uri="{FF2B5EF4-FFF2-40B4-BE49-F238E27FC236}">
                <a16:creationId xmlns:a16="http://schemas.microsoft.com/office/drawing/2014/main" id="{6B572654-A78B-4EB0-97AE-68117E3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8638" y="15673485"/>
            <a:ext cx="402797" cy="282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</a:t>
            </a:r>
          </a:p>
        </p:txBody>
      </p:sp>
      <p:sp>
        <p:nvSpPr>
          <p:cNvPr id="754" name="text-658 Environment">
            <a:extLst xmlns:a="http://schemas.openxmlformats.org/drawingml/2006/main">
              <a:ext uri="{FF2B5EF4-FFF2-40B4-BE49-F238E27FC236}">
                <a16:creationId xmlns:a16="http://schemas.microsoft.com/office/drawing/2014/main" id="{76427F6E-227D-4375-A763-0CCA9D46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4714" y="15674372"/>
            <a:ext cx="1195410" cy="281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Environment</a:t>
            </a:r>
          </a:p>
        </p:txBody>
      </p:sp>
      <p:sp>
        <p:nvSpPr>
          <p:cNvPr id="755" name="path-659">
            <a:extLst xmlns:a="http://schemas.openxmlformats.org/drawingml/2006/main">
              <a:ext uri="{FF2B5EF4-FFF2-40B4-BE49-F238E27FC236}">
                <a16:creationId xmlns:a16="http://schemas.microsoft.com/office/drawing/2014/main" id="{E0E18CF7-3B39-4DA9-8480-B6D3719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8735" y="15741390"/>
            <a:ext cx="116148" cy="134130"/>
          </a:xfrm>
          <a:custGeom xmlns:a="http://schemas.openxmlformats.org/drawingml/2006/main">
            <a:pathLst>
              <a:path w="116148" h="134130">
                <a:moveTo>
                  <a:pt x="116148" y="0"/>
                </a:moveTo>
                <a:lnTo>
                  <a:pt x="109368" y="30167"/>
                </a:lnTo>
                <a:lnTo>
                  <a:pt x="99934" y="30167"/>
                </a:lnTo>
                <a:cubicBezTo>
                  <a:pt x="99672" y="24468"/>
                  <a:pt x="99181" y="20177"/>
                  <a:pt x="98460" y="17294"/>
                </a:cubicBezTo>
                <a:cubicBezTo>
                  <a:pt x="97740" y="14412"/>
                  <a:pt x="96872" y="12430"/>
                  <a:pt x="95856" y="11349"/>
                </a:cubicBezTo>
                <a:cubicBezTo>
                  <a:pt x="94841" y="10269"/>
                  <a:pt x="93629" y="9548"/>
                  <a:pt x="92221" y="9188"/>
                </a:cubicBezTo>
                <a:cubicBezTo>
                  <a:pt x="90812" y="8827"/>
                  <a:pt x="88798" y="8647"/>
                  <a:pt x="86177" y="8647"/>
                </a:cubicBezTo>
                <a:lnTo>
                  <a:pt x="54143" y="8647"/>
                </a:lnTo>
                <a:lnTo>
                  <a:pt x="42941" y="60137"/>
                </a:lnTo>
                <a:lnTo>
                  <a:pt x="61710" y="60137"/>
                </a:lnTo>
                <a:cubicBezTo>
                  <a:pt x="66361" y="60137"/>
                  <a:pt x="69915" y="59040"/>
                  <a:pt x="72371" y="56846"/>
                </a:cubicBezTo>
                <a:cubicBezTo>
                  <a:pt x="74828" y="54651"/>
                  <a:pt x="77301" y="51032"/>
                  <a:pt x="79790" y="45987"/>
                </a:cubicBezTo>
                <a:lnTo>
                  <a:pt x="88732" y="45987"/>
                </a:lnTo>
                <a:lnTo>
                  <a:pt x="79888" y="83721"/>
                </a:lnTo>
                <a:lnTo>
                  <a:pt x="71536" y="83721"/>
                </a:lnTo>
                <a:cubicBezTo>
                  <a:pt x="71536" y="78480"/>
                  <a:pt x="71208" y="74926"/>
                  <a:pt x="70553" y="73059"/>
                </a:cubicBezTo>
                <a:cubicBezTo>
                  <a:pt x="69898" y="71192"/>
                  <a:pt x="68932" y="70013"/>
                  <a:pt x="67655" y="69522"/>
                </a:cubicBezTo>
                <a:cubicBezTo>
                  <a:pt x="66377" y="69030"/>
                  <a:pt x="64068" y="68785"/>
                  <a:pt x="60727" y="68785"/>
                </a:cubicBezTo>
                <a:lnTo>
                  <a:pt x="41074" y="68785"/>
                </a:lnTo>
                <a:lnTo>
                  <a:pt x="28496" y="125483"/>
                </a:lnTo>
                <a:lnTo>
                  <a:pt x="57583" y="125483"/>
                </a:lnTo>
                <a:cubicBezTo>
                  <a:pt x="61448" y="125483"/>
                  <a:pt x="64510" y="125090"/>
                  <a:pt x="66770" y="124304"/>
                </a:cubicBezTo>
                <a:cubicBezTo>
                  <a:pt x="69030" y="123518"/>
                  <a:pt x="71159" y="122240"/>
                  <a:pt x="73157" y="120471"/>
                </a:cubicBezTo>
                <a:cubicBezTo>
                  <a:pt x="75155" y="118703"/>
                  <a:pt x="77153" y="116230"/>
                  <a:pt x="79151" y="113052"/>
                </a:cubicBezTo>
                <a:cubicBezTo>
                  <a:pt x="81149" y="109875"/>
                  <a:pt x="83524" y="105568"/>
                  <a:pt x="86276" y="100131"/>
                </a:cubicBezTo>
                <a:lnTo>
                  <a:pt x="95807" y="100131"/>
                </a:lnTo>
                <a:lnTo>
                  <a:pt x="87160" y="134130"/>
                </a:lnTo>
                <a:lnTo>
                  <a:pt x="0" y="134130"/>
                </a:lnTo>
                <a:lnTo>
                  <a:pt x="1081" y="129315"/>
                </a:lnTo>
                <a:cubicBezTo>
                  <a:pt x="3570" y="128922"/>
                  <a:pt x="5437" y="128283"/>
                  <a:pt x="6682" y="127399"/>
                </a:cubicBezTo>
                <a:cubicBezTo>
                  <a:pt x="7927" y="126515"/>
                  <a:pt x="8975" y="125286"/>
                  <a:pt x="9826" y="123714"/>
                </a:cubicBezTo>
                <a:cubicBezTo>
                  <a:pt x="10678" y="122142"/>
                  <a:pt x="11464" y="120226"/>
                  <a:pt x="12185" y="117966"/>
                </a:cubicBezTo>
                <a:cubicBezTo>
                  <a:pt x="12905" y="115706"/>
                  <a:pt x="13986" y="111333"/>
                  <a:pt x="15427" y="104847"/>
                </a:cubicBezTo>
                <a:lnTo>
                  <a:pt x="32132" y="29184"/>
                </a:lnTo>
                <a:cubicBezTo>
                  <a:pt x="33573" y="22633"/>
                  <a:pt x="34294" y="17360"/>
                  <a:pt x="34294" y="13364"/>
                </a:cubicBezTo>
                <a:cubicBezTo>
                  <a:pt x="34294" y="10285"/>
                  <a:pt x="33524" y="8140"/>
                  <a:pt x="31985" y="6928"/>
                </a:cubicBezTo>
                <a:cubicBezTo>
                  <a:pt x="30445" y="5716"/>
                  <a:pt x="28005" y="5011"/>
                  <a:pt x="24664" y="4815"/>
                </a:cubicBezTo>
                <a:lnTo>
                  <a:pt x="25745" y="0"/>
                </a:lnTo>
                <a:lnTo>
                  <a:pt x="11614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text-660 via">
            <a:extLst xmlns:a="http://schemas.openxmlformats.org/drawingml/2006/main">
              <a:ext uri="{FF2B5EF4-FFF2-40B4-BE49-F238E27FC236}">
                <a16:creationId xmlns:a16="http://schemas.microsoft.com/office/drawing/2014/main" id="{76BFE25C-0F0C-4E16-87B8-666EA746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7661" y="15912813"/>
            <a:ext cx="293306" cy="281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via</a:t>
            </a:r>
          </a:p>
        </p:txBody>
      </p:sp>
      <p:sp>
        <p:nvSpPr>
          <p:cNvPr id="757" name="text-660 tool">
            <a:extLst xmlns:a="http://schemas.openxmlformats.org/drawingml/2006/main">
              <a:ext uri="{FF2B5EF4-FFF2-40B4-BE49-F238E27FC236}">
                <a16:creationId xmlns:a16="http://schemas.microsoft.com/office/drawing/2014/main" id="{880F25B9-F626-4C8B-AA55-F107DD3E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5144" y="15913594"/>
            <a:ext cx="396123" cy="280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758" name="text-660 set">
            <a:extLst xmlns:a="http://schemas.openxmlformats.org/drawingml/2006/main">
              <a:ext uri="{FF2B5EF4-FFF2-40B4-BE49-F238E27FC236}">
                <a16:creationId xmlns:a16="http://schemas.microsoft.com/office/drawing/2014/main" id="{83C7DA42-10E5-40C5-866D-D694C617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4738" y="15913097"/>
            <a:ext cx="338628" cy="28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set</a:t>
            </a:r>
          </a:p>
        </p:txBody>
      </p:sp>
      <p:sp>
        <p:nvSpPr>
          <p:cNvPr id="759" name="path-661">
            <a:extLst xmlns:a="http://schemas.openxmlformats.org/drawingml/2006/main">
              <a:ext uri="{FF2B5EF4-FFF2-40B4-BE49-F238E27FC236}">
                <a16:creationId xmlns:a16="http://schemas.microsoft.com/office/drawing/2014/main" id="{A1C09987-D0EA-467B-AA6B-9E3C369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16" y="15979863"/>
            <a:ext cx="109957" cy="134130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662">
            <a:extLst xmlns:a="http://schemas.openxmlformats.org/drawingml/2006/main">
              <a:ext uri="{FF2B5EF4-FFF2-40B4-BE49-F238E27FC236}">
                <a16:creationId xmlns:a16="http://schemas.microsoft.com/office/drawing/2014/main" id="{B5B06676-44C1-46C5-A083-AF17997B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078" y="16029585"/>
            <a:ext cx="125188" cy="53849"/>
          </a:xfrm>
          <a:custGeom xmlns:a="http://schemas.openxmlformats.org/drawingml/2006/main">
            <a:pathLst>
              <a:path w="125188" h="53849">
                <a:moveTo>
                  <a:pt x="0" y="13069"/>
                </a:moveTo>
                <a:lnTo>
                  <a:pt x="0" y="0"/>
                </a:lnTo>
                <a:lnTo>
                  <a:pt x="121061" y="0"/>
                </a:lnTo>
                <a:lnTo>
                  <a:pt x="121061" y="13069"/>
                </a:lnTo>
                <a:lnTo>
                  <a:pt x="0" y="13069"/>
                </a:lnTo>
                <a:moveTo>
                  <a:pt x="0" y="53849"/>
                </a:moveTo>
                <a:lnTo>
                  <a:pt x="0" y="40779"/>
                </a:lnTo>
                <a:lnTo>
                  <a:pt x="121061" y="40779"/>
                </a:lnTo>
                <a:lnTo>
                  <a:pt x="121061" y="53849"/>
                </a:lnTo>
                <a:lnTo>
                  <a:pt x="0" y="53849"/>
                </a:lnTo>
                <a:moveTo>
                  <a:pt x="125188" y="26924"/>
                </a:moveTo>
                <a:lnTo>
                  <a:pt x="125188" y="26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663">
            <a:extLst xmlns:a="http://schemas.openxmlformats.org/drawingml/2006/main">
              <a:ext uri="{FF2B5EF4-FFF2-40B4-BE49-F238E27FC236}">
                <a16:creationId xmlns:a16="http://schemas.microsoft.com/office/drawing/2014/main" id="{680A77D5-08E6-4205-9855-0776C339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157" y="15979863"/>
            <a:ext cx="109957" cy="134130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664">
            <a:extLst xmlns:a="http://schemas.openxmlformats.org/drawingml/2006/main">
              <a:ext uri="{FF2B5EF4-FFF2-40B4-BE49-F238E27FC236}">
                <a16:creationId xmlns:a16="http://schemas.microsoft.com/office/drawing/2014/main" id="{0E5814D1-0070-440B-B05C-5D3647E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306" y="16081007"/>
            <a:ext cx="74214" cy="75245"/>
          </a:xfrm>
          <a:custGeom xmlns:a="http://schemas.openxmlformats.org/drawingml/2006/main">
            <a:pathLst>
              <a:path w="74214" h="75245">
                <a:moveTo>
                  <a:pt x="20414" y="27194"/>
                </a:moveTo>
                <a:cubicBezTo>
                  <a:pt x="21102" y="24345"/>
                  <a:pt x="21581" y="21987"/>
                  <a:pt x="21851" y="20120"/>
                </a:cubicBezTo>
                <a:cubicBezTo>
                  <a:pt x="22122" y="18252"/>
                  <a:pt x="22257" y="16680"/>
                  <a:pt x="22257" y="15403"/>
                </a:cubicBezTo>
                <a:cubicBezTo>
                  <a:pt x="22257" y="11816"/>
                  <a:pt x="20807" y="10023"/>
                  <a:pt x="17909" y="10023"/>
                </a:cubicBezTo>
                <a:cubicBezTo>
                  <a:pt x="16975" y="10023"/>
                  <a:pt x="16054" y="10207"/>
                  <a:pt x="15145" y="10576"/>
                </a:cubicBezTo>
                <a:cubicBezTo>
                  <a:pt x="14236" y="10944"/>
                  <a:pt x="13290" y="11497"/>
                  <a:pt x="12308" y="12234"/>
                </a:cubicBezTo>
                <a:cubicBezTo>
                  <a:pt x="11325" y="12971"/>
                  <a:pt x="10244" y="13904"/>
                  <a:pt x="9065" y="15034"/>
                </a:cubicBezTo>
                <a:cubicBezTo>
                  <a:pt x="7886" y="16164"/>
                  <a:pt x="6559" y="17491"/>
                  <a:pt x="5085" y="19014"/>
                </a:cubicBezTo>
                <a:lnTo>
                  <a:pt x="0" y="14224"/>
                </a:lnTo>
                <a:cubicBezTo>
                  <a:pt x="2457" y="11718"/>
                  <a:pt x="4704" y="9568"/>
                  <a:pt x="6743" y="7775"/>
                </a:cubicBezTo>
                <a:cubicBezTo>
                  <a:pt x="8782" y="5982"/>
                  <a:pt x="10735" y="4508"/>
                  <a:pt x="12602" y="3353"/>
                </a:cubicBezTo>
                <a:cubicBezTo>
                  <a:pt x="14469" y="2199"/>
                  <a:pt x="16312" y="1351"/>
                  <a:pt x="18130" y="811"/>
                </a:cubicBezTo>
                <a:cubicBezTo>
                  <a:pt x="19948" y="270"/>
                  <a:pt x="21839" y="0"/>
                  <a:pt x="23804" y="0"/>
                </a:cubicBezTo>
                <a:cubicBezTo>
                  <a:pt x="27440" y="0"/>
                  <a:pt x="30253" y="1191"/>
                  <a:pt x="32243" y="3574"/>
                </a:cubicBezTo>
                <a:cubicBezTo>
                  <a:pt x="34233" y="5957"/>
                  <a:pt x="35228" y="9089"/>
                  <a:pt x="35228" y="12971"/>
                </a:cubicBezTo>
                <a:cubicBezTo>
                  <a:pt x="35228" y="15182"/>
                  <a:pt x="34884" y="17147"/>
                  <a:pt x="34196" y="18867"/>
                </a:cubicBezTo>
                <a:lnTo>
                  <a:pt x="35228" y="19309"/>
                </a:lnTo>
                <a:cubicBezTo>
                  <a:pt x="40190" y="12676"/>
                  <a:pt x="45017" y="7800"/>
                  <a:pt x="49709" y="4680"/>
                </a:cubicBezTo>
                <a:cubicBezTo>
                  <a:pt x="54401" y="1560"/>
                  <a:pt x="59228" y="0"/>
                  <a:pt x="64191" y="0"/>
                </a:cubicBezTo>
                <a:cubicBezTo>
                  <a:pt x="66058" y="0"/>
                  <a:pt x="67814" y="98"/>
                  <a:pt x="69460" y="295"/>
                </a:cubicBezTo>
                <a:cubicBezTo>
                  <a:pt x="71106" y="491"/>
                  <a:pt x="72691" y="737"/>
                  <a:pt x="74214" y="1032"/>
                </a:cubicBezTo>
                <a:lnTo>
                  <a:pt x="70455" y="18867"/>
                </a:lnTo>
                <a:lnTo>
                  <a:pt x="61906" y="18867"/>
                </a:lnTo>
                <a:cubicBezTo>
                  <a:pt x="61661" y="15919"/>
                  <a:pt x="61034" y="13806"/>
                  <a:pt x="60027" y="12529"/>
                </a:cubicBezTo>
                <a:cubicBezTo>
                  <a:pt x="59020" y="11251"/>
                  <a:pt x="57558" y="10612"/>
                  <a:pt x="55642" y="10612"/>
                </a:cubicBezTo>
                <a:cubicBezTo>
                  <a:pt x="54512" y="10563"/>
                  <a:pt x="53210" y="10907"/>
                  <a:pt x="51736" y="11644"/>
                </a:cubicBezTo>
                <a:cubicBezTo>
                  <a:pt x="50262" y="12381"/>
                  <a:pt x="48702" y="13438"/>
                  <a:pt x="47056" y="14813"/>
                </a:cubicBezTo>
                <a:cubicBezTo>
                  <a:pt x="45410" y="16189"/>
                  <a:pt x="43777" y="17810"/>
                  <a:pt x="42155" y="19677"/>
                </a:cubicBezTo>
                <a:cubicBezTo>
                  <a:pt x="40534" y="21544"/>
                  <a:pt x="38998" y="23583"/>
                  <a:pt x="37549" y="25794"/>
                </a:cubicBezTo>
                <a:cubicBezTo>
                  <a:pt x="36100" y="28005"/>
                  <a:pt x="34835" y="30351"/>
                  <a:pt x="33754" y="32832"/>
                </a:cubicBezTo>
                <a:cubicBezTo>
                  <a:pt x="32673" y="35314"/>
                  <a:pt x="31862" y="37807"/>
                  <a:pt x="31322" y="40313"/>
                </a:cubicBezTo>
                <a:lnTo>
                  <a:pt x="23804" y="75245"/>
                </a:lnTo>
                <a:lnTo>
                  <a:pt x="9360" y="75245"/>
                </a:lnTo>
                <a:lnTo>
                  <a:pt x="20414" y="27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665">
            <a:extLst xmlns:a="http://schemas.openxmlformats.org/drawingml/2006/main">
              <a:ext uri="{FF2B5EF4-FFF2-40B4-BE49-F238E27FC236}">
                <a16:creationId xmlns:a16="http://schemas.microsoft.com/office/drawing/2014/main" id="{339713F1-6A47-458F-A22B-5C25BF30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779" y="15998239"/>
            <a:ext cx="105634" cy="117229"/>
          </a:xfrm>
          <a:custGeom xmlns:a="http://schemas.openxmlformats.org/drawingml/2006/main">
            <a:pathLst>
              <a:path w="105634" h="117229">
                <a:moveTo>
                  <a:pt x="89715" y="0"/>
                </a:moveTo>
                <a:lnTo>
                  <a:pt x="105634" y="0"/>
                </a:lnTo>
                <a:lnTo>
                  <a:pt x="105634" y="56895"/>
                </a:lnTo>
                <a:cubicBezTo>
                  <a:pt x="105634" y="76023"/>
                  <a:pt x="100884" y="90861"/>
                  <a:pt x="91385" y="101408"/>
                </a:cubicBezTo>
                <a:cubicBezTo>
                  <a:pt x="81886" y="111955"/>
                  <a:pt x="69014" y="117229"/>
                  <a:pt x="52768" y="117229"/>
                </a:cubicBezTo>
                <a:cubicBezTo>
                  <a:pt x="36521" y="117229"/>
                  <a:pt x="23665" y="111841"/>
                  <a:pt x="14199" y="101064"/>
                </a:cubicBezTo>
                <a:cubicBezTo>
                  <a:pt x="4733" y="90288"/>
                  <a:pt x="0" y="74189"/>
                  <a:pt x="0" y="52768"/>
                </a:cubicBezTo>
                <a:lnTo>
                  <a:pt x="0" y="0"/>
                </a:lnTo>
                <a:lnTo>
                  <a:pt x="15919" y="0"/>
                </a:lnTo>
                <a:lnTo>
                  <a:pt x="15919" y="53161"/>
                </a:lnTo>
                <a:cubicBezTo>
                  <a:pt x="15919" y="70324"/>
                  <a:pt x="19276" y="83016"/>
                  <a:pt x="25991" y="91238"/>
                </a:cubicBezTo>
                <a:cubicBezTo>
                  <a:pt x="32705" y="99459"/>
                  <a:pt x="41631" y="103570"/>
                  <a:pt x="52768" y="103570"/>
                </a:cubicBezTo>
                <a:cubicBezTo>
                  <a:pt x="63904" y="103570"/>
                  <a:pt x="72846" y="99459"/>
                  <a:pt x="79594" y="91238"/>
                </a:cubicBezTo>
                <a:cubicBezTo>
                  <a:pt x="86341" y="83016"/>
                  <a:pt x="89715" y="70324"/>
                  <a:pt x="89715" y="53161"/>
                </a:cubicBezTo>
                <a:lnTo>
                  <a:pt x="897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666">
            <a:extLst xmlns:a="http://schemas.openxmlformats.org/drawingml/2006/main">
              <a:ext uri="{FF2B5EF4-FFF2-40B4-BE49-F238E27FC236}">
                <a16:creationId xmlns:a16="http://schemas.microsoft.com/office/drawing/2014/main" id="{D2F038F9-17B1-4200-8A6E-39EA912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8431" y="15979863"/>
            <a:ext cx="109957" cy="134130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667">
            <a:extLst xmlns:a="http://schemas.openxmlformats.org/drawingml/2006/main">
              <a:ext uri="{FF2B5EF4-FFF2-40B4-BE49-F238E27FC236}">
                <a16:creationId xmlns:a16="http://schemas.microsoft.com/office/drawing/2014/main" id="{B1E030C5-95DE-46FC-842A-3DA393D7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271" y="16060667"/>
            <a:ext cx="49304" cy="95586"/>
          </a:xfrm>
          <a:custGeom xmlns:a="http://schemas.openxmlformats.org/drawingml/2006/main">
            <a:pathLst>
              <a:path w="49304" h="95586">
                <a:moveTo>
                  <a:pt x="25647" y="75024"/>
                </a:moveTo>
                <a:cubicBezTo>
                  <a:pt x="25156" y="77432"/>
                  <a:pt x="24799" y="79385"/>
                  <a:pt x="24578" y="80883"/>
                </a:cubicBezTo>
                <a:cubicBezTo>
                  <a:pt x="24357" y="82382"/>
                  <a:pt x="24247" y="83794"/>
                  <a:pt x="24247" y="85121"/>
                </a:cubicBezTo>
                <a:cubicBezTo>
                  <a:pt x="24247" y="87185"/>
                  <a:pt x="24848" y="88646"/>
                  <a:pt x="26052" y="89506"/>
                </a:cubicBezTo>
                <a:cubicBezTo>
                  <a:pt x="27256" y="90366"/>
                  <a:pt x="29307" y="90894"/>
                  <a:pt x="32206" y="91091"/>
                </a:cubicBezTo>
                <a:lnTo>
                  <a:pt x="31027" y="95586"/>
                </a:lnTo>
                <a:lnTo>
                  <a:pt x="0" y="95586"/>
                </a:lnTo>
                <a:lnTo>
                  <a:pt x="811" y="91091"/>
                </a:lnTo>
                <a:cubicBezTo>
                  <a:pt x="2334" y="90845"/>
                  <a:pt x="3574" y="90538"/>
                  <a:pt x="4532" y="90169"/>
                </a:cubicBezTo>
                <a:cubicBezTo>
                  <a:pt x="5490" y="89801"/>
                  <a:pt x="6350" y="89088"/>
                  <a:pt x="7112" y="88032"/>
                </a:cubicBezTo>
                <a:cubicBezTo>
                  <a:pt x="7873" y="86976"/>
                  <a:pt x="8574" y="85391"/>
                  <a:pt x="9212" y="83279"/>
                </a:cubicBezTo>
                <a:cubicBezTo>
                  <a:pt x="9851" y="81166"/>
                  <a:pt x="10588" y="78218"/>
                  <a:pt x="11423" y="74435"/>
                </a:cubicBezTo>
                <a:lnTo>
                  <a:pt x="23510" y="20709"/>
                </a:lnTo>
                <a:cubicBezTo>
                  <a:pt x="24001" y="18547"/>
                  <a:pt x="24369" y="16631"/>
                  <a:pt x="24615" y="14961"/>
                </a:cubicBezTo>
                <a:cubicBezTo>
                  <a:pt x="24861" y="13290"/>
                  <a:pt x="24984" y="11865"/>
                  <a:pt x="24984" y="10686"/>
                </a:cubicBezTo>
                <a:cubicBezTo>
                  <a:pt x="24984" y="8524"/>
                  <a:pt x="24419" y="6989"/>
                  <a:pt x="23289" y="6080"/>
                </a:cubicBezTo>
                <a:cubicBezTo>
                  <a:pt x="22158" y="5171"/>
                  <a:pt x="20095" y="4692"/>
                  <a:pt x="17098" y="4643"/>
                </a:cubicBezTo>
                <a:lnTo>
                  <a:pt x="18203" y="0"/>
                </a:lnTo>
                <a:lnTo>
                  <a:pt x="49304" y="0"/>
                </a:lnTo>
                <a:lnTo>
                  <a:pt x="48493" y="4422"/>
                </a:lnTo>
                <a:cubicBezTo>
                  <a:pt x="47314" y="4717"/>
                  <a:pt x="46319" y="4975"/>
                  <a:pt x="45508" y="5196"/>
                </a:cubicBezTo>
                <a:cubicBezTo>
                  <a:pt x="44698" y="5417"/>
                  <a:pt x="43985" y="5724"/>
                  <a:pt x="43371" y="6117"/>
                </a:cubicBezTo>
                <a:cubicBezTo>
                  <a:pt x="42757" y="6510"/>
                  <a:pt x="42241" y="7050"/>
                  <a:pt x="41824" y="7738"/>
                </a:cubicBezTo>
                <a:cubicBezTo>
                  <a:pt x="41406" y="8426"/>
                  <a:pt x="40988" y="9347"/>
                  <a:pt x="40571" y="10502"/>
                </a:cubicBezTo>
                <a:cubicBezTo>
                  <a:pt x="40153" y="11657"/>
                  <a:pt x="39723" y="13094"/>
                  <a:pt x="39281" y="14813"/>
                </a:cubicBezTo>
                <a:cubicBezTo>
                  <a:pt x="38839" y="16533"/>
                  <a:pt x="38323" y="18646"/>
                  <a:pt x="37733" y="21151"/>
                </a:cubicBezTo>
                <a:lnTo>
                  <a:pt x="25647" y="75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668">
            <a:extLst xmlns:a="http://schemas.openxmlformats.org/drawingml/2006/main">
              <a:ext uri="{FF2B5EF4-FFF2-40B4-BE49-F238E27FC236}">
                <a16:creationId xmlns:a16="http://schemas.microsoft.com/office/drawing/2014/main" id="{B864AE62-08D9-4097-A7CF-A9E755FD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034" y="15998239"/>
            <a:ext cx="105634" cy="117229"/>
          </a:xfrm>
          <a:custGeom xmlns:a="http://schemas.openxmlformats.org/drawingml/2006/main">
            <a:pathLst>
              <a:path w="105634" h="117229">
                <a:moveTo>
                  <a:pt x="89715" y="0"/>
                </a:moveTo>
                <a:lnTo>
                  <a:pt x="105634" y="0"/>
                </a:lnTo>
                <a:lnTo>
                  <a:pt x="105634" y="56895"/>
                </a:lnTo>
                <a:cubicBezTo>
                  <a:pt x="105634" y="76023"/>
                  <a:pt x="100884" y="90861"/>
                  <a:pt x="91385" y="101408"/>
                </a:cubicBezTo>
                <a:cubicBezTo>
                  <a:pt x="81886" y="111955"/>
                  <a:pt x="69014" y="117229"/>
                  <a:pt x="52768" y="117229"/>
                </a:cubicBezTo>
                <a:cubicBezTo>
                  <a:pt x="36521" y="117229"/>
                  <a:pt x="23665" y="111841"/>
                  <a:pt x="14199" y="101064"/>
                </a:cubicBezTo>
                <a:cubicBezTo>
                  <a:pt x="4733" y="90288"/>
                  <a:pt x="0" y="74189"/>
                  <a:pt x="0" y="52768"/>
                </a:cubicBezTo>
                <a:lnTo>
                  <a:pt x="0" y="0"/>
                </a:lnTo>
                <a:lnTo>
                  <a:pt x="15919" y="0"/>
                </a:lnTo>
                <a:lnTo>
                  <a:pt x="15919" y="53161"/>
                </a:lnTo>
                <a:cubicBezTo>
                  <a:pt x="15919" y="70324"/>
                  <a:pt x="19276" y="83016"/>
                  <a:pt x="25991" y="91238"/>
                </a:cubicBezTo>
                <a:cubicBezTo>
                  <a:pt x="32705" y="99459"/>
                  <a:pt x="41631" y="103570"/>
                  <a:pt x="52768" y="103570"/>
                </a:cubicBezTo>
                <a:cubicBezTo>
                  <a:pt x="63904" y="103570"/>
                  <a:pt x="72846" y="99459"/>
                  <a:pt x="79594" y="91238"/>
                </a:cubicBezTo>
                <a:cubicBezTo>
                  <a:pt x="86341" y="83016"/>
                  <a:pt x="89715" y="70324"/>
                  <a:pt x="89715" y="53161"/>
                </a:cubicBezTo>
                <a:lnTo>
                  <a:pt x="897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669">
            <a:extLst xmlns:a="http://schemas.openxmlformats.org/drawingml/2006/main">
              <a:ext uri="{FF2B5EF4-FFF2-40B4-BE49-F238E27FC236}">
                <a16:creationId xmlns:a16="http://schemas.microsoft.com/office/drawing/2014/main" id="{45C7DAEE-DD2B-4D22-B45E-66E83B2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3687" y="15979863"/>
            <a:ext cx="109957" cy="134130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670">
            <a:extLst xmlns:a="http://schemas.openxmlformats.org/drawingml/2006/main">
              <a:ext uri="{FF2B5EF4-FFF2-40B4-BE49-F238E27FC236}">
                <a16:creationId xmlns:a16="http://schemas.microsoft.com/office/drawing/2014/main" id="{004A8250-354F-4528-B631-1CCA8C3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147" y="16060667"/>
            <a:ext cx="90280" cy="96986"/>
          </a:xfrm>
          <a:custGeom xmlns:a="http://schemas.openxmlformats.org/drawingml/2006/main">
            <a:pathLst>
              <a:path w="90280" h="96986">
                <a:moveTo>
                  <a:pt x="33238" y="0"/>
                </a:moveTo>
                <a:lnTo>
                  <a:pt x="32132" y="4643"/>
                </a:lnTo>
                <a:cubicBezTo>
                  <a:pt x="30511" y="4790"/>
                  <a:pt x="29160" y="5110"/>
                  <a:pt x="28079" y="5601"/>
                </a:cubicBezTo>
                <a:cubicBezTo>
                  <a:pt x="26998" y="6092"/>
                  <a:pt x="26150" y="6792"/>
                  <a:pt x="25536" y="7701"/>
                </a:cubicBezTo>
                <a:cubicBezTo>
                  <a:pt x="24922" y="8610"/>
                  <a:pt x="24492" y="9765"/>
                  <a:pt x="24247" y="11165"/>
                </a:cubicBezTo>
                <a:cubicBezTo>
                  <a:pt x="24001" y="12565"/>
                  <a:pt x="23878" y="14273"/>
                  <a:pt x="23878" y="16287"/>
                </a:cubicBezTo>
                <a:cubicBezTo>
                  <a:pt x="23878" y="16877"/>
                  <a:pt x="23903" y="17700"/>
                  <a:pt x="23952" y="18756"/>
                </a:cubicBezTo>
                <a:cubicBezTo>
                  <a:pt x="24001" y="19812"/>
                  <a:pt x="24075" y="21225"/>
                  <a:pt x="24173" y="22994"/>
                </a:cubicBezTo>
                <a:cubicBezTo>
                  <a:pt x="24468" y="27907"/>
                  <a:pt x="24775" y="32918"/>
                  <a:pt x="25094" y="38028"/>
                </a:cubicBezTo>
                <a:cubicBezTo>
                  <a:pt x="25413" y="43138"/>
                  <a:pt x="25721" y="48100"/>
                  <a:pt x="26015" y="52915"/>
                </a:cubicBezTo>
                <a:cubicBezTo>
                  <a:pt x="26310" y="57730"/>
                  <a:pt x="26568" y="62312"/>
                  <a:pt x="26789" y="66660"/>
                </a:cubicBezTo>
                <a:cubicBezTo>
                  <a:pt x="27010" y="71008"/>
                  <a:pt x="27121" y="74852"/>
                  <a:pt x="27121" y="78193"/>
                </a:cubicBezTo>
                <a:lnTo>
                  <a:pt x="27858" y="78193"/>
                </a:lnTo>
                <a:lnTo>
                  <a:pt x="57632" y="28374"/>
                </a:lnTo>
                <a:cubicBezTo>
                  <a:pt x="59106" y="25966"/>
                  <a:pt x="60309" y="23878"/>
                  <a:pt x="61243" y="22109"/>
                </a:cubicBezTo>
                <a:cubicBezTo>
                  <a:pt x="62176" y="20341"/>
                  <a:pt x="62913" y="18793"/>
                  <a:pt x="63454" y="17466"/>
                </a:cubicBezTo>
                <a:cubicBezTo>
                  <a:pt x="63994" y="16140"/>
                  <a:pt x="64375" y="14948"/>
                  <a:pt x="64596" y="13892"/>
                </a:cubicBezTo>
                <a:cubicBezTo>
                  <a:pt x="64817" y="12836"/>
                  <a:pt x="64928" y="11767"/>
                  <a:pt x="64928" y="10686"/>
                </a:cubicBezTo>
                <a:cubicBezTo>
                  <a:pt x="64928" y="7001"/>
                  <a:pt x="62324" y="4987"/>
                  <a:pt x="57116" y="4643"/>
                </a:cubicBezTo>
                <a:lnTo>
                  <a:pt x="58074" y="0"/>
                </a:lnTo>
                <a:lnTo>
                  <a:pt x="90280" y="0"/>
                </a:lnTo>
                <a:lnTo>
                  <a:pt x="89395" y="4643"/>
                </a:lnTo>
                <a:cubicBezTo>
                  <a:pt x="88315" y="4790"/>
                  <a:pt x="87320" y="4987"/>
                  <a:pt x="86411" y="5233"/>
                </a:cubicBezTo>
                <a:cubicBezTo>
                  <a:pt x="85502" y="5478"/>
                  <a:pt x="84507" y="6105"/>
                  <a:pt x="83426" y="7112"/>
                </a:cubicBezTo>
                <a:cubicBezTo>
                  <a:pt x="82345" y="8119"/>
                  <a:pt x="81080" y="9618"/>
                  <a:pt x="79631" y="11607"/>
                </a:cubicBezTo>
                <a:cubicBezTo>
                  <a:pt x="78181" y="13597"/>
                  <a:pt x="76351" y="16361"/>
                  <a:pt x="74140" y="19898"/>
                </a:cubicBezTo>
                <a:lnTo>
                  <a:pt x="26679" y="96986"/>
                </a:lnTo>
                <a:lnTo>
                  <a:pt x="15919" y="96986"/>
                </a:lnTo>
                <a:cubicBezTo>
                  <a:pt x="14838" y="83917"/>
                  <a:pt x="13769" y="70934"/>
                  <a:pt x="12713" y="58037"/>
                </a:cubicBezTo>
                <a:cubicBezTo>
                  <a:pt x="11657" y="45140"/>
                  <a:pt x="10612" y="32083"/>
                  <a:pt x="9581" y="18867"/>
                </a:cubicBezTo>
                <a:cubicBezTo>
                  <a:pt x="9384" y="16557"/>
                  <a:pt x="9102" y="14568"/>
                  <a:pt x="8733" y="12897"/>
                </a:cubicBezTo>
                <a:cubicBezTo>
                  <a:pt x="8365" y="11227"/>
                  <a:pt x="7800" y="9802"/>
                  <a:pt x="7038" y="8623"/>
                </a:cubicBezTo>
                <a:cubicBezTo>
                  <a:pt x="6277" y="7443"/>
                  <a:pt x="5343" y="6535"/>
                  <a:pt x="4238" y="5896"/>
                </a:cubicBezTo>
                <a:cubicBezTo>
                  <a:pt x="3132" y="5257"/>
                  <a:pt x="1720" y="4839"/>
                  <a:pt x="0" y="4643"/>
                </a:cubicBezTo>
                <a:lnTo>
                  <a:pt x="1032" y="0"/>
                </a:lnTo>
                <a:lnTo>
                  <a:pt x="332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671">
            <a:extLst xmlns:a="http://schemas.openxmlformats.org/drawingml/2006/main">
              <a:ext uri="{FF2B5EF4-FFF2-40B4-BE49-F238E27FC236}">
                <a16:creationId xmlns:a16="http://schemas.microsoft.com/office/drawing/2014/main" id="{FFE02D76-5145-4DBD-BFAF-8DCB68B2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409" y="16355484"/>
            <a:ext cx="4139692" cy="1707867"/>
          </a:xfrm>
          <a:custGeom xmlns:a="http://schemas.openxmlformats.org/drawingml/2006/main">
            <a:pathLst>
              <a:path w="4139692" h="1707867">
                <a:moveTo>
                  <a:pt x="0" y="224139"/>
                </a:moveTo>
                <a:cubicBezTo>
                  <a:pt x="0" y="100350"/>
                  <a:pt x="100350" y="0"/>
                  <a:pt x="224139" y="0"/>
                </a:cubicBezTo>
                <a:lnTo>
                  <a:pt x="3915553" y="0"/>
                </a:lnTo>
                <a:cubicBezTo>
                  <a:pt x="4039342" y="0"/>
                  <a:pt x="4139692" y="100350"/>
                  <a:pt x="4139692" y="224139"/>
                </a:cubicBezTo>
                <a:lnTo>
                  <a:pt x="4139692" y="1483728"/>
                </a:lnTo>
                <a:cubicBezTo>
                  <a:pt x="4139692" y="1607515"/>
                  <a:pt x="4039342" y="1707867"/>
                  <a:pt x="3915553" y="1707867"/>
                </a:cubicBezTo>
                <a:lnTo>
                  <a:pt x="224139" y="1707867"/>
                </a:lnTo>
                <a:cubicBezTo>
                  <a:pt x="100350" y="1707867"/>
                  <a:pt x="0" y="1607515"/>
                  <a:pt x="0" y="1483728"/>
                </a:cubicBezTo>
                <a:lnTo>
                  <a:pt x="0" y="224139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dash"/>
          </a:ln>
        </p:spPr>
      </p:sp>
      <p:sp>
        <p:nvSpPr>
          <p:cNvPr id="770" name="text-672 →">
            <a:extLst xmlns:a="http://schemas.openxmlformats.org/drawingml/2006/main">
              <a:ext uri="{FF2B5EF4-FFF2-40B4-BE49-F238E27FC236}">
                <a16:creationId xmlns:a16="http://schemas.microsoft.com/office/drawing/2014/main" id="{792C94B0-0738-4CC2-B246-E12C3519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795772" y="18070565"/>
            <a:ext cx="415576" cy="493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771" name="path-673">
            <a:extLst xmlns:a="http://schemas.openxmlformats.org/drawingml/2006/main">
              <a:ext uri="{FF2B5EF4-FFF2-40B4-BE49-F238E27FC236}">
                <a16:creationId xmlns:a16="http://schemas.microsoft.com/office/drawing/2014/main" id="{E9437F77-CB67-4023-866C-9B74286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84" y="18480775"/>
            <a:ext cx="4139692" cy="848283"/>
          </a:xfrm>
          <a:custGeom xmlns:a="http://schemas.openxmlformats.org/drawingml/2006/main">
            <a:pathLst>
              <a:path w="4139692" h="848283">
                <a:moveTo>
                  <a:pt x="0" y="111329"/>
                </a:moveTo>
                <a:cubicBezTo>
                  <a:pt x="0" y="49844"/>
                  <a:pt x="49844" y="0"/>
                  <a:pt x="111329" y="0"/>
                </a:cubicBezTo>
                <a:lnTo>
                  <a:pt x="4028363" y="0"/>
                </a:lnTo>
                <a:cubicBezTo>
                  <a:pt x="4089849" y="0"/>
                  <a:pt x="4139692" y="49844"/>
                  <a:pt x="4139692" y="111329"/>
                </a:cubicBezTo>
                <a:lnTo>
                  <a:pt x="4139692" y="736954"/>
                </a:lnTo>
                <a:cubicBezTo>
                  <a:pt x="4139692" y="798440"/>
                  <a:pt x="4089849" y="848283"/>
                  <a:pt x="4028363" y="848283"/>
                </a:cubicBezTo>
                <a:lnTo>
                  <a:pt x="111329" y="848283"/>
                </a:lnTo>
                <a:cubicBezTo>
                  <a:pt x="49844" y="848283"/>
                  <a:pt x="0" y="798440"/>
                  <a:pt x="0" y="736954"/>
                </a:cubicBezTo>
                <a:lnTo>
                  <a:pt x="0" y="111329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772" name="path-674">
            <a:extLst xmlns:a="http://schemas.openxmlformats.org/drawingml/2006/main">
              <a:ext uri="{FF2B5EF4-FFF2-40B4-BE49-F238E27FC236}">
                <a16:creationId xmlns:a16="http://schemas.microsoft.com/office/drawing/2014/main" id="{E9A9E0A4-3800-49DF-A035-66352744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388" y="19745456"/>
            <a:ext cx="4139692" cy="513874"/>
          </a:xfrm>
          <a:custGeom xmlns:a="http://schemas.openxmlformats.org/drawingml/2006/main">
            <a:pathLst>
              <a:path w="4139692" h="513874">
                <a:moveTo>
                  <a:pt x="0" y="67442"/>
                </a:moveTo>
                <a:cubicBezTo>
                  <a:pt x="0" y="30194"/>
                  <a:pt x="30194" y="0"/>
                  <a:pt x="67442" y="0"/>
                </a:cubicBezTo>
                <a:lnTo>
                  <a:pt x="4072250" y="0"/>
                </a:lnTo>
                <a:cubicBezTo>
                  <a:pt x="4109498" y="0"/>
                  <a:pt x="4139692" y="30194"/>
                  <a:pt x="4139692" y="67442"/>
                </a:cubicBezTo>
                <a:lnTo>
                  <a:pt x="4139692" y="446432"/>
                </a:lnTo>
                <a:cubicBezTo>
                  <a:pt x="4139692" y="483680"/>
                  <a:pt x="4109498" y="513874"/>
                  <a:pt x="4072250" y="513874"/>
                </a:cubicBezTo>
                <a:lnTo>
                  <a:pt x="67442" y="513874"/>
                </a:lnTo>
                <a:cubicBezTo>
                  <a:pt x="30194" y="513874"/>
                  <a:pt x="0" y="483680"/>
                  <a:pt x="0" y="446432"/>
                </a:cubicBezTo>
                <a:lnTo>
                  <a:pt x="0" y="67442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773" name="text-675 →">
            <a:extLst xmlns:a="http://schemas.openxmlformats.org/drawingml/2006/main">
              <a:ext uri="{FF2B5EF4-FFF2-40B4-BE49-F238E27FC236}">
                <a16:creationId xmlns:a16="http://schemas.microsoft.com/office/drawing/2014/main" id="{BDC8BDB6-38AA-4FD4-A3D5-45E8FBCC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795772" y="19329349"/>
            <a:ext cx="415576" cy="493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pic>
        <p:nvPic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0AE38324-A5A5-4646-8DED-811ECEC83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9e6a03d7c455d"/>
          <a:stretch xmlns:a="http://schemas.openxmlformats.org/drawingml/2006/main"/>
        </p:blipFill>
        <p:spPr>
          <a:xfrm xmlns:a="http://schemas.openxmlformats.org/drawingml/2006/main">
            <a:off x="10306050" y="16459200"/>
            <a:ext cx="523875" cy="485775"/>
          </a:xfrm>
          <a:prstGeom xmlns:a="http://schemas.openxmlformats.org/drawingml/2006/main" prst="rect">
            <a:avLst/>
          </a:prstGeom>
        </p:spPr>
      </p:pic>
      <p:pic>
        <p:nvPic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F6E5D27F-B19E-41AD-8E3E-66A3A86B5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c514de4b8467e"/>
          <a:stretch xmlns:a="http://schemas.openxmlformats.org/drawingml/2006/main"/>
        </p:blipFill>
        <p:spPr>
          <a:xfrm xmlns:a="http://schemas.openxmlformats.org/drawingml/2006/main">
            <a:off x="11410950" y="16497300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BE299348-078A-47FC-BC00-D590A96EB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9721b4ecc4337"/>
          <a:stretch xmlns:a="http://schemas.openxmlformats.org/drawingml/2006/main"/>
        </p:blipFill>
        <p:spPr>
          <a:xfrm xmlns:a="http://schemas.openxmlformats.org/drawingml/2006/main">
            <a:off x="12411075" y="16497300"/>
            <a:ext cx="495300" cy="409575"/>
          </a:xfrm>
          <a:prstGeom xmlns:a="http://schemas.openxmlformats.org/drawingml/2006/main" prst="rect">
            <a:avLst/>
          </a:prstGeom>
        </p:spPr>
      </p:pic>
      <p:pic>
        <p:nvPic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B2992249-15E4-4E41-ABC2-98CDAB5DA7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3c13457d24407"/>
          <a:stretch xmlns:a="http://schemas.openxmlformats.org/drawingml/2006/main"/>
        </p:blipFill>
        <p:spPr>
          <a:xfrm xmlns:a="http://schemas.openxmlformats.org/drawingml/2006/main">
            <a:off x="13306425" y="16478250"/>
            <a:ext cx="438150" cy="447675"/>
          </a:xfrm>
          <a:prstGeom xmlns:a="http://schemas.openxmlformats.org/drawingml/2006/main" prst="rect">
            <a:avLst/>
          </a:prstGeom>
        </p:spPr>
      </p:pic>
      <p:pic>
        <p:nvPic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1CA55F1C-9877-497F-84B5-B33E038D3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a964f03cb4540"/>
          <a:stretch xmlns:a="http://schemas.openxmlformats.org/drawingml/2006/main"/>
        </p:blipFill>
        <p:spPr>
          <a:xfrm xmlns:a="http://schemas.openxmlformats.org/drawingml/2006/main">
            <a:off x="10306050" y="17278350"/>
            <a:ext cx="438150" cy="447675"/>
          </a:xfrm>
          <a:prstGeom xmlns:a="http://schemas.openxmlformats.org/drawingml/2006/main" prst="rect">
            <a:avLst/>
          </a:prstGeom>
        </p:spPr>
      </p:pic>
      <p:pic>
        <p:nvPic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2139D93D-FDA1-47DA-8DB5-BF8842A37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b1af650a7418c"/>
          <a:stretch xmlns:a="http://schemas.openxmlformats.org/drawingml/2006/main"/>
        </p:blipFill>
        <p:spPr>
          <a:xfrm xmlns:a="http://schemas.openxmlformats.org/drawingml/2006/main">
            <a:off x="11687175" y="17278350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561B1D95-2DB7-41B9-AFA5-2B6D4C36D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a0cf5489b4dfe"/>
          <a:stretch xmlns:a="http://schemas.openxmlformats.org/drawingml/2006/main"/>
        </p:blipFill>
        <p:spPr>
          <a:xfrm xmlns:a="http://schemas.openxmlformats.org/drawingml/2006/main">
            <a:off x="11010900" y="17278350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781" name="text-683 Image">
            <a:extLst xmlns:a="http://schemas.openxmlformats.org/drawingml/2006/main">
              <a:ext uri="{FF2B5EF4-FFF2-40B4-BE49-F238E27FC236}">
                <a16:creationId xmlns:a16="http://schemas.microsoft.com/office/drawing/2014/main" id="{A78302CB-CC12-4DE6-B302-EDCEF9DA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373" y="16949462"/>
            <a:ext cx="412762" cy="18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782" name="text-683 Search">
            <a:extLst xmlns:a="http://schemas.openxmlformats.org/drawingml/2006/main">
              <a:ext uri="{FF2B5EF4-FFF2-40B4-BE49-F238E27FC236}">
                <a16:creationId xmlns:a16="http://schemas.microsoft.com/office/drawing/2014/main" id="{D9555DC2-656C-4D4C-A5CF-3D6FBD1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8874" y="16950093"/>
            <a:ext cx="465431" cy="186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783" name="text-684 Text">
            <a:extLst xmlns:a="http://schemas.openxmlformats.org/drawingml/2006/main">
              <a:ext uri="{FF2B5EF4-FFF2-40B4-BE49-F238E27FC236}">
                <a16:creationId xmlns:a16="http://schemas.microsoft.com/office/drawing/2014/main" id="{BC440E18-00DA-4A72-B835-D4C60EF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6198" y="16949367"/>
            <a:ext cx="329718" cy="187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784" name="text-684 Search">
            <a:extLst xmlns:a="http://schemas.openxmlformats.org/drawingml/2006/main">
              <a:ext uri="{FF2B5EF4-FFF2-40B4-BE49-F238E27FC236}">
                <a16:creationId xmlns:a16="http://schemas.microsoft.com/office/drawing/2014/main" id="{995C683B-1084-4325-977F-52AD6C8A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8835" y="16950093"/>
            <a:ext cx="465431" cy="186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785" name="text-685 Page">
            <a:extLst xmlns:a="http://schemas.openxmlformats.org/drawingml/2006/main">
              <a:ext uri="{FF2B5EF4-FFF2-40B4-BE49-F238E27FC236}">
                <a16:creationId xmlns:a16="http://schemas.microsoft.com/office/drawing/2014/main" id="{779AEDC5-791F-4E59-8BAC-BA61C670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6837" y="16948662"/>
            <a:ext cx="307507" cy="18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786" name="text-685 Visit">
            <a:extLst xmlns:a="http://schemas.openxmlformats.org/drawingml/2006/main">
              <a:ext uri="{FF2B5EF4-FFF2-40B4-BE49-F238E27FC236}">
                <a16:creationId xmlns:a16="http://schemas.microsoft.com/office/drawing/2014/main" id="{02907D8B-DD50-4820-83BD-85D1FEE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6023" y="16948394"/>
            <a:ext cx="315906" cy="188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787" name="text-686 Python">
            <a:extLst xmlns:a="http://schemas.openxmlformats.org/drawingml/2006/main">
              <a:ext uri="{FF2B5EF4-FFF2-40B4-BE49-F238E27FC236}">
                <a16:creationId xmlns:a16="http://schemas.microsoft.com/office/drawing/2014/main" id="{3A2F8882-0734-4589-B168-ACE7905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3587" y="16949115"/>
            <a:ext cx="444064" cy="187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Python</a:t>
            </a:r>
          </a:p>
        </p:txBody>
      </p:sp>
      <p:sp>
        <p:nvSpPr>
          <p:cNvPr id="788" name="text-687 Image">
            <a:extLst xmlns:a="http://schemas.openxmlformats.org/drawingml/2006/main">
              <a:ext uri="{FF2B5EF4-FFF2-40B4-BE49-F238E27FC236}">
                <a16:creationId xmlns:a16="http://schemas.microsoft.com/office/drawing/2014/main" id="{52E850BA-74EF-4316-81C2-A62D5D19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0736" y="17788652"/>
            <a:ext cx="412762" cy="18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789" name="text-687 Crop">
            <a:extLst xmlns:a="http://schemas.openxmlformats.org/drawingml/2006/main">
              <a:ext uri="{FF2B5EF4-FFF2-40B4-BE49-F238E27FC236}">
                <a16:creationId xmlns:a16="http://schemas.microsoft.com/office/drawing/2014/main" id="{A6E37F4C-A0BF-4356-8923-0B7F251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5237" y="17788573"/>
            <a:ext cx="310273" cy="187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Crop</a:t>
            </a:r>
          </a:p>
        </p:txBody>
      </p:sp>
      <p:sp>
        <p:nvSpPr>
          <p:cNvPr id="790" name="text-688 OCR">
            <a:extLst xmlns:a="http://schemas.openxmlformats.org/drawingml/2006/main">
              <a:ext uri="{FF2B5EF4-FFF2-40B4-BE49-F238E27FC236}">
                <a16:creationId xmlns:a16="http://schemas.microsoft.com/office/drawing/2014/main" id="{95E734C4-D682-40A1-85B3-A3E3BF4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0129" y="17787835"/>
            <a:ext cx="296633" cy="188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791" name="text-689 Sharpen">
            <a:extLst xmlns:a="http://schemas.openxmlformats.org/drawingml/2006/main">
              <a:ext uri="{FF2B5EF4-FFF2-40B4-BE49-F238E27FC236}">
                <a16:creationId xmlns:a16="http://schemas.microsoft.com/office/drawing/2014/main" id="{02D0509C-C15E-4DDE-9D5C-8E576EC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7125" y="17789157"/>
            <a:ext cx="538215" cy="18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Sharpen</a:t>
            </a:r>
          </a:p>
        </p:txBody>
      </p:sp>
      <p:pic>
        <p:nvPic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7D7BC329-1628-4A5F-A4C9-CE6BF52F8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7db8f0b3c49d3"/>
          <a:stretch xmlns:a="http://schemas.openxmlformats.org/drawingml/2006/main"/>
        </p:blipFill>
        <p:spPr>
          <a:xfrm xmlns:a="http://schemas.openxmlformats.org/drawingml/2006/main">
            <a:off x="12449175" y="172688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93" name="text-691 Clip">
            <a:extLst xmlns:a="http://schemas.openxmlformats.org/drawingml/2006/main">
              <a:ext uri="{FF2B5EF4-FFF2-40B4-BE49-F238E27FC236}">
                <a16:creationId xmlns:a16="http://schemas.microsoft.com/office/drawing/2014/main" id="{CE9AD495-5B6D-4E2F-A70B-5B66CC43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3995" y="17787251"/>
            <a:ext cx="252318" cy="188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794" name="text-691 Crop">
            <a:extLst xmlns:a="http://schemas.openxmlformats.org/drawingml/2006/main">
              <a:ext uri="{FF2B5EF4-FFF2-40B4-BE49-F238E27FC236}">
                <a16:creationId xmlns:a16="http://schemas.microsoft.com/office/drawing/2014/main" id="{4533280C-9AEF-4361-8A26-41775A6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185" y="17788612"/>
            <a:ext cx="310181" cy="18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Crop</a:t>
            </a:r>
          </a:p>
        </p:txBody>
      </p:sp>
      <p:pic>
        <p:nvPic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1EC8E987-3131-40DE-978D-D6A5369F8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ae98e9dd44589"/>
          <a:stretch xmlns:a="http://schemas.openxmlformats.org/drawingml/2006/main"/>
        </p:blipFill>
        <p:spPr>
          <a:xfrm xmlns:a="http://schemas.openxmlformats.org/drawingml/2006/main">
            <a:off x="13335000" y="17278350"/>
            <a:ext cx="438150" cy="447675"/>
          </a:xfrm>
          <a:prstGeom xmlns:a="http://schemas.openxmlformats.org/drawingml/2006/main" prst="rect">
            <a:avLst/>
          </a:prstGeom>
        </p:spPr>
      </p:pic>
      <p:sp>
        <p:nvSpPr>
          <p:cNvPr id="796" name="text-693 Select">
            <a:extLst xmlns:a="http://schemas.openxmlformats.org/drawingml/2006/main">
              <a:ext uri="{FF2B5EF4-FFF2-40B4-BE49-F238E27FC236}">
                <a16:creationId xmlns:a16="http://schemas.microsoft.com/office/drawing/2014/main" id="{E02A8786-07FA-4808-8913-9C0F1E0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0862" y="17789220"/>
            <a:ext cx="428855" cy="1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</a:t>
            </a:r>
          </a:p>
        </p:txBody>
      </p:sp>
      <p:sp>
        <p:nvSpPr>
          <p:cNvPr id="797" name="text-693 Frame">
            <a:extLst xmlns:a="http://schemas.openxmlformats.org/drawingml/2006/main">
              <a:ext uri="{FF2B5EF4-FFF2-40B4-BE49-F238E27FC236}">
                <a16:creationId xmlns:a16="http://schemas.microsoft.com/office/drawing/2014/main" id="{AE5471FC-D5E5-47FC-ACA5-9CD1D7C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2727" y="17789190"/>
            <a:ext cx="412472" cy="186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pic>
        <p:nvPic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C4FEFF21-A23C-4FFA-93A8-C00A01FAD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5bcb1dfb84c20"/>
          <a:stretch xmlns:a="http://schemas.openxmlformats.org/drawingml/2006/main"/>
        </p:blipFill>
        <p:spPr>
          <a:xfrm xmlns:a="http://schemas.openxmlformats.org/drawingml/2006/main">
            <a:off x="10201275" y="18602325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2AE7B074-E50C-4162-B7CD-9BCC8C075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bb2e936c84942"/>
          <a:stretch xmlns:a="http://schemas.openxmlformats.org/drawingml/2006/main"/>
        </p:blipFill>
        <p:spPr>
          <a:xfrm xmlns:a="http://schemas.openxmlformats.org/drawingml/2006/main">
            <a:off x="10868025" y="18602325"/>
            <a:ext cx="457200" cy="447675"/>
          </a:xfrm>
          <a:prstGeom xmlns:a="http://schemas.openxmlformats.org/drawingml/2006/main" prst="rect">
            <a:avLst/>
          </a:prstGeom>
        </p:spPr>
      </p:pic>
      <p:pic>
        <p:nvPic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D5D336ED-02A0-41A9-8A8C-30DBE50645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6d86ef71744f2"/>
          <a:stretch xmlns:a="http://schemas.openxmlformats.org/drawingml/2006/main"/>
        </p:blipFill>
        <p:spPr>
          <a:xfrm xmlns:a="http://schemas.openxmlformats.org/drawingml/2006/main">
            <a:off x="11544300" y="18602325"/>
            <a:ext cx="457200" cy="447675"/>
          </a:xfrm>
          <a:prstGeom xmlns:a="http://schemas.openxmlformats.org/drawingml/2006/main" prst="rect">
            <a:avLst/>
          </a:prstGeom>
        </p:spPr>
      </p:pic>
      <p:pic>
        <p:nvPic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F687262D-FFA7-4180-93C1-6CF9D2FD6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47f1b45d945bd"/>
          <a:stretch xmlns:a="http://schemas.openxmlformats.org/drawingml/2006/main"/>
        </p:blipFill>
        <p:spPr>
          <a:xfrm xmlns:a="http://schemas.openxmlformats.org/drawingml/2006/main">
            <a:off x="12220575" y="18602325"/>
            <a:ext cx="457200" cy="447675"/>
          </a:xfrm>
          <a:prstGeom xmlns:a="http://schemas.openxmlformats.org/drawingml/2006/main" prst="rect">
            <a:avLst/>
          </a:prstGeom>
        </p:spPr>
      </p:pic>
      <p:pic>
        <p:nvPic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70B3FD2A-3346-4D91-AC43-FE254A5E6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d747d0ee14d81"/>
          <a:stretch xmlns:a="http://schemas.openxmlformats.org/drawingml/2006/main"/>
        </p:blipFill>
        <p:spPr>
          <a:xfrm xmlns:a="http://schemas.openxmlformats.org/drawingml/2006/main">
            <a:off x="12896850" y="1860232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803" name="path-699">
            <a:extLst xmlns:a="http://schemas.openxmlformats.org/drawingml/2006/main">
              <a:ext uri="{FF2B5EF4-FFF2-40B4-BE49-F238E27FC236}">
                <a16:creationId xmlns:a16="http://schemas.microsoft.com/office/drawing/2014/main" id="{53E4DD9A-36CD-450E-B849-E8162E5A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017" y="18552680"/>
            <a:ext cx="472231" cy="504965"/>
          </a:xfrm>
          <a:custGeom xmlns:a="http://schemas.openxmlformats.org/drawingml/2006/main">
            <a:pathLst>
              <a:path w="472231" h="504965">
                <a:moveTo>
                  <a:pt x="0" y="61976"/>
                </a:moveTo>
                <a:cubicBezTo>
                  <a:pt x="0" y="27747"/>
                  <a:pt x="27747" y="0"/>
                  <a:pt x="61976" y="0"/>
                </a:cubicBezTo>
                <a:lnTo>
                  <a:pt x="410257" y="0"/>
                </a:lnTo>
                <a:cubicBezTo>
                  <a:pt x="444484" y="0"/>
                  <a:pt x="472231" y="27747"/>
                  <a:pt x="472231" y="61976"/>
                </a:cubicBezTo>
                <a:lnTo>
                  <a:pt x="472231" y="442990"/>
                </a:lnTo>
                <a:cubicBezTo>
                  <a:pt x="472231" y="477218"/>
                  <a:pt x="444484" y="504965"/>
                  <a:pt x="410257" y="504965"/>
                </a:cubicBezTo>
                <a:lnTo>
                  <a:pt x="61976" y="504965"/>
                </a:lnTo>
                <a:cubicBezTo>
                  <a:pt x="27747" y="504965"/>
                  <a:pt x="0" y="477218"/>
                  <a:pt x="0" y="442990"/>
                </a:cubicBezTo>
                <a:lnTo>
                  <a:pt x="0" y="61976"/>
                </a:lnTo>
              </a:path>
            </a:pathLst>
          </a:custGeom>
          <a:noFill xmlns:a="http://schemas.openxmlformats.org/drawingml/2006/main"/>
          <a:ln xmlns:a="http://schemas.openxmlformats.org/drawingml/2006/main" w="18867">
            <a:solidFill>
              <a:srgbClr val="3B7D23"/>
            </a:solidFill>
            <a:prstDash val="solid"/>
          </a:ln>
        </p:spPr>
      </p:sp>
      <p:sp>
        <p:nvSpPr>
          <p:cNvPr id="804" name="text-700 Think">
            <a:extLst xmlns:a="http://schemas.openxmlformats.org/drawingml/2006/main">
              <a:ext uri="{FF2B5EF4-FFF2-40B4-BE49-F238E27FC236}">
                <a16:creationId xmlns:a16="http://schemas.microsoft.com/office/drawing/2014/main" id="{CEF8A0CB-E0C4-42B5-8B0F-3BC6DFD8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3355" y="19089264"/>
            <a:ext cx="372330" cy="187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805" name="text-701 Tool">
            <a:extLst xmlns:a="http://schemas.openxmlformats.org/drawingml/2006/main">
              <a:ext uri="{FF2B5EF4-FFF2-40B4-BE49-F238E27FC236}">
                <a16:creationId xmlns:a16="http://schemas.microsoft.com/office/drawing/2014/main" id="{43C86E1E-B2A3-4BED-9C3F-D5C67AED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6204" y="19081536"/>
            <a:ext cx="289657" cy="18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06" name="text-702 Observation">
            <a:extLst xmlns:a="http://schemas.openxmlformats.org/drawingml/2006/main">
              <a:ext uri="{FF2B5EF4-FFF2-40B4-BE49-F238E27FC236}">
                <a16:creationId xmlns:a16="http://schemas.microsoft.com/office/drawing/2014/main" id="{DE6B3DF9-0D1A-4202-97AC-411489BF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9228" y="19075183"/>
            <a:ext cx="781900" cy="186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807" name="text-703 Think">
            <a:extLst xmlns:a="http://schemas.openxmlformats.org/drawingml/2006/main">
              <a:ext uri="{FF2B5EF4-FFF2-40B4-BE49-F238E27FC236}">
                <a16:creationId xmlns:a16="http://schemas.microsoft.com/office/drawing/2014/main" id="{AA52512E-8A05-4D26-AF77-6645A27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0643" y="19080206"/>
            <a:ext cx="372330" cy="187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808" name="text-704 Tool">
            <a:extLst xmlns:a="http://schemas.openxmlformats.org/drawingml/2006/main">
              <a:ext uri="{FF2B5EF4-FFF2-40B4-BE49-F238E27FC236}">
                <a16:creationId xmlns:a16="http://schemas.microsoft.com/office/drawing/2014/main" id="{311AB490-18BA-4173-8C19-140FFE9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3211" y="19081536"/>
            <a:ext cx="289657" cy="18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09" name="text-705 Answer">
            <a:extLst xmlns:a="http://schemas.openxmlformats.org/drawingml/2006/main">
              <a:ext uri="{FF2B5EF4-FFF2-40B4-BE49-F238E27FC236}">
                <a16:creationId xmlns:a16="http://schemas.microsoft.com/office/drawing/2014/main" id="{08723BB3-1AD1-4017-902A-B23E0FC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6727" y="19081470"/>
            <a:ext cx="481905" cy="185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810" name="path-706">
            <a:extLst xmlns:a="http://schemas.openxmlformats.org/drawingml/2006/main">
              <a:ext uri="{FF2B5EF4-FFF2-40B4-BE49-F238E27FC236}">
                <a16:creationId xmlns:a16="http://schemas.microsoft.com/office/drawing/2014/main" id="{88999436-BFD0-457E-A199-3F1747C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524" y="18845869"/>
            <a:ext cx="163547" cy="47167"/>
          </a:xfrm>
          <a:custGeom xmlns:a="http://schemas.openxmlformats.org/drawingml/2006/main">
            <a:pathLst>
              <a:path w="163547" h="47167">
                <a:moveTo>
                  <a:pt x="0" y="0"/>
                </a:moveTo>
                <a:lnTo>
                  <a:pt x="100657" y="1"/>
                </a:lnTo>
                <a:lnTo>
                  <a:pt x="100657" y="18867"/>
                </a:lnTo>
                <a:lnTo>
                  <a:pt x="0" y="18867"/>
                </a:lnTo>
                <a:lnTo>
                  <a:pt x="0" y="0"/>
                </a:lnTo>
                <a:moveTo>
                  <a:pt x="88079" y="-28299"/>
                </a:moveTo>
                <a:lnTo>
                  <a:pt x="163547" y="9434"/>
                </a:lnTo>
                <a:lnTo>
                  <a:pt x="88079" y="47167"/>
                </a:lnTo>
                <a:lnTo>
                  <a:pt x="88079" y="-282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707">
            <a:extLst xmlns:a="http://schemas.openxmlformats.org/drawingml/2006/main">
              <a:ext uri="{FF2B5EF4-FFF2-40B4-BE49-F238E27FC236}">
                <a16:creationId xmlns:a16="http://schemas.microsoft.com/office/drawing/2014/main" id="{93BC5E26-8237-40DC-810C-57EFE7A7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87" y="18841295"/>
            <a:ext cx="163545" cy="47167"/>
          </a:xfrm>
          <a:custGeom xmlns:a="http://schemas.openxmlformats.org/drawingml/2006/main">
            <a:pathLst>
              <a:path w="163545" h="47167">
                <a:moveTo>
                  <a:pt x="0" y="0"/>
                </a:moveTo>
                <a:lnTo>
                  <a:pt x="0" y="18867"/>
                </a:lnTo>
                <a:lnTo>
                  <a:pt x="100657" y="18867"/>
                </a:lnTo>
                <a:lnTo>
                  <a:pt x="100657" y="0"/>
                </a:lnTo>
                <a:close/>
                <a:moveTo>
                  <a:pt x="88077" y="-28301"/>
                </a:moveTo>
                <a:lnTo>
                  <a:pt x="163545" y="9434"/>
                </a:lnTo>
                <a:lnTo>
                  <a:pt x="88077" y="47167"/>
                </a:lnTo>
                <a:lnTo>
                  <a:pt x="88077" y="-283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708">
            <a:extLst xmlns:a="http://schemas.openxmlformats.org/drawingml/2006/main">
              <a:ext uri="{FF2B5EF4-FFF2-40B4-BE49-F238E27FC236}">
                <a16:creationId xmlns:a16="http://schemas.microsoft.com/office/drawing/2014/main" id="{BB2B054F-FD4A-4D29-B35F-3100D27F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799" y="18832148"/>
            <a:ext cx="163545" cy="47167"/>
          </a:xfrm>
          <a:custGeom xmlns:a="http://schemas.openxmlformats.org/drawingml/2006/main">
            <a:pathLst>
              <a:path w="163545" h="47167">
                <a:moveTo>
                  <a:pt x="0" y="0"/>
                </a:moveTo>
                <a:lnTo>
                  <a:pt x="100657" y="1"/>
                </a:lnTo>
                <a:lnTo>
                  <a:pt x="100657" y="18868"/>
                </a:lnTo>
                <a:lnTo>
                  <a:pt x="0" y="18867"/>
                </a:lnTo>
                <a:lnTo>
                  <a:pt x="0" y="0"/>
                </a:lnTo>
                <a:moveTo>
                  <a:pt x="88079" y="-28299"/>
                </a:moveTo>
                <a:lnTo>
                  <a:pt x="163545" y="9434"/>
                </a:lnTo>
                <a:lnTo>
                  <a:pt x="88079" y="47167"/>
                </a:lnTo>
                <a:lnTo>
                  <a:pt x="88079" y="-282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709">
            <a:extLst xmlns:a="http://schemas.openxmlformats.org/drawingml/2006/main">
              <a:ext uri="{FF2B5EF4-FFF2-40B4-BE49-F238E27FC236}">
                <a16:creationId xmlns:a16="http://schemas.microsoft.com/office/drawing/2014/main" id="{A84A9A77-1DB2-466A-AA46-CFC080C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7705" y="18823002"/>
            <a:ext cx="163550" cy="47166"/>
          </a:xfrm>
          <a:custGeom xmlns:a="http://schemas.openxmlformats.org/drawingml/2006/main">
            <a:pathLst>
              <a:path w="163550" h="47166">
                <a:moveTo>
                  <a:pt x="0" y="0"/>
                </a:moveTo>
                <a:lnTo>
                  <a:pt x="0" y="18867"/>
                </a:lnTo>
                <a:lnTo>
                  <a:pt x="100661" y="18867"/>
                </a:lnTo>
                <a:lnTo>
                  <a:pt x="100661" y="0"/>
                </a:lnTo>
                <a:close/>
                <a:moveTo>
                  <a:pt x="88083" y="-28301"/>
                </a:moveTo>
                <a:lnTo>
                  <a:pt x="163550" y="9433"/>
                </a:lnTo>
                <a:lnTo>
                  <a:pt x="88083" y="47166"/>
                </a:lnTo>
                <a:lnTo>
                  <a:pt x="88083" y="-283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710">
            <a:extLst xmlns:a="http://schemas.openxmlformats.org/drawingml/2006/main">
              <a:ext uri="{FF2B5EF4-FFF2-40B4-BE49-F238E27FC236}">
                <a16:creationId xmlns:a16="http://schemas.microsoft.com/office/drawing/2014/main" id="{344B9DFF-BE95-406D-A24A-65A84F46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29" y="18813855"/>
            <a:ext cx="163535" cy="47166"/>
          </a:xfrm>
          <a:custGeom xmlns:a="http://schemas.openxmlformats.org/drawingml/2006/main">
            <a:pathLst>
              <a:path w="163535" h="47166">
                <a:moveTo>
                  <a:pt x="0" y="0"/>
                </a:moveTo>
                <a:lnTo>
                  <a:pt x="0" y="18867"/>
                </a:lnTo>
                <a:lnTo>
                  <a:pt x="100646" y="18867"/>
                </a:lnTo>
                <a:lnTo>
                  <a:pt x="100646" y="0"/>
                </a:lnTo>
                <a:close/>
                <a:moveTo>
                  <a:pt x="88069" y="-28301"/>
                </a:moveTo>
                <a:lnTo>
                  <a:pt x="163535" y="9434"/>
                </a:lnTo>
                <a:lnTo>
                  <a:pt x="88069" y="47166"/>
                </a:lnTo>
                <a:lnTo>
                  <a:pt x="88069" y="-283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FB53BE52-B89E-4D46-81CF-D2E1685EF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2d7a75eac4c5d"/>
          <a:stretch xmlns:a="http://schemas.openxmlformats.org/drawingml/2006/main"/>
        </p:blipFill>
        <p:spPr>
          <a:xfrm xmlns:a="http://schemas.openxmlformats.org/drawingml/2006/main">
            <a:off x="13658850" y="18649950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816" name="text-712 Raw">
            <a:extLst xmlns:a="http://schemas.openxmlformats.org/drawingml/2006/main">
              <a:ext uri="{FF2B5EF4-FFF2-40B4-BE49-F238E27FC236}">
                <a16:creationId xmlns:a16="http://schemas.microsoft.com/office/drawing/2014/main" id="{80DD88B0-D5D0-40D4-AAA1-89002F49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8840" y="19886885"/>
            <a:ext cx="351737" cy="24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Raw</a:t>
            </a:r>
          </a:p>
        </p:txBody>
      </p:sp>
      <p:sp>
        <p:nvSpPr>
          <p:cNvPr id="817" name="text-713 Expert">
            <a:extLst xmlns:a="http://schemas.openxmlformats.org/drawingml/2006/main">
              <a:ext uri="{FF2B5EF4-FFF2-40B4-BE49-F238E27FC236}">
                <a16:creationId xmlns:a16="http://schemas.microsoft.com/office/drawing/2014/main" id="{B74A89D9-297E-4D76-AAAD-227EE358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457" y="19886362"/>
            <a:ext cx="603605" cy="246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818" name="text-714 Rollouts">
            <a:extLst xmlns:a="http://schemas.openxmlformats.org/drawingml/2006/main">
              <a:ext uri="{FF2B5EF4-FFF2-40B4-BE49-F238E27FC236}">
                <a16:creationId xmlns:a16="http://schemas.microsoft.com/office/drawing/2014/main" id="{22BB71FF-EED4-4F34-A203-06F89A0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5627" y="19886053"/>
            <a:ext cx="685176" cy="246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Rollouts</a:t>
            </a:r>
          </a:p>
        </p:txBody>
      </p:sp>
      <p:pic>
        <p:nvPic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15519196-AA8F-40E1-B293-77EA936AF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8890d83364091"/>
          <a:stretch xmlns:a="http://schemas.openxmlformats.org/drawingml/2006/main"/>
        </p:blipFill>
        <p:spPr>
          <a:xfrm xmlns:a="http://schemas.openxmlformats.org/drawingml/2006/main">
            <a:off x="10096500" y="19783425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D51A9EF4-265E-46C0-8AA6-924D872031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83b4bcff74c56"/>
          <a:stretch xmlns:a="http://schemas.openxmlformats.org/drawingml/2006/main"/>
        </p:blipFill>
        <p:spPr>
          <a:xfrm xmlns:a="http://schemas.openxmlformats.org/drawingml/2006/main">
            <a:off x="10045486" y="15208393"/>
            <a:ext cx="953898" cy="757685"/>
          </a:xfrm>
          <a:prstGeom xmlns:a="http://schemas.openxmlformats.org/drawingml/2006/main" prst="rect">
            <a:avLst/>
          </a:prstGeom>
        </p:spPr>
      </p:pic>
      <p:sp>
        <p:nvSpPr>
          <p:cNvPr id="821" name="path-717">
            <a:extLst xmlns:a="http://schemas.openxmlformats.org/drawingml/2006/main">
              <a:ext uri="{FF2B5EF4-FFF2-40B4-BE49-F238E27FC236}">
                <a16:creationId xmlns:a16="http://schemas.microsoft.com/office/drawing/2014/main" id="{D6A765AF-79F5-43A1-93F0-9D2613A7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993" y="19143709"/>
            <a:ext cx="4323217" cy="1383910"/>
          </a:xfrm>
          <a:custGeom xmlns:a="http://schemas.openxmlformats.org/drawingml/2006/main">
            <a:pathLst>
              <a:path w="4323217" h="1383910">
                <a:moveTo>
                  <a:pt x="0" y="181623"/>
                </a:moveTo>
                <a:cubicBezTo>
                  <a:pt x="0" y="81315"/>
                  <a:pt x="81316" y="0"/>
                  <a:pt x="181624" y="0"/>
                </a:cubicBezTo>
                <a:lnTo>
                  <a:pt x="4141593" y="0"/>
                </a:lnTo>
                <a:cubicBezTo>
                  <a:pt x="4241901" y="0"/>
                  <a:pt x="4323217" y="81315"/>
                  <a:pt x="4323217" y="181623"/>
                </a:cubicBezTo>
                <a:lnTo>
                  <a:pt x="4323217" y="1202286"/>
                </a:lnTo>
                <a:cubicBezTo>
                  <a:pt x="4323217" y="1302593"/>
                  <a:pt x="4241901" y="1383910"/>
                  <a:pt x="4141593" y="1383910"/>
                </a:cubicBezTo>
                <a:lnTo>
                  <a:pt x="181624" y="1383910"/>
                </a:lnTo>
                <a:cubicBezTo>
                  <a:pt x="81316" y="1383910"/>
                  <a:pt x="0" y="1302593"/>
                  <a:pt x="0" y="1202286"/>
                </a:cubicBezTo>
                <a:lnTo>
                  <a:pt x="0" y="18162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718">
            <a:extLst xmlns:a="http://schemas.openxmlformats.org/drawingml/2006/main">
              <a:ext uri="{FF2B5EF4-FFF2-40B4-BE49-F238E27FC236}">
                <a16:creationId xmlns:a16="http://schemas.microsoft.com/office/drawing/2014/main" id="{294B0873-D526-4812-A6FF-FB7056E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993" y="19143709"/>
            <a:ext cx="4323214" cy="1383910"/>
          </a:xfrm>
          <a:custGeom xmlns:a="http://schemas.openxmlformats.org/drawingml/2006/main">
            <a:pathLst>
              <a:path w="4323214" h="1383910">
                <a:moveTo>
                  <a:pt x="0" y="181624"/>
                </a:moveTo>
                <a:cubicBezTo>
                  <a:pt x="0" y="81316"/>
                  <a:pt x="81315" y="0"/>
                  <a:pt x="181623" y="0"/>
                </a:cubicBezTo>
                <a:lnTo>
                  <a:pt x="4141592" y="0"/>
                </a:lnTo>
                <a:cubicBezTo>
                  <a:pt x="4241898" y="0"/>
                  <a:pt x="4323214" y="81316"/>
                  <a:pt x="4323214" y="181624"/>
                </a:cubicBezTo>
                <a:lnTo>
                  <a:pt x="4323214" y="1202286"/>
                </a:lnTo>
                <a:cubicBezTo>
                  <a:pt x="4323214" y="1302593"/>
                  <a:pt x="4241898" y="1383910"/>
                  <a:pt x="4141592" y="1383910"/>
                </a:cubicBezTo>
                <a:lnTo>
                  <a:pt x="181623" y="1383910"/>
                </a:lnTo>
                <a:cubicBezTo>
                  <a:pt x="81315" y="1383910"/>
                  <a:pt x="0" y="1302593"/>
                  <a:pt x="0" y="1202286"/>
                </a:cubicBezTo>
                <a:lnTo>
                  <a:pt x="0" y="181624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823" name="text-719 High">
            <a:extLst xmlns:a="http://schemas.openxmlformats.org/drawingml/2006/main">
              <a:ext uri="{FF2B5EF4-FFF2-40B4-BE49-F238E27FC236}">
                <a16:creationId xmlns:a16="http://schemas.microsoft.com/office/drawing/2014/main" id="{F6E52EA3-00A2-4AB7-8339-F3F6650C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8092" y="19154052"/>
            <a:ext cx="528377" cy="316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High</a:t>
            </a:r>
          </a:p>
        </p:txBody>
      </p:sp>
      <p:sp>
        <p:nvSpPr>
          <p:cNvPr id="824" name="text-720 -">
            <a:extLst xmlns:a="http://schemas.openxmlformats.org/drawingml/2006/main">
              <a:ext uri="{FF2B5EF4-FFF2-40B4-BE49-F238E27FC236}">
                <a16:creationId xmlns:a16="http://schemas.microsoft.com/office/drawing/2014/main" id="{AD32D24A-1FDA-47C1-B4D1-1A7ADB1C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5479" y="19153786"/>
            <a:ext cx="135048" cy="31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25" name="text-721 Quality">
            <a:extLst xmlns:a="http://schemas.openxmlformats.org/drawingml/2006/main">
              <a:ext uri="{FF2B5EF4-FFF2-40B4-BE49-F238E27FC236}">
                <a16:creationId xmlns:a16="http://schemas.microsoft.com/office/drawing/2014/main" id="{697A2D2B-74A3-4FFE-8E00-615DAC1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9812" y="19153925"/>
            <a:ext cx="822147" cy="316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826" name="text-722 Expert">
            <a:extLst xmlns:a="http://schemas.openxmlformats.org/drawingml/2006/main">
              <a:ext uri="{FF2B5EF4-FFF2-40B4-BE49-F238E27FC236}">
                <a16:creationId xmlns:a16="http://schemas.microsoft.com/office/drawing/2014/main" id="{763784A8-4A09-4076-BF9E-ACB7FE05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8811" y="19153768"/>
            <a:ext cx="776326" cy="3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827" name="text-723 Trajectory">
            <a:extLst xmlns:a="http://schemas.openxmlformats.org/drawingml/2006/main">
              <a:ext uri="{FF2B5EF4-FFF2-40B4-BE49-F238E27FC236}">
                <a16:creationId xmlns:a16="http://schemas.microsoft.com/office/drawing/2014/main" id="{A6B19BF4-5AE0-4145-B51F-896EE46E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32216" y="19153567"/>
            <a:ext cx="1204239" cy="317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828" name="path-724">
            <a:extLst xmlns:a="http://schemas.openxmlformats.org/drawingml/2006/main">
              <a:ext uri="{FF2B5EF4-FFF2-40B4-BE49-F238E27FC236}">
                <a16:creationId xmlns:a16="http://schemas.microsoft.com/office/drawing/2014/main" id="{C5947502-BBF1-4557-AE42-85E038D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6490" y="14987190"/>
            <a:ext cx="3875371" cy="1426968"/>
          </a:xfrm>
          <a:custGeom xmlns:a="http://schemas.openxmlformats.org/drawingml/2006/main">
            <a:pathLst>
              <a:path w="3875371" h="1426968">
                <a:moveTo>
                  <a:pt x="0" y="187275"/>
                </a:moveTo>
                <a:cubicBezTo>
                  <a:pt x="0" y="83845"/>
                  <a:pt x="83842" y="0"/>
                  <a:pt x="187269" y="0"/>
                </a:cubicBezTo>
                <a:lnTo>
                  <a:pt x="3688089" y="0"/>
                </a:lnTo>
                <a:cubicBezTo>
                  <a:pt x="3791516" y="0"/>
                  <a:pt x="3875371" y="83845"/>
                  <a:pt x="3875371" y="187275"/>
                </a:cubicBezTo>
                <a:lnTo>
                  <a:pt x="3875371" y="1239692"/>
                </a:lnTo>
                <a:cubicBezTo>
                  <a:pt x="3875371" y="1343122"/>
                  <a:pt x="3791516" y="1426968"/>
                  <a:pt x="3688089" y="1426968"/>
                </a:cubicBezTo>
                <a:lnTo>
                  <a:pt x="187269" y="1426968"/>
                </a:lnTo>
                <a:cubicBezTo>
                  <a:pt x="83842" y="1426968"/>
                  <a:pt x="0" y="1343122"/>
                  <a:pt x="0" y="1239692"/>
                </a:cubicBezTo>
                <a:lnTo>
                  <a:pt x="0" y="18727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path-725">
            <a:extLst xmlns:a="http://schemas.openxmlformats.org/drawingml/2006/main">
              <a:ext uri="{FF2B5EF4-FFF2-40B4-BE49-F238E27FC236}">
                <a16:creationId xmlns:a16="http://schemas.microsoft.com/office/drawing/2014/main" id="{8EDCB06B-BB6C-4537-A086-94E75048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6490" y="14987190"/>
            <a:ext cx="3875374" cy="1426968"/>
          </a:xfrm>
          <a:custGeom xmlns:a="http://schemas.openxmlformats.org/drawingml/2006/main">
            <a:pathLst>
              <a:path w="3875374" h="1426968">
                <a:moveTo>
                  <a:pt x="0" y="187276"/>
                </a:moveTo>
                <a:cubicBezTo>
                  <a:pt x="0" y="83847"/>
                  <a:pt x="83847" y="0"/>
                  <a:pt x="187276" y="0"/>
                </a:cubicBezTo>
                <a:lnTo>
                  <a:pt x="3688099" y="0"/>
                </a:lnTo>
                <a:cubicBezTo>
                  <a:pt x="3791529" y="0"/>
                  <a:pt x="3875374" y="83847"/>
                  <a:pt x="3875374" y="187276"/>
                </a:cubicBezTo>
                <a:lnTo>
                  <a:pt x="3875374" y="1239693"/>
                </a:lnTo>
                <a:cubicBezTo>
                  <a:pt x="3875374" y="1343123"/>
                  <a:pt x="3791529" y="1426968"/>
                  <a:pt x="3688099" y="1426968"/>
                </a:cubicBezTo>
                <a:lnTo>
                  <a:pt x="187276" y="1426968"/>
                </a:lnTo>
                <a:cubicBezTo>
                  <a:pt x="83847" y="1426968"/>
                  <a:pt x="0" y="1343123"/>
                  <a:pt x="0" y="1239693"/>
                </a:cubicBezTo>
                <a:lnTo>
                  <a:pt x="0" y="187276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830" name="text-726 Answer">
            <a:extLst xmlns:a="http://schemas.openxmlformats.org/drawingml/2006/main">
              <a:ext uri="{FF2B5EF4-FFF2-40B4-BE49-F238E27FC236}">
                <a16:creationId xmlns:a16="http://schemas.microsoft.com/office/drawing/2014/main" id="{D62E84EA-7648-4008-B0A2-55E0696B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8062" y="15000185"/>
            <a:ext cx="822376" cy="316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831" name="text-727 Correctness">
            <a:extLst xmlns:a="http://schemas.openxmlformats.org/drawingml/2006/main">
              <a:ext uri="{FF2B5EF4-FFF2-40B4-BE49-F238E27FC236}">
                <a16:creationId xmlns:a16="http://schemas.microsoft.com/office/drawing/2014/main" id="{9B6E2541-7DAE-4EE8-A36A-407B248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061" y="15000042"/>
            <a:ext cx="1323956" cy="31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Correctness</a:t>
            </a:r>
          </a:p>
        </p:txBody>
      </p:sp>
      <p:sp>
        <p:nvSpPr>
          <p:cNvPr id="832" name="text-728 Judge">
            <a:extLst xmlns:a="http://schemas.openxmlformats.org/drawingml/2006/main">
              <a:ext uri="{FF2B5EF4-FFF2-40B4-BE49-F238E27FC236}">
                <a16:creationId xmlns:a16="http://schemas.microsoft.com/office/drawing/2014/main" id="{8D812526-D9D3-45AE-BD61-CD9A02CC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7598" y="14999878"/>
            <a:ext cx="686858" cy="31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sp>
        <p:nvSpPr>
          <p:cNvPr id="833" name="text-729 Final">
            <a:extLst xmlns:a="http://schemas.openxmlformats.org/drawingml/2006/main">
              <a:ext uri="{FF2B5EF4-FFF2-40B4-BE49-F238E27FC236}">
                <a16:creationId xmlns:a16="http://schemas.microsoft.com/office/drawing/2014/main" id="{6CB437E6-DB1A-45D8-A839-7A810A68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6566" y="15507693"/>
            <a:ext cx="536877" cy="316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834" name="text-730 Answer">
            <a:extLst xmlns:a="http://schemas.openxmlformats.org/drawingml/2006/main">
              <a:ext uri="{FF2B5EF4-FFF2-40B4-BE49-F238E27FC236}">
                <a16:creationId xmlns:a16="http://schemas.microsoft.com/office/drawing/2014/main" id="{1767801D-F9D0-4795-A475-58E6151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19420" y="15507317"/>
            <a:ext cx="822376" cy="316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835" name="text-731 must">
            <a:extLst xmlns:a="http://schemas.openxmlformats.org/drawingml/2006/main">
              <a:ext uri="{FF2B5EF4-FFF2-40B4-BE49-F238E27FC236}">
                <a16:creationId xmlns:a16="http://schemas.microsoft.com/office/drawing/2014/main" id="{1E8C9D9B-326C-4FBF-805B-19ED0DF6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8419" y="15507141"/>
            <a:ext cx="551435" cy="317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must</a:t>
            </a:r>
          </a:p>
        </p:txBody>
      </p:sp>
      <p:sp>
        <p:nvSpPr>
          <p:cNvPr id="836" name="text-732 Match">
            <a:extLst xmlns:a="http://schemas.openxmlformats.org/drawingml/2006/main">
              <a:ext uri="{FF2B5EF4-FFF2-40B4-BE49-F238E27FC236}">
                <a16:creationId xmlns:a16="http://schemas.microsoft.com/office/drawing/2014/main" id="{DB349719-2522-42FD-A01B-E3EE192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5321" y="15784770"/>
            <a:ext cx="710756" cy="31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Match</a:t>
            </a:r>
          </a:p>
        </p:txBody>
      </p:sp>
      <p:sp>
        <p:nvSpPr>
          <p:cNvPr id="837" name="text-733 ground">
            <a:extLst xmlns:a="http://schemas.openxmlformats.org/drawingml/2006/main">
              <a:ext uri="{FF2B5EF4-FFF2-40B4-BE49-F238E27FC236}">
                <a16:creationId xmlns:a16="http://schemas.microsoft.com/office/drawing/2014/main" id="{4DB70F06-E664-4C1B-946A-0EC4A09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2693" y="15785255"/>
            <a:ext cx="756892" cy="316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</a:t>
            </a:r>
          </a:p>
        </p:txBody>
      </p:sp>
      <p:sp>
        <p:nvSpPr>
          <p:cNvPr id="838" name="text-734 truth">
            <a:extLst xmlns:a="http://schemas.openxmlformats.org/drawingml/2006/main">
              <a:ext uri="{FF2B5EF4-FFF2-40B4-BE49-F238E27FC236}">
                <a16:creationId xmlns:a16="http://schemas.microsoft.com/office/drawing/2014/main" id="{98DAFCE5-983F-47C4-89CC-DE33B151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77231" y="15784747"/>
            <a:ext cx="611868" cy="31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truth</a:t>
            </a:r>
          </a:p>
        </p:txBody>
      </p:sp>
      <p:sp>
        <p:nvSpPr>
          <p:cNvPr id="839" name="text-735 A">
            <a:extLst xmlns:a="http://schemas.openxmlformats.org/drawingml/2006/main">
              <a:ext uri="{FF2B5EF4-FFF2-40B4-BE49-F238E27FC236}">
                <a16:creationId xmlns:a16="http://schemas.microsoft.com/office/drawing/2014/main" id="{7ABB4402-8737-4519-8E44-D72A3C1F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15553" y="15781925"/>
            <a:ext cx="206364" cy="317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840" name="text-736 A">
            <a:extLst xmlns:a="http://schemas.openxmlformats.org/drawingml/2006/main">
              <a:ext uri="{FF2B5EF4-FFF2-40B4-BE49-F238E27FC236}">
                <a16:creationId xmlns:a16="http://schemas.microsoft.com/office/drawing/2014/main" id="{0A076BFD-8066-4B3F-9F52-9E716072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15553" y="15781925"/>
            <a:ext cx="206364" cy="317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841" name="path-737">
            <a:extLst xmlns:a="http://schemas.openxmlformats.org/drawingml/2006/main">
              <a:ext uri="{FF2B5EF4-FFF2-40B4-BE49-F238E27FC236}">
                <a16:creationId xmlns:a16="http://schemas.microsoft.com/office/drawing/2014/main" id="{298D7E9C-8E3D-41EF-AFB5-54537BF2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058" y="17212970"/>
            <a:ext cx="3875386" cy="1691788"/>
          </a:xfrm>
          <a:custGeom xmlns:a="http://schemas.openxmlformats.org/drawingml/2006/main">
            <a:pathLst>
              <a:path w="3875386" h="1691788">
                <a:moveTo>
                  <a:pt x="0" y="222030"/>
                </a:moveTo>
                <a:cubicBezTo>
                  <a:pt x="0" y="99407"/>
                  <a:pt x="99415" y="0"/>
                  <a:pt x="222036" y="0"/>
                </a:cubicBezTo>
                <a:lnTo>
                  <a:pt x="3653350" y="0"/>
                </a:lnTo>
                <a:cubicBezTo>
                  <a:pt x="3775970" y="0"/>
                  <a:pt x="3875386" y="99407"/>
                  <a:pt x="3875386" y="222030"/>
                </a:cubicBezTo>
                <a:lnTo>
                  <a:pt x="3875386" y="1469759"/>
                </a:lnTo>
                <a:cubicBezTo>
                  <a:pt x="3875386" y="1592382"/>
                  <a:pt x="3775970" y="1691788"/>
                  <a:pt x="3653350" y="1691788"/>
                </a:cubicBezTo>
                <a:lnTo>
                  <a:pt x="222036" y="1691788"/>
                </a:lnTo>
                <a:cubicBezTo>
                  <a:pt x="99415" y="1691788"/>
                  <a:pt x="0" y="1592382"/>
                  <a:pt x="0" y="1469759"/>
                </a:cubicBezTo>
                <a:lnTo>
                  <a:pt x="0" y="222030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738">
            <a:extLst xmlns:a="http://schemas.openxmlformats.org/drawingml/2006/main">
              <a:ext uri="{FF2B5EF4-FFF2-40B4-BE49-F238E27FC236}">
                <a16:creationId xmlns:a16="http://schemas.microsoft.com/office/drawing/2014/main" id="{CFA3E0F2-3541-4276-BA77-4772C383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058" y="17212970"/>
            <a:ext cx="3875375" cy="1691786"/>
          </a:xfrm>
          <a:custGeom xmlns:a="http://schemas.openxmlformats.org/drawingml/2006/main">
            <a:pathLst>
              <a:path w="3875375" h="1691786">
                <a:moveTo>
                  <a:pt x="0" y="222029"/>
                </a:moveTo>
                <a:cubicBezTo>
                  <a:pt x="0" y="99405"/>
                  <a:pt x="99405" y="0"/>
                  <a:pt x="222029" y="0"/>
                </a:cubicBezTo>
                <a:lnTo>
                  <a:pt x="3653345" y="0"/>
                </a:lnTo>
                <a:cubicBezTo>
                  <a:pt x="3775969" y="0"/>
                  <a:pt x="3875375" y="99405"/>
                  <a:pt x="3875375" y="222029"/>
                </a:cubicBezTo>
                <a:lnTo>
                  <a:pt x="3875375" y="1469758"/>
                </a:lnTo>
                <a:cubicBezTo>
                  <a:pt x="3875375" y="1592380"/>
                  <a:pt x="3775969" y="1691786"/>
                  <a:pt x="3653345" y="1691786"/>
                </a:cubicBezTo>
                <a:lnTo>
                  <a:pt x="222029" y="1691786"/>
                </a:lnTo>
                <a:cubicBezTo>
                  <a:pt x="99405" y="1691786"/>
                  <a:pt x="0" y="1592380"/>
                  <a:pt x="0" y="1469758"/>
                </a:cubicBezTo>
                <a:lnTo>
                  <a:pt x="0" y="222029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843" name="text-739 →">
            <a:extLst xmlns:a="http://schemas.openxmlformats.org/drawingml/2006/main">
              <a:ext uri="{FF2B5EF4-FFF2-40B4-BE49-F238E27FC236}">
                <a16:creationId xmlns:a16="http://schemas.microsoft.com/office/drawing/2014/main" id="{B019ABB7-18DD-4333-8CF4-8DFD6FB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491494" y="16597457"/>
            <a:ext cx="415576" cy="493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3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844" name="text-740 Process">
            <a:extLst xmlns:a="http://schemas.openxmlformats.org/drawingml/2006/main">
              <a:ext uri="{FF2B5EF4-FFF2-40B4-BE49-F238E27FC236}">
                <a16:creationId xmlns:a16="http://schemas.microsoft.com/office/drawing/2014/main" id="{15A52C24-C889-4321-90FB-F7A642AB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3289" y="17245910"/>
            <a:ext cx="847342" cy="317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Process</a:t>
            </a:r>
          </a:p>
        </p:txBody>
      </p:sp>
      <p:sp>
        <p:nvSpPr>
          <p:cNvPr id="845" name="text-741 -">
            <a:extLst xmlns:a="http://schemas.openxmlformats.org/drawingml/2006/main">
              <a:ext uri="{FF2B5EF4-FFF2-40B4-BE49-F238E27FC236}">
                <a16:creationId xmlns:a16="http://schemas.microsoft.com/office/drawing/2014/main" id="{EC7BA9DB-A4B6-455B-A635-C33C777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09838" y="17245992"/>
            <a:ext cx="135048" cy="31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46" name="text-742 level">
            <a:extLst xmlns:a="http://schemas.openxmlformats.org/drawingml/2006/main">
              <a:ext uri="{FF2B5EF4-FFF2-40B4-BE49-F238E27FC236}">
                <a16:creationId xmlns:a16="http://schemas.microsoft.com/office/drawing/2014/main" id="{70D46552-FBF9-455E-8CB0-41A8668A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04171" y="17246154"/>
            <a:ext cx="522529" cy="31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level</a:t>
            </a:r>
          </a:p>
        </p:txBody>
      </p:sp>
      <p:sp>
        <p:nvSpPr>
          <p:cNvPr id="847" name="text-743 Judge">
            <a:extLst xmlns:a="http://schemas.openxmlformats.org/drawingml/2006/main">
              <a:ext uri="{FF2B5EF4-FFF2-40B4-BE49-F238E27FC236}">
                <a16:creationId xmlns:a16="http://schemas.microsoft.com/office/drawing/2014/main" id="{259A718F-CC7B-43D6-BBF8-C9FE65AD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52876" y="17245762"/>
            <a:ext cx="686858" cy="31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pic>
        <p:nvPic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EC255CEB-2802-44F3-BD8D-90E9B4392E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d87a5cdba43df"/>
          <a:stretch xmlns:a="http://schemas.openxmlformats.org/drawingml/2006/main"/>
        </p:blipFill>
        <p:spPr>
          <a:xfrm xmlns:a="http://schemas.openxmlformats.org/drawingml/2006/main">
            <a:off x="15011400" y="15411450"/>
            <a:ext cx="695325" cy="695325"/>
          </a:xfrm>
          <a:prstGeom xmlns:a="http://schemas.openxmlformats.org/drawingml/2006/main" prst="rect">
            <a:avLst/>
          </a:prstGeom>
        </p:spPr>
      </p:pic>
      <p:pic>
        <p:nvPic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78B204D3-947A-4450-B436-640EF38D6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071e0bf0c4e28"/>
          <a:stretch xmlns:a="http://schemas.openxmlformats.org/drawingml/2006/main"/>
        </p:blipFill>
        <p:spPr>
          <a:xfrm xmlns:a="http://schemas.openxmlformats.org/drawingml/2006/main">
            <a:off x="14859000" y="17621250"/>
            <a:ext cx="771525" cy="762000"/>
          </a:xfrm>
          <a:prstGeom xmlns:a="http://schemas.openxmlformats.org/drawingml/2006/main" prst="rect">
            <a:avLst/>
          </a:prstGeom>
        </p:spPr>
      </p:pic>
      <p:pic>
        <p:nvPic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7F90E92A-71B0-44CA-A9B4-085B2D9888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4fd1c337d419e"/>
          <a:stretch xmlns:a="http://schemas.openxmlformats.org/drawingml/2006/main"/>
        </p:blipFill>
        <p:spPr>
          <a:xfrm xmlns:a="http://schemas.openxmlformats.org/drawingml/2006/main">
            <a:off x="16954500" y="16563975"/>
            <a:ext cx="504825" cy="504825"/>
          </a:xfrm>
          <a:prstGeom xmlns:a="http://schemas.openxmlformats.org/drawingml/2006/main" prst="rect">
            <a:avLst/>
          </a:prstGeom>
        </p:spPr>
      </p:pic>
      <p:pic>
        <p:nvPic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EE3FE22F-FD2C-426F-B38D-FA4FC1510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9051d178746b3"/>
          <a:stretch xmlns:a="http://schemas.openxmlformats.org/drawingml/2006/main"/>
        </p:blipFill>
        <p:spPr>
          <a:xfrm xmlns:a="http://schemas.openxmlformats.org/drawingml/2006/main">
            <a:off x="15687675" y="17611725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852" name="text-748 At">
            <a:extLst xmlns:a="http://schemas.openxmlformats.org/drawingml/2006/main">
              <a:ext uri="{FF2B5EF4-FFF2-40B4-BE49-F238E27FC236}">
                <a16:creationId xmlns:a16="http://schemas.microsoft.com/office/drawing/2014/main" id="{46AC6BF0-93CF-4153-B188-CFAA1EA3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8577" y="17626860"/>
            <a:ext cx="278929" cy="28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853" name="text-748 least">
            <a:extLst xmlns:a="http://schemas.openxmlformats.org/drawingml/2006/main">
              <a:ext uri="{FF2B5EF4-FFF2-40B4-BE49-F238E27FC236}">
                <a16:creationId xmlns:a16="http://schemas.microsoft.com/office/drawing/2014/main" id="{A9D56598-0D4B-47A9-816E-B3572F0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00282" y="17627390"/>
            <a:ext cx="497225" cy="281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least</a:t>
            </a:r>
          </a:p>
        </p:txBody>
      </p:sp>
      <p:sp>
        <p:nvSpPr>
          <p:cNvPr id="854" name="text-748 one">
            <a:extLst xmlns:a="http://schemas.openxmlformats.org/drawingml/2006/main">
              <a:ext uri="{FF2B5EF4-FFF2-40B4-BE49-F238E27FC236}">
                <a16:creationId xmlns:a16="http://schemas.microsoft.com/office/drawing/2014/main" id="{15C554D5-6791-4A8B-BF79-843935B2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0377" y="17627635"/>
            <a:ext cx="357087" cy="281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855" name="text-748 tool">
            <a:extLst xmlns:a="http://schemas.openxmlformats.org/drawingml/2006/main">
              <a:ext uri="{FF2B5EF4-FFF2-40B4-BE49-F238E27FC236}">
                <a16:creationId xmlns:a16="http://schemas.microsoft.com/office/drawing/2014/main" id="{CE075020-0C4D-4FAA-AD38-B704DE5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00649" y="17628193"/>
            <a:ext cx="396123" cy="280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56" name="text-748 call">
            <a:extLst xmlns:a="http://schemas.openxmlformats.org/drawingml/2006/main">
              <a:ext uri="{FF2B5EF4-FFF2-40B4-BE49-F238E27FC236}">
                <a16:creationId xmlns:a16="http://schemas.microsoft.com/office/drawing/2014/main" id="{5B6B638E-63D2-42D8-BD1A-EBD72FF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0242" y="17626666"/>
            <a:ext cx="353935" cy="282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call</a:t>
            </a:r>
          </a:p>
        </p:txBody>
      </p:sp>
      <p:pic>
        <p:nvPic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0B4D2CC0-3316-4A43-9A74-11E287561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00de331ba4780"/>
          <a:stretch xmlns:a="http://schemas.openxmlformats.org/drawingml/2006/main"/>
        </p:blipFill>
        <p:spPr>
          <a:xfrm xmlns:a="http://schemas.openxmlformats.org/drawingml/2006/main">
            <a:off x="15687675" y="18030825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858" name="text-750 Logical">
            <a:extLst xmlns:a="http://schemas.openxmlformats.org/drawingml/2006/main">
              <a:ext uri="{FF2B5EF4-FFF2-40B4-BE49-F238E27FC236}">
                <a16:creationId xmlns:a16="http://schemas.microsoft.com/office/drawing/2014/main" id="{34406CD3-A2BE-47C2-9903-3B4A6F6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727" y="17955789"/>
            <a:ext cx="679532" cy="282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Logical</a:t>
            </a:r>
          </a:p>
        </p:txBody>
      </p:sp>
      <p:sp>
        <p:nvSpPr>
          <p:cNvPr id="859" name="text-750 consistency">
            <a:extLst xmlns:a="http://schemas.openxmlformats.org/drawingml/2006/main">
              <a:ext uri="{FF2B5EF4-FFF2-40B4-BE49-F238E27FC236}">
                <a16:creationId xmlns:a16="http://schemas.microsoft.com/office/drawing/2014/main" id="{A8222186-EFEB-4F87-95CD-250169BA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5592" y="17956505"/>
            <a:ext cx="1120808" cy="28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consistency</a:t>
            </a:r>
          </a:p>
        </p:txBody>
      </p:sp>
      <p:sp>
        <p:nvSpPr>
          <p:cNvPr id="860" name="text-751 with">
            <a:extLst xmlns:a="http://schemas.openxmlformats.org/drawingml/2006/main">
              <a:ext uri="{FF2B5EF4-FFF2-40B4-BE49-F238E27FC236}">
                <a16:creationId xmlns:a16="http://schemas.microsoft.com/office/drawing/2014/main" id="{8C5C6D99-4E01-4051-B9F1-CC5CCD17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727" y="18194640"/>
            <a:ext cx="441798" cy="282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861" name="text-751 tool">
            <a:extLst xmlns:a="http://schemas.openxmlformats.org/drawingml/2006/main">
              <a:ext uri="{FF2B5EF4-FFF2-40B4-BE49-F238E27FC236}">
                <a16:creationId xmlns:a16="http://schemas.microsoft.com/office/drawing/2014/main" id="{1E7D5BEA-335A-463C-8B00-8492B88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8104" y="18195668"/>
            <a:ext cx="396190" cy="28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62" name="text-751 observations">
            <a:extLst xmlns:a="http://schemas.openxmlformats.org/drawingml/2006/main">
              <a:ext uri="{FF2B5EF4-FFF2-40B4-BE49-F238E27FC236}">
                <a16:creationId xmlns:a16="http://schemas.microsoft.com/office/drawing/2014/main" id="{953080EF-6BCE-4A56-B387-E8BDB5FE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7799" y="18194954"/>
            <a:ext cx="1226830" cy="281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observations</a:t>
            </a:r>
          </a:p>
        </p:txBody>
      </p:sp>
      <p:pic>
        <p:nvPic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3BE9717F-9ED5-4294-94E2-475D6390E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d2c063b1f462a"/>
          <a:stretch xmlns:a="http://schemas.openxmlformats.org/drawingml/2006/main"/>
        </p:blipFill>
        <p:spPr>
          <a:xfrm xmlns:a="http://schemas.openxmlformats.org/drawingml/2006/main">
            <a:off x="15687675" y="18421350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864" name="text-753 No">
            <a:extLst xmlns:a="http://schemas.openxmlformats.org/drawingml/2006/main">
              <a:ext uri="{FF2B5EF4-FFF2-40B4-BE49-F238E27FC236}">
                <a16:creationId xmlns:a16="http://schemas.microsoft.com/office/drawing/2014/main" id="{4FB4D131-5A37-4828-AAF2-8450CA42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9192" y="18475537"/>
            <a:ext cx="302436" cy="281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865" name="text-753 ineffective">
            <a:extLst xmlns:a="http://schemas.openxmlformats.org/drawingml/2006/main">
              <a:ext uri="{FF2B5EF4-FFF2-40B4-BE49-F238E27FC236}">
                <a16:creationId xmlns:a16="http://schemas.microsoft.com/office/drawing/2014/main" id="{013BB59A-6C8B-4283-90B4-D8430146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4543" y="18475691"/>
            <a:ext cx="1085062" cy="281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ineffective</a:t>
            </a:r>
          </a:p>
        </p:txBody>
      </p:sp>
      <p:sp>
        <p:nvSpPr>
          <p:cNvPr id="866" name="text-753 repetition">
            <a:extLst xmlns:a="http://schemas.openxmlformats.org/drawingml/2006/main">
              <a:ext uri="{FF2B5EF4-FFF2-40B4-BE49-F238E27FC236}">
                <a16:creationId xmlns:a16="http://schemas.microsoft.com/office/drawing/2014/main" id="{AB48150C-ABFB-4244-A124-2A757F5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2956" y="18475895"/>
            <a:ext cx="973067" cy="281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repetition</a:t>
            </a:r>
          </a:p>
        </p:txBody>
      </p:sp>
      <p:pic>
        <p:nvPic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215454AC-2D09-4C84-8526-EA867AE03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cf83ff9834bfd"/>
          <a:stretch xmlns:a="http://schemas.openxmlformats.org/drawingml/2006/main"/>
        </p:blipFill>
        <p:spPr>
          <a:xfrm xmlns:a="http://schemas.openxmlformats.org/drawingml/2006/main">
            <a:off x="14849475" y="196215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868" name="text-755 36k">
            <a:extLst xmlns:a="http://schemas.openxmlformats.org/drawingml/2006/main">
              <a:ext uri="{FF2B5EF4-FFF2-40B4-BE49-F238E27FC236}">
                <a16:creationId xmlns:a16="http://schemas.microsoft.com/office/drawing/2014/main" id="{36CA3925-AE33-47CC-88FD-6B7657C2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19534331"/>
            <a:ext cx="340481" cy="24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36k</a:t>
            </a:r>
          </a:p>
        </p:txBody>
      </p:sp>
      <p:sp>
        <p:nvSpPr>
          <p:cNvPr id="869" name="text-756 36k">
            <a:extLst xmlns:a="http://schemas.openxmlformats.org/drawingml/2006/main">
              <a:ext uri="{FF2B5EF4-FFF2-40B4-BE49-F238E27FC236}">
                <a16:creationId xmlns:a16="http://schemas.microsoft.com/office/drawing/2014/main" id="{EAB82D48-5A3B-453E-BE66-264D1A0D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19534331"/>
            <a:ext cx="340481" cy="24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36k</a:t>
            </a:r>
          </a:p>
        </p:txBody>
      </p:sp>
      <p:sp>
        <p:nvSpPr>
          <p:cNvPr id="870" name="text-757 image">
            <a:extLst xmlns:a="http://schemas.openxmlformats.org/drawingml/2006/main">
              <a:ext uri="{FF2B5EF4-FFF2-40B4-BE49-F238E27FC236}">
                <a16:creationId xmlns:a16="http://schemas.microsoft.com/office/drawing/2014/main" id="{DB8E48DE-C76A-4559-9599-6525D5B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9746" y="19536829"/>
            <a:ext cx="495929" cy="245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871" name="text-758 Trajectories;">
            <a:extLst xmlns:a="http://schemas.openxmlformats.org/drawingml/2006/main">
              <a:ext uri="{FF2B5EF4-FFF2-40B4-BE49-F238E27FC236}">
                <a16:creationId xmlns:a16="http://schemas.microsoft.com/office/drawing/2014/main" id="{6E1FFC3D-75F6-4431-9CBB-0FAFEF69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5434" y="19536123"/>
            <a:ext cx="1128385" cy="246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Trajectories;</a:t>
            </a:r>
          </a:p>
        </p:txBody>
      </p:sp>
      <p:sp>
        <p:nvSpPr>
          <p:cNvPr id="872" name="text-759 37k">
            <a:extLst xmlns:a="http://schemas.openxmlformats.org/drawingml/2006/main">
              <a:ext uri="{FF2B5EF4-FFF2-40B4-BE49-F238E27FC236}">
                <a16:creationId xmlns:a16="http://schemas.microsoft.com/office/drawing/2014/main" id="{F7C839E3-2DE1-4C83-8D11-457088C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19748655"/>
            <a:ext cx="340481" cy="24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37k</a:t>
            </a:r>
          </a:p>
        </p:txBody>
      </p:sp>
      <p:sp>
        <p:nvSpPr>
          <p:cNvPr id="873" name="text-760 37k">
            <a:extLst xmlns:a="http://schemas.openxmlformats.org/drawingml/2006/main">
              <a:ext uri="{FF2B5EF4-FFF2-40B4-BE49-F238E27FC236}">
                <a16:creationId xmlns:a16="http://schemas.microsoft.com/office/drawing/2014/main" id="{EC6B1AE5-9A73-4085-A16A-999DD795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19748655"/>
            <a:ext cx="340481" cy="24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37k</a:t>
            </a:r>
          </a:p>
        </p:txBody>
      </p:sp>
      <p:sp>
        <p:nvSpPr>
          <p:cNvPr id="874" name="text-761 multi">
            <a:extLst xmlns:a="http://schemas.openxmlformats.org/drawingml/2006/main">
              <a:ext uri="{FF2B5EF4-FFF2-40B4-BE49-F238E27FC236}">
                <a16:creationId xmlns:a16="http://schemas.microsoft.com/office/drawing/2014/main" id="{2808A592-A580-4B0F-A787-3A5DA25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9746" y="19750300"/>
            <a:ext cx="441041" cy="246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875" name="text-762 -">
            <a:extLst xmlns:a="http://schemas.openxmlformats.org/drawingml/2006/main">
              <a:ext uri="{FF2B5EF4-FFF2-40B4-BE49-F238E27FC236}">
                <a16:creationId xmlns:a16="http://schemas.microsoft.com/office/drawing/2014/main" id="{8192F94A-3726-4B0E-A884-FDDE248E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8524" y="19750477"/>
            <a:ext cx="105037" cy="246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76" name="text-763 image">
            <a:extLst xmlns:a="http://schemas.openxmlformats.org/drawingml/2006/main">
              <a:ext uri="{FF2B5EF4-FFF2-40B4-BE49-F238E27FC236}">
                <a16:creationId xmlns:a16="http://schemas.microsoft.com/office/drawing/2014/main" id="{3E60F9A4-C530-401B-BCFC-F22A51B1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2419" y="19751153"/>
            <a:ext cx="495929" cy="245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877" name="text-764 Trajectories">
            <a:extLst xmlns:a="http://schemas.openxmlformats.org/drawingml/2006/main">
              <a:ext uri="{FF2B5EF4-FFF2-40B4-BE49-F238E27FC236}">
                <a16:creationId xmlns:a16="http://schemas.microsoft.com/office/drawing/2014/main" id="{D1A4219C-E81A-4727-B2C3-50566F73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8107" y="19750595"/>
            <a:ext cx="1074897" cy="24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Trajectories</a:t>
            </a:r>
          </a:p>
        </p:txBody>
      </p:sp>
      <p:sp>
        <p:nvSpPr>
          <p:cNvPr id="878" name="text-765 ;">
            <a:extLst xmlns:a="http://schemas.openxmlformats.org/drawingml/2006/main">
              <a:ext uri="{FF2B5EF4-FFF2-40B4-BE49-F238E27FC236}">
                <a16:creationId xmlns:a16="http://schemas.microsoft.com/office/drawing/2014/main" id="{DC7685EB-4BFD-4489-ACBB-DC0E3D52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22061" y="19750332"/>
            <a:ext cx="84342" cy="24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;</a:t>
            </a:r>
          </a:p>
        </p:txBody>
      </p:sp>
      <p:sp>
        <p:nvSpPr>
          <p:cNvPr id="879" name="text-766 35k">
            <a:extLst xmlns:a="http://schemas.openxmlformats.org/drawingml/2006/main">
              <a:ext uri="{FF2B5EF4-FFF2-40B4-BE49-F238E27FC236}">
                <a16:creationId xmlns:a16="http://schemas.microsoft.com/office/drawing/2014/main" id="{E8BA3D7B-65B4-4E4C-8764-3483A1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19962979"/>
            <a:ext cx="340481" cy="24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35k</a:t>
            </a:r>
          </a:p>
        </p:txBody>
      </p:sp>
      <p:sp>
        <p:nvSpPr>
          <p:cNvPr id="880" name="text-767 35k">
            <a:extLst xmlns:a="http://schemas.openxmlformats.org/drawingml/2006/main">
              <a:ext uri="{FF2B5EF4-FFF2-40B4-BE49-F238E27FC236}">
                <a16:creationId xmlns:a16="http://schemas.microsoft.com/office/drawing/2014/main" id="{C0881D7D-6CB1-4B46-B7A9-1245D79C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19962979"/>
            <a:ext cx="340481" cy="24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35k</a:t>
            </a:r>
          </a:p>
        </p:txBody>
      </p:sp>
      <p:sp>
        <p:nvSpPr>
          <p:cNvPr id="881" name="text-768 video">
            <a:extLst xmlns:a="http://schemas.openxmlformats.org/drawingml/2006/main">
              <a:ext uri="{FF2B5EF4-FFF2-40B4-BE49-F238E27FC236}">
                <a16:creationId xmlns:a16="http://schemas.microsoft.com/office/drawing/2014/main" id="{C1C457E8-1241-4005-B46C-466709E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9746" y="19965406"/>
            <a:ext cx="457594" cy="245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882" name="text-769 Trajectories">
            <a:extLst xmlns:a="http://schemas.openxmlformats.org/drawingml/2006/main">
              <a:ext uri="{FF2B5EF4-FFF2-40B4-BE49-F238E27FC236}">
                <a16:creationId xmlns:a16="http://schemas.microsoft.com/office/drawing/2014/main" id="{9CEC395D-AC4E-4EFC-B8A8-DEE6A08C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7701" y="19964919"/>
            <a:ext cx="1074897" cy="24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Trajectories</a:t>
            </a:r>
          </a:p>
        </p:txBody>
      </p:sp>
      <p:sp>
        <p:nvSpPr>
          <p:cNvPr id="883" name="text-770 ;">
            <a:extLst xmlns:a="http://schemas.openxmlformats.org/drawingml/2006/main">
              <a:ext uri="{FF2B5EF4-FFF2-40B4-BE49-F238E27FC236}">
                <a16:creationId xmlns:a16="http://schemas.microsoft.com/office/drawing/2014/main" id="{8945AA9A-0299-444A-95E7-B34A0F3E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1656" y="19964656"/>
            <a:ext cx="84342" cy="24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;</a:t>
            </a:r>
          </a:p>
        </p:txBody>
      </p:sp>
      <p:sp>
        <p:nvSpPr>
          <p:cNvPr id="884" name="text-771 Avg">
            <a:extLst xmlns:a="http://schemas.openxmlformats.org/drawingml/2006/main">
              <a:ext uri="{FF2B5EF4-FFF2-40B4-BE49-F238E27FC236}">
                <a16:creationId xmlns:a16="http://schemas.microsoft.com/office/drawing/2014/main" id="{EC6B51E4-6465-49D0-90CD-FC9200C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8136" y="20176437"/>
            <a:ext cx="338904" cy="246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Avg</a:t>
            </a:r>
          </a:p>
        </p:txBody>
      </p:sp>
      <p:sp>
        <p:nvSpPr>
          <p:cNvPr id="885" name="text-772 10.1">
            <a:extLst xmlns:a="http://schemas.openxmlformats.org/drawingml/2006/main">
              <a:ext uri="{FF2B5EF4-FFF2-40B4-BE49-F238E27FC236}">
                <a16:creationId xmlns:a16="http://schemas.microsoft.com/office/drawing/2014/main" id="{9C4F8C26-4E79-4139-B53B-D4C40B0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6603" y="20174163"/>
            <a:ext cx="340531" cy="245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10.1</a:t>
            </a:r>
          </a:p>
        </p:txBody>
      </p:sp>
      <p:sp>
        <p:nvSpPr>
          <p:cNvPr id="886" name="text-773 10.1">
            <a:extLst xmlns:a="http://schemas.openxmlformats.org/drawingml/2006/main">
              <a:ext uri="{FF2B5EF4-FFF2-40B4-BE49-F238E27FC236}">
                <a16:creationId xmlns:a16="http://schemas.microsoft.com/office/drawing/2014/main" id="{EC4B0F53-BC78-4007-BB17-CD4E8AD9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6603" y="20174163"/>
            <a:ext cx="340531" cy="245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10.1</a:t>
            </a:r>
          </a:p>
        </p:txBody>
      </p:sp>
      <p:sp>
        <p:nvSpPr>
          <p:cNvPr id="887" name="text-774 tool">
            <a:extLst xmlns:a="http://schemas.openxmlformats.org/drawingml/2006/main">
              <a:ext uri="{FF2B5EF4-FFF2-40B4-BE49-F238E27FC236}">
                <a16:creationId xmlns:a16="http://schemas.microsoft.com/office/drawing/2014/main" id="{2CBD4758-4856-46D6-A5FA-5FE7DDC4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6640" y="20175602"/>
            <a:ext cx="349016" cy="24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88" name="text-774 turns">
            <a:extLst xmlns:a="http://schemas.openxmlformats.org/drawingml/2006/main">
              <a:ext uri="{FF2B5EF4-FFF2-40B4-BE49-F238E27FC236}">
                <a16:creationId xmlns:a16="http://schemas.microsoft.com/office/drawing/2014/main" id="{DB6F6608-6AFA-4A82-8891-FB34E571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06250" y="20175688"/>
            <a:ext cx="469813" cy="24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turns</a:t>
            </a:r>
          </a:p>
        </p:txBody>
      </p:sp>
      <p:pic>
        <p:nvPic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345DBA91-831C-4DA5-9C16-6E80047177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621250ac34644"/>
          <a:stretch xmlns:a="http://schemas.openxmlformats.org/drawingml/2006/main"/>
        </p:blipFill>
        <p:spPr>
          <a:xfrm xmlns:a="http://schemas.openxmlformats.org/drawingml/2006/main">
            <a:off x="7283409" y="14849174"/>
            <a:ext cx="667124" cy="603732"/>
          </a:xfrm>
          <a:prstGeom xmlns:a="http://schemas.openxmlformats.org/drawingml/2006/main" prst="rect">
            <a:avLst/>
          </a:prstGeom>
        </p:spPr>
      </p:pic>
      <p:pic>
        <p:nvPic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6F7CEC5D-9B41-4165-968F-A226F760E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cb76f62624e01"/>
          <a:stretch xmlns:a="http://schemas.openxmlformats.org/drawingml/2006/main"/>
        </p:blipFill>
        <p:spPr>
          <a:xfrm xmlns:a="http://schemas.openxmlformats.org/drawingml/2006/main">
            <a:off x="6219825" y="15592425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C45B08AB-DF63-4C8D-91C7-945E16637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2e2530a594fc5"/>
          <a:stretch xmlns:a="http://schemas.openxmlformats.org/drawingml/2006/main"/>
        </p:blipFill>
        <p:spPr>
          <a:xfrm xmlns:a="http://schemas.openxmlformats.org/drawingml/2006/main">
            <a:off x="6229350" y="166973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D0B26632-09D6-40EA-B1B3-EB743AE45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5bb75ca5a442b"/>
          <a:stretch xmlns:a="http://schemas.openxmlformats.org/drawingml/2006/main"/>
        </p:blipFill>
        <p:spPr>
          <a:xfrm xmlns:a="http://schemas.openxmlformats.org/drawingml/2006/main">
            <a:off x="7496175" y="16278225"/>
            <a:ext cx="352425" cy="342900"/>
          </a:xfrm>
          <a:prstGeom xmlns:a="http://schemas.openxmlformats.org/drawingml/2006/main" prst="rect">
            <a:avLst/>
          </a:prstGeom>
        </p:spPr>
      </p:pic>
      <p:sp>
        <p:nvSpPr>
          <p:cNvPr id="893" name="path-779">
            <a:extLst xmlns:a="http://schemas.openxmlformats.org/drawingml/2006/main">
              <a:ext uri="{FF2B5EF4-FFF2-40B4-BE49-F238E27FC236}">
                <a16:creationId xmlns:a16="http://schemas.microsoft.com/office/drawing/2014/main" id="{740D1851-C32F-48A1-BEE6-4728D763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10" y="18222434"/>
            <a:ext cx="2342329" cy="1226004"/>
          </a:xfrm>
          <a:custGeom xmlns:a="http://schemas.openxmlformats.org/drawingml/2006/main">
            <a:pathLst>
              <a:path w="2342329" h="1226004">
                <a:moveTo>
                  <a:pt x="0" y="160903"/>
                </a:moveTo>
                <a:cubicBezTo>
                  <a:pt x="0" y="72039"/>
                  <a:pt x="72038" y="0"/>
                  <a:pt x="160902" y="0"/>
                </a:cubicBezTo>
                <a:lnTo>
                  <a:pt x="2181426" y="0"/>
                </a:lnTo>
                <a:cubicBezTo>
                  <a:pt x="2270290" y="0"/>
                  <a:pt x="2342329" y="72039"/>
                  <a:pt x="2342329" y="160903"/>
                </a:cubicBezTo>
                <a:lnTo>
                  <a:pt x="2342329" y="1065102"/>
                </a:lnTo>
                <a:cubicBezTo>
                  <a:pt x="2342329" y="1153964"/>
                  <a:pt x="2270290" y="1226004"/>
                  <a:pt x="2181426" y="1226004"/>
                </a:cubicBezTo>
                <a:lnTo>
                  <a:pt x="160902" y="1226004"/>
                </a:lnTo>
                <a:cubicBezTo>
                  <a:pt x="72038" y="1226004"/>
                  <a:pt x="0" y="1153964"/>
                  <a:pt x="0" y="1065102"/>
                </a:cubicBezTo>
                <a:lnTo>
                  <a:pt x="0" y="16090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780">
            <a:extLst xmlns:a="http://schemas.openxmlformats.org/drawingml/2006/main">
              <a:ext uri="{FF2B5EF4-FFF2-40B4-BE49-F238E27FC236}">
                <a16:creationId xmlns:a16="http://schemas.microsoft.com/office/drawing/2014/main" id="{C6DD960B-EFC2-4CDC-BDEE-9D9E12E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10" y="18222434"/>
            <a:ext cx="2342328" cy="1226004"/>
          </a:xfrm>
          <a:custGeom xmlns:a="http://schemas.openxmlformats.org/drawingml/2006/main">
            <a:pathLst>
              <a:path w="2342328" h="1226004">
                <a:moveTo>
                  <a:pt x="0" y="160902"/>
                </a:moveTo>
                <a:cubicBezTo>
                  <a:pt x="0" y="72038"/>
                  <a:pt x="72038" y="0"/>
                  <a:pt x="160902" y="0"/>
                </a:cubicBezTo>
                <a:lnTo>
                  <a:pt x="2181426" y="0"/>
                </a:lnTo>
                <a:cubicBezTo>
                  <a:pt x="2270290" y="0"/>
                  <a:pt x="2342328" y="72038"/>
                  <a:pt x="2342328" y="160902"/>
                </a:cubicBezTo>
                <a:lnTo>
                  <a:pt x="2342328" y="1065101"/>
                </a:lnTo>
                <a:cubicBezTo>
                  <a:pt x="2342328" y="1153964"/>
                  <a:pt x="2270290" y="1226004"/>
                  <a:pt x="2181426" y="1226004"/>
                </a:cubicBezTo>
                <a:lnTo>
                  <a:pt x="160902" y="1226004"/>
                </a:lnTo>
                <a:cubicBezTo>
                  <a:pt x="72038" y="1226004"/>
                  <a:pt x="0" y="1153964"/>
                  <a:pt x="0" y="1065101"/>
                </a:cubicBezTo>
                <a:lnTo>
                  <a:pt x="0" y="160902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895" name="path-781">
            <a:extLst xmlns:a="http://schemas.openxmlformats.org/drawingml/2006/main">
              <a:ext uri="{FF2B5EF4-FFF2-40B4-BE49-F238E27FC236}">
                <a16:creationId xmlns:a16="http://schemas.microsoft.com/office/drawing/2014/main" id="{DFAE6F4D-C2D4-4948-8BE6-5C28E22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664" y="18224789"/>
            <a:ext cx="2542021" cy="1226004"/>
          </a:xfrm>
          <a:custGeom xmlns:a="http://schemas.openxmlformats.org/drawingml/2006/main">
            <a:pathLst>
              <a:path w="2542021" h="1226004">
                <a:moveTo>
                  <a:pt x="0" y="160902"/>
                </a:moveTo>
                <a:cubicBezTo>
                  <a:pt x="0" y="72039"/>
                  <a:pt x="72038" y="0"/>
                  <a:pt x="160900" y="0"/>
                </a:cubicBezTo>
                <a:lnTo>
                  <a:pt x="2381121" y="0"/>
                </a:lnTo>
                <a:cubicBezTo>
                  <a:pt x="2469984" y="0"/>
                  <a:pt x="2542021" y="72039"/>
                  <a:pt x="2542021" y="160902"/>
                </a:cubicBezTo>
                <a:lnTo>
                  <a:pt x="2542021" y="1065105"/>
                </a:lnTo>
                <a:cubicBezTo>
                  <a:pt x="2542021" y="1153966"/>
                  <a:pt x="2469984" y="1226004"/>
                  <a:pt x="2381121" y="1226004"/>
                </a:cubicBezTo>
                <a:lnTo>
                  <a:pt x="160900" y="1226004"/>
                </a:lnTo>
                <a:cubicBezTo>
                  <a:pt x="72038" y="1226004"/>
                  <a:pt x="0" y="1153966"/>
                  <a:pt x="0" y="1065105"/>
                </a:cubicBezTo>
                <a:lnTo>
                  <a:pt x="0" y="160902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782">
            <a:extLst xmlns:a="http://schemas.openxmlformats.org/drawingml/2006/main">
              <a:ext uri="{FF2B5EF4-FFF2-40B4-BE49-F238E27FC236}">
                <a16:creationId xmlns:a16="http://schemas.microsoft.com/office/drawing/2014/main" id="{591435CE-8831-429C-8919-3DFE15E1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664" y="18224789"/>
            <a:ext cx="2542020" cy="1226004"/>
          </a:xfrm>
          <a:custGeom xmlns:a="http://schemas.openxmlformats.org/drawingml/2006/main">
            <a:pathLst>
              <a:path w="2542020" h="1226004">
                <a:moveTo>
                  <a:pt x="0" y="160900"/>
                </a:moveTo>
                <a:cubicBezTo>
                  <a:pt x="0" y="72038"/>
                  <a:pt x="72038" y="0"/>
                  <a:pt x="160900" y="0"/>
                </a:cubicBezTo>
                <a:lnTo>
                  <a:pt x="2381120" y="0"/>
                </a:lnTo>
                <a:cubicBezTo>
                  <a:pt x="2469983" y="0"/>
                  <a:pt x="2542020" y="72038"/>
                  <a:pt x="2542020" y="160900"/>
                </a:cubicBezTo>
                <a:lnTo>
                  <a:pt x="2542020" y="1065102"/>
                </a:lnTo>
                <a:cubicBezTo>
                  <a:pt x="2542020" y="1153964"/>
                  <a:pt x="2469983" y="1226004"/>
                  <a:pt x="2381120" y="1226004"/>
                </a:cubicBezTo>
                <a:lnTo>
                  <a:pt x="160900" y="1226004"/>
                </a:lnTo>
                <a:cubicBezTo>
                  <a:pt x="72038" y="1226004"/>
                  <a:pt x="0" y="1153964"/>
                  <a:pt x="0" y="1065102"/>
                </a:cubicBezTo>
                <a:lnTo>
                  <a:pt x="0" y="160900"/>
                </a:lnTo>
              </a:path>
            </a:pathLst>
          </a:custGeom>
          <a:noFill xmlns:a="http://schemas.openxmlformats.org/drawingml/2006/main"/>
          <a:ln xmlns:a="http://schemas.openxmlformats.org/drawingml/2006/main" w="14150">
            <a:solidFill>
              <a:srgbClr val="1F5FBF"/>
            </a:solidFill>
            <a:prstDash val="solid"/>
          </a:ln>
        </p:spPr>
      </p:sp>
      <p:sp>
        <p:nvSpPr>
          <p:cNvPr id="897" name="text-783 What">
            <a:extLst xmlns:a="http://schemas.openxmlformats.org/drawingml/2006/main">
              <a:ext uri="{FF2B5EF4-FFF2-40B4-BE49-F238E27FC236}">
                <a16:creationId xmlns:a16="http://schemas.microsoft.com/office/drawing/2014/main" id="{493A94A5-9BF4-4C7C-9A48-BF864DC8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026" y="18288076"/>
            <a:ext cx="383978" cy="193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898" name="text-783 well">
            <a:extLst xmlns:a="http://schemas.openxmlformats.org/drawingml/2006/main">
              <a:ext uri="{FF2B5EF4-FFF2-40B4-BE49-F238E27FC236}">
                <a16:creationId xmlns:a16="http://schemas.microsoft.com/office/drawing/2014/main" id="{D279A122-DA83-479E-BAD7-A9005DC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250" y="18288246"/>
            <a:ext cx="270321" cy="193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well</a:t>
            </a:r>
          </a:p>
        </p:txBody>
      </p:sp>
      <p:sp>
        <p:nvSpPr>
          <p:cNvPr id="899" name="text-784 -">
            <a:extLst xmlns:a="http://schemas.openxmlformats.org/drawingml/2006/main">
              <a:ext uri="{FF2B5EF4-FFF2-40B4-BE49-F238E27FC236}">
                <a16:creationId xmlns:a16="http://schemas.microsoft.com/office/drawing/2014/main" id="{75BD92D8-DCD2-43A0-BDE6-C508E240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636" y="18287934"/>
            <a:ext cx="82530" cy="193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00" name="text-785 known">
            <a:extLst xmlns:a="http://schemas.openxmlformats.org/drawingml/2006/main">
              <a:ext uri="{FF2B5EF4-FFF2-40B4-BE49-F238E27FC236}">
                <a16:creationId xmlns:a16="http://schemas.microsoft.com/office/drawing/2014/main" id="{DE9986D0-4494-4CF3-96CC-44DA2F73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809" y="18287915"/>
            <a:ext cx="411671" cy="193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known</a:t>
            </a:r>
          </a:p>
        </p:txBody>
      </p:sp>
      <p:sp>
        <p:nvSpPr>
          <p:cNvPr id="901" name="text-785 venture">
            <a:extLst xmlns:a="http://schemas.openxmlformats.org/drawingml/2006/main">
              <a:ext uri="{FF2B5EF4-FFF2-40B4-BE49-F238E27FC236}">
                <a16:creationId xmlns:a16="http://schemas.microsoft.com/office/drawing/2014/main" id="{E1F379FB-3B8C-46AA-901D-5586DE5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327" y="18288109"/>
            <a:ext cx="518780" cy="193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venture</a:t>
            </a:r>
          </a:p>
        </p:txBody>
      </p:sp>
      <p:sp>
        <p:nvSpPr>
          <p:cNvPr id="902" name="text-785 did">
            <a:extLst xmlns:a="http://schemas.openxmlformats.org/drawingml/2006/main">
              <a:ext uri="{FF2B5EF4-FFF2-40B4-BE49-F238E27FC236}">
                <a16:creationId xmlns:a16="http://schemas.microsoft.com/office/drawing/2014/main" id="{1C859202-1B69-4D69-86FC-629676A4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0794" y="18287133"/>
            <a:ext cx="227379" cy="19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did</a:t>
            </a:r>
          </a:p>
        </p:txBody>
      </p:sp>
      <p:sp>
        <p:nvSpPr>
          <p:cNvPr id="903" name="text-786 the">
            <a:extLst xmlns:a="http://schemas.openxmlformats.org/drawingml/2006/main">
              <a:ext uri="{FF2B5EF4-FFF2-40B4-BE49-F238E27FC236}">
                <a16:creationId xmlns:a16="http://schemas.microsoft.com/office/drawing/2014/main" id="{B0F999E8-4908-4152-A7C2-0DC45264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026" y="18463203"/>
            <a:ext cx="245360" cy="19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04" name="text-786 founder">
            <a:extLst xmlns:a="http://schemas.openxmlformats.org/drawingml/2006/main">
              <a:ext uri="{FF2B5EF4-FFF2-40B4-BE49-F238E27FC236}">
                <a16:creationId xmlns:a16="http://schemas.microsoft.com/office/drawing/2014/main" id="{01196E05-1442-4366-8A2C-4B1311B3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186" y="18462748"/>
            <a:ext cx="536572" cy="194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founder</a:t>
            </a:r>
          </a:p>
        </p:txBody>
      </p:sp>
      <p:sp>
        <p:nvSpPr>
          <p:cNvPr id="905" name="text-786 of">
            <a:extLst xmlns:a="http://schemas.openxmlformats.org/drawingml/2006/main">
              <a:ext uri="{FF2B5EF4-FFF2-40B4-BE49-F238E27FC236}">
                <a16:creationId xmlns:a16="http://schemas.microsoft.com/office/drawing/2014/main" id="{D9745F6B-5665-4A9E-9AF2-8201991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251" y="18463303"/>
            <a:ext cx="167524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06" name="text-787 Mercado">
            <a:extLst xmlns:a="http://schemas.openxmlformats.org/drawingml/2006/main">
              <a:ext uri="{FF2B5EF4-FFF2-40B4-BE49-F238E27FC236}">
                <a16:creationId xmlns:a16="http://schemas.microsoft.com/office/drawing/2014/main" id="{178455A4-D9B1-408B-BD5B-2EC9036C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814" y="18460855"/>
            <a:ext cx="585155" cy="193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907" name="text-787 Livre">
            <a:extLst xmlns:a="http://schemas.openxmlformats.org/drawingml/2006/main">
              <a:ext uri="{FF2B5EF4-FFF2-40B4-BE49-F238E27FC236}">
                <a16:creationId xmlns:a16="http://schemas.microsoft.com/office/drawing/2014/main" id="{EEE9B0CC-645E-49E5-9AD5-63D564D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442" y="18460313"/>
            <a:ext cx="350765" cy="194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908" name="text-788 Mercado">
            <a:extLst xmlns:a="http://schemas.openxmlformats.org/drawingml/2006/main">
              <a:ext uri="{FF2B5EF4-FFF2-40B4-BE49-F238E27FC236}">
                <a16:creationId xmlns:a16="http://schemas.microsoft.com/office/drawing/2014/main" id="{C44404F6-95EC-438B-8957-4D6E07B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814" y="18460855"/>
            <a:ext cx="585155" cy="193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909" name="text-788 Livre">
            <a:extLst xmlns:a="http://schemas.openxmlformats.org/drawingml/2006/main">
              <a:ext uri="{FF2B5EF4-FFF2-40B4-BE49-F238E27FC236}">
                <a16:creationId xmlns:a16="http://schemas.microsoft.com/office/drawing/2014/main" id="{858590F2-F857-43C8-B375-343EEC26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442" y="18460313"/>
            <a:ext cx="350765" cy="194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09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910" name="text-789 build">
            <a:extLst xmlns:a="http://schemas.openxmlformats.org/drawingml/2006/main">
              <a:ext uri="{FF2B5EF4-FFF2-40B4-BE49-F238E27FC236}">
                <a16:creationId xmlns:a16="http://schemas.microsoft.com/office/drawing/2014/main" id="{74FF83B8-9AEB-4644-91F1-0AD014A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026" y="18626656"/>
            <a:ext cx="337363" cy="194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11" name="text-790 build">
            <a:extLst xmlns:a="http://schemas.openxmlformats.org/drawingml/2006/main">
              <a:ext uri="{FF2B5EF4-FFF2-40B4-BE49-F238E27FC236}">
                <a16:creationId xmlns:a16="http://schemas.microsoft.com/office/drawing/2014/main" id="{F21C169E-FBEC-43F2-8855-675D7B71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026" y="18626656"/>
            <a:ext cx="337363" cy="194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12" name="text-791 ?">
            <a:extLst xmlns:a="http://schemas.openxmlformats.org/drawingml/2006/main">
              <a:ext uri="{FF2B5EF4-FFF2-40B4-BE49-F238E27FC236}">
                <a16:creationId xmlns:a16="http://schemas.microsoft.com/office/drawing/2014/main" id="{80230A40-6305-4FA3-A0C2-9680137F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898" y="18629035"/>
            <a:ext cx="97393" cy="193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?</a:t>
            </a:r>
          </a:p>
        </p:txBody>
      </p:sp>
      <p:pic>
        <p:nvPic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2A1231D1-737D-403E-AC2B-6EC3FDA6C3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d6c6a767f4c74"/>
          <a:stretch xmlns:a="http://schemas.openxmlformats.org/drawingml/2006/main"/>
        </p:blipFill>
        <p:spPr>
          <a:xfrm xmlns:a="http://schemas.openxmlformats.org/drawingml/2006/main">
            <a:off x="1095375" y="18726150"/>
            <a:ext cx="1219200" cy="676275"/>
          </a:xfrm>
          <a:prstGeom xmlns:a="http://schemas.openxmlformats.org/drawingml/2006/main" prst="rect">
            <a:avLst/>
          </a:prstGeom>
        </p:spPr>
      </p:pic>
      <p:sp>
        <p:nvSpPr>
          <p:cNvPr id="914" name="text-793 What">
            <a:extLst xmlns:a="http://schemas.openxmlformats.org/drawingml/2006/main">
              <a:ext uri="{FF2B5EF4-FFF2-40B4-BE49-F238E27FC236}">
                <a16:creationId xmlns:a16="http://schemas.microsoft.com/office/drawing/2014/main" id="{0B06C330-3087-4647-A9D1-DB671152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227" y="18574850"/>
            <a:ext cx="383977" cy="193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915" name="text-794 well">
            <a:extLst xmlns:a="http://schemas.openxmlformats.org/drawingml/2006/main">
              <a:ext uri="{FF2B5EF4-FFF2-40B4-BE49-F238E27FC236}">
                <a16:creationId xmlns:a16="http://schemas.microsoft.com/office/drawing/2014/main" id="{5DFCF468-6555-450D-8629-409B0DA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381" y="18575012"/>
            <a:ext cx="270336" cy="19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well</a:t>
            </a:r>
          </a:p>
        </p:txBody>
      </p:sp>
      <p:sp>
        <p:nvSpPr>
          <p:cNvPr id="916" name="text-795 -">
            <a:extLst xmlns:a="http://schemas.openxmlformats.org/drawingml/2006/main">
              <a:ext uri="{FF2B5EF4-FFF2-40B4-BE49-F238E27FC236}">
                <a16:creationId xmlns:a16="http://schemas.microsoft.com/office/drawing/2014/main" id="{274B8E0C-8C39-4D07-95C0-2015DFA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648" y="18574707"/>
            <a:ext cx="82530" cy="193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17" name="text-796 known">
            <a:extLst xmlns:a="http://schemas.openxmlformats.org/drawingml/2006/main">
              <a:ext uri="{FF2B5EF4-FFF2-40B4-BE49-F238E27FC236}">
                <a16:creationId xmlns:a16="http://schemas.microsoft.com/office/drawing/2014/main" id="{C4999207-98A6-4095-85B4-02E504F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7820" y="18574688"/>
            <a:ext cx="411671" cy="193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known</a:t>
            </a:r>
          </a:p>
        </p:txBody>
      </p:sp>
      <p:sp>
        <p:nvSpPr>
          <p:cNvPr id="918" name="text-797 venture">
            <a:extLst xmlns:a="http://schemas.openxmlformats.org/drawingml/2006/main">
              <a:ext uri="{FF2B5EF4-FFF2-40B4-BE49-F238E27FC236}">
                <a16:creationId xmlns:a16="http://schemas.microsoft.com/office/drawing/2014/main" id="{46095745-C5CB-41D9-A258-6E19DD0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274" y="18574859"/>
            <a:ext cx="518868" cy="193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venture</a:t>
            </a:r>
          </a:p>
        </p:txBody>
      </p:sp>
      <p:sp>
        <p:nvSpPr>
          <p:cNvPr id="919" name="text-798 did">
            <a:extLst xmlns:a="http://schemas.openxmlformats.org/drawingml/2006/main">
              <a:ext uri="{FF2B5EF4-FFF2-40B4-BE49-F238E27FC236}">
                <a16:creationId xmlns:a16="http://schemas.microsoft.com/office/drawing/2014/main" id="{C7BA2340-A6DB-4060-8C09-8C77ECD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639" y="18573925"/>
            <a:ext cx="227348" cy="19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did</a:t>
            </a:r>
          </a:p>
        </p:txBody>
      </p:sp>
      <p:sp>
        <p:nvSpPr>
          <p:cNvPr id="920" name="text-799 the">
            <a:extLst xmlns:a="http://schemas.openxmlformats.org/drawingml/2006/main">
              <a:ext uri="{FF2B5EF4-FFF2-40B4-BE49-F238E27FC236}">
                <a16:creationId xmlns:a16="http://schemas.microsoft.com/office/drawing/2014/main" id="{063F2E60-DFD1-43B7-BE1F-FAE21690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207" y="18574893"/>
            <a:ext cx="245360" cy="19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21" name="text-800 founder">
            <a:extLst xmlns:a="http://schemas.openxmlformats.org/drawingml/2006/main">
              <a:ext uri="{FF2B5EF4-FFF2-40B4-BE49-F238E27FC236}">
                <a16:creationId xmlns:a16="http://schemas.microsoft.com/office/drawing/2014/main" id="{79223E70-0D18-469A-997C-FB1EC2B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227" y="18736731"/>
            <a:ext cx="586081" cy="211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founder</a:t>
            </a:r>
          </a:p>
        </p:txBody>
      </p:sp>
      <p:sp>
        <p:nvSpPr>
          <p:cNvPr id="922" name="text-801 of">
            <a:extLst xmlns:a="http://schemas.openxmlformats.org/drawingml/2006/main">
              <a:ext uri="{FF2B5EF4-FFF2-40B4-BE49-F238E27FC236}">
                <a16:creationId xmlns:a16="http://schemas.microsoft.com/office/drawing/2014/main" id="{0A56B7ED-2F29-4C71-90E0-E79947E1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767" y="18742432"/>
            <a:ext cx="176800" cy="203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23" name="text-802 the">
            <a:extLst xmlns:a="http://schemas.openxmlformats.org/drawingml/2006/main">
              <a:ext uri="{FF2B5EF4-FFF2-40B4-BE49-F238E27FC236}">
                <a16:creationId xmlns:a16="http://schemas.microsoft.com/office/drawing/2014/main" id="{3DB06A0A-5A29-462E-82F3-D2E0D6D7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789" y="18737027"/>
            <a:ext cx="264637" cy="208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24" name="text-803 the">
            <a:extLst xmlns:a="http://schemas.openxmlformats.org/drawingml/2006/main">
              <a:ext uri="{FF2B5EF4-FFF2-40B4-BE49-F238E27FC236}">
                <a16:creationId xmlns:a16="http://schemas.microsoft.com/office/drawing/2014/main" id="{F5D29E98-5328-4530-95BB-F08D3A18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789" y="18737027"/>
            <a:ext cx="264637" cy="208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1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25" name="text-804 yellow">
            <a:extLst xmlns:a="http://schemas.openxmlformats.org/drawingml/2006/main">
              <a:ext uri="{FF2B5EF4-FFF2-40B4-BE49-F238E27FC236}">
                <a16:creationId xmlns:a16="http://schemas.microsoft.com/office/drawing/2014/main" id="{FF45E2F3-9B2D-40E2-A98F-AE49BBC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346" y="18733825"/>
            <a:ext cx="457282" cy="213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926" name="text-805 yellow">
            <a:extLst xmlns:a="http://schemas.openxmlformats.org/drawingml/2006/main">
              <a:ext uri="{FF2B5EF4-FFF2-40B4-BE49-F238E27FC236}">
                <a16:creationId xmlns:a16="http://schemas.microsoft.com/office/drawing/2014/main" id="{E84FCCBF-0C42-4901-B6FB-D7973C5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346" y="18733825"/>
            <a:ext cx="457282" cy="213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19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927" name="text-806 cargo">
            <a:extLst xmlns:a="http://schemas.openxmlformats.org/drawingml/2006/main">
              <a:ext uri="{FF2B5EF4-FFF2-40B4-BE49-F238E27FC236}">
                <a16:creationId xmlns:a16="http://schemas.microsoft.com/office/drawing/2014/main" id="{92974C73-E058-4CF3-AB4C-F324E36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902" y="18735416"/>
            <a:ext cx="412887" cy="21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928" name="text-807 cargo">
            <a:extLst xmlns:a="http://schemas.openxmlformats.org/drawingml/2006/main">
              <a:ext uri="{FF2B5EF4-FFF2-40B4-BE49-F238E27FC236}">
                <a16:creationId xmlns:a16="http://schemas.microsoft.com/office/drawing/2014/main" id="{2134F031-C191-41D5-B441-2842B842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902" y="18735416"/>
            <a:ext cx="412887" cy="21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1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929" name="text-808 -">
            <a:extLst xmlns:a="http://schemas.openxmlformats.org/drawingml/2006/main">
              <a:ext uri="{FF2B5EF4-FFF2-40B4-BE49-F238E27FC236}">
                <a16:creationId xmlns:a16="http://schemas.microsoft.com/office/drawing/2014/main" id="{0A44CBD5-AE81-4CDB-9C7E-1DD272C7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5146" y="18747695"/>
            <a:ext cx="82530" cy="193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30" name="text-809 -">
            <a:extLst xmlns:a="http://schemas.openxmlformats.org/drawingml/2006/main">
              <a:ext uri="{FF2B5EF4-FFF2-40B4-BE49-F238E27FC236}">
                <a16:creationId xmlns:a16="http://schemas.microsoft.com/office/drawing/2014/main" id="{5858D1B6-37ED-4C11-9167-725256AC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5146" y="18747695"/>
            <a:ext cx="82530" cy="193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31" name="text-810 plane">
            <a:extLst xmlns:a="http://schemas.openxmlformats.org/drawingml/2006/main">
              <a:ext uri="{FF2B5EF4-FFF2-40B4-BE49-F238E27FC236}">
                <a16:creationId xmlns:a16="http://schemas.microsoft.com/office/drawing/2014/main" id="{3F9D94DD-DF25-4438-AF54-162B30C4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227" y="18910761"/>
            <a:ext cx="355460" cy="193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932" name="text-811 plane">
            <a:extLst xmlns:a="http://schemas.openxmlformats.org/drawingml/2006/main">
              <a:ext uri="{FF2B5EF4-FFF2-40B4-BE49-F238E27FC236}">
                <a16:creationId xmlns:a16="http://schemas.microsoft.com/office/drawing/2014/main" id="{67F0C4F2-FE91-4F1A-9EA1-D323943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227" y="18910761"/>
            <a:ext cx="355460" cy="193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933" name="text-812 brand">
            <a:extLst xmlns:a="http://schemas.openxmlformats.org/drawingml/2006/main">
              <a:ext uri="{FF2B5EF4-FFF2-40B4-BE49-F238E27FC236}">
                <a16:creationId xmlns:a16="http://schemas.microsoft.com/office/drawing/2014/main" id="{06DC775B-7F7C-4736-8DF7-368FA75F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270" y="18910936"/>
            <a:ext cx="397038" cy="19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brand</a:t>
            </a:r>
          </a:p>
        </p:txBody>
      </p:sp>
      <p:sp>
        <p:nvSpPr>
          <p:cNvPr id="934" name="text-813 brand">
            <a:extLst xmlns:a="http://schemas.openxmlformats.org/drawingml/2006/main">
              <a:ext uri="{FF2B5EF4-FFF2-40B4-BE49-F238E27FC236}">
                <a16:creationId xmlns:a16="http://schemas.microsoft.com/office/drawing/2014/main" id="{B721AE7B-8CB9-416C-9927-148E3C53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270" y="18910936"/>
            <a:ext cx="397038" cy="19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brand</a:t>
            </a:r>
          </a:p>
        </p:txBody>
      </p:sp>
      <p:sp>
        <p:nvSpPr>
          <p:cNvPr id="935" name="text-814 build">
            <a:extLst xmlns:a="http://schemas.openxmlformats.org/drawingml/2006/main">
              <a:ext uri="{FF2B5EF4-FFF2-40B4-BE49-F238E27FC236}">
                <a16:creationId xmlns:a16="http://schemas.microsoft.com/office/drawing/2014/main" id="{D46F49B8-04E8-45CF-B53D-E65BCEE8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765" y="18910411"/>
            <a:ext cx="337363" cy="194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36" name="text-815 build">
            <a:extLst xmlns:a="http://schemas.openxmlformats.org/drawingml/2006/main">
              <a:ext uri="{FF2B5EF4-FFF2-40B4-BE49-F238E27FC236}">
                <a16:creationId xmlns:a16="http://schemas.microsoft.com/office/drawing/2014/main" id="{605FAB56-6CDB-4314-9495-EE888354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765" y="18910411"/>
            <a:ext cx="337363" cy="194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37" name="text-816 ?">
            <a:extLst xmlns:a="http://schemas.openxmlformats.org/drawingml/2006/main">
              <a:ext uri="{FF2B5EF4-FFF2-40B4-BE49-F238E27FC236}">
                <a16:creationId xmlns:a16="http://schemas.microsoft.com/office/drawing/2014/main" id="{46CC1FB8-07B7-4B37-B5D7-0817D74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2637" y="18912790"/>
            <a:ext cx="97393" cy="193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?</a:t>
            </a:r>
          </a:p>
        </p:txBody>
      </p:sp>
      <p:sp>
        <p:nvSpPr>
          <p:cNvPr id="938" name="path-817">
            <a:extLst xmlns:a="http://schemas.openxmlformats.org/drawingml/2006/main">
              <a:ext uri="{FF2B5EF4-FFF2-40B4-BE49-F238E27FC236}">
                <a16:creationId xmlns:a16="http://schemas.microsoft.com/office/drawing/2014/main" id="{8313D203-5BCA-46FD-9854-A130537F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443" y="18871539"/>
            <a:ext cx="303811" cy="47167"/>
          </a:xfrm>
          <a:custGeom xmlns:a="http://schemas.openxmlformats.org/drawingml/2006/main">
            <a:pathLst>
              <a:path w="303811" h="47167">
                <a:moveTo>
                  <a:pt x="0" y="0"/>
                </a:moveTo>
                <a:lnTo>
                  <a:pt x="240922" y="1"/>
                </a:lnTo>
                <a:lnTo>
                  <a:pt x="240922" y="18868"/>
                </a:lnTo>
                <a:lnTo>
                  <a:pt x="0" y="18867"/>
                </a:lnTo>
                <a:lnTo>
                  <a:pt x="0" y="0"/>
                </a:lnTo>
                <a:moveTo>
                  <a:pt x="228344" y="-28299"/>
                </a:moveTo>
                <a:lnTo>
                  <a:pt x="303811" y="9434"/>
                </a:lnTo>
                <a:lnTo>
                  <a:pt x="228344" y="47167"/>
                </a:lnTo>
                <a:lnTo>
                  <a:pt x="228344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text-818 Masking">
            <a:extLst xmlns:a="http://schemas.openxmlformats.org/drawingml/2006/main">
              <a:ext uri="{FF2B5EF4-FFF2-40B4-BE49-F238E27FC236}">
                <a16:creationId xmlns:a16="http://schemas.microsoft.com/office/drawing/2014/main" id="{F18104C1-C783-4822-A889-9CC2654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1739" y="18321290"/>
            <a:ext cx="594576" cy="211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Masking</a:t>
            </a:r>
          </a:p>
        </p:txBody>
      </p:sp>
      <p:sp>
        <p:nvSpPr>
          <p:cNvPr id="940" name="text-819 Masking">
            <a:extLst xmlns:a="http://schemas.openxmlformats.org/drawingml/2006/main">
              <a:ext uri="{FF2B5EF4-FFF2-40B4-BE49-F238E27FC236}">
                <a16:creationId xmlns:a16="http://schemas.microsoft.com/office/drawing/2014/main" id="{FC609448-59CF-43F0-A7FD-87A838C1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1739" y="18321290"/>
            <a:ext cx="594576" cy="211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Masking</a:t>
            </a:r>
          </a:p>
        </p:txBody>
      </p:sp>
      <p:sp>
        <p:nvSpPr>
          <p:cNvPr id="941" name="text-820 (feed">
            <a:extLst xmlns:a="http://schemas.openxmlformats.org/drawingml/2006/main">
              <a:ext uri="{FF2B5EF4-FFF2-40B4-BE49-F238E27FC236}">
                <a16:creationId xmlns:a16="http://schemas.microsoft.com/office/drawing/2014/main" id="{CFAFE16A-30FD-4981-AA92-ED01ACF5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4904" y="18323023"/>
            <a:ext cx="414848" cy="212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(feed</a:t>
            </a:r>
          </a:p>
        </p:txBody>
      </p:sp>
      <p:sp>
        <p:nvSpPr>
          <p:cNvPr id="942" name="text-820 the">
            <a:extLst xmlns:a="http://schemas.openxmlformats.org/drawingml/2006/main">
              <a:ext uri="{FF2B5EF4-FFF2-40B4-BE49-F238E27FC236}">
                <a16:creationId xmlns:a16="http://schemas.microsoft.com/office/drawing/2014/main" id="{CABEC5FA-F497-4257-AD22-773071F3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7570" y="18324370"/>
            <a:ext cx="266879" cy="210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43" name="text-820 images/video)">
            <a:extLst xmlns:a="http://schemas.openxmlformats.org/drawingml/2006/main">
              <a:ext uri="{FF2B5EF4-FFF2-40B4-BE49-F238E27FC236}">
                <a16:creationId xmlns:a16="http://schemas.microsoft.com/office/drawing/2014/main" id="{6EEA86A7-5493-41AE-845B-224A552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3800" y="18323337"/>
            <a:ext cx="1001106" cy="211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images/video)</a:t>
            </a:r>
          </a:p>
        </p:txBody>
      </p:sp>
      <p:sp>
        <p:nvSpPr>
          <p:cNvPr id="944" name="text-821 Uniqueness">
            <a:extLst xmlns:a="http://schemas.openxmlformats.org/drawingml/2006/main">
              <a:ext uri="{FF2B5EF4-FFF2-40B4-BE49-F238E27FC236}">
                <a16:creationId xmlns:a16="http://schemas.microsoft.com/office/drawing/2014/main" id="{5EE22976-E14C-412A-98D2-B44F2DCD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118" y="18813176"/>
            <a:ext cx="809541" cy="211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Uniqueness</a:t>
            </a:r>
          </a:p>
        </p:txBody>
      </p:sp>
      <p:sp>
        <p:nvSpPr>
          <p:cNvPr id="945" name="text-822 Uniqueness">
            <a:extLst xmlns:a="http://schemas.openxmlformats.org/drawingml/2006/main">
              <a:ext uri="{FF2B5EF4-FFF2-40B4-BE49-F238E27FC236}">
                <a16:creationId xmlns:a16="http://schemas.microsoft.com/office/drawing/2014/main" id="{D6EC9E5A-C4F8-4F71-A55E-E249528E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118" y="18813176"/>
            <a:ext cx="809541" cy="211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Uniqueness</a:t>
            </a:r>
          </a:p>
        </p:txBody>
      </p:sp>
      <p:sp>
        <p:nvSpPr>
          <p:cNvPr id="946" name="text-824 (answer">
            <a:extLst xmlns:a="http://schemas.openxmlformats.org/drawingml/2006/main">
              <a:ext uri="{FF2B5EF4-FFF2-40B4-BE49-F238E27FC236}">
                <a16:creationId xmlns:a16="http://schemas.microsoft.com/office/drawing/2014/main" id="{09206C80-7C4D-45AD-B9C6-F941B0F9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78" y="18815451"/>
            <a:ext cx="571487" cy="21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(answer</a:t>
            </a:r>
          </a:p>
        </p:txBody>
      </p:sp>
      <p:sp>
        <p:nvSpPr>
          <p:cNvPr id="947" name="text-824 is">
            <a:extLst xmlns:a="http://schemas.openxmlformats.org/drawingml/2006/main">
              <a:ext uri="{FF2B5EF4-FFF2-40B4-BE49-F238E27FC236}">
                <a16:creationId xmlns:a16="http://schemas.microsoft.com/office/drawing/2014/main" id="{A54858F9-AD3E-4765-9CA9-758A6449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3495" y="18815368"/>
            <a:ext cx="143205" cy="21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48" name="text-824 unique)">
            <a:extLst xmlns:a="http://schemas.openxmlformats.org/drawingml/2006/main">
              <a:ext uri="{FF2B5EF4-FFF2-40B4-BE49-F238E27FC236}">
                <a16:creationId xmlns:a16="http://schemas.microsoft.com/office/drawing/2014/main" id="{C55F2D4B-CE5D-491D-BE29-DE69798B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5566" y="18815434"/>
            <a:ext cx="522699" cy="211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unique)</a:t>
            </a:r>
          </a:p>
        </p:txBody>
      </p:sp>
      <p:sp>
        <p:nvSpPr>
          <p:cNvPr id="949" name="text-825 Visual">
            <a:extLst xmlns:a="http://schemas.openxmlformats.org/drawingml/2006/main">
              <a:ext uri="{FF2B5EF4-FFF2-40B4-BE49-F238E27FC236}">
                <a16:creationId xmlns:a16="http://schemas.microsoft.com/office/drawing/2014/main" id="{CB5E79FA-E22F-4B0B-A1B5-CD7A2A8E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118" y="19233047"/>
            <a:ext cx="438152" cy="211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50" name="text-825 Relevance">
            <a:extLst xmlns:a="http://schemas.openxmlformats.org/drawingml/2006/main">
              <a:ext uri="{FF2B5EF4-FFF2-40B4-BE49-F238E27FC236}">
                <a16:creationId xmlns:a16="http://schemas.microsoft.com/office/drawing/2014/main" id="{10AD134A-3576-4D38-B077-ABEADF97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1177" y="19233109"/>
            <a:ext cx="718321" cy="211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Relevance</a:t>
            </a:r>
          </a:p>
        </p:txBody>
      </p:sp>
      <p:sp>
        <p:nvSpPr>
          <p:cNvPr id="951" name="text-826 Visual">
            <a:extLst xmlns:a="http://schemas.openxmlformats.org/drawingml/2006/main">
              <a:ext uri="{FF2B5EF4-FFF2-40B4-BE49-F238E27FC236}">
                <a16:creationId xmlns:a16="http://schemas.microsoft.com/office/drawing/2014/main" id="{30FB47CD-9497-4ADA-B5CD-4822C079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118" y="19233047"/>
            <a:ext cx="438152" cy="211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52" name="text-826 Relevance">
            <a:extLst xmlns:a="http://schemas.openxmlformats.org/drawingml/2006/main">
              <a:ext uri="{FF2B5EF4-FFF2-40B4-BE49-F238E27FC236}">
                <a16:creationId xmlns:a16="http://schemas.microsoft.com/office/drawing/2014/main" id="{9EEA47C7-0BF1-4B98-A1FA-7B6122F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1177" y="19233109"/>
            <a:ext cx="718321" cy="211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Relevance</a:t>
            </a:r>
          </a:p>
        </p:txBody>
      </p:sp>
      <p:sp>
        <p:nvSpPr>
          <p:cNvPr id="953" name="text-827 (images/video">
            <a:extLst xmlns:a="http://schemas.openxmlformats.org/drawingml/2006/main">
              <a:ext uri="{FF2B5EF4-FFF2-40B4-BE49-F238E27FC236}">
                <a16:creationId xmlns:a16="http://schemas.microsoft.com/office/drawing/2014/main" id="{A6498118-2C94-4359-89B9-7FB295C8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118" y="19425061"/>
            <a:ext cx="1001677" cy="21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(images/video</a:t>
            </a:r>
          </a:p>
        </p:txBody>
      </p:sp>
      <p:sp>
        <p:nvSpPr>
          <p:cNvPr id="954" name="text-827 is">
            <a:extLst xmlns:a="http://schemas.openxmlformats.org/drawingml/2006/main">
              <a:ext uri="{FF2B5EF4-FFF2-40B4-BE49-F238E27FC236}">
                <a16:creationId xmlns:a16="http://schemas.microsoft.com/office/drawing/2014/main" id="{981D0FC0-CDDA-49F4-BB2E-581D1C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4429" y="19425137"/>
            <a:ext cx="143207" cy="21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55" name="text-827 useful)">
            <a:extLst xmlns:a="http://schemas.openxmlformats.org/drawingml/2006/main">
              <a:ext uri="{FF2B5EF4-FFF2-40B4-BE49-F238E27FC236}">
                <a16:creationId xmlns:a16="http://schemas.microsoft.com/office/drawing/2014/main" id="{8107AE1D-AF32-4C09-AAC6-31F5BEDA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6502" y="19425094"/>
            <a:ext cx="514871" cy="21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useful)</a:t>
            </a:r>
          </a:p>
        </p:txBody>
      </p:sp>
      <p:sp>
        <p:nvSpPr>
          <p:cNvPr id="956" name="text-828 Non">
            <a:extLst xmlns:a="http://schemas.openxmlformats.org/drawingml/2006/main">
              <a:ext uri="{FF2B5EF4-FFF2-40B4-BE49-F238E27FC236}">
                <a16:creationId xmlns:a16="http://schemas.microsoft.com/office/drawing/2014/main" id="{E23E1ECF-C27D-4C99-912C-B8E42CAE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3459" y="19866112"/>
            <a:ext cx="307554" cy="21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Non</a:t>
            </a:r>
          </a:p>
        </p:txBody>
      </p:sp>
      <p:sp>
        <p:nvSpPr>
          <p:cNvPr id="957" name="text-829 Non">
            <a:extLst xmlns:a="http://schemas.openxmlformats.org/drawingml/2006/main">
              <a:ext uri="{FF2B5EF4-FFF2-40B4-BE49-F238E27FC236}">
                <a16:creationId xmlns:a16="http://schemas.microsoft.com/office/drawing/2014/main" id="{B237489D-83F2-4767-BCCA-DADD859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3459" y="19866112"/>
            <a:ext cx="307554" cy="21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Non</a:t>
            </a:r>
          </a:p>
        </p:txBody>
      </p:sp>
      <p:sp>
        <p:nvSpPr>
          <p:cNvPr id="958" name="text-830 -">
            <a:extLst xmlns:a="http://schemas.openxmlformats.org/drawingml/2006/main">
              <a:ext uri="{FF2B5EF4-FFF2-40B4-BE49-F238E27FC236}">
                <a16:creationId xmlns:a16="http://schemas.microsoft.com/office/drawing/2014/main" id="{4CA41974-FC9D-449E-9311-4AD7334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313" y="19866993"/>
            <a:ext cx="90031" cy="21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59" name="text-831 -">
            <a:extLst xmlns:a="http://schemas.openxmlformats.org/drawingml/2006/main">
              <a:ext uri="{FF2B5EF4-FFF2-40B4-BE49-F238E27FC236}">
                <a16:creationId xmlns:a16="http://schemas.microsoft.com/office/drawing/2014/main" id="{E42F9F66-79A8-4359-ABFB-39D264F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313" y="19866993"/>
            <a:ext cx="90031" cy="21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60" name="text-832 triviality">
            <a:extLst xmlns:a="http://schemas.openxmlformats.org/drawingml/2006/main">
              <a:ext uri="{FF2B5EF4-FFF2-40B4-BE49-F238E27FC236}">
                <a16:creationId xmlns:a16="http://schemas.microsoft.com/office/drawing/2014/main" id="{E3BDEFC1-1F14-4580-9FC3-94F6993D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203" y="19867082"/>
            <a:ext cx="638855" cy="21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triviality</a:t>
            </a:r>
          </a:p>
        </p:txBody>
      </p:sp>
      <p:sp>
        <p:nvSpPr>
          <p:cNvPr id="961" name="text-833 triviality">
            <a:extLst xmlns:a="http://schemas.openxmlformats.org/drawingml/2006/main">
              <a:ext uri="{FF2B5EF4-FFF2-40B4-BE49-F238E27FC236}">
                <a16:creationId xmlns:a16="http://schemas.microsoft.com/office/drawing/2014/main" id="{9B6B6FB5-3B34-4CB2-B0E3-3B685E50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203" y="19867082"/>
            <a:ext cx="638855" cy="21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triviality</a:t>
            </a:r>
          </a:p>
        </p:txBody>
      </p:sp>
      <p:sp>
        <p:nvSpPr>
          <p:cNvPr id="962" name="text-834 (multi">
            <a:extLst xmlns:a="http://schemas.openxmlformats.org/drawingml/2006/main">
              <a:ext uri="{FF2B5EF4-FFF2-40B4-BE49-F238E27FC236}">
                <a16:creationId xmlns:a16="http://schemas.microsoft.com/office/drawing/2014/main" id="{5F7B8064-7C2A-474B-904F-33592FBB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3459" y="20056483"/>
            <a:ext cx="432594" cy="211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(multi</a:t>
            </a:r>
          </a:p>
        </p:txBody>
      </p:sp>
      <p:sp>
        <p:nvSpPr>
          <p:cNvPr id="963" name="text-835 -">
            <a:extLst xmlns:a="http://schemas.openxmlformats.org/drawingml/2006/main">
              <a:ext uri="{FF2B5EF4-FFF2-40B4-BE49-F238E27FC236}">
                <a16:creationId xmlns:a16="http://schemas.microsoft.com/office/drawing/2014/main" id="{8D36F305-5EAE-4386-979B-E4EF46E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092" y="20056366"/>
            <a:ext cx="90032" cy="211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64" name="text-836 hop">
            <a:extLst xmlns:a="http://schemas.openxmlformats.org/drawingml/2006/main">
              <a:ext uri="{FF2B5EF4-FFF2-40B4-BE49-F238E27FC236}">
                <a16:creationId xmlns:a16="http://schemas.microsoft.com/office/drawing/2014/main" id="{A68ED4C9-4914-4B02-A59A-2AC8DA9C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980" y="20057211"/>
            <a:ext cx="272805" cy="210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hop</a:t>
            </a:r>
          </a:p>
        </p:txBody>
      </p:sp>
      <p:sp>
        <p:nvSpPr>
          <p:cNvPr id="965" name="text-836 reasoning)">
            <a:extLst xmlns:a="http://schemas.openxmlformats.org/drawingml/2006/main">
              <a:ext uri="{FF2B5EF4-FFF2-40B4-BE49-F238E27FC236}">
                <a16:creationId xmlns:a16="http://schemas.microsoft.com/office/drawing/2014/main" id="{F89170B7-C02E-435D-8368-5DC7D9A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767" y="20056513"/>
            <a:ext cx="747289" cy="21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reasoning)</a:t>
            </a:r>
          </a:p>
        </p:txBody>
      </p:sp>
      <p:sp>
        <p:nvSpPr>
          <p:cNvPr id="966" name="path-837">
            <a:extLst xmlns:a="http://schemas.openxmlformats.org/drawingml/2006/main">
              <a:ext uri="{FF2B5EF4-FFF2-40B4-BE49-F238E27FC236}">
                <a16:creationId xmlns:a16="http://schemas.microsoft.com/office/drawing/2014/main" id="{7279962B-B3F6-42AD-801F-4593B49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2586" y="8284867"/>
            <a:ext cx="128787" cy="200200"/>
          </a:xfrm>
          <a:custGeom xmlns:a="http://schemas.openxmlformats.org/drawingml/2006/main">
            <a:pathLst>
              <a:path w="128787" h="200200">
                <a:moveTo>
                  <a:pt x="113753" y="83573"/>
                </a:moveTo>
                <a:lnTo>
                  <a:pt x="101482" y="141942"/>
                </a:lnTo>
                <a:cubicBezTo>
                  <a:pt x="99271" y="152628"/>
                  <a:pt x="96231" y="161693"/>
                  <a:pt x="92362" y="169137"/>
                </a:cubicBezTo>
                <a:cubicBezTo>
                  <a:pt x="88493" y="176580"/>
                  <a:pt x="83684" y="182660"/>
                  <a:pt x="77935" y="187377"/>
                </a:cubicBezTo>
                <a:cubicBezTo>
                  <a:pt x="72187" y="192093"/>
                  <a:pt x="66365" y="195410"/>
                  <a:pt x="60469" y="197326"/>
                </a:cubicBezTo>
                <a:cubicBezTo>
                  <a:pt x="54573" y="199242"/>
                  <a:pt x="48419" y="200200"/>
                  <a:pt x="42008" y="200200"/>
                </a:cubicBezTo>
                <a:cubicBezTo>
                  <a:pt x="33090" y="200200"/>
                  <a:pt x="24984" y="197694"/>
                  <a:pt x="17687" y="192683"/>
                </a:cubicBezTo>
                <a:cubicBezTo>
                  <a:pt x="10391" y="187672"/>
                  <a:pt x="4496" y="180449"/>
                  <a:pt x="0" y="171016"/>
                </a:cubicBezTo>
                <a:lnTo>
                  <a:pt x="16803" y="161840"/>
                </a:lnTo>
                <a:cubicBezTo>
                  <a:pt x="21078" y="171347"/>
                  <a:pt x="25757" y="178367"/>
                  <a:pt x="30843" y="182900"/>
                </a:cubicBezTo>
                <a:cubicBezTo>
                  <a:pt x="35928" y="187432"/>
                  <a:pt x="41750" y="189698"/>
                  <a:pt x="48309" y="189698"/>
                </a:cubicBezTo>
                <a:cubicBezTo>
                  <a:pt x="56416" y="189698"/>
                  <a:pt x="62791" y="186990"/>
                  <a:pt x="67434" y="181573"/>
                </a:cubicBezTo>
                <a:cubicBezTo>
                  <a:pt x="72076" y="176156"/>
                  <a:pt x="75946" y="167294"/>
                  <a:pt x="79041" y="154987"/>
                </a:cubicBezTo>
                <a:lnTo>
                  <a:pt x="85784" y="128013"/>
                </a:lnTo>
                <a:lnTo>
                  <a:pt x="84568" y="127350"/>
                </a:lnTo>
                <a:cubicBezTo>
                  <a:pt x="79631" y="131551"/>
                  <a:pt x="74214" y="134867"/>
                  <a:pt x="68318" y="137299"/>
                </a:cubicBezTo>
                <a:cubicBezTo>
                  <a:pt x="62422" y="139731"/>
                  <a:pt x="56895" y="140947"/>
                  <a:pt x="51736" y="140947"/>
                </a:cubicBezTo>
                <a:cubicBezTo>
                  <a:pt x="38397" y="140947"/>
                  <a:pt x="28337" y="136949"/>
                  <a:pt x="21557" y="128953"/>
                </a:cubicBezTo>
                <a:cubicBezTo>
                  <a:pt x="14776" y="120957"/>
                  <a:pt x="11386" y="109294"/>
                  <a:pt x="11386" y="93965"/>
                </a:cubicBezTo>
                <a:cubicBezTo>
                  <a:pt x="11386" y="85268"/>
                  <a:pt x="12676" y="75927"/>
                  <a:pt x="15255" y="65941"/>
                </a:cubicBezTo>
                <a:cubicBezTo>
                  <a:pt x="17835" y="55955"/>
                  <a:pt x="21686" y="46890"/>
                  <a:pt x="26808" y="38747"/>
                </a:cubicBezTo>
                <a:cubicBezTo>
                  <a:pt x="31930" y="30603"/>
                  <a:pt x="37954" y="23639"/>
                  <a:pt x="44882" y="17853"/>
                </a:cubicBezTo>
                <a:cubicBezTo>
                  <a:pt x="51810" y="12068"/>
                  <a:pt x="59419" y="7646"/>
                  <a:pt x="67710" y="4588"/>
                </a:cubicBezTo>
                <a:cubicBezTo>
                  <a:pt x="76001" y="1529"/>
                  <a:pt x="84531" y="0"/>
                  <a:pt x="93301" y="0"/>
                </a:cubicBezTo>
                <a:cubicBezTo>
                  <a:pt x="102514" y="0"/>
                  <a:pt x="110123" y="1935"/>
                  <a:pt x="116129" y="5804"/>
                </a:cubicBezTo>
                <a:cubicBezTo>
                  <a:pt x="122136" y="9673"/>
                  <a:pt x="126355" y="15145"/>
                  <a:pt x="128787" y="22220"/>
                </a:cubicBezTo>
                <a:lnTo>
                  <a:pt x="108667" y="31285"/>
                </a:lnTo>
                <a:cubicBezTo>
                  <a:pt x="105646" y="24652"/>
                  <a:pt x="102035" y="19862"/>
                  <a:pt x="97834" y="16914"/>
                </a:cubicBezTo>
                <a:cubicBezTo>
                  <a:pt x="93633" y="13966"/>
                  <a:pt x="88732" y="12492"/>
                  <a:pt x="83131" y="12492"/>
                </a:cubicBezTo>
                <a:cubicBezTo>
                  <a:pt x="75393" y="12492"/>
                  <a:pt x="68373" y="14684"/>
                  <a:pt x="62072" y="19069"/>
                </a:cubicBezTo>
                <a:cubicBezTo>
                  <a:pt x="55771" y="23454"/>
                  <a:pt x="50336" y="29829"/>
                  <a:pt x="45766" y="38194"/>
                </a:cubicBezTo>
                <a:cubicBezTo>
                  <a:pt x="41197" y="46559"/>
                  <a:pt x="37678" y="56268"/>
                  <a:pt x="35209" y="67323"/>
                </a:cubicBezTo>
                <a:cubicBezTo>
                  <a:pt x="32740" y="78378"/>
                  <a:pt x="31506" y="87958"/>
                  <a:pt x="31506" y="96065"/>
                </a:cubicBezTo>
                <a:cubicBezTo>
                  <a:pt x="31506" y="106678"/>
                  <a:pt x="33698" y="114655"/>
                  <a:pt x="38083" y="119998"/>
                </a:cubicBezTo>
                <a:cubicBezTo>
                  <a:pt x="42468" y="125342"/>
                  <a:pt x="49009" y="128013"/>
                  <a:pt x="57705" y="128013"/>
                </a:cubicBezTo>
                <a:cubicBezTo>
                  <a:pt x="62864" y="128013"/>
                  <a:pt x="67820" y="126852"/>
                  <a:pt x="72574" y="124531"/>
                </a:cubicBezTo>
                <a:cubicBezTo>
                  <a:pt x="77327" y="122209"/>
                  <a:pt x="81233" y="118856"/>
                  <a:pt x="84292" y="114471"/>
                </a:cubicBezTo>
                <a:cubicBezTo>
                  <a:pt x="87350" y="110086"/>
                  <a:pt x="89469" y="104798"/>
                  <a:pt x="90648" y="98608"/>
                </a:cubicBezTo>
                <a:lnTo>
                  <a:pt x="93412" y="83684"/>
                </a:lnTo>
                <a:lnTo>
                  <a:pt x="113753" y="83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838">
            <a:extLst xmlns:a="http://schemas.openxmlformats.org/drawingml/2006/main">
              <a:ext uri="{FF2B5EF4-FFF2-40B4-BE49-F238E27FC236}">
                <a16:creationId xmlns:a16="http://schemas.microsoft.com/office/drawing/2014/main" id="{E34CDBFA-13B9-4600-A613-74ECAE1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9716" y="8379259"/>
            <a:ext cx="109220" cy="103552"/>
          </a:xfrm>
          <a:custGeom xmlns:a="http://schemas.openxmlformats.org/drawingml/2006/main">
            <a:pathLst>
              <a:path w="109220" h="103552">
                <a:moveTo>
                  <a:pt x="57804" y="0"/>
                </a:moveTo>
                <a:lnTo>
                  <a:pt x="56925" y="5030"/>
                </a:lnTo>
                <a:cubicBezTo>
                  <a:pt x="51762" y="5402"/>
                  <a:pt x="49181" y="7585"/>
                  <a:pt x="49181" y="11577"/>
                </a:cubicBezTo>
                <a:cubicBezTo>
                  <a:pt x="49181" y="13173"/>
                  <a:pt x="49500" y="15130"/>
                  <a:pt x="50139" y="17445"/>
                </a:cubicBezTo>
                <a:cubicBezTo>
                  <a:pt x="50778" y="19760"/>
                  <a:pt x="51589" y="22222"/>
                  <a:pt x="52574" y="24830"/>
                </a:cubicBezTo>
                <a:cubicBezTo>
                  <a:pt x="53559" y="27438"/>
                  <a:pt x="54623" y="30139"/>
                  <a:pt x="55768" y="32934"/>
                </a:cubicBezTo>
                <a:cubicBezTo>
                  <a:pt x="56912" y="35728"/>
                  <a:pt x="57990" y="38376"/>
                  <a:pt x="59001" y="40878"/>
                </a:cubicBezTo>
                <a:cubicBezTo>
                  <a:pt x="61769" y="37791"/>
                  <a:pt x="64523" y="34664"/>
                  <a:pt x="67265" y="31497"/>
                </a:cubicBezTo>
                <a:cubicBezTo>
                  <a:pt x="70006" y="28330"/>
                  <a:pt x="72494" y="25322"/>
                  <a:pt x="74730" y="22475"/>
                </a:cubicBezTo>
                <a:cubicBezTo>
                  <a:pt x="76965" y="19627"/>
                  <a:pt x="78775" y="17086"/>
                  <a:pt x="80159" y="14850"/>
                </a:cubicBezTo>
                <a:cubicBezTo>
                  <a:pt x="81543" y="12615"/>
                  <a:pt x="82234" y="10885"/>
                  <a:pt x="82234" y="9661"/>
                </a:cubicBezTo>
                <a:cubicBezTo>
                  <a:pt x="82234" y="8277"/>
                  <a:pt x="81822" y="7212"/>
                  <a:pt x="80997" y="6467"/>
                </a:cubicBezTo>
                <a:cubicBezTo>
                  <a:pt x="80172" y="5722"/>
                  <a:pt x="78615" y="5243"/>
                  <a:pt x="76326" y="5030"/>
                </a:cubicBezTo>
                <a:lnTo>
                  <a:pt x="77364" y="0"/>
                </a:lnTo>
                <a:lnTo>
                  <a:pt x="109220" y="0"/>
                </a:lnTo>
                <a:lnTo>
                  <a:pt x="107943" y="5030"/>
                </a:lnTo>
                <a:cubicBezTo>
                  <a:pt x="106399" y="5402"/>
                  <a:pt x="104909" y="6094"/>
                  <a:pt x="103472" y="7106"/>
                </a:cubicBezTo>
                <a:cubicBezTo>
                  <a:pt x="102035" y="8117"/>
                  <a:pt x="100385" y="9527"/>
                  <a:pt x="98522" y="11337"/>
                </a:cubicBezTo>
                <a:cubicBezTo>
                  <a:pt x="97564" y="12348"/>
                  <a:pt x="96299" y="13692"/>
                  <a:pt x="94729" y="15369"/>
                </a:cubicBezTo>
                <a:cubicBezTo>
                  <a:pt x="93159" y="17046"/>
                  <a:pt x="91416" y="18935"/>
                  <a:pt x="89500" y="21038"/>
                </a:cubicBezTo>
                <a:cubicBezTo>
                  <a:pt x="87584" y="23140"/>
                  <a:pt x="85521" y="25402"/>
                  <a:pt x="83312" y="27824"/>
                </a:cubicBezTo>
                <a:cubicBezTo>
                  <a:pt x="81103" y="30246"/>
                  <a:pt x="78841" y="32734"/>
                  <a:pt x="76526" y="35289"/>
                </a:cubicBezTo>
                <a:cubicBezTo>
                  <a:pt x="74211" y="37844"/>
                  <a:pt x="71935" y="40372"/>
                  <a:pt x="69700" y="42874"/>
                </a:cubicBezTo>
                <a:cubicBezTo>
                  <a:pt x="67464" y="45375"/>
                  <a:pt x="65335" y="47717"/>
                  <a:pt x="63313" y="49900"/>
                </a:cubicBezTo>
                <a:lnTo>
                  <a:pt x="75847" y="79919"/>
                </a:lnTo>
                <a:cubicBezTo>
                  <a:pt x="77338" y="83485"/>
                  <a:pt x="78562" y="86360"/>
                  <a:pt x="79520" y="88542"/>
                </a:cubicBezTo>
                <a:cubicBezTo>
                  <a:pt x="80478" y="90724"/>
                  <a:pt x="81423" y="92481"/>
                  <a:pt x="82354" y="93811"/>
                </a:cubicBezTo>
                <a:cubicBezTo>
                  <a:pt x="83286" y="95142"/>
                  <a:pt x="84337" y="96153"/>
                  <a:pt x="85508" y="96845"/>
                </a:cubicBezTo>
                <a:cubicBezTo>
                  <a:pt x="86679" y="97537"/>
                  <a:pt x="88222" y="98149"/>
                  <a:pt x="90139" y="98681"/>
                </a:cubicBezTo>
                <a:lnTo>
                  <a:pt x="89180" y="103552"/>
                </a:lnTo>
                <a:lnTo>
                  <a:pt x="54770" y="103552"/>
                </a:lnTo>
                <a:lnTo>
                  <a:pt x="55728" y="98681"/>
                </a:lnTo>
                <a:cubicBezTo>
                  <a:pt x="58123" y="98309"/>
                  <a:pt x="59959" y="97643"/>
                  <a:pt x="61237" y="96685"/>
                </a:cubicBezTo>
                <a:cubicBezTo>
                  <a:pt x="62514" y="95727"/>
                  <a:pt x="63153" y="94317"/>
                  <a:pt x="63153" y="92454"/>
                </a:cubicBezTo>
                <a:cubicBezTo>
                  <a:pt x="63153" y="90325"/>
                  <a:pt x="62780" y="87943"/>
                  <a:pt x="62035" y="85308"/>
                </a:cubicBezTo>
                <a:cubicBezTo>
                  <a:pt x="61290" y="82674"/>
                  <a:pt x="60385" y="79946"/>
                  <a:pt x="59321" y="77125"/>
                </a:cubicBezTo>
                <a:cubicBezTo>
                  <a:pt x="58256" y="74304"/>
                  <a:pt x="57112" y="71483"/>
                  <a:pt x="55888" y="68662"/>
                </a:cubicBezTo>
                <a:cubicBezTo>
                  <a:pt x="54663" y="65841"/>
                  <a:pt x="53519" y="63153"/>
                  <a:pt x="52454" y="60598"/>
                </a:cubicBezTo>
                <a:lnTo>
                  <a:pt x="34171" y="81596"/>
                </a:lnTo>
                <a:cubicBezTo>
                  <a:pt x="32681" y="83246"/>
                  <a:pt x="31457" y="84683"/>
                  <a:pt x="30499" y="85907"/>
                </a:cubicBezTo>
                <a:cubicBezTo>
                  <a:pt x="29541" y="87131"/>
                  <a:pt x="28782" y="88222"/>
                  <a:pt x="28223" y="89180"/>
                </a:cubicBezTo>
                <a:cubicBezTo>
                  <a:pt x="27664" y="90139"/>
                  <a:pt x="27278" y="90977"/>
                  <a:pt x="27066" y="91695"/>
                </a:cubicBezTo>
                <a:cubicBezTo>
                  <a:pt x="26853" y="92414"/>
                  <a:pt x="26746" y="93119"/>
                  <a:pt x="26746" y="93811"/>
                </a:cubicBezTo>
                <a:cubicBezTo>
                  <a:pt x="26746" y="95248"/>
                  <a:pt x="27225" y="96339"/>
                  <a:pt x="28183" y="97085"/>
                </a:cubicBezTo>
                <a:cubicBezTo>
                  <a:pt x="29141" y="97830"/>
                  <a:pt x="30685" y="98362"/>
                  <a:pt x="32814" y="98681"/>
                </a:cubicBezTo>
                <a:lnTo>
                  <a:pt x="31696" y="103552"/>
                </a:lnTo>
                <a:lnTo>
                  <a:pt x="0" y="103552"/>
                </a:lnTo>
                <a:lnTo>
                  <a:pt x="1038" y="98681"/>
                </a:lnTo>
                <a:cubicBezTo>
                  <a:pt x="1836" y="98415"/>
                  <a:pt x="2621" y="98136"/>
                  <a:pt x="3393" y="97843"/>
                </a:cubicBezTo>
                <a:cubicBezTo>
                  <a:pt x="4165" y="97550"/>
                  <a:pt x="4937" y="97178"/>
                  <a:pt x="5709" y="96725"/>
                </a:cubicBezTo>
                <a:cubicBezTo>
                  <a:pt x="6480" y="96273"/>
                  <a:pt x="7265" y="95714"/>
                  <a:pt x="8064" y="95049"/>
                </a:cubicBezTo>
                <a:cubicBezTo>
                  <a:pt x="8862" y="94383"/>
                  <a:pt x="9714" y="93572"/>
                  <a:pt x="10619" y="92614"/>
                </a:cubicBezTo>
                <a:lnTo>
                  <a:pt x="47904" y="51496"/>
                </a:lnTo>
                <a:lnTo>
                  <a:pt x="35528" y="21078"/>
                </a:lnTo>
                <a:cubicBezTo>
                  <a:pt x="34145" y="17671"/>
                  <a:pt x="32960" y="14970"/>
                  <a:pt x="31976" y="12974"/>
                </a:cubicBezTo>
                <a:cubicBezTo>
                  <a:pt x="30991" y="10978"/>
                  <a:pt x="30020" y="9434"/>
                  <a:pt x="29062" y="8343"/>
                </a:cubicBezTo>
                <a:cubicBezTo>
                  <a:pt x="28103" y="7252"/>
                  <a:pt x="27105" y="6507"/>
                  <a:pt x="26068" y="6108"/>
                </a:cubicBezTo>
                <a:cubicBezTo>
                  <a:pt x="25030" y="5709"/>
                  <a:pt x="23792" y="5349"/>
                  <a:pt x="22355" y="5030"/>
                </a:cubicBezTo>
                <a:lnTo>
                  <a:pt x="23393" y="0"/>
                </a:lnTo>
                <a:lnTo>
                  <a:pt x="578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839">
            <a:extLst xmlns:a="http://schemas.openxmlformats.org/drawingml/2006/main">
              <a:ext uri="{FF2B5EF4-FFF2-40B4-BE49-F238E27FC236}">
                <a16:creationId xmlns:a16="http://schemas.microsoft.com/office/drawing/2014/main" id="{E6BD3DD9-B129-4DFA-B2DA-31E27C0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647" y="15675772"/>
            <a:ext cx="100708" cy="151449"/>
          </a:xfrm>
          <a:custGeom xmlns:a="http://schemas.openxmlformats.org/drawingml/2006/main">
            <a:pathLst>
              <a:path w="100708" h="151449">
                <a:moveTo>
                  <a:pt x="90317" y="38691"/>
                </a:moveTo>
                <a:cubicBezTo>
                  <a:pt x="87295" y="26973"/>
                  <a:pt x="84071" y="19290"/>
                  <a:pt x="80644" y="15642"/>
                </a:cubicBezTo>
                <a:cubicBezTo>
                  <a:pt x="77217" y="11994"/>
                  <a:pt x="72519" y="10170"/>
                  <a:pt x="66549" y="10170"/>
                </a:cubicBezTo>
                <a:lnTo>
                  <a:pt x="33717" y="10170"/>
                </a:lnTo>
                <a:lnTo>
                  <a:pt x="33717" y="123370"/>
                </a:lnTo>
                <a:cubicBezTo>
                  <a:pt x="33717" y="130519"/>
                  <a:pt x="34454" y="135715"/>
                  <a:pt x="35928" y="138957"/>
                </a:cubicBezTo>
                <a:cubicBezTo>
                  <a:pt x="37402" y="142200"/>
                  <a:pt x="41639" y="144558"/>
                  <a:pt x="48641" y="146032"/>
                </a:cubicBezTo>
                <a:lnTo>
                  <a:pt x="48641" y="151449"/>
                </a:lnTo>
                <a:lnTo>
                  <a:pt x="0" y="151449"/>
                </a:lnTo>
                <a:lnTo>
                  <a:pt x="0" y="146032"/>
                </a:lnTo>
                <a:cubicBezTo>
                  <a:pt x="5748" y="144485"/>
                  <a:pt x="9378" y="142513"/>
                  <a:pt x="10889" y="140118"/>
                </a:cubicBezTo>
                <a:cubicBezTo>
                  <a:pt x="12400" y="137723"/>
                  <a:pt x="13155" y="132288"/>
                  <a:pt x="13155" y="123812"/>
                </a:cubicBezTo>
                <a:lnTo>
                  <a:pt x="13155" y="27858"/>
                </a:lnTo>
                <a:cubicBezTo>
                  <a:pt x="13155" y="18056"/>
                  <a:pt x="12197" y="12160"/>
                  <a:pt x="10281" y="10170"/>
                </a:cubicBezTo>
                <a:cubicBezTo>
                  <a:pt x="8365" y="8180"/>
                  <a:pt x="4938" y="6596"/>
                  <a:pt x="0" y="5417"/>
                </a:cubicBezTo>
                <a:lnTo>
                  <a:pt x="0" y="0"/>
                </a:lnTo>
                <a:lnTo>
                  <a:pt x="100708" y="0"/>
                </a:lnTo>
                <a:lnTo>
                  <a:pt x="100708" y="38691"/>
                </a:lnTo>
                <a:lnTo>
                  <a:pt x="90317" y="3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840">
            <a:extLst xmlns:a="http://schemas.openxmlformats.org/drawingml/2006/main">
              <a:ext uri="{FF2B5EF4-FFF2-40B4-BE49-F238E27FC236}">
                <a16:creationId xmlns:a16="http://schemas.microsoft.com/office/drawing/2014/main" id="{F22F05D9-7D7F-4076-8611-6B5A08D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807" y="15759607"/>
            <a:ext cx="39441" cy="114330"/>
          </a:xfrm>
          <a:custGeom xmlns:a="http://schemas.openxmlformats.org/drawingml/2006/main">
            <a:pathLst>
              <a:path w="39441" h="114330">
                <a:moveTo>
                  <a:pt x="36407" y="0"/>
                </a:moveTo>
                <a:lnTo>
                  <a:pt x="32495" y="17165"/>
                </a:lnTo>
                <a:lnTo>
                  <a:pt x="16686" y="17165"/>
                </a:lnTo>
                <a:lnTo>
                  <a:pt x="20439" y="0"/>
                </a:lnTo>
                <a:lnTo>
                  <a:pt x="36407" y="0"/>
                </a:lnTo>
                <a:moveTo>
                  <a:pt x="17165" y="85348"/>
                </a:moveTo>
                <a:cubicBezTo>
                  <a:pt x="16420" y="88489"/>
                  <a:pt x="15901" y="90990"/>
                  <a:pt x="15609" y="92853"/>
                </a:cubicBezTo>
                <a:cubicBezTo>
                  <a:pt x="15316" y="94716"/>
                  <a:pt x="15169" y="96393"/>
                  <a:pt x="15169" y="97883"/>
                </a:cubicBezTo>
                <a:cubicBezTo>
                  <a:pt x="15169" y="99906"/>
                  <a:pt x="15582" y="101369"/>
                  <a:pt x="16407" y="102274"/>
                </a:cubicBezTo>
                <a:cubicBezTo>
                  <a:pt x="17232" y="103179"/>
                  <a:pt x="18469" y="103631"/>
                  <a:pt x="20120" y="103631"/>
                </a:cubicBezTo>
                <a:cubicBezTo>
                  <a:pt x="21078" y="103631"/>
                  <a:pt x="22036" y="103445"/>
                  <a:pt x="22994" y="103073"/>
                </a:cubicBezTo>
                <a:cubicBezTo>
                  <a:pt x="23952" y="102700"/>
                  <a:pt x="24976" y="102114"/>
                  <a:pt x="26068" y="101316"/>
                </a:cubicBezTo>
                <a:cubicBezTo>
                  <a:pt x="27159" y="100518"/>
                  <a:pt x="28356" y="99493"/>
                  <a:pt x="29660" y="98242"/>
                </a:cubicBezTo>
                <a:cubicBezTo>
                  <a:pt x="30964" y="96991"/>
                  <a:pt x="32415" y="95488"/>
                  <a:pt x="34012" y="93731"/>
                </a:cubicBezTo>
                <a:lnTo>
                  <a:pt x="39441" y="99001"/>
                </a:lnTo>
                <a:cubicBezTo>
                  <a:pt x="36673" y="101822"/>
                  <a:pt x="34158" y="104204"/>
                  <a:pt x="31896" y="106146"/>
                </a:cubicBezTo>
                <a:cubicBezTo>
                  <a:pt x="29634" y="108089"/>
                  <a:pt x="27491" y="109673"/>
                  <a:pt x="25469" y="110897"/>
                </a:cubicBezTo>
                <a:cubicBezTo>
                  <a:pt x="23446" y="112121"/>
                  <a:pt x="21463" y="112999"/>
                  <a:pt x="19521" y="113531"/>
                </a:cubicBezTo>
                <a:cubicBezTo>
                  <a:pt x="17578" y="114064"/>
                  <a:pt x="15515" y="114330"/>
                  <a:pt x="13333" y="114330"/>
                </a:cubicBezTo>
                <a:cubicBezTo>
                  <a:pt x="11311" y="114330"/>
                  <a:pt x="9488" y="113957"/>
                  <a:pt x="7864" y="113212"/>
                </a:cubicBezTo>
                <a:cubicBezTo>
                  <a:pt x="6241" y="112467"/>
                  <a:pt x="4844" y="111442"/>
                  <a:pt x="3673" y="110138"/>
                </a:cubicBezTo>
                <a:cubicBezTo>
                  <a:pt x="2502" y="108834"/>
                  <a:pt x="1597" y="107277"/>
                  <a:pt x="958" y="105468"/>
                </a:cubicBezTo>
                <a:cubicBezTo>
                  <a:pt x="319" y="103658"/>
                  <a:pt x="0" y="101662"/>
                  <a:pt x="0" y="99480"/>
                </a:cubicBezTo>
                <a:cubicBezTo>
                  <a:pt x="0" y="97723"/>
                  <a:pt x="213" y="95541"/>
                  <a:pt x="639" y="92933"/>
                </a:cubicBezTo>
                <a:cubicBezTo>
                  <a:pt x="1065" y="90325"/>
                  <a:pt x="1610" y="87491"/>
                  <a:pt x="2275" y="84430"/>
                </a:cubicBezTo>
                <a:cubicBezTo>
                  <a:pt x="2941" y="81370"/>
                  <a:pt x="3673" y="78163"/>
                  <a:pt x="4471" y="74809"/>
                </a:cubicBezTo>
                <a:cubicBezTo>
                  <a:pt x="5269" y="71456"/>
                  <a:pt x="6054" y="68130"/>
                  <a:pt x="6826" y="64830"/>
                </a:cubicBezTo>
                <a:cubicBezTo>
                  <a:pt x="7598" y="61529"/>
                  <a:pt x="8290" y="58349"/>
                  <a:pt x="8902" y="55289"/>
                </a:cubicBezTo>
                <a:cubicBezTo>
                  <a:pt x="9514" y="52228"/>
                  <a:pt x="9953" y="49447"/>
                  <a:pt x="10219" y="46946"/>
                </a:cubicBezTo>
                <a:cubicBezTo>
                  <a:pt x="10326" y="46520"/>
                  <a:pt x="10379" y="46107"/>
                  <a:pt x="10379" y="45708"/>
                </a:cubicBezTo>
                <a:cubicBezTo>
                  <a:pt x="10379" y="45309"/>
                  <a:pt x="10379" y="44950"/>
                  <a:pt x="10379" y="44630"/>
                </a:cubicBezTo>
                <a:cubicBezTo>
                  <a:pt x="10273" y="42554"/>
                  <a:pt x="9541" y="41037"/>
                  <a:pt x="8184" y="40079"/>
                </a:cubicBezTo>
                <a:cubicBezTo>
                  <a:pt x="6826" y="39121"/>
                  <a:pt x="4418" y="38589"/>
                  <a:pt x="958" y="38483"/>
                </a:cubicBezTo>
                <a:lnTo>
                  <a:pt x="1916" y="33053"/>
                </a:lnTo>
                <a:lnTo>
                  <a:pt x="25070" y="32175"/>
                </a:lnTo>
                <a:lnTo>
                  <a:pt x="28982" y="32175"/>
                </a:lnTo>
                <a:lnTo>
                  <a:pt x="17165" y="85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841">
            <a:extLst xmlns:a="http://schemas.openxmlformats.org/drawingml/2006/main">
              <a:ext uri="{FF2B5EF4-FFF2-40B4-BE49-F238E27FC236}">
                <a16:creationId xmlns:a16="http://schemas.microsoft.com/office/drawing/2014/main" id="{5C0F859F-0EDE-4998-814C-671BA8F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455" y="16868140"/>
            <a:ext cx="100708" cy="151449"/>
          </a:xfrm>
          <a:custGeom xmlns:a="http://schemas.openxmlformats.org/drawingml/2006/main">
            <a:pathLst>
              <a:path w="100708" h="151449">
                <a:moveTo>
                  <a:pt x="90317" y="38691"/>
                </a:moveTo>
                <a:cubicBezTo>
                  <a:pt x="87295" y="26973"/>
                  <a:pt x="84071" y="19290"/>
                  <a:pt x="80644" y="15642"/>
                </a:cubicBezTo>
                <a:cubicBezTo>
                  <a:pt x="77217" y="11994"/>
                  <a:pt x="72519" y="10170"/>
                  <a:pt x="66549" y="10170"/>
                </a:cubicBezTo>
                <a:lnTo>
                  <a:pt x="33717" y="10170"/>
                </a:lnTo>
                <a:lnTo>
                  <a:pt x="33717" y="123370"/>
                </a:lnTo>
                <a:cubicBezTo>
                  <a:pt x="33717" y="130519"/>
                  <a:pt x="34454" y="135715"/>
                  <a:pt x="35928" y="138957"/>
                </a:cubicBezTo>
                <a:cubicBezTo>
                  <a:pt x="37402" y="142200"/>
                  <a:pt x="41639" y="144558"/>
                  <a:pt x="48641" y="146032"/>
                </a:cubicBezTo>
                <a:lnTo>
                  <a:pt x="48641" y="151449"/>
                </a:lnTo>
                <a:lnTo>
                  <a:pt x="0" y="151449"/>
                </a:lnTo>
                <a:lnTo>
                  <a:pt x="0" y="146032"/>
                </a:lnTo>
                <a:cubicBezTo>
                  <a:pt x="5748" y="144485"/>
                  <a:pt x="9378" y="142513"/>
                  <a:pt x="10889" y="140118"/>
                </a:cubicBezTo>
                <a:cubicBezTo>
                  <a:pt x="12400" y="137723"/>
                  <a:pt x="13155" y="132288"/>
                  <a:pt x="13155" y="123812"/>
                </a:cubicBezTo>
                <a:lnTo>
                  <a:pt x="13155" y="27858"/>
                </a:lnTo>
                <a:cubicBezTo>
                  <a:pt x="13155" y="18056"/>
                  <a:pt x="12197" y="12160"/>
                  <a:pt x="10281" y="10170"/>
                </a:cubicBezTo>
                <a:cubicBezTo>
                  <a:pt x="8365" y="8180"/>
                  <a:pt x="4938" y="6596"/>
                  <a:pt x="0" y="5417"/>
                </a:cubicBezTo>
                <a:lnTo>
                  <a:pt x="0" y="0"/>
                </a:lnTo>
                <a:lnTo>
                  <a:pt x="100708" y="0"/>
                </a:lnTo>
                <a:lnTo>
                  <a:pt x="100708" y="38691"/>
                </a:lnTo>
                <a:lnTo>
                  <a:pt x="90317" y="3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842">
            <a:extLst xmlns:a="http://schemas.openxmlformats.org/drawingml/2006/main">
              <a:ext uri="{FF2B5EF4-FFF2-40B4-BE49-F238E27FC236}">
                <a16:creationId xmlns:a16="http://schemas.microsoft.com/office/drawing/2014/main" id="{AE7CAB6C-EEF9-4221-AE42-34E3B48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614" y="16954996"/>
            <a:ext cx="39441" cy="114330"/>
          </a:xfrm>
          <a:custGeom xmlns:a="http://schemas.openxmlformats.org/drawingml/2006/main">
            <a:pathLst>
              <a:path w="39441" h="114330">
                <a:moveTo>
                  <a:pt x="36407" y="0"/>
                </a:moveTo>
                <a:lnTo>
                  <a:pt x="32495" y="17165"/>
                </a:lnTo>
                <a:lnTo>
                  <a:pt x="16686" y="17165"/>
                </a:lnTo>
                <a:lnTo>
                  <a:pt x="20439" y="0"/>
                </a:lnTo>
                <a:lnTo>
                  <a:pt x="36407" y="0"/>
                </a:lnTo>
                <a:moveTo>
                  <a:pt x="17165" y="85348"/>
                </a:moveTo>
                <a:cubicBezTo>
                  <a:pt x="16420" y="88489"/>
                  <a:pt x="15901" y="90990"/>
                  <a:pt x="15609" y="92853"/>
                </a:cubicBezTo>
                <a:cubicBezTo>
                  <a:pt x="15316" y="94716"/>
                  <a:pt x="15169" y="96393"/>
                  <a:pt x="15169" y="97883"/>
                </a:cubicBezTo>
                <a:cubicBezTo>
                  <a:pt x="15169" y="99906"/>
                  <a:pt x="15582" y="101369"/>
                  <a:pt x="16407" y="102274"/>
                </a:cubicBezTo>
                <a:cubicBezTo>
                  <a:pt x="17232" y="103179"/>
                  <a:pt x="18469" y="103631"/>
                  <a:pt x="20120" y="103631"/>
                </a:cubicBezTo>
                <a:cubicBezTo>
                  <a:pt x="21078" y="103631"/>
                  <a:pt x="22036" y="103445"/>
                  <a:pt x="22994" y="103073"/>
                </a:cubicBezTo>
                <a:cubicBezTo>
                  <a:pt x="23952" y="102700"/>
                  <a:pt x="24976" y="102114"/>
                  <a:pt x="26068" y="101316"/>
                </a:cubicBezTo>
                <a:cubicBezTo>
                  <a:pt x="27159" y="100518"/>
                  <a:pt x="28356" y="99493"/>
                  <a:pt x="29660" y="98242"/>
                </a:cubicBezTo>
                <a:cubicBezTo>
                  <a:pt x="30964" y="96991"/>
                  <a:pt x="32415" y="95488"/>
                  <a:pt x="34012" y="93731"/>
                </a:cubicBezTo>
                <a:lnTo>
                  <a:pt x="39441" y="99001"/>
                </a:lnTo>
                <a:cubicBezTo>
                  <a:pt x="36673" y="101822"/>
                  <a:pt x="34158" y="104204"/>
                  <a:pt x="31896" y="106146"/>
                </a:cubicBezTo>
                <a:cubicBezTo>
                  <a:pt x="29634" y="108089"/>
                  <a:pt x="27491" y="109673"/>
                  <a:pt x="25469" y="110897"/>
                </a:cubicBezTo>
                <a:cubicBezTo>
                  <a:pt x="23446" y="112121"/>
                  <a:pt x="21463" y="112999"/>
                  <a:pt x="19521" y="113531"/>
                </a:cubicBezTo>
                <a:cubicBezTo>
                  <a:pt x="17578" y="114064"/>
                  <a:pt x="15515" y="114330"/>
                  <a:pt x="13333" y="114330"/>
                </a:cubicBezTo>
                <a:cubicBezTo>
                  <a:pt x="11311" y="114330"/>
                  <a:pt x="9488" y="113957"/>
                  <a:pt x="7864" y="113212"/>
                </a:cubicBezTo>
                <a:cubicBezTo>
                  <a:pt x="6241" y="112467"/>
                  <a:pt x="4844" y="111442"/>
                  <a:pt x="3673" y="110138"/>
                </a:cubicBezTo>
                <a:cubicBezTo>
                  <a:pt x="2502" y="108834"/>
                  <a:pt x="1597" y="107277"/>
                  <a:pt x="958" y="105468"/>
                </a:cubicBezTo>
                <a:cubicBezTo>
                  <a:pt x="319" y="103658"/>
                  <a:pt x="0" y="101662"/>
                  <a:pt x="0" y="99480"/>
                </a:cubicBezTo>
                <a:cubicBezTo>
                  <a:pt x="0" y="97723"/>
                  <a:pt x="213" y="95541"/>
                  <a:pt x="639" y="92933"/>
                </a:cubicBezTo>
                <a:cubicBezTo>
                  <a:pt x="1065" y="90325"/>
                  <a:pt x="1610" y="87491"/>
                  <a:pt x="2275" y="84430"/>
                </a:cubicBezTo>
                <a:cubicBezTo>
                  <a:pt x="2941" y="81370"/>
                  <a:pt x="3673" y="78163"/>
                  <a:pt x="4471" y="74809"/>
                </a:cubicBezTo>
                <a:cubicBezTo>
                  <a:pt x="5269" y="71456"/>
                  <a:pt x="6054" y="68130"/>
                  <a:pt x="6826" y="64830"/>
                </a:cubicBezTo>
                <a:cubicBezTo>
                  <a:pt x="7598" y="61529"/>
                  <a:pt x="8290" y="58349"/>
                  <a:pt x="8902" y="55289"/>
                </a:cubicBezTo>
                <a:cubicBezTo>
                  <a:pt x="9514" y="52228"/>
                  <a:pt x="9953" y="49447"/>
                  <a:pt x="10219" y="46946"/>
                </a:cubicBezTo>
                <a:cubicBezTo>
                  <a:pt x="10326" y="46520"/>
                  <a:pt x="10379" y="46107"/>
                  <a:pt x="10379" y="45708"/>
                </a:cubicBezTo>
                <a:cubicBezTo>
                  <a:pt x="10379" y="45309"/>
                  <a:pt x="10379" y="44950"/>
                  <a:pt x="10379" y="44630"/>
                </a:cubicBezTo>
                <a:cubicBezTo>
                  <a:pt x="10273" y="42554"/>
                  <a:pt x="9541" y="41037"/>
                  <a:pt x="8184" y="40079"/>
                </a:cubicBezTo>
                <a:cubicBezTo>
                  <a:pt x="6826" y="39121"/>
                  <a:pt x="4418" y="38589"/>
                  <a:pt x="958" y="38483"/>
                </a:cubicBezTo>
                <a:lnTo>
                  <a:pt x="1916" y="33053"/>
                </a:lnTo>
                <a:lnTo>
                  <a:pt x="25070" y="32175"/>
                </a:lnTo>
                <a:lnTo>
                  <a:pt x="28982" y="32175"/>
                </a:lnTo>
                <a:lnTo>
                  <a:pt x="17165" y="85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5617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2026-10-21T08:58:27.8630000Z</dcterms:created>
  <dcterms:modified xsi:type="dcterms:W3CDTF">2026-10-21T08:58:27.8630000Z</dcterms:modified>
</coreProperties>
</file>